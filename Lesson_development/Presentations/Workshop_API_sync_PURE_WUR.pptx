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ags/tag1.xml" ContentType="application/vnd.openxmlformats-officedocument.presentationml.tags+xml"/>
  <Override PartName="/ppt/notesSlides/notesSlide3.xml" ContentType="application/vnd.openxmlformats-officedocument.presentationml.notesSlide+xml"/>
  <Override PartName="/ppt/tags/tag2.xml" ContentType="application/vnd.openxmlformats-officedocument.presentationml.tags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703" r:id="rId1"/>
    <p:sldMasterId id="2147483713" r:id="rId2"/>
  </p:sldMasterIdLst>
  <p:notesMasterIdLst>
    <p:notesMasterId r:id="rId22"/>
  </p:notesMasterIdLst>
  <p:sldIdLst>
    <p:sldId id="264" r:id="rId3"/>
    <p:sldId id="311" r:id="rId4"/>
    <p:sldId id="330" r:id="rId5"/>
    <p:sldId id="331" r:id="rId6"/>
    <p:sldId id="321" r:id="rId7"/>
    <p:sldId id="267" r:id="rId8"/>
    <p:sldId id="270" r:id="rId9"/>
    <p:sldId id="324" r:id="rId10"/>
    <p:sldId id="268" r:id="rId11"/>
    <p:sldId id="269" r:id="rId12"/>
    <p:sldId id="271" r:id="rId13"/>
    <p:sldId id="272" r:id="rId14"/>
    <p:sldId id="325" r:id="rId15"/>
    <p:sldId id="326" r:id="rId16"/>
    <p:sldId id="327" r:id="rId17"/>
    <p:sldId id="328" r:id="rId18"/>
    <p:sldId id="322" r:id="rId19"/>
    <p:sldId id="323" r:id="rId20"/>
    <p:sldId id="319" r:id="rId21"/>
  </p:sldIdLst>
  <p:sldSz cx="12192000" cy="6858000"/>
  <p:notesSz cx="6858000" cy="9144000"/>
  <p:embeddedFontLst>
    <p:embeddedFont>
      <p:font typeface="Consolas" panose="020B0609020204030204" pitchFamily="49" charset="0"/>
      <p:regular r:id="rId23"/>
      <p:bold r:id="rId24"/>
      <p:italic r:id="rId25"/>
      <p:boldItalic r:id="rId26"/>
    </p:embeddedFont>
    <p:embeddedFont>
      <p:font typeface="Quattrocento Sans" panose="020B0502050000020003" pitchFamily="34" charset="0"/>
      <p:regular r:id="rId27"/>
      <p:bold r:id="rId28"/>
      <p:italic r:id="rId29"/>
      <p:boldItalic r:id="rId30"/>
    </p:embeddedFont>
    <p:embeddedFont>
      <p:font typeface="Roboto Medium" panose="02000000000000000000" pitchFamily="2" charset="0"/>
      <p:regular r:id="rId31"/>
      <p:italic r:id="rId32"/>
    </p:embeddedFont>
    <p:embeddedFont>
      <p:font typeface="Space Grotesk" panose="020B0604020202020204" charset="0"/>
      <p:regular r:id="rId33"/>
      <p:bold r:id="rId3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79" roundtripDataSignature="AMtx7mgeiUcTatGwSMvi7cAWrWQIkhdq2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7D8C641-B0B6-4DD3-B30D-9B00720DBE87}" v="47" dt="2026-04-28T12:13:15.82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7845" autoAdjust="0"/>
  </p:normalViewPr>
  <p:slideViewPr>
    <p:cSldViewPr snapToGrid="0">
      <p:cViewPr varScale="1">
        <p:scale>
          <a:sx n="86" d="100"/>
          <a:sy n="86" d="100"/>
        </p:scale>
        <p:origin x="630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font" Target="fonts/font4.fntdata"/><Relationship Id="rId21" Type="http://schemas.openxmlformats.org/officeDocument/2006/relationships/slide" Target="slides/slide19.xml"/><Relationship Id="rId34" Type="http://schemas.openxmlformats.org/officeDocument/2006/relationships/font" Target="fonts/font12.fntdata"/><Relationship Id="rId84" Type="http://schemas.microsoft.com/office/2016/11/relationships/changesInfo" Target="changesInfos/changesInfo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font" Target="fonts/font7.fntdata"/><Relationship Id="rId83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font" Target="fonts/font2.fntdata"/><Relationship Id="rId32" Type="http://schemas.openxmlformats.org/officeDocument/2006/relationships/font" Target="fonts/font10.fntdata"/><Relationship Id="rId79" Type="http://customschemas.google.com/relationships/presentationmetadata" Target="metadata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font" Target="fonts/font1.fntdata"/><Relationship Id="rId28" Type="http://schemas.openxmlformats.org/officeDocument/2006/relationships/font" Target="fonts/font6.fntdata"/><Relationship Id="rId82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font" Target="fonts/font9.fntdata"/><Relationship Id="rId81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notesMaster" Target="notesMasters/notesMaster1.xml"/><Relationship Id="rId27" Type="http://schemas.openxmlformats.org/officeDocument/2006/relationships/font" Target="fonts/font5.fntdata"/><Relationship Id="rId30" Type="http://schemas.openxmlformats.org/officeDocument/2006/relationships/font" Target="fonts/font8.fntdata"/><Relationship Id="rId8" Type="http://schemas.openxmlformats.org/officeDocument/2006/relationships/slide" Target="slides/slide6.xml"/><Relationship Id="rId80" Type="http://schemas.openxmlformats.org/officeDocument/2006/relationships/presProps" Target="presProps.xml"/><Relationship Id="rId85" Type="http://schemas.microsoft.com/office/2015/10/relationships/revisionInfo" Target="revisionInfo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font" Target="fonts/font3.fntdata"/><Relationship Id="rId33" Type="http://schemas.openxmlformats.org/officeDocument/2006/relationships/font" Target="fonts/font11.fntdata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eila Iñigo de la Cruz" userId="fae4ed0d-52e1-4e8b-ac73-77e0b7235c9a" providerId="ADAL" clId="{1E9E03C1-E5D4-4BEC-8EBD-C4DD5262B379}"/>
    <pc:docChg chg="undo custSel addSld delSld modSld sldOrd">
      <pc:chgData name="Leila Iñigo de la Cruz" userId="fae4ed0d-52e1-4e8b-ac73-77e0b7235c9a" providerId="ADAL" clId="{1E9E03C1-E5D4-4BEC-8EBD-C4DD5262B379}" dt="2026-04-28T12:14:58.090" v="699" actId="1038"/>
      <pc:docMkLst>
        <pc:docMk/>
      </pc:docMkLst>
      <pc:sldChg chg="modSp mod modAnim">
        <pc:chgData name="Leila Iñigo de la Cruz" userId="fae4ed0d-52e1-4e8b-ac73-77e0b7235c9a" providerId="ADAL" clId="{1E9E03C1-E5D4-4BEC-8EBD-C4DD5262B379}" dt="2026-04-28T10:57:00.882" v="121" actId="20577"/>
        <pc:sldMkLst>
          <pc:docMk/>
          <pc:sldMk cId="0" sldId="264"/>
        </pc:sldMkLst>
        <pc:spChg chg="mod">
          <ac:chgData name="Leila Iñigo de la Cruz" userId="fae4ed0d-52e1-4e8b-ac73-77e0b7235c9a" providerId="ADAL" clId="{1E9E03C1-E5D4-4BEC-8EBD-C4DD5262B379}" dt="2026-04-28T10:55:54.618" v="86" actId="20577"/>
          <ac:spMkLst>
            <pc:docMk/>
            <pc:sldMk cId="0" sldId="264"/>
            <ac:spMk id="2" creationId="{6D06F429-B78C-19A0-6B13-5B6C4D4D9216}"/>
          </ac:spMkLst>
        </pc:spChg>
        <pc:spChg chg="mod">
          <ac:chgData name="Leila Iñigo de la Cruz" userId="fae4ed0d-52e1-4e8b-ac73-77e0b7235c9a" providerId="ADAL" clId="{1E9E03C1-E5D4-4BEC-8EBD-C4DD5262B379}" dt="2026-04-28T10:57:00.882" v="121" actId="20577"/>
          <ac:spMkLst>
            <pc:docMk/>
            <pc:sldMk cId="0" sldId="264"/>
            <ac:spMk id="3" creationId="{7EDC426D-6B61-3B8B-C130-37C001CBE798}"/>
          </ac:spMkLst>
        </pc:spChg>
      </pc:sldChg>
      <pc:sldChg chg="addSp delSp modSp mod">
        <pc:chgData name="Leila Iñigo de la Cruz" userId="fae4ed0d-52e1-4e8b-ac73-77e0b7235c9a" providerId="ADAL" clId="{1E9E03C1-E5D4-4BEC-8EBD-C4DD5262B379}" dt="2026-04-28T11:28:52.698" v="538" actId="1076"/>
        <pc:sldMkLst>
          <pc:docMk/>
          <pc:sldMk cId="0" sldId="311"/>
        </pc:sldMkLst>
        <pc:spChg chg="add mod">
          <ac:chgData name="Leila Iñigo de la Cruz" userId="fae4ed0d-52e1-4e8b-ac73-77e0b7235c9a" providerId="ADAL" clId="{1E9E03C1-E5D4-4BEC-8EBD-C4DD5262B379}" dt="2026-04-28T11:00:40.945" v="278" actId="1076"/>
          <ac:spMkLst>
            <pc:docMk/>
            <pc:sldMk cId="0" sldId="311"/>
            <ac:spMk id="2" creationId="{5D142080-1110-B053-BD84-F2ED61F1F344}"/>
          </ac:spMkLst>
        </pc:spChg>
        <pc:spChg chg="mod">
          <ac:chgData name="Leila Iñigo de la Cruz" userId="fae4ed0d-52e1-4e8b-ac73-77e0b7235c9a" providerId="ADAL" clId="{1E9E03C1-E5D4-4BEC-8EBD-C4DD5262B379}" dt="2026-04-28T10:57:32.489" v="126" actId="20577"/>
          <ac:spMkLst>
            <pc:docMk/>
            <pc:sldMk cId="0" sldId="311"/>
            <ac:spMk id="4" creationId="{8EBB7423-D25B-279C-C48D-B64511B91EDB}"/>
          </ac:spMkLst>
        </pc:spChg>
        <pc:spChg chg="add del mod">
          <ac:chgData name="Leila Iñigo de la Cruz" userId="fae4ed0d-52e1-4e8b-ac73-77e0b7235c9a" providerId="ADAL" clId="{1E9E03C1-E5D4-4BEC-8EBD-C4DD5262B379}" dt="2026-04-28T10:59:54.665" v="253" actId="478"/>
          <ac:spMkLst>
            <pc:docMk/>
            <pc:sldMk cId="0" sldId="311"/>
            <ac:spMk id="5" creationId="{BC0EB3CA-9BBB-A86F-8081-98CF81E25BDF}"/>
          </ac:spMkLst>
        </pc:spChg>
        <pc:spChg chg="add mod">
          <ac:chgData name="Leila Iñigo de la Cruz" userId="fae4ed0d-52e1-4e8b-ac73-77e0b7235c9a" providerId="ADAL" clId="{1E9E03C1-E5D4-4BEC-8EBD-C4DD5262B379}" dt="2026-04-28T11:00:39.186" v="277" actId="1076"/>
          <ac:spMkLst>
            <pc:docMk/>
            <pc:sldMk cId="0" sldId="311"/>
            <ac:spMk id="6" creationId="{B888C2FA-9BB9-DAAE-1FC6-B0D20382C864}"/>
          </ac:spMkLst>
        </pc:spChg>
        <pc:spChg chg="add mod">
          <ac:chgData name="Leila Iñigo de la Cruz" userId="fae4ed0d-52e1-4e8b-ac73-77e0b7235c9a" providerId="ADAL" clId="{1E9E03C1-E5D4-4BEC-8EBD-C4DD5262B379}" dt="2026-04-28T11:03:48.039" v="386" actId="1076"/>
          <ac:spMkLst>
            <pc:docMk/>
            <pc:sldMk cId="0" sldId="311"/>
            <ac:spMk id="7" creationId="{39CF951D-FEC3-73EF-1529-D39F5758EF52}"/>
          </ac:spMkLst>
        </pc:spChg>
        <pc:spChg chg="add del mod">
          <ac:chgData name="Leila Iñigo de la Cruz" userId="fae4ed0d-52e1-4e8b-ac73-77e0b7235c9a" providerId="ADAL" clId="{1E9E03C1-E5D4-4BEC-8EBD-C4DD5262B379}" dt="2026-04-28T11:00:59.800" v="282" actId="478"/>
          <ac:spMkLst>
            <pc:docMk/>
            <pc:sldMk cId="0" sldId="311"/>
            <ac:spMk id="9" creationId="{99C0CAEB-3AC2-9F01-3422-70B33A96766D}"/>
          </ac:spMkLst>
        </pc:spChg>
        <pc:spChg chg="add mod">
          <ac:chgData name="Leila Iñigo de la Cruz" userId="fae4ed0d-52e1-4e8b-ac73-77e0b7235c9a" providerId="ADAL" clId="{1E9E03C1-E5D4-4BEC-8EBD-C4DD5262B379}" dt="2026-04-28T11:28:52.698" v="538" actId="1076"/>
          <ac:spMkLst>
            <pc:docMk/>
            <pc:sldMk cId="0" sldId="311"/>
            <ac:spMk id="10" creationId="{D339CA48-E70A-D425-D6AE-0E395EE728D0}"/>
          </ac:spMkLst>
        </pc:spChg>
        <pc:spChg chg="add del mod">
          <ac:chgData name="Leila Iñigo de la Cruz" userId="fae4ed0d-52e1-4e8b-ac73-77e0b7235c9a" providerId="ADAL" clId="{1E9E03C1-E5D4-4BEC-8EBD-C4DD5262B379}" dt="2026-04-28T11:04:00.567" v="389" actId="478"/>
          <ac:spMkLst>
            <pc:docMk/>
            <pc:sldMk cId="0" sldId="311"/>
            <ac:spMk id="12" creationId="{0499524B-A2A1-F4CA-730E-A288D99D5F15}"/>
          </ac:spMkLst>
        </pc:spChg>
        <pc:spChg chg="add del mod">
          <ac:chgData name="Leila Iñigo de la Cruz" userId="fae4ed0d-52e1-4e8b-ac73-77e0b7235c9a" providerId="ADAL" clId="{1E9E03C1-E5D4-4BEC-8EBD-C4DD5262B379}" dt="2026-04-28T11:04:06.144" v="391" actId="478"/>
          <ac:spMkLst>
            <pc:docMk/>
            <pc:sldMk cId="0" sldId="311"/>
            <ac:spMk id="14" creationId="{42A74557-E570-3303-91AE-D64D14E0688F}"/>
          </ac:spMkLst>
        </pc:spChg>
        <pc:spChg chg="add del mod">
          <ac:chgData name="Leila Iñigo de la Cruz" userId="fae4ed0d-52e1-4e8b-ac73-77e0b7235c9a" providerId="ADAL" clId="{1E9E03C1-E5D4-4BEC-8EBD-C4DD5262B379}" dt="2026-04-28T11:05:28.426" v="420" actId="478"/>
          <ac:spMkLst>
            <pc:docMk/>
            <pc:sldMk cId="0" sldId="311"/>
            <ac:spMk id="16" creationId="{13A74E1D-CB97-D074-48C4-5768C2A99F35}"/>
          </ac:spMkLst>
        </pc:spChg>
        <pc:spChg chg="add del mod">
          <ac:chgData name="Leila Iñigo de la Cruz" userId="fae4ed0d-52e1-4e8b-ac73-77e0b7235c9a" providerId="ADAL" clId="{1E9E03C1-E5D4-4BEC-8EBD-C4DD5262B379}" dt="2026-04-28T11:06:02.024" v="446" actId="478"/>
          <ac:spMkLst>
            <pc:docMk/>
            <pc:sldMk cId="0" sldId="311"/>
            <ac:spMk id="18" creationId="{4FA059B3-42A4-7589-3753-477F1A72AD26}"/>
          </ac:spMkLst>
        </pc:spChg>
        <pc:spChg chg="add del mod">
          <ac:chgData name="Leila Iñigo de la Cruz" userId="fae4ed0d-52e1-4e8b-ac73-77e0b7235c9a" providerId="ADAL" clId="{1E9E03C1-E5D4-4BEC-8EBD-C4DD5262B379}" dt="2026-04-28T11:06:04.281" v="447" actId="478"/>
          <ac:spMkLst>
            <pc:docMk/>
            <pc:sldMk cId="0" sldId="311"/>
            <ac:spMk id="20" creationId="{F24CFF91-918B-F3AB-072B-6F6B2E951D24}"/>
          </ac:spMkLst>
        </pc:spChg>
        <pc:spChg chg="add mod">
          <ac:chgData name="Leila Iñigo de la Cruz" userId="fae4ed0d-52e1-4e8b-ac73-77e0b7235c9a" providerId="ADAL" clId="{1E9E03C1-E5D4-4BEC-8EBD-C4DD5262B379}" dt="2026-04-28T11:06:52.711" v="463" actId="1076"/>
          <ac:spMkLst>
            <pc:docMk/>
            <pc:sldMk cId="0" sldId="311"/>
            <ac:spMk id="21" creationId="{7CDB3E33-AAC8-9C72-EC40-E2CA6F2E8879}"/>
          </ac:spMkLst>
        </pc:spChg>
        <pc:spChg chg="add mod">
          <ac:chgData name="Leila Iñigo de la Cruz" userId="fae4ed0d-52e1-4e8b-ac73-77e0b7235c9a" providerId="ADAL" clId="{1E9E03C1-E5D4-4BEC-8EBD-C4DD5262B379}" dt="2026-04-28T11:18:40.499" v="533" actId="1076"/>
          <ac:spMkLst>
            <pc:docMk/>
            <pc:sldMk cId="0" sldId="311"/>
            <ac:spMk id="27" creationId="{A14DE39B-624F-DCC7-F8FD-19CE6FB80B44}"/>
          </ac:spMkLst>
        </pc:spChg>
        <pc:spChg chg="del mod">
          <ac:chgData name="Leila Iñigo de la Cruz" userId="fae4ed0d-52e1-4e8b-ac73-77e0b7235c9a" providerId="ADAL" clId="{1E9E03C1-E5D4-4BEC-8EBD-C4DD5262B379}" dt="2026-04-28T10:59:50.643" v="252" actId="478"/>
          <ac:spMkLst>
            <pc:docMk/>
            <pc:sldMk cId="0" sldId="311"/>
            <ac:spMk id="1304" creationId="{00000000-0000-0000-0000-000000000000}"/>
          </ac:spMkLst>
        </pc:spChg>
        <pc:spChg chg="add del mod">
          <ac:chgData name="Leila Iñigo de la Cruz" userId="fae4ed0d-52e1-4e8b-ac73-77e0b7235c9a" providerId="ADAL" clId="{1E9E03C1-E5D4-4BEC-8EBD-C4DD5262B379}" dt="2026-04-28T11:05:57.785" v="444" actId="555"/>
          <ac:spMkLst>
            <pc:docMk/>
            <pc:sldMk cId="0" sldId="311"/>
            <ac:spMk id="1305" creationId="{00000000-0000-0000-0000-000000000000}"/>
          </ac:spMkLst>
        </pc:spChg>
        <pc:spChg chg="del">
          <ac:chgData name="Leila Iñigo de la Cruz" userId="fae4ed0d-52e1-4e8b-ac73-77e0b7235c9a" providerId="ADAL" clId="{1E9E03C1-E5D4-4BEC-8EBD-C4DD5262B379}" dt="2026-04-28T11:04:41.868" v="393" actId="478"/>
          <ac:spMkLst>
            <pc:docMk/>
            <pc:sldMk cId="0" sldId="311"/>
            <ac:spMk id="1306" creationId="{00000000-0000-0000-0000-000000000000}"/>
          </ac:spMkLst>
        </pc:spChg>
        <pc:spChg chg="mod">
          <ac:chgData name="Leila Iñigo de la Cruz" userId="fae4ed0d-52e1-4e8b-ac73-77e0b7235c9a" providerId="ADAL" clId="{1E9E03C1-E5D4-4BEC-8EBD-C4DD5262B379}" dt="2026-04-28T11:18:48.093" v="536" actId="14100"/>
          <ac:spMkLst>
            <pc:docMk/>
            <pc:sldMk cId="0" sldId="311"/>
            <ac:spMk id="1307" creationId="{00000000-0000-0000-0000-000000000000}"/>
          </ac:spMkLst>
        </pc:spChg>
        <pc:spChg chg="del">
          <ac:chgData name="Leila Iñigo de la Cruz" userId="fae4ed0d-52e1-4e8b-ac73-77e0b7235c9a" providerId="ADAL" clId="{1E9E03C1-E5D4-4BEC-8EBD-C4DD5262B379}" dt="2026-04-28T11:03:57.531" v="388" actId="478"/>
          <ac:spMkLst>
            <pc:docMk/>
            <pc:sldMk cId="0" sldId="311"/>
            <ac:spMk id="1310" creationId="{00000000-0000-0000-0000-000000000000}"/>
          </ac:spMkLst>
        </pc:spChg>
        <pc:spChg chg="del">
          <ac:chgData name="Leila Iñigo de la Cruz" userId="fae4ed0d-52e1-4e8b-ac73-77e0b7235c9a" providerId="ADAL" clId="{1E9E03C1-E5D4-4BEC-8EBD-C4DD5262B379}" dt="2026-04-28T11:04:03.458" v="390" actId="478"/>
          <ac:spMkLst>
            <pc:docMk/>
            <pc:sldMk cId="0" sldId="311"/>
            <ac:spMk id="1311" creationId="{00000000-0000-0000-0000-000000000000}"/>
          </ac:spMkLst>
        </pc:spChg>
        <pc:cxnChg chg="add mod">
          <ac:chgData name="Leila Iñigo de la Cruz" userId="fae4ed0d-52e1-4e8b-ac73-77e0b7235c9a" providerId="ADAL" clId="{1E9E03C1-E5D4-4BEC-8EBD-C4DD5262B379}" dt="2026-04-28T11:08:00.359" v="476" actId="14100"/>
          <ac:cxnSpMkLst>
            <pc:docMk/>
            <pc:sldMk cId="0" sldId="311"/>
            <ac:cxnSpMk id="23" creationId="{A3CAD46D-A8E3-8B7B-E716-474C785534BC}"/>
          </ac:cxnSpMkLst>
        </pc:cxnChg>
      </pc:sldChg>
      <pc:sldChg chg="new del">
        <pc:chgData name="Leila Iñigo de la Cruz" userId="fae4ed0d-52e1-4e8b-ac73-77e0b7235c9a" providerId="ADAL" clId="{1E9E03C1-E5D4-4BEC-8EBD-C4DD5262B379}" dt="2026-04-28T11:46:50.962" v="540" actId="47"/>
        <pc:sldMkLst>
          <pc:docMk/>
          <pc:sldMk cId="1290451744" sldId="329"/>
        </pc:sldMkLst>
      </pc:sldChg>
      <pc:sldChg chg="addSp delSp modSp add del mod">
        <pc:chgData name="Leila Iñigo de la Cruz" userId="fae4ed0d-52e1-4e8b-ac73-77e0b7235c9a" providerId="ADAL" clId="{1E9E03C1-E5D4-4BEC-8EBD-C4DD5262B379}" dt="2026-04-28T11:47:42.284" v="559" actId="47"/>
        <pc:sldMkLst>
          <pc:docMk/>
          <pc:sldMk cId="4094171868" sldId="329"/>
        </pc:sldMkLst>
        <pc:spChg chg="mod">
          <ac:chgData name="Leila Iñigo de la Cruz" userId="fae4ed0d-52e1-4e8b-ac73-77e0b7235c9a" providerId="ADAL" clId="{1E9E03C1-E5D4-4BEC-8EBD-C4DD5262B379}" dt="2026-04-28T11:47:26.046" v="553" actId="1076"/>
          <ac:spMkLst>
            <pc:docMk/>
            <pc:sldMk cId="4094171868" sldId="329"/>
            <ac:spMk id="2" creationId="{C250BA6A-7270-F833-ADCF-89A69194C72D}"/>
          </ac:spMkLst>
        </pc:spChg>
        <pc:spChg chg="mod">
          <ac:chgData name="Leila Iñigo de la Cruz" userId="fae4ed0d-52e1-4e8b-ac73-77e0b7235c9a" providerId="ADAL" clId="{1E9E03C1-E5D4-4BEC-8EBD-C4DD5262B379}" dt="2026-04-28T11:47:18.753" v="551" actId="20577"/>
          <ac:spMkLst>
            <pc:docMk/>
            <pc:sldMk cId="4094171868" sldId="329"/>
            <ac:spMk id="4" creationId="{4DD74F37-01F2-7DBA-9A80-A755DA35BE53}"/>
          </ac:spMkLst>
        </pc:spChg>
        <pc:spChg chg="add mod">
          <ac:chgData name="Leila Iñigo de la Cruz" userId="fae4ed0d-52e1-4e8b-ac73-77e0b7235c9a" providerId="ADAL" clId="{1E9E03C1-E5D4-4BEC-8EBD-C4DD5262B379}" dt="2026-04-28T11:47:29.349" v="554" actId="478"/>
          <ac:spMkLst>
            <pc:docMk/>
            <pc:sldMk cId="4094171868" sldId="329"/>
            <ac:spMk id="5" creationId="{AFFDB3E7-5675-3A2C-AE08-D572C1BF390D}"/>
          </ac:spMkLst>
        </pc:spChg>
        <pc:spChg chg="del">
          <ac:chgData name="Leila Iñigo de la Cruz" userId="fae4ed0d-52e1-4e8b-ac73-77e0b7235c9a" providerId="ADAL" clId="{1E9E03C1-E5D4-4BEC-8EBD-C4DD5262B379}" dt="2026-04-28T11:47:23.790" v="552" actId="478"/>
          <ac:spMkLst>
            <pc:docMk/>
            <pc:sldMk cId="4094171868" sldId="329"/>
            <ac:spMk id="6" creationId="{5DCA741C-C96A-80C0-38AF-0C9E220A7B97}"/>
          </ac:spMkLst>
        </pc:spChg>
        <pc:spChg chg="del">
          <ac:chgData name="Leila Iñigo de la Cruz" userId="fae4ed0d-52e1-4e8b-ac73-77e0b7235c9a" providerId="ADAL" clId="{1E9E03C1-E5D4-4BEC-8EBD-C4DD5262B379}" dt="2026-04-28T11:47:29.349" v="554" actId="478"/>
          <ac:spMkLst>
            <pc:docMk/>
            <pc:sldMk cId="4094171868" sldId="329"/>
            <ac:spMk id="7" creationId="{A8912B38-82DF-F2D6-56A6-B2A82919EE52}"/>
          </ac:spMkLst>
        </pc:spChg>
        <pc:spChg chg="add mod">
          <ac:chgData name="Leila Iñigo de la Cruz" userId="fae4ed0d-52e1-4e8b-ac73-77e0b7235c9a" providerId="ADAL" clId="{1E9E03C1-E5D4-4BEC-8EBD-C4DD5262B379}" dt="2026-04-28T11:47:31.989" v="555" actId="478"/>
          <ac:spMkLst>
            <pc:docMk/>
            <pc:sldMk cId="4094171868" sldId="329"/>
            <ac:spMk id="9" creationId="{EB447687-8246-DF2C-8FB8-E89992510CF5}"/>
          </ac:spMkLst>
        </pc:spChg>
        <pc:spChg chg="del">
          <ac:chgData name="Leila Iñigo de la Cruz" userId="fae4ed0d-52e1-4e8b-ac73-77e0b7235c9a" providerId="ADAL" clId="{1E9E03C1-E5D4-4BEC-8EBD-C4DD5262B379}" dt="2026-04-28T11:47:29.349" v="554" actId="478"/>
          <ac:spMkLst>
            <pc:docMk/>
            <pc:sldMk cId="4094171868" sldId="329"/>
            <ac:spMk id="1308" creationId="{23D53DAD-E7B6-7547-3829-C50A4BFD33FE}"/>
          </ac:spMkLst>
        </pc:spChg>
        <pc:spChg chg="del">
          <ac:chgData name="Leila Iñigo de la Cruz" userId="fae4ed0d-52e1-4e8b-ac73-77e0b7235c9a" providerId="ADAL" clId="{1E9E03C1-E5D4-4BEC-8EBD-C4DD5262B379}" dt="2026-04-28T11:47:31.989" v="555" actId="478"/>
          <ac:spMkLst>
            <pc:docMk/>
            <pc:sldMk cId="4094171868" sldId="329"/>
            <ac:spMk id="1309" creationId="{34138642-FFF5-5784-A258-CDBCB8522D08}"/>
          </ac:spMkLst>
        </pc:spChg>
      </pc:sldChg>
      <pc:sldChg chg="addSp delSp modSp add mod ord modClrScheme delAnim chgLayout">
        <pc:chgData name="Leila Iñigo de la Cruz" userId="fae4ed0d-52e1-4e8b-ac73-77e0b7235c9a" providerId="ADAL" clId="{1E9E03C1-E5D4-4BEC-8EBD-C4DD5262B379}" dt="2026-04-28T12:14:58.090" v="699" actId="1038"/>
        <pc:sldMkLst>
          <pc:docMk/>
          <pc:sldMk cId="466933251" sldId="330"/>
        </pc:sldMkLst>
        <pc:spChg chg="del">
          <ac:chgData name="Leila Iñigo de la Cruz" userId="fae4ed0d-52e1-4e8b-ac73-77e0b7235c9a" providerId="ADAL" clId="{1E9E03C1-E5D4-4BEC-8EBD-C4DD5262B379}" dt="2026-04-28T11:47:46.532" v="560" actId="478"/>
          <ac:spMkLst>
            <pc:docMk/>
            <pc:sldMk cId="466933251" sldId="330"/>
            <ac:spMk id="2" creationId="{5304645A-871E-92F4-7144-8DC455DAD6F6}"/>
          </ac:spMkLst>
        </pc:spChg>
        <pc:spChg chg="del">
          <ac:chgData name="Leila Iñigo de la Cruz" userId="fae4ed0d-52e1-4e8b-ac73-77e0b7235c9a" providerId="ADAL" clId="{1E9E03C1-E5D4-4BEC-8EBD-C4DD5262B379}" dt="2026-04-28T11:47:50.495" v="562" actId="478"/>
          <ac:spMkLst>
            <pc:docMk/>
            <pc:sldMk cId="466933251" sldId="330"/>
            <ac:spMk id="3" creationId="{B4C0FA0F-4CE7-A666-1EDC-ECDD276E10B7}"/>
          </ac:spMkLst>
        </pc:spChg>
        <pc:spChg chg="add mod ord">
          <ac:chgData name="Leila Iñigo de la Cruz" userId="fae4ed0d-52e1-4e8b-ac73-77e0b7235c9a" providerId="ADAL" clId="{1E9E03C1-E5D4-4BEC-8EBD-C4DD5262B379}" dt="2026-04-28T11:59:29.725" v="627" actId="14100"/>
          <ac:spMkLst>
            <pc:docMk/>
            <pc:sldMk cId="466933251" sldId="330"/>
            <ac:spMk id="5" creationId="{0DD56714-246F-47FE-8505-7E0EFE55D514}"/>
          </ac:spMkLst>
        </pc:spChg>
        <pc:spChg chg="add del mod ord">
          <ac:chgData name="Leila Iñigo de la Cruz" userId="fae4ed0d-52e1-4e8b-ac73-77e0b7235c9a" providerId="ADAL" clId="{1E9E03C1-E5D4-4BEC-8EBD-C4DD5262B379}" dt="2026-04-28T11:48:56.628" v="589" actId="700"/>
          <ac:spMkLst>
            <pc:docMk/>
            <pc:sldMk cId="466933251" sldId="330"/>
            <ac:spMk id="8" creationId="{56491F53-7549-D7EA-55E8-3AA054E3D6D0}"/>
          </ac:spMkLst>
        </pc:spChg>
        <pc:spChg chg="add del mod ord">
          <ac:chgData name="Leila Iñigo de la Cruz" userId="fae4ed0d-52e1-4e8b-ac73-77e0b7235c9a" providerId="ADAL" clId="{1E9E03C1-E5D4-4BEC-8EBD-C4DD5262B379}" dt="2026-04-28T11:48:56.628" v="589" actId="700"/>
          <ac:spMkLst>
            <pc:docMk/>
            <pc:sldMk cId="466933251" sldId="330"/>
            <ac:spMk id="9" creationId="{7989424E-FE61-DBEC-F5B5-1C7B674FE542}"/>
          </ac:spMkLst>
        </pc:spChg>
        <pc:spChg chg="add del mod ord">
          <ac:chgData name="Leila Iñigo de la Cruz" userId="fae4ed0d-52e1-4e8b-ac73-77e0b7235c9a" providerId="ADAL" clId="{1E9E03C1-E5D4-4BEC-8EBD-C4DD5262B379}" dt="2026-04-28T11:48:56.628" v="589" actId="700"/>
          <ac:spMkLst>
            <pc:docMk/>
            <pc:sldMk cId="466933251" sldId="330"/>
            <ac:spMk id="10" creationId="{C2F902BE-EA02-809A-20C6-EC9BCBF5A3F9}"/>
          </ac:spMkLst>
        </pc:spChg>
        <pc:picChg chg="add del mod">
          <ac:chgData name="Leila Iñigo de la Cruz" userId="fae4ed0d-52e1-4e8b-ac73-77e0b7235c9a" providerId="ADAL" clId="{1E9E03C1-E5D4-4BEC-8EBD-C4DD5262B379}" dt="2026-04-28T11:56:53.003" v="594" actId="478"/>
          <ac:picMkLst>
            <pc:docMk/>
            <pc:sldMk cId="466933251" sldId="330"/>
            <ac:picMk id="7" creationId="{A1933806-1098-96D7-6FD6-F3800EE8AB7C}"/>
          </ac:picMkLst>
        </pc:picChg>
        <pc:picChg chg="add del mod">
          <ac:chgData name="Leila Iñigo de la Cruz" userId="fae4ed0d-52e1-4e8b-ac73-77e0b7235c9a" providerId="ADAL" clId="{1E9E03C1-E5D4-4BEC-8EBD-C4DD5262B379}" dt="2026-04-28T11:57:24.894" v="598"/>
          <ac:picMkLst>
            <pc:docMk/>
            <pc:sldMk cId="466933251" sldId="330"/>
            <ac:picMk id="13" creationId="{F77E9ACD-3A78-D4D5-CDD0-A156E0726A6D}"/>
          </ac:picMkLst>
        </pc:picChg>
        <pc:picChg chg="add mod">
          <ac:chgData name="Leila Iñigo de la Cruz" userId="fae4ed0d-52e1-4e8b-ac73-77e0b7235c9a" providerId="ADAL" clId="{1E9E03C1-E5D4-4BEC-8EBD-C4DD5262B379}" dt="2026-04-28T12:14:58.090" v="699" actId="1038"/>
          <ac:picMkLst>
            <pc:docMk/>
            <pc:sldMk cId="466933251" sldId="330"/>
            <ac:picMk id="14" creationId="{486321D4-D0FB-3C9B-DE8A-CE432363434F}"/>
          </ac:picMkLst>
        </pc:picChg>
        <pc:picChg chg="add del">
          <ac:chgData name="Leila Iñigo de la Cruz" userId="fae4ed0d-52e1-4e8b-ac73-77e0b7235c9a" providerId="ADAL" clId="{1E9E03C1-E5D4-4BEC-8EBD-C4DD5262B379}" dt="2026-04-28T12:13:35.097" v="633" actId="478"/>
          <ac:picMkLst>
            <pc:docMk/>
            <pc:sldMk cId="466933251" sldId="330"/>
            <ac:picMk id="15" creationId="{BC1CF157-C193-293D-944A-EFAC43351507}"/>
          </ac:picMkLst>
        </pc:picChg>
      </pc:sldChg>
      <pc:sldChg chg="addSp delSp modSp add mod">
        <pc:chgData name="Leila Iñigo de la Cruz" userId="fae4ed0d-52e1-4e8b-ac73-77e0b7235c9a" providerId="ADAL" clId="{1E9E03C1-E5D4-4BEC-8EBD-C4DD5262B379}" dt="2026-04-28T12:13:45.776" v="638" actId="1076"/>
        <pc:sldMkLst>
          <pc:docMk/>
          <pc:sldMk cId="1110796630" sldId="331"/>
        </pc:sldMkLst>
        <pc:spChg chg="mod">
          <ac:chgData name="Leila Iñigo de la Cruz" userId="fae4ed0d-52e1-4e8b-ac73-77e0b7235c9a" providerId="ADAL" clId="{1E9E03C1-E5D4-4BEC-8EBD-C4DD5262B379}" dt="2026-04-28T12:13:40.929" v="636" actId="20577"/>
          <ac:spMkLst>
            <pc:docMk/>
            <pc:sldMk cId="1110796630" sldId="331"/>
            <ac:spMk id="5" creationId="{2B39196C-BCD2-E6CF-EE3F-08564E88DC5B}"/>
          </ac:spMkLst>
        </pc:spChg>
        <pc:picChg chg="add del mod">
          <ac:chgData name="Leila Iñigo de la Cruz" userId="fae4ed0d-52e1-4e8b-ac73-77e0b7235c9a" providerId="ADAL" clId="{1E9E03C1-E5D4-4BEC-8EBD-C4DD5262B379}" dt="2026-04-28T12:13:31.383" v="632" actId="478"/>
          <ac:picMkLst>
            <pc:docMk/>
            <pc:sldMk cId="1110796630" sldId="331"/>
            <ac:picMk id="2" creationId="{A7334B84-EDD3-6D08-77CB-47A4103ADF47}"/>
          </ac:picMkLst>
        </pc:picChg>
        <pc:picChg chg="del">
          <ac:chgData name="Leila Iñigo de la Cruz" userId="fae4ed0d-52e1-4e8b-ac73-77e0b7235c9a" providerId="ADAL" clId="{1E9E03C1-E5D4-4BEC-8EBD-C4DD5262B379}" dt="2026-04-28T12:13:09.072" v="630" actId="21"/>
          <ac:picMkLst>
            <pc:docMk/>
            <pc:sldMk cId="1110796630" sldId="331"/>
            <ac:picMk id="14" creationId="{A7334B84-EDD3-6D08-77CB-47A4103ADF47}"/>
          </ac:picMkLst>
        </pc:picChg>
        <pc:picChg chg="mod">
          <ac:chgData name="Leila Iñigo de la Cruz" userId="fae4ed0d-52e1-4e8b-ac73-77e0b7235c9a" providerId="ADAL" clId="{1E9E03C1-E5D4-4BEC-8EBD-C4DD5262B379}" dt="2026-04-28T12:13:45.776" v="638" actId="1076"/>
          <ac:picMkLst>
            <pc:docMk/>
            <pc:sldMk cId="1110796630" sldId="331"/>
            <ac:picMk id="15" creationId="{9BAA75B2-F04D-FD03-091F-0306E58416D9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nl-NL"/>
          </a:p>
        </p:txBody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8" name="Google Shape;768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nl-NL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0" name="Google Shape;1300;p5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1" name="Google Shape;1301;p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nl-NL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6">
          <a:extLst>
            <a:ext uri="{FF2B5EF4-FFF2-40B4-BE49-F238E27FC236}">
              <a16:creationId xmlns:a16="http://schemas.microsoft.com/office/drawing/2014/main" id="{84705AA2-234F-7250-88F4-EE981A5D05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9:notes">
            <a:extLst>
              <a:ext uri="{FF2B5EF4-FFF2-40B4-BE49-F238E27FC236}">
                <a16:creationId xmlns:a16="http://schemas.microsoft.com/office/drawing/2014/main" id="{F58C6F93-687D-BAB7-4141-C68FEE50B12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8" name="Google Shape;768;p9:notes">
            <a:extLst>
              <a:ext uri="{FF2B5EF4-FFF2-40B4-BE49-F238E27FC236}">
                <a16:creationId xmlns:a16="http://schemas.microsoft.com/office/drawing/2014/main" id="{3199922C-F10E-123C-A865-5750A8E6AEB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3803071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6">
          <a:extLst>
            <a:ext uri="{FF2B5EF4-FFF2-40B4-BE49-F238E27FC236}">
              <a16:creationId xmlns:a16="http://schemas.microsoft.com/office/drawing/2014/main" id="{F798A2A1-3AC8-DDB2-7449-DFA2F7459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9:notes">
            <a:extLst>
              <a:ext uri="{FF2B5EF4-FFF2-40B4-BE49-F238E27FC236}">
                <a16:creationId xmlns:a16="http://schemas.microsoft.com/office/drawing/2014/main" id="{C318E4B0-CD8C-2160-2B4E-B8F6C4FA6D7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8" name="Google Shape;768;p9:notes">
            <a:extLst>
              <a:ext uri="{FF2B5EF4-FFF2-40B4-BE49-F238E27FC236}">
                <a16:creationId xmlns:a16="http://schemas.microsoft.com/office/drawing/2014/main" id="{401060FD-EC45-295C-C6E5-B112A8B312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3636453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>
          <a:extLst>
            <a:ext uri="{FF2B5EF4-FFF2-40B4-BE49-F238E27FC236}">
              <a16:creationId xmlns:a16="http://schemas.microsoft.com/office/drawing/2014/main" id="{6FECABF0-D9BF-05DA-9FE4-11FD69DE7D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47b42620c0_0_281:notes">
            <a:extLst>
              <a:ext uri="{FF2B5EF4-FFF2-40B4-BE49-F238E27FC236}">
                <a16:creationId xmlns:a16="http://schemas.microsoft.com/office/drawing/2014/main" id="{DF3216BE-5457-F542-0489-E14A9D33204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nl-NL"/>
          </a:p>
        </p:txBody>
      </p:sp>
      <p:sp>
        <p:nvSpPr>
          <p:cNvPr id="156" name="Google Shape;156;g347b42620c0_0_281:notes">
            <a:extLst>
              <a:ext uri="{FF2B5EF4-FFF2-40B4-BE49-F238E27FC236}">
                <a16:creationId xmlns:a16="http://schemas.microsoft.com/office/drawing/2014/main" id="{364E7E4D-FC4B-D09E-DA04-31DC67FC91A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nl-NL" dirty="0"/>
              <a:t>HTTP  - Hyper </a:t>
            </a:r>
            <a:r>
              <a:rPr lang="nl-NL" dirty="0" err="1"/>
              <a:t>text</a:t>
            </a:r>
            <a:r>
              <a:rPr lang="nl-NL" dirty="0"/>
              <a:t> transfer protocol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nl-NL" dirty="0"/>
              <a:t>JSON – Java Script Object </a:t>
            </a:r>
            <a:r>
              <a:rPr lang="nl-NL" dirty="0" err="1"/>
              <a:t>notation</a:t>
            </a:r>
            <a:r>
              <a:rPr lang="nl-NL" dirty="0"/>
              <a:t>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5776250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>
          <a:extLst>
            <a:ext uri="{FF2B5EF4-FFF2-40B4-BE49-F238E27FC236}">
              <a16:creationId xmlns:a16="http://schemas.microsoft.com/office/drawing/2014/main" id="{C25E577B-6A75-F08B-2D28-89AFD169F6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47b42620c0_0_281:notes">
            <a:extLst>
              <a:ext uri="{FF2B5EF4-FFF2-40B4-BE49-F238E27FC236}">
                <a16:creationId xmlns:a16="http://schemas.microsoft.com/office/drawing/2014/main" id="{92722BD2-E6D6-E6AC-0EBF-D50335BAC69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nl-NL"/>
          </a:p>
        </p:txBody>
      </p:sp>
      <p:sp>
        <p:nvSpPr>
          <p:cNvPr id="156" name="Google Shape;156;g347b42620c0_0_281:notes">
            <a:extLst>
              <a:ext uri="{FF2B5EF4-FFF2-40B4-BE49-F238E27FC236}">
                <a16:creationId xmlns:a16="http://schemas.microsoft.com/office/drawing/2014/main" id="{1C89DF15-BF22-5541-E3D6-CD9B3A95F9D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2476319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An API is like a waiter in a restaurant.</a:t>
            </a:r>
            <a:br>
              <a:rPr lang="en-US" dirty="0"/>
            </a:br>
            <a:r>
              <a:rPr lang="en-US" dirty="0"/>
              <a:t>You don’t go into the kitchen and cook the meal yourself.</a:t>
            </a:r>
            <a:br>
              <a:rPr lang="en-US" dirty="0"/>
            </a:br>
            <a:r>
              <a:rPr lang="en-US" dirty="0"/>
              <a:t>You just place an order and hope the kitchen doesn’t return a </a:t>
            </a:r>
            <a:r>
              <a:rPr lang="en-US" i="1" dirty="0"/>
              <a:t>500 Internal Server Error</a:t>
            </a:r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z="1200" b="0" i="0" u="none" strike="noStrike" cap="none" smtClean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7</a:t>
            </a:fld>
            <a:endParaRPr lang="de-DE"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65954510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>
          <a:extLst>
            <a:ext uri="{FF2B5EF4-FFF2-40B4-BE49-F238E27FC236}">
              <a16:creationId xmlns:a16="http://schemas.microsoft.com/office/drawing/2014/main" id="{A1901759-7F0D-2A80-EFE1-F033F2E48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47b42620c0_0_281:notes">
            <a:extLst>
              <a:ext uri="{FF2B5EF4-FFF2-40B4-BE49-F238E27FC236}">
                <a16:creationId xmlns:a16="http://schemas.microsoft.com/office/drawing/2014/main" id="{1ED2777D-5D02-28AB-BE56-E32D4BBA86E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nl-NL"/>
          </a:p>
        </p:txBody>
      </p:sp>
      <p:sp>
        <p:nvSpPr>
          <p:cNvPr id="156" name="Google Shape;156;g347b42620c0_0_281:notes">
            <a:extLst>
              <a:ext uri="{FF2B5EF4-FFF2-40B4-BE49-F238E27FC236}">
                <a16:creationId xmlns:a16="http://schemas.microsoft.com/office/drawing/2014/main" id="{CF899C7E-A8BF-F56C-D7BF-49B8A839527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6147274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>
          <a:extLst>
            <a:ext uri="{FF2B5EF4-FFF2-40B4-BE49-F238E27FC236}">
              <a16:creationId xmlns:a16="http://schemas.microsoft.com/office/drawing/2014/main" id="{13E7B918-47BC-B053-51DC-E4DC0748D2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47b42620c0_0_281:notes">
            <a:extLst>
              <a:ext uri="{FF2B5EF4-FFF2-40B4-BE49-F238E27FC236}">
                <a16:creationId xmlns:a16="http://schemas.microsoft.com/office/drawing/2014/main" id="{71FBBF76-C0DF-2B56-CDDE-8926BB8B925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nl-NL"/>
          </a:p>
        </p:txBody>
      </p:sp>
      <p:sp>
        <p:nvSpPr>
          <p:cNvPr id="156" name="Google Shape;156;g347b42620c0_0_281:notes">
            <a:extLst>
              <a:ext uri="{FF2B5EF4-FFF2-40B4-BE49-F238E27FC236}">
                <a16:creationId xmlns:a16="http://schemas.microsoft.com/office/drawing/2014/main" id="{60BC7842-7C59-6EDE-41E8-23A3B38C983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nl-NL" dirty="0"/>
              <a:t>HTTP  - Hyper </a:t>
            </a:r>
            <a:r>
              <a:rPr lang="nl-NL" dirty="0" err="1"/>
              <a:t>text</a:t>
            </a:r>
            <a:r>
              <a:rPr lang="nl-NL" dirty="0"/>
              <a:t> transfer protocol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nl-NL" dirty="0"/>
              <a:t>JSON – Java Script Object </a:t>
            </a:r>
            <a:r>
              <a:rPr lang="nl-NL" dirty="0" err="1"/>
              <a:t>notation</a:t>
            </a:r>
            <a:r>
              <a:rPr lang="nl-NL" dirty="0"/>
              <a:t>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8005451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>
          <a:extLst>
            <a:ext uri="{FF2B5EF4-FFF2-40B4-BE49-F238E27FC236}">
              <a16:creationId xmlns:a16="http://schemas.microsoft.com/office/drawing/2014/main" id="{8BF909F5-B407-8905-BB69-C80B9A7D5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47b42620c0_0_281:notes">
            <a:extLst>
              <a:ext uri="{FF2B5EF4-FFF2-40B4-BE49-F238E27FC236}">
                <a16:creationId xmlns:a16="http://schemas.microsoft.com/office/drawing/2014/main" id="{61842F1D-CB43-E05C-F87F-CD2B35219E7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nl-NL"/>
          </a:p>
        </p:txBody>
      </p:sp>
      <p:sp>
        <p:nvSpPr>
          <p:cNvPr id="156" name="Google Shape;156;g347b42620c0_0_281:notes">
            <a:extLst>
              <a:ext uri="{FF2B5EF4-FFF2-40B4-BE49-F238E27FC236}">
                <a16:creationId xmlns:a16="http://schemas.microsoft.com/office/drawing/2014/main" id="{BF3AD0FF-B8B2-240F-203F-46AB0CBC7C8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nl-NL" dirty="0"/>
              <a:t>HTTP  - Hyper </a:t>
            </a:r>
            <a:r>
              <a:rPr lang="nl-NL" dirty="0" err="1"/>
              <a:t>text</a:t>
            </a:r>
            <a:r>
              <a:rPr lang="nl-NL" dirty="0"/>
              <a:t> transfer protocol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nl-NL" dirty="0"/>
              <a:t>JSON – Java Script Object </a:t>
            </a:r>
            <a:r>
              <a:rPr lang="nl-NL" dirty="0" err="1"/>
              <a:t>notation</a:t>
            </a:r>
            <a:r>
              <a:rPr lang="nl-NL" dirty="0"/>
              <a:t>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8818814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>
          <a:extLst>
            <a:ext uri="{FF2B5EF4-FFF2-40B4-BE49-F238E27FC236}">
              <a16:creationId xmlns:a16="http://schemas.microsoft.com/office/drawing/2014/main" id="{AB2ACF9C-80F4-EFE8-87B0-8F9FAD4A8F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47b42620c0_0_281:notes">
            <a:extLst>
              <a:ext uri="{FF2B5EF4-FFF2-40B4-BE49-F238E27FC236}">
                <a16:creationId xmlns:a16="http://schemas.microsoft.com/office/drawing/2014/main" id="{299F85F9-89B3-ACC0-2E31-0A2909BD2E3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nl-NL"/>
          </a:p>
        </p:txBody>
      </p:sp>
      <p:sp>
        <p:nvSpPr>
          <p:cNvPr id="156" name="Google Shape;156;g347b42620c0_0_281:notes">
            <a:extLst>
              <a:ext uri="{FF2B5EF4-FFF2-40B4-BE49-F238E27FC236}">
                <a16:creationId xmlns:a16="http://schemas.microsoft.com/office/drawing/2014/main" id="{E425A3E5-31FC-3B04-02C0-D5673BBE984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nl-NL" dirty="0"/>
              <a:t>HTTP  - Hyper </a:t>
            </a:r>
            <a:r>
              <a:rPr lang="nl-NL" dirty="0" err="1"/>
              <a:t>text</a:t>
            </a:r>
            <a:r>
              <a:rPr lang="nl-NL" dirty="0"/>
              <a:t> transfer protocol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nl-NL" dirty="0"/>
              <a:t>JSON – Java Script Object </a:t>
            </a:r>
            <a:r>
              <a:rPr lang="nl-NL" dirty="0" err="1"/>
              <a:t>notation</a:t>
            </a:r>
            <a:r>
              <a:rPr lang="nl-NL" dirty="0"/>
              <a:t>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4914736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>
          <a:extLst>
            <a:ext uri="{FF2B5EF4-FFF2-40B4-BE49-F238E27FC236}">
              <a16:creationId xmlns:a16="http://schemas.microsoft.com/office/drawing/2014/main" id="{D4B25D26-69F3-5030-E349-F7047F080D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47b42620c0_0_281:notes">
            <a:extLst>
              <a:ext uri="{FF2B5EF4-FFF2-40B4-BE49-F238E27FC236}">
                <a16:creationId xmlns:a16="http://schemas.microsoft.com/office/drawing/2014/main" id="{8724D713-1A94-A81F-40B0-C8EABAEA9C5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nl-NL"/>
          </a:p>
        </p:txBody>
      </p:sp>
      <p:sp>
        <p:nvSpPr>
          <p:cNvPr id="156" name="Google Shape;156;g347b42620c0_0_281:notes">
            <a:extLst>
              <a:ext uri="{FF2B5EF4-FFF2-40B4-BE49-F238E27FC236}">
                <a16:creationId xmlns:a16="http://schemas.microsoft.com/office/drawing/2014/main" id="{00380775-181B-0C63-69C8-4A7CA7B9B0F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nl-NL" dirty="0"/>
              <a:t>HTTP  - Hyper </a:t>
            </a:r>
            <a:r>
              <a:rPr lang="nl-NL" dirty="0" err="1"/>
              <a:t>text</a:t>
            </a:r>
            <a:r>
              <a:rPr lang="nl-NL" dirty="0"/>
              <a:t> transfer protocol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nl-NL" dirty="0"/>
              <a:t>JSON – Java Script Object </a:t>
            </a:r>
            <a:r>
              <a:rPr lang="nl-NL" dirty="0" err="1"/>
              <a:t>notation</a:t>
            </a:r>
            <a:r>
              <a:rPr lang="nl-NL" dirty="0"/>
              <a:t>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0391296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z="1200" b="0" i="0" u="none" strike="noStrike" cap="none" smtClean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15</a:t>
            </a:fld>
            <a:endParaRPr lang="de-DE"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4848156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>
          <a:extLst>
            <a:ext uri="{FF2B5EF4-FFF2-40B4-BE49-F238E27FC236}">
              <a16:creationId xmlns:a16="http://schemas.microsoft.com/office/drawing/2014/main" id="{BAA5D870-F3E2-8538-3659-59EA739047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47b42620c0_0_281:notes">
            <a:extLst>
              <a:ext uri="{FF2B5EF4-FFF2-40B4-BE49-F238E27FC236}">
                <a16:creationId xmlns:a16="http://schemas.microsoft.com/office/drawing/2014/main" id="{892DB036-F3B0-96F6-F454-F61CE124C6C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nl-NL"/>
          </a:p>
        </p:txBody>
      </p:sp>
      <p:sp>
        <p:nvSpPr>
          <p:cNvPr id="156" name="Google Shape;156;g347b42620c0_0_281:notes">
            <a:extLst>
              <a:ext uri="{FF2B5EF4-FFF2-40B4-BE49-F238E27FC236}">
                <a16:creationId xmlns:a16="http://schemas.microsoft.com/office/drawing/2014/main" id="{C0A96D0D-7866-6704-F10A-EC3ED94C76F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nl-NL" dirty="0"/>
              <a:t>HTTP  - Hyper </a:t>
            </a:r>
            <a:r>
              <a:rPr lang="nl-NL" dirty="0" err="1"/>
              <a:t>text</a:t>
            </a:r>
            <a:r>
              <a:rPr lang="nl-NL" dirty="0"/>
              <a:t> transfer protocol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nl-NL" dirty="0"/>
              <a:t>JSON – Java Script Object </a:t>
            </a:r>
            <a:r>
              <a:rPr lang="nl-NL" dirty="0" err="1"/>
              <a:t>notation</a:t>
            </a:r>
            <a:r>
              <a:rPr lang="nl-NL" dirty="0"/>
              <a:t>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5130996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>
          <a:extLst>
            <a:ext uri="{FF2B5EF4-FFF2-40B4-BE49-F238E27FC236}">
              <a16:creationId xmlns:a16="http://schemas.microsoft.com/office/drawing/2014/main" id="{45A54601-CF99-29BC-AFA9-721396A0AF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47b42620c0_0_281:notes">
            <a:extLst>
              <a:ext uri="{FF2B5EF4-FFF2-40B4-BE49-F238E27FC236}">
                <a16:creationId xmlns:a16="http://schemas.microsoft.com/office/drawing/2014/main" id="{3BC92229-30A1-F7FA-FE6E-9E71633BD90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nl-NL"/>
          </a:p>
        </p:txBody>
      </p:sp>
      <p:sp>
        <p:nvSpPr>
          <p:cNvPr id="156" name="Google Shape;156;g347b42620c0_0_281:notes">
            <a:extLst>
              <a:ext uri="{FF2B5EF4-FFF2-40B4-BE49-F238E27FC236}">
                <a16:creationId xmlns:a16="http://schemas.microsoft.com/office/drawing/2014/main" id="{D72F2C0B-E730-EE9A-F1A9-4B6B1637C9E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nl-NL" dirty="0"/>
              <a:t>HTTP  - Hyper </a:t>
            </a:r>
            <a:r>
              <a:rPr lang="nl-NL" dirty="0" err="1"/>
              <a:t>text</a:t>
            </a:r>
            <a:r>
              <a:rPr lang="nl-NL" dirty="0"/>
              <a:t> transfer protocol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nl-NL" dirty="0"/>
              <a:t>JSON – Java Script Object </a:t>
            </a:r>
            <a:r>
              <a:rPr lang="nl-NL" dirty="0" err="1"/>
              <a:t>notation</a:t>
            </a:r>
            <a:r>
              <a:rPr lang="nl-NL" dirty="0"/>
              <a:t>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5856937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5" name="Google Shape;1375;p6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6" name="Google Shape;1376;p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nl-NL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ata 05">
  <p:cSld name="Data 05">
    <p:bg>
      <p:bgPr>
        <a:solidFill>
          <a:schemeClr val="dk1"/>
        </a:solidFill>
        <a:effectLst/>
      </p:bgPr>
    </p:bg>
    <p:spTree>
      <p:nvGrpSpPr>
        <p:cNvPr id="1" name="Shape 6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Google Shape;635;p125"/>
          <p:cNvSpPr/>
          <p:nvPr/>
        </p:nvSpPr>
        <p:spPr>
          <a:xfrm>
            <a:off x="249799" y="285269"/>
            <a:ext cx="80912" cy="8091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6" name="Google Shape;636;p125"/>
          <p:cNvSpPr txBox="1">
            <a:spLocks noGrp="1"/>
          </p:cNvSpPr>
          <p:nvPr>
            <p:ph type="body" idx="1"/>
          </p:nvPr>
        </p:nvSpPr>
        <p:spPr>
          <a:xfrm>
            <a:off x="290255" y="201884"/>
            <a:ext cx="2408237" cy="247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914400" marR="0" lvl="1" indent="-3111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Char char="•"/>
              <a:defRPr sz="13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1371600" marR="0" lvl="2" indent="-3111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Char char="•"/>
              <a:defRPr sz="13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1828800" marR="0" lvl="3" indent="-3111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Char char="•"/>
              <a:defRPr sz="13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2286000" marR="0" lvl="4" indent="-3111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Char char="•"/>
              <a:defRPr sz="13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37" name="Google Shape;637;p125"/>
          <p:cNvSpPr/>
          <p:nvPr/>
        </p:nvSpPr>
        <p:spPr>
          <a:xfrm>
            <a:off x="1065139" y="3388544"/>
            <a:ext cx="80912" cy="8091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8" name="Google Shape;638;p125"/>
          <p:cNvSpPr/>
          <p:nvPr/>
        </p:nvSpPr>
        <p:spPr>
          <a:xfrm>
            <a:off x="1023864" y="3350444"/>
            <a:ext cx="160411" cy="160411"/>
          </a:xfrm>
          <a:prstGeom prst="ellipse">
            <a:avLst/>
          </a:prstGeom>
          <a:noFill/>
          <a:ln w="9525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9" name="Google Shape;639;p125"/>
          <p:cNvSpPr/>
          <p:nvPr/>
        </p:nvSpPr>
        <p:spPr>
          <a:xfrm>
            <a:off x="4726744" y="3388544"/>
            <a:ext cx="80912" cy="8091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0" name="Google Shape;640;p125"/>
          <p:cNvSpPr/>
          <p:nvPr/>
        </p:nvSpPr>
        <p:spPr>
          <a:xfrm>
            <a:off x="4685469" y="3350444"/>
            <a:ext cx="160411" cy="160411"/>
          </a:xfrm>
          <a:prstGeom prst="ellipse">
            <a:avLst/>
          </a:prstGeom>
          <a:noFill/>
          <a:ln w="9525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1" name="Google Shape;641;p125"/>
          <p:cNvSpPr/>
          <p:nvPr/>
        </p:nvSpPr>
        <p:spPr>
          <a:xfrm>
            <a:off x="8388349" y="3388544"/>
            <a:ext cx="80912" cy="8091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2" name="Google Shape;642;p125"/>
          <p:cNvSpPr/>
          <p:nvPr/>
        </p:nvSpPr>
        <p:spPr>
          <a:xfrm>
            <a:off x="8347074" y="3350444"/>
            <a:ext cx="160411" cy="160411"/>
          </a:xfrm>
          <a:prstGeom prst="ellipse">
            <a:avLst/>
          </a:prstGeom>
          <a:noFill/>
          <a:ln w="9525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43" name="Google Shape;643;p125"/>
          <p:cNvCxnSpPr>
            <a:stCxn id="638" idx="2"/>
          </p:cNvCxnSpPr>
          <p:nvPr/>
        </p:nvCxnSpPr>
        <p:spPr>
          <a:xfrm rot="10800000">
            <a:off x="249864" y="3429150"/>
            <a:ext cx="774000" cy="150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644" name="Google Shape;644;p125"/>
          <p:cNvCxnSpPr>
            <a:stCxn id="640" idx="2"/>
          </p:cNvCxnSpPr>
          <p:nvPr/>
        </p:nvCxnSpPr>
        <p:spPr>
          <a:xfrm rot="10800000">
            <a:off x="1184169" y="3429150"/>
            <a:ext cx="3501300" cy="150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645" name="Google Shape;645;p125"/>
          <p:cNvCxnSpPr/>
          <p:nvPr/>
        </p:nvCxnSpPr>
        <p:spPr>
          <a:xfrm rot="10800000">
            <a:off x="4845880" y="3429000"/>
            <a:ext cx="3501194" cy="165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646" name="Google Shape;646;p125"/>
          <p:cNvCxnSpPr/>
          <p:nvPr/>
        </p:nvCxnSpPr>
        <p:spPr>
          <a:xfrm rot="10800000">
            <a:off x="8507485" y="3429000"/>
            <a:ext cx="3434716" cy="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647" name="Google Shape;647;p125"/>
          <p:cNvSpPr txBox="1">
            <a:spLocks noGrp="1"/>
          </p:cNvSpPr>
          <p:nvPr>
            <p:ph type="body" idx="2"/>
          </p:nvPr>
        </p:nvSpPr>
        <p:spPr>
          <a:xfrm>
            <a:off x="932425" y="2845869"/>
            <a:ext cx="2715650" cy="437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Arial"/>
              <a:buNone/>
              <a:defRPr sz="25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48" name="Google Shape;648;p125"/>
          <p:cNvSpPr txBox="1">
            <a:spLocks noGrp="1"/>
          </p:cNvSpPr>
          <p:nvPr>
            <p:ph type="body" idx="3"/>
          </p:nvPr>
        </p:nvSpPr>
        <p:spPr>
          <a:xfrm>
            <a:off x="4599744" y="2845869"/>
            <a:ext cx="2715650" cy="437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Arial"/>
              <a:buNone/>
              <a:defRPr sz="25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49" name="Google Shape;649;p125"/>
          <p:cNvSpPr txBox="1">
            <a:spLocks noGrp="1"/>
          </p:cNvSpPr>
          <p:nvPr>
            <p:ph type="body" idx="4"/>
          </p:nvPr>
        </p:nvSpPr>
        <p:spPr>
          <a:xfrm>
            <a:off x="8267063" y="2845869"/>
            <a:ext cx="2715650" cy="437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Arial"/>
              <a:buNone/>
              <a:defRPr sz="25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50" name="Google Shape;650;p125"/>
          <p:cNvSpPr txBox="1">
            <a:spLocks noGrp="1"/>
          </p:cNvSpPr>
          <p:nvPr>
            <p:ph type="body" idx="5"/>
          </p:nvPr>
        </p:nvSpPr>
        <p:spPr>
          <a:xfrm>
            <a:off x="932426" y="3634439"/>
            <a:ext cx="2982350" cy="11185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sz="11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51" name="Google Shape;651;p125"/>
          <p:cNvSpPr txBox="1">
            <a:spLocks noGrp="1"/>
          </p:cNvSpPr>
          <p:nvPr>
            <p:ph type="body" idx="6"/>
          </p:nvPr>
        </p:nvSpPr>
        <p:spPr>
          <a:xfrm>
            <a:off x="4599744" y="3634439"/>
            <a:ext cx="2982350" cy="11185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sz="11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52" name="Google Shape;652;p125"/>
          <p:cNvSpPr txBox="1">
            <a:spLocks noGrp="1"/>
          </p:cNvSpPr>
          <p:nvPr>
            <p:ph type="body" idx="7"/>
          </p:nvPr>
        </p:nvSpPr>
        <p:spPr>
          <a:xfrm>
            <a:off x="8267062" y="3634439"/>
            <a:ext cx="2982350" cy="11185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sz="11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53" name="Google Shape;653;p125"/>
          <p:cNvSpPr txBox="1">
            <a:spLocks noGrp="1"/>
          </p:cNvSpPr>
          <p:nvPr>
            <p:ph type="body" idx="8"/>
          </p:nvPr>
        </p:nvSpPr>
        <p:spPr>
          <a:xfrm>
            <a:off x="1936750" y="6473707"/>
            <a:ext cx="4673600" cy="207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4"/>
              </a:buClr>
              <a:buSzPts val="750"/>
              <a:buFont typeface="Arial"/>
              <a:buNone/>
              <a:defRPr sz="75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54" name="Google Shape;654;p125"/>
          <p:cNvSpPr txBox="1">
            <a:spLocks noGrp="1"/>
          </p:cNvSpPr>
          <p:nvPr>
            <p:ph type="body" idx="9"/>
          </p:nvPr>
        </p:nvSpPr>
        <p:spPr>
          <a:xfrm>
            <a:off x="10131490" y="6473707"/>
            <a:ext cx="1897527" cy="207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4"/>
              </a:buClr>
              <a:buSzPts val="750"/>
              <a:buFont typeface="Arial"/>
              <a:buNone/>
              <a:defRPr sz="75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End 04">
  <p:cSld name="1_End 04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7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5" name="Google Shape;725;p135"/>
          <p:cNvSpPr txBox="1">
            <a:spLocks noGrp="1"/>
          </p:cNvSpPr>
          <p:nvPr>
            <p:ph type="body" idx="1"/>
          </p:nvPr>
        </p:nvSpPr>
        <p:spPr>
          <a:xfrm>
            <a:off x="152400" y="2535723"/>
            <a:ext cx="6454912" cy="19008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pic>
        <p:nvPicPr>
          <p:cNvPr id="726" name="Google Shape;726;p135"/>
          <p:cNvPicPr preferRelativeResize="0"/>
          <p:nvPr/>
        </p:nvPicPr>
        <p:blipFill rotWithShape="1">
          <a:blip r:embed="rId3">
            <a:alphaModFix/>
          </a:blip>
          <a:srcRect l="34687" r="-126"/>
          <a:stretch/>
        </p:blipFill>
        <p:spPr>
          <a:xfrm>
            <a:off x="253264" y="5803209"/>
            <a:ext cx="2076781" cy="843722"/>
          </a:xfrm>
          <a:prstGeom prst="rect">
            <a:avLst/>
          </a:prstGeom>
          <a:noFill/>
          <a:ln>
            <a:noFill/>
          </a:ln>
        </p:spPr>
      </p:pic>
      <p:pic>
        <p:nvPicPr>
          <p:cNvPr id="727" name="Google Shape;727;p13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189252" y="260626"/>
            <a:ext cx="752060" cy="752060"/>
          </a:xfrm>
          <a:prstGeom prst="rect">
            <a:avLst/>
          </a:prstGeom>
          <a:noFill/>
          <a:ln>
            <a:noFill/>
          </a:ln>
        </p:spPr>
      </p:pic>
      <p:sp>
        <p:nvSpPr>
          <p:cNvPr id="728" name="Google Shape;728;p135"/>
          <p:cNvSpPr txBox="1"/>
          <p:nvPr/>
        </p:nvSpPr>
        <p:spPr>
          <a:xfrm>
            <a:off x="10932796" y="6344117"/>
            <a:ext cx="1173480" cy="3277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9278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de-DE" sz="97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FIND OUT MORE AT DATA.4TU.NL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+ 1 column" type="tx">
  <p:cSld name="Title + 1 column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 txBox="1">
            <a:spLocks noGrp="1"/>
          </p:cNvSpPr>
          <p:nvPr>
            <p:ph type="title"/>
          </p:nvPr>
        </p:nvSpPr>
        <p:spPr>
          <a:xfrm>
            <a:off x="659300" y="995600"/>
            <a:ext cx="10904000" cy="4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15"/>
          <p:cNvSpPr txBox="1">
            <a:spLocks noGrp="1"/>
          </p:cNvSpPr>
          <p:nvPr>
            <p:ph type="body" idx="1"/>
          </p:nvPr>
        </p:nvSpPr>
        <p:spPr>
          <a:xfrm>
            <a:off x="689033" y="2008467"/>
            <a:ext cx="10831200" cy="404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29100"/>
              </a:buClr>
              <a:buSzPts val="1000"/>
              <a:buChar char="⬥"/>
              <a:defRPr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F29100"/>
              </a:buClr>
              <a:buSzPts val="1000"/>
              <a:buChar char="–"/>
              <a:defRPr/>
            </a:lvl2pPr>
            <a:lvl3pPr marL="1371600" lvl="2" indent="-2921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F29100"/>
              </a:buClr>
              <a:buSzPts val="1000"/>
              <a:buChar char="⬩"/>
              <a:defRPr/>
            </a:lvl3pPr>
            <a:lvl4pPr marL="1828800" lvl="3" indent="-2921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F29100"/>
              </a:buClr>
              <a:buSzPts val="1000"/>
              <a:buChar char="●"/>
              <a:defRPr/>
            </a:lvl4pPr>
            <a:lvl5pPr marL="2286000" lvl="4" indent="-2921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F29100"/>
              </a:buClr>
              <a:buSzPts val="1000"/>
              <a:buChar char="○"/>
              <a:defRPr/>
            </a:lvl5pPr>
            <a:lvl6pPr marL="2743200" lvl="5" indent="-2921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F29100"/>
              </a:buClr>
              <a:buSzPts val="1000"/>
              <a:buChar char="■"/>
              <a:defRPr/>
            </a:lvl6pPr>
            <a:lvl7pPr marL="3200400" lvl="6" indent="-2921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F29100"/>
              </a:buClr>
              <a:buSzPts val="1000"/>
              <a:buChar char="●"/>
              <a:defRPr/>
            </a:lvl7pPr>
            <a:lvl8pPr marL="3657600" lvl="7" indent="-2921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F29100"/>
              </a:buClr>
              <a:buSzPts val="1000"/>
              <a:buChar char="○"/>
              <a:defRPr/>
            </a:lvl8pPr>
            <a:lvl9pPr marL="4114800" lvl="8" indent="-2921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29100"/>
              </a:buClr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95" name="Google Shape;95;p15"/>
          <p:cNvSpPr txBox="1">
            <a:spLocks noGrp="1"/>
          </p:cNvSpPr>
          <p:nvPr>
            <p:ph type="sldNum" idx="12"/>
          </p:nvPr>
        </p:nvSpPr>
        <p:spPr>
          <a:xfrm>
            <a:off x="11520233" y="377733"/>
            <a:ext cx="468400" cy="1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96" name="Google Shape;96;p15"/>
          <p:cNvSpPr txBox="1">
            <a:spLocks noGrp="1"/>
          </p:cNvSpPr>
          <p:nvPr>
            <p:ph type="title" idx="2"/>
          </p:nvPr>
        </p:nvSpPr>
        <p:spPr>
          <a:xfrm>
            <a:off x="689033" y="377733"/>
            <a:ext cx="10660000" cy="1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97" name="Google Shape;97;p15"/>
          <p:cNvSpPr txBox="1">
            <a:spLocks noGrp="1"/>
          </p:cNvSpPr>
          <p:nvPr>
            <p:ph type="subTitle" idx="3"/>
          </p:nvPr>
        </p:nvSpPr>
        <p:spPr>
          <a:xfrm>
            <a:off x="689033" y="1498533"/>
            <a:ext cx="10852400" cy="22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"/>
              <a:buNone/>
              <a:defRPr b="1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400"/>
              <a:buNone/>
              <a:defRPr/>
            </a:lvl2pPr>
            <a:lvl3pPr lvl="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00"/>
              <a:buNone/>
              <a:defRPr/>
            </a:lvl3pPr>
            <a:lvl4pPr lvl="3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00"/>
              <a:buNone/>
              <a:defRPr/>
            </a:lvl4pPr>
            <a:lvl5pPr lvl="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00"/>
              <a:buNone/>
              <a:defRPr/>
            </a:lvl5pPr>
            <a:lvl6pPr lvl="5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00"/>
              <a:buNone/>
              <a:defRPr/>
            </a:lvl6pPr>
            <a:lvl7pPr lvl="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00"/>
              <a:buNone/>
              <a:defRPr/>
            </a:lvl7pPr>
            <a:lvl8pPr lvl="7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00"/>
              <a:buNone/>
              <a:defRPr/>
            </a:lvl8pPr>
            <a:lvl9pPr lvl="8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0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328790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0" name="Google Shape;570;p120"/>
          <p:cNvSpPr txBox="1"/>
          <p:nvPr/>
        </p:nvSpPr>
        <p:spPr>
          <a:xfrm>
            <a:off x="163758" y="6463552"/>
            <a:ext cx="1188792" cy="207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sz="750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rPr>
              <a:t>4TU.RESEARCH DATA</a:t>
            </a:r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708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718" r:id="rId1"/>
    <p:sldLayoutId id="2147483719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3.xml"/><Relationship Id="rId1" Type="http://schemas.openxmlformats.org/officeDocument/2006/relationships/themeOverride" Target="../theme/themeOverride1.xml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jp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hyperlink" Target="https://hackmd.io/@0Gb1si3JS7ebf7pZDO7CqQ/HJCeLZTNbl" TargetMode="External"/><Relationship Id="rId3" Type="http://schemas.openxmlformats.org/officeDocument/2006/relationships/image" Target="../media/image6.png"/><Relationship Id="rId7" Type="http://schemas.openxmlformats.org/officeDocument/2006/relationships/hyperlink" Target="https://data.4tu.nl/v2/articles%20|%20jq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data.4tu.nl/v2/articles" TargetMode="External"/><Relationship Id="rId5" Type="http://schemas.openxmlformats.org/officeDocument/2006/relationships/hyperlink" Target="endpoint" TargetMode="External"/><Relationship Id="rId4" Type="http://schemas.openxmlformats.org/officeDocument/2006/relationships/hyperlink" Target="https://data.4tu.nl/" TargetMode="External"/><Relationship Id="rId9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mu3ydfdkaczsgm3u7mbx2q.streamlit.app/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9lscwwsuhw2dkugffukt2t.streamlit.app/" TargetMode="External"/><Relationship Id="rId4" Type="http://schemas.openxmlformats.org/officeDocument/2006/relationships/hyperlink" Target="https://share.streamlit.io/" TargetMode="Externa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D06F429-B78C-19A0-6B13-5B6C4D4D92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51141" y="795038"/>
            <a:ext cx="9268044" cy="2633962"/>
          </a:xfrm>
        </p:spPr>
        <p:txBody>
          <a:bodyPr/>
          <a:lstStyle/>
          <a:p>
            <a:pPr algn="ctr"/>
            <a:r>
              <a:rPr lang="en-US" sz="4400" dirty="0"/>
              <a:t>A “reconciliation workflow” between Pure and 4TU.ResearchData</a:t>
            </a:r>
          </a:p>
          <a:p>
            <a:pPr algn="ctr"/>
            <a:r>
              <a:rPr lang="en-US" sz="2800" dirty="0"/>
              <a:t>(Using the API)</a:t>
            </a:r>
            <a:endParaRPr lang="nl-NL" sz="2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EDC426D-6B61-3B8B-C130-37C001CBE798}"/>
              </a:ext>
            </a:extLst>
          </p:cNvPr>
          <p:cNvSpPr txBox="1"/>
          <p:nvPr/>
        </p:nvSpPr>
        <p:spPr>
          <a:xfrm>
            <a:off x="3204318" y="3837541"/>
            <a:ext cx="573105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>
                    <a:lumMod val="95000"/>
                  </a:schemeClr>
                </a:solidFill>
              </a:rPr>
              <a:t>Identification of inconsistencies in </a:t>
            </a:r>
            <a:r>
              <a:rPr lang="en-US" b="1" dirty="0">
                <a:solidFill>
                  <a:schemeClr val="bg2">
                    <a:lumMod val="95000"/>
                  </a:schemeClr>
                </a:solidFill>
              </a:rPr>
              <a:t>dataset–publication relationships</a:t>
            </a:r>
          </a:p>
          <a:p>
            <a:r>
              <a:rPr lang="en-US" dirty="0">
                <a:solidFill>
                  <a:schemeClr val="bg2">
                    <a:lumMod val="95000"/>
                  </a:schemeClr>
                </a:solidFill>
              </a:rPr>
              <a:t> across both systems and generates actionable outputs for correction.</a:t>
            </a:r>
            <a:endParaRPr lang="nl-NL" sz="1800" dirty="0">
              <a:solidFill>
                <a:schemeClr val="bg2">
                  <a:lumMod val="95000"/>
                </a:schemeClr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5" name="Google Shape;1305;p56"/>
          <p:cNvSpPr txBox="1">
            <a:spLocks noGrp="1"/>
          </p:cNvSpPr>
          <p:nvPr>
            <p:ph type="body" idx="3"/>
          </p:nvPr>
        </p:nvSpPr>
        <p:spPr>
          <a:xfrm>
            <a:off x="4733367" y="5191923"/>
            <a:ext cx="3117792" cy="437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</a:pPr>
            <a:r>
              <a:rPr lang="de-DE" dirty="0"/>
              <a:t>Data Transformation</a:t>
            </a:r>
            <a:endParaRPr dirty="0"/>
          </a:p>
        </p:txBody>
      </p:sp>
      <p:sp>
        <p:nvSpPr>
          <p:cNvPr id="1307" name="Google Shape;1307;p56"/>
          <p:cNvSpPr txBox="1">
            <a:spLocks noGrp="1"/>
          </p:cNvSpPr>
          <p:nvPr>
            <p:ph type="body" idx="5"/>
          </p:nvPr>
        </p:nvSpPr>
        <p:spPr>
          <a:xfrm>
            <a:off x="120563" y="3596632"/>
            <a:ext cx="1975866" cy="437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/>
            <a:r>
              <a:rPr lang="en-US" sz="1800" dirty="0"/>
              <a:t>API request + </a:t>
            </a:r>
            <a:endParaRPr lang="nl-NL" sz="1800" dirty="0"/>
          </a:p>
        </p:txBody>
      </p:sp>
      <p:sp>
        <p:nvSpPr>
          <p:cNvPr id="1308" name="Google Shape;1308;p56"/>
          <p:cNvSpPr txBox="1">
            <a:spLocks noGrp="1"/>
          </p:cNvSpPr>
          <p:nvPr>
            <p:ph type="body" idx="6"/>
          </p:nvPr>
        </p:nvSpPr>
        <p:spPr>
          <a:xfrm>
            <a:off x="4599744" y="3634439"/>
            <a:ext cx="2982350" cy="11185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ctr"/>
            <a:r>
              <a:rPr lang="en-US" sz="1800" dirty="0"/>
              <a:t>Parsing the response with Python </a:t>
            </a:r>
            <a:endParaRPr lang="nl-NL" sz="1800" dirty="0"/>
          </a:p>
        </p:txBody>
      </p:sp>
      <p:sp>
        <p:nvSpPr>
          <p:cNvPr id="1309" name="Google Shape;1309;p56"/>
          <p:cNvSpPr txBox="1">
            <a:spLocks noGrp="1"/>
          </p:cNvSpPr>
          <p:nvPr>
            <p:ph type="body" idx="7"/>
          </p:nvPr>
        </p:nvSpPr>
        <p:spPr>
          <a:xfrm>
            <a:off x="8806557" y="3486572"/>
            <a:ext cx="2982350" cy="11185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/>
            <a:r>
              <a:rPr lang="en-US" sz="1800" dirty="0"/>
              <a:t>Presenting the info in the dashboard (</a:t>
            </a:r>
            <a:r>
              <a:rPr lang="en-US" sz="1800" dirty="0" err="1"/>
              <a:t>streamlit</a:t>
            </a:r>
            <a:r>
              <a:rPr lang="en-US" sz="1800" dirty="0"/>
              <a:t>)</a:t>
            </a:r>
            <a:endParaRPr lang="nl-NL" sz="1800" dirty="0"/>
          </a:p>
          <a:p>
            <a:pPr marL="0" lvl="0" indent="0" algn="l" rtl="0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</a:pPr>
            <a:endParaRPr sz="1800" dirty="0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8EBB7423-D25B-279C-C48D-B64511B91E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747818" y="392887"/>
            <a:ext cx="6454912" cy="1900853"/>
          </a:xfrm>
        </p:spPr>
        <p:txBody>
          <a:bodyPr/>
          <a:lstStyle/>
          <a:p>
            <a:pPr algn="ctr"/>
            <a:r>
              <a:rPr lang="en-US" sz="4800" dirty="0">
                <a:latin typeface="+mj-lt"/>
              </a:rPr>
              <a:t>Goals</a:t>
            </a:r>
            <a:endParaRPr lang="nl-NL" dirty="0">
              <a:latin typeface="+mj-lt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D142080-1110-B053-BD84-F2ED61F1F344}"/>
              </a:ext>
            </a:extLst>
          </p:cNvPr>
          <p:cNvSpPr txBox="1"/>
          <p:nvPr/>
        </p:nvSpPr>
        <p:spPr>
          <a:xfrm>
            <a:off x="552335" y="1666077"/>
            <a:ext cx="283310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2">
                    <a:lumMod val="95000"/>
                  </a:schemeClr>
                </a:solidFill>
              </a:rPr>
              <a:t>Detecting datasets where publication links are missing in Pure but exist in 4TU.RD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888C2FA-9BB9-DAAE-1FC6-B0D20382C864}"/>
              </a:ext>
            </a:extLst>
          </p:cNvPr>
          <p:cNvSpPr txBox="1"/>
          <p:nvPr/>
        </p:nvSpPr>
        <p:spPr>
          <a:xfrm>
            <a:off x="552335" y="2433200"/>
            <a:ext cx="283310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2">
                    <a:lumMod val="95000"/>
                  </a:schemeClr>
                </a:solidFill>
              </a:rPr>
              <a:t>Detecting datasets where publication links exists in Pure but are missing in 4TU.RD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9CF951D-FEC3-73EF-1529-D39F5758EF52}"/>
              </a:ext>
            </a:extLst>
          </p:cNvPr>
          <p:cNvSpPr txBox="1"/>
          <p:nvPr/>
        </p:nvSpPr>
        <p:spPr>
          <a:xfrm>
            <a:off x="4875709" y="2327240"/>
            <a:ext cx="28331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2">
                    <a:lumMod val="95000"/>
                  </a:schemeClr>
                </a:solidFill>
              </a:rPr>
              <a:t>Producing structured CSV outputs for manual validation</a:t>
            </a:r>
          </a:p>
        </p:txBody>
      </p:sp>
      <p:sp>
        <p:nvSpPr>
          <p:cNvPr id="10" name="Google Shape;1305;p56">
            <a:extLst>
              <a:ext uri="{FF2B5EF4-FFF2-40B4-BE49-F238E27FC236}">
                <a16:creationId xmlns:a16="http://schemas.microsoft.com/office/drawing/2014/main" id="{D339CA48-E70A-D425-D6AE-0E395EE728D0}"/>
              </a:ext>
            </a:extLst>
          </p:cNvPr>
          <p:cNvSpPr txBox="1">
            <a:spLocks/>
          </p:cNvSpPr>
          <p:nvPr/>
        </p:nvSpPr>
        <p:spPr>
          <a:xfrm>
            <a:off x="537533" y="5265436"/>
            <a:ext cx="3117792" cy="437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Arial"/>
              <a:buNone/>
              <a:defRPr sz="25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28600">
              <a:spcBef>
                <a:spcPts val="0"/>
              </a:spcBef>
            </a:pPr>
            <a:r>
              <a:rPr lang="de-DE" dirty="0"/>
              <a:t>Data Access</a:t>
            </a:r>
          </a:p>
        </p:txBody>
      </p:sp>
      <p:sp>
        <p:nvSpPr>
          <p:cNvPr id="21" name="Google Shape;1305;p56">
            <a:extLst>
              <a:ext uri="{FF2B5EF4-FFF2-40B4-BE49-F238E27FC236}">
                <a16:creationId xmlns:a16="http://schemas.microsoft.com/office/drawing/2014/main" id="{7CDB3E33-AAC8-9C72-EC40-E2CA6F2E8879}"/>
              </a:ext>
            </a:extLst>
          </p:cNvPr>
          <p:cNvSpPr txBox="1">
            <a:spLocks/>
          </p:cNvSpPr>
          <p:nvPr/>
        </p:nvSpPr>
        <p:spPr>
          <a:xfrm>
            <a:off x="8806557" y="5191923"/>
            <a:ext cx="3117792" cy="437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Arial"/>
              <a:buNone/>
              <a:defRPr sz="25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28600">
              <a:spcBef>
                <a:spcPts val="0"/>
              </a:spcBef>
            </a:pPr>
            <a:r>
              <a:rPr lang="de-DE" dirty="0"/>
              <a:t>Data </a:t>
            </a:r>
            <a:r>
              <a:rPr lang="de-DE" dirty="0" err="1"/>
              <a:t>Visualization</a:t>
            </a:r>
            <a:endParaRPr lang="de-DE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A3CAD46D-A8E3-8B7B-E716-474C785534BC}"/>
              </a:ext>
            </a:extLst>
          </p:cNvPr>
          <p:cNvCxnSpPr>
            <a:cxnSpLocks/>
          </p:cNvCxnSpPr>
          <p:nvPr/>
        </p:nvCxnSpPr>
        <p:spPr>
          <a:xfrm>
            <a:off x="8419169" y="1226634"/>
            <a:ext cx="0" cy="5185317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Google Shape;1305;p56">
            <a:extLst>
              <a:ext uri="{FF2B5EF4-FFF2-40B4-BE49-F238E27FC236}">
                <a16:creationId xmlns:a16="http://schemas.microsoft.com/office/drawing/2014/main" id="{A14DE39B-624F-DCC7-F8FD-19CE6FB80B44}"/>
              </a:ext>
            </a:extLst>
          </p:cNvPr>
          <p:cNvSpPr txBox="1">
            <a:spLocks/>
          </p:cNvSpPr>
          <p:nvPr/>
        </p:nvSpPr>
        <p:spPr>
          <a:xfrm>
            <a:off x="1842471" y="3677931"/>
            <a:ext cx="2757273" cy="437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Arial"/>
              <a:buNone/>
              <a:defRPr sz="25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28600">
              <a:spcBef>
                <a:spcPts val="0"/>
              </a:spcBef>
            </a:pPr>
            <a:r>
              <a:rPr lang="de-DE" sz="1800" dirty="0"/>
              <a:t>Databases reconciliation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9">
          <a:extLst>
            <a:ext uri="{FF2B5EF4-FFF2-40B4-BE49-F238E27FC236}">
              <a16:creationId xmlns:a16="http://schemas.microsoft.com/office/drawing/2014/main" id="{20D34C64-2465-217A-C2C3-AD542B687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DD56714-246F-47FE-8505-7E0EFE55D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842390" y="350084"/>
            <a:ext cx="2621708" cy="2114336"/>
          </a:xfrm>
        </p:spPr>
        <p:txBody>
          <a:bodyPr/>
          <a:lstStyle/>
          <a:p>
            <a:r>
              <a:rPr lang="en-US" sz="4000" dirty="0"/>
              <a:t>Case 1</a:t>
            </a:r>
          </a:p>
          <a:p>
            <a:r>
              <a:rPr lang="en-US" sz="4000" dirty="0"/>
              <a:t>Flowchart</a:t>
            </a:r>
            <a:endParaRPr lang="nl-NL" sz="400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486321D4-D0FB-3C9B-DE8A-CE432363434F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6660999" y="172844"/>
            <a:ext cx="1981198" cy="6512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69332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9">
          <a:extLst>
            <a:ext uri="{FF2B5EF4-FFF2-40B4-BE49-F238E27FC236}">
              <a16:creationId xmlns:a16="http://schemas.microsoft.com/office/drawing/2014/main" id="{D165C4BD-427F-53E0-AB62-F9EC17A563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B39196C-BCD2-E6CF-EE3F-08564E88DC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842390" y="350084"/>
            <a:ext cx="2621708" cy="2114336"/>
          </a:xfrm>
        </p:spPr>
        <p:txBody>
          <a:bodyPr/>
          <a:lstStyle/>
          <a:p>
            <a:r>
              <a:rPr lang="en-US" sz="4000" dirty="0"/>
              <a:t>Case 2</a:t>
            </a:r>
          </a:p>
          <a:p>
            <a:r>
              <a:rPr lang="en-US" sz="4000" dirty="0"/>
              <a:t>Flowchart</a:t>
            </a:r>
            <a:endParaRPr lang="nl-NL" sz="400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BAA75B2-F04D-FD03-091F-0306E58416D9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6646184" y="199722"/>
            <a:ext cx="1862196" cy="64585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07966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57">
          <a:extLst>
            <a:ext uri="{FF2B5EF4-FFF2-40B4-BE49-F238E27FC236}">
              <a16:creationId xmlns:a16="http://schemas.microsoft.com/office/drawing/2014/main" id="{F740486C-664F-35CF-62D9-EA5ED67F1F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5">
            <a:extLst>
              <a:ext uri="{FF2B5EF4-FFF2-40B4-BE49-F238E27FC236}">
                <a16:creationId xmlns:a16="http://schemas.microsoft.com/office/drawing/2014/main" id="{11BAC34D-5C85-AE03-8A29-8BCC26C206AA}"/>
              </a:ext>
            </a:extLst>
          </p:cNvPr>
          <p:cNvSpPr/>
          <p:nvPr/>
        </p:nvSpPr>
        <p:spPr>
          <a:xfrm>
            <a:off x="5173177" y="1551370"/>
            <a:ext cx="6096000" cy="40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endParaRPr sz="1400">
              <a:solidFill>
                <a:srgbClr val="00000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59" name="Google Shape;159;p25">
            <a:extLst>
              <a:ext uri="{FF2B5EF4-FFF2-40B4-BE49-F238E27FC236}">
                <a16:creationId xmlns:a16="http://schemas.microsoft.com/office/drawing/2014/main" id="{9393A648-FCDC-8011-7E51-8D8CCC2F752B}"/>
              </a:ext>
            </a:extLst>
          </p:cNvPr>
          <p:cNvSpPr txBox="1"/>
          <p:nvPr/>
        </p:nvSpPr>
        <p:spPr>
          <a:xfrm>
            <a:off x="3833085" y="1084369"/>
            <a:ext cx="4080600" cy="769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n-GB" sz="4400" dirty="0">
                <a:solidFill>
                  <a:schemeClr val="bg2">
                    <a:lumMod val="95000"/>
                  </a:schemeClr>
                </a:solidFill>
                <a:latin typeface="+mj-lt"/>
                <a:sym typeface="Caveat"/>
              </a:rPr>
              <a:t>Schedule</a:t>
            </a:r>
            <a:endParaRPr dirty="0">
              <a:solidFill>
                <a:schemeClr val="bg2">
                  <a:lumMod val="95000"/>
                </a:schemeClr>
              </a:solidFill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A0271C0D-75F3-D8D0-4D58-AD5CB36335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7124018"/>
              </p:ext>
            </p:extLst>
          </p:nvPr>
        </p:nvGraphicFramePr>
        <p:xfrm>
          <a:off x="1176528" y="2489486"/>
          <a:ext cx="7010400" cy="3749040"/>
        </p:xfrm>
        <a:graphic>
          <a:graphicData uri="http://schemas.openxmlformats.org/drawingml/2006/table">
            <a:tbl>
              <a:tblPr/>
              <a:tblGrid>
                <a:gridCol w="3505200">
                  <a:extLst>
                    <a:ext uri="{9D8B030D-6E8A-4147-A177-3AD203B41FA5}">
                      <a16:colId xmlns:a16="http://schemas.microsoft.com/office/drawing/2014/main" val="344886148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167809405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b="1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Activity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Time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72315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Intro to APIs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09:30- 10:00</a:t>
                      </a:r>
                      <a:endParaRPr lang="nl-NL" sz="1600" dirty="0">
                        <a:solidFill>
                          <a:schemeClr val="bg2">
                            <a:lumMod val="85000"/>
                          </a:schemeClr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01102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Build the simplest dashboard (live code)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10:00 – 10:25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38099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Try a script with more features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10:25 – 10:45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48094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b="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Break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10:45 – 10:55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81733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b="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Tweak exercises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10:55 – 11:30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79543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Try a different example (with more features)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11:30 – 11:55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07401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Deploy your dashboard using GitHub + </a:t>
                      </a:r>
                      <a:r>
                        <a:rPr lang="en-US" sz="1600" b="0" dirty="0" err="1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Streamlit</a:t>
                      </a:r>
                      <a:r>
                        <a:rPr lang="en-US" sz="1600" b="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 Cloud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11:55 – 12:20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06669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b="0" dirty="0" err="1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Wrap</a:t>
                      </a:r>
                      <a:r>
                        <a:rPr lang="nl-NL" sz="1600" b="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 up </a:t>
                      </a:r>
                      <a:r>
                        <a:rPr lang="nl-NL" sz="1600" b="0" dirty="0" err="1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and</a:t>
                      </a:r>
                      <a:r>
                        <a:rPr lang="nl-NL" sz="1600" b="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 </a:t>
                      </a:r>
                      <a:r>
                        <a:rPr lang="nl-NL" sz="1600" b="0" dirty="0" err="1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questions</a:t>
                      </a:r>
                      <a:endParaRPr lang="nl-NL" sz="1600" b="0" dirty="0">
                        <a:solidFill>
                          <a:schemeClr val="bg2">
                            <a:lumMod val="85000"/>
                          </a:schemeClr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12:20 – 12:30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76293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040988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4">
            <a:alphaModFix/>
          </a:blip>
          <a:stretch>
            <a:fillRect/>
          </a:stretch>
        </a:blipFill>
        <a:effectLst/>
      </p:bgPr>
    </p:bg>
    <p:spTree>
      <p:nvGrpSpPr>
        <p:cNvPr id="1" name="Shape 157">
          <a:extLst>
            <a:ext uri="{FF2B5EF4-FFF2-40B4-BE49-F238E27FC236}">
              <a16:creationId xmlns:a16="http://schemas.microsoft.com/office/drawing/2014/main" id="{CA861A8D-9F11-BA08-CBEF-C29794739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5">
            <a:extLst>
              <a:ext uri="{FF2B5EF4-FFF2-40B4-BE49-F238E27FC236}">
                <a16:creationId xmlns:a16="http://schemas.microsoft.com/office/drawing/2014/main" id="{B907C9CA-6D61-C6AA-37DE-4C5F493AA22C}"/>
              </a:ext>
            </a:extLst>
          </p:cNvPr>
          <p:cNvSpPr/>
          <p:nvPr/>
        </p:nvSpPr>
        <p:spPr>
          <a:xfrm>
            <a:off x="5173177" y="1551370"/>
            <a:ext cx="6096000" cy="40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endParaRPr sz="1400">
              <a:solidFill>
                <a:srgbClr val="00000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59" name="Google Shape;159;p25">
            <a:extLst>
              <a:ext uri="{FF2B5EF4-FFF2-40B4-BE49-F238E27FC236}">
                <a16:creationId xmlns:a16="http://schemas.microsoft.com/office/drawing/2014/main" id="{3A702663-8D72-667B-6285-1F55220F9EAE}"/>
              </a:ext>
            </a:extLst>
          </p:cNvPr>
          <p:cNvSpPr txBox="1"/>
          <p:nvPr/>
        </p:nvSpPr>
        <p:spPr>
          <a:xfrm>
            <a:off x="922823" y="2719205"/>
            <a:ext cx="4560885" cy="1569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n-GB" sz="4800" dirty="0">
                <a:solidFill>
                  <a:schemeClr val="lt1"/>
                </a:solidFill>
                <a:sym typeface="Caveat"/>
              </a:rPr>
              <a:t>Introduction to APIs</a:t>
            </a:r>
            <a:endParaRPr sz="4800" dirty="0">
              <a:solidFill>
                <a:schemeClr val="lt1"/>
              </a:solidFill>
            </a:endParaRPr>
          </a:p>
        </p:txBody>
      </p:sp>
      <p:sp>
        <p:nvSpPr>
          <p:cNvPr id="160" name="Google Shape;160;p25">
            <a:extLst>
              <a:ext uri="{FF2B5EF4-FFF2-40B4-BE49-F238E27FC236}">
                <a16:creationId xmlns:a16="http://schemas.microsoft.com/office/drawing/2014/main" id="{9A46D1E4-7000-4AA1-1909-FEBDE4FA0883}"/>
              </a:ext>
            </a:extLst>
          </p:cNvPr>
          <p:cNvSpPr/>
          <p:nvPr/>
        </p:nvSpPr>
        <p:spPr>
          <a:xfrm>
            <a:off x="-822968" y="311240"/>
            <a:ext cx="7204800" cy="7297200"/>
          </a:xfrm>
          <a:prstGeom prst="blockArc">
            <a:avLst>
              <a:gd name="adj1" fmla="val 17060839"/>
              <a:gd name="adj2" fmla="val 6939771"/>
              <a:gd name="adj3" fmla="val 0"/>
            </a:avLst>
          </a:prstGeom>
          <a:solidFill>
            <a:srgbClr val="F39000"/>
          </a:solidFill>
          <a:ln w="38100" cap="flat" cmpd="sng">
            <a:solidFill>
              <a:srgbClr val="FFC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buClr>
                <a:srgbClr val="000000"/>
              </a:buClr>
              <a:buSzPts val="1867"/>
            </a:pPr>
            <a:endParaRPr sz="1867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grpSp>
        <p:nvGrpSpPr>
          <p:cNvPr id="161" name="Google Shape;161;p25">
            <a:extLst>
              <a:ext uri="{FF2B5EF4-FFF2-40B4-BE49-F238E27FC236}">
                <a16:creationId xmlns:a16="http://schemas.microsoft.com/office/drawing/2014/main" id="{6F6E449A-319B-8760-BB0E-5DFD3DA57266}"/>
              </a:ext>
            </a:extLst>
          </p:cNvPr>
          <p:cNvGrpSpPr/>
          <p:nvPr/>
        </p:nvGrpSpPr>
        <p:grpSpPr>
          <a:xfrm>
            <a:off x="5240598" y="1266674"/>
            <a:ext cx="5236710" cy="720000"/>
            <a:chOff x="3716598" y="409424"/>
            <a:chExt cx="5236710" cy="720000"/>
          </a:xfrm>
        </p:grpSpPr>
        <p:sp>
          <p:nvSpPr>
            <p:cNvPr id="162" name="Google Shape;162;p25">
              <a:extLst>
                <a:ext uri="{FF2B5EF4-FFF2-40B4-BE49-F238E27FC236}">
                  <a16:creationId xmlns:a16="http://schemas.microsoft.com/office/drawing/2014/main" id="{306949F5-CC21-BF30-BCE7-5BCAFC9AAF7F}"/>
                </a:ext>
              </a:extLst>
            </p:cNvPr>
            <p:cNvSpPr/>
            <p:nvPr/>
          </p:nvSpPr>
          <p:spPr>
            <a:xfrm>
              <a:off x="4113708" y="457435"/>
              <a:ext cx="4839600" cy="637500"/>
            </a:xfrm>
            <a:prstGeom prst="roundRect">
              <a:avLst>
                <a:gd name="adj" fmla="val 16667"/>
              </a:avLst>
            </a:prstGeom>
            <a:solidFill>
              <a:srgbClr val="F39000">
                <a:alpha val="69410"/>
              </a:srgbClr>
            </a:solidFill>
            <a:ln>
              <a:noFill/>
            </a:ln>
          </p:spPr>
          <p:txBody>
            <a:bodyPr spcFirstLastPara="1" wrap="square" lIns="661675" tIns="115125" rIns="115125" bIns="115125" anchor="ctr" anchorCtr="0"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en-GB" sz="1900" dirty="0">
                  <a:solidFill>
                    <a:schemeClr val="dk1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What are APIs</a:t>
              </a:r>
              <a:endParaRPr sz="1900" dirty="0">
                <a:ea typeface="Arial"/>
                <a:cs typeface="Arial"/>
                <a:sym typeface="Arial"/>
              </a:endParaRPr>
            </a:p>
          </p:txBody>
        </p:sp>
        <p:sp>
          <p:nvSpPr>
            <p:cNvPr id="163" name="Google Shape;163;p25">
              <a:extLst>
                <a:ext uri="{FF2B5EF4-FFF2-40B4-BE49-F238E27FC236}">
                  <a16:creationId xmlns:a16="http://schemas.microsoft.com/office/drawing/2014/main" id="{3FBBA6ED-6C45-9FF0-B0CE-A6B5757CD5BA}"/>
                </a:ext>
              </a:extLst>
            </p:cNvPr>
            <p:cNvSpPr/>
            <p:nvPr/>
          </p:nvSpPr>
          <p:spPr>
            <a:xfrm>
              <a:off x="3716598" y="409424"/>
              <a:ext cx="750600" cy="720000"/>
            </a:xfrm>
            <a:prstGeom prst="ellipse">
              <a:avLst/>
            </a:prstGeom>
            <a:solidFill>
              <a:srgbClr val="FAE2D5"/>
            </a:solidFill>
            <a:ln w="25400" cap="flat" cmpd="sng">
              <a:solidFill>
                <a:srgbClr val="F39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64" name="Google Shape;164;p25">
              <a:extLst>
                <a:ext uri="{FF2B5EF4-FFF2-40B4-BE49-F238E27FC236}">
                  <a16:creationId xmlns:a16="http://schemas.microsoft.com/office/drawing/2014/main" id="{7299CAED-1B44-FB53-FC70-2516016DAF81}"/>
                </a:ext>
              </a:extLst>
            </p:cNvPr>
            <p:cNvSpPr txBox="1"/>
            <p:nvPr/>
          </p:nvSpPr>
          <p:spPr>
            <a:xfrm>
              <a:off x="3804300" y="538591"/>
              <a:ext cx="5955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buClr>
                  <a:srgbClr val="000000"/>
                </a:buClr>
                <a:buSzPts val="2400"/>
              </a:pPr>
              <a:r>
                <a:rPr lang="en-GB" sz="2400" b="1">
                  <a:solidFill>
                    <a:schemeClr val="dk1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01</a:t>
              </a:r>
              <a:endParaRPr sz="1100" b="1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endParaRP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E3EA61EE-268B-413E-8D2A-9B533687071B}"/>
              </a:ext>
            </a:extLst>
          </p:cNvPr>
          <p:cNvSpPr txBox="1"/>
          <p:nvPr/>
        </p:nvSpPr>
        <p:spPr>
          <a:xfrm>
            <a:off x="6640253" y="2444308"/>
            <a:ext cx="48396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/>
            </a:pP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API (Application Programming Interface):</a:t>
            </a:r>
          </a:p>
          <a:p>
            <a:pPr algn="l">
              <a:defRPr sz="2000"/>
            </a:pPr>
            <a:endParaRPr lang="nl-NL" dirty="0">
              <a:solidFill>
                <a:schemeClr val="bg2">
                  <a:lumMod val="85000"/>
                </a:schemeClr>
              </a:solidFill>
            </a:endParaRPr>
          </a:p>
          <a:p>
            <a:pPr algn="l">
              <a:defRPr sz="2000"/>
            </a:pP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- A bridge </a:t>
            </a:r>
            <a:r>
              <a:rPr lang="nl-NL" dirty="0" err="1">
                <a:solidFill>
                  <a:schemeClr val="bg2">
                    <a:lumMod val="85000"/>
                  </a:schemeClr>
                </a:solidFill>
              </a:rPr>
              <a:t>that</a:t>
            </a: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 </a:t>
            </a:r>
            <a:r>
              <a:rPr lang="nl-NL" dirty="0" err="1">
                <a:solidFill>
                  <a:schemeClr val="bg2">
                    <a:lumMod val="85000"/>
                  </a:schemeClr>
                </a:solidFill>
              </a:rPr>
              <a:t>allows</a:t>
            </a: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 different software systems </a:t>
            </a:r>
            <a:r>
              <a:rPr lang="nl-NL" dirty="0" err="1">
                <a:solidFill>
                  <a:schemeClr val="bg2">
                    <a:lumMod val="85000"/>
                  </a:schemeClr>
                </a:solidFill>
              </a:rPr>
              <a:t>to</a:t>
            </a: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 </a:t>
            </a:r>
            <a:r>
              <a:rPr lang="nl-NL" dirty="0" err="1">
                <a:solidFill>
                  <a:schemeClr val="bg2">
                    <a:lumMod val="85000"/>
                  </a:schemeClr>
                </a:solidFill>
              </a:rPr>
              <a:t>communicate</a:t>
            </a: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.</a:t>
            </a:r>
          </a:p>
          <a:p>
            <a:pPr marL="457200" indent="-457200" algn="l">
              <a:buAutoNum type="arabicPeriod"/>
              <a:defRPr sz="2000"/>
            </a:pPr>
            <a:endParaRPr lang="nl-NL" dirty="0">
              <a:solidFill>
                <a:schemeClr val="bg2">
                  <a:lumMod val="85000"/>
                </a:schemeClr>
              </a:solidFill>
            </a:endParaRPr>
          </a:p>
          <a:p>
            <a:pPr algn="l">
              <a:defRPr sz="2000"/>
            </a:pPr>
            <a:endParaRPr lang="nl-NL" dirty="0">
              <a:solidFill>
                <a:schemeClr val="bg2">
                  <a:lumMod val="85000"/>
                </a:schemeClr>
              </a:solidFill>
            </a:endParaRPr>
          </a:p>
          <a:p>
            <a:pPr algn="l">
              <a:defRPr sz="2000"/>
            </a:pP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- </a:t>
            </a:r>
            <a:r>
              <a:rPr lang="nl-NL" dirty="0" err="1">
                <a:solidFill>
                  <a:schemeClr val="bg2">
                    <a:lumMod val="85000"/>
                  </a:schemeClr>
                </a:solidFill>
              </a:rPr>
              <a:t>APIs</a:t>
            </a: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 </a:t>
            </a:r>
            <a:r>
              <a:rPr lang="nl-NL" dirty="0" err="1">
                <a:solidFill>
                  <a:schemeClr val="bg2">
                    <a:lumMod val="85000"/>
                  </a:schemeClr>
                </a:solidFill>
              </a:rPr>
              <a:t>define</a:t>
            </a: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 </a:t>
            </a:r>
            <a:r>
              <a:rPr lang="nl-NL" dirty="0" err="1">
                <a:solidFill>
                  <a:schemeClr val="bg2">
                    <a:lumMod val="85000"/>
                  </a:schemeClr>
                </a:solidFill>
              </a:rPr>
              <a:t>how</a:t>
            </a: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 software </a:t>
            </a:r>
            <a:r>
              <a:rPr lang="nl-NL" dirty="0" err="1">
                <a:solidFill>
                  <a:schemeClr val="bg2">
                    <a:lumMod val="85000"/>
                  </a:schemeClr>
                </a:solidFill>
              </a:rPr>
              <a:t>components</a:t>
            </a: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 </a:t>
            </a:r>
            <a:r>
              <a:rPr lang="nl-NL" dirty="0" err="1">
                <a:solidFill>
                  <a:schemeClr val="bg2">
                    <a:lumMod val="85000"/>
                  </a:schemeClr>
                </a:solidFill>
              </a:rPr>
              <a:t>interact</a:t>
            </a: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.</a:t>
            </a:r>
          </a:p>
          <a:p>
            <a:pPr algn="l">
              <a:defRPr sz="2000"/>
            </a:pPr>
            <a:endParaRPr lang="nl-NL" dirty="0">
              <a:solidFill>
                <a:schemeClr val="bg2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54315605"/>
      </p:ext>
    </p:extLst>
  </p:cSld>
  <p:clrMapOvr>
    <a:overrideClrMapping bg1="lt1" tx1="dk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A person standing in front of a gear with a wrench and a sign&#10;&#10;AI-generated content may be incorrect.">
            <a:extLst>
              <a:ext uri="{FF2B5EF4-FFF2-40B4-BE49-F238E27FC236}">
                <a16:creationId xmlns:a16="http://schemas.microsoft.com/office/drawing/2014/main" id="{F2ACEE55-EF21-302E-50AE-3E850667E6F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0000"/>
          <a:stretch>
            <a:fillRect/>
          </a:stretch>
        </p:blipFill>
        <p:spPr bwMode="auto">
          <a:xfrm>
            <a:off x="643467" y="866309"/>
            <a:ext cx="10905066" cy="25626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A person standing in front of a gear with a wrench and a sign&#10;&#10;AI-generated content may be incorrect.">
            <a:extLst>
              <a:ext uri="{FF2B5EF4-FFF2-40B4-BE49-F238E27FC236}">
                <a16:creationId xmlns:a16="http://schemas.microsoft.com/office/drawing/2014/main" id="{83DD2B20-659C-40CF-2241-204754E4829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0000"/>
          <a:stretch>
            <a:fillRect/>
          </a:stretch>
        </p:blipFill>
        <p:spPr bwMode="auto">
          <a:xfrm>
            <a:off x="643467" y="3725729"/>
            <a:ext cx="10905066" cy="25626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534B15A-64AD-21EF-D91A-2BC62D20F483}"/>
              </a:ext>
            </a:extLst>
          </p:cNvPr>
          <p:cNvSpPr txBox="1"/>
          <p:nvPr/>
        </p:nvSpPr>
        <p:spPr>
          <a:xfrm>
            <a:off x="1896220" y="886752"/>
            <a:ext cx="7355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Client</a:t>
            </a:r>
            <a:endParaRPr lang="nl-NL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EFF4913-CA48-40F6-93D3-C4D85126E835}"/>
              </a:ext>
            </a:extLst>
          </p:cNvPr>
          <p:cNvSpPr txBox="1"/>
          <p:nvPr/>
        </p:nvSpPr>
        <p:spPr>
          <a:xfrm>
            <a:off x="9807165" y="891431"/>
            <a:ext cx="7969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Server</a:t>
            </a:r>
            <a:endParaRPr lang="nl-NL" b="1" dirty="0"/>
          </a:p>
        </p:txBody>
      </p:sp>
    </p:spTree>
    <p:extLst>
      <p:ext uri="{BB962C8B-B14F-4D97-AF65-F5344CB8AC3E}">
        <p14:creationId xmlns:p14="http://schemas.microsoft.com/office/powerpoint/2010/main" val="12003049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57">
          <a:extLst>
            <a:ext uri="{FF2B5EF4-FFF2-40B4-BE49-F238E27FC236}">
              <a16:creationId xmlns:a16="http://schemas.microsoft.com/office/drawing/2014/main" id="{4B9C214B-ACD9-E0BD-C430-85A1040A2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5">
            <a:extLst>
              <a:ext uri="{FF2B5EF4-FFF2-40B4-BE49-F238E27FC236}">
                <a16:creationId xmlns:a16="http://schemas.microsoft.com/office/drawing/2014/main" id="{28414D24-FA84-56AC-23B3-CCD16AFEA172}"/>
              </a:ext>
            </a:extLst>
          </p:cNvPr>
          <p:cNvSpPr/>
          <p:nvPr/>
        </p:nvSpPr>
        <p:spPr>
          <a:xfrm>
            <a:off x="5173177" y="1551370"/>
            <a:ext cx="6096000" cy="40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pic>
        <p:nvPicPr>
          <p:cNvPr id="3" name="Picture 2" descr="Espresso machine dispensing coffee">
            <a:extLst>
              <a:ext uri="{FF2B5EF4-FFF2-40B4-BE49-F238E27FC236}">
                <a16:creationId xmlns:a16="http://schemas.microsoft.com/office/drawing/2014/main" id="{CC649664-4062-A85A-F571-EA4EE4AF65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71FBBB0-A4EA-BBD3-9BA4-BCB4F35DA9A0}"/>
              </a:ext>
            </a:extLst>
          </p:cNvPr>
          <p:cNvSpPr txBox="1"/>
          <p:nvPr/>
        </p:nvSpPr>
        <p:spPr>
          <a:xfrm>
            <a:off x="7370957" y="3751707"/>
            <a:ext cx="4580363" cy="12926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tx1"/>
                </a:solidFill>
              </a:rPr>
              <a:t>APIs are like coffee machines in research labs.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sz="1600" dirty="0">
                <a:solidFill>
                  <a:schemeClr val="tx1"/>
                </a:solidFill>
              </a:rPr>
              <a:t>Everyone depends on them,</a:t>
            </a:r>
            <a:br>
              <a:rPr lang="en-US" sz="1600" dirty="0">
                <a:solidFill>
                  <a:schemeClr val="tx1"/>
                </a:solidFill>
              </a:rPr>
            </a:br>
            <a:r>
              <a:rPr lang="en-US" sz="1600" dirty="0">
                <a:solidFill>
                  <a:schemeClr val="tx1"/>
                </a:solidFill>
              </a:rPr>
              <a:t>nobody knows exactly how they work,</a:t>
            </a:r>
            <a:br>
              <a:rPr lang="en-US" sz="1600" dirty="0">
                <a:solidFill>
                  <a:schemeClr val="tx1"/>
                </a:solidFill>
              </a:rPr>
            </a:br>
            <a:r>
              <a:rPr lang="en-US" sz="1600" dirty="0">
                <a:solidFill>
                  <a:schemeClr val="tx1"/>
                </a:solidFill>
              </a:rPr>
              <a:t>and when they break… the whole lab stops functioning</a:t>
            </a:r>
            <a:endParaRPr lang="nl-NL" sz="1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903111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iterate type="wd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57">
          <a:extLst>
            <a:ext uri="{FF2B5EF4-FFF2-40B4-BE49-F238E27FC236}">
              <a16:creationId xmlns:a16="http://schemas.microsoft.com/office/drawing/2014/main" id="{9C26466C-4686-01F6-80D6-B5C2E7D13D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5">
            <a:extLst>
              <a:ext uri="{FF2B5EF4-FFF2-40B4-BE49-F238E27FC236}">
                <a16:creationId xmlns:a16="http://schemas.microsoft.com/office/drawing/2014/main" id="{62BFCD57-7DB9-67DB-D09C-F3DBBA20AE6C}"/>
              </a:ext>
            </a:extLst>
          </p:cNvPr>
          <p:cNvSpPr/>
          <p:nvPr/>
        </p:nvSpPr>
        <p:spPr>
          <a:xfrm>
            <a:off x="5173177" y="1551370"/>
            <a:ext cx="6096000" cy="40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endParaRPr sz="1400">
              <a:solidFill>
                <a:srgbClr val="00000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59" name="Google Shape;159;p25">
            <a:extLst>
              <a:ext uri="{FF2B5EF4-FFF2-40B4-BE49-F238E27FC236}">
                <a16:creationId xmlns:a16="http://schemas.microsoft.com/office/drawing/2014/main" id="{02E3E706-FAB0-BB5C-6021-1B8FCC47936D}"/>
              </a:ext>
            </a:extLst>
          </p:cNvPr>
          <p:cNvSpPr txBox="1"/>
          <p:nvPr/>
        </p:nvSpPr>
        <p:spPr>
          <a:xfrm>
            <a:off x="1523994" y="2857751"/>
            <a:ext cx="4080600" cy="1446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n-GB" sz="4400" dirty="0">
                <a:solidFill>
                  <a:schemeClr val="bg2">
                    <a:lumMod val="95000"/>
                  </a:schemeClr>
                </a:solidFill>
                <a:latin typeface="+mj-lt"/>
                <a:sym typeface="Caveat"/>
              </a:rPr>
              <a:t>Introduction to APIs</a:t>
            </a:r>
            <a:endParaRPr dirty="0">
              <a:solidFill>
                <a:schemeClr val="bg2">
                  <a:lumMod val="95000"/>
                </a:schemeClr>
              </a:solidFill>
              <a:latin typeface="+mj-lt"/>
            </a:endParaRPr>
          </a:p>
        </p:txBody>
      </p:sp>
      <p:sp>
        <p:nvSpPr>
          <p:cNvPr id="160" name="Google Shape;160;p25">
            <a:extLst>
              <a:ext uri="{FF2B5EF4-FFF2-40B4-BE49-F238E27FC236}">
                <a16:creationId xmlns:a16="http://schemas.microsoft.com/office/drawing/2014/main" id="{56ACEA2B-ED30-158C-AF7D-1967BE048A50}"/>
              </a:ext>
            </a:extLst>
          </p:cNvPr>
          <p:cNvSpPr/>
          <p:nvPr/>
        </p:nvSpPr>
        <p:spPr>
          <a:xfrm>
            <a:off x="-822968" y="311240"/>
            <a:ext cx="7204800" cy="7297200"/>
          </a:xfrm>
          <a:prstGeom prst="blockArc">
            <a:avLst>
              <a:gd name="adj1" fmla="val 17060839"/>
              <a:gd name="adj2" fmla="val 6939771"/>
              <a:gd name="adj3" fmla="val 0"/>
            </a:avLst>
          </a:prstGeom>
          <a:solidFill>
            <a:srgbClr val="F39000"/>
          </a:solidFill>
          <a:ln w="38100" cap="flat" cmpd="sng">
            <a:solidFill>
              <a:srgbClr val="FFC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buClr>
                <a:srgbClr val="000000"/>
              </a:buClr>
              <a:buSzPts val="1867"/>
            </a:pPr>
            <a:endParaRPr sz="1867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grpSp>
        <p:nvGrpSpPr>
          <p:cNvPr id="161" name="Google Shape;161;p25">
            <a:extLst>
              <a:ext uri="{FF2B5EF4-FFF2-40B4-BE49-F238E27FC236}">
                <a16:creationId xmlns:a16="http://schemas.microsoft.com/office/drawing/2014/main" id="{6984AF28-3532-3446-266F-9FB5662CFB39}"/>
              </a:ext>
            </a:extLst>
          </p:cNvPr>
          <p:cNvGrpSpPr/>
          <p:nvPr/>
        </p:nvGrpSpPr>
        <p:grpSpPr>
          <a:xfrm>
            <a:off x="5240598" y="1266674"/>
            <a:ext cx="5236710" cy="720000"/>
            <a:chOff x="3716598" y="409424"/>
            <a:chExt cx="5236710" cy="720000"/>
          </a:xfrm>
        </p:grpSpPr>
        <p:sp>
          <p:nvSpPr>
            <p:cNvPr id="162" name="Google Shape;162;p25">
              <a:extLst>
                <a:ext uri="{FF2B5EF4-FFF2-40B4-BE49-F238E27FC236}">
                  <a16:creationId xmlns:a16="http://schemas.microsoft.com/office/drawing/2014/main" id="{545E23EE-FAF8-3FC8-4142-30CF016F387E}"/>
                </a:ext>
              </a:extLst>
            </p:cNvPr>
            <p:cNvSpPr/>
            <p:nvPr/>
          </p:nvSpPr>
          <p:spPr>
            <a:xfrm>
              <a:off x="4113708" y="457435"/>
              <a:ext cx="4839600" cy="637500"/>
            </a:xfrm>
            <a:prstGeom prst="roundRect">
              <a:avLst>
                <a:gd name="adj" fmla="val 16667"/>
              </a:avLst>
            </a:prstGeom>
            <a:solidFill>
              <a:srgbClr val="F39000">
                <a:alpha val="69410"/>
              </a:srgbClr>
            </a:solidFill>
            <a:ln>
              <a:noFill/>
            </a:ln>
          </p:spPr>
          <p:txBody>
            <a:bodyPr spcFirstLastPara="1" wrap="square" lIns="661675" tIns="115125" rIns="115125" bIns="115125" anchor="ctr" anchorCtr="0"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en-GB" sz="1900" dirty="0">
                  <a:solidFill>
                    <a:schemeClr val="dk1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Common language for APIs</a:t>
              </a:r>
              <a:endParaRPr sz="19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3" name="Google Shape;163;p25">
              <a:extLst>
                <a:ext uri="{FF2B5EF4-FFF2-40B4-BE49-F238E27FC236}">
                  <a16:creationId xmlns:a16="http://schemas.microsoft.com/office/drawing/2014/main" id="{05F78333-4153-BAA7-A81D-DA414366D0A0}"/>
                </a:ext>
              </a:extLst>
            </p:cNvPr>
            <p:cNvSpPr/>
            <p:nvPr/>
          </p:nvSpPr>
          <p:spPr>
            <a:xfrm>
              <a:off x="3716598" y="409424"/>
              <a:ext cx="750600" cy="720000"/>
            </a:xfrm>
            <a:prstGeom prst="ellipse">
              <a:avLst/>
            </a:prstGeom>
            <a:solidFill>
              <a:srgbClr val="FAE2D5"/>
            </a:solidFill>
            <a:ln w="25400" cap="flat" cmpd="sng">
              <a:solidFill>
                <a:srgbClr val="F39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64" name="Google Shape;164;p25">
              <a:extLst>
                <a:ext uri="{FF2B5EF4-FFF2-40B4-BE49-F238E27FC236}">
                  <a16:creationId xmlns:a16="http://schemas.microsoft.com/office/drawing/2014/main" id="{9EEEE90E-657C-F23A-4D7C-1BE5B30C6905}"/>
                </a:ext>
              </a:extLst>
            </p:cNvPr>
            <p:cNvSpPr txBox="1"/>
            <p:nvPr/>
          </p:nvSpPr>
          <p:spPr>
            <a:xfrm>
              <a:off x="3804300" y="538591"/>
              <a:ext cx="5955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buClr>
                  <a:srgbClr val="000000"/>
                </a:buClr>
                <a:buSzPts val="2400"/>
              </a:pPr>
              <a:r>
                <a:rPr lang="en-GB" sz="2400" b="1" dirty="0">
                  <a:solidFill>
                    <a:schemeClr val="dk1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02</a:t>
              </a:r>
              <a:endParaRPr sz="1100" b="1" dirty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endParaRP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F72D2798-E797-16A8-0EDE-48F9A92A3EBE}"/>
              </a:ext>
            </a:extLst>
          </p:cNvPr>
          <p:cNvSpPr txBox="1"/>
          <p:nvPr/>
        </p:nvSpPr>
        <p:spPr>
          <a:xfrm>
            <a:off x="6559068" y="2236881"/>
            <a:ext cx="4839600" cy="4708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+mj-lt"/>
              <a:buAutoNum type="arabicPeriod"/>
              <a:defRPr sz="2000"/>
            </a:pP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Web API is </a:t>
            </a:r>
            <a:r>
              <a:rPr lang="nl-NL" dirty="0" err="1">
                <a:solidFill>
                  <a:schemeClr val="bg2">
                    <a:lumMod val="85000"/>
                  </a:schemeClr>
                </a:solidFill>
              </a:rPr>
              <a:t>an</a:t>
            </a: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 API </a:t>
            </a:r>
            <a:r>
              <a:rPr lang="nl-NL" dirty="0" err="1">
                <a:solidFill>
                  <a:schemeClr val="bg2">
                    <a:lumMod val="85000"/>
                  </a:schemeClr>
                </a:solidFill>
              </a:rPr>
              <a:t>that</a:t>
            </a: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 </a:t>
            </a:r>
            <a:r>
              <a:rPr lang="nl-NL" dirty="0" err="1">
                <a:solidFill>
                  <a:schemeClr val="bg2">
                    <a:lumMod val="85000"/>
                  </a:schemeClr>
                </a:solidFill>
              </a:rPr>
              <a:t>allows</a:t>
            </a: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 different software systems </a:t>
            </a:r>
            <a:r>
              <a:rPr lang="nl-NL" dirty="0" err="1">
                <a:solidFill>
                  <a:schemeClr val="bg2">
                    <a:lumMod val="85000"/>
                  </a:schemeClr>
                </a:solidFill>
              </a:rPr>
              <a:t>to</a:t>
            </a: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 </a:t>
            </a:r>
            <a:r>
              <a:rPr lang="nl-NL" dirty="0" err="1">
                <a:solidFill>
                  <a:schemeClr val="bg2">
                    <a:lumMod val="85000"/>
                  </a:schemeClr>
                </a:solidFill>
              </a:rPr>
              <a:t>communicate</a:t>
            </a: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 via </a:t>
            </a:r>
            <a:r>
              <a:rPr lang="nl-NL" dirty="0" err="1">
                <a:solidFill>
                  <a:schemeClr val="bg2">
                    <a:lumMod val="85000"/>
                  </a:schemeClr>
                </a:solidFill>
              </a:rPr>
              <a:t>the</a:t>
            </a: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 web, </a:t>
            </a:r>
            <a:r>
              <a:rPr lang="nl-NL" dirty="0" err="1">
                <a:solidFill>
                  <a:schemeClr val="bg2">
                    <a:lumMod val="85000"/>
                  </a:schemeClr>
                </a:solidFill>
              </a:rPr>
              <a:t>using</a:t>
            </a: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 HTTP protocol.</a:t>
            </a:r>
          </a:p>
          <a:p>
            <a:pPr marL="457200" indent="-457200">
              <a:buFont typeface="+mj-lt"/>
              <a:buAutoNum type="arabicPeriod"/>
              <a:defRPr sz="2000"/>
            </a:pPr>
            <a:r>
              <a:rPr lang="en-US" dirty="0">
                <a:solidFill>
                  <a:schemeClr val="bg2">
                    <a:lumMod val="85000"/>
                  </a:schemeClr>
                </a:solidFill>
              </a:rPr>
              <a:t>They use a </a:t>
            </a:r>
            <a:r>
              <a:rPr lang="en-US" b="1" dirty="0">
                <a:solidFill>
                  <a:schemeClr val="bg2">
                    <a:lumMod val="85000"/>
                  </a:schemeClr>
                </a:solidFill>
              </a:rPr>
              <a:t>shared vocabulary</a:t>
            </a:r>
            <a:r>
              <a:rPr lang="en-US" dirty="0">
                <a:solidFill>
                  <a:schemeClr val="bg2">
                    <a:lumMod val="85000"/>
                  </a:schemeClr>
                </a:solidFill>
              </a:rPr>
              <a:t> of methods: </a:t>
            </a:r>
            <a:r>
              <a:rPr lang="en-US" sz="2000" dirty="0">
                <a:solidFill>
                  <a:schemeClr val="bg2">
                    <a:lumMod val="85000"/>
                  </a:schemeClr>
                </a:solidFill>
              </a:rPr>
              <a:t>GET</a:t>
            </a:r>
            <a:r>
              <a:rPr lang="en-US" dirty="0">
                <a:solidFill>
                  <a:schemeClr val="bg2">
                    <a:lumMod val="85000"/>
                  </a:schemeClr>
                </a:solidFill>
              </a:rPr>
              <a:t>, </a:t>
            </a:r>
            <a:r>
              <a:rPr lang="en-US" sz="2000" dirty="0">
                <a:solidFill>
                  <a:schemeClr val="bg2">
                    <a:lumMod val="85000"/>
                  </a:schemeClr>
                </a:solidFill>
              </a:rPr>
              <a:t>POST</a:t>
            </a:r>
            <a:r>
              <a:rPr lang="en-US" dirty="0">
                <a:solidFill>
                  <a:schemeClr val="bg2">
                    <a:lumMod val="85000"/>
                  </a:schemeClr>
                </a:solidFill>
              </a:rPr>
              <a:t>, </a:t>
            </a:r>
            <a:r>
              <a:rPr lang="en-US" sz="2000" dirty="0">
                <a:solidFill>
                  <a:schemeClr val="bg2">
                    <a:lumMod val="85000"/>
                  </a:schemeClr>
                </a:solidFill>
              </a:rPr>
              <a:t>PUT</a:t>
            </a:r>
            <a:r>
              <a:rPr lang="en-US" dirty="0">
                <a:solidFill>
                  <a:schemeClr val="bg2">
                    <a:lumMod val="85000"/>
                  </a:schemeClr>
                </a:solidFill>
              </a:rPr>
              <a:t>, </a:t>
            </a:r>
            <a:r>
              <a:rPr lang="en-US" sz="2000" dirty="0">
                <a:solidFill>
                  <a:schemeClr val="bg2">
                    <a:lumMod val="85000"/>
                  </a:schemeClr>
                </a:solidFill>
              </a:rPr>
              <a:t>DELETE to define how to exchange </a:t>
            </a:r>
            <a:r>
              <a:rPr lang="en-US" b="1" dirty="0">
                <a:solidFill>
                  <a:schemeClr val="bg2">
                    <a:lumMod val="85000"/>
                  </a:schemeClr>
                </a:solidFill>
              </a:rPr>
              <a:t>resources</a:t>
            </a:r>
            <a:r>
              <a:rPr lang="en-US" sz="2000" dirty="0">
                <a:solidFill>
                  <a:schemeClr val="bg2">
                    <a:lumMod val="85000"/>
                  </a:schemeClr>
                </a:solidFill>
              </a:rPr>
              <a:t> across the web.</a:t>
            </a:r>
          </a:p>
          <a:p>
            <a:pPr marL="457200" indent="-457200">
              <a:buFont typeface="+mj-lt"/>
              <a:buAutoNum type="arabicPeriod"/>
              <a:defRPr sz="2000"/>
            </a:pPr>
            <a:r>
              <a:rPr lang="en-US" dirty="0">
                <a:solidFill>
                  <a:schemeClr val="bg2">
                    <a:lumMod val="85000"/>
                  </a:schemeClr>
                </a:solidFill>
              </a:rPr>
              <a:t>Resources are something the API makes available and lets you interact with, e.g. (datasets, authors, collections).</a:t>
            </a:r>
          </a:p>
          <a:p>
            <a:pPr marL="457200" indent="-457200">
              <a:buFont typeface="+mj-lt"/>
              <a:buAutoNum type="arabicPeriod"/>
              <a:defRPr sz="2000"/>
            </a:pPr>
            <a:r>
              <a:rPr lang="en-US" dirty="0">
                <a:solidFill>
                  <a:schemeClr val="bg2">
                    <a:lumMod val="85000"/>
                  </a:schemeClr>
                </a:solidFill>
              </a:rPr>
              <a:t>Most Web APIs today use the JSON format to exchange data. </a:t>
            </a:r>
            <a:endParaRPr lang="nl-NL" dirty="0">
              <a:solidFill>
                <a:schemeClr val="bg2">
                  <a:lumMod val="85000"/>
                </a:schemeClr>
              </a:solidFill>
            </a:endParaRPr>
          </a:p>
          <a:p>
            <a:pPr algn="l">
              <a:defRPr sz="2000"/>
            </a:pPr>
            <a:endParaRPr lang="nl-NL" dirty="0">
              <a:solidFill>
                <a:schemeClr val="bg2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60507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57">
          <a:extLst>
            <a:ext uri="{FF2B5EF4-FFF2-40B4-BE49-F238E27FC236}">
              <a16:creationId xmlns:a16="http://schemas.microsoft.com/office/drawing/2014/main" id="{300DFAC7-816D-03C9-18DC-27A0DF5D7D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5">
            <a:extLst>
              <a:ext uri="{FF2B5EF4-FFF2-40B4-BE49-F238E27FC236}">
                <a16:creationId xmlns:a16="http://schemas.microsoft.com/office/drawing/2014/main" id="{E8EEBDA0-D54E-CC12-F8AD-BC60338040ED}"/>
              </a:ext>
            </a:extLst>
          </p:cNvPr>
          <p:cNvSpPr/>
          <p:nvPr/>
        </p:nvSpPr>
        <p:spPr>
          <a:xfrm>
            <a:off x="5173177" y="1551370"/>
            <a:ext cx="6096000" cy="40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endParaRPr sz="1400">
              <a:solidFill>
                <a:srgbClr val="00000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59" name="Google Shape;159;p25">
            <a:extLst>
              <a:ext uri="{FF2B5EF4-FFF2-40B4-BE49-F238E27FC236}">
                <a16:creationId xmlns:a16="http://schemas.microsoft.com/office/drawing/2014/main" id="{371B1358-85C5-059F-0E8E-EEA0B904F23C}"/>
              </a:ext>
            </a:extLst>
          </p:cNvPr>
          <p:cNvSpPr txBox="1"/>
          <p:nvPr/>
        </p:nvSpPr>
        <p:spPr>
          <a:xfrm>
            <a:off x="1523994" y="2857751"/>
            <a:ext cx="4080600" cy="1446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n-GB" sz="4400" dirty="0">
                <a:solidFill>
                  <a:schemeClr val="bg2">
                    <a:lumMod val="95000"/>
                  </a:schemeClr>
                </a:solidFill>
                <a:latin typeface="Caveat"/>
                <a:sym typeface="Caveat"/>
              </a:rPr>
              <a:t>Introduction to APIs</a:t>
            </a:r>
            <a:endParaRPr dirty="0">
              <a:solidFill>
                <a:schemeClr val="bg2">
                  <a:lumMod val="95000"/>
                </a:schemeClr>
              </a:solidFill>
            </a:endParaRPr>
          </a:p>
        </p:txBody>
      </p:sp>
      <p:sp>
        <p:nvSpPr>
          <p:cNvPr id="160" name="Google Shape;160;p25">
            <a:extLst>
              <a:ext uri="{FF2B5EF4-FFF2-40B4-BE49-F238E27FC236}">
                <a16:creationId xmlns:a16="http://schemas.microsoft.com/office/drawing/2014/main" id="{B1AF2CD9-5428-4D02-5858-86DBB57AB77B}"/>
              </a:ext>
            </a:extLst>
          </p:cNvPr>
          <p:cNvSpPr/>
          <p:nvPr/>
        </p:nvSpPr>
        <p:spPr>
          <a:xfrm>
            <a:off x="-822968" y="311240"/>
            <a:ext cx="7204800" cy="7297200"/>
          </a:xfrm>
          <a:prstGeom prst="blockArc">
            <a:avLst>
              <a:gd name="adj1" fmla="val 17060839"/>
              <a:gd name="adj2" fmla="val 6939771"/>
              <a:gd name="adj3" fmla="val 0"/>
            </a:avLst>
          </a:prstGeom>
          <a:solidFill>
            <a:srgbClr val="F39000"/>
          </a:solidFill>
          <a:ln w="38100" cap="flat" cmpd="sng">
            <a:solidFill>
              <a:srgbClr val="FFC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buClr>
                <a:srgbClr val="000000"/>
              </a:buClr>
              <a:buSzPts val="1867"/>
            </a:pPr>
            <a:endParaRPr sz="1867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grpSp>
        <p:nvGrpSpPr>
          <p:cNvPr id="161" name="Google Shape;161;p25">
            <a:extLst>
              <a:ext uri="{FF2B5EF4-FFF2-40B4-BE49-F238E27FC236}">
                <a16:creationId xmlns:a16="http://schemas.microsoft.com/office/drawing/2014/main" id="{50D923EA-E0E3-9F63-DF57-4578D385227C}"/>
              </a:ext>
            </a:extLst>
          </p:cNvPr>
          <p:cNvGrpSpPr/>
          <p:nvPr/>
        </p:nvGrpSpPr>
        <p:grpSpPr>
          <a:xfrm>
            <a:off x="5240598" y="1266674"/>
            <a:ext cx="5236710" cy="720000"/>
            <a:chOff x="3716598" y="409424"/>
            <a:chExt cx="5236710" cy="720000"/>
          </a:xfrm>
        </p:grpSpPr>
        <p:sp>
          <p:nvSpPr>
            <p:cNvPr id="162" name="Google Shape;162;p25">
              <a:extLst>
                <a:ext uri="{FF2B5EF4-FFF2-40B4-BE49-F238E27FC236}">
                  <a16:creationId xmlns:a16="http://schemas.microsoft.com/office/drawing/2014/main" id="{18523642-CE52-E254-A20D-A55C0FDC3DAB}"/>
                </a:ext>
              </a:extLst>
            </p:cNvPr>
            <p:cNvSpPr/>
            <p:nvPr/>
          </p:nvSpPr>
          <p:spPr>
            <a:xfrm>
              <a:off x="4113708" y="457435"/>
              <a:ext cx="4839600" cy="637500"/>
            </a:xfrm>
            <a:prstGeom prst="roundRect">
              <a:avLst>
                <a:gd name="adj" fmla="val 16667"/>
              </a:avLst>
            </a:prstGeom>
            <a:solidFill>
              <a:srgbClr val="F39000">
                <a:alpha val="69410"/>
              </a:srgbClr>
            </a:solidFill>
            <a:ln>
              <a:noFill/>
            </a:ln>
          </p:spPr>
          <p:txBody>
            <a:bodyPr spcFirstLastPara="1" wrap="square" lIns="661675" tIns="115125" rIns="115125" bIns="115125" anchor="ctr" anchorCtr="0">
              <a:noAutofit/>
            </a:bodyPr>
            <a:lstStyle/>
            <a:p>
              <a:pPr>
                <a:lnSpc>
                  <a:spcPct val="90000"/>
                </a:lnSpc>
                <a:buClr>
                  <a:srgbClr val="000000"/>
                </a:buClr>
                <a:buSzPts val="2200"/>
              </a:pPr>
              <a:r>
                <a:rPr lang="en-US" sz="1900" dirty="0">
                  <a:solidFill>
                    <a:schemeClr val="dk1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Why APIs are relevant for research</a:t>
              </a:r>
              <a:endParaRPr lang="en-US" sz="1900" dirty="0"/>
            </a:p>
          </p:txBody>
        </p:sp>
        <p:sp>
          <p:nvSpPr>
            <p:cNvPr id="163" name="Google Shape;163;p25">
              <a:extLst>
                <a:ext uri="{FF2B5EF4-FFF2-40B4-BE49-F238E27FC236}">
                  <a16:creationId xmlns:a16="http://schemas.microsoft.com/office/drawing/2014/main" id="{4CDBFE82-04EB-0F88-237C-DD04C68FF412}"/>
                </a:ext>
              </a:extLst>
            </p:cNvPr>
            <p:cNvSpPr/>
            <p:nvPr/>
          </p:nvSpPr>
          <p:spPr>
            <a:xfrm>
              <a:off x="3716598" y="409424"/>
              <a:ext cx="750600" cy="720000"/>
            </a:xfrm>
            <a:prstGeom prst="ellipse">
              <a:avLst/>
            </a:prstGeom>
            <a:solidFill>
              <a:srgbClr val="FAE2D5"/>
            </a:solidFill>
            <a:ln w="25400" cap="flat" cmpd="sng">
              <a:solidFill>
                <a:srgbClr val="F39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64" name="Google Shape;164;p25">
              <a:extLst>
                <a:ext uri="{FF2B5EF4-FFF2-40B4-BE49-F238E27FC236}">
                  <a16:creationId xmlns:a16="http://schemas.microsoft.com/office/drawing/2014/main" id="{F75FBDCE-E417-E4D6-9BFE-4C9851745E97}"/>
                </a:ext>
              </a:extLst>
            </p:cNvPr>
            <p:cNvSpPr txBox="1"/>
            <p:nvPr/>
          </p:nvSpPr>
          <p:spPr>
            <a:xfrm>
              <a:off x="3804300" y="538591"/>
              <a:ext cx="5955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buClr>
                  <a:srgbClr val="000000"/>
                </a:buClr>
                <a:buSzPts val="2400"/>
              </a:pPr>
              <a:r>
                <a:rPr lang="en-GB" sz="2400" b="1" dirty="0">
                  <a:solidFill>
                    <a:schemeClr val="dk1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03</a:t>
              </a:r>
              <a:endParaRPr sz="1100" b="1" dirty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endParaRP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A6B10454-D7E3-B8E6-8F9C-0E98E449626E}"/>
              </a:ext>
            </a:extLst>
          </p:cNvPr>
          <p:cNvSpPr txBox="1"/>
          <p:nvPr/>
        </p:nvSpPr>
        <p:spPr>
          <a:xfrm>
            <a:off x="6494953" y="2374280"/>
            <a:ext cx="5218907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+mj-lt"/>
              <a:buAutoNum type="arabicPeriod"/>
              <a:defRPr sz="2000"/>
            </a:pPr>
            <a:r>
              <a:rPr lang="en-US" dirty="0">
                <a:solidFill>
                  <a:schemeClr val="bg2">
                    <a:lumMod val="85000"/>
                  </a:schemeClr>
                </a:solidFill>
              </a:rPr>
              <a:t>(In general) APIs enable automation, integration, and reuse of data and services.</a:t>
            </a:r>
          </a:p>
          <a:p>
            <a:pPr marL="457200" indent="-457200">
              <a:buFont typeface="+mj-lt"/>
              <a:buAutoNum type="arabicPeriod"/>
              <a:defRPr sz="2000"/>
            </a:pPr>
            <a:r>
              <a:rPr lang="en-US" dirty="0">
                <a:solidFill>
                  <a:schemeClr val="bg2">
                    <a:lumMod val="85000"/>
                  </a:schemeClr>
                </a:solidFill>
              </a:rPr>
              <a:t>Enable programmatic access to research data (no manual downloads)</a:t>
            </a:r>
          </a:p>
          <a:p>
            <a:pPr marL="457200" indent="-457200">
              <a:buFont typeface="+mj-lt"/>
              <a:buAutoNum type="arabicPeriod"/>
              <a:defRPr sz="2000"/>
            </a:pPr>
            <a:r>
              <a:rPr lang="en-US" dirty="0">
                <a:solidFill>
                  <a:schemeClr val="bg2">
                    <a:lumMod val="85000"/>
                  </a:schemeClr>
                </a:solidFill>
              </a:rPr>
              <a:t>Facilitate reproducibility and automation of workflows</a:t>
            </a:r>
          </a:p>
          <a:p>
            <a:pPr marL="457200" indent="-457200">
              <a:buFont typeface="+mj-lt"/>
              <a:buAutoNum type="arabicPeriod"/>
              <a:defRPr sz="2000"/>
            </a:pPr>
            <a:r>
              <a:rPr lang="en-US" dirty="0">
                <a:solidFill>
                  <a:schemeClr val="bg2">
                    <a:lumMod val="85000"/>
                  </a:schemeClr>
                </a:solidFill>
              </a:rPr>
              <a:t>Support interoperability across systems and tools</a:t>
            </a:r>
          </a:p>
          <a:p>
            <a:pPr algn="l">
              <a:defRPr sz="2000"/>
            </a:pPr>
            <a:endParaRPr lang="en-US" dirty="0">
              <a:solidFill>
                <a:schemeClr val="bg2">
                  <a:lumMod val="85000"/>
                </a:schemeClr>
              </a:solidFill>
            </a:endParaRPr>
          </a:p>
          <a:p>
            <a:pPr algn="l">
              <a:defRPr sz="2000"/>
            </a:pPr>
            <a:r>
              <a:rPr lang="en-US" dirty="0">
                <a:solidFill>
                  <a:schemeClr val="bg2">
                    <a:lumMod val="85000"/>
                  </a:schemeClr>
                </a:solidFill>
              </a:rPr>
              <a:t>Example: Retrieve datasets via API → analyze in Python/R → publish results</a:t>
            </a:r>
          </a:p>
        </p:txBody>
      </p:sp>
    </p:spTree>
    <p:extLst>
      <p:ext uri="{BB962C8B-B14F-4D97-AF65-F5344CB8AC3E}">
        <p14:creationId xmlns:p14="http://schemas.microsoft.com/office/powerpoint/2010/main" val="2808253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57">
          <a:extLst>
            <a:ext uri="{FF2B5EF4-FFF2-40B4-BE49-F238E27FC236}">
              <a16:creationId xmlns:a16="http://schemas.microsoft.com/office/drawing/2014/main" id="{2D29368B-41E0-7D34-D9DB-1C8A613FC3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5">
            <a:extLst>
              <a:ext uri="{FF2B5EF4-FFF2-40B4-BE49-F238E27FC236}">
                <a16:creationId xmlns:a16="http://schemas.microsoft.com/office/drawing/2014/main" id="{B1910568-CBA3-BFA6-7082-1EBD4F606E22}"/>
              </a:ext>
            </a:extLst>
          </p:cNvPr>
          <p:cNvSpPr/>
          <p:nvPr/>
        </p:nvSpPr>
        <p:spPr>
          <a:xfrm>
            <a:off x="5173177" y="1551370"/>
            <a:ext cx="6096000" cy="40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endParaRPr sz="1400">
              <a:solidFill>
                <a:srgbClr val="00000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59" name="Google Shape;159;p25">
            <a:extLst>
              <a:ext uri="{FF2B5EF4-FFF2-40B4-BE49-F238E27FC236}">
                <a16:creationId xmlns:a16="http://schemas.microsoft.com/office/drawing/2014/main" id="{94085A62-5F8C-0F63-8581-810207271EFE}"/>
              </a:ext>
            </a:extLst>
          </p:cNvPr>
          <p:cNvSpPr txBox="1"/>
          <p:nvPr/>
        </p:nvSpPr>
        <p:spPr>
          <a:xfrm>
            <a:off x="1523994" y="2857751"/>
            <a:ext cx="4080600" cy="1446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n-GB" sz="4400" dirty="0">
                <a:solidFill>
                  <a:schemeClr val="bg2">
                    <a:lumMod val="95000"/>
                  </a:schemeClr>
                </a:solidFill>
                <a:latin typeface="+mj-lt"/>
                <a:sym typeface="Caveat"/>
              </a:rPr>
              <a:t>Introduction to APIs</a:t>
            </a:r>
            <a:endParaRPr dirty="0">
              <a:solidFill>
                <a:schemeClr val="bg2">
                  <a:lumMod val="95000"/>
                </a:schemeClr>
              </a:solidFill>
              <a:latin typeface="+mj-lt"/>
            </a:endParaRPr>
          </a:p>
        </p:txBody>
      </p:sp>
      <p:sp>
        <p:nvSpPr>
          <p:cNvPr id="160" name="Google Shape;160;p25">
            <a:extLst>
              <a:ext uri="{FF2B5EF4-FFF2-40B4-BE49-F238E27FC236}">
                <a16:creationId xmlns:a16="http://schemas.microsoft.com/office/drawing/2014/main" id="{38CBFF38-B9C3-8422-1080-4DA7325C6B98}"/>
              </a:ext>
            </a:extLst>
          </p:cNvPr>
          <p:cNvSpPr/>
          <p:nvPr/>
        </p:nvSpPr>
        <p:spPr>
          <a:xfrm>
            <a:off x="-822968" y="311240"/>
            <a:ext cx="7204800" cy="7297200"/>
          </a:xfrm>
          <a:prstGeom prst="blockArc">
            <a:avLst>
              <a:gd name="adj1" fmla="val 17060839"/>
              <a:gd name="adj2" fmla="val 6939771"/>
              <a:gd name="adj3" fmla="val 0"/>
            </a:avLst>
          </a:prstGeom>
          <a:solidFill>
            <a:srgbClr val="F39000"/>
          </a:solidFill>
          <a:ln w="38100" cap="flat" cmpd="sng">
            <a:solidFill>
              <a:srgbClr val="FFC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buClr>
                <a:srgbClr val="000000"/>
              </a:buClr>
              <a:buSzPts val="1867"/>
            </a:pPr>
            <a:endParaRPr sz="1867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grpSp>
        <p:nvGrpSpPr>
          <p:cNvPr id="161" name="Google Shape;161;p25">
            <a:extLst>
              <a:ext uri="{FF2B5EF4-FFF2-40B4-BE49-F238E27FC236}">
                <a16:creationId xmlns:a16="http://schemas.microsoft.com/office/drawing/2014/main" id="{D5191EF2-CED4-48AF-DF6E-570F82ED3965}"/>
              </a:ext>
            </a:extLst>
          </p:cNvPr>
          <p:cNvGrpSpPr/>
          <p:nvPr/>
        </p:nvGrpSpPr>
        <p:grpSpPr>
          <a:xfrm>
            <a:off x="5240598" y="1266674"/>
            <a:ext cx="5236710" cy="720000"/>
            <a:chOff x="3716598" y="409424"/>
            <a:chExt cx="5236710" cy="720000"/>
          </a:xfrm>
        </p:grpSpPr>
        <p:sp>
          <p:nvSpPr>
            <p:cNvPr id="162" name="Google Shape;162;p25">
              <a:extLst>
                <a:ext uri="{FF2B5EF4-FFF2-40B4-BE49-F238E27FC236}">
                  <a16:creationId xmlns:a16="http://schemas.microsoft.com/office/drawing/2014/main" id="{01251DDB-4AFD-AD48-DE3D-66B78A69DAA6}"/>
                </a:ext>
              </a:extLst>
            </p:cNvPr>
            <p:cNvSpPr/>
            <p:nvPr/>
          </p:nvSpPr>
          <p:spPr>
            <a:xfrm>
              <a:off x="4113708" y="457435"/>
              <a:ext cx="4839600" cy="637500"/>
            </a:xfrm>
            <a:prstGeom prst="roundRect">
              <a:avLst>
                <a:gd name="adj" fmla="val 16667"/>
              </a:avLst>
            </a:prstGeom>
            <a:solidFill>
              <a:srgbClr val="F39000">
                <a:alpha val="69410"/>
              </a:srgbClr>
            </a:solidFill>
            <a:ln>
              <a:noFill/>
            </a:ln>
          </p:spPr>
          <p:txBody>
            <a:bodyPr spcFirstLastPara="1" wrap="square" lIns="661675" tIns="115125" rIns="115125" bIns="115125" anchor="ctr" anchorCtr="0">
              <a:noAutofit/>
            </a:bodyPr>
            <a:lstStyle/>
            <a:p>
              <a:pPr>
                <a:lnSpc>
                  <a:spcPct val="90000"/>
                </a:lnSpc>
                <a:buClr>
                  <a:srgbClr val="000000"/>
                </a:buClr>
                <a:buSzPts val="2200"/>
              </a:pPr>
              <a:r>
                <a:rPr lang="en-US" sz="1900" dirty="0">
                  <a:solidFill>
                    <a:schemeClr val="dk1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Using the Unix terminal with REST APIs</a:t>
              </a:r>
              <a:endParaRPr lang="en-US" sz="1900" dirty="0"/>
            </a:p>
          </p:txBody>
        </p:sp>
        <p:sp>
          <p:nvSpPr>
            <p:cNvPr id="163" name="Google Shape;163;p25">
              <a:extLst>
                <a:ext uri="{FF2B5EF4-FFF2-40B4-BE49-F238E27FC236}">
                  <a16:creationId xmlns:a16="http://schemas.microsoft.com/office/drawing/2014/main" id="{F201275B-556C-53E8-DBD3-296F379EFB1F}"/>
                </a:ext>
              </a:extLst>
            </p:cNvPr>
            <p:cNvSpPr/>
            <p:nvPr/>
          </p:nvSpPr>
          <p:spPr>
            <a:xfrm>
              <a:off x="3716598" y="409424"/>
              <a:ext cx="750600" cy="720000"/>
            </a:xfrm>
            <a:prstGeom prst="ellipse">
              <a:avLst/>
            </a:prstGeom>
            <a:solidFill>
              <a:srgbClr val="FAE2D5"/>
            </a:solidFill>
            <a:ln w="25400" cap="flat" cmpd="sng">
              <a:solidFill>
                <a:srgbClr val="F39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64" name="Google Shape;164;p25">
              <a:extLst>
                <a:ext uri="{FF2B5EF4-FFF2-40B4-BE49-F238E27FC236}">
                  <a16:creationId xmlns:a16="http://schemas.microsoft.com/office/drawing/2014/main" id="{9F902B23-E20F-1EDA-6B2E-7B1577BDC733}"/>
                </a:ext>
              </a:extLst>
            </p:cNvPr>
            <p:cNvSpPr txBox="1"/>
            <p:nvPr/>
          </p:nvSpPr>
          <p:spPr>
            <a:xfrm>
              <a:off x="3804300" y="538591"/>
              <a:ext cx="5955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buClr>
                  <a:srgbClr val="000000"/>
                </a:buClr>
                <a:buSzPts val="2400"/>
              </a:pPr>
              <a:r>
                <a:rPr lang="en-GB" sz="2400" b="1" dirty="0">
                  <a:solidFill>
                    <a:schemeClr val="dk1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04</a:t>
              </a:r>
              <a:endParaRPr sz="1100" b="1" dirty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endParaRP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603500DA-A41A-D067-7A48-DCC596C396C7}"/>
              </a:ext>
            </a:extLst>
          </p:cNvPr>
          <p:cNvGrpSpPr/>
          <p:nvPr/>
        </p:nvGrpSpPr>
        <p:grpSpPr>
          <a:xfrm>
            <a:off x="6381832" y="2220386"/>
            <a:ext cx="5475556" cy="4293489"/>
            <a:chOff x="6494953" y="2374280"/>
            <a:chExt cx="5475556" cy="4293489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4337989A-BC45-D63D-810A-823A37D4630F}"/>
                </a:ext>
              </a:extLst>
            </p:cNvPr>
            <p:cNvSpPr txBox="1"/>
            <p:nvPr/>
          </p:nvSpPr>
          <p:spPr>
            <a:xfrm>
              <a:off x="6494953" y="2374280"/>
              <a:ext cx="5382705" cy="40641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457200" indent="-457200">
                <a:buFont typeface="+mj-lt"/>
                <a:buAutoNum type="arabicPeriod"/>
                <a:defRPr sz="2000"/>
              </a:pPr>
              <a:r>
                <a:rPr lang="en-US" dirty="0">
                  <a:solidFill>
                    <a:schemeClr val="bg2">
                      <a:lumMod val="85000"/>
                    </a:schemeClr>
                  </a:solidFill>
                </a:rPr>
                <a:t>The Unix terminal allows HTTP requests using `</a:t>
              </a:r>
              <a:r>
                <a:rPr lang="en-US" b="1" i="1" dirty="0">
                  <a:solidFill>
                    <a:schemeClr val="bg2">
                      <a:lumMod val="85000"/>
                    </a:schemeClr>
                  </a:solidFill>
                </a:rPr>
                <a:t>curl</a:t>
              </a:r>
              <a:r>
                <a:rPr lang="en-US" dirty="0">
                  <a:solidFill>
                    <a:schemeClr val="bg2">
                      <a:lumMod val="85000"/>
                    </a:schemeClr>
                  </a:solidFill>
                </a:rPr>
                <a:t>`.</a:t>
              </a:r>
            </a:p>
            <a:p>
              <a:pPr>
                <a:defRPr sz="2000"/>
              </a:pPr>
              <a:endParaRPr lang="en-US" dirty="0">
                <a:solidFill>
                  <a:schemeClr val="bg2">
                    <a:lumMod val="85000"/>
                  </a:schemeClr>
                </a:solidFill>
              </a:endParaRPr>
            </a:p>
            <a:p>
              <a:pPr>
                <a:defRPr sz="2000"/>
              </a:pPr>
              <a:r>
                <a:rPr lang="en-US" dirty="0">
                  <a:solidFill>
                    <a:schemeClr val="bg2">
                      <a:lumMod val="85000"/>
                    </a:schemeClr>
                  </a:solidFill>
                </a:rPr>
                <a:t>`</a:t>
              </a:r>
              <a:r>
                <a:rPr lang="en-US" b="1" i="1" dirty="0">
                  <a:solidFill>
                    <a:schemeClr val="bg2">
                      <a:lumMod val="85000"/>
                    </a:schemeClr>
                  </a:solidFill>
                </a:rPr>
                <a:t>curl</a:t>
              </a:r>
              <a:r>
                <a:rPr lang="en-US" dirty="0">
                  <a:solidFill>
                    <a:schemeClr val="bg2">
                      <a:lumMod val="85000"/>
                    </a:schemeClr>
                  </a:solidFill>
                </a:rPr>
                <a:t>` = client URL: send requests and receive responses.</a:t>
              </a:r>
            </a:p>
            <a:p>
              <a:pPr>
                <a:defRPr sz="2000"/>
              </a:pPr>
              <a:endParaRPr lang="en-US" dirty="0">
                <a:solidFill>
                  <a:schemeClr val="bg2">
                    <a:lumMod val="85000"/>
                  </a:schemeClr>
                </a:solidFill>
              </a:endParaRPr>
            </a:p>
            <a:p>
              <a:pPr>
                <a:defRPr sz="2000"/>
              </a:pPr>
              <a:r>
                <a:rPr lang="en-US" dirty="0">
                  <a:solidFill>
                    <a:schemeClr val="bg2">
                      <a:lumMod val="85000"/>
                    </a:schemeClr>
                  </a:solidFill>
                </a:rPr>
                <a:t>Examples:</a:t>
              </a:r>
            </a:p>
            <a:p>
              <a:pPr>
                <a:defRPr sz="2000"/>
              </a:pPr>
              <a:r>
                <a:rPr lang="en-US" dirty="0">
                  <a:solidFill>
                    <a:schemeClr val="bg2">
                      <a:lumMod val="85000"/>
                    </a:schemeClr>
                  </a:solidFill>
                </a:rPr>
                <a:t>curl -X </a:t>
              </a:r>
              <a:r>
                <a:rPr lang="en-US" sz="1600" b="1" dirty="0">
                  <a:solidFill>
                    <a:schemeClr val="bg2">
                      <a:lumMod val="85000"/>
                    </a:schemeClr>
                  </a:solidFill>
                </a:rPr>
                <a:t>&lt;HTTP_METHOD&gt; </a:t>
              </a:r>
              <a:r>
                <a:rPr lang="en-US" sz="1600" dirty="0">
                  <a:solidFill>
                    <a:schemeClr val="bg2">
                      <a:lumMod val="85000"/>
                    </a:schemeClr>
                  </a:solidFill>
                </a:rPr>
                <a:t>&lt;URL&gt; \</a:t>
              </a:r>
            </a:p>
            <a:p>
              <a:pPr>
                <a:defRPr sz="2000"/>
              </a:pPr>
              <a:r>
                <a:rPr lang="en-US" sz="1600" dirty="0">
                  <a:solidFill>
                    <a:schemeClr val="bg2">
                      <a:lumMod val="85000"/>
                    </a:schemeClr>
                  </a:solidFill>
                </a:rPr>
                <a:t>     -H "&lt;HEADER_KEY&gt;: &lt;HEADER_VALUE&gt;" \</a:t>
              </a:r>
            </a:p>
            <a:p>
              <a:pPr>
                <a:defRPr sz="2000"/>
              </a:pPr>
              <a:r>
                <a:rPr lang="en-US" sz="1600" dirty="0">
                  <a:solidFill>
                    <a:schemeClr val="bg2">
                      <a:lumMod val="85000"/>
                    </a:schemeClr>
                  </a:solidFill>
                </a:rPr>
                <a:t>     -d '&lt;BODY_DATA&gt;'</a:t>
              </a:r>
            </a:p>
            <a:p>
              <a:pPr>
                <a:defRPr sz="2000"/>
              </a:pPr>
              <a:endParaRPr lang="en-US" dirty="0">
                <a:solidFill>
                  <a:schemeClr val="bg2">
                    <a:lumMod val="85000"/>
                  </a:schemeClr>
                </a:solidFill>
              </a:endParaRPr>
            </a:p>
            <a:p>
              <a:pPr>
                <a:defRPr sz="2000"/>
              </a:pPr>
              <a:endParaRPr lang="en-US" dirty="0">
                <a:solidFill>
                  <a:schemeClr val="bg2">
                    <a:lumMod val="85000"/>
                  </a:schemeClr>
                </a:solidFill>
              </a:endParaRPr>
            </a:p>
            <a:p>
              <a:pPr>
                <a:defRPr sz="2000"/>
              </a:pPr>
              <a:r>
                <a:rPr lang="en-US" sz="1800" b="1" dirty="0">
                  <a:solidFill>
                    <a:schemeClr val="bg2">
                      <a:lumMod val="85000"/>
                    </a:schemeClr>
                  </a:solidFill>
                </a:rPr>
                <a:t>&lt;HTTP_METHOD&gt;: </a:t>
              </a:r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1033832F-CAA3-FADD-A311-5B91E40E8F4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38296" y="5344330"/>
              <a:ext cx="2932213" cy="132343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non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Char char="•"/>
                <a:tabLst/>
              </a:pPr>
              <a:endParaRPr kumimoji="0" lang="nl-NL" altLang="nl-NL" sz="1600" b="0" i="0" u="none" strike="noStrike" cap="none" normalizeH="0" baseline="0" dirty="0">
                <a:ln>
                  <a:noFill/>
                </a:ln>
                <a:solidFill>
                  <a:schemeClr val="bg2">
                    <a:lumMod val="85000"/>
                  </a:schemeClr>
                </a:solidFill>
                <a:effectLst/>
                <a:latin typeface="Arial Unicode MS"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Char char="•"/>
                <a:tabLst/>
              </a:pPr>
              <a:r>
                <a:rPr kumimoji="0" lang="nl-NL" altLang="nl-NL" sz="1600" b="0" i="0" u="none" strike="noStrike" cap="none" normalizeH="0" baseline="0" dirty="0">
                  <a:ln>
                    <a:noFill/>
                  </a:ln>
                  <a:solidFill>
                    <a:schemeClr val="bg2">
                      <a:lumMod val="85000"/>
                    </a:schemeClr>
                  </a:solidFill>
                  <a:effectLst/>
                  <a:latin typeface="Arial Unicode MS"/>
                </a:rPr>
                <a:t>GET</a:t>
              </a:r>
              <a:r>
                <a:rPr kumimoji="0" lang="nl-NL" altLang="nl-NL" sz="1200" b="0" i="0" u="none" strike="noStrike" cap="none" normalizeH="0" baseline="0" dirty="0">
                  <a:ln>
                    <a:noFill/>
                  </a:ln>
                  <a:solidFill>
                    <a:schemeClr val="bg2">
                      <a:lumMod val="85000"/>
                    </a:schemeClr>
                  </a:solidFill>
                  <a:effectLst/>
                </a:rPr>
                <a:t> → </a:t>
              </a:r>
              <a:r>
                <a:rPr kumimoji="0" lang="nl-NL" altLang="nl-NL" sz="1200" b="0" i="0" u="none" strike="noStrike" cap="none" normalizeH="0" baseline="0" dirty="0" err="1">
                  <a:ln>
                    <a:noFill/>
                  </a:ln>
                  <a:solidFill>
                    <a:schemeClr val="bg2">
                      <a:lumMod val="85000"/>
                    </a:schemeClr>
                  </a:solidFill>
                  <a:effectLst/>
                </a:rPr>
                <a:t>retrieve</a:t>
              </a:r>
              <a:r>
                <a:rPr kumimoji="0" lang="nl-NL" altLang="nl-NL" sz="1200" b="0" i="0" u="none" strike="noStrike" cap="none" normalizeH="0" baseline="0" dirty="0">
                  <a:ln>
                    <a:noFill/>
                  </a:ln>
                  <a:solidFill>
                    <a:schemeClr val="bg2">
                      <a:lumMod val="85000"/>
                    </a:schemeClr>
                  </a:solidFill>
                  <a:effectLst/>
                </a:rPr>
                <a:t> data (default </a:t>
              </a:r>
              <a:r>
                <a:rPr kumimoji="0" lang="nl-NL" altLang="nl-NL" sz="1200" b="0" i="0" u="none" strike="noStrike" cap="none" normalizeH="0" baseline="0" dirty="0" err="1">
                  <a:ln>
                    <a:noFill/>
                  </a:ln>
                  <a:solidFill>
                    <a:schemeClr val="bg2">
                      <a:lumMod val="85000"/>
                    </a:schemeClr>
                  </a:solidFill>
                  <a:effectLst/>
                </a:rPr>
                <a:t>method</a:t>
              </a:r>
              <a:r>
                <a:rPr kumimoji="0" lang="nl-NL" altLang="nl-NL" sz="1200" b="0" i="0" u="none" strike="noStrike" cap="none" normalizeH="0" baseline="0" dirty="0">
                  <a:ln>
                    <a:noFill/>
                  </a:ln>
                  <a:solidFill>
                    <a:schemeClr val="bg2">
                      <a:lumMod val="85000"/>
                    </a:schemeClr>
                  </a:solidFill>
                  <a:effectLst/>
                </a:rPr>
                <a:t>)</a:t>
              </a:r>
              <a:endParaRPr kumimoji="0" lang="nl-NL" altLang="nl-NL" sz="3600" b="0" i="0" u="none" strike="noStrike" cap="none" normalizeH="0" baseline="0" dirty="0">
                <a:ln>
                  <a:noFill/>
                </a:ln>
                <a:solidFill>
                  <a:schemeClr val="bg2">
                    <a:lumMod val="85000"/>
                  </a:schemeClr>
                </a:solidFill>
                <a:effectLst/>
                <a:latin typeface="Arial" panose="020B0604020202020204" pitchFamily="34" charset="0"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Char char="•"/>
                <a:tabLst/>
              </a:pPr>
              <a:r>
                <a:rPr kumimoji="0" lang="nl-NL" altLang="nl-NL" sz="1600" b="0" i="0" u="none" strike="noStrike" cap="none" normalizeH="0" baseline="0" dirty="0">
                  <a:ln>
                    <a:noFill/>
                  </a:ln>
                  <a:solidFill>
                    <a:schemeClr val="bg2">
                      <a:lumMod val="85000"/>
                    </a:schemeClr>
                  </a:solidFill>
                  <a:effectLst/>
                  <a:latin typeface="Arial Unicode MS"/>
                </a:rPr>
                <a:t>POST</a:t>
              </a:r>
              <a:r>
                <a:rPr kumimoji="0" lang="nl-NL" altLang="nl-NL" sz="1200" b="0" i="0" u="none" strike="noStrike" cap="none" normalizeH="0" baseline="0" dirty="0">
                  <a:ln>
                    <a:noFill/>
                  </a:ln>
                  <a:solidFill>
                    <a:schemeClr val="bg2">
                      <a:lumMod val="85000"/>
                    </a:schemeClr>
                  </a:solidFill>
                  <a:effectLst/>
                </a:rPr>
                <a:t> → </a:t>
              </a:r>
              <a:r>
                <a:rPr kumimoji="0" lang="nl-NL" altLang="nl-NL" sz="1200" b="0" i="0" u="none" strike="noStrike" cap="none" normalizeH="0" baseline="0" dirty="0" err="1">
                  <a:ln>
                    <a:noFill/>
                  </a:ln>
                  <a:solidFill>
                    <a:schemeClr val="bg2">
                      <a:lumMod val="85000"/>
                    </a:schemeClr>
                  </a:solidFill>
                  <a:effectLst/>
                </a:rPr>
                <a:t>send</a:t>
              </a:r>
              <a:r>
                <a:rPr kumimoji="0" lang="nl-NL" altLang="nl-NL" sz="1200" b="0" i="0" u="none" strike="noStrike" cap="none" normalizeH="0" baseline="0" dirty="0">
                  <a:ln>
                    <a:noFill/>
                  </a:ln>
                  <a:solidFill>
                    <a:schemeClr val="bg2">
                      <a:lumMod val="85000"/>
                    </a:schemeClr>
                  </a:solidFill>
                  <a:effectLst/>
                </a:rPr>
                <a:t> data</a:t>
              </a:r>
              <a:endParaRPr kumimoji="0" lang="nl-NL" altLang="nl-NL" sz="3600" b="0" i="0" u="none" strike="noStrike" cap="none" normalizeH="0" baseline="0" dirty="0">
                <a:ln>
                  <a:noFill/>
                </a:ln>
                <a:solidFill>
                  <a:schemeClr val="bg2">
                    <a:lumMod val="85000"/>
                  </a:schemeClr>
                </a:solidFill>
                <a:effectLst/>
                <a:latin typeface="Arial" panose="020B0604020202020204" pitchFamily="34" charset="0"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Char char="•"/>
                <a:tabLst/>
              </a:pPr>
              <a:r>
                <a:rPr kumimoji="0" lang="nl-NL" altLang="nl-NL" sz="1600" b="0" i="0" u="none" strike="noStrike" cap="none" normalizeH="0" baseline="0" dirty="0">
                  <a:ln>
                    <a:noFill/>
                  </a:ln>
                  <a:solidFill>
                    <a:schemeClr val="bg2">
                      <a:lumMod val="85000"/>
                    </a:schemeClr>
                  </a:solidFill>
                  <a:effectLst/>
                  <a:latin typeface="Arial Unicode MS"/>
                </a:rPr>
                <a:t>PUT</a:t>
              </a:r>
              <a:r>
                <a:rPr kumimoji="0" lang="nl-NL" altLang="nl-NL" sz="1200" b="0" i="0" u="none" strike="noStrike" cap="none" normalizeH="0" baseline="0" dirty="0">
                  <a:ln>
                    <a:noFill/>
                  </a:ln>
                  <a:solidFill>
                    <a:schemeClr val="bg2">
                      <a:lumMod val="85000"/>
                    </a:schemeClr>
                  </a:solidFill>
                  <a:effectLst/>
                </a:rPr>
                <a:t> → update data</a:t>
              </a:r>
              <a:endParaRPr kumimoji="0" lang="nl-NL" altLang="nl-NL" sz="3600" b="0" i="0" u="none" strike="noStrike" cap="none" normalizeH="0" baseline="0" dirty="0">
                <a:ln>
                  <a:noFill/>
                </a:ln>
                <a:solidFill>
                  <a:schemeClr val="bg2">
                    <a:lumMod val="85000"/>
                  </a:schemeClr>
                </a:solidFill>
                <a:effectLst/>
                <a:latin typeface="Arial" panose="020B0604020202020204" pitchFamily="34" charset="0"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Char char="•"/>
                <a:tabLst/>
              </a:pPr>
              <a:r>
                <a:rPr kumimoji="0" lang="nl-NL" altLang="nl-NL" sz="1600" b="0" i="0" u="none" strike="noStrike" cap="none" normalizeH="0" baseline="0" dirty="0">
                  <a:ln>
                    <a:noFill/>
                  </a:ln>
                  <a:solidFill>
                    <a:schemeClr val="bg2">
                      <a:lumMod val="85000"/>
                    </a:schemeClr>
                  </a:solidFill>
                  <a:effectLst/>
                  <a:latin typeface="Arial Unicode MS"/>
                </a:rPr>
                <a:t>DELETE</a:t>
              </a:r>
              <a:r>
                <a:rPr kumimoji="0" lang="nl-NL" altLang="nl-NL" sz="1200" b="0" i="0" u="none" strike="noStrike" cap="none" normalizeH="0" baseline="0" dirty="0">
                  <a:ln>
                    <a:noFill/>
                  </a:ln>
                  <a:solidFill>
                    <a:schemeClr val="bg2">
                      <a:lumMod val="85000"/>
                    </a:schemeClr>
                  </a:solidFill>
                  <a:effectLst/>
                </a:rPr>
                <a:t> → </a:t>
              </a:r>
              <a:r>
                <a:rPr kumimoji="0" lang="nl-NL" altLang="nl-NL" sz="1200" b="0" i="0" u="none" strike="noStrike" cap="none" normalizeH="0" baseline="0" dirty="0" err="1">
                  <a:ln>
                    <a:noFill/>
                  </a:ln>
                  <a:solidFill>
                    <a:schemeClr val="bg2">
                      <a:lumMod val="85000"/>
                    </a:schemeClr>
                  </a:solidFill>
                  <a:effectLst/>
                </a:rPr>
                <a:t>remove</a:t>
              </a:r>
              <a:r>
                <a:rPr kumimoji="0" lang="nl-NL" altLang="nl-NL" sz="1200" b="0" i="0" u="none" strike="noStrike" cap="none" normalizeH="0" baseline="0" dirty="0">
                  <a:ln>
                    <a:noFill/>
                  </a:ln>
                  <a:solidFill>
                    <a:schemeClr val="bg2">
                      <a:lumMod val="85000"/>
                    </a:schemeClr>
                  </a:solidFill>
                  <a:effectLst/>
                </a:rPr>
                <a:t> data</a:t>
              </a:r>
              <a:endParaRPr kumimoji="0" lang="nl-NL" altLang="nl-NL" sz="3600" b="0" i="0" u="none" strike="noStrike" cap="none" normalizeH="0" baseline="0" dirty="0">
                <a:ln>
                  <a:noFill/>
                </a:ln>
                <a:solidFill>
                  <a:schemeClr val="bg2">
                    <a:lumMod val="85000"/>
                  </a:schemeClr>
                </a:solidFill>
                <a:effectLst/>
                <a:latin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33398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57">
          <a:extLst>
            <a:ext uri="{FF2B5EF4-FFF2-40B4-BE49-F238E27FC236}">
              <a16:creationId xmlns:a16="http://schemas.microsoft.com/office/drawing/2014/main" id="{4AA88F86-45B7-4CB3-A6B8-702E048E69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5">
            <a:extLst>
              <a:ext uri="{FF2B5EF4-FFF2-40B4-BE49-F238E27FC236}">
                <a16:creationId xmlns:a16="http://schemas.microsoft.com/office/drawing/2014/main" id="{5ED1F360-396C-E569-6A90-74DAF0C1E6A9}"/>
              </a:ext>
            </a:extLst>
          </p:cNvPr>
          <p:cNvSpPr/>
          <p:nvPr/>
        </p:nvSpPr>
        <p:spPr>
          <a:xfrm>
            <a:off x="5173177" y="1551370"/>
            <a:ext cx="6096000" cy="40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endParaRPr sz="1400">
              <a:solidFill>
                <a:srgbClr val="00000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59" name="Google Shape;159;p25">
            <a:extLst>
              <a:ext uri="{FF2B5EF4-FFF2-40B4-BE49-F238E27FC236}">
                <a16:creationId xmlns:a16="http://schemas.microsoft.com/office/drawing/2014/main" id="{F347473E-8E6C-F987-D1E2-0D09D1CFA8A3}"/>
              </a:ext>
            </a:extLst>
          </p:cNvPr>
          <p:cNvSpPr txBox="1"/>
          <p:nvPr/>
        </p:nvSpPr>
        <p:spPr>
          <a:xfrm>
            <a:off x="1523994" y="2857751"/>
            <a:ext cx="4080600" cy="1446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n-GB" sz="4400" dirty="0">
                <a:solidFill>
                  <a:schemeClr val="bg2">
                    <a:lumMod val="95000"/>
                  </a:schemeClr>
                </a:solidFill>
                <a:latin typeface="+mj-lt"/>
                <a:sym typeface="Caveat"/>
              </a:rPr>
              <a:t>Introduction</a:t>
            </a:r>
            <a:r>
              <a:rPr lang="en-GB" sz="4400" dirty="0">
                <a:solidFill>
                  <a:schemeClr val="bg2">
                    <a:lumMod val="95000"/>
                  </a:schemeClr>
                </a:solidFill>
                <a:latin typeface="Caveat"/>
                <a:sym typeface="Caveat"/>
              </a:rPr>
              <a:t> to APIs</a:t>
            </a:r>
            <a:endParaRPr dirty="0">
              <a:solidFill>
                <a:schemeClr val="bg2">
                  <a:lumMod val="95000"/>
                </a:schemeClr>
              </a:solidFill>
            </a:endParaRPr>
          </a:p>
        </p:txBody>
      </p:sp>
      <p:sp>
        <p:nvSpPr>
          <p:cNvPr id="160" name="Google Shape;160;p25">
            <a:extLst>
              <a:ext uri="{FF2B5EF4-FFF2-40B4-BE49-F238E27FC236}">
                <a16:creationId xmlns:a16="http://schemas.microsoft.com/office/drawing/2014/main" id="{79F54AD4-987E-2FA0-296C-E1772524FADD}"/>
              </a:ext>
            </a:extLst>
          </p:cNvPr>
          <p:cNvSpPr/>
          <p:nvPr/>
        </p:nvSpPr>
        <p:spPr>
          <a:xfrm>
            <a:off x="-822968" y="311240"/>
            <a:ext cx="7204800" cy="7297200"/>
          </a:xfrm>
          <a:prstGeom prst="blockArc">
            <a:avLst>
              <a:gd name="adj1" fmla="val 17060839"/>
              <a:gd name="adj2" fmla="val 6939771"/>
              <a:gd name="adj3" fmla="val 0"/>
            </a:avLst>
          </a:prstGeom>
          <a:solidFill>
            <a:srgbClr val="F39000"/>
          </a:solidFill>
          <a:ln w="38100" cap="flat" cmpd="sng">
            <a:solidFill>
              <a:srgbClr val="FFC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buClr>
                <a:srgbClr val="000000"/>
              </a:buClr>
              <a:buSzPts val="1867"/>
            </a:pPr>
            <a:endParaRPr sz="1867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grpSp>
        <p:nvGrpSpPr>
          <p:cNvPr id="161" name="Google Shape;161;p25">
            <a:extLst>
              <a:ext uri="{FF2B5EF4-FFF2-40B4-BE49-F238E27FC236}">
                <a16:creationId xmlns:a16="http://schemas.microsoft.com/office/drawing/2014/main" id="{13E408FE-FEB2-E81F-A73F-F2C8A05EF264}"/>
              </a:ext>
            </a:extLst>
          </p:cNvPr>
          <p:cNvGrpSpPr/>
          <p:nvPr/>
        </p:nvGrpSpPr>
        <p:grpSpPr>
          <a:xfrm>
            <a:off x="5240598" y="1266674"/>
            <a:ext cx="5236710" cy="720000"/>
            <a:chOff x="3716598" y="409424"/>
            <a:chExt cx="5236710" cy="720000"/>
          </a:xfrm>
        </p:grpSpPr>
        <p:sp>
          <p:nvSpPr>
            <p:cNvPr id="162" name="Google Shape;162;p25">
              <a:extLst>
                <a:ext uri="{FF2B5EF4-FFF2-40B4-BE49-F238E27FC236}">
                  <a16:creationId xmlns:a16="http://schemas.microsoft.com/office/drawing/2014/main" id="{7F9FDFE7-90DB-3893-182D-67007E2D28F1}"/>
                </a:ext>
              </a:extLst>
            </p:cNvPr>
            <p:cNvSpPr/>
            <p:nvPr/>
          </p:nvSpPr>
          <p:spPr>
            <a:xfrm>
              <a:off x="4113708" y="457435"/>
              <a:ext cx="4839600" cy="637500"/>
            </a:xfrm>
            <a:prstGeom prst="roundRect">
              <a:avLst>
                <a:gd name="adj" fmla="val 16667"/>
              </a:avLst>
            </a:prstGeom>
            <a:solidFill>
              <a:srgbClr val="F39000">
                <a:alpha val="69410"/>
              </a:srgbClr>
            </a:solidFill>
            <a:ln>
              <a:noFill/>
            </a:ln>
          </p:spPr>
          <p:txBody>
            <a:bodyPr spcFirstLastPara="1" wrap="square" lIns="661675" tIns="115125" rIns="115125" bIns="115125" anchor="ctr" anchorCtr="0">
              <a:noAutofit/>
            </a:bodyPr>
            <a:lstStyle/>
            <a:p>
              <a:pPr>
                <a:lnSpc>
                  <a:spcPct val="90000"/>
                </a:lnSpc>
                <a:buClr>
                  <a:srgbClr val="000000"/>
                </a:buClr>
                <a:buSzPts val="2200"/>
              </a:pPr>
              <a:r>
                <a:rPr lang="en-US" sz="1900" dirty="0">
                  <a:solidFill>
                    <a:schemeClr val="dk1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The Web API of 4TU.ResearchData</a:t>
              </a:r>
              <a:endParaRPr lang="en-US" sz="1900" dirty="0"/>
            </a:p>
          </p:txBody>
        </p:sp>
        <p:sp>
          <p:nvSpPr>
            <p:cNvPr id="163" name="Google Shape;163;p25">
              <a:extLst>
                <a:ext uri="{FF2B5EF4-FFF2-40B4-BE49-F238E27FC236}">
                  <a16:creationId xmlns:a16="http://schemas.microsoft.com/office/drawing/2014/main" id="{34A1A2D3-D0BA-951C-8EB2-00C8C947C51A}"/>
                </a:ext>
              </a:extLst>
            </p:cNvPr>
            <p:cNvSpPr/>
            <p:nvPr/>
          </p:nvSpPr>
          <p:spPr>
            <a:xfrm>
              <a:off x="3716598" y="409424"/>
              <a:ext cx="750600" cy="720000"/>
            </a:xfrm>
            <a:prstGeom prst="ellipse">
              <a:avLst/>
            </a:prstGeom>
            <a:solidFill>
              <a:srgbClr val="FAE2D5"/>
            </a:solidFill>
            <a:ln w="25400" cap="flat" cmpd="sng">
              <a:solidFill>
                <a:srgbClr val="F39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64" name="Google Shape;164;p25">
              <a:extLst>
                <a:ext uri="{FF2B5EF4-FFF2-40B4-BE49-F238E27FC236}">
                  <a16:creationId xmlns:a16="http://schemas.microsoft.com/office/drawing/2014/main" id="{2E0B993F-9170-663C-8D1B-CCB494AAF9EB}"/>
                </a:ext>
              </a:extLst>
            </p:cNvPr>
            <p:cNvSpPr txBox="1"/>
            <p:nvPr/>
          </p:nvSpPr>
          <p:spPr>
            <a:xfrm>
              <a:off x="3804300" y="538591"/>
              <a:ext cx="5955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buClr>
                  <a:srgbClr val="000000"/>
                </a:buClr>
                <a:buSzPts val="2400"/>
              </a:pPr>
              <a:r>
                <a:rPr lang="en-GB" sz="2400" b="1" dirty="0">
                  <a:solidFill>
                    <a:schemeClr val="dk1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05</a:t>
              </a:r>
              <a:endParaRPr sz="1100" b="1" dirty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endParaRP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B4B3B3B9-4438-0B45-07B6-BBBA55CAA402}"/>
              </a:ext>
            </a:extLst>
          </p:cNvPr>
          <p:cNvSpPr txBox="1"/>
          <p:nvPr/>
        </p:nvSpPr>
        <p:spPr>
          <a:xfrm>
            <a:off x="6459596" y="2236881"/>
            <a:ext cx="5218907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rPr lang="en-US" dirty="0">
                <a:solidFill>
                  <a:schemeClr val="bg2">
                    <a:lumMod val="95000"/>
                  </a:schemeClr>
                </a:solidFill>
              </a:rPr>
              <a:t>[base URL] : </a:t>
            </a:r>
            <a:r>
              <a:rPr lang="en-US" dirty="0">
                <a:solidFill>
                  <a:schemeClr val="accent1">
                    <a:lumMod val="40000"/>
                    <a:lumOff val="60000"/>
                  </a:schemeClr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https://data.4tu.nl</a:t>
            </a:r>
            <a:endParaRPr lang="en-US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  <a:p>
            <a:pPr>
              <a:defRPr sz="2000"/>
            </a:pPr>
            <a:endParaRPr lang="en-US" dirty="0">
              <a:solidFill>
                <a:schemeClr val="bg2">
                  <a:lumMod val="95000"/>
                </a:schemeClr>
              </a:solidFill>
            </a:endParaRPr>
          </a:p>
          <a:p>
            <a:pPr>
              <a:defRPr sz="2000"/>
            </a:pPr>
            <a:r>
              <a:rPr lang="en-US" dirty="0">
                <a:solidFill>
                  <a:schemeClr val="bg2">
                    <a:lumMod val="95000"/>
                  </a:schemeClr>
                </a:solidFill>
              </a:rPr>
              <a:t>[specific resource </a:t>
            </a:r>
            <a:r>
              <a:rPr lang="en-US" dirty="0">
                <a:solidFill>
                  <a:schemeClr val="bg2">
                    <a:lumMod val="95000"/>
                  </a:schemeClr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URL:endpoint</a:t>
            </a:r>
            <a:r>
              <a:rPr lang="en-US" dirty="0">
                <a:solidFill>
                  <a:schemeClr val="bg2">
                    <a:lumMod val="95000"/>
                  </a:schemeClr>
                </a:solidFill>
              </a:rPr>
              <a:t>]: </a:t>
            </a:r>
            <a:r>
              <a:rPr lang="en-US" dirty="0">
                <a:solidFill>
                  <a:schemeClr val="accent1">
                    <a:lumMod val="40000"/>
                    <a:lumOff val="60000"/>
                  </a:schemeClr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https://data.4tu.nl/v2/articles</a:t>
            </a:r>
            <a:endParaRPr lang="en-US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  <a:p>
            <a:pPr>
              <a:defRPr sz="2000"/>
            </a:pPr>
            <a:endParaRPr lang="en-US" dirty="0">
              <a:solidFill>
                <a:schemeClr val="bg2">
                  <a:lumMod val="95000"/>
                </a:schemeClr>
              </a:solidFill>
            </a:endParaRPr>
          </a:p>
          <a:p>
            <a:pPr>
              <a:defRPr sz="2000"/>
            </a:pPr>
            <a:r>
              <a:rPr lang="en-US" dirty="0">
                <a:solidFill>
                  <a:schemeClr val="bg2">
                    <a:lumMod val="95000"/>
                  </a:schemeClr>
                </a:solidFill>
              </a:rPr>
              <a:t>List of </a:t>
            </a:r>
            <a:r>
              <a:rPr lang="en-US" i="1" dirty="0">
                <a:solidFill>
                  <a:schemeClr val="bg2">
                    <a:lumMod val="95000"/>
                  </a:schemeClr>
                </a:solidFill>
              </a:rPr>
              <a:t>(documented) </a:t>
            </a:r>
            <a:r>
              <a:rPr lang="en-US" dirty="0">
                <a:solidFill>
                  <a:schemeClr val="bg2">
                    <a:lumMod val="95000"/>
                  </a:schemeClr>
                </a:solidFill>
              </a:rPr>
              <a:t>endpoints: </a:t>
            </a:r>
            <a:r>
              <a:rPr lang="en-U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https://djehuty.4tu.nl/ </a:t>
            </a:r>
          </a:p>
          <a:p>
            <a:pPr>
              <a:defRPr sz="2000"/>
            </a:pPr>
            <a:endParaRPr lang="en-US" dirty="0">
              <a:solidFill>
                <a:schemeClr val="bg2">
                  <a:lumMod val="95000"/>
                </a:schemeClr>
              </a:solidFill>
            </a:endParaRPr>
          </a:p>
          <a:p>
            <a:pPr>
              <a:defRPr sz="2000"/>
            </a:pPr>
            <a:endParaRPr lang="en-US" dirty="0">
              <a:solidFill>
                <a:schemeClr val="bg2">
                  <a:lumMod val="95000"/>
                </a:schemeClr>
              </a:solidFill>
            </a:endParaRPr>
          </a:p>
          <a:p>
            <a:pPr marL="457200" indent="-457200">
              <a:buFont typeface="+mj-lt"/>
              <a:buAutoNum type="arabicPeriod"/>
              <a:defRPr sz="2000"/>
            </a:pPr>
            <a:endParaRPr lang="en-US" dirty="0">
              <a:solidFill>
                <a:schemeClr val="bg2">
                  <a:lumMod val="95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E4D6D2-B9F5-7944-9E35-ED973990553D}"/>
              </a:ext>
            </a:extLst>
          </p:cNvPr>
          <p:cNvSpPr txBox="1"/>
          <p:nvPr/>
        </p:nvSpPr>
        <p:spPr>
          <a:xfrm>
            <a:off x="5328300" y="4990419"/>
            <a:ext cx="5386411" cy="1600438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tx1">
                    <a:lumMod val="75000"/>
                  </a:schemeClr>
                </a:solidFill>
              </a:rPr>
              <a:t>Exercise #1 : Checking the connection with the </a:t>
            </a:r>
            <a:br>
              <a:rPr lang="en-US" b="1" dirty="0">
                <a:solidFill>
                  <a:schemeClr val="tx1">
                    <a:lumMod val="75000"/>
                  </a:schemeClr>
                </a:solidFill>
              </a:rPr>
            </a:br>
            <a:r>
              <a:rPr lang="en-US" b="1" dirty="0">
                <a:solidFill>
                  <a:schemeClr val="tx1">
                    <a:lumMod val="75000"/>
                  </a:schemeClr>
                </a:solidFill>
              </a:rPr>
              <a:t>server using the web browser and CURL  in the Unix terminal</a:t>
            </a:r>
          </a:p>
          <a:p>
            <a:endParaRPr lang="en-US" dirty="0">
              <a:solidFill>
                <a:schemeClr val="tx1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>
                <a:solidFill>
                  <a:schemeClr val="tx1">
                    <a:lumMod val="75000"/>
                  </a:schemeClr>
                </a:solidFill>
              </a:rPr>
              <a:t>Open a web browser </a:t>
            </a:r>
            <a:r>
              <a:rPr lang="nl-NL" dirty="0" err="1">
                <a:solidFill>
                  <a:schemeClr val="tx1">
                    <a:lumMod val="75000"/>
                  </a:schemeClr>
                </a:solidFill>
              </a:rPr>
              <a:t>and</a:t>
            </a:r>
            <a:r>
              <a:rPr lang="nl-NL" dirty="0">
                <a:solidFill>
                  <a:schemeClr val="tx1">
                    <a:lumMod val="75000"/>
                  </a:schemeClr>
                </a:solidFill>
              </a:rPr>
              <a:t> </a:t>
            </a:r>
            <a:r>
              <a:rPr lang="nl-NL" dirty="0" err="1">
                <a:solidFill>
                  <a:schemeClr val="tx1">
                    <a:lumMod val="75000"/>
                  </a:schemeClr>
                </a:solidFill>
              </a:rPr>
              <a:t>write</a:t>
            </a:r>
            <a:r>
              <a:rPr lang="nl-NL" dirty="0">
                <a:solidFill>
                  <a:schemeClr val="tx1">
                    <a:lumMod val="75000"/>
                  </a:schemeClr>
                </a:solidFill>
              </a:rPr>
              <a:t>: </a:t>
            </a:r>
            <a:r>
              <a:rPr lang="en-US" b="1" dirty="0">
                <a:solidFill>
                  <a:schemeClr val="tx1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https://data.4tu.nl/v2/articles</a:t>
            </a:r>
            <a:endParaRPr lang="en-US" b="1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 err="1">
                <a:solidFill>
                  <a:schemeClr val="tx1">
                    <a:lumMod val="75000"/>
                  </a:schemeClr>
                </a:solidFill>
              </a:rPr>
              <a:t>One</a:t>
            </a:r>
            <a:r>
              <a:rPr lang="nl-NL" dirty="0">
                <a:solidFill>
                  <a:schemeClr val="tx1">
                    <a:lumMod val="75000"/>
                  </a:schemeClr>
                </a:solidFill>
              </a:rPr>
              <a:t> </a:t>
            </a:r>
            <a:r>
              <a:rPr lang="nl-NL" dirty="0" err="1">
                <a:solidFill>
                  <a:schemeClr val="tx1">
                    <a:lumMod val="75000"/>
                  </a:schemeClr>
                </a:solidFill>
              </a:rPr>
              <a:t>the</a:t>
            </a:r>
            <a:r>
              <a:rPr lang="nl-NL" dirty="0">
                <a:solidFill>
                  <a:schemeClr val="tx1">
                    <a:lumMod val="75000"/>
                  </a:schemeClr>
                </a:solidFill>
              </a:rPr>
              <a:t> Unix terminal </a:t>
            </a:r>
            <a:r>
              <a:rPr lang="nl-NL" dirty="0" err="1">
                <a:solidFill>
                  <a:schemeClr val="tx1">
                    <a:lumMod val="75000"/>
                  </a:schemeClr>
                </a:solidFill>
              </a:rPr>
              <a:t>and</a:t>
            </a:r>
            <a:r>
              <a:rPr lang="nl-NL" dirty="0">
                <a:solidFill>
                  <a:schemeClr val="tx1">
                    <a:lumMod val="75000"/>
                  </a:schemeClr>
                </a:solidFill>
              </a:rPr>
              <a:t> </a:t>
            </a:r>
            <a:r>
              <a:rPr lang="nl-NL" dirty="0" err="1">
                <a:solidFill>
                  <a:schemeClr val="tx1">
                    <a:lumMod val="75000"/>
                  </a:schemeClr>
                </a:solidFill>
              </a:rPr>
              <a:t>write</a:t>
            </a:r>
            <a:r>
              <a:rPr lang="nl-NL" dirty="0">
                <a:solidFill>
                  <a:schemeClr val="tx1">
                    <a:lumMod val="75000"/>
                  </a:schemeClr>
                </a:solidFill>
              </a:rPr>
              <a:t>:</a:t>
            </a:r>
            <a:br>
              <a:rPr lang="nl-NL" dirty="0">
                <a:solidFill>
                  <a:schemeClr val="tx1">
                    <a:lumMod val="75000"/>
                  </a:schemeClr>
                </a:solidFill>
              </a:rPr>
            </a:br>
            <a:r>
              <a:rPr lang="nl-NL" sz="1200" b="1" i="1" dirty="0" err="1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</a:rPr>
              <a:t>curl</a:t>
            </a:r>
            <a:r>
              <a:rPr lang="nl-NL" sz="1200" b="1" i="1" dirty="0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</a:rPr>
              <a:t> –X GET </a:t>
            </a:r>
            <a:r>
              <a:rPr lang="en-US" sz="1200" b="1" i="1" dirty="0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https://data.4tu.nl/v2/articles | </a:t>
            </a:r>
            <a:r>
              <a:rPr lang="en-US" sz="1200" b="1" i="1" dirty="0" err="1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jq</a:t>
            </a:r>
            <a:r>
              <a:rPr lang="en-US" sz="1200" b="1" i="1" dirty="0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nl-NL" sz="1200" b="1" i="1" dirty="0">
              <a:solidFill>
                <a:schemeClr val="tx1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>
                <a:solidFill>
                  <a:schemeClr val="tx1">
                    <a:lumMod val="75000"/>
                  </a:schemeClr>
                </a:solidFill>
              </a:rPr>
              <a:t>How are </a:t>
            </a:r>
            <a:r>
              <a:rPr lang="nl-NL" dirty="0" err="1">
                <a:solidFill>
                  <a:schemeClr val="tx1">
                    <a:lumMod val="75000"/>
                  </a:schemeClr>
                </a:solidFill>
              </a:rPr>
              <a:t>both</a:t>
            </a:r>
            <a:r>
              <a:rPr lang="nl-NL" dirty="0">
                <a:solidFill>
                  <a:schemeClr val="tx1">
                    <a:lumMod val="75000"/>
                  </a:schemeClr>
                </a:solidFill>
              </a:rPr>
              <a:t> responses </a:t>
            </a:r>
            <a:r>
              <a:rPr lang="nl-NL" dirty="0" err="1">
                <a:solidFill>
                  <a:schemeClr val="tx1">
                    <a:lumMod val="75000"/>
                  </a:schemeClr>
                </a:solidFill>
              </a:rPr>
              <a:t>compared</a:t>
            </a:r>
            <a:r>
              <a:rPr lang="nl-NL" dirty="0">
                <a:solidFill>
                  <a:schemeClr val="tx1">
                    <a:lumMod val="75000"/>
                  </a:schemeClr>
                </a:solidFill>
              </a:rPr>
              <a:t> </a:t>
            </a:r>
            <a:r>
              <a:rPr lang="nl-NL" dirty="0" err="1">
                <a:solidFill>
                  <a:schemeClr val="tx1">
                    <a:lumMod val="75000"/>
                  </a:schemeClr>
                </a:solidFill>
              </a:rPr>
              <a:t>to</a:t>
            </a:r>
            <a:r>
              <a:rPr lang="nl-NL" dirty="0">
                <a:solidFill>
                  <a:schemeClr val="tx1">
                    <a:lumMod val="75000"/>
                  </a:schemeClr>
                </a:solidFill>
              </a:rPr>
              <a:t> </a:t>
            </a:r>
            <a:r>
              <a:rPr lang="nl-NL" dirty="0" err="1">
                <a:solidFill>
                  <a:schemeClr val="tx1">
                    <a:lumMod val="75000"/>
                  </a:schemeClr>
                </a:solidFill>
              </a:rPr>
              <a:t>each</a:t>
            </a:r>
            <a:r>
              <a:rPr lang="nl-NL" dirty="0">
                <a:solidFill>
                  <a:schemeClr val="tx1">
                    <a:lumMod val="75000"/>
                  </a:schemeClr>
                </a:solidFill>
              </a:rPr>
              <a:t> </a:t>
            </a:r>
            <a:r>
              <a:rPr lang="nl-NL" dirty="0" err="1">
                <a:solidFill>
                  <a:schemeClr val="tx1">
                    <a:lumMod val="75000"/>
                  </a:schemeClr>
                </a:solidFill>
              </a:rPr>
              <a:t>other</a:t>
            </a:r>
            <a:r>
              <a:rPr lang="nl-NL" dirty="0">
                <a:solidFill>
                  <a:schemeClr val="tx1">
                    <a:lumMod val="75000"/>
                  </a:schemeClr>
                </a:solidFill>
              </a:rPr>
              <a:t>?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70B02D6-32F1-0540-4350-3516BAD93CA8}"/>
              </a:ext>
            </a:extLst>
          </p:cNvPr>
          <p:cNvSpPr txBox="1"/>
          <p:nvPr/>
        </p:nvSpPr>
        <p:spPr>
          <a:xfrm>
            <a:off x="28628" y="5087421"/>
            <a:ext cx="33779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8"/>
              </a:rPr>
              <a:t>Link to the workshop on how to use the API of 4TU.ResearchData</a:t>
            </a:r>
            <a:endParaRPr lang="nl-NL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9224925-8506-4839-17EB-1D182A8349A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32824" y="5751852"/>
            <a:ext cx="952110" cy="95211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3B680B53-BB33-1C54-8CD8-A66CC4317D2A}"/>
              </a:ext>
            </a:extLst>
          </p:cNvPr>
          <p:cNvSpPr/>
          <p:nvPr/>
        </p:nvSpPr>
        <p:spPr>
          <a:xfrm>
            <a:off x="67308" y="4990419"/>
            <a:ext cx="3455756" cy="1860352"/>
          </a:xfrm>
          <a:prstGeom prst="rect">
            <a:avLst/>
          </a:prstGeom>
          <a:noFill/>
          <a:ln w="38100"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842386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D022C58-2B5F-71BE-1230-0846EEC60F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493" y="2558026"/>
            <a:ext cx="4107366" cy="1900853"/>
          </a:xfrm>
        </p:spPr>
        <p:txBody>
          <a:bodyPr/>
          <a:lstStyle/>
          <a:p>
            <a:r>
              <a:rPr lang="en-US" dirty="0"/>
              <a:t>Let's start </a:t>
            </a:r>
            <a:endParaRPr lang="nl-NL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7FACFCB-1C56-4776-38BB-144D8D3077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7029728"/>
              </p:ext>
            </p:extLst>
          </p:nvPr>
        </p:nvGraphicFramePr>
        <p:xfrm>
          <a:off x="4276567" y="2199554"/>
          <a:ext cx="7010400" cy="3749040"/>
        </p:xfrm>
        <a:graphic>
          <a:graphicData uri="http://schemas.openxmlformats.org/drawingml/2006/table">
            <a:tbl>
              <a:tblPr/>
              <a:tblGrid>
                <a:gridCol w="3505200">
                  <a:extLst>
                    <a:ext uri="{9D8B030D-6E8A-4147-A177-3AD203B41FA5}">
                      <a16:colId xmlns:a16="http://schemas.microsoft.com/office/drawing/2014/main" val="344886148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167809405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b="1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Activity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Time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72315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Intro to APIs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09:30- 10:00</a:t>
                      </a:r>
                      <a:endParaRPr lang="nl-NL" sz="1600" dirty="0">
                        <a:solidFill>
                          <a:schemeClr val="bg2">
                            <a:lumMod val="85000"/>
                          </a:schemeClr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01102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>
                          <a:solidFill>
                            <a:schemeClr val="bg2">
                              <a:lumMod val="95000"/>
                            </a:schemeClr>
                          </a:solidFill>
                        </a:rPr>
                        <a:t>Build the simplest dashboard (live code)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10:00 – 10:25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38099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Try a script with more features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10:25 – 10:45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48094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Break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10:45 – 10:55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81733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Tweak exercises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10:55 – 11:30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79543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Try a different example (with more features)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11:30 – 11:55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07401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Deploy your dashboard using GitHub + </a:t>
                      </a:r>
                      <a:r>
                        <a:rPr lang="en-US" sz="1600" b="0" dirty="0" err="1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Streamlit</a:t>
                      </a:r>
                      <a:r>
                        <a:rPr lang="en-US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 Cloud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11:55 – 12:20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06669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b="0" dirty="0" err="1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Wrap</a:t>
                      </a:r>
                      <a:r>
                        <a:rPr lang="nl-NL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 up </a:t>
                      </a:r>
                      <a:r>
                        <a:rPr lang="nl-NL" sz="1600" b="0" dirty="0" err="1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and</a:t>
                      </a:r>
                      <a:r>
                        <a:rPr lang="nl-NL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 </a:t>
                      </a:r>
                      <a:r>
                        <a:rPr lang="nl-NL" sz="1600" b="0" dirty="0" err="1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questions</a:t>
                      </a:r>
                      <a:endParaRPr lang="nl-NL" sz="1600" b="0" dirty="0">
                        <a:solidFill>
                          <a:schemeClr val="bg2">
                            <a:lumMod val="65000"/>
                          </a:schemeClr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12:20 – 12:30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76293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486023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8F09733-437E-659C-5078-88028D92A4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5584906"/>
              </p:ext>
            </p:extLst>
          </p:nvPr>
        </p:nvGraphicFramePr>
        <p:xfrm>
          <a:off x="4265416" y="1920774"/>
          <a:ext cx="7010400" cy="3749040"/>
        </p:xfrm>
        <a:graphic>
          <a:graphicData uri="http://schemas.openxmlformats.org/drawingml/2006/table">
            <a:tbl>
              <a:tblPr/>
              <a:tblGrid>
                <a:gridCol w="3505200">
                  <a:extLst>
                    <a:ext uri="{9D8B030D-6E8A-4147-A177-3AD203B41FA5}">
                      <a16:colId xmlns:a16="http://schemas.microsoft.com/office/drawing/2014/main" val="344886148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167809405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b="1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Activity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Time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72315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Intro to APIs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09:30- 10:00</a:t>
                      </a:r>
                      <a:endParaRPr lang="nl-NL" sz="1600" dirty="0">
                        <a:solidFill>
                          <a:schemeClr val="bg2">
                            <a:lumMod val="85000"/>
                          </a:schemeClr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01102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chemeClr val="bg2">
                              <a:lumMod val="65000"/>
                            </a:schemeClr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Build the simplest dashboard (live code)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10:00 – 10:25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38099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Try a script with </a:t>
                      </a:r>
                      <a:r>
                        <a:rPr lang="en-US" sz="1600" b="0" i="0" u="none" strike="noStrike" cap="none" dirty="0">
                          <a:solidFill>
                            <a:schemeClr val="bg2">
                              <a:lumMod val="65000"/>
                            </a:schemeClr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more</a:t>
                      </a:r>
                      <a:r>
                        <a:rPr lang="en-US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 features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10:25 – 10:45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48094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Break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10:45 – 10:55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81733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nl-NL" sz="1600" b="1" i="0" u="none" strike="noStrike" cap="none" dirty="0">
                          <a:solidFill>
                            <a:schemeClr val="bg2">
                              <a:lumMod val="95000"/>
                            </a:schemeClr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Tweak exercises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10:55 – 11:30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79543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Try a different example (with more features)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11:30 – 11:55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07401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Deploy your dashboard using GitHub + </a:t>
                      </a:r>
                      <a:r>
                        <a:rPr lang="en-US" sz="1600" b="0" dirty="0" err="1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Streamlit</a:t>
                      </a:r>
                      <a:r>
                        <a:rPr lang="en-US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 Cloud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11:55 – 12:20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06669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b="0" dirty="0" err="1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Wrap</a:t>
                      </a:r>
                      <a:r>
                        <a:rPr lang="nl-NL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 up </a:t>
                      </a:r>
                      <a:r>
                        <a:rPr lang="nl-NL" sz="1600" b="0" dirty="0" err="1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and</a:t>
                      </a:r>
                      <a:r>
                        <a:rPr lang="nl-NL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 </a:t>
                      </a:r>
                      <a:r>
                        <a:rPr lang="nl-NL" sz="1600" b="0" dirty="0" err="1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questions</a:t>
                      </a:r>
                      <a:endParaRPr lang="nl-NL" sz="1600" b="0" dirty="0">
                        <a:solidFill>
                          <a:schemeClr val="bg2">
                            <a:lumMod val="65000"/>
                          </a:schemeClr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12:20 – 12:30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76293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679585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96102-D7A2-935A-73D6-C3D4A9D04C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B4299EE-5DA1-5872-D943-AA6DD5F1AA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493" y="2558026"/>
            <a:ext cx="4107366" cy="1900853"/>
          </a:xfrm>
        </p:spPr>
        <p:txBody>
          <a:bodyPr/>
          <a:lstStyle/>
          <a:p>
            <a:r>
              <a:rPr lang="en-US" dirty="0"/>
              <a:t>Exercises</a:t>
            </a:r>
            <a:endParaRPr lang="nl-NL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5D2B8C4-5BF4-574F-1B67-8EF69F976E8F}"/>
              </a:ext>
            </a:extLst>
          </p:cNvPr>
          <p:cNvSpPr txBox="1"/>
          <p:nvPr/>
        </p:nvSpPr>
        <p:spPr>
          <a:xfrm>
            <a:off x="4409689" y="1873406"/>
            <a:ext cx="7178907" cy="40934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Clr>
                <a:schemeClr val="bg2">
                  <a:lumMod val="95000"/>
                </a:schemeClr>
              </a:buClr>
              <a:buFont typeface="+mj-lt"/>
              <a:buAutoNum type="arabicPeriod"/>
            </a:pPr>
            <a:r>
              <a:rPr lang="en-US" sz="2000" dirty="0">
                <a:solidFill>
                  <a:schemeClr val="tx1">
                    <a:lumMod val="20000"/>
                    <a:lumOff val="80000"/>
                  </a:schemeClr>
                </a:solidFill>
              </a:rPr>
              <a:t>Modify the minimal dashboard script so that the dashboard</a:t>
            </a:r>
          </a:p>
          <a:p>
            <a:pPr>
              <a:buClr>
                <a:schemeClr val="bg2">
                  <a:lumMod val="95000"/>
                </a:schemeClr>
              </a:buClr>
            </a:pPr>
            <a:r>
              <a:rPr lang="en-US" sz="2000" b="1" dirty="0">
                <a:solidFill>
                  <a:schemeClr val="tx1">
                    <a:lumMod val="20000"/>
                    <a:lumOff val="80000"/>
                  </a:schemeClr>
                </a:solidFill>
              </a:rPr>
              <a:t> only displays datasets published after 2020</a:t>
            </a:r>
            <a:r>
              <a:rPr lang="en-US" sz="2000" dirty="0">
                <a:solidFill>
                  <a:schemeClr val="tx1">
                    <a:lumMod val="20000"/>
                    <a:lumOff val="80000"/>
                  </a:schemeClr>
                </a:solidFill>
              </a:rPr>
              <a:t>. (Data filtering)</a:t>
            </a:r>
          </a:p>
          <a:p>
            <a:pPr>
              <a:buClr>
                <a:schemeClr val="bg2">
                  <a:lumMod val="95000"/>
                </a:schemeClr>
              </a:buClr>
            </a:pPr>
            <a:endParaRPr lang="en-US" sz="2000" dirty="0">
              <a:solidFill>
                <a:schemeClr val="tx1">
                  <a:lumMod val="20000"/>
                  <a:lumOff val="80000"/>
                </a:schemeClr>
              </a:solidFill>
            </a:endParaRPr>
          </a:p>
          <a:p>
            <a:pPr>
              <a:buClr>
                <a:schemeClr val="bg2">
                  <a:lumMod val="95000"/>
                </a:schemeClr>
              </a:buClr>
            </a:pPr>
            <a:r>
              <a:rPr lang="en-US" sz="2000" dirty="0">
                <a:solidFill>
                  <a:schemeClr val="tx1">
                    <a:lumMod val="20000"/>
                    <a:lumOff val="80000"/>
                  </a:schemeClr>
                </a:solidFill>
              </a:rPr>
              <a:t>2.   Allow users to search datasets by title. Add a search box</a:t>
            </a:r>
          </a:p>
          <a:p>
            <a:pPr>
              <a:buClr>
                <a:schemeClr val="bg2">
                  <a:lumMod val="95000"/>
                </a:schemeClr>
              </a:buClr>
            </a:pPr>
            <a:r>
              <a:rPr lang="en-US" sz="2000" dirty="0">
                <a:solidFill>
                  <a:schemeClr val="tx1">
                    <a:lumMod val="20000"/>
                    <a:lumOff val="80000"/>
                  </a:schemeClr>
                </a:solidFill>
              </a:rPr>
              <a:t> so, </a:t>
            </a:r>
            <a:r>
              <a:rPr lang="en-US" sz="2000" b="1" dirty="0">
                <a:solidFill>
                  <a:schemeClr val="tx1">
                    <a:lumMod val="20000"/>
                    <a:lumOff val="80000"/>
                  </a:schemeClr>
                </a:solidFill>
              </a:rPr>
              <a:t>users can filter datasets containing a word in the title</a:t>
            </a:r>
            <a:r>
              <a:rPr lang="en-US" sz="2000" dirty="0">
                <a:solidFill>
                  <a:schemeClr val="tx1">
                    <a:lumMod val="20000"/>
                    <a:lumOff val="80000"/>
                  </a:schemeClr>
                </a:solidFill>
              </a:rPr>
              <a:t>. (UI widgets)</a:t>
            </a:r>
          </a:p>
          <a:p>
            <a:pPr>
              <a:buClr>
                <a:schemeClr val="bg2">
                  <a:lumMod val="95000"/>
                </a:schemeClr>
              </a:buClr>
            </a:pPr>
            <a:endParaRPr lang="en-US" sz="2000" dirty="0">
              <a:solidFill>
                <a:schemeClr val="tx1">
                  <a:lumMod val="20000"/>
                  <a:lumOff val="80000"/>
                </a:schemeClr>
              </a:solidFill>
            </a:endParaRPr>
          </a:p>
          <a:p>
            <a:pPr>
              <a:buClr>
                <a:schemeClr val="bg2">
                  <a:lumMod val="95000"/>
                </a:schemeClr>
              </a:buClr>
            </a:pPr>
            <a:r>
              <a:rPr lang="en-US" sz="2000" dirty="0">
                <a:solidFill>
                  <a:schemeClr val="tx1">
                    <a:lumMod val="20000"/>
                    <a:lumOff val="80000"/>
                  </a:schemeClr>
                </a:solidFill>
              </a:rPr>
              <a:t>3. Add a chart showing the number of datasets per institution. (Aggregation and visualization)</a:t>
            </a:r>
          </a:p>
          <a:p>
            <a:pPr>
              <a:buClr>
                <a:schemeClr val="bg2">
                  <a:lumMod val="95000"/>
                </a:schemeClr>
              </a:buClr>
            </a:pPr>
            <a:endParaRPr lang="en-US" sz="2000" dirty="0">
              <a:solidFill>
                <a:schemeClr val="tx1">
                  <a:lumMod val="20000"/>
                  <a:lumOff val="80000"/>
                </a:schemeClr>
              </a:solidFill>
            </a:endParaRPr>
          </a:p>
          <a:p>
            <a:pPr>
              <a:buClr>
                <a:schemeClr val="bg2">
                  <a:lumMod val="95000"/>
                </a:schemeClr>
              </a:buClr>
            </a:pPr>
            <a:endParaRPr lang="en-US" sz="2000" dirty="0">
              <a:solidFill>
                <a:schemeClr val="tx1">
                  <a:lumMod val="20000"/>
                  <a:lumOff val="80000"/>
                </a:schemeClr>
              </a:solidFill>
            </a:endParaRPr>
          </a:p>
          <a:p>
            <a:pPr marL="342900" indent="-342900">
              <a:buClr>
                <a:schemeClr val="bg2">
                  <a:lumMod val="95000"/>
                </a:schemeClr>
              </a:buClr>
              <a:buFont typeface="+mj-lt"/>
              <a:buAutoNum type="arabicPeriod"/>
            </a:pPr>
            <a:endParaRPr lang="nl-NL" sz="2000" dirty="0">
              <a:solidFill>
                <a:schemeClr val="tx1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2C59BCE-9198-41D3-78D3-B97E3660D43E}"/>
              </a:ext>
            </a:extLst>
          </p:cNvPr>
          <p:cNvSpPr txBox="1"/>
          <p:nvPr/>
        </p:nvSpPr>
        <p:spPr>
          <a:xfrm>
            <a:off x="3964258" y="6341698"/>
            <a:ext cx="444376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nl-NL" b="1" dirty="0">
                <a:solidFill>
                  <a:schemeClr val="bg2">
                    <a:lumMod val="65000"/>
                  </a:schemeClr>
                </a:solidFill>
                <a:hlinkClick r:id="rId3"/>
              </a:rPr>
              <a:t>https://mu3ydfdkaczsgm3u7mbx2q.streamlit.app/</a:t>
            </a:r>
            <a:endParaRPr lang="nl-NL" b="1" dirty="0">
              <a:solidFill>
                <a:schemeClr val="bg2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602541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52342A-6B9F-2524-C8CF-6F6B1EC3D6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8DC866E9-DCD4-CE62-E394-E4AD1EA7DC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4576707"/>
              </p:ext>
            </p:extLst>
          </p:nvPr>
        </p:nvGraphicFramePr>
        <p:xfrm>
          <a:off x="4265416" y="1920774"/>
          <a:ext cx="7010400" cy="3749040"/>
        </p:xfrm>
        <a:graphic>
          <a:graphicData uri="http://schemas.openxmlformats.org/drawingml/2006/table">
            <a:tbl>
              <a:tblPr/>
              <a:tblGrid>
                <a:gridCol w="3505200">
                  <a:extLst>
                    <a:ext uri="{9D8B030D-6E8A-4147-A177-3AD203B41FA5}">
                      <a16:colId xmlns:a16="http://schemas.microsoft.com/office/drawing/2014/main" val="344886148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167809405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b="1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Activity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Time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72315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Intro to APIs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09:30- 10:00</a:t>
                      </a:r>
                      <a:endParaRPr lang="nl-NL" sz="1600" dirty="0">
                        <a:solidFill>
                          <a:schemeClr val="bg2">
                            <a:lumMod val="85000"/>
                          </a:schemeClr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01102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chemeClr val="bg2">
                              <a:lumMod val="65000"/>
                            </a:schemeClr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Build the simplest dashboard (live code)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10:00 – 10:25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38099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Try a script with </a:t>
                      </a:r>
                      <a:r>
                        <a:rPr lang="en-US" sz="1600" b="0" i="0" u="none" strike="noStrike" cap="none" dirty="0">
                          <a:solidFill>
                            <a:schemeClr val="bg2">
                              <a:lumMod val="65000"/>
                            </a:schemeClr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more</a:t>
                      </a:r>
                      <a:r>
                        <a:rPr lang="en-US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 features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10:25 – 10:45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48094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Break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10:45 – 10:55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81733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nl-NL" sz="1600" b="0" i="0" u="none" strike="noStrike" cap="none" dirty="0">
                          <a:solidFill>
                            <a:schemeClr val="bg2">
                              <a:lumMod val="65000"/>
                            </a:schemeClr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Tweak exercises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10:55 – 11:30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79543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Try a different example (with more features)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11:30 – 11:55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07401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>
                          <a:solidFill>
                            <a:schemeClr val="tx2">
                              <a:lumMod val="95000"/>
                            </a:schemeClr>
                          </a:solidFill>
                        </a:rPr>
                        <a:t>Deploy your dashboard using GitHub + </a:t>
                      </a:r>
                      <a:r>
                        <a:rPr lang="en-US" sz="1600" b="1" dirty="0" err="1">
                          <a:solidFill>
                            <a:schemeClr val="tx2">
                              <a:lumMod val="95000"/>
                            </a:schemeClr>
                          </a:solidFill>
                        </a:rPr>
                        <a:t>Streamlit</a:t>
                      </a:r>
                      <a:r>
                        <a:rPr lang="en-US" sz="1600" b="1" dirty="0">
                          <a:solidFill>
                            <a:schemeClr val="tx2">
                              <a:lumMod val="95000"/>
                            </a:schemeClr>
                          </a:solidFill>
                        </a:rPr>
                        <a:t> Cloud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11:55 – 12:20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06669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b="0" dirty="0" err="1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Wrap</a:t>
                      </a:r>
                      <a:r>
                        <a:rPr lang="nl-NL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 up </a:t>
                      </a:r>
                      <a:r>
                        <a:rPr lang="nl-NL" sz="1600" b="0" dirty="0" err="1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and</a:t>
                      </a:r>
                      <a:r>
                        <a:rPr lang="nl-NL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 </a:t>
                      </a:r>
                      <a:r>
                        <a:rPr lang="nl-NL" sz="1600" b="0" dirty="0" err="1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questions</a:t>
                      </a:r>
                      <a:endParaRPr lang="nl-NL" sz="1600" b="0" dirty="0">
                        <a:solidFill>
                          <a:schemeClr val="bg2">
                            <a:lumMod val="65000"/>
                          </a:schemeClr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12:20 – 12:30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76293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004094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57">
          <a:extLst>
            <a:ext uri="{FF2B5EF4-FFF2-40B4-BE49-F238E27FC236}">
              <a16:creationId xmlns:a16="http://schemas.microsoft.com/office/drawing/2014/main" id="{F3058EBA-32BF-A4C7-ED62-09820A4C2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val 7">
            <a:extLst>
              <a:ext uri="{FF2B5EF4-FFF2-40B4-BE49-F238E27FC236}">
                <a16:creationId xmlns:a16="http://schemas.microsoft.com/office/drawing/2014/main" id="{C3F55BAC-F320-FC48-F527-B0BEB0E320A4}"/>
              </a:ext>
            </a:extLst>
          </p:cNvPr>
          <p:cNvSpPr/>
          <p:nvPr/>
        </p:nvSpPr>
        <p:spPr>
          <a:xfrm>
            <a:off x="367990" y="5488935"/>
            <a:ext cx="4694664" cy="1405054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59" name="Google Shape;159;p25">
            <a:extLst>
              <a:ext uri="{FF2B5EF4-FFF2-40B4-BE49-F238E27FC236}">
                <a16:creationId xmlns:a16="http://schemas.microsoft.com/office/drawing/2014/main" id="{2BEE8948-B99A-D81C-A86F-3372D866B414}"/>
              </a:ext>
            </a:extLst>
          </p:cNvPr>
          <p:cNvSpPr txBox="1"/>
          <p:nvPr/>
        </p:nvSpPr>
        <p:spPr>
          <a:xfrm>
            <a:off x="2920532" y="358761"/>
            <a:ext cx="5689606" cy="1938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n-GB" sz="4400" dirty="0">
                <a:solidFill>
                  <a:schemeClr val="bg2">
                    <a:lumMod val="95000"/>
                  </a:schemeClr>
                </a:solidFill>
                <a:latin typeface="+mj-lt"/>
                <a:sym typeface="Caveat"/>
              </a:rPr>
              <a:t>How to deploy the app as a live web app</a:t>
            </a:r>
          </a:p>
          <a:p>
            <a:pPr algn="ctr"/>
            <a:r>
              <a:rPr lang="en-GB" sz="3200" dirty="0">
                <a:solidFill>
                  <a:schemeClr val="bg2">
                    <a:lumMod val="95000"/>
                  </a:schemeClr>
                </a:solidFill>
                <a:latin typeface="+mj-lt"/>
                <a:sym typeface="Caveat"/>
              </a:rPr>
              <a:t>(one option)</a:t>
            </a:r>
            <a:endParaRPr sz="1050" dirty="0">
              <a:solidFill>
                <a:schemeClr val="bg2">
                  <a:lumMod val="95000"/>
                </a:schemeClr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CE15101-BAF6-5CE2-1CC8-24ECA76F7589}"/>
              </a:ext>
            </a:extLst>
          </p:cNvPr>
          <p:cNvSpPr txBox="1"/>
          <p:nvPr/>
        </p:nvSpPr>
        <p:spPr>
          <a:xfrm>
            <a:off x="640609" y="3181071"/>
            <a:ext cx="6328904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800" dirty="0">
                <a:solidFill>
                  <a:schemeClr val="bg2">
                    <a:lumMod val="85000"/>
                  </a:schemeClr>
                </a:solidFill>
              </a:rPr>
              <a:t>- Host </a:t>
            </a:r>
            <a:r>
              <a:rPr lang="nl-NL" sz="1800" dirty="0" err="1">
                <a:solidFill>
                  <a:schemeClr val="bg2">
                    <a:lumMod val="85000"/>
                  </a:schemeClr>
                </a:solidFill>
              </a:rPr>
              <a:t>the</a:t>
            </a:r>
            <a:r>
              <a:rPr lang="nl-NL" sz="1800" dirty="0">
                <a:solidFill>
                  <a:schemeClr val="bg2">
                    <a:lumMod val="85000"/>
                  </a:schemeClr>
                </a:solidFill>
              </a:rPr>
              <a:t> code in </a:t>
            </a:r>
            <a:r>
              <a:rPr lang="nl-NL" sz="1800" dirty="0" err="1">
                <a:solidFill>
                  <a:schemeClr val="bg2">
                    <a:lumMod val="85000"/>
                  </a:schemeClr>
                </a:solidFill>
              </a:rPr>
              <a:t>Github</a:t>
            </a:r>
            <a:r>
              <a:rPr lang="nl-NL" sz="1800" dirty="0">
                <a:solidFill>
                  <a:schemeClr val="bg2">
                    <a:lumMod val="85000"/>
                  </a:schemeClr>
                </a:solidFill>
              </a:rPr>
              <a:t> (Push </a:t>
            </a:r>
            <a:r>
              <a:rPr lang="nl-NL" sz="1800" dirty="0" err="1">
                <a:solidFill>
                  <a:schemeClr val="bg2">
                    <a:lumMod val="85000"/>
                  </a:schemeClr>
                </a:solidFill>
              </a:rPr>
              <a:t>the</a:t>
            </a:r>
            <a:r>
              <a:rPr lang="nl-NL" sz="1800" dirty="0">
                <a:solidFill>
                  <a:schemeClr val="bg2">
                    <a:lumMod val="85000"/>
                  </a:schemeClr>
                </a:solidFill>
              </a:rPr>
              <a:t> dashboard app </a:t>
            </a:r>
            <a:r>
              <a:rPr lang="nl-NL" sz="1800" dirty="0" err="1">
                <a:solidFill>
                  <a:schemeClr val="bg2">
                    <a:lumMod val="85000"/>
                  </a:schemeClr>
                </a:solidFill>
              </a:rPr>
              <a:t>to</a:t>
            </a:r>
            <a:r>
              <a:rPr lang="nl-NL" sz="1800" dirty="0">
                <a:solidFill>
                  <a:schemeClr val="bg2">
                    <a:lumMod val="85000"/>
                  </a:schemeClr>
                </a:solidFill>
              </a:rPr>
              <a:t> </a:t>
            </a:r>
            <a:r>
              <a:rPr lang="nl-NL" sz="1800" dirty="0" err="1">
                <a:solidFill>
                  <a:schemeClr val="bg2">
                    <a:lumMod val="85000"/>
                  </a:schemeClr>
                </a:solidFill>
              </a:rPr>
              <a:t>Github</a:t>
            </a:r>
            <a:r>
              <a:rPr lang="nl-NL" sz="1800" dirty="0">
                <a:solidFill>
                  <a:schemeClr val="bg2">
                    <a:lumMod val="85000"/>
                  </a:schemeClr>
                </a:solidFill>
              </a:rPr>
              <a:t>)</a:t>
            </a:r>
          </a:p>
          <a:p>
            <a:r>
              <a:rPr lang="nl-NL" sz="1800" dirty="0">
                <a:solidFill>
                  <a:schemeClr val="bg2">
                    <a:lumMod val="85000"/>
                  </a:schemeClr>
                </a:solidFill>
              </a:rPr>
              <a:t>- </a:t>
            </a:r>
            <a:r>
              <a:rPr lang="nl-NL" sz="1800" dirty="0" err="1">
                <a:solidFill>
                  <a:schemeClr val="bg2">
                    <a:lumMod val="85000"/>
                  </a:schemeClr>
                </a:solidFill>
              </a:rPr>
              <a:t>Add</a:t>
            </a:r>
            <a:r>
              <a:rPr lang="nl-NL" sz="1800" dirty="0">
                <a:solidFill>
                  <a:schemeClr val="bg2">
                    <a:lumMod val="85000"/>
                  </a:schemeClr>
                </a:solidFill>
              </a:rPr>
              <a:t> a requirements.txt</a:t>
            </a:r>
          </a:p>
          <a:p>
            <a:r>
              <a:rPr lang="nl-NL" sz="1800" dirty="0">
                <a:solidFill>
                  <a:schemeClr val="bg2">
                    <a:lumMod val="85000"/>
                  </a:schemeClr>
                </a:solidFill>
              </a:rPr>
              <a:t>- Go </a:t>
            </a:r>
            <a:r>
              <a:rPr lang="nl-NL" sz="1800" dirty="0" err="1">
                <a:solidFill>
                  <a:schemeClr val="bg2">
                    <a:lumMod val="85000"/>
                  </a:schemeClr>
                </a:solidFill>
              </a:rPr>
              <a:t>to</a:t>
            </a:r>
            <a:r>
              <a:rPr lang="nl-NL" sz="1800" dirty="0">
                <a:solidFill>
                  <a:schemeClr val="bg2">
                    <a:lumMod val="85000"/>
                  </a:schemeClr>
                </a:solidFill>
              </a:rPr>
              <a:t>  </a:t>
            </a:r>
            <a:r>
              <a:rPr lang="nl-NL" sz="1800" dirty="0">
                <a:solidFill>
                  <a:srgbClr val="FFFFFF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https://share.streamlit.</a:t>
            </a:r>
            <a:r>
              <a:rPr lang="nl-NL" sz="1800" dirty="0">
                <a:solidFill>
                  <a:schemeClr val="bg2">
                    <a:lumMod val="85000"/>
                  </a:schemeClr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io</a:t>
            </a:r>
            <a:endParaRPr lang="nl-NL" sz="1800" dirty="0">
              <a:solidFill>
                <a:schemeClr val="bg2">
                  <a:lumMod val="85000"/>
                </a:schemeClr>
              </a:solidFill>
            </a:endParaRPr>
          </a:p>
          <a:p>
            <a:r>
              <a:rPr lang="nl-NL" sz="1800" dirty="0">
                <a:solidFill>
                  <a:schemeClr val="bg2">
                    <a:lumMod val="85000"/>
                  </a:schemeClr>
                </a:solidFill>
              </a:rPr>
              <a:t>- Connect </a:t>
            </a:r>
            <a:r>
              <a:rPr lang="nl-NL" sz="1800" dirty="0" err="1">
                <a:solidFill>
                  <a:schemeClr val="bg2">
                    <a:lumMod val="85000"/>
                  </a:schemeClr>
                </a:solidFill>
              </a:rPr>
              <a:t>repo</a:t>
            </a:r>
            <a:endParaRPr lang="nl-NL" sz="1800" dirty="0">
              <a:solidFill>
                <a:schemeClr val="bg2">
                  <a:lumMod val="85000"/>
                </a:schemeClr>
              </a:solidFill>
            </a:endParaRPr>
          </a:p>
          <a:p>
            <a:r>
              <a:rPr lang="nl-NL" sz="1800" dirty="0">
                <a:solidFill>
                  <a:schemeClr val="bg2">
                    <a:lumMod val="85000"/>
                  </a:schemeClr>
                </a:solidFill>
              </a:rPr>
              <a:t>- </a:t>
            </a:r>
            <a:r>
              <a:rPr lang="nl-NL" sz="1800" dirty="0" err="1">
                <a:solidFill>
                  <a:schemeClr val="bg2">
                    <a:lumMod val="85000"/>
                  </a:schemeClr>
                </a:solidFill>
              </a:rPr>
              <a:t>Deploy</a:t>
            </a:r>
            <a:r>
              <a:rPr lang="nl-NL" sz="1800" dirty="0">
                <a:solidFill>
                  <a:schemeClr val="bg2">
                    <a:lumMod val="85000"/>
                  </a:schemeClr>
                </a:solidFill>
              </a:rPr>
              <a:t> </a:t>
            </a:r>
          </a:p>
          <a:p>
            <a:pPr marL="285750" indent="-285750">
              <a:buFontTx/>
              <a:buChar char="-"/>
            </a:pPr>
            <a:endParaRPr lang="nl-NL" sz="1800" dirty="0">
              <a:solidFill>
                <a:schemeClr val="bg2">
                  <a:lumMod val="85000"/>
                </a:schemeClr>
              </a:solidFill>
            </a:endParaRPr>
          </a:p>
          <a:p>
            <a:endParaRPr lang="nl-NL" sz="1800" dirty="0">
              <a:solidFill>
                <a:schemeClr val="bg2">
                  <a:lumMod val="85000"/>
                </a:schemeClr>
              </a:solidFill>
            </a:endParaRPr>
          </a:p>
          <a:p>
            <a:endParaRPr lang="nl-NL" sz="1800" dirty="0">
              <a:solidFill>
                <a:schemeClr val="bg2">
                  <a:lumMod val="85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DDA812-05A2-D992-1707-592988B4A652}"/>
              </a:ext>
            </a:extLst>
          </p:cNvPr>
          <p:cNvSpPr txBox="1"/>
          <p:nvPr/>
        </p:nvSpPr>
        <p:spPr>
          <a:xfrm>
            <a:off x="8046720" y="3181071"/>
            <a:ext cx="2730235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bg2">
                    <a:lumMod val="85000"/>
                  </a:schemeClr>
                </a:solidFill>
              </a:rPr>
              <a:t>Advantages: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2">
                    <a:lumMod val="85000"/>
                  </a:schemeClr>
                </a:solidFill>
              </a:rPr>
              <a:t>free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2">
                    <a:lumMod val="85000"/>
                  </a:schemeClr>
                </a:solidFill>
              </a:rPr>
              <a:t>no server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2">
                    <a:lumMod val="85000"/>
                  </a:schemeClr>
                </a:solidFill>
              </a:rPr>
              <a:t>automatic deployment</a:t>
            </a:r>
          </a:p>
          <a:p>
            <a:endParaRPr lang="nl-NL" sz="18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B194576-9796-EC57-07B7-0D44222B816B}"/>
              </a:ext>
            </a:extLst>
          </p:cNvPr>
          <p:cNvSpPr txBox="1"/>
          <p:nvPr/>
        </p:nvSpPr>
        <p:spPr>
          <a:xfrm>
            <a:off x="780585" y="6191462"/>
            <a:ext cx="386947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nl-NL" sz="1200" dirty="0">
                <a:solidFill>
                  <a:schemeClr val="tx1">
                    <a:lumMod val="75000"/>
                  </a:schemeClr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https://9lscwwsuhw2dkugffukt2t.streamlit.app/</a:t>
            </a:r>
            <a:endParaRPr lang="nl-NL" sz="1200" dirty="0">
              <a:solidFill>
                <a:schemeClr val="tx1">
                  <a:lumMod val="75000"/>
                </a:schemeClr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B237CB-4D5B-1F61-FD64-4D6016333FF9}"/>
              </a:ext>
            </a:extLst>
          </p:cNvPr>
          <p:cNvSpPr txBox="1"/>
          <p:nvPr/>
        </p:nvSpPr>
        <p:spPr>
          <a:xfrm>
            <a:off x="875373" y="5883685"/>
            <a:ext cx="24513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Example of a live web app </a:t>
            </a:r>
            <a:endParaRPr lang="nl-NL" b="1" dirty="0"/>
          </a:p>
        </p:txBody>
      </p:sp>
    </p:spTree>
    <p:extLst>
      <p:ext uri="{BB962C8B-B14F-4D97-AF65-F5344CB8AC3E}">
        <p14:creationId xmlns:p14="http://schemas.microsoft.com/office/powerpoint/2010/main" val="21216902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57">
          <a:extLst>
            <a:ext uri="{FF2B5EF4-FFF2-40B4-BE49-F238E27FC236}">
              <a16:creationId xmlns:a16="http://schemas.microsoft.com/office/drawing/2014/main" id="{4382116A-6D8A-B9F6-4673-B37184485D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5">
            <a:extLst>
              <a:ext uri="{FF2B5EF4-FFF2-40B4-BE49-F238E27FC236}">
                <a16:creationId xmlns:a16="http://schemas.microsoft.com/office/drawing/2014/main" id="{DB2279F0-896A-1F70-D802-40BEADCDB6DD}"/>
              </a:ext>
            </a:extLst>
          </p:cNvPr>
          <p:cNvSpPr txBox="1"/>
          <p:nvPr/>
        </p:nvSpPr>
        <p:spPr>
          <a:xfrm>
            <a:off x="-1063640" y="5113889"/>
            <a:ext cx="5689606" cy="769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n-GB" sz="4400" dirty="0">
                <a:solidFill>
                  <a:schemeClr val="bg2">
                    <a:lumMod val="95000"/>
                  </a:schemeClr>
                </a:solidFill>
                <a:latin typeface="+mj-lt"/>
                <a:sym typeface="Caveat"/>
              </a:rPr>
              <a:t>Feedback :</a:t>
            </a:r>
            <a:endParaRPr sz="1050" dirty="0">
              <a:solidFill>
                <a:schemeClr val="bg2">
                  <a:lumMod val="95000"/>
                </a:schemeClr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A7176E5-E8C2-BEDC-CFDA-FABE6F2E1D08}"/>
              </a:ext>
            </a:extLst>
          </p:cNvPr>
          <p:cNvSpPr txBox="1"/>
          <p:nvPr/>
        </p:nvSpPr>
        <p:spPr>
          <a:xfrm>
            <a:off x="611852" y="1627565"/>
            <a:ext cx="6526146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Clr>
                <a:schemeClr val="tx1">
                  <a:lumMod val="20000"/>
                  <a:lumOff val="80000"/>
                </a:schemeClr>
              </a:buClr>
              <a:buFontTx/>
              <a:buChar char="-"/>
            </a:pPr>
            <a:r>
              <a:rPr lang="en-US" sz="2400" dirty="0">
                <a:solidFill>
                  <a:schemeClr val="bg2">
                    <a:lumMod val="85000"/>
                  </a:schemeClr>
                </a:solidFill>
              </a:rPr>
              <a:t>APIs enable automated data access</a:t>
            </a:r>
          </a:p>
          <a:p>
            <a:pPr marL="285750" indent="-285750">
              <a:buClr>
                <a:schemeClr val="tx1">
                  <a:lumMod val="20000"/>
                  <a:lumOff val="80000"/>
                </a:schemeClr>
              </a:buClr>
              <a:buFontTx/>
              <a:buChar char="-"/>
            </a:pPr>
            <a:r>
              <a:rPr lang="en-US" sz="2400" dirty="0">
                <a:solidFill>
                  <a:schemeClr val="bg2">
                    <a:lumMod val="85000"/>
                  </a:schemeClr>
                </a:solidFill>
              </a:rPr>
              <a:t>Python transform API data</a:t>
            </a:r>
          </a:p>
          <a:p>
            <a:pPr marL="285750" indent="-285750">
              <a:buClr>
                <a:schemeClr val="tx1">
                  <a:lumMod val="20000"/>
                  <a:lumOff val="80000"/>
                </a:schemeClr>
              </a:buClr>
              <a:buFontTx/>
              <a:buChar char="-"/>
            </a:pPr>
            <a:r>
              <a:rPr lang="en-US" sz="2400" dirty="0" err="1">
                <a:solidFill>
                  <a:schemeClr val="bg2">
                    <a:lumMod val="85000"/>
                  </a:schemeClr>
                </a:solidFill>
              </a:rPr>
              <a:t>Streamlit</a:t>
            </a:r>
            <a:r>
              <a:rPr lang="en-US" sz="2400" dirty="0">
                <a:solidFill>
                  <a:schemeClr val="bg2">
                    <a:lumMod val="85000"/>
                  </a:schemeClr>
                </a:solidFill>
              </a:rPr>
              <a:t> turns scripts into dashboards</a:t>
            </a:r>
          </a:p>
          <a:p>
            <a:pPr marL="285750" indent="-285750">
              <a:buClr>
                <a:schemeClr val="tx1">
                  <a:lumMod val="20000"/>
                  <a:lumOff val="80000"/>
                </a:schemeClr>
              </a:buClr>
              <a:buFontTx/>
              <a:buChar char="-"/>
            </a:pPr>
            <a:r>
              <a:rPr lang="en-US" sz="2400" dirty="0" err="1">
                <a:solidFill>
                  <a:schemeClr val="bg2">
                    <a:lumMod val="85000"/>
                  </a:schemeClr>
                </a:solidFill>
              </a:rPr>
              <a:t>Github+Streamlit</a:t>
            </a:r>
            <a:r>
              <a:rPr lang="en-US" sz="2400" dirty="0">
                <a:solidFill>
                  <a:schemeClr val="bg2">
                    <a:lumMod val="85000"/>
                  </a:schemeClr>
                </a:solidFill>
              </a:rPr>
              <a:t> deploy apps (live web app)</a:t>
            </a:r>
            <a:endParaRPr lang="nl-NL" sz="2400" dirty="0">
              <a:solidFill>
                <a:schemeClr val="bg2">
                  <a:lumMod val="85000"/>
                </a:schemeClr>
              </a:solidFill>
            </a:endParaRPr>
          </a:p>
        </p:txBody>
      </p:sp>
      <p:sp>
        <p:nvSpPr>
          <p:cNvPr id="2" name="Google Shape;159;p25">
            <a:extLst>
              <a:ext uri="{FF2B5EF4-FFF2-40B4-BE49-F238E27FC236}">
                <a16:creationId xmlns:a16="http://schemas.microsoft.com/office/drawing/2014/main" id="{D91BD9BB-7899-1925-BB11-152A7EAF7848}"/>
              </a:ext>
            </a:extLst>
          </p:cNvPr>
          <p:cNvSpPr txBox="1"/>
          <p:nvPr/>
        </p:nvSpPr>
        <p:spPr>
          <a:xfrm>
            <a:off x="3072932" y="511161"/>
            <a:ext cx="5689606" cy="769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n-GB" sz="4400" dirty="0">
                <a:solidFill>
                  <a:schemeClr val="bg2">
                    <a:lumMod val="95000"/>
                  </a:schemeClr>
                </a:solidFill>
                <a:latin typeface="+mj-lt"/>
                <a:sym typeface="Caveat"/>
              </a:rPr>
              <a:t>Wrap up</a:t>
            </a:r>
            <a:endParaRPr sz="1050" dirty="0">
              <a:solidFill>
                <a:schemeClr val="bg2">
                  <a:lumMod val="9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11162B2-AD08-05E7-E095-5C2B2098DF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20126" y="4288972"/>
            <a:ext cx="2425337" cy="2425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204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9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8" name="Google Shape;1378;p64"/>
          <p:cNvSpPr txBox="1">
            <a:spLocks noGrp="1"/>
          </p:cNvSpPr>
          <p:nvPr>
            <p:ph type="body" idx="1"/>
          </p:nvPr>
        </p:nvSpPr>
        <p:spPr>
          <a:xfrm>
            <a:off x="152400" y="2535723"/>
            <a:ext cx="6454912" cy="19008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</a:pPr>
            <a:r>
              <a:rPr lang="de-DE"/>
              <a:t>Thank you.</a:t>
            </a:r>
            <a:endParaRPr/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CDIAGRAM" val="mcDiagram:16497bc9-6c30-4edf-9d94-0ffd7d636e6c:53f95f8e-633e-4dd0-b67f-e37d65728e40:0:1"/>
  <p:tag name="MC:BASE64" val="iVBORw0KGgoAAAANSUhEUgAABFMAAA8ACAIAAACgW9VlAAAQAElEQVR4nOzdB2AU1d738TNJAEGxAtJBUbFXVHysYBcLNrBebIiFq4heBcsVuyhSRAUVEGxgx15QEAuCeu2IWOnVQhEVSLLPb+bsTia7m93NJptsNt/P+948k9nZ2ZnZCZ7f/OecKQiFQgYAAAAAclqBAQAAAIBcR/IBAAAAkPtIPgAAAAByH8kHAAAAQO4j+QAAAADIfSQfAAAAALmP5BMfg30DyFqO4xgAAFBOJJ9SgoGH8AMgCyn2BP91IgUBAJAih/a95R+HBBMAUF2CCcdOx84BAAAJkHxcwZBj+TPJPwCqV1TCCcYe/1dD+AEAIBnudjNROccqLi4OzjEAUK2CUccXfAkAACRG8ilh046NPXY6mH/sMqQgAFUmttpj5XnshP+q/nUiAgEAkEBtTz6xpR7pO3LthzOVeYod4xi3MeEu4TUovJ8hE55Tar6TaE7p+fqgPPfFyE/NMfppQiXLO+Hlo9fgRLYhZsmo+Skt6aSwFyks6c8vY8nU9rc4zjZnfH/TOjIl803pbTDefoW3JGp/7ZJ2TpnbnPr+Jt3min7vZZ69wfl272L214QiSybZ34qe56by9jel793unf3e4+xv1FldyWdvyf4q8eifrXojLy/Yc1u9GAw/BgAAlI2ajyuYfIqKin5eXPz1L8XGbd8Uh5sd3mJqjBi/sVvyq22aFJc0U+zMUPjXUs0X48/03hsKrDOwTOk1h+KtOfJqnDV7E6HAOuN9etz9ckKhMtYc2KTEn+430VLdrzI+PaZhGme/4ixj55d8kG0slr3myDKx31TMp/tLmpjAE/k2o7+p+J9e+ntxj6cTs1/R50kqZ2DUkU9yBvqfXv4zMNWzNPEZaEp9eijZmlM9A8u/X6l8egX2KxDPUj//Q5Ew6U/rFxP5fou9Nxav/kv/XpnSXX0o+wAAkECeqfX8so8t+Cj5hG9pC4XCrRHH8W9xCzdHwu1rx1/G8Zbxrt3aJlS4zeVdMg6v31vGXt814QaP/eGEmzjha72BN4e8VYfCt7IE1+ytM1JRKenxbDc0FGlzlVrGRJYptV+RrYk0rUwo/Lml9suU3i9/mZj9cuyawwuWvV8lnx752FCp/QrcuuOYePsVil3G3+aSzXTCH+BEtjkyIrBT8k05JV9IWWv2Twfj3/UYWcbfrMA3Ff3pgSNWahn/MBkTbOx6y5ccscAZGIo9A0vtV+w3FbNfkW/KCZyBdpkk31TJGejvdbz9CpyloTLP0lDw/I+/X0nPQCf+Geik+pfl75dJvF/+OpPsV+BQltovx0SfJ/H3q6y/vpK/rOCapcjj35TLjbgAACRFzccVdbdbuA3hNZUa1HObH5GbXiININvQcS8A53nXep1I+zTeMva94WXyki1j3GVKmvL5TuRGGn8ZY6KuE8csE15/ZBm3kZYfuEaeX8YyJnDdOt+JWSbm2nl+oMLjlLGMCdRhYpaJXAv3r9ObUjWKvJg6Rng7A/sSXCavZBlTUoGJbENe4Cp7nomtxkRfic8LHOHSG1ZyFT8/8K78MpaJrNmdmcIyxkTXo5xUanFlLBN19EovEz5KpZcxpYpFqSyTfF8CX0Tl7Uv0mRBnGf2Sl8K+5BkTXbuL3d/S++Kf1Xmxy8Qcc6eMfclLYV+iljHr1zvri+zBVOzJ8/698oM6BR8AABKr1cknalS30jWfcGNswTNbbLoRjQkA1W/NtaP/uuNJ+++R/plyw4+Hgg8AAKngbjdX/JqP94oBgKzhX4bxb3ILlR5/EgAAlIXkU8IPP/6MQDMDAKqfn2/8yzR08gEAIEW1PflEPaindDPCoeYDIKtEhkgxZB4AAMqLmo8rqsNPIPBQ8wGQRUKByzEkHwAAyoWx3UoJVHvCMwwAZI2Sf5sC9WoiEAAAqaDmE62kARGinw+A7EK+AQAgbSSfsjn08wGQXRwuxwAAkC6ST2I0MgBkkRCXYwAASBf9fBKjkQEgi3AxBgCAtFHzSYB+PgCyCxdjAABIG8knAfr5AMgu9PMBACBtJJ+4eJ4PgGxEPx8AANJGP5+4eJ4PgGzExRgAANJGzadsPM8HQJbhYgwAAGkj+ZSN5/kAyDL08wEAIG0kn8RoZADIIvTzAQAgbfTzSYxGBoAswsUYAADSRs0nAfr5AMguXIwBACBtJJ8E6OcDILvQzwcAgLSRfOLieT4AshH9fAAASBv9fOLieT4AshEXYwAASBs1n7LxPB8AWYaLMQAApI3kUzae5wMgy9DPBwCAtJF8EqORASCL0M8HAIC00c8nMRoZALIIF2MAAEgbNZ8E6OcDILtwMQYAgLSRfBKgnw+A7EI/HwAA0kbyiYvn+QDIRvTzAQAgbfTziYvn+QDIRlyMAQAgbdR8ylYlz/MJhUIffPDBgAEDunfvfsABBxx22GHnnHPO0KFDv/rqq7Le8vXXX7///vsmA7Qxr7zyypw5c0zGXHjhhR06dBg0aFBw5pIlS5577rngnPPPPz92MZRl5MiROlynn366P0eHTnN69erlz4l75Msl9sSr+DorS2Fh4dSpU2+44YbTTjutc+fOHTt2PPbYY88999yXXnopwbv++ecfnfBXXXVV165d99tvvy5dulx88cWPPPLIggULgovNmjWrg0fHOemWnHLKKVryiiuuMJnBxRgAANJGzadsmX+ez9y5c/v16/fDDz/4c9QUW7FixTfffPP4448rCKklt8UWWwTfctttt73wwguXXnrpgQceaCrVX3/9pdD1888/jxkzxlShiRMn3nnnnWosnnzyyQbZKnMnXsV98cUX119/vfJzcOYSj9KaNnvgwIFNmjSJepdS3M033/zHH3/4c5Z6PvnkkxEjRnTr1q1Pnz4FBe6/kDvssMM222zz448/vv766xdddFGCLdFfrr1wcMIJJ5jMcOh/CABAukg+iWWw5qOEo0vyv/76q1pXnTp12nXXXZs1a7Z+/fqFCxdOmzbts88+Uy2oZ8+eikANGjTw36X5JjOUfBR7TIZtt912+tmyZUt/zsyZM3XB3qACdObsueeewaMaK/bIl0vcE6+C66wUSiO6QGCn27Vrd/TRR+to6E/ml19+UYaZMWOGws8ll1wyatSoTTfd1H/X559/fuWVVxYXFzds2PDII4/cdtttmzZtqhQ0b968d955R5ckJkyYoF+V9+zyKgqptKW/TRVj9ada1saogqSf+qCDDjrIZEbIhLjhDQCA9JB8EsvgtVU1rRR78vPzH3zwwd122y34kmovakINGDBA7bDx48eff/75JldcddVVBpXtBE/iZTJx5Kv921RV54477tCELh/o7+Woo47yX1Jt6l//+tf06dP//e9/qw6jotB9993nv/rAAw8o9qgQpL+vTTbZJLhOxSStSn+Ab7755qmnnrr77rtrZpcuXYYOHaqIrqBVVvLRq2+88Ybxvo68vEzdSEzsAQAgbfTzSSCz/Xw+/fRT/TzggAOiYo917LHHbr/99prQdWsDIB6FGdUqNXHrrbcGY4+vY8eOF154oSYUgb755hs7U5XVL774QhNnnnlmVOyx/vOf/zjuza4lf30qDakwqwllm6KiorgbM2XKlD///FMTJ510kskYbnQDACBt1HwSyOz99PYWr/r165e1gC4zt27d2t5QJPfee++jjz5qp+/3KBo9/vjjdo6aXLpKbbsZzJ07d9NNN91mm2122GEHXbTebLPN/HV+8MEHffr00RvHjh07fPhwXdVWk659+/bz58+fOXOmXea8884zXqMwbi9ttSB79+6tCb032AfJrlkTN910k7bcn7969epDDz1U19e1qfpcNUM/++yz0047TeUC/y12tR06dNDEe++9F7y7T0dJm6oG6KxZs/RxOhpHH330IYccYpJR3UxH45577tEOPvTQQ99+++2OO+7YrVu3zp072wXUYh4zZoyWmT179kYbbaRjtf/++x9//PG2yRtk+8FPnTr1xx9/XLlyZdOmTbUq1RP8r8b37rvv6jtavHjxihUrttpqKy2gBGv3K+oAbr311k8//bTaympJa9f09e2888777LOPvq969epFrVZfzauvvvrll1/+8ssvG264YatWrY455hhtat26de0CI0eOHDVq1LbbbqsKRlkHJHjkTeDwvvPOOzq8czyao9NGm62qRbt27ewyCU68uOvM3HGIsmbNGm28Jo444ojDDjusrMW6d+/+3HPPtW3bVgUirVxzFF1C7vglJnimBekg6wjo4Gjz/JmaM2nSJJ3P06ZNi9vZSd+Rfu65554tWrQwGUM/HwAA0kbyiasqnuez6667qtn99ttv77777ieffHJsg/t0j/+rmlNqVKkRvHbt2ubNm6v9rVxkX1KL/OKLLw721f7777/V7nz//ffVFB4xYoQtHwUNHjxYLU5N2DvuVHfKy8v7+uuvNUdBSC2/sjpv7L333htssIHCgFbetWtXf/7HH39sJ9QUDiafDz/8ULGnUaNGsdugeKY9mjdvnrZB+UQNd80M3iakdvMll1zi9zBRVlFCU2P3v//9r9r9JgVLly697rrrtLXGK7KpPW3n68j3799fh8j+quaspidPnjxx4sRbbrkluO8LFizo27dvsAfUPI9a6jfeeONxxx1nZ6olfcMNN9ibnazvPYpMqkVcc8012sGobdNnqVLh/zrNo5mjR48OFiIeeeQRhQ3/13Xr1umL/uqrr5599lmlHWU2ky7FDGUPvxJiferRaaPjZr/fBCderMwdh1jKIareaEJhOMFiG2+8cXB7RCewzsbvvvvu4YcfbtOmjfYu9l3XX3991Jx9991Xp7HOVa0tNvn8/vvv2mxNpHhmpo1+PgAApI273eKqiuf5qCjRpEkTXVe+8847ddVcDVwFmATLKx2pdqF2p6ZPPPFETdvGmXKFGqlqDaskokbnhAkTVEt58skndT1eLTy16YcOHRq1qoULFyr27LXXXmeddZZyl66XKwbcfffd9lU1T7VyPyREUUz6v//7P03MmDEjON+/LyiqK7w2Rj/jVml0AV4fZBuRO+2000MebbO/gJqYqtVcfvnl2imVBW677TY7QteQIUNSHBThwQcf1HV9FRzUHtWhU1VHM5cvX37RRRcp6qgtrlioNb/22mt33XWXygLKfv369QvezqSUZWPPpZde+sILL6gkpRqIXc/NN9/sD388btw427xWWempp55SI/iZZ55R3czuhTY4asP0RjX3dfC1y1rnAw88YI+DCi96u7+YDrKNPSrFqJmuWopevfLKK3WUdLZUcDjp++67T7FHkVvxUqefvinlDZ1UOlAKMCqX2RvJyjrx4srQcYhL54ad0JlsyknHUDu+bNky/Zko/mkjFV0Sv0XLa/eNd1ebQmDUqzqF9JeoIHr44YebTCL2AACQNmo+ZQuFjJPBZsbmm2+udt6AAQPU+vzpp5/sfUQqg+hq9A477KB0YeswSdejC+p6u/G6OqggY2du51Fb6dZXuAAAEABJREFUTU3///3vf2rKK7H4b1EcOuigg1T2MWk54IADVB5RkUftY1uqUu764YcfFEtWrlypsoyiRePGjY1XAfjoo49MGcknFYqF+jg7feSRR6oY1adPH23/rFmzdtlll6Rv1/bYu+yCM7XjqgJ17979P//5j52jQkTnzp11zM844wyVApQbzz77bOPdtWUfrKS2vl/g0mL77LPPCSecoIKSSnZKsHqLfdLLv/71r8suu8wuttVWW11xxRX6QvW1vvTSS6oO7bHHHv42qHSz44476tux34tWqO9OH6pV2S4o1vDhw/VTkWzs2LE2E6pt3a5duzp16ujIqAmu0KtpU35qptuIcv7559v7G403SpuopKM8oLKhokXULWqJZe44xGU71dSvX7+sm9YS0DYohqm+99tvv033DBw4UBUtFTwVyDt16hS3rnXSSScpf2qbVW5SnA6+pNCon8rSSW/Sq6AQ4QcAgHRR8ylb5p/noxatrrXrarcuq9sbe1asWKFGmGb27NlTzSy1vJOupFGjRio+KA/4scdnW/yKH/amoCC/u0sa7FV5hQrFDzvH3uqmDVDpxkQGbxDFBi2mJnvstqVC2+/HHstviCt1pLIGtWWjYo8yj5qtmujRo0fUwtpO20v+xRdftHNsNxLVW4L39RlvJDFVxpQ6OnbsaLxWr2pQatzbzvRBasQ3a9YsuE6fIlMwjipD2mHE/OKD6iEKAJpQhSpYCjNeCNQ3rg1Ie0BwhWHFub59+9o6RpCiiJ1Q+DHlkaHjUBbbVyfqyKROp9bLL798xx13qOZp0+OiRYsUJpU29ad38cUXx9Zglef33Xdf43VyC86fPXt2ph/j43MIPgAApIuaT2IZb2SonbenRy3pzzxKC6oC6Xq2Gr5XXXXVvffea+8uK4uSzzHHHOP/quagLmMvW7ZMtaDXXnvNzlTyiWogJngmSVKbbbaZ6i1ff/31jBkzbCvZ3uq21157LVy40O6F7Xrx4YcfGi8pBZu2qVPkiJqjvVDZZ82aNfZGrKRid9MfyCF40KL4z8S00c42xKMEH9hil1etILYVroykty9evFhHJuql2KqCfeCMfyeV3wMntiOKilRnnXWWqQC19aNGBVDq/vXXX9WCf++99+yc8saqDB2HstgBNoLd28qrbt26h3uUh6dNm6Yqk85qpU39veiUVuB84oknttxyy+BbVLOa4dFfmT/Ch32Mjx1TxGQY/XwAAEgbySexqhtDKS8vr4PHeOlFF5Vvu+02XXS/5ZZbdGXaPku+LFpel9snT568atUqBZ7YCo+9Oh6kvGQqQNfL1UZUeercc881kZqPEtrPP/88evRov6uP7eQTVbdJXdy7mOz9dbF7FFdw9DlLxyfpu9QOVrLSp9uyg+3ikoBt8Zc1opedr3pC1PzYr8DmQ3/XFEX0s169eptvvrnJDFXnnnrqKYUH1TfszWNBKR5kX4aOQ1n8N86bNy/BoAupUFTr7DHet//oo4+qEqvjP3ToUPu8IJ/i4p133qlj9dZbb9kBSFQ9e/31102GB7P2EXsAAEgbySeBDN5RP3fuXCWHdevWxW0tqXFvb7u6/vrrly9f/tFHH8UdRdfXp08fW10xXrcKtQKbNGmy3Xbb6br+gAED4r4lvSKMTxWPESNG6Bq5spkaiGrOtmzZUi3RjTfeWGvW3ql6oBahYoYS3cEHH2zSklfhx0HG7qaNhWrp2lSWmD9sdGI2l5b1mBcrdl+S7p39dCdjnc3GjRtn+xEZ7z4u1fFU32jTpk3Hjh2DgwqmLkPHoSx2iGrj3VSZOPkoyeiE1A7a4Qe+/PJLRXTtctxMrnPjwgsv1PLPP//8pEmT9DeoMqP/qvaxS5cuiotvvPGGPUrvv/++/gT0ZSUeYq6y0M8HAIC0kXwSyGA/HzW7hwwZonb5McccU1ZHhSOOOEK5pbCwMPYGoSA1zmzs6dmzZ/fu3e2dQpYuS5vM2HbbbVUJ0TX+//3vf8pmxuvkY7zG+h577GFHRra9RPbcc8+KjLxc6WwTWdf1Fy9ebHueJKAYoBZw3D5Fmq8KW/PmzfX1tWrV6rvvvvPvkYtiv77Y6lPqm6qGdfBrtfSJm222mZrv6SUHba2yq/EGn7jsssuCySFpB5uyZOg4lEVn2iabbLJy5coZM2ZEjTcQpL+gMWPGqEqjPbXJR0Fo6tSpu+++e4Jq5JFHHqnkowmdJ1F3XXbt2lXJZ+bMmfPnz9cu24LPoYceGjtgdybwPB8AANLGCAdxZfx5PrY/gK6OP/vss2Uts2zZMtvRwo6TFt6gmAqAfX7iTjvt1KtXr6j2sd9Fu7i42FQ2W4b65JNPFH5MYGRhO/Hxxx/7nXwSr8dxqvQStmpidiJuLLz22msVOP3ncirY6Kcdni7KY4891q1bt4svvthEIoqOg7JQ1GJr1661x6F9+/amnPzHCk2fPj3qJaXKs846S8WH2JdSpMCss0vZW+k6qmDyww8/2IngaZPK15Sh41AWbbwdeULZww4FEdfIkSPtjXynnHKKnWMHvVDFMsG7/MsNdiD1IMV+u4bXXntNe6oQZapkbAMrROwBACBdJJ+4Mv48H1VC7DBow4YNe+aZZ2IXUCiyHQw23nhjO4CYZQehCnY9tx3BY28xUpvMjrRrUks+/p1dKfZrt5FGCceO5LbPPvvY+barku0FrolOnTql8rlpj1FWXirj2FEZHnnkkajO8WqyKw6p4uG3zu0oCAsWLPCfVmTp2NoB4nSl33hjGasVrjSi2kLUx40bN87GgOCICClSVc0OrvDcc89FvWQDs4pp/mEvL3va+OOSBynU2YngaRN74sXK0HFIQHVOm0z69Oljxx+P8uabb44dO9Z4pS3/70gRyJ51//73v+OOna2C3kMPPWS8s1p/gLEL2MQ1efLkKVOm6Jgoo5Zr+O+K4FY3AADSRvIpWyizd9TffPPNKtGo6Tlw4MDzzjtPKUUR4oMPPlBDTTWHI4880l4j79u3b7Cbgb2jZtq0aVrYDlNm2/G6ej1q1Cibf9QUe+WVV84++2z/tqVURkJr0KCBvW9KjUWtfN68eYmX33vvvTfYYAPVB9RM3Hrrrf1e+LvssotayUuXLlULuF27drZskoC9F07br/3V51ZBBLKP8VEd4Mwzz9QBV/7RLjz99NN2vlrSfnFA+2gD3o033mjrA3rXe++9d+mll6oi16xZMzsktOpI3bt318Tjjz+uvPrTTz+tW7ful19+GTJkiG1Aq1m83377mfLTt6+fn3/++aBBg/Tl6myxj36y/XMuueSSxENfJGCrjso22rWVK1famTr+F110kV9HCp42sSderMwdh7LoDNTK9Xekb1B/RDfccIM2Xlv49ttvK7+pLHbdddcZr3anPzf/XZttttktt9xivHHhLrjgAhX6FGDsu0aMGKEvVwWcJUuW1K9f3x7/WPrzVHbSDtpxz6MGPc8oKj4AAKSNfj5ly/DzfFR8UFZRW23WrFlfeaIWqFevXu/evaM6MKjt+Nlnn3399ddqoSozvPvuuz169Hj99dfVEB85cqSurLdt21ZtzX/++UcLd+vWTQ164w1+5d86VRa1oVWJUvvvOY9qNXfffXeC5RVvdBHdPnEoeMHbrscWfJLe6ma8dKHjoERx+eWX69fx48dvu+22JpOUzdTYvffee3XQVCsIvqQ29H333aeWsT+nX79+inA6LFGjSKvNrca9H0r1daxevfrll1+2Ry+4pA7OnXfemV5vHMVatd3VuJ/gCb502GGH6fs16drfo7Spb1Dxb5tttlFb344mt8ceeygSzJkzR8UuE9iLqBMv7mozdBwSUIFO54++R23t656oBVq1aqWLC1HjBKpYN3jwYMUh7fJbnqh32cdkxY6rbtlH377xxhuKgiqaVdmtboZ+PgAAVADJJ7HM3lqilKKsosvGn3zyyezZs1UnUTtMNQddO1eoOOKII2K7g+sSdX5+vi5Ra3k1IhUYNt54Y13eVuNPrfPFixcrR6mRd8ABB5x66qlq2qpcoLLM5MmTEz8UyFIDUde8FVrmz5+f9GkqxhuuOjb52F9t8kllVLe99tpLDeJnn31WrWrVNCryeJbUnXTSSYcccsiTTz757bff6oip9LHllluqHHHhhRcGK2yi+YqUqqEpHqjso7Bkb0JTZSD47eiYq3hy/PHHq9H//fff26HDtt9+ex2Bo446qiLNfZWVdJxVRbGbqkKEmvInn3xyly5dTMUo2T7//PPatUWLFmnXFFmVCbVafaKylpKPzkxlb7tw7IkXd+CKzB2HBPR3pB3RSa7Cqfblt99+09mrb0d/SkcffbS+67iVsYMOOsiO3qY/HF0s0Der6wWqDil4a2sVjewNfmVR2lHyMV68D0blTON5PgAApM0p7yM7ckkoosizfv36devWqc109qCCKV+5oyE7JvT7i4023YiWBoDqt+ba0X/f8aSdXvtM/4IDd6lbt64SmqJdvsfxGAAAEA/9fBLgyRkAsgs3ugEAkDaSTwLcTw8guzhcjgEAIF0kn7gy/jwfAEgDz/MBACBtjHAQV8af5wMAaeBiDAAAaaPmU7YQ/XwAZBcuxgAAkDaST9kc+vkAyC708wEAIG0kn8RoZADIIvTzAQAgbfTzSYxGBoAswsUYAADSRs0nAfr5AMguXIwBACBtJJ8E6OcDILvQzwcAgLSRfOLieT4AshH9fAAASBv9fOLieT4AshEXYwAASBs1n7LxPB8AWYaLMQAApI3kUzae5wMgy9DPBwCAtJF8EqORASCL0M8HAIC00c8nMRoZALIIF2MAAEgbNZ8E6OcDILtwMQYAgLSRfBKgnw+A7EI/HwAA0kbyiYvn+QDIRvTzAQAgbfTziYvn+QDIRlyMAQAgbdR8ysbzfABkGS7GAACQNpJP2XieD4AsQz8fAADSRvJJjEYGgCxCPx8AANJGP5/EaGQAyCJcjAEAIG3UfBKgnw+A7MLFGAAA0kbySYB+PgCyC/18AABIG8knLp7nAyAb0c8HAIC00c8nLp7nAyAbcTEGAIC0UfOJ5jiRpgXP8wGQZbgYAwBA2kg+ZeN5PgCyDP18AABIG3e7lVJS8InMUOEnRPxBlavy5i1nec2gf5DsueH/Y+VEGAAAkBDJx2UbDcGfEaEtuv6q9BNuanitQ3fam+OEmyAhf44xJUs6ochEvGXCqwoF1hlYJjIz+K7AzCRr9iZCgXXG+/R4a/ZyXvw1p/7pKeyXpp1kn15qmTL2K7BM6SNW8qs77ZT+vmLX7N7VWOaaS5YJbkbMp8c9B+ynR+9X7HkS++nRx9N+VpwzMMmaE52l4f1K4wz0tqRCn16yX6XPgco4/1P/ywrsUQp/1yn+ZSX+9Ph/WbHnSeyaS50nYQQeAADKpbbf7RZ73TQvLy8yMxRuyTi2rRV5vo9thnqtlZDXFyjkTnotE+91J7CouwKvQRNy3+V412sDDbnw6ouO9i4AABAASURBVL1Xw2t2TMlzhLz12zW7y5Rec/jqrxMKv8vbl1Bww6OWMcZ+eultDu++9+mmzP0y0ftlwvtlEuyXKWO/HK+NF1lz5GNDwTU7TmC/TBn7FVgm0JY2jhM4/E7w0034c0Om1Jqd0mv2P92UXsZEL2MCnx74ppyoT/c3Pe4ywU8v9U05TqkzMFRyBoYCZ2BkzQnPQBPnDHRizkCT9AwM7peJ3i97BiY8SyP7FYr/l1Vqv5KegRX9ywqepab0MvaIpf6XFTxLSz49skzgXwxTxl+WEzz/o5aJ7FfgdLDyPCQfAABSRz+fEn7sKWlMG/9au7FXXsNtm5IsEl7GNrBKBpwNv8sxoZJSkm1Mh/xGkRO+phsqaemFGz3+FWX7Qskyxvj/x/uf4wcAY6OIE/4Z2BB/GX+zbJM90tbylrJrDvm7V7JMGfvlNwej96tkGf8gxe5XuDloTHCZkv1ySu9XeKNCpuS7iOxXuJkYOJ6R/QrvkSn5wuzBC3+PpdYc79Njv6ngpztOqKSRamKPaijyYSbcXnX8Rn+po+qYwIcEvik/fNozMCz2iIX8szT4TZW5X3HPwHAUDO+Y/7km9gw0cc7AkjDjnzgm0RkYCvzVlP42jb/vZf1llexXor+swBkY85cV56/PBP+yQlH7FfnLMgn/sso+T6L+skyiv6xQKO554sT967M7HmQAAEAy3O3mCjYg8vPzt29ZtPpvU1xU5L4W7ugTuHIcaLiYSBXFKWn0hBy/iV8yP9x8THU9dqtKLV8qgPmN7Dyv4ZUXiQHh5mDJ8k5gzfZnXuyWhEJRN3elsEexMSbcADWB+Un3KHbNJtmxjawn7WNbtXu0ft36b7752q5ns8023Xqrratuj+Ktxz1byrceU/oIxH5HMdufqS0pcz3pn73xz7rwnHJ9R35ZtjgSafxKV8nPZHtU5B6TREfGvTKj61X6K3ZM3qYbBcs+hB8AAJLyL1jWUiFPsaeoqKiwtCKPXgpFGKA8Fi9e3LlzZzvdpUuXQYMGGaA8/GBjc44uzRTE8CMQ9R8AABKg5uPye/ioVeHHG3+On3wMUE5169b1p3U61atXzwDl5EeaYPjJ9wQDD5kHAIDESD6RfgKB8GPixR6SD9IQjDokH6QtmHzsP03+NJkHAIAUkXxctt2gNoT/qwKPfo2KPYQflFedOnX8abVWgyUgIEX+DW/B8BNMPlFLAgCAuGp78nFKjYwcDj9+C4PYgwoKJh+dUSQfpCcYfpzIKJTc6gYAQLlQ8wkLhp9QZMwoMg8qKJh8dFIFfwXKJSr8+GknOGEAAEDZSD7hso8xpR4PEpV5CD9Ij38LpfFOLduLDCgvP9UEQw6BBwCAciH5uKLCjz9B4EEFBaMOyQcVV1avHvIPAABJkXzCglEnmH8IP6iIqLYpzVNURNzzh5MKAIAUkXxK8dsQwaf6GCBdUecPpxMqBScSAABpIPnER8MClYKaDwAAQJYg+QAAAADIfSQfAAAAALmP5AMAAAAg95F8AAAAAOQ+kg8AAACA3EfyAQAAAJD7SD4AAAAAch/JBwAAAEDuI/kAAAAAyH0kHwAAAAC5j+QDAAAAIPeRfAAAAADkPpIPAAAAgNxH8gEAAACQ+0g+AAAAAHIfyQcAAABA7iP5AAAAAMh9JB8AAAAAuY/kAwAAACD3kXwAAAAA5D6SDwAAAIDcR/IBAAAAkPtIPgAAAAByH8kHAAAAQO4j+QAAAADIfSQfAAAAALmP5AMAAAAg95F8AAAAAOQ+kg8AAACA3EfyAQAAAJD7SD4AAAAAch/JBwAAAEDuI/kAAAAAyH0kHwAAAAC5j+QDAAAAIPeRfAAAAADkPpIPAAAAgNxH8gEAAACQ+0g+AAAAAHIfyQcAAABA7iP5AAAAAMh9JB8AAAAAuY/kAwAAACD3kXwAAAAA5D6SDwAAAIDcR/IBAAAAkPtIPgAAAAByH8kHAAAAQO4j+QAAAADIfSQfAAAAALmP5AMAAAAg95F8AAAAAOQ+kg8AAACA3EfyAQAAAJD78gyACigqKtp7772dMrRu3dpfcvz48U7Zxo4dawAAAJAxTigUMgAq4NNPP1X4MRXQqVOnyZMnGwAAAGQMNR+gojp06NCjRw+Trvz8/BEjRhgAAABkEskHqASDBg1q1KiRSUvv3r3bt29vAAAAkEnc7QZUjrFjx5577rmmnFq1ajVz5syGDRsaAAAAZBLJB6g0e++996efflqut7zwwgtdu3Y1AAAAyDDudgMqzYgRI/Lz81Nf/oQTTiD2AAAAVA2SD1BpOnTo0Lt37xQXrlev3vDhww0AAACqBMkHqEy33HJLq1atUlmyX79+KS4JAACAiqOfD1DJJkyYcPrppydepn379l9++aXKPgYAAABVguQDVL7OnTtPmTIlwQKTJ0/u1KmTAQAAQFXhbjeg8o0YMSJBPad79+7EHgAAgCpG8gEqX/v27fv16xf3pYYNG959990GAAAAVYvkA2RE//79lX9i5998880MbAAAAFD16OcDZMobb7xx9NFHB+d06NBh+vTp5XrmDwAAACoFNR8gU4466qgTTjghOKe8jzoFAABAZSH5ABk0fPjwhg0b2ukePXqo5mMAAABQHUg+QAa1atXq5ptv1kSjRo0GDRpkAAAAUE3o5wNkVlFR0U477dSvX79zzjnHAAAAoJqQfKoBx7y2mT17dtxx3pDbHMcxAAAga5B8qkjUceawAzksKvMQgQAAyAYkn6rgH2Q7QQoCclIw4djp2DkAAKC6kHwyLph2Qh4TLwLxRQA1VNwKj+MJThjCDwAA1arAIJOCgSeWIfAAOSQYdXzBl/T3TvgBAKC6kHwyKLbaU+yxE4QfIMcEA09eXl7wp6HgAwBAdSP5VIVg7Dnmun9W/1XstYBC+n/GvQbs/fTm2MvCgTnGn+PEX8aJnhN4b17U2qKXiX5vnrdNkXc58bfKf6+Wd3+4P2PW75S9R1q/U+pdqe1RnvE/yzgpvDe8baWW0azidI9Y/PeW94iF31XOI+Yf7bSOmJPwHIuzR6WPWOI9Knbb+GWu3yQ4B+x7k+61f8RCKW5bJZxj5T5iUedAnveCfuZfeEzdsw9X7NEfvh9+KPsAAFBdSD6ZFcw8UlRU9PmPxSvXuEUeNZEct2kYmfYWd0oCTygYdRy/seXPKePV8AoDTbeoV6PXU8arpTasrPXEfbV0SHNCUTsYfK/9NTztRZrSx6T0tL/B8V71m9qhOMcnulkccwRCCY+zE//o5ZV1BBIfn9KvRgfaso+k96pdIHj04hyNuEcv5tXEZ1oZRzKnz7Qib7o4hTMt5M0JeYsVe9tQbEqOp53jrq3LPvqT10zFHgIPAADVLs8gM6JGL5AiTyjcPnMbl7Y9ZRtS3nLeJeGSV+10uEEVsovaOf6rjt/+tO8NrzR8abnkvX6ryxvTwh91yltp5NWSaW89xl53D9mmbcmr4Q0N72DJe00ocs3bWyLk2IPg2PV4r4Z3MvxqZGNDkX03kcnSx8fYzfS23onzqn3BP96ljo8/HYr0wYg9kiZyJMP7GD6STuQjo46e35cjZDcr5uiFj0ayo2eb78Y/2iVLeu+1u+2UHEnHPwKhUPQRiExHjkD8VyNN9lTONJPsTDNpnWkm3pnm5M6ZFv5K7fFxQ5H+5P1bW/0bXAEAQLWg5pNxwbKPvQBswq1Nk6/mkncfj5PvzsyzTcBwo9IJXH33W52R5b12WPh2oFLvdQLvdQLvdQLvdQLvdbz35plSy4ebcd41dRN5rwm86m2hvaXH+BGi9JoDrWO7tjx/2kaNkveawHtN0vfmxb7XW76s9zol7/U+JZx7InNCgWl9TsiuOZTnTYdv5YocH++9eSXLO3Y6L/Dekmn73ryy3puX54RKf2749q2S7Yya9t/r9hwJvJrkveEYFee9eam8NzinjPfmmfzAe/MD780PvNebDn9WvreG/MB7vTmh/ECxJb+kXhR+rwm8107nhc8B970hfzpc1QlOh98bCpxvSZYPxSwfCl8oCpVEn9LvNeFpxR17O6sp9mKP+F19AABANSL5ZJZ/obck+Ti2KWx2bJP/zZjNDYAcsu7VGauOu87Wf2zNJ89j/x3ghjcAAKoRlyEzKBR4gKkffiK36Bj/9hkAuaTklrbAKI4hHt4FAEB1I/lkXNSo1nZmuI8HgJwT7OcTjD308wEAoHqRfKpCqPTzTI2t+XDfC5CLwqMtmJK/eUOdBwCALEDyyayoG95CkaGjIl2iAeQa/5pGVM0HAABUL5JPlfIaQPTzAXKZn3McSj0AAGQTkk/VCbaB6OcD5Cq/n0/4J3/pAABkB0a1rh708wFyld/Ph79wAACyCjWfKufQzwfIZf41Df7CAQDIKiSfKsfzfICcFuznAwAAsgfJp3rQzwfIVVH9fAAAQJagn0/1oJ8PkKvo5wMAQHai5lP16OcD5DL6+QAAkJ1IPlWPfj5ALqOfDwAA2YnkUz3o5wPkKvr5AACQnejnUz3o5wPkKvr5AACQnaj5VDme5wPkNPr5AACQnUg+VY7n+QA5jX4+AABkJ5JP9aCfD5Cr6OcDAEB2op9P9aCfD5Cr6OcDAEB2ouZT9ejnA+Qy+vkAAJCdSD5Vj34+QC6jnw8AANmJ5FM96OcD5Cr6+QAAkJ3o51M96OcD5Cr6+QAAkJ2o+VQ5nucD5DT6+QAAkJ1IPlWO5/kAOY1+PgAAZCeST/Wgnw+Qq+jnAwBAdqKfT/Wgnw+Qq+jnAwBAdqLmU/Xo5wPkMvr5AACQnUg+VY9+PkAuo58PAADZibvdqkem+/kceuihK1eujJ2fl5fXuHHjZs2atWzZsmPHjkcddZSpVn/99ddBBx2kifvuu0/bY7LV9OnTe/furYnJkydvvPHGplINGTLkiSee2G233UaPHm3S8vfff48fP/68884z2WTJkiUffvjhySefbGoZt59PKOR4FzgIPwAAZA9qPtWjuvr5FBcXL1269IsvvnjllVeuv/76AQMGGNRws2bNOu644x5++GGTTSZOnNi1a9cpU6aY2od+PgAAZCdqPlWuCp/nc8opp/Tr1y84p6ioaPHixUo+qrH8+uuvyj/777//4YcfblBjzZ07d8WKFXXq1DHZZObMmYWFhaZWcpzwHzc1HwAAsgo1nypXrc/zyc/Pb9my5bHHHvv4449vuummmjN+/HgDoPLQzwcAgOxE8qke1f48n0aNGh1xxBGa+Oqrr/755x8DoJLwPB8AALITd7tVj2x4nk/z5s3txK+//qpCUPCl+fPnqyj03Xff/fTTTy1atNhhhx2OO+64vfbaK3YlX3zxxeTJk3/++ec5c+asXLly6623bteu3YEHHtipU6fYhbXCMWPGKGv9/fffu+22mxY78sgjTXn89ddfWsM333wze/bsjTbaSBu2//77H3/88U7Mwfzzzz9feeUVLakNmzt3rgpc22yzjZY/9dRTN9tss6gufFMIAAAQAElEQVSFlyxZ8tJLL82YMeOXX34pKipq1qzZvvvue/bZZysfxm6D1jlhwoSZM2f+9ttv22233c4773zeeeelOOyBQuYzzzzz5ptv6oi1bt1699131/aUtXDSY7t27Vrtvp1ev359hw4dNHHPPfccfPDBKa7B9/XXX48bN05L6lBor7XYTjvtdNJJJ22++eZRSyb9Cj744IM+ffrY6enTp9uteu+99xo0aBB3N+3y22+//dixY4cPH66D07Bhw/bt29944432Fj5t+b333vvll18uW7asbt26WlLH7YwzzvBXeN999+m9OocnTpwYXPOwYcMee+wxTbzxxhvBr/Ldd9+96qqrNtxwQ004GfgzpJ8PAADZieRT9bLleT4LFiywE1tuuWVwvjLAXXfd5ReCfvIoRRxzzDHXXnvtBhts4C95xx13PPfcc8H3zvRoDVr45ptvDr40atSokSNH+r9O83z++ef211QaoGpt9+/ff/HixfbX1atXa1ote7V3b7nllmB4+/HHHy+++OI//vjDn6OspYXff//98ePHjxgxQq3n4JZov5SUgm+XF1988eGHH952222D2/D6668PHTpUMcP++oVHbXcFxeCRiWvhwoWXX365QkjwU3Ss/u///i/2CKRybPPy8vbcc8/ff//drlPT+mlvYjTl+XYUDAYMGOB3y1nk0bF64oknRo8erbzkL5nKV6AN0JbMmzdPiVoZxh5AbapJZvDgwU8//bTxonh+fr6NPTpDlFL8gQqVu6Z7tOR1111nM56ynJKPzmfFtqZNm/or/OSTT+yEMm2XLl38+R9++KF+HnTQQU5mrj7QzwcAgOxE8ql6bnOo2p/nY8OMJlSyCHaOnzJlitrEasSfc845nTt3VqtXF9o/+uijBx988LXXXlNlQ81Qu+Rbb71lG9YqBx111FHKEsoD3377ra6yq7WqhU844QS/TPTqq6/a2HP44Yf37NlT5SaVF9TS1UrsAqFk9/4tX778oosuUh7TZ2nN+jiFGTXEH3jgAdUr+vXrp5KFmsvGG79ObWLFni222OKSSy5R7UItcjXEdYH/0UcfVWNd0cXPYKrb2Nij8oUm9thjD63k008/1f6qUtS3b9+XX345uBl33313x44du3fvrrKDGv1PPfWUApKCx7PPPnvWWWcl2H6Vki677DKtU6WGG264YZ999tH2K10MGjRIGxZ1BFI8tvriHnroIeWW66+/3k6Xdw3Gy4R33nmnYo++Gs3ccccdV61apTino7RixQr9VL2lXF+BzihtyW233fbCCy/o4KsgY1KgWKiSoDZJRSSt0w5xrsCjoKWfKj1pH7W2goICvXr77bcvXbpUn6j806pVq1133VVxS1urCHrKKafYFepdWqGd1i4Hk48WM17yMZlhh7Q2xB4AALIMyad6VE0/H107VyM+aua6deu++uorXc5XE1bXvK+++mr/pbVr16ohrombbrrp0EMPtTNbe2xzf8KECWr1qmmr+W+++aZ+KirceOON/hrUmuzQocPRRx+9Zs0afbRtW6shqMax8a7NqxBhl1QLW/FDaUF1D5MCxSRtsLbhP//5j52jeoKymQomZ5xxhtq4Tz755Nlnn63533//vXKdJm699da9997bLrydR/urSPO///1POcTGJDXWFXs0raJB27Zt7cJHHHGEFlYbWtlGbfpddtnF34zddttNYUDtb7sByjA//PCDEoWqComTjxKUYo8mtAG24qQYqY9Q4lKbPmrh1I9tWVJfg3bQHgEVbex+acOUFevVq6f0orSjw27LWal/BWlQItXm6SOCM7VJOofr16+v07Vx48Z25v77768P6tatm1KrtlBnkb7WAw44QEn+448/9pOPLfgoF82fP/+zzz7z16nvSzulPdVbTGbwPB8AALITyad6VE0/n3c9Zb2qBq6unSuB+HNU29Gl9EaNGvmxx9emTRtVOdRcVgveJp/TTz99v/3222abbaKWbNCggRZWGFBBwM6ZOXOmVquJSy+9NLikWp//+te//vvf/5pk1OCeNGmSJnr06BH1khrlCmMqMqj2Ypvd2n6VrX7//Xc/9vhs5FCrVAUQm3zeeecd/Tz55JP92GPpV5UUtHK/wW1pg2088O25557aWTWmTUL2yTY6sMEb7eTII498+OGHbSjypX5sy5L6GpRejFeSevvtt4NPtj3c4/9arq8gPQpRwV9VtbNnb69evaK+hU022eTiiy9WstUJqXTarFkzP/m4kcP7y7LJR9+XKlr21jvb1Ud1Nv3UuaFAZTKDfj4AAGQnkk+Vq8Ln+ZTlmGOOUe3i4IMPjurBr2qJ8SpFtld6XDbDSAePP18t4yWe6dOn23a832/kiy++MF6bO7YhnuJ1d2Unf8vLWkYfbSe0U8HF1BRWcWDZsmXau9dee83OVPJRe117andHoS52hX71ICiq24/9OP1UFcUkpEKTfgbLR5aa6YooUckn9WNbltTXoCTWvHnzRYsWqfSk+okOheaoWGRLZP4ayvUVpGfXXXcN/qpNshO2/1IUf+8WLFig5KNjqK1V8UolLLsem3w0X8dcZ6Ayks1106ZN009/EIhMoJ8PAADZieRT5UJV188n6kmmH3zwweDBg3X9+5tvvtG18NiBy2zySUxpwZ9W2/TRRx/9+eefNZGg1WvrIU2aNIl9SXUnJZCkw2qnsmFayV9//WXH+1LamThx4uTJk1etWqX3+gMS+GynGn8IBDWdTWpiByiz8SBxPyVtmN3HqNpFgk9P8dgmkOIatP133XXXNddcs3DhwgUe2wGsVatWl19++SGHHGIXK+9XkIaoE9Lf5hYtWsQu3LRpU3tTmTZbBZwNN9xwn332mTFjhuqWSj46S3We641abK+99lLyUfJU8lm9erXN4Znr5GPo5wMAQLYi+VSPanmejwosO+64ozKPGoUXXHDB/fffv9NOOwUXsHWAAw88cMiQIUnXpovoahmvXbvWeHlAF+a33HLLli1b7rvvvnq7XyIwkWxQ1jham266adKWvY0uyki2b3pSffr0seN3yVZbbdW6dWvlLhUx6tSpM2DAAH+xunXrBrcwFamMURbLX3/cD9poo42i5qR+bMtSrjWoyPP8888rM7z//vsKBraX1Pz586+66irbNUtHvrxfQRrs/YexvxYXF8cu7HiUMfxvRJs6w9OrVy+7kbYjk6pDo0ePtl197K1u2t+4Obyy0M8HAIDsRPKpHtX1PJ/NN9982LBhPXr0+PPPP9UyfuKJJ4JDWishGG/Yt6TrUcNOhQI1rNu2bXv99dfvtttuwTa9LvxHfah++kMhR60naQ8Zf8NUUrCdOhIvPGnSJBt7evbs2b17d3+UZ+ONeBZcUklA7WY1rBW9bOeloLlz56rxraJBVMeeNNSvX9+WtuIehKjgV65jG1caa9CeHuAx3nh3b7/99ptvvvnVV18pKrz00kvdunUr11dQKfyeV6pZxT6CSZthE5H/xCGVcQYNGqR6ph2/QXNUBTLeoBSKuPo2daZVwa1uhn4+AABkq3QuYKNiqrmfT7t27Xr37q2JFStWXHfddcGXbFtTDc3YqoIu+Z9wwgldunR55JFH9OusWbN+/vln41VXdt9992DD+u+//1a5wAQu1dvKkhrN06dPj1qt6gxFRUUmGdVt7ERUdLGuvfbaI444wh9u+9VXX7Ufqmv/wdhjvEfo2Am7bWru20b8xx9/HLtaHZyuXbsGn0FUETZZTZ06NfalqMNSrmMbV7nWoO/6gQceCO7mFltsocQ4atSoNm3a6Ndvv/3WlPMrMOUpo5WlVatWtp4Td5QOOzSFiRxY4z2ZV+e29kuxR5UfE+kLpNhje/5oZqbHs7b8Xa/mJ3YBAIDSSD5VLxT+X/VdET7ttNNsr/Evvvji2Wef9ecfcsghdvzi4cOHRwWScePGLVy4cOnSpbqCbrzxr+382Cb4hAkT7F1z/kt77LGHTSAPP/xw1GrtkyuTUhPcjkGn3BV8PqnxRg5QW/z3339v3769nWO3LTZQrVq1auLEiVGbbXu9v/baa8EnmRrvkZ32aTCxw9ylx65HVRRbdvApV3z99dfBOeU6tiZyz15wf8u1hs8//3zMmDFPPvmkjk9wSUUXu05bVCnXV+BvVdKRGBJQLlWastsc7F1mvNBuE7hiTzDcHnjggfr53HPPaQu33nprv+OQjUB2BHMV8YLbmQl+py9qPgAAZBWST/Woln4+QQMGDKhXr54mhg0b5g/XpjbuBRdcYLxeIiqYqPX/119//fDDD0OGDLE1gQMOOMBGpu22285ej9fb58yZY98+d+7cW265xT66xwTuqtKSdjzrL7/88t///rcShW0Qa52pdxqxz5BRy/XMM8/Uu9S0VWtYwcnOb9KkiT8Um22g61NUtbBtd33cK6+8cvbZZ6t1HrVt5557rkocqkddccUVak8b796zF1544corrzTeOMs77LCDqQyqmNme+ldffbUCmA0P8+bNU7UkaslyHVvjjRJhvCSjFr++OK25XGvQPirk6Nf+/fsr3NqZOs4DBw5csGCBiYRDU56vwEQ6L+lb+PDDD7VV6UUg1awUxVWnOuuss1Qu++2331auXKnoqK/SJtVLLrkkuLy9W89my+CIcDb5/PLLLyaSjjLK7efjTVDzAQAgq9DPp3pUVz8fX/PmzXv37n3PPfeoWakUNGLECDv/jDPOUNNfhSCVg84555zgW5Qo/OeQbrjhhnr7vffeq/a02rtbbbXVunXrbLu5cePGuqaulrG9q8o68cQTVdl46aWXPv744+ATP7t37/7OO+9EXdGPa5dddlFI0CcuW7ZMDeLgS7rqf9999/ldQXr06PH6669rMSUrXeZv27atmrx2aLVu3brZKpMiR8uWLY3XZV9N/BtvvFGlj8MOOyy4Wi2QyrOGUqQaiI7eZZddpnx1q8ffeJXgVNbwlyzvsdUcvWXNmjX227nqqqu0wtTXoDNBu69zYMaMGYpnUZutI6YcZadT/wqM98AcJU/bnUy/jh8/PnZA8KRUtNG3Y59narNo8Hhef/31tiePTwVJeyhMYNhr45WG6tSpYwdpyHQnH0M/HwAAslV+cKgrVLqQp9hT5Ln/1Trr1rtNosabOpeckKlnKT766KNr165VVknwwBw1B3V1fPny5YsWLVKD2BY3bE/3Qw45JN+jS+y6eN+uXbvzzz9fNQF/MDTjtTLVJtZleDUotYbVq1erhd21a9ebb75ZVYhJkyapfXz88cf7A5epxamix6xZs9QwtaONKQL17NnziSeeUMHhmGOOsVEkAW2hVqit0masWrVKbdlWrVrpjYMGDQqO06BalsoU2n2FOm2VgpyW33fffdV0Pv3006dMmaLKj5bxO3s0bdr05JNPrl+/vlao5bX+Nm3aKDDcdttt/sMuVf2wzwJSrLK1Mp8S3fTp07WbCo2Jt18HWRtmB9o2Xq8qHeebz8T8RgAAEABJREFUbrpJ2/n+++9rM/zgUa5jq+3Zb7/9VIFRplLA03t1bMu1Bi3ZqVMnLanKjH4qJqlktP/++yu0aKeCPXZS/AqMF6i23nprbZK2QctrT+MOTm28FPrGG29oQudY7GASrVu31nehL0KfaJ++quTWpUuX6667LvapU9rUn3/+2fbm0ulqb900XtVRSV5fonKRwlt6A/SlqOiHhevGTw5P77+j03GH/Ah9rh2SzlRGPygAAFBeTijEHRkZEcw8tkGptrjalDteVG/1326jZ6c2+d+M2cwAyCHrXp2x8thrbaxZf/XJps+JdT1KiTb82NxF8gEAoOrRz6d6VHs/HwAZQj8fAACyE/18qke19/MBkCH08wEAIDtR86l61fw8HwAZxfN8AADITiSfqlf9z/MBkDk8zwcAgOxE8qke9PMBchX9fAAAyE7086ke9PMBchX9fAAAyE7UfKqcQz8fIJfRzwcAgOxE8qlyIfr5ALmMfj4AAGQnkk/1oJ8PkKvo5wMAQHain0/1oJ8PkKvo5wMAQHai5lP16OcD5DL6+QAAkJ1IPlWPfj5ALqOfDwAA2YnkUz3o5wPkKvr5AACQnejnUz3o5wPkKvr5AACQnaj5VDme5wPkNPr5AACQnUg+VY7n+QA5jX4+AABkJ5JP9aCfD5Cr6OcDAEB2op9P9aCfD5Cr6OcDAEB2ouZT9ejnA+Qy+vkAAJCdSD5Vj34+QC6jnw8AANmJ5FM96OcD5Cr6+QAAkJ3o51M96OcD5Cr6+QAAkJ2o+VQ5nucD5DT6+QAAkJ1IPlWO5/kAOY1+PgAAZCeST/Wgnw+Qq+jnAwBAdqKfT/Wgnw+Qq+jnAwBAdqLmU/Xo5wPkMvr5AACQnUg+VY9+PkAuo58PAADZieRTPejnA+Qq+vkAAJCd6OdTdZxAxx76+QC5Kqqfj8NfOgAA2YGaT5Vy20A8zwfIacF+PsQeAACyBzWfzPLbPU6Ed5ObezPMrHlF9Q5fbiOQ/9MJxZ9O51XHvfgc/1Vbcyp7bW4gLtd7E3xW9HaGnPAV8ch0+L3easPLR6a9ZUzU8v505KbBst5rwsvHvhrZmJJX7ZbYzwrMCSwf2ZJ47w28mvi9sZ8V59XSn1WR96a9nSXvLd92hiK1jvAXFHm1ZDpyFpUsX7H3Rs5GJ2r5wJkcmOOUnjYxc5yoMz/uq078tYXfVVyyL3lOCQMAAKobyacq2HZPsA3ktp2KTaHXhMpTo6nY/RmeDkWCh53jrqCkyRUOEv6r+llcMh0KFee5bbDAdPi9xXle6LLT7kbYNRQXe2HMvlrsmPB0kfte4zUcHXc94aaefdV+ul3eNjrD0+HtCTQ6Q5E5wWnvcwPT8RqdUUegZD1xj4+/ntjjk/hIlhwBu357BNzp4rKPXvBYeUeyuPQRcI9YZC+c4pijF7JHrNifjhwBb37gvSWv5rkHLFSyfHEo+F5/yVDgSMZ91d2vwHtDUa+62aHkvY595G7gvaHiwHq84xN51ZsOv7fYOwL2veFj6+16sd07e3xM+Lzyjk/4c8NnWsheGvCn/WMSOT4mcj5EBhJw31tc8t6SV52Y/Y0sHz3tHz3/OOdF5gRfLZn2fjFlvGqPQPBv3lD8AQAgC3C3W8bZFk9ehJ0ZLkN4FY9Q+Gco0kqMlDn86fCKwo0tfzrcmPNahZHml9cADUzbT3MijdHARxr/gyOvOuElbTPU/d2uzbaBI696d/CEm/ImPB0eqjvcsdtGOyeyYKlp7//YH5Hpkl3yp5yS41Py3uDxMaWOjxN5f9Tx8Zc0wSMZMoFma+QImMARiDl6puToBY9V8MsrOQL+tIkcSW8vTPBIhoJH0t/EwHrCR8ApfQS89YRKH0lTciRN1JGMOlalzzRTSWeaqaQzzZR9ppnkZ1p4eafkW4hzpplUzzST+EwzCc60wFlqvJqP/uSD4Yf8AwBANaLmk0F+K9Cv9uTn5++2tVn9V7HbePTqBt618HDjycTcTmMiDfqSakb0Mk70nMB786LWFr2MfW+4SerVB9xGZF54Tl7cZcI/TZ4JXB2PWb9T9h7ZOlKp6lAqexSo/BgnhfeWVIdKlonUatI5YvHfa+sVeabMvV6/bt3s2d/Zbdtk443btGltyn/E/EpUWkfMiVlbovfGHLF47/LfG6wfxlnSJDgHTKQilHivw1sV/9tM8xwzkVATCoS6UEltTRUkP+CF62CJj1jwHHC8wONug34229y/5BHMPOQfAACqhX+BFpXMv/GmuLi4yFNYmp1pF/CXR45ZvHhx586d7XSXLl0GDRpkkIv8qxsKObrAURBDM/36D8kHAIBqQc0n42xjSMFGTZ+SRxxGWkihCINcVLduXX9a33i9evUMcpQTubfNhhybdvzAYwAAQHUj+WRKoMNDqfATvDCsag+xJ7cFow7JJ7cFyz72D9xPPlR7AADIBiSfzPIbOrY9ZCLNI00HYw/hJ1fVqVPHn1YjOFgCQi4JjmHgh59gJx8yDwAA1Y7kUxWIPbVWMPnoeyf55DanNJt5ogo+RCAAAKoLySeD7A1v/k97w5v91U4bYk+uCyYfffXBX5GTggknigEAANWK5JNZUeHHBPr/+JmH8JPD/Cc4Ge+rz8/PN8hdwbtbgxWe4HwDAACqCckn44Kxx59jCDy1QzDqkHxqj7hRh9gDAED1IvlUBSfwSNPYmchhUd84bd/aIPZb5nsHACAbkHyqSLDpExzt2iCnRX3FfOO1Cl83AABZheRTDWgP1R7UfAAAALIEyQcAAABA7iP5AAAAAMh9JB8AAAAAuY/kAwAAACD3kXwAAAAA5D6SDwAAAIDcR/IBAAAAkPtIPgAAAAByH8kHAAAAQO4j+QAAAADIfSQfAAAAALmP5AMAAAAg95F8AAAAAOQ+kg8AAACA3EfyAQAAAJD7SD4AAAAAch/JBwAAAEDuI/kAAAAAyH0kHwAAAAC5j+QDAAAAIPeRfAAAAADkPpIPAAAAgNxH8gEAAACQ+0g+AAAAAHIfyQcAAABA7iP5AAAAAMh9JB8AAAAAuY/kAwAAACD3kXwAAAAA5D6SDwAAAIDcR/IBAAAAkPtIPgAAAAByH8kHAAAAQO4j+QAAAADIfSQfAAAAALmP5AMAAAAg95F8AAAAAOQ+kg8AAACA3EfyAQAAAJD7SD4AAAAAch/JBwAAAEDuI/kAAAAAyH0kHwAAAAC5j+QDAAAAIPeRfAAAAADkPpIPAAAAgNxH8gEAAACQ+0g+AAAAAHIfyQcAAABA7iP5AAAAAMh9JB8AAAAAuY/kAwAAACD3kXwAAAAA5D6SDwAAAIDcl2cAVEBRUdH222/vlKF169b+kuPHj3fKNnbsWAMAAICMcUKhkAFQAVOmTOncubOpgE6dOk2ePNkAAAAgY6j5ABWl3NKjRw+Trvz8/BEjRhgAAABkEskHqASDBg1q1KiRSUvv3r3bt29vAAAAkEnc7QZUjpEjR1588cWmnFq1ajVz5syGDRsaAAAAZBLJB6gcRUVFHTt2/PTTT8v1rhdeeKFr164GAAAAGUbyASqNYo/CjyJQissfeeSRb7zxhgEAAEDm0c8HqDQdOnTo3bt3igvXq1dv2LBhBgAAAFWC5ANUpltuuaVVq1apLNmvXz8GNgAAAKgy3O0GVLIJEyacfvrpiZdR5vnyyy9V9jEAAACoEiQfoPJ17tx5ypQpCRaYPHlyp06dDAAAAKoKd7sBlW/EiBEJ6jndu3cn9gAAAFQxkg9Q+dq3b9+vX7+4LzVs2PDuu+82AAAAqFrc7QZkxNq1a7fddtv58+dHzR8yZEifPn0MAAAAqhbJB8iUiRMnnnjiicE5HTp0mD59en5+vgEAAEDVIvkAGdS1a9cXX3zR//WTTz5R+DEAAACocvTzATJo+PDhDRs2tNM9evQg9gAAAFQXkg+QQa1atbr55ps10ahRo0GDBhkAAABUE+52AzKrqKhop5126tev3znnnGMAAABQTUg+QMbNnj27ffv2BgAAANWH5ANkUFl/X47jGAAAAFShAgOgskUFnuCvNvPYOeQfAACAKkPNB6hk/t+UnYj9E7OBx4895B8AAIAqQM0HqEx+2gnGntiaT3BarxJ+AAAAMo1RrYFKE4w9Uuwp8vzyyaKiCM30lwm+EQAAAJlD8gEqRzD2BDNPYWHht2/PeeScNx+/aFLh+sJg/rHKuikOAAAAlYh+PkAliI09vtlT5j971QfFhcWOCW1zYItuww7OL8jPy8vLz893HEcTToShzw8AAEDGkHyAiopb7bE/v5sy/7krP9R8r7oaUqzZ5qDmpww9WLHHhp88D+EHAAAg00g+QIWUdZNbOPZcNU2veVHG/jT62e7AZicPOaigoCDfQ/gBAACoAvTzAdKXoG/PrMmKPR/547bpp5a1Q7n9/P7iF658f/369VrM7/ATHPOA6xEAAACVjuQDpClB7PluyoLn/vNRyIS8wBNq2KjB1VPO2Ovk9vbxpZrz47sLn+/zXqGH8AMAAFAFSD5AOhJXe17oPyNkb3JT7Gnc4NJnu27ReuNud3fe66T27s1v3gu/fLj4ucveXb+Oyg8AAEBVIPkA5ZYk9lz7cVFhsb29TbGn9zNdN2+9sXGLPebUuzvvqcqPV/rRe+dMW/JCn6nr1xJ+AAAAMo7kA5RPouf2uLHnEzf2mEi1JxJ7LC/8HOrd9qaKkLuUG36umErlBwAAINMY2w0oh6Sxp7iwyI7LtnGj+r2fOWGLQOwJrMQ8e9U7nz3/XWS0t1Db/2t24pCD69SrYwd8Y7Q3AACASkfNB0hVCtWeIvcmN2Malh17jFf5OWXQoXuevL0xdrQ3M3fa4olXvMttbwAAAJlDzQdISaLYM2X+8/1V7Sm2z+3ZuFGDfz97/BatNk62QlV+3v68pPJj2v5f065DDqHyAwAAkAnUfIDkksSeaz8ND2lg3CEN/v1M8thjwpWfw/Y8aXsTec7P3GlLqPwAAABkCDUfIImEsWfBc9dGqj0hVXvqX/ZsSrEnsHLznCo/z32nIOR4H9R2/6YnDOlE5QcAAKByUfMBEkkQe2Z/sOg5W+3xFlC1p7yxx3iVn5NV+Tl5ezcDeflp7odLXuwzhcoPAABA5SL5AGVKHHueviY8gLUW2rhxg8ufKXfssRR+Thp02B4n72Cf8+OGn2mLX7qC8AMAAFCZSD5AfEljT+G6ImNjTyMbexqadPnhx1ufW/qZ++Hil6j8AAAAVB6SDxBHgtjz3QeLnvJiT+S5PYo9x1Uk9lg2/Oyuyo8JR5q50xa91Gcy4QcAAKBSkHyAaIljz9PXfOpWe7yR3DZtumGfyog9lhd+DncrPzbRhMy8aYtfJvwAAABUBsZ2A0pJGHsWq9pTtL7IjuTmxp6njt28xUamUunzX7hq0hfPfeu4f5/unDb7NztuaGdGewMAAKgIaj5AiSSxp59X7fFGn85Q7DFe5edEt/KzY6TLT8ir/LxD5aq+fC4AABAASURBVAcAAKAiqPkAYYljz4RrPg1UexpckZnYE9gYM/HKt754bpZb+fHuflPl59ihh1L5AQAASA81H8CVJPao2rO+yC6gak+mY4/xKj9d7zli9/Bob+4nz/tw8StUfgAAANJF8gGSxJ7x/f5XuK7Y1lO82NMl07HHsuFnt5N3tL954WfRq4QfAACAtJB8UNsliD2zwrGnyN5wptjTt6pij1USfkIhe9ebG34uf5vwAwAAUF7080GtljT2FEWe27Pplg2ufOqYqow9ga00E69886vnvjXh0d5CrQ9o3mXoYfT5AQAASB01H9ReyWLPZ4Hn9lRf7DFusafrPUfuVjLam5lP5QcAAKCcSD6opRLHnicVe9YXuZUTbyS3KydUX+yxHHOCws8p3m1vbpcfN/y8RvgBAABIGckHtVGS2NP/8+Bze66q9thjeeFn11N28p/z44WfSYQfAACAVJB8UOskjD1LnrCxx+0nE9qsaYOrJhydFbHHCocf97Y3xyv9KPy8TvgBAABIAckHtUuy2OP17fEW3HTLDbMr9lhu+DlK4SdkSz8hwg8AAEBKGNsNtUiC2PPth0ue6PdZ0bpiva5iymZbNvjPhKOyLvb4Qualvm98/dxMb7wDd4Nb7t/i6GGHM9obAABAWaj5oLZIFns+L1Ts8dLBpk2zO/YYt9hz/GBVfnbydsrtj7Tgw4VvXP4WlR8AAICyUPNBrZA49jze7/Oi9e5Nbk7IbNa0/tUTjt68+YYm+4XMy31f//rZmV6nJPf3Vge0OGrYEVR+AAAAYlHzQe5LFnu+sCO5mZBX7RlfQ2KPcTf5uMFH7+JWfsLP+XErP5dR+QEAAIiD5IMclzj2PKbYs94byS3kjuR29YSjtmhRQ2KPFQk/3mhvbuVn4YcL3+S2NwAAgBgkH+SyJLGn/5du7PEiw2ZNN3RjT02p9gT5lR/vt5AJLfhg4ZuXvUn4AQAACKKfD3JW4tjzaP8vi7wBrFXu2WzLBtdMOLJGxh5fyLzS97Vvni0Z7a35vs2OeuBo+vwAAABY1HyQmxLEnpkfLlXs8R5X6i6SC7HHuAHu2MHH7OxWfuxob6FFMxa/ccnrtvIjVH4AAEAtR/JBDkoWe75wB7B2lzA5EnssL/zscsrObs3H67m0ePqiN73wY/ed8AMAAGozkg9yTQrVnvBzezZr2qBfzsQeyzFd3MrPzu5BcBwdiMUzFr158WuEHwAAAJIPckri2DPODmngPf3GjT3jj8ip2GNFwo+Oglf48cLPJYQfAABQ25F8kDuSxJ5rvwqP5ObFnv45GXsshZ8hXXY+dWf7nB/9WDJ90VtUfgAAQO3G2G7IEYljz9j+XxWtLxnJ7drxh+ds7PGFzGtXvDrz2W/80d6a7dv8iBHH1KlXJz8/v6CggNHeAABArULNB7kg0QDWHy0dG672uGpL7DFuyDtmSJedTtnZG+3Nfc7Pkhmq/LxK5QcAANRO1HxQ4yWq9ny0dMw1XxWvL7YLbr5l/etqSezxhczrV7wSVfk5fEQXKj8AAKC2oeaDmi1h7Fk2+pqvigpD9rk9m2/ZoNbFHuNWfo4ecuxOdrQ390qHUeVnEpUfAABQ+5B8UIMljT3Fij1ee34zN/YcVutij2XDz6m7REZ7Cy2ZvvBtwg8AAKhlSD6oqRLHnlFutcdtzTuOs3nTBtfX2thjRcKP/5yfJTMUfl4h/AAAgNqD5IMaKWnsKS50+/Yo9mzRosH1Tx5aq2OP5Zij3PCzq1v5cQ+d8So/hB8AAFBbkHxQ8ySOPQ97fXu8J9mYRs0b9B/XmdgT5oWfHU/d1R4c/Vw6feE7FxF+AABArUDyQQ2TJPb0+9rt2+O27FXt2bD/o50btSD2BITDzy5e+Anf9uaGn38IPwAAIMeRfFCTJIg933y07KFrvg5XexzTqEWDa8d1IvbE4Yaf43b0+vx4t72Flir8XPwy4QcAAOQ2kg9qjMSx5+F+3xQXhezwZVs035DYk4hjjnTDj3fbm+M+1Gvp9IWTCT8AACCnkXxQMySp9vT7xq32eA35Rs03vG7cIcSeJBR+hnrhxxv+zu3zM4PwAwAAchnJBzVAstgz0+vb41Z7GjdvQOxJlWOOGOKHH++2t+kLphB+AABAjiL5INsljD3LH+w3031ujztQmao9Da4l9pSLws/Q43ew4ccd78144eclwg8AAMg9JB9ktWSx55vwc3uM07iFW+1pTOwpr3D42c1Lj3ao65LwI4QfAACQG0g+yF6JY8/Ift8UFYXb4Kr2XDf2YGJPmhR+hh2/85l72uf8KP0sm75gau+XCz2EHwAAkBtIPshSCWLP14o9/WcWuSO5has9148j9lRU57u67OCN9ma8AQ+WfDh/Ss+JqvwQfgAAQG4g+SAbJYk9bt8e27XHNGpR/3qqPZXCMYcPPSHS58c9+sumL3z3ohdt+KHPDwAAqOlIPsg6yao93xZFntvTuHmDG8bSt6fyOOYwhZ9uu9nxwUNu+Fkw1Q0/6xjwAAAA1HQkH2SXRLFn+vIRij3hao87ktsNbrWngUEl8sLP9m74cZ/zoxnB8MNtbwAAoOYi+SCLJK72jOjnxZ7Ic3v+S+zJEIWfYSfsdNZe4a/DuJWf9xnwAAAA1HAkH2SLxNWeB/rPsrHHPrfnv2MPIvZkVKe7jnUrPybynJ8P5k294AVVfgg/AACghnJoryAbJI8964sdb8xlBZ4bHzmQ2FMVQuadyyfOfuYLx/vNMaEmHVsdNPKEOhvUzc/PLygoyPM4Ee4yjmMAAACyEjUfVL8Eseer6b/e389We7yR3JrXJ/ZUHcccOqzr9qfu7o0e7gah5dPnv3/RRAY8AAAANRHJB9Uscexxqz3ec3vUDG/cvMEAbnKrYo7pPOyE9u5tb3a0N7PsowWEHwAAUBORfFCdklR7bN8e77k9jVvUH0C1p1o4TudhXdufupsdSVxf1/LpC97vRfgBAAA1DMkH1SZZ7PkuOJLbTcSeauSFn+267e4/52f59PkfUPkBAAA1CiMcoHokjj339f+u2MYeo9hT/+ZHDiD2VL9QaMrlE79/+nNvtDfvq+nY8oAHT2TAAwAAUCNQ80E1SBp7IgNYu7HnJmJPlnCcTrbyY8LP+VHl58NeL1D5AQAANQLJB1UtcewZrthT5MUex7GxpwmxJ3u44efE9t12N/Y5P95ob4QfAABQI5B8UKUSxJ4vFXuunR0Yyc29yY3Yk3Uc55BhJ27XbY9QeKxrs/wjwg8AAKgBSD6oOkliT//Z/khuTRR7xuxP7MlSkfBjwokm9Ov0+dN6PU/4AQAA2YzkgyqSIPZ89oGqPd+r2mOHDmvSvMHNjxB7spsXfraNjPam71WVH8IPAADIZiQfVIXEsee+G7631R4nXO35P2JPDaDwc+9J23XfXd+rd9tb6FfCDwAAyGIkH2Rc0thTrGqP12lEsecWYk8N4jgHDztp2257eN+w44WfeR8RfgAAQFYi+SCzktzkpthTbOxAYW7seYTYU9Mo/Kjy020PY3toGeOGnwufI/wAAIBsQ/JBBiWIPf9T7PnvD8VFdhk39tyq2NOc2FMDOc5B96rys6eJjHjw6/R503sRfgAAQHYh+SBTUog97nN7HMfGnv2IPTWYF362UfixkSbkVn6mU/kBAADZhOSDjEgWe34sLhnJrf5txJ4cYMNP9z1DdsCDcPh5lvADAACyBMkHlS9x7LnXiz3hkdya1b9tDLEnV7jh5+Rtu+8Z6fIT+m36/BmEHwAAkB1IPqhkCWPPbzb22JHAVO253a321DfIGY5z4L0nb2PDj3Gf86PKD+EHAABkA5IPKlPi2DPMG9LAePUAN/aMIfbkIj/8hAc8CP3mhp9nCD8AAKB6kXxQaZLEnht/dEdy81rDCjx3EHtymOMcoPDjjvZm7HN+FH4+JvwAAIBqRfJB5UgQez798Leh7k1uxn9uzx1jOhJ7cpzCz/BT2oUrP45+EH4AAED1IvmgEiSOPcP++1Nxcclze4g9tYVb+TmlXbe93PDjjfb220dzPyH8AACAakLyQUUlq/b85I3kFn5uzx1j9t2S2FN72MqPwk8oEH56Pk34AQAAVY/kgwpJFnt+Djy3Z4M7iT21kOPs7972tpeXfm34mUf4AQAAVY/kg/Qljj1DvNgTeW7PBneOJvbUVm74OXXr7nuFIs/5+f2jeZ8SfgAAQNUi+SBNqcQeL/e4I7kNpNpTy3nhx6v86IxwvPAzl/ADAACqEskH6UgYe34frNhT7C5mR3IbOHofYg8Ufv7PVn68kc1D4fDzFOEHAABUDZIPyi1B7PlEsefGn93n9oTCz+25i9gDXyT8GFNS+fkf4QcAAFQJkg/KJ4XYE3Kf2+M4W7qxZ29iD0pxw083r89P+Dk/hB8AAFA1SD4oh2Sx5xev2uON5NZsA2IP4nOc/RR+TuvgJWT3vrc/ps35jPADAAAyjOSDVCWOPfe4sSf83J4tm21wN7EHCXjhZ6vuHSKFH1V+5nx2wQTCDwAAyBySD1KSLPbM8UZyc1u0WzYn9iAF4fDjPefHeJWfj+Z+1pPwAwAAMoXkg+QSx55Bkdij9qtb7RnVgdiDlCj83Nfdrfx4v6li+Me0uZ9T+QEAAJlB8kESCWLPx4o9A2zscS/bq9ozaDSxB+XhOB298GMio7398dEcwg8AAMgEkg8SSRJ73GqP8UY0cG9yG0S1B2mIhB//ZFvhhp/xhB8AAFC5SD4oU7Jqz9ziYvdVe5PbPcQepM1x9lX4Oc2r/DiOG36mzfmC8AMAACoVyQfxJYw9f9yt2FPkvhSp9uxF7EGFuOHntLa28qPwY4wqP4QfAABQiUg+iCOF2BO5yc2t9uzVlNiDirPh57S9vbHR3QdDrZj2y5eEHwAAUEkcmg6Ikjj23OVVe/R6nlHsqTfYjT0bGKCyhEIf954wZ8InjveLrs1s+n9tdxt1Rp0N6ubn5xcUFOR5nAjjJXADAACQDDUflJIg9sxwY888L/a4w3Bt2XwDYg8qn+Ps41Z+OhhvwED3trdpc7684EkqPwAAoIJIPiiRNPYUFfvP7ak3+OE9iT3ICDf8nN72tL3Dz/kJhVZOm/PV+YQfAABQISQfhCWJPTd51Z5Q+Lk9Q6j2IKMcZ2+Fn+57Gzvamwmt+OiXry54gvADAADSRvKBK1HsmfbHQFV7As/tGUK1B1VA4ef+09uo8hM+OY1X+SH8AACANJF8kKTaM3DA/OJiY4fb2rLZBkOJPagyXuWnjTvam/FGewutnPbL14QfAACQFpJPbZew2rPizpvmF/nP7XFjzx7EHlQpt/Jzhq38eLe9GS/8PE74AQAA5UXyqdWSxB5Ve4rcxbzYU28YsQfVwnE6uOFnn1AoPNqbws83hB8AAFBOJJ/aK0HsmT5txR0DvGqPO7IwsQfVzQ8/3m+EHwAAkAaSTy2VOPbcedOCwHN76t1L7EG1c5y9vNvevOftZVnBAAAQAElEQVT8OIQfAABQXiSf2ii1ao+be5oq9jy0O7EHWcENP2e2Pm3f8G1vodCqab/MPP8xwg8AAEgFyafWSRJ7VO2xI7kZ07TZBsQeZBev8tP69H3sGOvuaG8fEn4AAEBKSD61S+LYc/tNC9zn9niNSgWe4Q/tRuxB1glXfrwBDxx3hlv5Oe+xQsIPAABIiORTiySLPQuL3JHc3NZks2b17iX2IGs5zp4KP6fv66V0e9vbz4QfAACQGMmntkgce25zY0/IGzTLaerFnmbEHmSzkvDjPufHuJUfhZ9HCT8AAKAsJJ9aIUHs+ciNPYuK7HN7jKNqz3BiD2oEx9kjMuCB8VK7ws+3hB8AAFAGkk/uSxh7Vrqxp9ir9jhutWf4Q7sSe1BjKPw8cFYrVX7c3O6exYQfAABQFod2QG5LEHvem/rHXXcsLioKOSG31diseb37HtyF2IOaJxT6/JLHF0yY7rgnsjss4cb/t/WOY/5VsEHd/Pz8goKCPI8TYbxx4QwAAKhlqPnkssSx587bF7s3uYXCz+0h9qCmspWf0zra5/zojF897edZ542j8gMAAIJIPjkrYexZceftS8LP7fFGcruf2IMazXF2t7e9eWOyu6O9fUj4AQAApZB8clPi2HPH7Yu92GNs3x5iD3KBG37ObhUY7W014QcAAASQfHJQkthzh1ftiTy35wFiD3KG4+zmhp+OkdHeQqs//Ok7wg8AAPCQfHJN4thzu3uTW8lze4g9yDVe+Gl5ekdvqANb+fnpu3PHEn4AAADJJ6ckiD1TFXvu8GKPu4j73J4RbuypZ4Ac44WfFqr8mPBzflZP+2k24QcAgFqP5JM7EsWe92zs8ZZzbOzZmdiDnOWGn3+1dG97Cz/nh/ADAABIPjkiSey5fakd0sBxY0/dkcQe5DzH2dWGH2NHe3Nve5t97iOEHwAAai2STy5IEHumvLvy9tuXeX17XE2b1hs1ipvcUDso/Izs0arHAf4MhZ8fLhi3fs0/hB8AAGohkk+Nlzj23DFwaVFRsfuw0pBR4Bk1eufGTeoaoNbYediZLXvs7w1z7Y52veq9H37s9RjhBwCAWojkU7MljT3FRe4tblqkWTNVe3ZuQuxB7bPzsLNaupUf5X/372XVe9//RPgBAKD2IfnUYMliz7KiInf0ai3TrNkGo0cTe1B77eSHH/d/zqqphB8AAGodkk9NlaRvTyT2hLxqz+hROxF7UMvtdO9ZLcJ9ftwR37zw8yjhBwCA2oPkUyMliD2T311528DlbuzxOjY0b1ZvDLEH8Cj8RG57c28CXT31+58JPwAA1Bokn5oncey5feBydyQ3r0dDs2YbjBlN7AFK7Hjv2W7lx/Eeceo4hB8AAGoPkk8Nk6Tac9ev3k1ubqtO1Z5HRu3YpDGxByjFCz8HeuHHvUaweursX3ox1DUAALnP4T/qNUjC2LPqtruWF7sDWNvYU3fsaGIPUKZZlz22cNz7jvc3pRJpw4O22+qhHnU23CA/P7+goCDP40S4y3g/AQBAzUXNp8ZIHHtuvWu5/9ye5s3rEXuAxHbwb3vz7ntbPfX7Xy6k8gMAQC4j+dQMiWLPVBt7wiO5ubFn1A7EHiCpHe79V/MeBxrb6ccxf743ew7hBwCA3EXyqQESxJ53pq66ZaDbt8fxrl03b0bsAcrBDT/n2PBjvMqPws9Ywg8AADmJ5JPtEseeWwf+WlLtaVZvHLEHKKdI+PGo8jP1e8IPAAA5ieST1ZJUe+76za32RJ7bM27U9sQeIA3b3/uvlhd2dqdCNvzMnkv4AQAg55B8sleym9x+s48rDXkDWD9K7AEqYLtBZ7RQ+LHP+TGOF34eIfwAAJBLSD5ZKnHsufmu372+PW4rrQWxB6gMJeHHHfDADT/zCD8AAOQQkk82Shh7Vnuxp9gbv9pWe9oTe4BKsd2gM93wY2uphvADAEBOIflknQSx5+2pq29y+/YU25HcWjSr+xixB6hU2yr89PL6/Hidfv58l/ADAECOcPjPdlZJHHtutkMaeAsq9jz+8PZNGtcxACrbD1c9sfjBd8KdfkKhjQ5u3+rh8+psuEF+fn5BQUGex4lwl3EcAwAAshs1nyySrNrze6E7kput9tR7jNgDZIwqP8172dvejO3zM7/nGCo/AADUaCSfbJE09hQVu7FHrzZvVvexh9tvSewBMmmbQWcp/Pi1nDWEHwAAajiST1ZIHHsG3P1HYXgkt5CqPY8Te4AqofDTrNeh4V8chZ/vFhB+AMAANRX9fKpf0tjj9e0JeQNY133i4e2IPUBV+umqxxc/+LY70rX7W2jDg9u3fPh8+vwAAFDjUPOpZgliz6Spq2/0qz2G2ANUj3aq/Fx4mLGXH4yz5t3vFvYcTeUHAIAah+RTnRLHngF3r7AjubnP7WlK7AGqTbt73PDjjSbvdrcj/AAAUBORfKpNwtjz5413rygsKo6M5Fb3SWIPUK0Ufpp6fX7cyg/hBwCAGoh+PtUjcez5791/FAee2zP+oW2JPUA2+PnKx5Y8+LZb+THuH/CGB2/ffNQF9PkBAKBGoOZTDZLEnkHeTW5ee6lFs3rEHiB7bH3P2U17HeZdM3JjzZqp3y26YBSVHwAAagSST1VLLfa47armbrVnG2IPkFVs+HG8Hnj68RfhBwCAGoLkU6USxJ63pv55w6CVdiS3kPvcnroTiD1AVgpXftzR3tzn/Pw1ddZiwg8AAFmPfj5VJ1Hsee/PG+5eWWyf22NMi6Z1niL2ANntlysfXTpykjHh5/w0OHj7ZqN60ucHAICsRc2niiSNPf4A1i2a1iX2ANlvq3v+teVFhxtvtDfHOH+9O2vJBQ9T+QEAIGtR86kKiWPP9XevKi4qtpeNW7qxpx2xB6gp5oQrP+HR3hocskNTKj8AAGQlaj4ZlzD2rFHsKfKe2xPyRnIj9gA1S1tVftzR3ty/cf0hU/kBACBrUfPJrMSx57q7V6pRZC8Vt2xW9+kHtyb2ADXRnCvHLVPlJxR+DJcqP1uOupDKDwAAWYWaTwYliD1vKvYMUrXHLqBqD7EHqMHa3tOjSa/DjVe8tZWfpRc8ROUHAICsQs0nU5LGHm8kN1vtqfMMsQeo+eb2Hbfswbe85/y4f/71D95hy9FUfgAAyBbUfDIiWexZHan2hFq3qEvsAXJDm8Gq/Bxhc48yzd/vfrvsfCo/AABkC2o+lS9x7Ll20Gr/uT2tm9d57qGtG21eYADkClV+lo9809jn/IRC9Q/ZocnoXlR+AACodtR8KlnS2ONWe7zco2oPsQfIPW7l56IjTGS0N1V+lp//IJUfAACqHTWfypQg9rxhqz3FIcdbpI1iz4NbEXuAXDWv79jlI9/yn/NT/5AdG1P5AQCgWlHzqTQJY89f197zp9e3x/GqPfWIPUBuaz34nMYXHeGUqvyMpPIDAEA1ouZTORLHnv622uMtoWrP8w+2JfYAtcF8t/LzZuQ5P6b+ITs0Hn1RAZUfAACqAzWfSpAk9qjaU1wykhuxB6g9WtnKT/g5P+bvKW7lp5DKDwAA1YGaT0Uljj397vkz/NweE2rTvM4LxB6g9pnf95FfR9jR3tx/LjZw+/xQ+QEAoKpR86mQpLEn/NweN/bUJfYAtVOrwec2uuhIt8+PN9T1P1Nm/nr+CCo/AABUMZJP+hLEntff++uae9YUFRl75daLPW2IPUCt1WrIuY0ujoQfx/lnyre/nkf4AQCgSpF80pQ49vRzY0/4uT1tWtSdSOwBar2WkcqP8UZ7++fdmYQfAACqEv180pG02lPsDWngeCO5vTiyNbEHgLXgijG/lYz2FtrgkB23GHMJfX4AAKgC1HzKLWHs+fuawX/Z5/ao3ONWe4g9AAJaDjnPrfx4pR+lmrXvfvvbeQ9Q+QEAoApQ8ymfxLHn6sFrir0hDRxvJDdVexoTewDEWOhWft7wn/NTj8oPAACZR82nHJLFHlvtMd4A1nWJPQDK0mLIeVtcdJTjjYGi/62dMvN3Kj8AAGQYySdVCWLPa+///R//JjdvJDdiD4DE3PBz8VEmPNqbDT/3E34AAMgckk9KEseeq+/5y47k5lZ7WtR9yY09+QYAEmruhR/vXw43/KybMvMPwg8AABlD8kkuSbXnnr/DsSfkVnteGtGK2AMgRc2HnL+5Kj/eCPhKP2sJPwAAZAzJJ4lkN7nZ2GNHcqvz8khiD4Dy8cLP0f5zftZN+YbwAwBAJjC2WyKJY89Vg/8Oj+TmPrenzitUewCka/EVo38f8br/nJ96h+y06SO9Ge0NAIBKRM2nTMlizz/B5/YQewBURDNVfi46KpxqjLPu3Zkrzr2Pyg8AAJWI5BNfgtjz6vv/XOnHHmOrPS2JPQAqqNnQCzYLj/bm/vtD+AEAoHKRfOJIHHsi1R5jn9vzKrEHQCVpNuSCLa443n/Oz/op36x0w8/fhB8AACqO5BMttWqPq60be1oQewBUoi3v7LH5FceHf3GHuib8AABQOUg+paQUe7x+xW1a1CH2AMgEL/yc4E55I0eq8rOK8AMAQIUxtluJxLGn7+B/1Ngw7iFTtafgNWIPgExa1m/c70MmmvDFllDdTjtv7I72Vp/R3gAASA81n7AksWfIWn8kt7Yt6hB7AGRaE7fy09WLM+5zftZP+ZrKDwAAFUHNx5Ug9rzixZ7iyJAGWzWv8/oDzYk9AKrGsn5j/xjyohP+h9qt/DR85N9UfgAASAM1n6SxZ11kAGtD7AFQxZrceY7X5yf8nJ/1k79Zfe5wKj8AAKShtiefhLFn7RVD1hV6sSdkQm2JPQCqQ+M7z9msrzfggdfpp1Dh5xzCDwAA5Vark0/S2KNqj73JXtWeNx5oRuwBUC3c8HNFV9vV0A0/U77+85x7CT8AAJRL7U0+iWNPH8WeYvfyasgdya3OGyOIPQCqU+OBqvx0NZFePIVTviH8AABQLrU0+SSJPUPXhR9XGjJbtajzpqo9mxF7AFSzRuHKj8er/Kwh/AAAkLLamHwSxJ6X3197ue3b41d7HmhKtQdAlmg08NxNFX4c77Y34xB+AABIXa1LPoljT5+h64uKQ44dya1FwZsjmjah2gMgm0TCjzFep5/CyV+tOWcY4QcAgKRqV/JJFHs+WHv50PWBkdwK3nyA2AMgG3nh50RvqGsVqJ2iKV//RfgBACCZWpR8ksSeIYXeSG7h5/a8RewBkMW2UPjpa8OP8So/hB8AAJKoLcknYexZd9mQwnC1J+RWe956YEtiD4Asp/CzSV874IHbNbFI4afHUMIPAABlqRXJJ0nsGVoYfG7PJGIPgBpii4HnbWIrP95zfoqmfP034QcAgDLkfvJJEHte+mDdv221JzKS26QHmhB7ANQgNvw4XpcfIfwAAFCWHE8+iWOPW+1xR3Kzz+0peJvYA6AG2nzgeRv3PSnS5Ufh56t/CD8AAMTI5eSTpNoz1Pbtca+TbtW84O37iT0Aaqpw+DHh5/x4fxZiMwAAEABJREFU4WdI4d9rCT8AAPhyNvkkiz1Fij3h5/Y0p9oDoMZzw8+VJ3qTbqefoslf/XP2PYQfAAB8Tk7+xy9x7Ok9tMgd0sBbcOvmBe/c35jYAyA3/HHN6NX3PG87/ehfufxOu9R77MqC+vXy8/MLCgryPE6Eu4zjGAAAaoccrPkkiD0vurGnuDDw3B5iD4BcstnA8xuW3PZmVPlZS+UHAABPrtV8Esae9W61JzykgVvtmezGnlr0LFcAtcQfV4/+c/Bz+ofOjvmW11mVn6uo/AAAarmcavcniT3DbN8eYg+AHLfZXV7lx3FC3nN+iid/te7sQVR+AAC1XO40/RPHnkuHFRcWqRngPrdnK2IPgFy36V0XbHz1qe6U+8Qyxw0/ZxF+AAC1Wo60/lOIPW61R0tt17pgCrEHQC2wye3nbnxNN6/Lj/svZPHkL9cTfgAAtVgu9PNJHHsuGVYcGcnNtG+VP3l4oy02IfYAqC1WXvvInwOf1r+RdkDLvE671nn8P/T5AQDUQjU+AySIPRPd2BPyR3Jr37qA2AOgtlHlZyNVfsL/Wrq3va0/624qPwCAWqhm13ySxh7/uT3tWxVMGb4FsQdA7bTKrfw85Y/25nSm8gMAqHVqcPJJFntMYVFxnju0UWj71gVT7t08G2LPfvvtt379+qiZDRs23GSTTTbbbLNddtnlxBNP3GqrrQzSdf/99z/yyCPbbrvt+PHjDSJ+/PHHs846S38ab7zxRqNGjezMF1988ZZbbklxDaecckq/fv00ceihh65cudL/Na4777zz2Wef1Vn9zjvvJF7thAkTBg0apIlJkybpTyDuMn/88cfhhx+uiauuuuq0006r4Bv//vvvAw88UBOXX3752WefbWd+9dVX5513XtTblQQ28eiI7bvvvvrb3HTTTeN+kP7x0VmnLfn111/Xrl27/fbb77TTTjpELVu2NNlk1bVj3NvewuEnlNd5twLCDwCgNqmpNZCEsafwYsWeYvcmN73q3uSWHbGnLKtXr16wYMHXX3/95JNPnn766S+//LIBKo/a4ldffbX+NAzKQ/+qKDvNmTPn008/VaI+44wzvvvuu9jF1qxZo9Q0YsQIxcsVK1YoWX3++eePP/74SSedNHjwYJNNNr79vI2u6WZjj/tj8peFZ93FbW8AgNqjwNRASWLPvaHCYjuSW7ja0yjLYs8RRxyhVpGd1jYr9qh19csvv8yYMUO/3nTTTfXr1z/ssMMMUBnuueeeefPmxc7ff//9R44cGZyzePFinX6aOP/88/fee+/gS40bNza1QO/evXfeeWc7/c8//8zxfPvtt99///2yZcsuueSSsWPHtm7dOviWW2+99ZtvvlHlVgftgAMOaNq06axZs5SUvvjiC13LUAlXxSKTNRR+9POvgU+FIuGn6Ky7zONXm/r1NF+VH+MVu+zC9uIRlR8AQM6oeckncey56F5TVGTCI7llZewRtY06dOgQO18NrP/85z9Lly7973//u+OOOzZv3twAFfPuu+8+//zzatHG1nwaeYJzFL/thNrrcU/RnLfNNtsEd1xJxk688sort9xyy6pVq/r27fv000/72eDjjz+eNGmSJvr3768rGnbmHnvs8fDDD19xxRUffPDB0KFDjzvuOJsosoTCj/6FXHPnBOM+49Rxw8+Zd5knCD8AgNxXw+52SxB7XvBiT/i5Pe4A1gXvZmXsSUBp5957761bt+66deseeughA1TMr7/+ams4F198sUEFHHvssco2mlAJSCnIn//ee+/pZ5MmTfzYYykq9OzZ03j3ws2cOdNkmYa3n7fhNd2dyHN+QpO/KI7c9ibB297s8tz2BgDIDTWp5pMo9nxoqz3B2LNZzYo9Vrt27Tp37vzGG2+8/vrr11xzTf369f2XtKdjx459++23ly9f/s8//7Rv336HHXY4/fTTW7RoEbseHaKnnnpKF6Rnz56thbXk7rvvfuaZZwZXaL366qsvv/zyggULfvvtt608e+21l9p5CmCJN1Uh7dFHHz3TM2TIkGnTprVt2/bggw/2e4qvXLlSy3z55ZfLli3T2rbffnttwxlnnNGgQQO7wH333ac9atmy5cSJE4NrHjZs2GOPPaaJYHd845Uvrrrqqg033HDy5Mn5+fkmGb39zTff/Prrr3UZe7vttttnn3306f7FbEsnzzvvvPPJJ5/Y+5qMd9VfC59wwgn6Luwyo0aNGjlyZMOGDXV1P/bivcp0U6ZM0Y7fc889/sz58+c//vjj33333U8//aQvSMdfF/51YE1q/vzzTzWvv/nmG23S3LlzN910U22VVnLqqaeW1Zs/ls4BNdZXr159zjnnqAphUDE6JXQ9QifzCy+8cPzxx9uZrVu3Puqoo/xTJUilXTuhr8Bkn4Z3nK+Kz193PuU+50eFnXe+KD5zYNET15jAvxD6Y6HgAwDIJTXsbje/962ffMKxZ5hTWFTsREZymzps05oYeyw1pNRk167973//82+20cX7Sy+9VM1of7EvPc8++6wuLZ9//vnBNWjh66+//tNPP/XnTPc8//zzN95447777uvPv+uuu55++mn/1+89Sgtq26mRFxuTYmk7r7jiCuUrTevatt9H4vPPP1dKUfixv/711192G/Rx1113nXKCZh544IFKPgpdS5Ys8ZuJohxiJ2bMmNGlSxd//ocffqifBx10UNLYo3Nj0KBBEyZMCB4TZbMff/xxwIAB/kwFjN69eytgBN/7qWf8+PHazq5du2qOQouSj9qv2gC75T7t1/vvv6+Jo48+2p/50ksv6cAqcNpff/IoyRxzzDHXXnvtBhtskHDb3XHYVKL5448//Dl///334sWL9UHaqhEjRihDmhSMGzdO34IS8kUXXfTtt98aVIz+edHfptK+znN97zbAd/PEXV4HXz91rqb4fVW9hrefrwtFf7t9frx/PN0+PwPN4yXhx/6LarjnDQCQK2pMPAjed2HvxLAFH8WeXoo93khuek3Vnhode4xXc7ATagH7M5VY1HpWwUEVhhdffPGDDz5QC6xDhw4KfmoKB2+/0ZHp06eP2u677rrrHXfcoZdUkVDVYr/99tPlaqURxQy75BdffKEcouOmKs2YMWO0zieeeMLeFjVr1iyVjFLYWKPalLbzkEMOUfVJV747depkvGqPqg36ufnmmw8ePFhRSnUVVXK23HLL33//vV+/fiqJaDFtoR0mWB/tr1Dv8kfQsm1Hn11MySfZRrlhQ7FHFRLt+HvvvafconKT8XprBIfnUtFJsUdH4JJLLnnkkUe0flWfFBoVw3QYVcNRA1eLabNt34+33nor6oOUUfUVbLTRRjoCdo6O9s0336wJVVr0HWmdCpz61jbeeOPXXntNn5h4y3VuK3Ep9myxxRY33HCD9kJrePLJJy+88EJFJqWvoUOHmhRoN3Vi6C0DBw7Mqk4mNdrWW29tvO/o559/TrykKnW2BnjiiSdGdabKKqr8NHBve3PCQ12/82XRmQOL/1lXHBC87Q0AgBqtJiWEUIC9Gf3VGUUX3ptXWBTyHkzkDmnw3r01O/YYr9+5nVixYoWdUAhR9UMTShHdu3dv0aKFWrQ77rjjAw888H//93+ar9bwqlWr7MLPPfecWr077LCDmvuHH364GvENGzZUu3/48OGqn6h6cOedd9olP/roI/3cc8891e5XCNE6VR9Q+UiBQYnF7+yemILKZZddpgLLlVdeqe20CeGWW25RjUUlI0UpBRU14jfZZJP9999fLXhNr1+//rbbbjPehWRb1Pr444/9FdqCT6tWrfTzs88+8+f/8MMPy5cvVyPer4MldvbZZ19zzTXacV2b11apCFOvntuBW3Unu4DOH+UW441jpuy3yy676Ai0bNlSdR4bXXSs/FKJyjXGSzVr164NfoqCn/HKdDZd6FX7kJmbbrpJ1SR9R1pn69at9a0pWWkZJZmoElMU1dxsZe/WW2894YQTFIO1hu22207Jp0ePHpqvSqBOfpOQtvzqq6/WYvqZbY+UqdH8Ae4U4BMspr/Ws846S6ervjhdhjDZbSM3/JzmVXWMG34mu7e9+eEnmHnIPwCAmq7mhQS/5vPSR0Vn3RVy+/Z4z6fYsU3+u0NrfOwx3thK9oYo/1YxhRnj3Rtmc44vLy9PxQTtvjLS1KlT7UzbZ+aUU06J7ahjOyeohvDbb78Z7wmqxrs4rdZ2cDEFBhU3bM/4VNiHRfpUr3j33Xc10atXr6ihkJV/bE1JJanFixebyNhZSj5+o8omn3/961/5+fnz5s1TgrLz7U1le++9dyr34OnIRD2YUlnOdsZQ4cvOUTBQeadv376xgw4rsdgJRQg7ceSRR9qRJ+yuWaqe2arUsccea+coTC5dulTZ9dBDD41aZ5s2bWzdKfHzmvRe5S41l6MGlRZ705QOVOzDcKOozrNo0aLOnTv73VFQKVTcsxP+hYZYiutXXHGFzpyOHTs+/PDDSW9uzAZu+LnuTPskAPfnO58XnnFH1LN9AADIATXjNpioIYb0c+kfxWffFb7yHTKhPOM8PWDjJpvW+NhjvFqE7SJiaxSycOFC4xVnYhdWbaRJkyZqbdtl9F57j9wtnrI+Qsur9qJqzLBhwxQtzjjjjJ0j1DoPdrlJStlGGxCcoza3nYi7wf6QwQsWLGjWrNl+++2n5Pbnn39+/fXXqjuZSPLRfBVhvvjiC2UkVVQ0Z9q0afoZ1c2mLFtuuaXNdUG2mGZvYJM6depEPTRJAVJHY86cOXbALuONf2An9F0o4L366quTJk1SCrIzbcGnefPmfu8mmyG1kgRDQuvgm7JpI219ydKprpiqtKY1v/baa3amkk+C9vTbb7/9yiuv6AjceOONJgNS7+yRypLl6joSXDjtN1aEP1aB/7cZRbUgXYxQQlbmVK6OGk4jm214yzmFn/+w/rUZ4fDz9udFg57Nv6Z7MPzQzwcAUNPV1Of5NNo4NKavOc97Qrr7SAoTOnXAqilDNs2B8OMXJTbeeGPjVX7sHVZlPd6nRYsWfvJR7Il9bEus5cuXG29YqgEDBtx1111r1qz5xmNf1bVqVUJsl4aklKCi5vj9iOIOOqdYZXtLa4NV1thwww332WefGTNmqFqi5KPMoDqP3qjF9tprLyWf//3vf0o+anFq2qTWyUe02tiZtt0WdQFbyeqpp55SnUqHTgEs6i3BhVXYUfJRxczv3W6jiB0FwYqqnsXlV7HKog9V4W7y5MkqLGiFsRWeBNfgdfBVMtKe3nnnnXEPQsWp5qaIGHXXXxRbrvQH8Uu8NjuRYIV+8TO4wrTfWBH+d2f/NmM9+eST+lD9ZfXv378GxR5Z89+x616boctI4XBz2B7mihOp9gAAckyN7Pps/3t83L7mocsKL7m/TmGhOzDRrLmFh/RZ8V4NH95AVP2wEzZ7+OOYqZ6T4F12Mb+V/Nhjj+2www4mmS5dunTq1Omtt96aPn26olTNPIEAABAASURBVIVt2Gm6e/fuF1xwQa9evZKuIbb3fOINdjz6Bv124YEHHjjDo4+zYxjY0Z9VNhk9erTt6mNvddt+++2j6ktlSfHi9Lhx44YPH26nVbxSlUmlkjZt2ij7nX766VELa3u0jEKjiiq6ov/dd9/ZrlDB0eds7NQeDRkyxKSrT58+dhQ74z1RVM1o7fV2222nIlVwYLq43n33XVvUOvfcc+MuYAto+nnrrbeatKiYtnjxYr90Fpc9kcqKB1FrsxOxsdNng3pw4Yq8sSL8qwP6OuIuYL84lQf1ZZma48/+o/8eOEH/rOa5Ix2Y0CG7mkf6Jh82HgCAmqZGJh+/XXvsPqGion8uG1mv0OvtM3te4UGXrajpgxyoYW28/LD//vsbr2uB6iq//fab7RgTy1Z7Nt98c+N1JrEzVcFIJfkY73J4V499l5rOL7/8stb58MMPH3HEEWp5m3Jq27atnVi0aFHsw2e0FzYR2Q02Xhln0KBBalOq9GRH4lYVSD932223unXrzp07V+3Xct3qliKVR0aMGKGJQw455LLLLlPA8F+K239dJ5gCj8LYO++8owk7OoI2VWHJX8auJDj4eHlNmjTJtp579uyp/GnHvrNiR5arFtpHVaLss4/KYiOHHaYiMf+M1Qr9UQ2j+FVQf+GKvDFtuqxge3ntvPPOZT1Vye64/ydQIyj2/DVwgrE3uYVCxQfvUjimT526jAcIAMhBNS8hOBEqGujnMR2KBl+wpk6+99wJhZ/5hQdfvuLXlcWmZvr222/VsNbEoYce6l+oti3IYN963w8//GD7jbRv3954Mcn2ZrHxKcqzzz6rVn63bt1s/2yt8O6777YteEstSJV6HnroIfurX30qF22trefE3WC7d8ZrPtqJ5s2bt2vXTnFIsccOYWc7ySj22J4/mpn6eNapU8ZQiUYJU4WUYOwx3lG1E1Flq+OOO85uzz///KO3m8iYbz7b5FXkmzlzZtTHqd18wgknqED0yCOPmLK9+uqr+rnTTjupAhaMPSYwynmC6p8qeCPjufrqq+0Cd955p36NGv6hXJRIjZfuguODB2n+ggULjDdqedK1qbBpS0O201RcU6ZMMV4FKZjD035j2p566ilby7KnQVxnnXWW/oLsH2ONsNqNPU/ZfzxVSS88eOd/Hv63U6+O/w+sAQAgh9SM5OP/B9hO2P8qW2q5qvIz6Pw/6xQ49rKlKj8HX/ZHTQw/alfZ8ZS1UxdeeKE/395P9dVXX/k97y21gAcPdrs6FRQUHHjggXamvZ1JdQP/eaDWH3/8oTLOn3/+qWKLbTK+9NJLasw988wzUZvh39zvl2XKRRuvYpEmJkyYENWnZcWKFbbdr9gTbNbbjX/uuee0kWrR+uN62wg0btw4bXbTpk0rt0Fp+4fEfT7jY489ZieiMkbLli3V7ldeGjVqlAJn/fr1o8a1U7C0Yw8MHz48auxp7YUqaXqXTQ6Jtyp23GqFVTtqn0mYfOyjh2L5D9Pcfffd9WuKnbji8p+Ee/311/ujWfhUnLTDpus08M/JVFY4depU1dNiX9VZaiO0/8Skir8xDboK8MADDxiv95oSbFmLnXPOORdddFFFDm9VCsceE34YWuGBO/498tK8Deraf1qdGAYAgBqu5t3S4Bd8RC1+O8h1l73Xh4r/vPqRjdYXhhTmVPk55LI/3hm62ZabZWO0W7Jkib2ty6eW/RdffKGajB3V7YorrgjeMNO1a1f7lB5dub/88svtE3J+/vnne++9167n3HPP9ftwKzK98soryhj//ve/+/bte8ABByjnqEzx4IMPqlWq9qhaZnbJww47TFHqyy+/HDp0aM+ePW2HeF2tt51JlEw6duxo0tKnTx81Ov/++29dAu/fv79yjr4plUHuuOMO2yvjkksuCS6vjRw7dqy9pS04IpxNPrY7TYrN6NTZuwF18tx444033HDDJptsYrwBD5Rq/G8ntjeLUqiO2OOPP268ulzUGF/Kirrkf99992kNKtroOKgRrMCjb+SJJ56wexp3yDvfjjvuqMiq71qboa9V35eClupySq3+PXjaqvRCaaXQHnXv3l2Zec6cOSeddJKStrKcEteyZct0Yo8fP37NmjXGOydTfJSQTun3339fZ/6IESNU8lIZTbVH7bW9y9E+dUpn46WXXlpZb0xAhbWocfMUVrUqWxpVHfL2228v68mw+l7s03uUtc444wyT3RR71gx8Stnf3uRWdNBOa0ZcXLd+PZ1y2kH99K8ukXkAADmjJiWfYMFH/6nWf5tt7LH5p8s+6x3nz/+M3sjt8+OFn4N6//7efZtnYfh5yxP3pTp16lx22WWnnXZacKZ2We0tBRKVfe7xBF89/fTTgwUiRaC7775btaP58+ff5fFfsnd22afKGO9OLTUQ1aR73BO1JbqiX1YLLykVbQYOHGifZ3rllVcGX1LbUWu2PXl8ajord9kWc3A8aEUmHRA7bEPldvKR/T0qjimkffDBB2o0q+Funx67xx57qPqklr29aytIDf1BgwatW7fOlB7bwKcmr9ajEKsoqwpA8CWlGmW/hBtlevTo8frrrytFjBw5UmUiBWAFP5uHu3Xr9vTTT2ti3rx51ft8UiVznWbaPMWMVzxRC9jSR4prUzVPMU9nhQ64dk07HruAsk3sKIJpvzEBpdayXtJZrT/DnXbaqawFdDTsgBzZX/NZfe0YL/a4A2Mq+BQetNNfIy6u02CDAk9+RFTsIQIBAGq6GpN87IBgJvJf32D48Zc5Zu/1JhSu/GihnxcVHtz796lZGX6iaEfatWunxv0pp5wSt6HWunXr0aNHv/zyy8oq33//vdrWbdq0UTBQQ9yOhBakhruayLoqr3aYrmErfjRp0kQlDl38jmoxK5wcfvjhL7zwgh1IQC3s+vXrH3nkkbqov+2225oKUKiYOHGiKgAKALNnz9blcDUH99577+OOOy6qU43xvlMVsmyHjeATPNUI095Nnz5duSj2yZ4Vp4j4/PPPq+G+aNEilVn0cbvssovyzIknnjhkyBC1p995553evXsH36IWv76mSZMmNW7cOO5DexTt+vXrp2KIdl/r1JelGkKLFi2045qZdKRjFegee+wxW3davHjxrFmz9ImqFJ166qk6pJ9//vkPP/wwefLkqGfaVjEdKJ1LOkovvviivh1VRRQUVTRT5UchViXKsoYcKMv222+v03Xq1Kn6LuypqCsaSho6VY444ggVJ8t6flHab0yd1qDIevTRR+vEiH06cE206tox3k1uXugxoaIDd1zzwEV16ter4/GTT9QNbwYAgJrPqUFPbPAfY2qpiVPk0aVWlQXsT12Mf/2T/KvHbGgrP1p862b57923RZOsDz8AkGmrbLXHfW6P+89p4YE7/KXY02CDOhGxNR+/2G4AAKjhalIe8P8DHOzqY+9Kt//BthNH711013l/2tHeHOP8vKjo4N6/Lfujpo72BgCVQrHnz4FPh7xyjzuS24E7Jog9VHsAALmnhlVCEocf39F7Fw88zx3tzRu5y972RvgBUHutuvYRxR53SANvTIMiN/b0ShB7gndmkn8AALmhRj7Px5Qe4a3s8LMmEn6cXxYVHkL4AVArrbz2kdX2uT3uHc622pM89nCfGwAgx9Skfj5BwT4/xRF+nx/fG5/kXTO6QaTPj9m6Wf679zeizw+A2mOlX+0xttqzw9/EHgBArVRTM0CKlZ+jVPk5/y+38uMNZPTzosJOvX+l8gOglnCrPXc9HfLGM3BHcjtoR2IPAKDWqqk1Hyv1yk+/ksqPO9rblPsbU/kBkNts7PFHcis6YId/HriQ2AMAqLVqdus/9crPnar8hEd7M78sKux86XIqPwBy2IqrR6266xl/JLeiA4k9AIDarsbXPVIPP3fY297cdoDzM+EHQO5acc3oVYOfN16pRz/c2HM/sQcAUNvlwh1f5Q8/4dHevPBTZAAgh/xx9ehV9zzvpR7330bFnrXEHgAAciP5mHKEn5Affox729v6Qwk/AHLIH5Fqj31uT7Ebe3oSewAAMDmTfEzK4edIN/z87Y32FnKMW/kh/ADIDb9f41V7jH1uT6iI2AMAQEDNHtstVoqjvb35iXPtqA385/xs1Sz/nQeaNNks3wBAzfT7NWNW3fOcY29xM6Gi/bZbP5IBrAEAKJFrIzunXvm5/YJ/VPkxXithzqLCwy5ZRuUHQA3lxh73Jjc7kptiT/v1DxJ7AAAoJQefaZN6+Lnt/H8K8h2vG7B72xvhB0BNpNizcnBkSIOQKXZjz4V16hN7AAAoJTef5lm+yk++2gpub+A5i9YfTvgBUKP85saeF7yuPSZ8kxuxBwCAeHIz+ZiUw88Rqvxc8E9B5Dk/v7jhZynhB0CN8Ns1j3ixx47kpmrPdoXEHgAAypCzyceUM/y4fX685/zMWVR4BOEHQNYLxx7j/jOnazfF/0fsAQAgkVxOPqYc4cfceoHX5yfynJ8jLllC+AGQtRR7Vrixxw7OGXJjz8iexB4AABLI8eRjyhd+1nqjvbnP+VHl50jCD4Cs9KtizxAbe9xidfF+2xURewAASCbXnudTlhSf8/PWx+aGUXXtc370/9s2K3hzRFOe8wMge/warvYY758pxZ5ti4k9AACkIPdrPlaqlZ99VPlZ54325r5rzqL1R128ZPnvVH4AZAWv2jPRuP+aGfcmt/22I/YAAJCi2pJ8TMrh5/B9zC0XrAuO9nbkJYsJPwCq3a/9xv6h2GMHsA6ZkBt7LiD2AACQolqUfEw5w09ktDev8kP4AVCtll8z9o/BJbHHu8mN2AMAQDnUln4+QSn2+Zn0sfnvqDqFhbbPT6ht84I3HmjeeHP6/ACoasv7ebHHhLsghjpuE3JvcqtH7AEAIHW1q+ZjpV75udlWfryrrHMWFR59ySIqPwCqmBt7hrxoh530bnLbltgDAEAaamPyMeUIP85NF6xzn/PjjXgwZ9F6wg+AqrSs37jfB7/oVardqzCh/9s2NOICYg8AAGmopcnHlCf83Nxzve3z41Z+Fq4/hvADoEoo9rhDGqja43ixZ79tDbEHAIB01d7kY1IOP4e5lZ/1BQV5buXHMW74uXgh4QdARrnVniET7SCTbsfE/bYj9gAAUBG1OvmYcoUfVX7y8+zASnMWEX4AZNBSN/a86F5s8Yo9qvY4I84n9gAAUBG1cWy3WCmO9vb2x6EBDxcUFboL6xpsm+YFr41oyWhvACpXOPYYO6CBcfbbhtgDAEDF1faaj5V65WdAz8KC8GhvZu6i9V2o/ACoVF7secl4Axq4/9JQ7QEAoJKQfMJSDz83Kvzk2+aFM3fRui4XLyD8AKgUS/s9+tuQl+xgkq79ts0bcR6xBwCASkHyKVGOys+FRZHKjzN34fpjCT8AKmyJYs/Ql/zn9piO2xB7AACoRCSfUlIMP4eWVH7c0d7mLlx37MXzCT8A0rakvxt77HN73JrPfsQYgpheAAAQAElEQVQeAAAqGcknWsrhJ+9GVX7yvUuzjlv5OY7wAyAtS7yb3Ewo/NweZ79t84k9AABUNpJPHKmHn//a297c9opxw89F8wg/AMplSf/HfnWrPe4/Om7NR7HngXOJPQAAVDqST3zlDD95XqvFHe3teMIPgJQtVuxxqz3h5/Y4+21TQOwBACAzeJ5PIik+5+edj4tveSgv8JyfOi+NbNV48wIDAGULx57Ic3vy9mtH7AEAIHOo+SRSjspPz+LAc37WnXDR/OW/FxoAKIMXe1423nN7Qt7jSok9AABkFDWf5FKs/ExW5edBp6go5DVJ3MrPiyNbU/kBEEuxZ7kbe+w/FyavY7s6D5xD7AEAIKNIPilJNfzMKL71IaewsNhtmoRCbVvUmUj4AVDawivG/DbyTRNy/6HQPyn5xB4AAKoEySdVKYefIoWfcOUnZNq0cCs/jQg/ADwLwrEnXBxWtacusQcAgCpBP59Updjnp/O++ddfGCrId8KjvS1c1/Wieb/S5wdAMPY47uNK8zpuQ+wBAKDKUPMpnxQrP1Ns5ce97c2r/DSvM/HBNlR+gNpsQd9Hfh3xhvGGNNA/Iqr21HugB7EHAIAqQ82nfFKs/HSylZ+S5/ys69prLpUfoNaa78aeN0PhkdxCefsRewAAqGrUfNKReuXntgdNcLS3Fx5sS+UHqG1s7DH2uT3G5Hfcut79xB4AAKoaNZ90pF75ua6XKShwb+jX8nMXrjux1xwqP0Ct4saekW+51R53xEd3AGtiDwAA1YLkk6bUw8+1F5qC/PDC8xatO4nwA9Qa8/uOXa7Y443kptiTv1+7De7/F7EHAIBqQfJJXznCTy/HG+3Nveyryg/hB6gN5rmx581QeCQ39yY3Yg8AANWIfj4VlWKfn3dnFN3+YMgf7a11izrPP7gVfX6AXOXFnre8AazdfyDyO7arf//ZxB4AAKoRNZ+KSrHyc4hb+fH6/HijO81buO7kXr9Q+QFykmLPMnuTm+NeXSL2AACQDaj5VI6UKz+Fd9jKjze2bevmdZ57aGsqP0Aumdd33LKRdiQ3CeXvu3UDYg8AAFmAmk/lSLnyU9C/l+M+58cb7U2Vn1Mu/JnKD5Az5ir2PPiW/9weVXuIPQAAZAmST6VJPfz08wY8MJHR3hR+li5fbwDUcG7s8UdyM6ZAsee+s4g9AABkCZJPZSpH+Lkoz+vzE678nNqL8APUbHP6jlv64CTvuT3hkdwa3E/sAQAgi5B8Kll5Kj9u+NGVYb1j4eJ13aj8ADXWnCsfXfbgJDuSmy5oFHTcekOqPQAAZBmST+VLMfwc7FZ+8m3lR0suWLKuG5UfoAZS7FlaMpIbsQcAgCzF2G6ZkuJob1NnFA4cWeSN9uZq0bTO0w+127JxHQOgJvBizyT9rbt/wqGQYs9G951J7AEAIAtR88mU1Cs/17h9fvLsYFALl6zrfuFPVH6AGuGXKx9dMnJSyI097lUkYg8AANmM5JNBKYefOlcr/OQ7tv3khZ8fCT9AlvslXO0xbuwxxB4AALIdySezyhN+8u1zftzKz+J1pxF+gCzmVnsefNveK+zGnn23bkjsAQAgu5F8Mi7V8NOxztW98r3Kj7sw4QfIWr9c+Zhij/Ge2yN13NhzBrEHAIAsR/KpCimGn4MUfi4qcMOPNzbuosXrTif8AFnm5ysfW6xqj3eJwntc6VbEHgAAagSSTxVJPfz8R+HHHera7T2wcPHa03v+QPgBsoSNPfa5PSakas9WGw8n9gAAUDOQfKpOecJPHf85PwuXrDvjQsIPUP1+isQe4z23p07HrTam2gMAQM3B83yqWorP+Xlv+vpBI9cHn/Pz5MPb8ZwfoLr8dOXjbt8e+9weE1K1Z5PhpxN7AACoQaj5VLXUKz9Xube9hZ/zs2jJujN7fk/lB6gWij2LH3o7ZEL2ahGxBwCAmojkUw1SDj91r7IDHnhvWkj4AarDT1c9vsi9yc19bo9b7elI7AEAoEYi+VSPFMPPgQo/F0f6/Kjys3jtWYQfoAr96Maed9wpx31uj6o9mxJ7AAComUg+1Sb18HOlHfDAW3qhG35mE36AKhCOPZGR3Oq6sec0Yg8AADUUyac6lSP8XFw38pwfZ9HidWcTfoAM82LPZGOf2+MOYN2W2AMAQI3G2G7VL8XR3t6fvm7wiLVFheGhpVo0rfv4qO2bMNobkAE/XvXEwgffccIjuZm6+7TZjNgDAEANR82n+qVe+el7cb2CAscbV9dZtESVn++WLV9nAFSqH7zYY8IjuZm6+7Yl9gAAkANIPlmhXOEnPz/PG13XLFy87uwLZhN+gErkxZ7J3qR7laFux7ab3dud2AMAQA4g+WSLFMPPAQo/l9QtKMjzxth1R3v7F+EHqCTfK/Y8NNmt9nhjGqjaszmxBwCAXEHyySIph596V1xcNz8y2psXfrjtDaio76960o093t+VCSn2bPX/7N0HfFRFu4DxCb2j9CICCqKCgooICghiQUFRVHoTQXqV3hVUbBTr/eyIggWs2LuiKKhgoXdBIAm9pCd735nZHNaUzW7qlud/fx93EzYh2Sx4nn3PmSF7AAAIJZRPYPEjfoYWL1JYH5/JQRrxA+TQ6ezRfwX1tKfiE13IHgAAQgnlE3B8j5/RQ4vryY95iVrip++AjcQPkA2SPXvdJ7npX4qTPQAAhCLKJxD5Ez8lTq/2tj+B+AH8tVlnzzfmZoTZrpTsAQAgNFE+Acqv+DHX/OjRz36Z/NxN/AC+2jx+qWSP/esjZNpT6Yk7yR4AAEIS5RO4fIyfqyR+hpS0kx+5u8RPPyY/gA9M9nxtR6bmJLfaZA8AACGM8glovsZPi+KjhpR07/MToSc//e7eQPwAXkj27HnuG/dKbsqls2ch2QMAQCijfAKdH/Gjr/kpZE/bkfi5S+InivgBMrDJnT0uu5Jb8SvqVGbaAwBAqKN8goDP8VNi5JAS7tXeIvRpb3cNWE/8AGlsGv+GZI/9a2JXcqu88A6yBwCAkEf5BAc/4meouebH5T7trT/xA3jYaLJHnxaqz3HTJ7lVIXsAAAgPlE/Q8Ct+Cuv4UXbBA+IHsGz2uFL37SlB9gAAEE4on2DiY/xcqeOnVGGP1d7uJn4Q9kz2fKv0ggbuldzIHgAAwgrlE2R8j58REj92tTe94EHc3Xf/TfwgbEn2/PPct6n79rhk2lN14e1kDwAAYSXC5XIpBBv7U3MZKamSk5OTkpISPfy0Ku6pZ2KSk5LNi9yuGjWKv/BCoypViikgnPw96rV/F62UvwK6YVwpJZuRPQAAhCPKJ1j5Hj9PP30qOTlF6R+2ql692IsvXlSZ+EHY+HvU63sX/WAv7ZG/MSWbnV2N7AEAICxxtluw8v20t2HD9Glv5pIfvdrbgLv/jua0N4QHkz0r3Su5SfZcUZvsAQAgbDHzCW4+Tn5WrYp96ulTKUkuu5Jv9erFX2Dyg1An2bNHskfZ3Ur1tKf6ws5kDwAAYYuZT3DzcfLTokXJ4cNKm01O7T4/cQPv/ovJD0LYXzp7flRO9lxB9gAAEO4on6Dne/wMG1a6yOl9fiR+/iR+EJL+GrVEsseu5Cb/09mzgOwBACDcUT6hwPf4GTqszOl9fvbF30P8IOT8KdOeV+20R3e+PsmN7AEAAFznE0p8v+bn2adOJien2EO86tWKPfdSY675QWj400x75O+BXcmtVLOzayy4jewBAACKmU8o8X3yM2R4Gb3JqWne/ftl8vMHkx+EAJ09r5rsMUt5kD0AAMAT5RNS/DjtbXgZc82PXu3twL74Qf2JHwS3P0cv+efVH3XPR+hRdslmtckeAADgifIJNT7GT3M7+SliJj9mtTcTP/EKCEJ/jFryz6Kf7L49kj0y7am54FayBwAAeKJ8QpDP8VNqiHvyo68FP0D8IDj9MXrpP6/+5DLdIyFP9gAAgAxRPqHJ9/gZPLys3ufHrP8r8TOY+EFQSc0eXe922nMW2QMAADLC2m6hzMfV3n5eFfO/J0+krvbmqla9xP/p1d6KKyCwrZPsWfRT6kpuqnSzWmfN70T2AACADDHzCWW+T34G2cmPuejnwL64IUx+EPDWmWmPMs9wc5Ib2QMAALxh5hP6fJz8/PJTzP+eOu6e/LhUterFn325CZMfBKZ1o9/YLdljFieUX+20pxjZAwAAMsfMJ/T5OPm54kqZ/JRz7/MToa/5Gdp/HZMfBKC1JntcOnv0azelm51N9gAAgCwx8wkXvk9+nnvqWHKSveZHT36eefkSJj8IHDZ7lM5z97Sn1vxbyB4AAJAlZj7hwvfJzz3DyxUpUsgGsUx+ht21lskPAoRkz65XV5mppHKRPQAAwB+UTxjxOX5KD9TxY+5s9vmR+DlI/KCgrR39pmSPWclNL2lA9gAAAL9QPuHFn/gpX8TZ52dfLPGDgvW7ZM/iVc6+PaUvr3U22QMAAPzBdT7hyMdrflb/dOr5J4+lrvbmqlajxNMvX1qJa36Q734fY6Y9Lve+PWUuP+vs+TeTPQAAwC/MfMKRj5OfZjL5GVFeX/MjpRSh9/kZftfvkfvjFJCPfhv95s5XV5nnoD3JjewBAADZwcwnfPk++XnhyaN6tTd9UbmqXKXYU69cVrV6CQXkvd/GvOWe9pg1Dco0O6v2PLIHAABkBzOf8OX75GfAiDPM5EdfYxEdFT+i329MfpAPJHvMtMe9b0+ZZrXIHgAAkG3MfMKd75OfF5884uzzU7lK8SeZ/CAv2exRdt8e5Spz+Vl15nUkewAAQLYx8wl3fk9+zEdFR8WNZPKDPPPrmLd2vPqzs28P2QMAAHKO8oGv8XP5lWXulvgp7N7nx8TPr8QPct2vetrzs9m3R6+qXqYZ2QMAAHIB5QPNj/gZeabe58esLxwdGTeK+EGu0tOexb/o0aJZyU2mPXXJHgAAkBu4zgen+XjNz5qfTr70xBFnn5/KVYovXHQ51/wg59aMeXvn4p9TV3JTZS+vWXdeB7IHAADkCmY+OM33yU9/mfwULmQX3YqOih/dbw2TH+SQZM+OxT+nruSmyjQjewAAQG5i5oO0fJ/8vPzEYc/V3hYw+UF2rRn79o5Xf7HX9siTT6Y955A9AAAgVzHzQVr+TH4q2NXeIsxqb6P7MvlBdqwe8/b2V39x6eUM9GsxZZudRfYAAIBcR/kgAz7GT9Mry9yl4yfCZV6qPxgVN6bv6sj9sQrw2eqxy3YslmmPXjBQxj06ex6/iewBAAC5jvJBxvyInxEVncnPwUiJnzXED3y0esyy7e6V3GTio09yO5fsAQAAeYPyQaZ8jZ+ryvSTyU/hCLsSsZ789FkdRfwgKzLt2fbaL8plr+1RZS8/i+wBAAB5h/KBNz5Pfsr2G1kxdZ+fCHvaG/EDL36R7Fm82lzao5tZpj31Hr+R7AEAAHmH8kEWfJ78lO1rT3szqxLr096Y/CATv4xdvl2yR53et4fsAQAAeY3yQdZ8g+saQwAAEABJREFUjx+Z/Mgxqo2fQ1FxY5n8IJ2fxy7ftthZyU1nT32yBwAA5D3KBz7xMX5cxTev2zlHqRS7KZBMfsb2+YX4gcNkj0x73Cu5ldPZ057sAQAA+YCdTOEH75ucnjhxom3btv/880/V8q0a154sXV3I3LtS1RKPL7qiSo2SCuFNZ89rq82SBhHKlVK+Wc36j5E9AAAgnzDzgR+8T37mzp0r2SN3iDz2wz/H/y91tTe9z8+9fX+O2sfkJ6z9PPadrTp7Uqc9ZA8AAMhfzHzgtwwnPz/88MMNN9zg3Gfp0qUR8Q0WPxGdlJhSKMI9+XlsUXMmP+Fp1dh33NMe82Qof3nN8x67gewBAAD5iZkP/JZ+8hMfHz9gwADnDn379m3RosVlV5XtM7KSWera7PMTGTeuD5OfcLTqXjvtca/kVo7sAQAABYHyQXakiZ8ZM2bs2bPH/latWrVmzZplj2gvvapcn1GVJX6Ue7W32PGc9hZmZNqzdfEa9749OntqNCB7AABAQeBsN2SfffL88ssvMuFx3vnZZ581a9Ys0cPvPx5fvDA6OSnFHMa6KlUp8eirLTjtLRz8dK/OnghlLvhyuSR7zid7AABAAWHmg+yTY9PY2NhevXo57xkwYECrVq3SLHUtk5/eevJTSO9cqfQ+PxP6rGLyE+JcLps9yox77EluZA8AAChAlA9yZPr06du3b7e3a9So8cgjj2S4z4/ET69RlQsXKWT2r1Qmfn4ifkKWy/XDyGVbdPYoZVZyK6+nPdeTPQAAoABxthuyb/Xq1c2bN3eeQp9//vk111yTfp8fz9PeXl8Y5T7tzaz29vCrV3LaW6iR7BmxbPvba+3FXcqVckZTsgcAABQ8Zj7IpoSEhJ49ezrZ079//2uvvTbDfX7+O/mpUtjZ5ycybiKTnxCjpz3Lt+nsUeYkN9f2QgfIHgAAEAgoH2TTlClTtm3bZm/XrFlz4cKFKvNNTh2XSPyMrmpWe5M7q0ORsZOIn5Dhcn0/Yvm2t9baS3vk7fWJux6MXLzs3eVkDwAAKHCc7YbsSHOe25dfftmuXTuVySan6U97W/vj8dcXROrT3iL0U7BilRIPL76qMqe9BTXJnpE2e1zmx6rWJ+6cf/StZJVSsWLFNWvWlC9fnuwBAAAFiJkP/JbmPLe+ffva7FEZbXKa2eSn5+gqerU3lx79HIqSyc+P0Ux+gpfL9Z3OnnVmlKcHeuUvr7683M+SPfKbhw4deuaZZ8geAABQsJj5wG8TJkx49NFH7e0qVaps2bJFXs73vIPPk59jS+zkx1wRIpOfuYtbMvkJPjp73pFpT0TqxT3lm1Zv+Oh1P/y0cuDAgfYuxYsX37hxY/Xq1ckeAABQUJj5wD+rV6+eN2+e8+ZLL72UJnuUH5Of8j30NT+F7JYvhyLjJvdeyeQnyNjseXuts29P+aY1JHuKlSzevn37K6+80t4rPj5+1qxZZA8AAChAzHzgh4SEhIYNGzoLG/Tq1Wvx4sWZ3dnHyc86mfzMP5CcbCc/SiY/D+lrfkopBD6TPVvfkuxRdnB3hp72XOus5LZ9+/aWLVvaZ4JEztq1ay+66CJF9gAAgILAzAd+mDFjhpM9VapUeeqpp7zc2cfJTxM9+almrvnRH3UoMnZK7x+j98UoBDiX61vJnrfXKf1T1m+nyR7RqFGjnj17pt7dNXHiREX2AACAAsLMB75at25d06ZNZWhj31y+fHnnzp2z/CjPyY+QD5fJj4x95IYMfJz5z1+/HF38yP6UZLmzK8KlKlUrMWdRyyo1mfwEqtTsMcmj/1fhihoN516Tft+eQ4cOnX/++bGx7pMYv/766zZt2pA9AAAg/zHzgU8kUeTFeyd7unTp4kv2qP9OfoQcCsvkxx4T24Nje5R80RVn9J5QvXDhCHu1yMEDsdP6roz6l8lPQHK5vhn57ta3/1Dul00ke2pmmD2ievXqdtRjDR8+nFdbAABAgaB84JNZs2Zt2LDB3q5QocKzzz7r+8f6Hj+9JH7cp71FHJL46UP8BB7JnlGSPetcegVrvSz5mTp72maYPXZJg/Hjx0v/2I+WZ9GiRYsUAABAvuNsN2QtzXlub775psx8lJ98P+3t9Uf2mU1OI1RKSqVqJWe/2orT3gKFO3tk2pMSYbqnQvMajR7ylj12JbdXX331rrvusp+jSpUqu3fvLlGihAIAAMhHzHyQhTTnuXXu3Dkb2aP8m/zUKOxschoZO73PD9FMfgKByZ4tb/9hIjbCZa7t8SV75Ebv3r0bNmxoP01UVNQjjzyiAAAA8hczH2Rh5syZ999/v71doUKFrVu3yq8qu3yc/PztTH7Mve3kpzKTnwLkcn096j29kpvLpac9ylVRZ08bX7LH/vrtt9+2bdvWfrJSpUrt3LlThj8KAAAgvxSeNWuWAjKxYcMGGfhInNg3X3zxxWbNmqkcSLOiseebnr9Wql6sWp2if/90QpdShIo9mfTzF/9ecW2N0uWKKuQ/kz1bzJIGTvZc5E/2yK916tT57bfftmzZIrclbo8ePXrLLbcoAACA/MLMB5mSCczll1++bt06+2aHDh1WrFihcoOvk5+fjy555F9zzY978nP/q62Z/OQ3l/rKfW2Py/4gspE9lgwML7jgAnvmpNznzz//dE6BAwAAyGtc54NMPfTQQ072lC9f/qWXXlK5xMdrfho1P6PHxJqFnU1OD8TO6PM91/zkK5M9+toepexKbhWymz2ifv3699xzj70trXvvvfcqAACA/MLMBxnbsGFD48aNZfxi31y8eHGvXr1UrvJ58nNEJj8ppyc/pe5j8pM/dPbYk9xOT3sufujq7GWPdfjw4Vq1asXEuPP1m2++adOmjQIAAMh7zHyQAWmPnj17OtnToUOHXM8e5cfk58w+U84qXCQidZ+fmJm9v2Pyk+dM9mzW0x6zb4/S054cZo8yi2RMmzbNeXP48OHOVWQAAAB5ivJBBh5++OE8Os8tDR/j5/ymZ/SeUqtQET13sPEzi/jJY1/f+8HmZX9K9pglDVTFZtWbPNo2h9ljjRkzpkaNGvb2+vXrX375ZQUAAJD3ONsNaW3YsOGSSy5JSEiwb77yyit9+/ZVeSnD097kV3vCm3Pa26Zfj772wD8pyWb043JVrFZy1uI2nPaW+1zqS5n2LPvTLGCt367UrHrjHE97PL322mu9e/e2t6tUqbJz585Spfg5AgCAvMXMB/9hz3Nzsqddu3Z5nT0qk8mP/GpnPp6Tn15Tz5YjbTP4kclP7H29v43+95RCLnKpL0z2uPS1PWaF8Stq5G72iF69el166aX2NhubAgCA/MHMB//x8MMPT5o0yd4uX778+vXra9asqfKF75Of1/Xkx25yqmTyM3Px1ZVrllbIOcme0e9vfvtPpVzuPWSbVW/yUOvczR5r1apVV155pb3NxqYAACAfsJMpTtu2bdudd95pt1sRzzzzzNVXX63yS2abnFrOeypUK1ajXvG/Vx5zpch7VOzJxNVf7Ltcb3JaTCEnUrNHsrOQXUbviuqNH2pdPA+yR9SqVWvdunWbN29WZmPTw4cPd+rUSQEAAOQZZj5wk2dC8+bNV69ebd9s167dl19+qfKd75OfJQ/sTkly2RXfZPIzQ1/zw+Qn+766d8WGpWuV2bZH/q/SFdUufaRNUQ+5mD0WG5sCAID8xHU+cJs3b56TPWXKlFm0aJEqCL5f89Nz6tmFi0TYcD+0P+Z+rvnJNpf6fNT7G95Yp6+fMm/KtKfJg63zNHuU2dh0yJAh9rb07fDhwxUAAECeYeYDbdu2bfJyu7OwwXPPPTdw4EBVcHyc/Gz+9Ujq5EffvWLVktNfa8vkxz+SPaM/2ORc26NU5WbVmjzYKo9Ockvj8OHDdevWPX78uH3zk08+ad++vQIAAMgDzHygAyPNem4Fmz3K58lPg6Zn9phau1DhCFfqPj+ze33D5McPNnuW/eXs21MpH7NHmY1Np06d6rw5cuRINjYFAAB5hPKBWrhwYSCc55aGH/Ezrbb8ph5ZREQcPhAzp9c3B4kfX7jUZ6M/2CjZo/ft0fVYqVn1S/IxeyzPjU23bt364osvKgAAgDzA2W7hbvfu3RdccEFsbKx989lnnx08eLAKGL6f9vbGnF3JSa4IsyhZxWqlpr/WthKnvXlhsmeTyZ5CEfrfgSrNql3yYMt8zh5r6dKlPXr0sLfZ2BQAAOQRZj5hTY53e/Xq5WRPy5YtAyp7lD+Tn27T6hQuEqH0+EKZyc/XTH4ypbPnw43L/jZbwursqXBJ5YLKHtG9e3fPjU3nzp2rAAAAchszn7D25JNPjhw50t4uWbLkxo0ba9eurQKP75OfN+fslMlPIV1AevIz7bVrmPyk5VKfjv5w0/K/XCmpD9QlVZo90rpYqYLJHstzY9MSJUps377dOQUOAAAgV7CTafjavXv3rbfeKtlg31ywYMF1112nApKPm5yeWa1Y9XolNqw8qjc5VXqT018/39P0urNKscmpw2TPxmV/Kf2g6XcEQvYos7Hpn3/+uWnTJrktz8nDhw/Lk1MBAADkHmY+4atVq1YrV660t1u2bPnDDz+owObj5GeLe/KTUsjcuWL1UtNeb1exBpOf1OxZ/re+tke/5arYpLJkT/HMsyd9XuadXbt21atXj41NAQBAHuE6nzD17LPPOtlTsmTJ1157TQU8H6/5Oa/pmV2n1S2sl7rWdz68P2ZO9y8P7Qv7a35c6pMxKzaY7NHLQMi0J5CyR9SpU8fZzJSNTQEAQK5j5hOOdu/e3ahRo5MnT9o3Fy5c6FztE/h8nvwcfmu2mfyY5d7OrFJy2tJrw3fyY7JHL2ngStEN43JVuqRys4dbBU72WGk2Nv3oo49uuukmBQAAkBuY+YSjXr16OdnTsmXLESNGqODh8+SnQpfpdQsXKaQ3OXWpI5Gxc7p/EaaTHzvt0Su5uWz2VAzI7FFmY9MZM2Y4b44ePdqe/AYAAJBzlE/Yee6559Kc55afh7a5wr/4KRyhlztQrqNRcQ90C7/4camPx6xYr6c9LjPjVZI9VwRk9lgyfqxTp469vXXr1hdeeEEBAADkBs52Cy///vvv+eef7wx85s2bN2bMGBWcfD/t7e3ZO1KSXBH62hZ1ZtWSU5deFy6nvens+WiDXclNmT1eL6nUPICzx3rrrbe6du1qb7OxKQAAyC2sah1eOnfuvHnzZnu7WbNm8oJ60A18HD4vdV282rklNv54RKXou8WfSvr1k91Nbzi7VNlQX+raZs9ys12pebvSJZUDP3tEw4YNP/zww/3798vtU6dOyVdyzTXXKAAAgJxh5hNGXnzxxQEDBtjbxYoVW79+fb169VSQ83Xys/rwsge2n578VCk55Y3rQ3ny41IfmeyRG/ZbrtREpj0tM8yeQkaAZI/FxqYAACDXcZ1PuPj3339Hjx7tvPnAAw+EQPYo36/5aVbhjqnnFi6i7yshcDQq9pIr9iMAABAASURBVKFun4fsNT8me9YvX28u7bELWAdT9ogWLVrccccd9nZcXNzkyZMVAABAzjDzCRfXXnvtV199ZW83a9bs559/Dt7z3NLzffKz/IFtevJjrvaXyc/kN24ItcmPzp6P1+tpj8v+gCs1qdgiqLLH2rVr13nnnSc/Nfvm33//zcamAAAgJ5j5hIVXXnnFyZ5ixYq9/vrroZQ9yp/Jz+1T6xWyq725Jz+fhdTkx6VWjPn4bz3tccnDIX1X6ZJKwZg96r8bmwo2NgUAADnEzCf0RUVFyWvnx44ds2/OnTt34sSJKhT5Pvl5Z862lGRXhMu92tuk0Jj8SPaM/Xj9svVyy67kVqlJpSsfvioYs8c6fvx4rVq1nI1NP/zww44dOyoAAIBsYeYT+vr37+9kT5MmTcaNG6dClB+Tn2n1Chd2r/R8NDJ2btdPg37yY7Ln72Xr9b6t5hUNmfYEdfaIcuXK3Xfffc6bY8eOZWNTAACQbZRPiHvttdc++ugje9ue51ZYH/KHLB/jp36zCp2nmdPezHlvR6NiH+4WzPHjUh+a7FH6+4mwC1hfOTe4s8caNmyY58amzz33nAIAAMgWznYLZWnOc3vggQemTJmiwoCPp71tXX3onTlbXUn6znLsf0aVkhPfbB98p73p7Pnk7+XrU5c0cFVuUumquVeGQPZYy5cvd9Z5q1Chwp49e9jYFAAAZAM7mYayrl27/vXXX/Z2kyZNXn31VTnqVWHAx01Oz6hevOq5JTevPGw2OXXFnUr8/ZNdl7avHUybnJ7OHv2WfFchlj3iwgsv/Pzzz/fu3Su3Y2NjJWXbtWunAAAA/MTMJ2QtXbq0R48e9rYc+/7xxx9yBKnCie+Tn/fmbE2RyY/MTCLs5OfGCkEx+XGpD3T2bLBfufwq2dNybotQyh7r999/v+yyy+xtNjYFAADZw3U+oenw4cOeqwDPmDEj3LJH+XHNT8Vbp9UvVESZeFDHImMe6frJ4cC/5sfJHrllvvJQzR5x6aWXygDT3o6LiwvVxQkBAECeYuYTmm6//fZ33nnH3m7SpMmaNWvkIFiFJR8nP9tk8jN7S0ry6cnPhDdvCtzJj86eT//S054U3TAuV5UmFUM1e6w0G5v+9ttvkkMKAADAZ8x8QtBbb73lZI8c/r7++uthmz3K58lPPZn8TD+vUOEIvTaaSx2NjH2068eH/z2pApBLvW+zR097IsxJbiGePcpsbDpq1CjnTTY2BQAA/mLmE2oOHz5cv359+dW+OXPmTBaxUP5Mft6fvVlf86M3A42Qyc/4N2+sULOMChw2e94x1/boSEupckmlVg81D+3ssY4fP163bl3nuf3ee+916tRJAQAA+IaZT6gZMmSIc2h44YUXTps2TcGfyU+n6Q0KFYmwu+Ici4p5rFsgTX4ke+799E+dPcruRFS5SbhkjzIbm0rJO2+OHz+ejU0BAIDvKJ+Q8tFHH7311lv2Nue5peFn/OgPcZnT3h4LkNPeXOo9yZ7lG3X26G9Fn+TWem64ZI+VZmPT//u//1MAAAC+oXxCh4x6+vfv77w5adKkJk2aKHjwPX5umWYmP2ap6GORMY8XePzo7PnMnT3mzSqSPWEz7XHIdzd//nznzRkzZhw/flwBAAD4gJ1MQ8eAAQN+/vlne/vCCy984403wmTfUr9E+LrJaYnK55ba+sMhex1cfEzi2k92XnJDnZLlCmKTU4/ssV+4ZM/V4Zc91vnnn59mY9Nrr71WAQAAZIUVDkLERx991LFjR3tbDn9//fVXBj5e+LjgwfZfDn4we7MrOcVumXNG1ZJj3+yQzwseuPS1PZ/9sXxjhL24xyxgffVDV4Rn9lieG5vKt79r1y42NgUAAFliJhAKjh075nme24QJE8ge73w87e3cKyrdMr1BocLmqhqlT3ub1/Wj/DztzWWmPX+8s0nZi3tciuxRZmPTHj162NsSqOPHj1cAAABZYeYTCvr06bN48WJ7+8ILL1y7dm2xYgVxUlaw8X3y8+HsTS73UteqvJ78dMyHyY/Jns9PT3uUq0rjCm3CPnusffv2nXvuuXFxcfZNNjYFAABZYuYT9D766CMne+QI+PXXXyd7fOT75Ofm6eenrvbmOh4ZO7/Lirye/Ej2vCvZ885GlbqmQZXGFckeR40aNdjYFAAA+IWZT3A7duzYeeedFxUVZd+cOHHi3LlzFfzh++RnxeyNpyc/VUqNeSuvJj9O9kSYv5122tP2oWZkj6c0G5u+8847t912mwIAAMgEM5/gNnr0aCd76tWrd//99yv4yffJT8fpF0Toa37k9QJ1PCpmQZcP82Lyk5o9m5x9e6o0IXsyUK5cOc8n/NixY9nYFAAAeEH5BLGvvvrqlVdesbfleJfz3LIts/gRaeLnpil6wQO5u8vs85Pr8WOy54t1ekkDM+sxSxq0fZDsydjgwYPr169vb+/atevpp59WAAAAmaB8gtXJkyf79u3rvHnvvfc2a9ZMIbsyjB/bGJ7xU/+qKjdOaaAnPxH6TLTjkTELu3x4JJfiRzrnHZs9qduVVm1S4ZoHLyd7MiOPw2OPPea8ed9997GxKQAAyAw7mQarYcOGfffdd/Z2vXr1li9fLkeBCjkQkckmp2l+PaNmyQp1Sm7/8ZBK0YESfypx3Sc7m7Svm8NNTnX2jNPZE2E3D1Kuajp7mPZkoUGDBp4bmyYnJ1933XUKAAAgHVY4CEpfffWVs2+9HPL+/PPPDHxyS4YLHiQlJckNzwUPtv0Y9ckDG13JesEDmZyWq1pq9Fu3nJndBQ9Ss2ezcqVE6O5xVW1coZ2e9hQje7KUZmPTLVu21KlTRwEAAPwXZ7sFnzTnuY0ePZrsyUU+nvZW76oqN069QF/zo5zT3j7I3mlvkj3Lx325VmePXtPARfb46dJLL+3du7e9LVE6efJkBQAAkA4zn+AzePDg//3vf/Z27dq1N27cWLJkSYVc5cvkJyEhYftP0Z/pyU+K3EdypFyVkqPe7uTX5Mdmj7m2x6UTxuWqRvb4j41NAQBAlpj5BJmVK1c62SNHva+99hrZkxd8mfwUK1bs3Csr3zBVL3UtzCanMU/c+b7vk5/Uac8mM+zRi2Uz7cmeGjVqjB071nmTjU0BAEB6zHyCycmTJxs1arR792775siRIxcuXKiQZzwnPympMpn8bNDX/OjJjypXpdRIHyY/8rmX6WnP5tPTniYVrn2gKdmTPTExMXXr1nW2t1q2bNntt9+uAAAAUjHzCSYTJ050sqd27dpz585VyEuek59CqTKb/Dj7/ByPPPXkne95n/yY7Plq7TubdVqZfXtk2kP25ESpUqXuu+8+581x48ZJlyoAAIBUlE/QWLly5TPPPOO8yXlu+cPn+KlyvcSPyRO74IGX+HFnz7ub9WfWb6tqTc687kGyJ6cGDhzIxqYAACAznO0WHGJjYy+44AJn4DNs2LCnnnpKIb/4eNrbjp+iPp+zwZWcokzSlK9aarg+7a3sfz+VettMe+SmKRhX9cZnXse0J5d89NFHHTt2tLcrVKiwc+fOcuXKKQAAAHYyDRb33nvv559/bm/Xrl37nXfekTmDQn5Jv59p+neKcjVKVKhbaufKaKW3+XElnEr64+PtF7c/p2S54vZD3Nnz7haTPfoDqzQ844aHWNIg15x33nnfffedDHyUeb1AcvSGG25QAAAAzHyCwsqVK1u3bu38pH744YeWLVsq5DtfJz8/Rn3xwHq7yamd/Ax7+1aZ/OjsGf/V7+9s0UsamM9XtWH5Gx5qWqJMcbInF61fv/7iiy+WH41iY1MAAOCB63wCnbxu3atXLyd7Bg8eTPYUFF+v+WlZ9bqpDV02b8xS10/f8d6RvSfeGv+1O3vMb5hpD9mT+xo2bNinTx97W1p04sSJCgAAgJlP4Bs7duz8+fPt7Zo1a27atKlMGT82ykSu82XyI7avjPz8vr/sctV2wmPbxeZQtYvOuOGBS8mePMLGpgAAID1mPgFt9erVCxYscN5ctGgR2VPgfJn8CJn8XD+zkZ782PvrVxlSs+fiM9s/eBnZk3dq1Kgxfvx45002NgUAAIqZTyBLSEho2LDhtm3b7JsDBw587rnnFAKDL5Mf+XX7ygOfz/ozddqjP6T6RWfc+OBlxUsXcxqJ7MkLaTY2feutt+68804FAADCGDOfwDV16lQne2rWrDlv3jyFgOF98uOo16p6+/sa601OzUdVb3Rmh7mXM+3JB6VKlZozZ47z5oQJE9jYFACAMMfMJ0CtXr26efPmzk/nyy+/bNeunUKAyXDyI2OfpFTJxvYfDnwy/bdal1Xq8EDToiWL2NopUqQI2ZOn5Gdx8cUXr1+/3r75+OOPjx07VgEAgHBF+QSiNOe59e/f/8UXX1QISJnFj+0f+dW+Z9+fh2tcXMEOiAr/F9mTdz799NMbb7zR3i5XrtyePXvY2BQAgLDF2W6BaMaMGZznFizSn/Zme8a5jMcudV37sqqeZ8GlGfiQPXmkffv2bdq0sbePHz8+c+ZMBQAAwhUzn4Czbt26pk2byqzAvsl5bkHBc/LjOfyx7DuVqZpC/xXhQZE9eYCNTQEAgMXMJ7AkJCT07NnTyZ6+ffuSPUHBc/KTfvjjOf9Jc22PEz+K7MkbDRs2vOuuu+ztxMTEcePGKQAAEJaY+QSWadOmPfDAA/Z2lSpV5PXp8uXLKwSJNJMfh+d9Iv5LeVSTQt6IioqqW7duTEyMffOnn35q0aKFAgAAYYaZTwBZt27d3LlznTdfeuklsie4ZHbNjzPhSb+eAdmTD+RFhAkTJjhvsrEpAADhiZlPoEhKSmrcuPGGDRvsm7169Vq8eLFCEHL+Tnn+5XKu83He49wme/JBmo1N33jjja5duyoAABBOmPkEitmzZzvZIy9RP/XUUwrByTNpvHDuoJD3SpUq9dBDDzlvTpo0iY1NAQAIN5RPQJDmefDBB503Oc8t2Hnmjed7MnsT+aBfv34NGza0t3ft2rVw4UIFAADCCWe7FbykpKTLL7983bp19s3u3bsvWbJEAcht3377bdu2be3tcuXK7dy5s0KFCgoAAIQHZj4FT6Y9TvbIcRjnuQF5pE2bNjfeeKO9ffz48fvuu08BAICwwcyngG3YsKFx48Yy9rFvLl++vHPnzgpA3ti6dev5559vNzYtXLjwtm3b2NgUAIAwwcynICUnJ/fs2dPJni5dupA9QJ6qX7/+gAED7G35Czh27FgFAADCAzOfgvTggw9OnTrV3q5QoYK8Gs1VB0BeY2NTAADCEzOfArNhwwbPywyeffZZsgfIB1WqVJk8ebLzJhubAgAQJpj5FIzk5OSmTZs6Cxt07tx5+fLlCkC+iIuLO/fcc/ft22ffXLJkSffu3RUAAAhpzHwKxmOPPea5ntvzzz+vAOSXEiVKeO6gNW7cODY2BQAg5FE+BWDbtm0zZsxw3nzqqac4zw3IZ71793Y2NpXhz/wjPmHUAAAQAElEQVT58xUAAAhpnO2W3+QBb968+erVq+2bHTp0WLFihQKQ79jYFACAsMLMJ789/vjjTvaUL1/+pZdeUgAKQps2bTp27GhvHz9+fObMmQoAAIQuZj75atu2bQ0bNkxISLBvLl68uFevXgpAAdm6desFF1yQnJyszMamGzdurF+/vgIAAKGImU/+kcjs2bOnkz0dOnQge4CCJZ1zzz332NvSP+PHj1cAACBEMfPJPwsWLBgzZoy9Xb58+S1btlSpUkUBKFCHDx+uVasWG5sCABDymPnkk927d0+ZMsV5c+HChWQPEAgqVKgwbdo05002NgUAIFQx88kP8iC3bt165cqV9s127dp9+eWXCkBgSLOx6WuvvdazZ08FAABCCzOf/PDUU0852VO+fPlFixYpAAGjRIkSDz/8sPPmhAkTpIUUAAAILZRPntu9e/fEiROdN+fNm1ezZk0FIJD06tXr0ksvtbdl+LNgwQIFAABCC2e75blWrVpxnhsQ+FatWnXllVfa22xsCgBA6GHmk7eeeeYZJ3vKlCnDeW5AwGrRokWnTp3s7ePHj0+fPl0BAIAQwswnD+3evbtRo0YnT560bz733HMDBw5UAAIVG5sCABDCmPnkoV69ejnZ065dO7IHCHDSOUOGDLG3pX/uvfdeBQAAQgUzn7wiE55BgwbZ22XKlNm0aRMLGwCB7/Dhw3Xr1j1+/Lh9k41NAQAIGcx88sS///7r+Wrxo48+SvYAQaFChQpTp0513mRjUwAAQgYznzxx7bXXfvXVV/Z2y5Ytf/jhBwUgSCQmJtapU8fZ2PTVV1/t3bu3AgAAQY6ZT+578cUXnewpU6bMa6+9pgAEj6JFiz722GPOm5MmTWJjUwAAQgDlk8v+/fff0aNHO2/OnTu3du3aCkBQ6d69u+fGpvPmzVMAACDIcbZbLrvppps++eQTe7tVq1bff/+9AhCEPDc2LVWq1M6dO6tUqaIAAEDQYuaTm5YtW+ZkT8mSJRcvXqwABKcWLVp07tzZ3o6JiZk5c6YCAADBjJlPrjl58mSDBg2cq6IXLFgwatQoBSBo7dq1q169enZj00KFCm3duvWcc85RAAAgODHzyTXTpk1zsqdRo0YjR45UAIJZnTp1RowYYW+npKTI33EFAACCFjOf3PH33383adLEvjYcERGxZs2ayy67TAEIcocOHapdu/apU6fsmxs3bjz//PMVAAAIQsx8coHUY79+/Wz2iMGDB5M9QGioWLGi567EkyZNUgAAIDgx88kFzz777NChQ+1tOU7atWtXmTJlFICQIAOfmjVrHjt2zL65bt26xo0bKwAAEGyY+eTUoUOHJkyY4Ly5cOFCsgcIJaVLl/Yc9Xj+fQcAAEGEmU9ODRky5P/+7//s7TZt2nzzzTcKQGiJi4s766yz5GUO++Z3333XunVrBQAAggrlkyN79uypW7euc4XPpk2bGjRooAAErQ0bNsTGxqqCI/+kVKhQQQEAgNxWRCEHZs2a5WRPt27dyB4AAAAgMDHzyb4dO3acd955tnwKFy68detWebFWAQhmzHwAAAhVzHyyb+bMmc7A56677iJ7AAAAgIDFzCebZOBTv379lJQUuV20aFF586yzzlIAghwzHwAAQhUzn2yaPHmyzR4xbNgwsgcAAAAIZMx8smPv3r1nn322fehKly79zz//8BotEBqY+QAAEKqY+WTH/PnznWIcOHAghykAAABAgGPm47f4+PjKlSufOHFCbkdERGzbtu2cc85RAEICMx8AAEIVMx+/LVq0yGaP6NixI9kDhJK1a9fKUFduXHTRRcOHD/dyT/mn4KeffpIbcje5swIAAIGtkIKfFixY4NweOXKkAhBCLrnkEpsxf/3115o1azK7m4yGbPZceeWVZA8AAEGB8vHP999/v3HjRnv7ggsuuPbaaxWA0NK7d+/SpUvLjaVLl8bExKS/Q1xcnAx85EaFChW6deumAABAMKB8/PPkk086t0eNGqUAhJzy5ct36dJFbpw6deqNN95If4e33nrr6NGjcqN///7FixdXAAAgGFA+fjhy5Mi7775rb5ctW1ZeGFYAQlHz5s3tOWy//PLLhg0bPH9L3vzxxx/lxjXXXFO/fn0FAACCBCsc+GHZsmXJycn2tmRPqVKlFIAQ1atXr1mzZsXGxr766qv33Xefne3ExcXJm3KjatWqt99+u+f9o6Kivvjii3/++Wffvn2VKlWqXbt2ixYtGjRokObTJiUlffLJJ+vXrz948GB8fHytWrWqV68uldWkSRMFAADyEqta+6Fdu3Zff/21vf3DDz+0bNlSAQgtnqta//TTT/Z6nquvvrpHjx5yY8mSJd99911ERMSkSZPq1KnjfJRMgd54442EhIQ0n+2KK66QgipWrJh9U1Jn3rx5u3btSv/nOn8Eq1oDAJBHmPn4Sl7Q/eabb+ztKlWqXHXVVQpASLvyyit///33v/76S2pHBjiFChWSG/L+Dh06eGbP2rVrZRAkedO+fftLLrlEZjhHjx6Vqc6KFSt++eWX0qVLd+3a1d7zyy+/lOyR99xyyy3nnnuu/Euye/fulStXyt3sHyHZowAAQN6gfHwlL+g687E+ffrIi74KQKiTOcz9998vU6D33nvP/gtQs2bNG2+80bmDzHnefPNNudGvX7/LLrvMvrOqceGFF8rHyqC4WbNmNmnsJUNt27Zt06aNved5551Xv379ffv2nTp1aufOnZQPAAB5h/LxlecST6xjC4SJChUq3HHHHYsXL960aZO8Wbhw4YEDBxYpcvpfTomZI0eOlC9f3skeR7Vq1erVq7d58+affvrJJo29OHDLli3Hjh2TD7F3k5dRpk2bpgAAQB6jfHyyd+/eVatW2dvnnHNO+kMcAKGqZcuWa9asseVz6623Vq9e3fN39+zZI79KyQwaNCizzyBpZG80btz4zz//lPKZPHlygwYNzj77bPn3RGY+LJcCAEA+oHx8smTJEud2z549FYBw0rRpU1s+6V/1kJdFsvxw6SJ7QyJKSunbb79NTk7eYMg7CxUq1Lp165tvvrlMmTIKAADkGcrHJx9++KFzu1+/fgoADLvS/cUXXzxs2DBf7t+9e/cbbrhh9erVMvnZvn17XFxcSkqKtNAvv/wi/7awtjUAAHmH8slafHz8zz//bG+fe+6555xzjgIAo0qVKvLrvn37fP+QChUqtDekeaR//vjjj59++ik2Nvb111+326cCAIC8QPlk7bvvvktKSrK3r7nmGgUAqapVqya/Hjx4MP3KbPLvxsyZM2UodPXVV9944432NRS523XXXVezZk1lznM736hdu/bLL798/Phx54ogAACQ6wopZMXZxkdRPgD+q0mTJnaj0nfffdee+eb47LPPpIgkZmRWLG8WKVLkvffeW7Vq1Zo1a9J8ErtetoQQl/oAAJB3KJ+seZZP+/btFQCkKleuXIcOHeTG5s2b582bt2PHjri4uL1797799tsffPCBvP+iiy4677zzlFkR+9JLL1WmiKR/UlJS7GfYunWrVJMyFwuVKFFCAQCAvMHZblk4derU6tWr7e2GDRueccYZCgA8tGvX7vDhw9999922bdsefvhhz9+qU6fOwIEDnTfvuOMOSaN9+/a9Ynjes1SpUrfffrsCAAB5hvLJwrfffmtPRFGc6gYgI0WLFu3Ro0erVq1Wrly5xyhWrFilSpWuvPJKeWehQqdH6yVLlpw0adLPP/+8Zs2aQ4cOHT16VCY/FSpUaNGixdVXX+3sbQoAAPIC5ZMFZ1U3RfkA4aqV4f0+tWrV6t69u8pK8eLFrzYUAADIX5RPFv744w/ndvPmzRUAAACAIET5ZMEpnzPOOMMuXwsAAAAg6FA+3hw9evSff/6xt5s2baoAAAAABCfKxxvPU90aN26sAAAAAAQnyscbz/K5+OKLFQAAAIDgRPl4w8wHAAAACA2UjzdO+RQqVOjCCy9UAAAAAIIT5ePNhg0b7I2GDRsWLVpUAQAAAAhOlE+mjh8/Hhsba2/Xr19fAQAAAAhalE+m9u7d69yuUaOGAgAAABC0KJ9M7dmzx7lds2ZNBSAMyF/2pKQk5b/58+f//vvv9vZTTz1Vvnx5lS1ly5ZVAAAgD1A+mWLmA4ShbBdLVFTUJ598Ym+fPHnynHPOUQAAIJBQPpnyLB9mPgC8q1atmnM7MjJSAQCAAEP5ZIqZDwDfnXnmmc7tY8eOKQAAEGAon0xxnQ8A35UoUcK5HRcXpwAAQIChfDJ1+PBh53a5cuUUAGSuZMmSzm3KBwCAAET5ZMrZzKdMmTIKALxi5gMAQICjfDLllI/nS7kAkCFmPgAABDjKJ1NO+ZQqVUoBgFfMfAAACHCUT6aY+QDwHTMfAAACHOWTKWY+AHxXvHhx5zblAwBAAKJ8MuUcuzDzAZCliIgI53ZycrICAAABhvLJmDPwUZQPAAAAEPwon4zFx8c7tz0vXAYAAAAQjCifjKWkpCgAAAAAoYLyAQAAABD6KB8AAAAAoY/yAQAAABD6KB8AAAAAoY/yAQAAABD6KB8A8MmePXv69OmT2e+eOHHCub1s2bJ169Zlds9+/fr17dtXAQCA/EX5AIBPatWqVbt27UWLFmV5z71Ghr9VqVKlzp07KwAAkO8KKQCAbx577DFJF5UDjz76aNmyZRUAAMh3lA8A+EqyZ/bs2Sq72rZt269fPwUAAAoC5QMAfhg4cGDTpk2V/4oXL/7ss88qAABQQCgfAPBD4cKFJWDkV+Wn0aNHN2jQQAEAgAJC+QCAf2TmM3z4cL8+pFatWlOnTlUAAKDgUD4A4LfZs2f7tdTBE088wcIGAAAULMoHAPwmGfPoo4/6eOcbbrjh1ltvVQAAoEBRPgCQHf369Wvbtm2WdytevPjChQsVAAAoaJQPAGSTL0sdTJo0iYUNAAAIBJQPAGSTJI33pQ7kDpMnT1YAACAAUD4AkH2zZ8+uVatWZr+7YMGC4sWLKwAAEAAoHwDIvrJlyz7yyCMZ/lanTp3at2+vAABAYKB8ACBHunXrln6pAymiJ598UgEAgIBB+QBATj377LNpzmqbMmWKl7PgAABA/qN8ACCnGjRoMHr0aM83x4wZowAAQCChfAAgF0ydOtUZ8qQfAQEAgAJH+QBALihbtuwTTzwhN/r27evLDqcAACCfFVEAgNxw66239urV67HHHlMAACDwUD4AkGteffVV+dXlckVERCgAABBIKB8AyBHpHO/vpIIAAAgElA8AZJNn3mTYP7Z57G/RPwAAFCzKBwCyw0kdl6HSxY+kjj3tzekf4gcAgAJE+QCA3zxTx+VBeUx40jSPE0IKAAAUBFa1BgD/eAZPSqpk4+ThmBd6fXRg86HkVPJb6bsIAADkP8oHAPyQZs5jmycpKclmz4t9Pt39W+TLfT89sOWQfSfxAwBAgKB8AMBX6bPHc9rzSv8vorcdjYiIiDkav6jvZ/s3QJ0vHAAAEABJREFUHXTix7N/FPEDAEBBoHwAwCeZTXuEyZ4vo7YeNXdQEREq9njC6wO+2rfBHT/OSXHEDwAABYXyAYCsZZg91qkjsa8O+Obg9mN29QK7goH8GnssfunAr/5dH23ryOkf4gcAgAJB+QBAFjLLHjvteW3wd9HbjymzdJvc7fKu5xcpXsRllneLP5n41uBv960/6HnOG/EDAECBoHwAwBsv2aOnPQO/jdpyVA97zIrVnWa1vOOhNve8dnOxEkXse+JOxL81+Jt9ZvJD/AAAUIAoHwDIVJbZc3Dncff5bSqi08yrrurTSG7VvqzagMU3Fy1ZRG/go2TykyDxs3/DQeIHAIACRPkAQMayyJ57vju484SEjTLZcussd/ZYJn5u0fGjXPa0t7eJHwAAChTlAwAZ8J49i+75LnrHcX0HpVczuHXmf7LHsvFTrERRM/lROn4GfU38AABQUCgfAEjL25IGJnsO7jiuV3IzSXNbRtljSfzc/dotRUsUVWa1N4mfZcQPAAAFhPIBgP/IMnuid5zQIWM27rk18+yxUuPHrvZG/AAAUGAoHwA4Lavs+f7gjhNm2x4dMjLtadmnYZafU+Kn/2uddPy4bPwkLNfxw2pvAADkK8oHANx8yR7dLubinttmXulL9lhm8tOpWElnnx/iBwCA/Eb5AIDmPXteued7fZKb2bdHfu3sT/ZYZ5+e/LhXe3uH+AEAIB9RPgCQdfYc3HnCvW+PZM8Mv7PHOvuy6v315MdZ7S3hnXu+PkD8AACQLygfAOEui+wZ9EP0Trukgb5ztrPHkvi5SyY/Ej/2tLdTEj9fET8AAOQDygdAWPOePS/f84N7JTdlT3Jr0SoH2WO548cueCCTn1OJxA8AAPmA8gEQvrLInkEr9bQnIsKu5Hb7zCtb9c5p9lg6fl6/1b3UtYowp719te/PKOIHAIC8Q/kACFPes+clyR69gLXZt0dnT4tWvS9UuUfip587fvSCBwknE94b/CXxAwBA3qF8AIQjX7LH7Faqz0i7I7ezxzLxc5td7U0mSwkxScQPAAB5h/IBEHa8Zk/ci+YkN/c5bjLtmZEn2WNJ/PSV+ClZVOmlrlViTOL7g7/cT/wAAJAHKB8A4cWH7DkpwWPOcZNpT/PWeZY9lhM/ZvAjk5/E9wZ/QfwAAJDrKB8AYcSnaY+5o86eGXmePVZq/LhXe0uMSXqf+AEAILdRPgDChffseWHQyiizb4+5W8Sd+ZU9Vi0dP511/Jg3E/RpbxI/kcQPAAC5hfIBEBayzJ7onScj3Pv25Hf2WBI/fSR+ShRRZqlrfc3PIOIHAIBcQ/kACH1ZZM/gH6N2ntQruZk1DUz2XKAKgo6fJZ3tUtfKxM8HxA8AALmE8gEQ4rxnz/OSPTucldxU9zlXXV1A2WPVuqxGbx0/Re30ifgBACC3UD4AQpkP2SPTHvdKbj3mXHVV1/NUQTsdP/qr0vHzIfEDAECOUT4AQpb37Hlu8E9RO0+aaY/eS6fH7CsDIXssiZ9eS/SCB8p8CyZ+Pid+AADICcoHQGjyIXtSV3KLiAio7LFM/NyuNzlVeh4l8bOC+AEAIAcoHwAhyHv2/M9Oe8xKbhE6e1oEWvZYqfFTxFyDFGHi57MDxA8AANlC+QAINVllzyq9kpuyK7np7GkZkNljnaXj5w4dP3a1t1PEDwAA2UT5AAgpPmTPiQhzT5n59JzTPJCzx5L46Snx47Ha24p7Pvv3t/3EDwAAfqF8AIQO79nzf0NWReolDSJsGejs6RLo2WPp+Fl6R5ES5pofc9rbx0MkfvYRPwAA+I7yARAivGXP0bj/k2nPDr2Sm17RQKlec1oES/ZYNn6KljCnvUWo5LjkTwZ/vo/4AQDAZ5QPgFCQVfb87J72mH17eursqa+CjcRPjyV3FnHv86OS4pM+Jn4AAPAZ5QMg6HnPnmed7NEruales5u3CsLssc5qquPHWe0tOT7pk8GfET8AAPiC8gEQ3HzKHvfdIoI6eyyJn+5LuhSxq71FRCQRPwAA+IbyARDEvGfPM+7s0UsayMyn9+wrgj17LBs/epNTk3MSP58O/pT4AQDAO8oHQLDykj0ndPb8ErnzlPskN6VCJnssiZ9uS+4sUlIvdS1plxSXTPwAAOAd5QMgKPmQPfYkNxV62WOd1bRm9yV3pu7zo4gfAAC8o3wABJ8ssyfKY9+e3sF/bU9majat2W1pF7vPT4Re6jrpM+IHAIBMUD4AgkxW2bM6cucppRew1ie59Zl9Resu9VTosvFj9vkxS11L/Az6ZD/xAwBAOpQPgGDiPXueHrL6wE67XalLZj4hnz2WxE/XpV2LlChiFntTyfHEDwAAGaB8AASNLLMndUkDvZJbn/ubhUP2WO74KVnUPEJ6tbfPBn28b82/xA8AAA7KB0BwyCp71ujsMXeQX/uGU/ZYNn6K2tXeIiKS45K/GPrpvjV7iR8AACzKB0AQ8JI9xw7FPjVkzYGdJ/UdzIX+YTXt8STx00Wf9lbULmmXFJf05dBPD6zbT/wAAKAoHwCBz3v2PDP818jUldzstOfqsMweS8fPG93cq70plRSb9MWgj4kfAAAU5QMgwGUx7Rn66wGPldzCPHssiZ87dfwUMZf8qMRTiV/c8xHxAwAA5QMgcHnPnieH/hr1T4y5n/6lz8ymV3c5V8HET+dFdxYpVti+KZOfr4Z8HP13JPEDAAhnlA+AAOU9e54Y+mu0ZI9evVrfq8/My9t2D83tSrPn7Ktq3/5618LFCkeYZR8STyZ+PmAF8QMACGeUD4BAlFX2/CbZY87mipA7SvZc0z3cT3JLr1aLs29/vVshPfnRZwMmnkz4gvgBAIQxygdAwPEle/SuneZOfWc2JXsyY+PHTH4iXMrGz4cHN0URPwCAMET5AAgs3rNn4dDfovS0R3eP3I/syZLET+clJn6UO36+vHsF8QMACEOUD4AAkmX2RO+J1Tt1mnlPv5mXkT2+0PHzemr8uFTCsbgv+394iPgBAIQZygdAoMgqe36P2hNr7qNnF31nXHZNN7LHV2eZyU8hs+CBPIIJx+O/vPvDQxvd8ZOSivgBAIQwygdAQPCePQt09jgrucm0p2k7pj1+OqtF7dTT3vTjrCc/d39gJz+C+AEAhDzKB0DB8yl7NH2yVr+Zl7Xrxr492SHxc9uS7oXsggcuPfn5qv8HdvJD/AAAQh7lA6CAZXGS24i1UXtilfsI3NVv+qVkT07Y+HGv9iaTH4mfu4kfAEBYoHwAFCTv2TN/2NoDu2TaY1Zyc6m7Zl52bQ9OcsspiZ9bXzeTH7PPT8KxuK+JHwBAGKB8ABQYr9kTN2+YnfboJQ2Uzh6mPbnmrCt1/KTu86Pidfy8T/wAAEIb5QOgYGSVPb9H/WOyx2zBKdlzLdmTqyR+Oi3pUahoYbNmhEo4Fv8N8QMACGmUD4AC4NO0R5lpj1L9Z5A9eUJPfiR+PFZ7+6b/e8QPACBUUT4A8puX7Dl6MHb+iLWRegFrZbLH1W9qE7In79TU8dOzUOppbwnH47+9m/gBAIQmygdAvspi2jN83YHdsanDHpdMe67vyZIGeaumPu2tp7PgQfyx+G+Z/AAAQhHlAyD/eM+ex4etMye5KbuSmznJ7RyFvHc6fiL0Q59wLO47HT+RxA8AIJRQPgDyiffseWzYusg9se4jape6e8Yl15E9+Uji5xaJn6KnV3uT+DnM5AcAEEIoHwD5IYvsGa6zx+7bI7+SPQVCx89Se9qblqBPe3v3MJMfAECooHwA5Dnv2fOokz1m3567p5M9BabmlXVudp/2Jj8K92lvxA8AIDRQPgDyVlbZ80fUnjhnJbe+ky4mewqWjp+lvTz2+ZH4YfIDAAgFlA+APOQ9ex4Z/oe5tsd9kptkz019WMmt4Lnjp1gR5d7nJ/67u4gfAEDQo3wA5BVv+/aY7NEruaUuadBPsqc32RMoapj4KZy62lvi8bjvmfwAAIIc5QMgT3jPnkeH/xm5J87l3rdH9SV7Ao/ET8elvd2bnLr0aW/f3/UO8QMACF6UD4Dcl9W058/TK7m5XDLt6dD7XIXAczp+lP5JJR6L/4H4AQAELcoHQC7zJXtcLvdKbmRPgJP46WDiR+l9fvRqb8QPACBIUT4AcpP37Hl4+F+Re+LkDvrqEeW6a9JFZE/g0/HzRp/Cqfv8JB6LW3nXcuIHUACCDeUDINdkkT0j/orcG+syaxrIr3dNJHuChsTPTUv76NXeItyrvRE/AICgQ/kAyB1ZZ4+zkptSZE/Q0fEjk5+iEj96XieTnx+JHwBAUKF8AOQC79kzd8RfBzxWcpPs6Uj2BCGJnxvf6F24WGH5QdrV3n7st+wI8QMACBKUD4Ccyip7/tbX9rhcZn0w1V9nzzkKwanGlXVvMtf82HX5Eo7L5If4AQAEB8oHQI54z56HTPbo++iVwSR7GpE9wa76lXVvdMePXp0v4SiTHwBAcKB8AGSfT9mjXHolN5eL7AkZJn76mtPetIRjcT8RPwCAgEf5AMgmb9lzOO7B1Owx14To7LmZ7AkhEj/tdfwUMdduuUz8vE38AAACGeUDIDu8T3seHL7eZI8cFevLQe4me0KRjp83+xYyCx7Y+Fml4+cA8QMACEyUDwC/ZTXtWR+5N84e5MrM5+4JDcmeUGUmP/3sam96wQPiBwAQwCgfAP7xnj0PjFh/YK9e0sCsX60GkD2hTuLnhjf7FXIveED8AAACF+UDwA9ZZc+GyD3xOnvMSm53TyR7woKNH2e1t8RjcT/3JX4AAAGH8gHgqyyz50DqSm7yuzLtuaVXXYXwYOLnrkLufX70am8/M/kBAAQYygeAT7xnzxybPe77qAETG97Sm+wJL9VM/DirvSUejf2l71vEDwAgcFA+ALKWVfZsPGBXcjMnOw2ceCHTnvAk8XP9G/0KSfwofbqjTH6IHwBA4KB8AGTBe/bMluzZaxew1vche8JctavOMfFTWGewTH50/Lx5lPgBAAQAygeAN1lnjz7JzV7cwbQHmo6fN+8qVLSwmfwQPwCAQEH5AMiU9+y5X0974vWSBjZ7JlzYieyBIfFznVnwQG9la1Z7I34AAAWO8gGQMS/Zcyg67v6Rm3T26H179Ov69+jsqaOAVCZ++tvV3lwmflYTPwCAAkX5AMiA9+y5b7g9yc29bw/ZgwxJ/Fyr46eIueTHlXgsdnWfN4gfAEBBoXwApJVF9ozYGH0g3q7kJr97z4QLyB5kJjV+9CandvKzpi/xAwAoGJQPgP/wnj2zJHv2J9glDZTJnlvJHnhl4ufu06u9HY1bw+QHAFAQKB8Ap2WVPZt09uhpj75yg+yBj6qmxk/qam+xv/ZZenQD8QMAyFeUDwA379kzU7LnQIJSdtqjBpE98IfETzs7+THPoMRjcb/2XcrkBwCQnygfAJov2eO+j7LZU1sB/tDx89YAM/nRzyKJn9/05Gc/8QMAyB+UDwBfsifRLrUHYrsAABAASURBVGAtdxs8/nyyB9kj8XONjp8iZrE3fdrbb32JHwBAPqF8gHDnPXtmjNgclZo9LuUaRPYgZ0z83G2Xurarvf1O/AAA8gXlA4S1LLNHX9uj9+3R95Jpz21kD3Ks6lXntj0dPy4dP32WHiN+AAB5jPIBwpf37Jk+UqY9eiU3ZV6bJ3uQi0z82NPeIlJPe1tC/AAA8hTlA4SprLJnS/SBROXet0cNmdCA7EHucsdPcb3PjzwXk47K5EfHj30SEj8AgFxH+QDhKMvsidqvT3LT0x7lGjzh/Nt6kj3IfVV0/Aw0S10rs8+PiZ8tkcQPACAvUD5A2PGePdMke2Tao5cd1vOeIePP79zzbAXkDYmfNu740ae9JR2L/b3n4uPEDwAgD1A+QHjJKnu26uzR99EruQ0Z34DsQV7T8fP2PTp+Isw+P0difyN+AAB5gPIBwoj37Jmqs8d9kpvcayjZg/wi8XO1jh/3Pj9JOn5eJX4AALmL8gHChU/Z476nInuQz07HT0SEjZ/fiR8AQK6ifICw4D17prhPcnPfeej488ge5D+Jn9bu094kfpSOnx7EDwAg11A+QOjLIntGbXMvaRBhpz3n3U72oICY+BkUYVd705OfmLXEDwAgl1A+QIjzKXvMkgbSPsPIHhQ0c9rboELFi9h9fhJ1/CwifgAAOUf5AKHMe/ZMHrUtcr/JHn2I6TLZU0sBBa2y+7Q3veCBSDoSu07HzwHiBwCQE5QPELKyyp7tHvv2uIaPI3sQQCpfVa+Vx2pvicQPACDHKB8gNHnPnkmjtkfqBayVzZ5hZA8Cj46fZYMizGpvyqz29gfxAwDIAcoHCEFZZo97JTezb8+wcfXvIHsQkGz8pK72pic/xA8AINsoHyDUeMmegzp7dpiT3OywRw0nexDYJH5aLhscYeJHT34Ox/xJ/AAAsoXyAUJKltkTeSDRfWhI9iBI2PiRyY+yq71J/HR/5QTxAwDwE+UDhA7fpj16JTe5k8mesxQQDCR+rnp7SCGzz48yq70RPwAAf1E+QIjwnj0TR++IjEx0qdRpz/j6d5I9CCqVW9ZrKfGj9/mxq70x+QEA+IfyAUJBVtmzM+pAUupKbmrE+Hp39iB7EHwqtdSTH/dqb3ryI/HzMvEDAPAR5QMEPW/ZczBuwuid7mt7zEpuI8aRPQhiqfFTWDLeZZa6/ov4AQD4hvIBglsW2TNqp13A2lSPGkn2IPjp+Fk2tJCz2tuRGOIHAOALygcIYl6zJ37CqF2RB5LstEfuR/YgZEj8XLlMn/amV3tz6dPe/u7+EvEDAPCO8gGClffsGT9Kn+TmrORmsqemAkJFpZb1JX70UtdKP82TDscSPwAA7ygfICj5kj3mPhH2JLcuZA9CjsRPi2VDCxUvYp7mepPTv7sRPwCATFE+QPDxnj3jzElucgez/pVr1LhzyR6EKnf8FCti1y1MPhKzXuJnM/EDAMgA5QMEmSyzJyp13x75ddS9ZA9CnMRPc7PggbnmRy94sL77i0x+AADpUT5AMMkie0bv0tuV2pXclCJ7ECb05Gf5MBs/8vdDJj8bur3I5AcAkAblAwQN79lz72i7kpu9tEey55yuZA/CRkU9+THxo9yrvW3o/gLxAwDwRPkAwSGr7NltF7A2L3mr0WQPwo+On+XDzeTHrPZ2JHajjp/9xA8AwKJ8gCDgPXvGpmaP3duE7EHYkvi5QsdPERM/+pqfjd1fPEn8AAAMygcIdD5lj3LZ/ezH6OypoYBwdTp+lN3nh/gBALhRPkBA8549Y0b/Y7PH3mc02QOY+Gkm8WP2+VFmn5+N3V4gfgAAlA8QuHzInkSzooE+vpNpTzeyBzDc8ePe50ef9raJ+AGAsEf5AAEq6+yJTLIHazLzGXNvXbIH8FSx5XmXO/HjIn4AAJQPEJC8Z8/oMXsORJqV3Mydx46t26072QOkJfHT7J3hhYo7m5ye2tTteeIHAMIW5QMEnCyzJ3UB6wi531imPUDmKujJzwiZ/JglQFTykZjNxA8AhCvKBwgsXrIn+mD8KJn2pK7kJr+rs6d7dQUgczp+3hlhl7p2mdXeiB8ACE+UDxBAvGfP6WmPvo+e9nQnewAfSPw0fcdOfuQtV/LhmC3dniN+ACDcUD5AoMgqe/aaaY8y0x517711yB7AdyZ+RtoFD1xmqWviBwDCDeUDBISsTnLbe8Cs5GamPS6yB8gGiZ/LJH6KF9bX/NjJT1fiBwDCCOUDFLyss8c5yU0x7QGyz8TPqIhihe3kJ/nIqa1d/0f8AECYoHyAAuY9e0aO+fdAZLJe0sBsV3rv2Do9yB4gB2z86Gt+lHu1N+IHAMIE5QMUJB+yx0579OvTJnuqKQA5o+PnXZn8uFd7k/jZRvwAQBigfIAC4z17RpjsUe59e1zjyB4g95xp4se92pvLZeLn/04RPwAQ0igfoGB4yZ7IqPgRY/fZJQ3s3vPjyR4gt0n8XPqOnfzov2XJh4kfAAhxlA9QALxnz3CZ9uglDcyVPS6Z9tQme4C8cGarBpfaa37MZJX4AYDQRvkA+S2L7Bm7Lyo62ezbo69AkOzpSfYAeUbi5xKz2pu9mi758KntOn72ET8AEHooHyBfec2ehGEme5Sy0x41fuzZZA+Q10z8jI4oXsTEj9Lx04X4AYAQRPkA+Ser7PlXT3vsfZSL7AHyjUf86F2zko/E7CB+ACDkUD5APvGePUNN9iiXe9+eCWM4yQ3IVxI/TSR+ipn40au9ndrR5VniBwBCCeUD5IessmdfVHSKMku56WnPGJn2VFUA8peOn3fHRJilru0+PzuJHwAIIZQPkOd8yB497bEX90wYe3YvsgcoIP+NHxfxAwChhPIB8paX7DkQlTBk7L5Is6SB3Ut+wpize3Uje4CCdIaOn7HmtDe7z88p4gcAQgPlA+Qh79kzdOz+qIP2JDd9VfXEsbWY9gCBQOKnscRPcbvPj0o5fGpXl2eIHwAIdpQPkFeymPbcuz8y9SQ3lz7JrRbTHiBwuOOnWOpqb4djdPxsO0D8AEDwonyAPJFl9ph9e1x2556JY87uTfYAAUbi52InfuRv8eFTu+98mvgBgOBF+QC5L6vsORDpsZLbxDG1enerogAEHh0/79nT3szk5+DJf3T87Cd+ACAYUT5ALvOePYN19pxeyW0S2QMEtjNanX+Rx4IHSTp+nokhfgAgCFE+QG7yKXvc91RkDxAUdPy8d29EscIRZq3r5IMniB8ACEaUD5BrvGfPoNMnuWljh9Uke4BgkRo/ZrU3l0rS8fM08QMAwYXyAXJHVtkTqbNHmZPcXGrMsJoD+rCkARBMyjvxo/Rf9eToE3uIHwAIKpQPkAu8Z889kj163x6zkpvOnhoDyR4gCEn8NJL4Sd3nJ4n4AYCgQvkAOZVl9kRFm+yJ0OOesWQPEMxM/IxzT36UMpOfp2K2Ej8AEAQoHyBHssqeKJn2uNwX97jGDiV7gKAn8dMwNX5c+rS3k3slfpj8AEDAo3yA7POePQPHSfYk23175H/3kj1AqNDx8/54e9qbXe1t7x1MfgAg0FE+QDZlnT3RKfbSHqY9QOiR+LnwvfGpq73p+Pn3zieJHwAIZJQPkB3es2fAuGjPldxk2nNPHxawBkKNjp/33fFjV3sjfgAgkFE+gN98yR5X6kpu9w6tTvYAocqJH2VWeyN+ACCQUT6Af3yc9kSYldzGkT1AqCvnTH7MmynRJ/YRPwAQkCgfwA/es+fucdEHUldykzuOG0L2AGGhXKsLLjQLHphBrys5+vi+O58gfgAg0FA+gK+yyp6DZrtSZdc0GDe0GtkDhA+Jnwven6BPezP/AsjkZz/xAwABhvIBfOI9e/qPO6inPakruY0bWn0Q2QOEGRs/hUz8mH1+Tuy/Y2Es8QMAAYPyAbLmJXv2S/aMt9Mel6keNX5I9UG9KysA4Ufi5/wPJjirvaUcJH4AIIBQPkAWssqeQ5HR5iDGrOw0fmi1QX3IHiB8OfGj/01wqWTiBwACBuUDeOND9uglDezruzp7mPYAYU/ip8H7E801P3oOnBJ94gDxAwABgPIBMuU1exLvGn/oQOq+PfKLZM9gsgeAUa71BedL/His9nbgjgXEDwAULMoHyFiW2WP27VF2354JQ6uSPQA8ldXxM8lZ7S05+kSkjp99xA8AFBTKB8hA1tmj9+0x95TsGcK0B0AGJH4avD+pkJ786BNiTfwsJH4AoKBQPkBa3rOn3/hDdgFru1+7yZ5KCgAyIvFznp38mPlwcvRxJj8AUFAoH+A/ssyeyIP20h69Z+mEIVWHkD0AvDLxM9F92ptZ8CDqduIHAAoA5QOc5j17+k44fEBnj923xzWR7AHgm7KtLzzvAzv50efIJh8kfgCgAFA+gFuW2RNpV3Iz+/aQPQD8IvFT/3T8uFKij0fdPp/4AYD8RPkAWtbTnmhzjpu5THnSkCpkDwB/mfiZbPf5kX9PUqJPRBM/AJCPKB8gi+zpM+GIPslNucwLtZzkBiD7JH7qSfwULxphzpolfgAgP1E+CHdZZ0+0eyU3ud+kIVWH9q6oACC7Uic/RfUmyDp+jh8kfgAgX1A+CGves6e3e9qTmj2Dq5A9AHKujHvyUyTCvdqbxM+8OOIHAPIY5YPwlVX2HHVWcpPXZSeTPQByj4mfKRF6k1P9r1BK9AniBwDyGuWDMOU9e3rp7NHHHBFmJbdJQ8geALlM4udciZ9iRezSKXry0/lx4gcA8g7lg3CURfZMPOo+yU2yxyXTnsrDepE9AHKfjp8Pp9qlrl1mk9NDxA8A5BnKB2En6+yJTj3JTbJnSJVhTHsA5BmJn3N0/Jxe7Y34AYA8QvkgvHjPnp4Tj+1379ujX3+dItnTq4ICgLxk4meK52pvh4kfAMgDlA/CSJbZc3olN509lckeAPmjTOuGdT/UCx5EmNGPiZ/HiB8AyF2UD8KFl+zZF5XYw0573Cu5kT0A8pvEzzn2mh+zniTxAwC5jvJBWPCePT0nHj9wUB9q6L01JHsGVxpO9gDId6X15Geq3edH/tFyRR8/QvwAQO6hfBD6ssye/e59e/QZ9mQPgAJk4meaOe3NrvYm8fMo8QMAuYLyQYjL6iQ3nT1K79uj7zV1cGWyB0DBkvipI/FjV3uTf7aiTxy9jfgBgFxA+SCUZZE9k07sN0saKL1vj5qis+dMBQAFTcfPCh0/5l8nfc2PiZ9/iR8AyAnKByHLM3vsUYJn9nSX7ImWaY+5sscl055KI8geAAFD4qe2jh+92pseTBM/AJBjlA9Ck5fs+Wd/avYoZfdNJ3sABCATP9N1/Ch3/BwjfgAgBygfhKD0J7nZ8rHZ02Pyyf0HlVm8Wv8ybXBFsgdAYJL4OVvix672phTxAwA5Qfkg1HjPnu6TT0YetocI+jXUqWQPgMBm4meG0vGjbPwcJ34AIFsoH4QUL0samOw5FXXYrORm7jxtUKWRZA+AgGdOe5s1/BlEAAAQAElEQVQRUbyoXezNFX3s+G2PxBM/AOAnygehw3v2dJt8KvJwijnHTZ80Mm1QxZG9zlAAEAxKmdPelMRPhHuTU+IHAPxF+SBEZJk9Ztqj7FJu0weTPQCCTKnWjc62Cx6Ypa51/Nz6MPEDAL6jfBAKvGTPgYOSPTGRh0+v5DZdpj09yR4AwUfip9aKGcqu9mbi5wTxAwA+o3wQ9LxkT9ThxG5TYiKP6Gt7zF3V9MEVmPYACF6lrtbxo1d70/v8qBTiBwB8RvkguHnPnu5TY/45YLLHbAUo2TOKaQ+AICfxc9aKmWbyo8nk5yTxAwA+oHwQxLKc9uzc51KpF/fMGET2AAgR7vhJXe0tJfrYyVvnJuw8QPwAgBeUD4JVFtkzNWbnfpddyU3uRfYACDGn4yfCrNyiJz9zE3dF2n8JiR8ASI/yQVDymj1JXSV79jnDHps95RUAhBaP0970ggcp+4+c6PSgxI/8S0j8AEB6lA+Cj2/Zo6/tkfi5fyjZAyBklZT4+WiWMgse6H8W9x85SfwAQCYoHwQZn6c9+iBAsmd4N7IHQCiT+Km5YpZy7/OjZPJz8hbiBwAyQPkgmGSVPbE79unfN5f2KJM95RQAhDodPx/d517tzaVk8nNK4mcn8QMA/1FEAUHCS/YcOprUZWrs6ZXc9LTnzBFBkj0vv/zy008/neadRYsWLV++/BlnnFGtWrV27drddNNNhQsXVsEgw29HlC1btmLFipUqVWrQoMEtt9xy7rnnqmD2zTffjB8/Xm78+uuvKvDMnz//9ddfb9y48YsvvqhyTP6KNW/eXG488sgj11xzjUJAkvip8dF9+zrMjEhINNf8HD7V6YHSH0xVdap63q1QIf2Kp5kOuezSCAAQPpj5IDh4z55u0+N27LPruOlxz+zgyZ7MJCYmHjx4cNu2bStXrrzvvvsGDRp09OhRFcxOnDixa9cu6QQ5Iu/ateuyZcsUgFxl4meWKlbUvc/P/iMxtzyQuPMAkx8AsJj5IAh4z56u0+O27DH//TbX984ZEqzZ88QTTxQrVszePn78+I4dOyQV1q5dGxkZuW7duhEjRjz//PMlSpRQQcLz2xFSbtHR0b/99tu3334rbz722GMtWrSoWbOmApB7Sl59UfWPZu3vMFPF28nPkZhOD5R6f6qqW83zbkx+AIQnygeBLsvs2bzHFeEy055gzh5x2WWXFS9e3HnTnlaUkJDw5JNPLl26dOPGjfPnz588ebIKEmm+Hat79+4ff/zxjBkz5Mf39ttvjx49WgHIVSZ+7jtg4seu9kb8AIDF2W4IaFlc26OzJ/XSHuWaPeSMYD/JLT0Zm9x7773t27eX2++9996ePXtUkLvpppvq1asnN3755RcFIA/Y+FHFiiiz2pvET2wnTnsDAGY+CGBZZM+MeMmeCP1qpY4fmfaM7FZWhajBgwd/+umn8r2///77w4cP9/ytHTt2PPHEEzt37oyOjq5cufJ555131VVXderUKcMXcSWcXnvttU2bNm3fvr1mzZoXXHDBzTffLMOZNHc7ePDgs88+u379+v3790t61a9fXz6t3DO3liWoU6fOtm3b5E+xb3799dcTJkxQGa0WYK/Ub9So0SuvvGLfI9/sq6++2tOQ3/3pp5/ks1199dX9+/e3d4iJiXnppZf+/vvvzZs3lylTRr5HeUBuueUWH1/VlmfXV199tWbNml2GvEc6Tb59eUi9f/srV66UEdb5558vX6qM6T777LOyZcs2aNBg5syZRYsWVeaZ/Oabb65evVq+sLi4OPnCmjRpIt9FyZIlc/I1yKeS6Zn8cfJMOPvss+Vz3nnnnWnuM3369E8++aRGjRoffPBB+q+8V69e8pSQB3Do0KEqK4cOHXrxxRf//PNP+cLkkZevqkePHjZlPe3bt+/DDz/cunWr3E2eRfJkk6/80ksvvfXWW+2jIYYMGSLfY8uWLRcsWJDmw+WpLrV/5MiRMWPGyENk3+n7A5iZdevWyZPNnkd67Nixc845R76qVq1atW3bVoWcEhI/H99/oMMM9+Rnn44fxeQHQHijfBCgvGfPnTPit/zjstuVyu8+MPSMkV1DNnvEWWedJUf/cjQvR4qe75cDwXnz5snDYt/81/jmm2/efffdWbNm1a1b1/POctT7yCOPyCGjfXO7sWLFChnCTJkyxbmCSN4ph6SHDx+2b546dWq1Ick0Z84cO33Kob1798qvObnIR75lOSaWI2C5LYUmD459vzxEkydPlkNt++aJEyfkthzsyrhs9uzZ8jB6/7QnT56UsJRP4vnOX42lS5dOnTpVDtxVVuQn8tZbbykTkIULF7YH+nJ72rRpnmn3s/HOO+9IGl1xxRXZ+xrkxz1q1ChbR2KbIT/oK6+8UpnDWft+SSYpH6kRKZaLL77Y8zPLx0r22PuorGzZsuWxxx6Lioqyb24yPv/880WLFnkmmVS6fFPO01KZPhdffPHF8uXLpUtLlSol7+zQoYM8n6VdJULKl//PvlurVq2S7JGD8htvvNG+x/cHMDMPPfSQ/Ome71lvyMMlfwXuv/9+FXIkfqp9dP+Bm2Yos9qb2nc49pY56oNpxA+AsMXZbghEXrLn6AnJnoQt/+i7mf9Iux4YEuLZY8nr0/KrPda35AXsRx99VB4WOZaVl+Fl5iAZIw0jUxo5nhs/frw8XM6dJYfssV2/fv1kZiJ3lkNGuU+5cuU+/vjjp556yrnn448/Ltkjs4uHH35YDgpl+CCH8jYt5I9zwinb5EjXHmqnHxT4To7j5RC/TZs23bt3l2Nu+5q9TL1kOCapI3kmMyv5luVbk9iT0cRff/01adIkz2PxDMnjIMkhzyuZfrz88svyKEkyyQF3tWrV5Hkoj4wMlLx/BkkRyR4Zo8kgRSYS1157rTLPZBkHyVG7/KTk+Ft+TPK1vfDCCy1atJCKGDdu3IEDB7LxNci3M3LkSEmX0qVLz507VwLvo48+km9T/r7YZSScU5iaNm1avXp1uSF3SPMFy9NAfr3kkkt8CVH5muXZJU8keWDluSHRJV0nTwnPdczl8Zc7yNcm3759Cn333XfygR07dlSmzSSh7T2vu+46GdfIVyvPsTR/kPx85VfptwoVKvj7AGZI8sxmj4wu5auVP1HyTJ7Y8o3LO+Xb+e2331Qo0vHz8f0Rqau9qf1H4m6Zw2lvAMIWMx8EHO/Z02VmwuZ/9L49EfpMt5QHQ33a46hUqZIy50HFxsbK8aL8On36dHlP48aN//e//xUpov8uy8Fx586dpSj69+8vB8SvvPLKgAED5P3x8fHyUr3cuO+++9q1a2c/4dlG8+bNu3bt+sYbb0gtSN7I4yzjHfldOdCUw2V7z9atW1944YW33367ZJK86p9maOCjo0ePyjGxHG7aeYgcQHfr1k1ll0wJPM+DsuRAVo7C5duxO+0os4nQNddcIwfQPXr0kNxasmRJ7969M/uc8kyTL09u3H333c65c2cZ8kDdc8898phv2LDBeVgyJFMmebjkK/F8pxxzy59+wQUX/N///Z+z3p2EwZNPPinzCqkR6RZ7xpdfX8OHH364e/duuSFPAClVuSE/oDvuuKNMmTJSSmm+MBnpyJ/+2WefyYNjny32j5ODfrlhsyRL8pnlk8jTzL4pD6ZE8uLFi3/55RdnXCABlpCQIFMd+Y7k/s43K+QJ8Jth31m8eHF5NkrGSJbI89b5U+TpKmGjzCVh/j6AmZFvXJnAk/s775SflDySMlaSwaZkVfrTPkODxE/Vj++PvGm6nvykuGz8MPkBEJ6Y+SCwZJU9iet3nN63J+RPcvPkHETKQb8yV5XYc7rkBW/nQNaSMrHnCDkXdaxatSoyMlLayckeR+3ateUIUpnDaPm1cOHC9kwkeZ1ejl+du8nHynveffdd37PnqquuaupBph9yoPz6668nJiZKuc2aNSsnMx9lJgaeb0rzfPHFF3Kjb9++ae5ZokQJe5Le+++/7+UTytNMgmHs2LG33XZbmt+S8LM3JDxUVtLv9SlDG/lVmsRzmW/rlltuUeaneejQIX+/BpsH8jO12eO44YYb5Mea4R908uRJOw6yvv/+eylSeXyuv/565QPJJyd7rEsvvVSZVrFPSyEtLd/C1KlTnWesQ9JF/fcxtMUl1eFc9CXk5yjPPflw55H0/QHMjMwGZRo2bNiwNO+XZ7t9rHz5yQYvEz+zZfKj7GWR+w/HM/kBEJbCa+aT5bkunvcsXbq0vS3/rfX9A+WlMvvKGbLBS/YcOZHcdWbi3ztN9ph9ex4cUn5U2GSPMsMEe8MuFW2zR27bo8k05NVre12HPHTSRTKoUeZKCS/zCkkje6Nt27byIvrSpUulheT+9jryiy66KP1Bp7/kb0eNGjXkaxs+fLg9iynbKleuXKVKFc/3rF+/3t5wBgXpeT8nqmjRovbkNIdUgTxoMj2TQrDv8TyBMDNp4lCextu2bZMbs43MPkoe/4oVK/r1Ndjhifxo0nwqeZxbtGhhx0EOebjkndLA8sRw/giZt8iv8qaPiwSkX19BfhD2RkxMzBlnnGHv43k3+WqjjLVr10o8q/8+hvJkkM8QHR0ttSNxYt9pp14SYzbp/XoAM/tdm9/Om9LJB4yff/7ZPlC+/GSDmsRPlY9nR900TcUn6X9pdfzMjvhgOpMfAGEljMpH/h1ft26d7/e3/5G2fP9AefW0YcOGCv7znj1dZias36mXNLAvWT445IxRXcuocOK8KF6unF6524ZKrVq1Mryzcym/HNvJbVs+Pn7+8ePHyyeXl+HtfMCOCOQF+HvuuadLly5p5ktepNnJVI5K5av1/cO9S3+M68v3KMe7coBuh1qZkW/8zTffPHLkiBxtyyOQ5nd9eS3cnpfokM/jy1G1HP379TXIN2KvuXLaw5O9qicNGY9I+fz444/Hjx+XZ5H8KqMSZS59Ub7x8tB5PjIyP1m0aJH8synZZqMls3vKsbXMkV544YXPPvvMlo+Mbuz5lh06dLD3ycYDmCF5IeDVV1/dsWOH3MjyuqCQZOJnTvRN01zufX50/CjiB0A44TofBIQss0dPe1yqkPmP8UN62hNe2aNSZxp16tQpXLiwMqelKfNyuPePsgcx9sCxVatW8+fPV1mx13LIH/fVV1/JweuGDRvkw+X4e968ecuXL3/88cfla1A+yHAnU39lNm5NX1CJiYnKvPRgj+azR47Xn3zySXtbikLGKVWrVq1du3bz5s2diUSW7I8mzRcmFi9enOGALntfg3NImuGxafozzZSZ5pUtW1aGhzL26dq168cffyw/WQlj369v8WWgLQndr18/mxbyY7rwwgtl0CclJqMwGVK98cYbae7fsWNHKZ+///5bPqRatWoy8JFntXxI48aN7R38fQAzJDE5atSo+Ph4Zfrt0ksvlUdVvvcrrrhC/lI4A8OQ55783Kiv+UmNn/vVBzOIHwBhgvJBwcsqexL/3qnvDGU/kAAAEABJREFU5nGSW9hlj7zsLa9VK3NNtn3P2WefrcxKYhne3y4brcw5Ts6dt2/frnzW0FBmTvL999/L5Ofzzz/fvXu3RNHcuXNVrnKOp+WHniYbnHP8smS/R/lq9+/fn+HEI0ty5P3ss8/KjTZt2owcOdJ+QstZ4zsbnEtu5IeY5YG7719DyZIlJfPs95vh50n/TukQGaRIe9jysae6+bi2ge8kY+RPl+idPn36Nddc4zn3y3DvWsmPJk2aSGPL2Kdv3752KQJ79Y7l1wOYIfl345FHHpHskWifNm2aNJXn0XyW6/WFmOJXX1zlk9nRN053xSfoHaD3HUkgfgCEDa5IQQHznj13zkz8a6fegtys5KazZ3T4ZY8yKx3bG84RoT0mloO5n3/+Of397bXvcpxnZyN2SrNv3770r23LC+qdOnWSA+KXX35ZmSNmmTlMnTrVmSbZy98ffPBBu41MXrw67gxwjh8/nua30p8rlRln8yIptPS/O2XKFPkuxo0b5+UzfPHFF/Ksk/SaNWuWZ3KIrVu32htZDtnSk/GLPf/tyy+/TP+7y5Ytk8jp0qWL/d79+hrsUuOe5+U6MnxWCLtwggxY/vjjD7u2uO+nuvnILpwt31H79u3TXBtmf5rpzxi0J7ZJYMvTT2aMab4qvx7ADG3cuNG+cDB69GipLM/j+NjY2D179qhs/WSDl8RP5U9mRxQvqleKUXqT04Sb709iwQMAYYDyQUHykj3HTibdOSt1SQPJHqVPcgvP7JEX6e0ZXDfddJNzppkcwNWoUUNuyBAmzVUQv/32248//ig3rr76avseOTS0G5U++eSTac4fk86RwVFkZKQ9uejo0aNyH3ndPc2WqSr1xDMvF5Fnm3NhjP2yHfKm5/5F3slkwK5+Jgl35MgRz9+SB0RySGYmDRo08PIZ7KlQGb7CvXjxYnsje8fHdmU5+XbSPKrydT7//PMnT56sUKGCvXzLr6/BrtT3559//vTTT573lHj466+/MvxKzj33XPsoydNGmXXYqlatqnKPfG12ScD0x8rSWvaCyfRnMN5www3SSHKHt99+W5nVCNJ8Vb4/gBmyj6rK6Mcnf7nsX5+wKh/ljp85qlhRZdbJdO0/nEj8AAgDlA8KjPfs6XJf0l87lcv9n2XXQ4PLhXz2yAH6rx7kIE9ezx4wYIDdiuess8669957nTvLkeLYsWOVef1+4MCBctRol6t69913R40aJe+XY0HnshC5bTf2kU87aNAg+ZCYmBiZIcyfP98eAbds2dIuT3z++efbHS3nzJkjn9N+uPxQ3nvvPbvstY/LH/ulXr169rqURx991B4cy098xYoV48eP92tBObuNjxwH9+zZU1pRDosPHjz41ltv2fdXqVLljjvu8PLh9kwqeR7OnDnTWaNZHrHBgwc7I5TsnRl1zz332HXPRowYIV+PDN/ki/zqq6/kZ3Ho0CGZ8MgfkY2vQYZ19oc1YcIE+QHZ3vvnn39kwOXli7FjQ5sQzioCuaVQoUL2W3jzzTedjpWcfuGFF+R7t2+mXz+6VKlSdi/a119/XWW0Op/vD2CGzjvvPHvu1sKFC3ft2mXfuXv37tmzZz/zzDP2zXA7502lxk9E8SLuM4l1/NxH/AAIbRHh82+ZfKe///67ymOs7eajLLLn/qR1+tQel33de/7IckNuK61ClMwonn76ae/3kSfVI488kv7l+VdfffXZZ591LgF3yD0ff/xxz21e5JX4efPmSUql/+QyBPjf//7nrGu8bdu2/v37Z3ggKPeUQ1jvNeJ8O3Lg6/sKB3JYLwe1af45khHNnXfeKQ3WqFGjV155xb7ziSeekO/a8z2e3nnnHblD+vXQ5Lj5ueeeO+ecc5RXEo32eL1IkSLSY1KSctSuzA6Y0hVy0NyvX7/hw4crcz6hDSrJEvux0lqjR4/O7Btfu3bt/fffb0+s8mRPbLP7L/n7NSgz3hk5cqS9g+c3K0MSmWbIHO/FF19M8ydKeMiwSJ4P8o+VxIMvPyP5WynTIbkhT8I0uxVt2rSpV69eyuyVZDNMxk133XWX/V2Z5kl1yzNK/oLLtyPfpvSzfMvy6KVZJk7GVvKNKJP0X375ZfpF5Hx/ADMkzxl5YtjbdevWlW/fXiNXuXJleZrJz+6iiy6yJ3yGm/jv/jx441QVn2j/vY2oXqHohzOL1K0mPy95bAulijBUJitqAECwYOaDApBZ9gh9ktt9Seu2RbjsxbU6e8qHcPZ4J0eNbdq0WbBgwaJFizI8K6lPnz5yrC+zHTksloNFOdC84oor5Ph76dKlaXa3lAPKSZMmLVmypEuXLhdffLEc9crxsQSVvFMSwnM7Fznals959913S+c4u+7Ye0o85HxXnwzJgbV8zbfffru8PC9fmxyyy/G0/HFnnnmmX5+nc+fO8sVLGzRr1qxs2bKlS5eW2pERkByXZ5k9ygydxo0bJw+dPJhyTC8FJQfE8o3LZMwe+ksqqGyRH5AMK+RH07p16xo1asjDKEO86667bvny5WmO2v36GuRnJD9T56qYOnXq3HrrrfJsSb/xjkN+1nbHIflzc774Xnry1cqPUgJJQkiSbMuWLRUrVuzYsaPMcyTq5GBa/pqnvzapRYsWdqojH5jh2tm+P4AZkr8pMju97LLL5O/Izp07JXukf+R5Il+qHYJJsIXnUtcy+an0yQMRxYrq7aHlH9z9h5OY/AAIXcx8chkznyx5yZ6jJxLvvD953TaVum+Pa4HOnlIKQC6RGpFUkDnhSy+9lGbTVYQtmfwcunGKnvy49LlvEdXPLPLhLCY/AEJPOM58hgwZMmjQoMmTJzuXvab33nvvyX0mTpyokKt8yR57ebeL7AHygPzjJtkj0yGyBw6Z/FT85EE9+TEvOal9MvmZxeQHQOgJ37PdDh8+/O677yrkoyyzZ+02lXqSG9kD5KYffvjh119/feONN+yVP/LKjgI82Pixq73pf6n3HU4mfgCEnLC+zuebb77ZuXOnQr7wnj136OyJcFZyWzCi3FCyB8g9ixcvHjx48GOPPRYbG9u6devrrrtOAf9VrI2Jn+JFzMlsevKT3HEm8QMglIT7Cgfy8qeXc96QW7xkz/FTkj0pJntc5j+2auFIsgfIZXYbH2XWJX/wwQcVkBF3/BQrYiY/LrX/cMrNEj/7nfix/4ATPwCCVPiWz2WXXSa/RkdH211KkHfSZ49TPpI9XeakrN3uvmRW7rhwZFmyB8h1o0ePtvtESfbYbW2BDBVr07jCJw9GFE9d7W3f4ZSOs5z4ES4PivgBEFSKqHDVoEGDkiVLrly58osvvpAKqlu3ri8fJf/of/rpp7///vvRo0cTEhJq1apVu3bta665pnLlygoZ8fxPo5M99r+gJ2KSusxxrd6sN9GzV9U+Mars0FvJHgAoSBI/Z37y4BG92luC/Mscsf+wS+JnxSxVt7pzH7s5rHK/aOVitTcAQSGsz3a788477Q4SL774ohyLZ3l/qZ05c+Z88MEHe/fuPXnypJTP9u3bv/7665kzZ3700UcKXjnniNtXDSV77pidsnqzXcBaX+HzxEiyBwACgo0f5az2tv+Qq+NMz8mPPedNAUBQCevyKVGiRN++fZU55016Jsv7v/LKK/v27StcuHDXrl0lgZ588snJkyfL7Ej+GyAfvmrVKoX/SnOem3OFj5M9LrOUm7zfZE9JBQAIDDp+Pn1IFS+qz3ozp70pEz/Oagec8wYg6IT7CgcXXnhhixYt5MYXX3yxe/duL/eU2c7GjRvlxtChQ+3pbcWKFatTp87o0aPt1qXLli07deqUQkY8s+dkbLLJngi7ZZ7NnmFkDwAEGImfMz55yEx+3Ku9Sfyk7DqQJn4UAASJcC8f0aVLl7Jly8q/4C+//LKXc95++OEH+fXiiy9u1KiR5/sLFSrUrVs3+a/CyZMn//jjD4X/SjPwORWXcuec5F82m1WDzElu84aSPQAQoHT8fPSgyRvz7/a+Q8kdpqfsimSFNwDBiPJRpUqV6t27t9zYv3//ihUrMrtbdHS0/Fq/fv30v1WlShV7vdDBgwcVMuLET/cHk37aoN8TofRJbsM6lRx9B9kDAIGrWLtLyi+ZKv+Qu5cx+PdQ0k1TXUdPep7tpugfAMGA8tEaN258xRVXyI3PPvssw3PeZJ6TmJgoNypWrJjhZ7Bru1E+ntL859D+B3JwB/f6P+YCH/Xyp3Hf/5moAACBKmVv9MnpLyvzcpV9T0S3Nq5ypTjVDUDQoXzcunXr5uWcN2f5Tu//yjt3Q3r2v5HXXuJ6Y1Jy0cJKB5BLxca7bpx4dNV64gcAApFkz5FWY1J27NczH/Mvd8qQDq5JXWgeAMGII3U3z3PePv300/S/W65cOblx6NChDD/cngsn7aSQCWe3h6svcr0yNqFIYWWv84lLUNeNI34AIOAk740+3GpM8u5I5zqfxHvaJ0/vrgAgOFE+pzVu3Pjyyy+XGx999NGBAweUx8G6MhfzyK8ZrmGwd+/eI0eOyI1atWoppHIePc8bMhaTX1s1TH5hZEyRwi4z+XGZ+DlC/ABA4Ejee1BPe3ZHml3X5B2uhAHXJ07tGpFK/fe/kgAQ+Cif/+jatWvp0qVTUlLWrl2r/ntuW/PmzeXX7du3p4kfufPbb78tNwoXLnzxxRcrZMT+Z9Jmj/wqj1XrRinPDT9ZuJDL7ucTF6+uH3fku3UJCgBQ0CR7Drc20x6l7H4+8XdflzCli/zrXciDyuhFLgAIWJTPf5QtW7Znz54Z/lbLli3PPvtsufG///3vq6++io6OTkhI2LVr14IFCzZt2iTvv/HGG0uUKKHwX87rgvY/k4VTFSlSpHUjl40fex+Z/Nw0kfgBgAJmsydlV6TefUDpazLj+18bP/lO5x9w+++5M/kBgGBRROG/LjN+++23NO+Xf98HDBiwaNEiGfu8ZXj+brt27Tp27KiQESd+nIGPsxZqq0YJ/xt2YvDTZZOT9WuKCYmqw8QjHz185tVNiikAQL6T7DlkssfsNm2mPf2vTZh8R9Eimmf8RHhQABAMmPlkoHv37qVLl07//qpVq44fP75Pnz6SRnK7aNGiZ511VqtWrcaOHdulSxf+6U/Ps3mc7HFmPkIew9YXqf8bdqKwuebHpdzxw+QHAPKfO3t2R9mtB/S05+528ZNuL5rKiR9n7KMAIHhEhM/ClPKd/v777yqPlShRomHDhgqpPDfzESkpKclGkpGY6vu/1JCny8jkR+n/2KriRdUKJj8AkI9M9oxN3h0Z4T4wcMUPuylhZMeiHtKXD0sdAAgizHyQtzIb+xRJZf9rKpOfZ4eZa35MJsnkp+OEw9+Hx+TnxIkTTY1ff/1VZYs8YitWrNi1a5fKbb169ZIv7Omnn1bwgTxQ8nDJ0FgFpL/++uuHH35Q+cL35+Qbb7xhn/92hcwMyW/Z+8idc/6BsbGx9p2LFy923vnnn382TadZs2bXXZ7+rgwAABAASURBVHfdHXfcMXjw4Jdffvno0aOZ/UHyms6LL77YrVu3a6+9tlWrVgMHDlywYMHevXtV8JDsOWiyR5/fZiombvytZA+AEEP5IM+ljx/bPzZ7/hM/w0/ZBQ/CLX5yIiYmpmvXrrNmzTp+/LgCMvHAAw/cdddd27ZtU3kvZJ6T0jPSTtJv8qqEZG2PHj3sejZpnDp1qn///s8++6w8vFJHUlZr16597bXXOnfuPG/ePBUMPLJHmZNBVOz4TkkDbyhWrBjZAyCUsMIB8oONGec/kPLfzgzv1vqixGeGnxr6VOmUFBM/STp+VjxSoTWnvWVOjjJ37NihAK/y4VxfR1A/J4cPH96oUSN7Oy4ubpexYcOGLVu2REVFDR069JVXXrHrfDrmzJnz999/ly1b9u67727ZsmW1atU2btwopbRu3bolS5bUrVv3tttuUwFMsie69b362h5zaY/eY238rckDr3eCh+wBEDIoH+QTv+Jn2FOlk1Pcp73dPOHQh49UJH4A5IN69eo1bdrUeVNKxt5YsWLF7NmzZYo1duzYt956y25lI1avXv3FF1/IjcmTJ19//fX2nZdccsnzzz8/ZsyYlStXLliw4Oabb5ZyUAFJZ8/V9+pre5yV3MgeAKGLs92Qf9Kc9mb/O5rhaW/PmNPe9CanZrU3iR9OewNQgDp27ChtIzdkBCQV5Lz/+++/l1+rVKniZI8l/8QNHDhQmXPh1q9frwKSO3t2RenisSu5je9E9gAIYcx8kK98nPy0ksnPsFPDni6t9/kx8XPLhEMf6NPeiqtA8sQTT7z66qs9jfnz5//000916tS5+uqr+/fvb+8QExPz0ksv/f3335s3by5TpswFF1xw1VVX3XLLLb4cNOzbt+/DDz/cunWrHGnt37+/Zs2a55577qWXXnrrrbfK4Yi9T79+/eST29v2D5WvRF5pdj6JvOT86aefbtq0KTIyUl7MbtiwYY8ePWrUqJH+j4uOjpYvddWqVXLj/PPP9+tK/Vx8HD766CP5rvfu3Xvo0KG6xmWXXSYHncWKpR36+f45fXkkffku5PhVvrw//vhj586dpUuXrlWr1k033SR/YvqvTcjD/tlnn/31119y4Hjeeec1a9ZMHnlnUODdsWPH5IuRPygqKko+ufw4mjRpIh9eqlQpz7vJD0i+qQEDBgwePDjNI9O6dWu5IdMGGVnY78v+1tOGfMLXXntN3rz77rvlT5kzZ85FF1308ssvy1e7Z88eecyvu+66bt26eW7N/PXXX0+YMEFupF+HQx6r119/vVGjRq+88ory4TkZvDp16vTcc8/JD+Xdd9+Vn7t959lnn92+fXt5RqW/f7Vq1eyNEydOqMAj2RN19TjJHjPt0We5xY3vlJKaPbZ5yB4AIYbyQX7zNX4uTnxa4uepUskpMvlxJSRG3DL+0AePVgy0+BHJyclyYCfH38ocHDsXCcjxn7xILIfa9k05+pHbcgT53nvvzZ49+6yzzvLyOeW4eebMmcl2nW9jh/HFF18sX75cjvjtQXCDBg3kkZQDVntbDsedT5uUlLRw4cKlS5c6n+Ev45133hk6dGivXr08/7iff/554sSJ8uK0ffMP46uvvrKn6Ph4lJPzx+GRRx7x3CN4iyH9IAeacsRZsmRJ57d8/5w+PpJZfhcSBp5r3CUkJBw5cuTPP/9ctmzZCy+8IOnl/FZKSspjjz3muZjYwYMHpaO2bds2a9YslZW1a9eOGzdO4se+KRnzsyGPzNSpU6XElJ+k9CTz5HuJj4+X6JXD8TSXqcg3++ijj8qfKI9b7dq1pabkPfJIPvnkk1J3yk9enpPBTr4viRzJSHkw5edinzldjAzvLz9KZf6Jk9RUAcadPbsjVerFPXHjyB4AoY/yQQHwI36Gxwx/ulRysomfJNVpwqH3Hwm4+Pnkk09OnjzZpk2b6tWrr169um3btsqMUOSV+Li4ODlUkpeK5dAnNjZWjtefeeYZOSicNGnSokWLMvvG5SD+/vvvl0NweaVfXteXaUb58uXleFQORlesWCEH0PKC/T333KPMpQVyVC1/hNyWdLn44oudTyKv98vBtxzm9unTRwYOcuOff/6Rz/D222/Lb8nBqHzB9p4yYBk9erSUkrxuLZ9QvtQDBw7IAb1z7O7jrl85fBzWrVsnB/fyrLjrrrtkUiFzkt27d8vM6tlnn924ceObb74pwwT7B/n+OX1/JL1/F7/88ovNHpmbyeNcv359maHJ78o75ZNI53gmzXbjzjvvvOGGG+S72LBhw//93//Jdyd/ogxSvB8ES37Ij0B+rVChwrRp02RGJ0ef8q09+OCD8ifKtyYPkb81cnsqeTxvu+02eXjT3GHx4sUyWXr++ecvueQSeVNmGiNGjJBvYdSoUfJsyexZmhkvz8kQcM455ygTtxLPThVnSB7txx9/XG7IY16pUiUVSCR7Ik32RJiV3PS+PeNuIXsAhAPKBwXD9/h5aljMcD35MZfeJqpO4w9+8GilVoEUP3KcKlOCnj17er5z3rx5cmjetWvX8ePH2/eULVv2mmuuufLKK+3auEuWLOndu3eGn1BmFzJSkFeUJVGcYUITQw7lfzOUV3I4LqkgH/u///1PXvK375Sj8AkTJsjL8DIVeeihhy6//HJ5PV7eL/eR7JGDMxmA2PfUqVNHxg7yNciASOXX47Bq1Sr5VaYTMpKy92xgyGG0TJ927tyZjc+ZjUcyw+9Cph/2YXnllVfsOWDy2SQU5Rhx7ty533zzjUxjPE+ckz9dssHebtq0qcyybr75Zhm5yOjGe/nIj0a+X5luvf7665UrV7bvvOqqq+Q7ksHCoUOHHnjgAekoldukqWz2KHPJihSdfMGSyh9++OGtt96qkMr5oRw+fNjL3SSV5W+QBLn8pZOXFVQgMdkzPtljJbd4Pe25juwBEA5Y4QAFxscFD1pdHPHU8Jgiep8f/R/pBBM/P6yLV4Hkuuuu83xTjsvtck99+/ZNc085brYvh7///vuZfbbmzZvL6/1yMO15DpUlUwtltmJUXn3wwQcSlldffbWTPY4OHTrIgyzH0DJOUeakuG+//VZuyCjAZo9DZiz+vt6fk8dB6kWZV8q3bNnieU+ZG3z++ef33XdfNj5n9h7JNN+FzMTsLi4yaPK89EXIVEeOa+Xzy8PovFOexs6lQZYMcOx1IDJOUZk7cuSI/VkMGjTIOcK2ZFQ1ZMgQZS6zcc7xyy0yAOzYsaPneySDZZgmN6Q5FTw4TyQvWxX9/vvvEs/y1JKnn0zS0jxnCpZkzwGdPZHut+XlJLIHQDgJo5mP/Ktdr149H+984sSJbt262dvy0rgvZ+dbPl7BDMv3yc+Tw2NHPFUy2ezzE5+k4+f9gJn8yEGqvEzu+R5nKaebbrops486cOBAZr91ruG8KUfVUcbatWu/++47+x7llY2Hj4zM7mOPwrdu3WqP/hs3bpzmDjVq1DjnnHPkDso3OXwcWrduvXDhQpl4yNymUSoZzjiXiWfjc2bjkUz/XTjX68s8Ks2dpdbSXDElqlataivOkz3fKSYmRmVu3759mf1BysyO7A0pserVq6vcI4Wc/h8ue1qXvVIlT/l1PO1552x/YE44axUUL57xPz4yC5JRpEwab7nlFqnugPovQmr2RLlXNFCSPbe4yB4A4SS8znaT1019vGdycvKPP/5ob5955pm+fyD85Vf8jNTxo1+nlMnPreMPvhcY8VOxYsU070kztciQzC6ci6TTkxpZtGjRunXrjh49um3btjS/m+WFN/YCfe+kMZTHFCLNkMGS+PG9fHL4OJx99tnyEsMjjzxy6tSpvw17B3nhfOzYsfZAXPn/2Pr7SKb/LuQDlTnSldGN8kGa0Zlln+Hef3BOsKWf1CmzUJj9y/Lvv//KyzEq92S4AoHNP3kk5Vg/fcjlImfhivj4TAe5znoPnn9fsv2BOWH/1ohy5cpleIclS5bIHypP5smTJwdc9rSZoLPH7Nuj5+dkD4Dww3U+KHh+Tn5K2AUP4hMjbh0f/d6jlQs8ftLvUZiYmKjMyVf2jDJ/ydFVv3797HGwfPILL7xQCkRe5r/44ot/++03z0XDMiMHrPLr6NGj008k0nAe9gwPbtKfJOZFzh+HDh06tG3b9vPPP//555+lVexRptzu2rXrgAEDBg0a5O/nzMYjmf67sItW+37wl+3DROeZn5KSkuGntX9TsjyeznIkmP4zp3+nE2lZZrbnunnZ4GTVyZMnM7tPdHR0mjvn5ANzwgny8847L8M72JfMrrvuOs/rvgpc8oEj+3X26JXcIsx+pWQPgPBE+SAg+Bg/LXX8xI008aPXI9KTn4CInzTsqsGSH/v378/GiUkvvPCCHKzLkGH69OnXXHON53Yxv/zyiy+f4dxzz920aVP6EUd6zohj37596WcaXk7J80U2Hgd5bf5WQ5l1Gr799tsPP/xQphzPP//89ddfX7duXb8+Z84fSc/vQoY/Z5xxRprflcdZxsIyMcv5C/x16tSxN+RnIZ8zze/K92uLyPkx2T8xfSb5u3tMhj9lJxftcMP57qRz0vz1zOFmNbVr17Y3du3aldkJyc5k0rlzTj4w26S67YVYjRo1Sv8DsmxrOT/KQODOnl32odD/ciaOu5nsARCeuCgFgcLHBQ9aXhzxxPC4woXM69BmwYPbxkUF2oIHcoBub8j4Iv3vTpkyRQ7ix40bl9mH24tzunTp0r59+zS7ZNqYyfJleHucJ1OR9Ffwb9++vWXLlpIWMktRppHsFQv2uhdPOd973q/HQY4pH3300U8//dS5gxzOyqjnueees2/aLWL8+pw5fySVx8lg9hHzJA+vTNVkVJX+t7KhVq1aNjDs4XUazmIDzmLKdqqQ/lL7DE9Q9HIIu2bNmvTvtM8HZ8E3ZxSW/o/zJbC9OOecc2xcffLJJ5nd55tvvlHmBDPnp5+TD8y2N998084hb7755szuI88HedI2aNBABQabPUnb97uUfaq7Eu5l2gMgfFE+CCB+xM+IuCKF7YxI7/Nz2/jAih8JjwsvvFCZ7S+PHDni+Vu//fabHLIfPnw4s2MjeQk/ISFBZXRQ/scff6xbt0799/wi54De8xwnu8SZzCgWLVqU5pM//vjjMr44dOiQXdKgRIkSrVq1UuaoTt7peed33nnHnjWXbX49Dh988IF8DW+//XaaT+I8DnbW4fvn9PeRzEy1atWaNGkiN5YvX57mt5YtW6bMOYHNmjVTOSZPdck2ufHGG28415NY8qOU71eZ7HHmTnZet3r1as/vQp4Gr732WvpPbjMpwxPhpG/TXBj2qyE3OnfubN/j7EjjXADpvJn+orIMn5NeXHHFFcq01osvvpj+d+WJYVPQ2YEq5x+YDRLezzzzjDJXYdmF7zLUr1+/wYMHO5elFSyTPRMle+ylPSLx3lvUwGvJHgBhi/JBYPE9fhYOjzeTnwiXWfCg87iolYFLmnztAAAQAElEQVQUP3armZMnT/bs2VNmL3KMLseyb731ln1/lSpV7rjjjgw/UL5fu+CyZIBzlCkHvi+88MKIESPsm56TnFKlStlBwWeffSZHq//884/clphp3ry5Mqd7PfLIIzt27JAPWbt27dixY+VAWd4/cOBA5wJxOVCTBzYmJkYO2mR2YT+5fM3OsCV/Hodrr71WmSZZsGCBjJvsO/fu3Ttt2jS5IYf79jvy/XP6+0h6IY+bMgudPfbYY5IZklIyOnv66aftPj9Dhw5Nf3VQ9owePVpa1I6S5IBeWvTYsWM//fRT79697dUszmZHKnU5PvmJz5492zbqgQMH7r33Xom6NAMulXqhi3wqeZKkH+VNnDhxz549yqysvWLFCrsFTdOmTZ0FvmX+Zi/6krmcjUZ5EOSe8pin/7MyfE56MWrUKLv087PPPiutJT8gKZYvv/xy6dKl8pO6//77lXkCDBs2LLc+0AsZYf36XzI5lCfhXXfdJSEt3+yDDz6Y2Y9b/hLdYyxZskQVNMmefW0mJsq0x+zbI78kjruZ7AEQ5rjOBwHH92t+Fo6IG/VkiRSz2lt8ouu2cVHvPla5ZZOA2D3joosumjJlyhNPPBEVFZVmK0M5FHvqqacyu05AyMGrHGYlJibKgZ281i6zDjkakwmGHKbcfPPNH374YXR0tLN2mbzz0ksvleOz5Ubbtm3l2FTeL8dqcuQnnfOW4fn5JQz69OnjvFmnTp3Jkyc/8MAD+/fvHz58uPN+ObAuV67cDz/8oPLlcbjpppvkuPzTTz99zUjzeeTbcQ43ff+cfj2SXsiUaerUqfPnz3/D8PwtCbYuXbqoXCJf5MMPP2z3M5Uv3vO35JhbHgTP4VKPHj1WrVq1Zs2aFYbzfvlS5Zlg9yBySMb8/vvvMriQ0JWG8TyhTn7Q0kK33Xab5/3lWSFPCedNecTmzp0rOSFROmDAAOf9Ml67884758yZ4/mxmT0nMyNTNYkW+e527dolmZR+q1a5g7RN+mX3sv2BXsjzJ7Pfkp+OZE/Dhg0zu4PMuORBVqlrghcgmz162qPcO6ElTems+lxN9gAIc5QPApFf8TP6yeLJKfolzYQkl0x+3nmsSoDEj7wI3aZNG3n1d8OGDRs3bpQD7qpVq7Zo0UJeEs5w4WOHHNnLi9bPP//85s2bIyMj5SC4cuXKV1xxhbzwL8dwH3/8sYwdZCBw44032vvLsbIc3v3yyy/ysr2zwq8c8z3zzDPyoruky86dO2VGIR979tlnSwmkPzWrU6dO55577sKFC2WsIcdDcjgrB8oyF0pzRJvXj4Mc8cuQ4d133929e7c0icwxZDB1ww03dO3atX79+tn4nP4+kl5IGLRs2VKSzP6J8oXVqlXr9ttv79Chg8pVV1111XvvvSdftoxW5MuWMJPD6Msvv1xSza614JCflOTf22+/LT96mZXJVOf888+Xu7Vu3Tr9iXmSK/L36JtvvpHPKYe5MkFyFu6TyZikrzyY8knkkZdPK88HCaQ0cS4zN/mq5I+TfJLMkCeJPLzyJLHnxaWR4XPSC/nKZTQnPwtJOPvTl5+plIZ8y9dff73kZWb7gWb7A30nn0HSV54k8rNOP+AKQJI9/7pPcnPZf0uTp3ZWvckeANBnCmV9gW8YOnz4sPMyYceOHeW1YYV8Z5+crlRykCrHNPKrvLAqr+LbX8XKP1MkflLMam9y/+JFVeDEDxDI7r77bqmdbt26eVlvA8HFZM8k97RHmWnP1NsiyB4AMLjOB4HL52t+Ci0cEV+4cOrKRfqan8iV63J0aT4ABB3Jnr2SPTvcK7nJr2QPAHiifBDQfIyfqy4utMDET4TZrULi53aJn7XED4BwobOnrcme1JXckqeQPQDwH5QPAp0/8ZNgV3tTZrU34gdAmJDs2SPZs/2As5Jb8pRbyR4ASIPyQRDwPX7mjzTxYy75SUhy3UH8AAh1STp7Jpvssdf2kD0AkDFWOMgYKxwEIB8XPPjxz5SxTxQ1q73p5VyLFVFvP1qt1aUseAAgBCXpk9xs9qTojJH/N+XWQr1bkz0AkB4zHwQN3yc/80YmmsmP+7S3rhMO/PC7TxtWAkAQsdOeRMke5SJ7ACBLlA+CiV/xU8Se9qZc8QkSP5HED4BQkhR5dE/bKfYkN2Xm4WQPAHhH+SDI+B4/j49MXfBAx4+rG/EDIFTo7Gkj0579rtR/FV1kDwBkhfJB8PE5fgrr094K26WOTPyM57Q3AEFPsucfyZ4dB9y7mMk/cJM7kT0AkCXKB0HJx/i50sRP0SL6mh85OIhPdHXnmh8AwUxnT9spOnvsSm5SPmQPAPiG8kGw8j1+5o+S+FERZpMLmfx0H7//lz9Z6hpA8JHs2S3ZYxew1i/o6OwpTPYAgG8oHwQxH+OnWSMbPy5z1puKT1Rd7t1H/AAILv/JHrsphc6eVmQPAPiI8kFw8z1+5o1K0pMfvd6BKzZedRlL/AAIGpI9u05Pe8y7yB4A8BPlg6DnV/wUL6rsBr6x8a6uTH4ABAOTPVPNvj363zoZ9rgm30L2AIC/KB+EAu/x45D4WXhvUvFiZss/5YqNc3Ud+y/xAyCQ/Sd7zL49asotRcgeAPAf5YMQ4SV+PPunSQOJn+TiRfUhhLxsqic/On5Y7Q1AIJLs2dl2WoLOHr2Sm/6Xa2bnIr3IHgDIDsoHocP3+Fkg8VPMvdpbXLyr29h9q4kfAAHGZo/Zt0cvaSDviZhxW5GuLcgeAMgeygchxd/4sau9mckP8QMggEj27JBpz47UldwkfsgeAMgZygehJn38WOnjZ74+7c292ltcfEq3sf8SPwACgc0emfYol70uURWaSfYAQE5RPghBaeLHjn0yjp9xKXq1N7NWUmyci/gBUOB09lwzXU97lP3XyRUh2dOF7AGAnKJ8EJp8j595On7sbuiuuDhX9zF7iR8ABUWyZ7tkz3aZ9pgre1wumfYU7dKc7AGAnKN8ELL8iR+Xjp/U1d66jyV+ABQAJ3vMtEdfhUj2AEAuonwQynyPn8clfoqZLQKVYvIDIP9J9mzTJ7lFKmWnParwzFvJHgDIRZQPQpxf8VOsqLI7ZsTFu3qM2UP8AMgfJntmJGyP1BuV6n+FXGQPAOQ6ygehz7/T3oq5d0m38bOG+AGQxyR7tkr27DigUvftKTKD7AGA3Ef5ICz4GD+NZfJzr6uYPu1Nn2FP/ADIa4nu7IlU5uIePe2Z0YnsAYC8QPkgXPgaP+cXkfix+/ykTn7+IX4A5IVEfZLbTJM97qXcZNpTjOwBgLxB+SCM+B4/8yeqEsXNggcuvdR177H//LExTgFA7kmKOra17Yz4HQf0pT36X6eIwrNuK9blCrIHAPII5YPw4mP8NKpfZN54VaKY3edHxcS5uo7YTfwAyC2SPZvbTE/YGaVs9ShVeGan4nc0I3sAIO9QPgg7PsZPQ4mfCRE6fvSCByomNqWbjh9OewOQU072uMzFPSpCFSF7ACDvUT4IR77Hz+MSP8Vddqlr4gdAzkn2bJLs2RXlsZIb2QMA+YHyQZjyJ34Kmfgxp73FuroTPwCyK1Fnzww97TErucn/FWXaAwD5hfJB+PI9fh5zx49e7U3Hz/DdfxI/APyUqE9ym2GmPXZFA1V0xi1kDwDkG8oHYc3P+HGv9hYTm9J9+C7iB4DvdPa0nRkv2ZO6khvZAwD5jPJBuPM9fh6V+CnmUqmrvRE/AHxkTnKbGb/TZo9+j2RPCbIHAPIX5QP4Ez8TC5Us7jKbnComPwB8obPHTnuU2a7UpYrp7Lmc7AGAfEb5AJrP8VP0ET350a/a2tXeegzfSfwAyIxkz8a2Ztpjxz0uVXTKTWQPABQIygdw8yN+Jhay+/wos9ob8QMgQyZ7ZsXvjDZv6XFPsSk3lezeguwBgAJB+QCn+R4/j04sXKK4/hCX0qu99RhG/AD4D8meDZI97pPc9DmyxSZ3IHsAoABRPsB/+Bg/F+rJj44fsxGhKzYupefwHcQPAMudPWZJA/2vhMtVfIpkT3OyBwAKEOUDpOVn/Ohz982CB66ew4gfADp71utpjznJTV/a4yo++SayBwAKHOUDZMD3+Hl4YpESZrU3eU03NjalF/EDhDeTPfclSPa47L8MiuwBgABB+QAZ8yt+iuvV3uw+PxI/2/8ifoCwJNnzd9v7ZNrjMtuVunT23FiK7AGAwED5AJnyI34mOZMffdqbiZ8YBSCc6Oy55n497VEuWzElyB4ACCSUD+CN7/Ezd2JRM/mRu7tM/OwgfoDwYbMnfmeUS9lr/1wlJrUnewAgoFA+QBb8iJ9JRUsUS13tLTalN/EDhAcne5Ry/wtQkmkPAAQeygfImu/x89CkosX1am/KrPaW0nsop70BIU6y569r7o/bFa3/5puV3EpMInsAIBBRPoBP/ImfYnqfH3vaW1xKH675AUKXyZ7Z8XYlN6Wv9Cs56cbS3a8gewAgAFE+gK/8ip/ixZV9+VcmP32GbiN+gNCTGHX8z2tmxzkruSnJnvZkDwAELMoH8IOP8XOBOe3NPfkxq731lfjZQPwAocNkz/3xHvv2lCJ7ACCwUT6Af3yOn2IPTvJY7S3O1XcY8QOECMmeP9zX9kj26JXcSk26gewBgABH+QB+8yN+JptrfvRpb66Y2JR+xA8Q/HT2tDPX9piV3CR+mPYAQFCgfIDs8D1+HtDX/LjMB9n42fo38QMELcmedfbaHjPQNdOe9mXIHgAIBpQPkE3+xE/xEnbBA+IHCGYJkj3t5jgruUn8lJbs6daM7AGAoED5ANnna/ycV2zO5NT4Mau99Ru6hfgBgovNHve0x6zkVnrSDWW6kz0AEDQoHyBHfJ/8zNGTH5dZ8EDHz13DiB8gaPxn2qMv3FNlJHuY9gBAUKF8gJzyffIze1IJM/nRdPww+QGCgZM9LpddyU2mPdeTPQAQdCgfIBf4HT8R7tPeTPycUgAClcmeB06f5OZylZl0fVmyBwCCEOUD5A7/4qeYPe3NFRub0p/4AQKVZM9aJ3sU2QMAwY3yAXKNj/FzvsTP5JLFPVZ7I36AAKSz51qP7FGusmQPAAQzygfITX7Ez6SSqUtdK5n83D10M/EDBA7Jnt/1tOegs29P2YlkDwAEN8oHyGW+x8/97smPFkP8AAFDZ8+1D+rsSd23x0x7Lid7ACCoUT5A7vMrftyrvbnM5GfI5vXED1CgJHt+09kTLX8t7b49ZSdeV47sAYDgR/kAecL3+LnPTn7Mam/2tDfiBygoJnse0tf2mKXcZOZTjuwBgFBB+QB5xef4KX6fnvycXu3t7iGbiB8g/0n2/GqyR16GiCB7ACDkUD5AHvI9fmZNLmUnP3KwJfEzgPgB8peTPTLssX8Ty5M9ABBaKB8gb/kXP8X04rnKrPY2YMhG4gfIH6nZc1ClruTGtAcAQg/lA+Q5P+JnSim72pvLxM9A4gfIe5I9a66bG6sXsNbzHvmfTHvKPZYIjgAAEABJREFUd2tK9gBAiKF8gPzgb/yYS36IHyDP6ey5dq572mP+npafcC3ZAwAhifIB8omP8dNAx09pc82Pe/JzD/ED5A33tGe33rdHmZPcyB4ACGGUD5B/fI+fmSZ+zORHL3hwz+ANxA+QuyR7VpuT3ORvmdm3x3UG2QMAIY3yAfKVP/FTxnO1t0E6fk4qALnBZM/D+tqe1H17yB4ACHmUD5DffI+fGSZ+7P1j43T8bCB+gByT7PnFZI/Zt0dPVs+Y2O4MsgcAQh3lAxQAf+NHmSsQ7OSH+AFywmTPI+6V3MzVdDp7upI9ABD6KB+gYPgeP9OnlClZ8vQ+P8QPkG2SPT+b7FHK/J1yqTMnkD0AEC4oH6DA+B4/UyeXLVFSf4hd7W0w8QP4z8keu2+POFNPey4jewAgTFA+QEHy47S3aWVLlrSXJLhM/KwnfgDfSfaskuzZLdMel/17d+aEa8geAAgrlA9QwHyMn3rnFp8+TSY/EXb5XYmfIcQP4Jt4yZ7rHzX79iizVZaL7AGAMET5AAXP9/jRk58Sykx+9GlvQwb9TfwA3sXrk9wePb2Sm9LZcybZAwDhh/IBAoKP8XOuTH6m28mP+7Q34gfwwk57YvS0x3SPS1UgewAgXFE+QKDwOX5KTNeTH3vam4qLTRlK/AAZiY86oU9y23XITHv0qwVkDwCEM8oHCCC+x880mfzY097Mam/ED5CGzZ4YyR6zb48w2XMp2QMAYYvyAQKLP/FTrkRJc9WCcsnkZ9igvzYSP4Ah2fOTOcnNvDhgpj3j21YgewAgvFE+QMDxK37MUtfu1d6GEj+AO3seizFLGigzGa044RqyBwBA+QCByPf4maonP/pDXC47+fmT+EE4k+z5UbJHT3tM9Uj2MO0BABiUDxCg/Imf8iXtPj9mtTcdP+tPKCD86Oy5wWSPPsdNr+RWiewBAKSifIDA5Xv8TJlevkSJCKXjR7mv+SF+EGYke1bqk9wO2Ut7ZAxacXQrsgcA4KB8gIDmR/zMkMmPeZlbx0/ycOIH4URnzw2Px+zWK7lFmEUPJXsq9rqc7AEAOCgfIND5Hj+Tp59hJj92qWuJH057Q1iIjz7xg2TPLvdKbi6TPZXIHgDAf1E+QBDwI35mnKE3OTVXdsfFpowgfhDqZNrzw/WPm317lHnmuyrp7GlK9gAA0qB8gODgV/y4V3szS12PGPQH8YNQ5Z727LbblepFPiqNInsAABmjfICg4WP8nKNPezvT7vOjzCanI4kfhCLJnu+vn3dqt17SwJzlybQHAOAN5QMEE1/jp16JSdPPLFEywl7zEGviZxPxgxBisydmt3slN5lwVhrVsjLZAwDIHOUDBBl/4ucMs8+PPg8oLiaZ+EHI0Nlzg80e90pulckeAEBWKB8g+PgcPyUn/ne1t5H3rCN+EOwke767ft6pXYdcZrtSl86eq8geAECWKB8gKPkRPzP0aW/2dfHY2JRRxA+Cmc6eG+bH7D6s9PNffnFVIXsAAL6hfIBg5c/k50w7+VFmtTfiB0Eqdv+xb2+Yr6c97n17XJVHcpIbAMBXlA8QxHyPnwkzKpRw7/Mj8ZM8+p61xA+Ci2TPd+0XeO7bU2VUyyq9LiN7AAA+onyA4OZf/JQ0x3/mtDfiB0FET3ske/YeMZf2KJn2VBl1FdkDAPAL5QMEPd/jZ7yOn0IR7tPeksfo+DmugMBmsmdh7N4jeiU3ee66VFXJnp5kDwDAP5QPEAr8n/xEmMkP8YNAJ9nzTfuFetrj0s9wmflUHXUl0x4AQDZQPkCI8DF+6urJT0UdP3a1t5iUscQPApXOnhtTpz3mJDedPUx7AADZQvkAocO/+PFY7W3swLWbiR8EGPe0Z88Rl3LpaY/Onquqkj0AgOyifICQ4kf8zKyUetqbueZn4O/EDwKHZM/XNz4RI9Mes5KbxE81nT2Xkj0AgGyjfIBQ43v8jJuRGj/KFacnP8QPAoLNnv9n7z7gnKjWPo6f7C69ioiA9CK9KBasCCJWLIgKIooIKEXBrteGYEFFBemIIirFAiJF6XZF5VWKoPSOSIddOrvzPjMnmZ1NNm1ryu/78eYOyWR2Jsluzn+eOecc1SO5mUMaGOUfupjYAwDIJpIPEIPCCD8vpIcfqfwQfpDv3NWerfsNPZKbUuX7EnsAADmA5APEptDDz6Ppl72pY0dTH+3+f4Qf5BeJPQvNi9wOWPP2mCO5lX/oovLEHgBATiD5ADErnPBzhnu0N2WO9kb4Qb6wYs8wM/a4R3JTFYg9AICcQ/IBYlno4ecRHX5MZp+fxwg/yFsSexaYsce6yM0cyY3YAwDIYSQfIMaFHX6sk+1Hj6QSfpBnzNhz3fAjekgDawDrimbsOYfYAwDIQSQfIPaFHH6KPizhxzPPzzEJP92WEH6Q2yT2zL92+JGtegBrcyS3CsQeAEAuIPkAcSGM8NNfwk+CZ6jr1McJP8hNZuxxV3vMeo/8T6o9FYg9AIBcQPIB4kV44cc91LWyws/vawg/yAUSe+aZseeA0tOVGkbFB5sTewAAuYTkA8SREMNPNTP8lNMDHhjp4eegAnLOETP2jDiy1RzJTVmftLMeIvYAAHIRyQeIL6GHn35W+NHpR1/2RvhBTnHHnm375eOl5+0568ELiT0AgFxF8gHiTjjh50w92puclD92JPUJKj/ICXbsMayh3KTmcxYXuQEAch/JB4hHoYefvlb40aWfY0fTCD/IJk/sOSC1RJc1lNtZDzWv2KkpsQcAkNtIPkCcCiv8FCqSoM/NS+XnScIPssqMPdePPLztgNmzx6olmrHnTmIPACAvkHyA+BVe5aewS0/0Y4af+34j/CBcR/49NPe6kYe36pHczHl7Kj10IbEHAJBnSD5AXAs9/Dz0YvlCjtHeniL8IBxm7HFXe9wjuRF7AAB5jOQDxLuwwk/hIgn2aG+EH4RIYs8cM/ZYI7lZlcNKD15wFrEHAJC3SD4Awgg/D+rKj8td+Xlaws9fhB8E4ok9B6xpe1xS8yH2AADyBckHgCmcyk+FQu7Kj2GGn26/riX8wA+JPV9bsUc+LdZnzKj84IXEHgBAviD5AHALMfxU9YQfe7Q3wg8yZcWeUe5qj3y6DB17mhB7AAD5guQDIF3o4edBM/yY67gve+u2mPADJ4k9X1mxx563p7J5kRuxBwCQb0g+ADIIO/yYbVpzqOv/EX7gYccecyQ3q1cYsQcAkO9IPgC8hRx+ivWxw481z8//7iP8wIw9s3W1x5y3x8w9VfqcX4nYAwDIbyQfAJkII/wMqJgefo7q8HNAIV6ZseeG0Ye3HTTcdxhVHiT2AAAiAskHQOZCDz+9zfCTYF32Zhw/mvoM4SdeeWLPAXPeHisOV+lzAbEHABAhSD4A/Aoj/LxohR9zwANzqGvCTxyS2DPrhjEp1pAG5mVuho49jYk9AIAIQfIBEEio4ad2sV7WZW/KGvBAKj/P3vcL4Sd+6NijR3JT1qegSp/zKxN7AACRhOQDIIjQKz+9XjyrsFn5UXqeH8JPnEiv9lgjuclNVWIPACDykHwABBd65afni2e5JzlV6viR1Oe6/rKO8BPTJPbMNGOPHtPPHMmt6oPnEXsAABGI5AMgJGGFn8KO0d6k8kP4iVWHzdgz1oo9eiw3o5rEno7EHgBAJCL5AAhVOOGnkln5MZvDhlR+nu36M+En9rhjz3brIjdrSAPzIjdiDwAgUpF8AIQhxPBTRcLPgEpmnx9ljvZ2/Gjqc4Sf2GLGnrbv6pHcXFbnnmoPnl+lYyNiDwAgYpF8AIQn9PDzwIBKntHezKGun+v6E+EnNkjsmaFjj9Jde4yq959L7AEARDiSD4CwhRN+KlujvZmXQh0/kvo84Sf6pccewz2SW7Ue51a9m+lKAQCRjuQDICtCDz/3D6hsj/YmlR/CT1ST2POlGXsOWl17rJHc7j+n6j3EHgBAFCD5AMiicMKPedmbHu7t+JFTLxB+opMVe8bpkdx0iql2/znVqPYAAKIEyQdA1oUcfop7Kj/WUNcSfu79kfATXQ7v1LHHPZKbYV7k1pTYAwCIIiQfANkSevjpYYUfaxwwdfxoav+uEn72K0QDqfZMv0HHHvdIbtXvT489SR7EHgBAJCP5AMiuMMOPNdqbMo4dSe1/L+EnCki1Z7pUe7YfNCcrNceqMKr3OMcZe/QtsQcAEOFIPgByQOjhp/vAKp7KjznU9Yv3/rie8BPBrNjznjWkgeGyrlasbvbtaUzsAQBEHZIPgJwRRuXHCj96IhgJP/0JP5FKYs8XN7yXvE1Xe8xJaav3aFqd2AMAiE4kHwA5JsTwU9mu/FijvR07corKTwQ6vDP5i7bvp2y3qj3WO1WD2AMAiGYkHwA5KazwU9Aa7U2Z8/xI+PmB8BM5JPZMayvVngOGGXvMkdxq9GhC7AEARDWSD4AcFk74qWpVfqzL3o6kDiD8RAYde9wjuVkXuRF7AAAxgOQDIOeFHn66DaxasIhuK5ujvQ3o8j3hJ39J7Jna1tO3x5y3x6jRvWkNYg8AIPqRfADkinDCT7VCRa0BD6zR3gbeS/jJN1bsed8cyc0zb0/NHhJ7GhF7AAAxgOQDILeEHn7uk/Bjj/Z2JHUglZ/8ILHn87bvJ1vz9lhXIBo1uzch9gAAYgbJB0AuCiP8vGSFH8+AB4SfPGbGnhs9I7lJrcdQxB4AQIwh+QDIXaGHn646/ChzAOXjR0+91OW7DYSfPKGrPSnbDrpHclOqZo/GNYk9AIDYQvIBkOtCDz/3DrD6/Ljn+UkdeM93a5fuVchNKTuTP7txfPL2Q4Yeyc0wanVvXLMzsQcAEGtIPgDyQojhp0qdEvcOrO657M04fiz11W7fU/nJPSnmRW7jzWqPMlzWSG61ejSh2gMAiEkkHwB5JIzKz0vVPQMemENdv9Tl2w1/7VPIaVbs+UAPYG3GHmXFns4NiT0AgJhE8gGQd0IOPyXM8OMe6lodl/Bzz3eEn5xlXeT2gXskN3NIA/Mit1rEHgBA7CL5AMhTIYafSunhR5mXvR099XKX7zasIPzkDHfs0UMamJ2qVO0exB4AQIwj+QDIa6GHny7pl71J5UfCz7eEn+yT2POpWe05pPSQBhJ7ujci9gAAYh7JB0A+CCP8vFyjoGeen+NHUl8h/GSPGXtummCO5GYYVkcqdTaxBwAQH0g+APJHWOHHPc+PedmbhJ9vCD9ZI7HnkxsnJNvz9hgGsQcAED9IPgDyTejh556Xa1qVH7OxLpWfVwk/4TNjj1ntOWjP23O2OaRBA2IPACBOkHwA5Kewwo9Uflyey94IP2GR2DNFYs82q2+PNZKbVHtqE3sAAPGE5AMgn4Uefu42Kz+JyhyLTCo/pwZ1+WYj4ScEVuz5UGKPYY7iZg5pUIfYAwCIPyQfAPkvrPBTqGiCyz3Pz6lX71lE+AlMYs9kiT16JDdlXuRWp1tDYg8AIA6RfABEhNDDT+eXa7Mwzv0AABAASURBVBW05vmR2sXxo6mDCD/+WbHnI7PaY8irpaxqD7EHABCnSD4AIkU4lZ9aBYskmGsbhhV+FhJ+fLljz/aD8jJZ8/aY1Z6ziT0AgHhF8gEQQUIMP2dJ+HmltnO0t9cIPxkl/5s8+eaPDm0/aFhDucmrVLdbo7M71yf2AADiFskHQGQJPfx0tsKPtbpZ+SH82MzYc8vHh7YdUoZyWUO51e3ekNgDAIhzJB8AESeM8PNybXO0N3fl59TrZvjZq+KbGXvaSewx5+1RLkk9yrzI7S5iDwAg3pF8AESiUMPP2SXu0pUfz2hvcR5+JPZMamdVe9zz9qi63RvUodoDAADJB0DECr3yc5dUfuzR3o6ceiNew48VeyYe2po+kls9iT1UewAAsJB8AESukCs/JTuZ4SdRVznM8HN33IUfd+zZZo3kZlXA6nUj9gAAkI7kAyCihRl+Eqzhm9Xxo6cG371gU9yEH4k9E9tNPGjO2yP/MgewrtejYZ276hF7AACwkXwARLrQw8+dL5+t5/kxrHl+3oiP8GPFnknWSG6GHumu/v0N69xZl9gDAIATyQdAFAgj/Lwi4SfR5RntLebDj8Sej9tNOmhe5OYeya2+VHs6EnsAAPBG8gEQHUIPPx1fsSo/1mVvJ8zL3ubHavjRsUfP22MyVIP7G1DtAQAgUyQfAFEjnPBTx3PZmzngQUyGHzP23Dr5oDmAteGu9kjs8VR77PBD7AEAQCP5AIgm4YWfoonKGtz5RMyFH4k9H7XzxB5rJLcG99ev64g9+gUh9gAAYCP5AIgyIYafilb4KVTUqvxY4efNu+fFRvgxY4+u9phDuZkjuTXoQewBACAIkg+A6BN6+OnwSl135ccwThxJfbNz1IcfiT0f2he5mYyGPRoQewAACIrkAyAqhR5+Ln6gqJFw0hrwwDhx9NRb0Rx+rNgz5aB7SAPzFbBiTx1iDwAAQZF8AESrEMPPv8lrp2988UTqEfPCMENZ4WfuphV7VLSR2DPBjj3WvD3WRW7EHgAAQkLyARDFQgk/Gzdu3Ht886xtr0j4cVljoJ04curtzvM2R1X4OWTFnkOekdzkpmGP+vWIPQAAhIzkAyC6BQ0/69evlxV0+Ekq5DIHgFbmUNdvRU/4OfRvyoe3fnJwW7JhDWlgxZ56xB4AAMJC8gEQ9QKHn3Xr1unV9p/cevurdQsWSdRRIFoqPxJ73Be5mdUes9zTiNgDAED4SD4AYoG/8CPLGzdu1OvUrFmzUt3Tbn+1XgH3PD/GcTP8zI3k8OOOPdsPGe6R3NTKEsuJPQAAZAHJB0CMyDT8SMEnLS1Nr1C7dm092puEn4JFE11Wdxmp/AyJ1PAjseeD9p9I7LFHcptzYNaiffOJPQAAZAHJB0Ds8A0/a9assR+tV6+eZ6jrUrdJ5adIgh7tTSo/Q+6aE2nhxx17th0yPCO5Sez5MfnbnTt3SpYj9gAAEC6SD4CY4hV+/vnnH/uhunXrOub5KXX7oPoFiyZYHWfMeX6GRlL4sWOPORSdMq/M21p5g8Qe/eiWLVuIPQAAhIvkAyDWOMOPM/nUr1/fOc9PBbPyU79AkURZ1az8REz4kdgzvv0nB/RIbtaxnNOnQdELCtorbN68mdgDAEC4SD4AYpAdA5zJp0GDBl6TnJrhRyo/RRKtyo952ds7d329eXl+hh8r9nx6cFuyeyQ3w5DYU6ddTWGvs2nTJmIPAADhIvkAiE06Bvz999/6n9WrVy9SpIjXJKc6/LQfpCs/spZx/EjqO53zLfxI7Hm//acHtumR3Mx5eyT21G1XU/azdu3a9mobNmwg9gAAEC6SD4CYJQnh5MmTerlevXq+k5w6wk8Da54flxV+Tg3r/PWWPA8/OvZY8/YovSfn9qmvY4+QgpW95vr164k9AACEi+QDIGbZBR9lJR/fSU6d4efWQQ0KFNV/Eg3rsrev8jL8SOx5r/1nB7Yn61l7pOZzbu/02COKFSt2xhln6JXXrVtH7AEAIFwkHwAxyzf5BAs/De15fo4flcpPHoUfM/bc9pmet0eHmGa9Gzhjj97VWrVq6fV37tx54sQJYg8AAGEh+QCIWatWrbKX69ev7zXJaabhp92ghmafH6uPjXnZW+5XfnTssUZy0z9WWdWeGr7TlTq7+uiRG4g9AACEjuQDIGY5az6NGjVSGSc59Rt+XrMqP57R3qzws1vlDok94277XGKPMgw9s1Cz3vXrZRZ7vJLP2rVriT0AAISF5AMgZq1cuVIvVKhQoXjx4l6TnAYIP7foyo812tuJo6eG50740bHn4LZDet4euQkQe2Rvncln3bp1CgAAhIPkAyA27dixIyUlRS/Xq1dPL4QRfl5rZM3zY86oI5WfHA8/Envetao9ht4rwzivd70AsUecffbZ9tOl5qMAAEA4SD4AYpPzUrf69evby2GFnwJFEtyVnyOnRtw1O6fCj449B82R3Myx3IwQYo/sqp3fFMkHAIDwkXwAxCbn8AbOzKBCDj/lPZUf5ZnnJ0fCz0Ez9kzVQxronjqhxB5RqFChChUq6I2QfAAACBfJB0Bs8hrS2uvRkMNP6Zsl/BR1j/ZmVn46ZSv8HNxpxZ70eXvUeb3q1Q8h9ui9tbv67Nq1Kzk5WQEAgJCRfADEpsDJR4UZfgoU1QMeqBNHT468a/bWLIUfs9rT3oo9hqGrPeebsad6iLFHbp2DHKxZs0YBAICQkXwAxCY7+RQvXrx8+fKZrhNe5ce87E1ZlZ+TIzrNCjf8SLVn7G3T3LHH5TLM2FM3rNijMiYfLngDACAsJB8AMSglJeW///7Ty40bNw6wZujh56bXG1uVH/dlbyPDCT/pscf6WRJ+shB7FMkHAIBsIPkAiEHLli2zlzO91M0pjPDzWuOC9mhvRyX8zAwl/EjsGSOxZ5v7Ijcz9vSu2yD82KNIPgAAZAPJB0AMCtrJx0vo4efG15oU0KO9GeZQ16OChR8r9nzhmbdHnqQu6FW3wS1ZiT2CKX0AAMgykg+AGORvMp8AQg0/dUrf+HoT92hvSgUOPxJ7Rkvs0Re5KSv29K6TtWqPVqhQoUqVKullkg8AAGEh+QCIQQEm8wkg9MpPW6n8mOHHHJb6xJGTozMLP+7YY1/kptSFvbNe7bHZF7zt3buXga0BAAgdyQdADLJrPgULFqxWrVroTwy98tP2dTP8WF1+rPBz54yty3fZ2/FUe1IMZehtXtirToNbqmUz9qiMXX2cAQ8AAARG8gEQa06cOLF582a93KBBAxWmcCo/TfU8P1bl59QYs/Jjhh+JPaNum75fYo9Z7TFHcrsgh2KPqFWrlr3MBW8AAISO5AMg1vz111/2coidfLyEXvm5/tUmBYsmWWHFHPBgzJ0zln+1fnSHLz3z9pj3n9+jdsMcij2K4d0AAMgqkg+AWJO1Tj5eQgw/Feqd1vb1c/Q8P4Y12tvHfebt23LIM2+PeZFb49tq5FTsUSQfAACyiuQDINaEO6S1P6GEn4IFC54plZ9BTQsWTXSvb17epqf8MS68/+wcrPZoXO0GAEDWkHwAxJqcSj4q5MpPxfqn3/D6uUmFzb+o7nl7lGres06T22tINMrB2KOsga2rVKmil1evXq0AAEBoSD4AYo2dfCRjOKf+zJrA4cfOPxXqlbn57Qvco70pdUmfek1y9CI3J/uCt+Tk5N27dysAABACkg+AmJKammpfAyaxR5KGyrYA4cfONlLbkfDTbmjzgsULtHys8Tm31bSrPTr55FTsUXT1AQAgS5IUAMSQ1atXS/jRy9m81M3JGq7AsIOKpBfnQ3Ycqli/7H1TrypUvICONzod6cCTU7FH+SSfiy++WAEAgGBIPgBiSg528vGSafiRf0rQ0sknLS1NVihwWgE7CzkDT07FHkXNBwCALCH5AIgpuZd8lP/KjzP52PfY4UcHnpyKPYrkAwBAlpB8AMQU52Q+WZvGNDDf8KPzjNwpy17Jxxl4cir2KJIPAABZwggHAGKKs+bToEEDlQucAx7Yl7TZYx4kZuRMPionYo+yxqyrVq2aXnYmPQAAEADJB0BMsZOAZIOCBQuq3OE12pvzwjbfMdxyNvZodtnn+PHjO3fuVAAAIBiSD4DYsXHjxhMnTujlHO/k48WOMb7hJ7djj+KCNwAAwkfyARA7cruTjxdnqvHHXlPlKJIPAADhYoQDALEjVwd288dONfbwBr4P5TiSDwAA4SL5AIgd+ZJ8bLmXc3yRfAAACBdXuwGIHc7k07hxYxW7atasmZiYqJdJPgAAhILkAyB2rFixQi+UL1++ePHiKnY5B7ZevXq1AgAAwZB8AMSIf//9NyUlRS/n/aVuec85sPX27dsVAAAIiOQDIEbkbyefvFerVi17mQveAAAIiuQDIEbEW/JhkAMAAMLC2G4AYkQeT+aT70g+AACEheQDIEZQ8wEAAAFwtRuAGGEnn+LFi1eoUEHFuurVqzOwNQAAoSP5AIgFKSkpO3fu1MsNGzZUcUBiT40aNfTyunXrFAAACIjkAyAWLF++3F6Oh04+mnNg682bNysAAOAfyQdALIi3Tj4aXX0AAAgdyQdALCD5kHwAAAiMsd0AxAKSD8kHAIDASD4AYoE9mU/BggXtfv8xr1atWvYyyQcAgMC42g1A1Dtx4sSmTZv0cvwMbyAk4zGwNQAAISL5AIh6K1eutJfj51I3zS77MLA1AACBkXwARL347OSj2V19UlNTN2zYoAAAgB8kHwBRz+7ko+LsajfFIAcAAISM5AMg6lHz0Ug+AAAEwNhuAKKenXwSExPr1Kmj4gnJBwCAEJF8AES31NTUNWvW6OVatWrZY53FCZIPAAAh4mo3ANFNYo+EH70cb518RNWqVRnYGgCAUJB8AES3eO7ko9kX+G3cuNEOgQAAwAvJB0B0I/kwsDUAAKEg+QCIbiQfuvoAABAKRjgAEN2ck/k0atRIxR9n8qHmAwCAPyQfANFt5cqVeqFq1aoFCxZU8ad69er28saNGxUAAMgMyQdAFNu0adOJEyf0cnxe6iaqVatmL8sLogAAQGbo5wMgitHJR1k1H5fLpZdJPgAA+EPyARDFnJ184nAyHy0pKalChQp6meQDAIA/JB8AUYyaj2Z39dm3b9/Ro0cVAADwQfIBEMWcyadJkyYqXjm7+jCwNQAAmSL5AIhiy5cv1wvlypUrXry4ilcMcgAAQFCM7QYgWu3cuTMlJUUvx20nH43kAwBAUCQfAPnj5MmTKnv++eefM844Qy83a9Ys3A0mJSXZQ6JFuKCHVqNGDful+O+//7Lw2iYkJCQmJioAAGKXyzAMBR/79u07/fTT9fINN9wwc+ZMBSDnyF+eP/74Q+Wrhg0bFipUSEW8tLS0P//8U+WyUqVK1apVSwEAELuo+QAAAACIfSQfAAAAALGP5AMAAAAg9pF8AAAAAMQ+kg8AAACA2EfyAQAAABD7SD4AAAAAYh/JBwAAAEDsI/kYaRBLAAAQAElEQVQAyB8ff/zxDz/8IAu33XZb69at/a126tSpl1566d9//y1cuPCLL75YunRpFZfWrl07ePBgWTjvvPO6d+/ub7XXX399/fr1F1xwwX333acAAIBDggKA/NC+fXsdY6ZPn757925/q82YMUNijyx06NAhbmOP05IlS5YtW6YAAECYSD4A8ofUcO655x5ZOHny5IQJEzJdZ/PmzfPnz5eFJk2aXHTRRQqWjz766MiRIwoAAISD5AMg39SvX//SSy9V1qVcP/74o9ejp06dGj9+fFpaWvHixe+++24Fj+Tk5MmTJysAABAOkg+A/HTbbbfpa9g+//zzAwcOOB+aOXOmvs6tS5cuEn5UfHO5XHqhWbNmcvvbb79xzRsAAGFhhAMA+alw4cKdO3ceNmzY0aNHpY7Rs2dPff/mzZvnzp0rCxdddFGjRo2cT1mxYoW0+7ds2bJ///6zzjqrWrVqV155ZdmyZb22fPDgwS+//HLTpk179+4tUKCArFm5cmXZmiyoaHbdddft2LFDMuFHH31Uu3btokWLhvKs1NTUOXPm/PHHHxIvT5w4IS9F1apVW7VqdcYZZygAAOIDyQdAPmvYsKEEkl9++WXp0qW///77+eefL8308ePHG4ZRqlSp22+/3V5T7p86derChQvtezZYfvjhh5tuuumqq66y79++ffuQIUMOHTqk/3ns2LF/LPPnz7/vvvsuuOACFbWSkpLuvffeQYMGJScnf/rpp1IQC/oUSTtDhw6VvGTfs97y3XffXW9RAADEAZIPgPwn8WbVqlVSpZGmfOPGjb///nt9nZukFGdN4/PPP1+0aFGZMmXatGlTr1690047bdeuXT/++KO04OUhKV80bdpUrynbkdhTpUqVa665RoobUlmShv7XX3+9cePGKVOmyGoFCxZUUUVyoL0gRyQxT2piEhclxdWvXz/wcz/44AOJPYmJie3bt5cCmuRJ+ee0adNWr149Y8YMeT0ZPQIAEA/o5wMg/0m86dSpkyxIXJk1a5ZEFFlu2bJlnTp17HWkjPPNN98UKVLkkUcekYfKly9fqFChypUrd+zY8a677pIVJk6cePToUWWVhqS8o6yBs5s1a1a2bNnixYs3adKkZ8+eEoGKFSu2detWFeVuvPFGfaHahAkTpKIVYE3Jin///bcs9OrVS1/eJqmvWrVq/fr1a9CggbLy5OHDhxUAALGO5AMgIkgyufDCC2Vh3rx50hCXBnq7du2cK/z0009S7pDVfLumNG/ePCEhQVLTihUr5J9S3JCEIwvLli07efKkvZrUOoYOHTpw4MCaNWuqKJeUlKTnKj1w4MBnn30WYE09XaxU0ho2bOi8X16xDh06uFyulJQUBksAAMQDrnYDECmkIb5q1ark5GRpjnfr1s3rgrRt27bJ7WKLvy3Yo8M1bdpUVlu4cOHPP/8shaMqVarUqlWrRo0aBQoUULGievXqV1111fz583/88UfJfrVr1850NT1LbKaPlitXrnTp0vv379+zZ48CACDWUfMBECmKFi1ar149WShbtmy1atW8Hg3lErWDBw/qhTvuuENfKXf06NGlS5fOmDHjrbfeevzxxxcsWHDq1CkVK26++WZdAXv//fczveZN6jm66nX66adnugX9dJIPACAeUPMBEB1OnDihrK47zjHc/JEQ9cgjj2zcuPGPP/5Yv379pk2bUlNTJQV99tln33//fc+ePStUqKCin77mbdCgQfv27Zs2bdqdd97ptUJCgvv0lj1AQqbs1QAAiGEkHwDRoWLFilu2bNm+fXvoT6luUVZqWrZsmRR/lixZ8t9//82cObNHjx4qJsgBXnnllQsXLvzuu+/OP/98r0clAZYsWfLQoUN79+7N9On6WrgSJUooAABiHef5AESHM888U1nTmB4/ftzrIYlDDz744LPPPrtq1Sr5pxRA5syZM27cuLS0NL1CwYIFJRV079790ksvlX9KCUjFkJtuuqlMmTLKuubNOaKDVq5cOWUN9uD7xG3btu3fv18WKleurAAAiHUkHwDRQU8/mpKSMnfuXOf9Em8+/fRTqepIZUMP2ibrfPHFF7///rse29prZbmVMoiKIYUKFeratauyIp+Uxbwebd68ubKmLvUKP/JS6EHhEhMTGzdurAAAiHUkHwDRQVrnesrO2bNnT548eceOHVL8Wbt27ciRI3XCuf766yUDyEKVKlXKli0rCx9//PG6dev001NTU3/88ceff/5Zls877zwVW2rXrn3FFVdk+pCUueQFkYUxY8YsXLhw9+7dkhKl6jVkyBD9ul177bV6EHAAAGIb/XwA5LWTJ09KtcE5S2mIOnfuPGHCBGmvf2txPtSiRYurr77a/mevXr1ef/31vXv3vvHGG14bqVatmqysYk67du2WL18uZR+v+/UQ4fK6SdnnU4vz0SuvvPKGG25QAADEAZIPgLwjhZpRo0a9++67u3bt+v3331WYypQp8/DDD//2228rVqz4999/ZWslS5Y888wzr7nmGj0ctu2ss84aMGCApKNVq1ZJGDh06JCyMs/FF1/cvHnzWJrVx6aveRs8eLDvQ/ISPf7441LvWrly5bZt2+QFkXuqV69+/vnnZyF/AgAQpVyBhzqNW9IysKe/kBOiM2fOVACyYdGiRcOGDZs+fbr+pxQispB8clbDhg311XERLi0t7c8//1S5rFSpUrVq1VIAAMQuaj4AclFycvKECRNGjhz5999/KwAAgPxD8gGQK1avXj106NCPPvooJSXF99HLLrtMAQAA5CHGdgOQk06dOvX555+3bNmybt26o0aN8oo9xYsX79mz58qVK73GJwAAAMht1HwA5Ixdu3aNHj16zJgxO3bs8H20Xr16vXr1uueee0qUKCH/pIchAADIYyQfANn1ww8/jBgxYtq0aSdPnvR6KCkp6cYbb+zdu3erVq0UAABA/iH5AMiio0ePfvjhhyNHjly+fLnvo+XLl+/evfsDDzxQsWJFBQAAkN9IPgDCtnbt2uHDh0+YMOHgwYO+j1566aVS5Ln11ltjctocAAAQpUg+AEKVlpY2c+bMESNGLFiwwLejTrFixTp16tS3b9/69esrAACACEPyARDcnj173n333dGjR2/ZssX30Tp16vTs2fPee+8tWbKkAgAAiEgkHwCBLF68WIo8n3322fHjx70eSkxMbNu2be/evVu3bq0AAAAiG8kHQCaOHTs2adIkyTx//PGH76PlypXr1q2bZJ4sj17gcrkaNmyo8lXBggVVNEhISAj9tZKM+sgjj+jl11577c477wzxiZJjFQAAMY3kAyCDzZs3Dx8+/P3339+3b5/voxdddJEEnttuuy37saFQoUIKoQn9tZJIuXv3br0sZTpeZAAAbCQfACbDML7++msp8syZMyctLc3r0aJFi3bs2LFv376NGjVSiGDO8fR8p1cCACCekXyAeHfgwIFx48aNGjVqw4YNvo/WqlWrV69e9957b+nSpRUiHskHAAB/SD5A/Fq6dOk777wzZcqUo0ePej2UkJBw/fXX9+7du02bNi6XSyFKkHwAAPCH5APEnRMnTnzyyScjRoz49ddffR8tW7bsfffdJ5mncuXKCtGG5AMAgD8kHyCObN26ddSoUePGjbM7wTtdcMEFEnjuuOMOusVHL5IPAAD+kHyAuDB//nwp8syaNSs1NdXrocKFC3fs2PGhhx5q2rSpQpQj+QAA4A/JB4hlhw4dGj9+/MiRI9esWeP7aI0aNXr27NmtWzdGL4gZJB8AAPwh+QCxadWqVUOHDp04ceLhw4e9HkpISLjmmmt69+597bXXMnpBjCH5AADgD8kHiCnS2J02bdqIESN++OEH30fLlCnTtWvXPn36VK1aVSEWOWeYPXHihAIAAB4kHyBG7Ny5c9SoUWPHjpUF30fPO+88KfJ06NChcOHCCvHBd0ZaAADiGckHiHrffvutFHmmT59+6tQpr4cKFSp0xx13SOa54IILFAAAQBwj+QDR6vDhwxMmTBg5cuTKlSt9H61WrdoDDzzQvXv3MmXKKAAAgLhH8gGiz+rVq4cNG/bhhx8mJyd7PeRyudq0aSNFnuuvvz4hIUEBAADAQvIBokZqauqXX345YsSIRYsW+T562mmn3XvvvZJ5atSooQAAAJARyQeIArt27Ro7duyYMWO2bdvm++g555wjgadTp06MXgAAAOAPyQeIaD/99JMUeaZOneo7QnHBggVvu+02yTwXXXSRAgAAQEAkHyASHT169OOPP5bMs2zZMt9Hq1Spcv/99/fo0aNs2bIKAAAAISD5AJFlw4YNw4cPHz9+/IEDB7wecrlcrVu3liJP27ZtGb0AAAAgLDSegIiQlpY2c+bMa665platWm+//bZX7ClVqlTfvn1Xr149b968m266idgTz/bs2VOyZEmXH40bN7bXHDNmjMu/IUOGKAAA4gk1HyCf7du379133x09evSmTZt8H5WGrBR5OnfuXKRIEQUoVbZs2QEDBjz88MMqG+rWrfvggw8qAADiCckHyDe//fbbiBEjPvnkk+PHj3s9VKBAgVtvvVUyz6WXXqqAjCS0TJw4ccmSJSqrhg8fnpiYqAAAiCckHyCvSc6ZPHmyZJ5MW66VKlXSoxeUK1dOAZmR0DJq1KjmzZunpqaq8N1zzz1XXnmlAgAgzpB8gLyzefPmkSNHvvfee3v37vV9tFWrVlLkuemmmzgZj6DOO++8bt26jRkzRoWpRIkSgwcPVgAAxB+SD5DrDMOYO3euFHm++uqrtLQ0r0dLlix599139+nTp06dOgoI2UsvvTR16tQ9e/aE9awBAwYwGDoAID6RfIBcdODAgffff3/UqFHr1q3zfbRhw4a9evWS2FOsWDEFhEkCzBtvvHHvvfeG/pTzzz+fgQ0AAHGL5APkihUrVgwdOnTSpElHjx71eqhAgQK33HJL7969L7/8cgVkQ5cuXT788MNvvvkmxPWl8Mi1lACAuEXyAXLSiRMnPv/88+HDh//yyy++j1asWLFHjx73339/+fLlFZATpKLYoEGDUIY6uOeee6TmowAAiFckHyBn7NixY+TIke++++6uXbt8H23RooUUeaTUk5TELx1yUp06dfr06SMFxsCrMbABAAA0woDsWrhw4YgRI2bMmOF73r148eKdO3fu27cvoxcg9wwcOHDatGlbt24NsA4DGwAAQPIBsig5OfmDDz6QOs8///zj+2i9evWkyHP33XfLuXYF5Cb5jL3zzjtSUfS3AgMbAACgSD5AFqxatWrYsGEff/xxSkqK10NJSUk33XSTZJ6WLVsqIK/cfPPNV1999dy5czN9lIENAABQJB8gdKdOnfriiy+kEfndd9/5Plq+fPnu3bs/8MADFStWVECeGzp0aJMmTY4fP+51PwMbAACgkXyA4Hbu3DlmzJixY8fu2LHD99FLL71Uijy33nprgQIFFJBP6tSp89RT9OGdZAAAEABJREFUT7344ovOO8uWLcvABgAAaCQfIJDvv/9eijxS6jl58qTXQ8WKFbvrrrseeuih+vXrKyACPP3001OmTFm9erV9z8CBAxnYAAAAjeQDZOLw4cMfffTRyJEjV6xY4fuonFzv1atXly5dSpYsqYCIUahQoVGjRrVq1Ur/8/zzz+/evbsCAAAWkg+Qwdq1a4cNGzZhwoRDhw55PZSYmNi2bdvevXu3bt1aARGpZcuWd9xxxyeffFKiRAkGNgAAwInkA5hSU1NnzpwpLcUFCxb4PlquXLlu3bpJ5mH0AkS+N95446uvvvrf//7HwAYAADiRfBDv9uzZM3bs2NGjR2c6EeTFF18sgad9+/YFCxYMZWuGYSggX1WqVGn8+PHXX389n0ZEApfLpQAgMrji9qtRzvE3aNDA2RU4a1599dWnnnpKIQr98ssvUuT57LPPTpw44fVQ0aJF77zzzoceeqhRo0YBtuD760NbEwBsvrGHIAQgH8Vv8hHffPON3RU4a+rUqbNs2bJChQopRI9jx45NnDhRMs+ff/7p+2jt2rV79ux53333BR69wPmLYy8TewDAix11nJmH/AMgX8R18hFdunSZMGGCyqpFixa1bNlSIUps2LBh5MiR77///v79+70eSkhIuP7663v37t2mTZugX8nOqKOXnbde6wBAHPIKPPZtpkEIAPJGvCefPXv21KhRIzk5WYXvjjvumDJlikLEkw/5V199JUWeOXPm+H7gy5Yt261bt169elWuXDnErdkLXlRmEQgA4pMz7diUI/8QfgDksXhPPmLIkCEPP/ywClOJEiVWrlwZYlsZ+UgqPAMHDty0aZPvQxdeeOGDDz7YqVMnFQ4724i0tDSvBa8IBABxyKvOI0V1+1YveK0DAHmD5GMOddC8efMlS5aE9ay33367X79+CpFq8+bNI0eOfO+99/bu3ev1UJEiRTp06PDQQw81bdpUhck39sjtxwtObtsjy+Y/XYadeQzn97lLpf+iyTryb2Wt5sp0Bevp6St7fnjGDTrWsfZJWhBy61jHz/qGvx/qtQN6m+k74P0TPf90pd8dcA/1P63dDLJ++joZXqJQjijjOo5l9za9NpjZUesfmtnL7vOau9/HgBsM+j5mXN96zf2/R74b9HtE4b3mYbyPXu9RKNsM9300grxHIf7uhHhEPq958PXT7/e/hy7nm57Z++J8TYwc+t3x8xLlwO9akN8d9y+D8vn75iz2FOhydWL5Ms4UpEg+APIWyccksSesiS/q1KkjBR+mCIxA8nmeO3fuiBEjvvrqK8kkXo/WqFGjZ8+e3bp1K126tMoSO/mkeUhybvXE8d/+SbO+6w35MpcHE+wQIrcux63ZEkgzb73v18vp9ye4t+bYptWayLhNeTjI1txbsNpNnm1azwqwh75bU/r+NO9thnS8/n5KWsDjNe8J+Xj97Zt9vF6vTLBXT2V4HbxePT/H62drvq+qtX2vrbmPN9irFOx4s/ZeBP3sZfG98HO86fscznuRs5+9DPeEfLwhfZI9x5vhndWfnyy8eqEdr2drXvvs885mPF5/74WfV8/n98L5U7w+yXrLXvsmKxb68e2kc2sneHDNG4C8x3w+pvPOO++ee+4JfaiDUaNGEXsizYEDB95//32p86xfv97rIfmKvfbaa3v37n3NNddk/yvWvqRNxx6hDPcpU9m4NHFc1te/9VVvNg70/dY6+uvfuk1vOih3I8Olb92NCZ+tWcvu+5U+oZy+TX1MmW3NsLdmb9Nw7qFna56f4tma4Wmr6A17tqmfZfjbmmFvzXG86VtzN5sybs3P8SrH8Xr2zXm86Rt2bM2Vcd+cWzO8X70Mx+s4Ye1u3nm9Fxn3xPfVy/heZHq8dvNRud/NTF895fVeZPV49b4599l9Fj+z4w3y2VPenz2Xz3vh/5PsfbwZ3osMn3D79yKz98LPZ0+FfLyOz48rw2+fn09yJp89Ffi9cPwiBvkkB/rseb0XhtfW/P7mGnaVxrE15fVeeG3Npfy9el6/uZn8XjiPN9TPnnmFhUv+YDpecAUAeStBwTJ48OCyZcuGsqZkJMZziyhLly697777Klas+Oijj3rFnkKFCt19991y56xZsyT85NQXrVf40Y0iu0mnz3Qa7oaCbgnbDWJPS8dqFxju600MT/XV5W7KKPf97m16Totm2Ez6pSYuu5ViLRoZtmltLb2JbDgbms6dcje5lN14cy5msm/21uzjVe5tujIer2Efr79982zTbth5H6/hOd7M9k25q3Du19Pl2Df7eJXP8SrH8Tozqd/3Qnm/FxlfPfu5nkZ2wPfCs8/O9p9LOY/XFfB49ZEGPl5lf/bSj9cI/Xj9vRfpFw1m2Lcgnz3H8TreC+fvS/rxulzK8eLa+6Yy/ew534vAx+v4JbE/La70X50svxcq0/fC7/GG/NlTAd4L799cvTsZ/g5kcryBPnsq2PHqLfj97OnXweu9yHi8Jl0nNxwUAOQtaj5uEnsGDhzYs2fPoKtJRlKIACdOnPj0009HjBixePFi30erVq36wAMP9OjRo0yZMioXGI4L3mRRKXfDYuYrpRzpKv17PUPkMjxtKx+ujM/yfqLn7KvjX/ZqRmabCrw1ZZ+VD/OJjt2wm27WP/xvLX2DPutYW8uwHXs1I7ytGUGf6OcdsXfD56kB35Gsvb8q8G6E+P6qUF7bkN9fv1vzfn9dQV8N35+o05DLlZXXNsT3N9jW9NONMPfBz5542vuhvLZ+P2bK68dm6XfHCPzBCOG1zfh7l/XfHUP52X/j2OhZJ2b+rO/Rp4r0pW7uZ1L5AZC3SD7punfv/t577wUe6kDSUYilIeSerVu3jho1aty4cbt37/Z6SL5EW7du3bt377Zt29pfrjnFcAxvkKHmk35OV113YUEFALCcmPO7na7Mq90cZR8FAHmO5JMuMTFR2tPNmzdPtS5E9nXeeedJOlLIP/Pnz5ciz6xZs3zfo5IlS3bp0qVPnz61a9dWecIOP1bvZfeFWwoA4GBfful1nRsFHwB5j+STgWSbbt26jRkzxvchnYsY2CBfHDp0aPz48SNHjlyzZo3vow0bNpQiT+fOnYsVK6ZymbPso9K/yM2H7OvdAQA2T58rRScfAPmO5OPtpZdemjp16p49e7zul0QkuUghb61YsWL48OETJ048fPiw10NJSUk333yzFHlatGih8oPj+1t37KbmAwA+PCGHwAMg3zG2m7eyZcu+8cYbvndKIlIIaOPGjSqHnDx5csqUKZdddlnjxo3Hjh3rFXvOPPPM5557buvWrZ999ll+xR6bHjdJUfMBgMw5hocg/ADIVySfTHTp0sWrvCNZiIENAjtx4kTHjh3lpVPZs2PHDkk1lStXlq39+OOPXo9ecsklkyZNkswzYMCA8uXLq/yT4fvboOYDAJkzVHrNx2sBAPIYV7tlzjnUgaSg7DfoY97zzz//66+/rlix4oMPPlBZsmjRohEjRsyYMePUqVNeDxUpUqRTp04PPfRQo0aNVCTxfH9T8wGAzNn9fAAg35F8Midpp0+fPkOHDtUDGygEtGDBAn2J4JEjR1SYkpOTJ0yYMHLkyL///tv30Zo1a/bq1atr166lS5dWkcuu+SgAQAbEHgARg+Tj18CBA6dNm9auXTsGNghs//79nTt3Ngd3tlSpUmXLli2hPHHVqlXDhw//6KOPUlJSvB6Sc4TXXntt79695TYKLiFzzIMOAMjIlenkswCQ98JLPnF1MU/x4sXHjh178cUXx9slTOEmje7du+/cudP+59atWwOvf+rUqS+++GLEiBHfffed76OnnXaaVHgefPDBqlWrqmhBPx8A8MOezwcA8l3w5OPV7o+rGNCmTRsVZ4csbXfn8QZtyg8ZMmTq1Kled15zzTVz5szxXVkC0pgxYyRP7tixw/fRc845R4o8nTp1Kly4sIoy9PMBgMzRzwdA5AiUfHyHYfFt2NHUi3Ze2caeVFvf6vfXX/7566+/nnzySd/7582b53XP999/L0WeadOm+Y5eULBgwVtvvbVPnz5SXlPRipoPAPhBOwFAxPCbfAyfqcecCwoxxw48OvzoWzv/+LbpDx8+3LFjxxMnTvhuStbv16+flINknQ8//HDkyJGSkXxXO+uss+63lCtXTkU15vMBAL/o5wMgUmSefJwJx8iMopEXQ+xU48rI+ahv+Hn00UczzTPahAkTUlNTJfYcOnTI99Errriid+/eN998c1JSTIyxQT8fAPCDfj4AIkcm7U5npElLS9NRJ81C+IlJdrVHJCQkOG+dKzhNnTp1zJgxAbZ54MCB4cOHe91ZtGjRu+66q2/fvvXr11cxhZoPAGSOfj4AIkegq92cmeeJd09s+DdVTt24VJo8Ji1ieSDBZehl961KS1825NFMl+VW/gI6luXW86jLSJO/kC7DPD9kLputSb1sWAuOZbMEkemaPsvuNZ3Lni241/QsZ7Km44iUZ2+9lt37nxbC62BkfMWcr0PAV8/9E917nmHZ+unpr0OA18Tr2DO+DuZG5NZzZq5g12uSrr9QFpzhxy77bNy4sXv37iocderUkSJPly5dSpQooWIQ8/kAgB/EHgARI6Tkk5qa+v2K1OUbdAM6LcG+VWkuqwUvDegETzM6wb713Jl+T8bnJnjyjHs1w2c7gbag77H2IdPnZrIFx0/PuA8J7gAQdB+8tpC+jl7w2k5O74PPczPuQ6ZbyPgi+32u8mQql/UVderyRq7UVP1J0PUf+4Mhn4eOHTvu379fhSAxMfGGG27o06dP69atVQxjPh8A8It+PgAihXfy8erhows+knyMNPc91rn/NPet+8+Zp5BtWEXtNLOeYFWHzAa1rmOYte4093MTPM+1rv1Nf66ynqufZm3BXX/QFxEl6Ft5blqaoxd+mmcLzn1QfvbBfq73Phj6Z/ndB8OzD+ZhOLZj7Y9h2K+DYzuB9iEhyD4oP/tgPcvvPpgvQPrrqZzbSd+C/dyEjPufYR+seJNmbd93hLcBAwb8+uuvKjTXXXfd9OnTVcyjnw8A+EE/HwCRI8HfA85L3cwePsrT9k1v6JtruTyte+thd+s7PcuYTWrzaYaR/lxPE9+5HXcTP73dbj3NnWj0pVZKR51M90G5E4bynFpyuXJgH5S9Dy57H5Q7dLmf6/mDHso+GPY+GN77oDLuQ/pz3fugQtkHlWEflHM7Ls920p8bYB+UlXwk7to9u+z7JfMMHDhQhezrr79WcYF+PgCQOU4JAYgcQebzsa9203UV+WeRQgmbp5TRK/j5Y+bn7E56ClEqs8K3K5MnZHq/n59l+NuaEewHBf9ZOh74fchnO8G2Zng/yXEtgCuzTfnfmqECvkT+9tz31T4+c3Fy1zfc//AZ00K+uvbv39+xY0e5U4Xs1KlTgwYNeuqpp1SMo+YDAH5wSghAxMh8bDcnT83HM/yXMsqWSlCIOa4SRVyeAGZe6urM7vMAABAASURBVOaIPXqF7t27b9y4UYVp5MiRsZ98mM8HAPxyKfr5AIgMgTKMM/zov1qGvv4Mscil0i+x02+6c/jy0aNHT5s2TYVv69atKubRzwcA/DCIPQAiRqB+PspZ/7H7+fAnLEY5O6F61f3++uuvxx9/XGXVNddco2IcNR8AyBynhABEjiD9fJSnEew5q20wZUms0p2wvMKPXm7YsOGSJUvWrl27evXqNWvWrLbs2rUrxC3PmzdPxTjm8wEAPzglBCBiJAV+OH2Qa3dPBmZijlmGMuySnj28tR1+zj777Lp167Zt29Y+e3fo0KGVK1dKBPrnn390Flq/fv2JEycy2bJh9OvXb8iQISpWMZ8PAPjF1SIAIkVS0DUMe2xm+vnENN3Px1nzCbx+yZIlL7LY96Smpm7atMmZhcTOnTvloY8//jiWkw/9fADAD+bzARA5gicfN+vvFv18YpizE6pd8wlLYmJiTct1111n35mSkqJLQyqW0c8HADKnZ9JTABABQk4+9mVv1HxilCt33tnixYtfaFGxjJoPAPhB7AEQMUKemcflns+Hmk+scvfzQRYwnw8A+MVXC4BIEXrNx7qh5hO7vPr5IAwR3M9n165dH3/88ZIlS3bv3p2cnFy6dOkzzzzzsssuu+2220qVKqVi0bp16+66665Tp07NmTOnbNmy+s4vv/xy4MCBIW6hffv2evrdJ554YtGiRTVq1Pj000/9rTx//vynn35aFqZMmVKrVq1Qtn/8+PGrr746JSVFPjAzZsyoUKFCpqstX768a9euvvcXKVKkTJkyZ5xxRpUqVVpYnI9+//33jzzyiCx8+OGH9evXV3lr9OjR48aNq1279uTJk1Uk+e677x599FFZWLx4cVJSyF98DvL1N3v27IYNG1arVk1FjKNHj8pLnennJHLQzwdA5Ai95mPdUPOJXXw5ZUMk1nxSU1PfeuutG264YdKkSWvWrNm/f7+EgT179qxcuVKap9dee60kIhVzJFRIXJEjVRFs4cKFEnuU9YHJwgTB0tjdvn370qVLJTVJa/7ZZ59VyGVHjhy54447+vfvf+jQIRUx/v7777Zt27777rsqsnEZMIDIEWY/H+bziV1e8/kgHBE3n8/hw4cff/zx3377TZalznPxxRfXrVtXSgQ7d+78559/fvzxR4lAQ4YMWbt27XPPPZe1U+CR6c0339yyZYvv/ZdcconkPec9//7774svvigL99133/nnn+98SMopKjfNmjVLbuVN+fnnnyW93H///YHfgj59+kipwf7nsWPH5H2U0tb06dN1aUuOTqKsigBSvzr33HMrVaqkYosknw0bNqgIs3nz5gMHDhQoUEBFOC4DBhAxQh/bjfl8YpxzPh+EJ/Lm83nmmWck9iQkJLRr107azcWLF3c+KuWgkSNHTpgwYfbs2aVKldIXR8WAb7/9VkookiJ8az5lLc57Nm7cqBeqV69+3nnnqbwiiUsn0oceekgW9u7dK7vdunXrAE+pVatWpnt4++23d+3aVcpHkydPjpDkc5NFARnw1QIgUoR8tRv9fGKd7ueDrIiwfj5TpkyRqo4sdO/e/amnnvKKPcoaf/zBBx+8+eabZXnSpEmLFy9W0U+qWLqG07NnTxXBpMgjt7Vr15Y807JlS1meOnWqypIaNWrccMMNsrBq1aqIugoLcDKIPQAiBvP5wI0vp2yIrH4+n332mdyeddZZ99xzT4DVHnjgAan5nDx58vPPP2/evLm+c/DgwRKczj333LFjx3qtf9ddd/3zzz933323FCuc9x85cuT999//66+/Vq9eLSmrXr16l1xyyY033ujMgZLE+vXrV7du3Q8++GDYsGFz584tUaJEnTp15BWT5YoVK+o8kOlPlLJGr169VECynaeffjo5OblLly7nnHOOilSyn/pStzZt2sitVOTmz5//+++/b9u2LWtXiFWpUkUvSPArWbJkOE9VixYteuKJJ2RhyZIlXg+9/fbbEydObNiwobxf9p0rVqyQOuGGDRt27twpBbSaNWs2aNBADqFMmTL2Or4jHIwYMWL8+PHt27d/8sknP/zwQzlYeU8LFy7cqFGjFi1aXHPNNV4/Wn8kJA2uX7++YMGCTZo0kR9x4YUXXnDBBWlpafLZlhpdwMMyt7Bw4cJPP/1UfpC8JnIUAQpiO3bsmDlz5tq1azdt2iTlOPmtkeOSz7+cF7CvIpMPlXy89bIeS6BTp04PP/xw6FvQ5D0aNWrUypUrZTU5NHmVzj777LZt28r6vjsmvzJz5syRQ/jvv/8kJMtLfeedd8pvin70+PHj8luml+VXWJcE33zzTa/hLiIE8/kAiBzM5wM3F+9s1kVQzUfaVZs3b5aF66+/XlpXAdaUxutll10mzV9pYx08eDBrQ71Ji1Aih7Tk9D8le8iybHP69OkDBw70bc2/9dZbepw0aQVK6emxxx6TZq60HZcvX964cWPnmtKOlGafsi6gCrob0iL/888/JUpJnJMCiIpU0u7Xr5W8O3IrDVZ5F+SlkAa93ZIOi0QmvWBHoFwirfD+/fvblxHusPzwww8SkN577z2pPgV+unx3yNMladv3SHyS1Pftt98OGjTIvvPYsWMSkH766Sf7Hskw33zzzSOPPOJKn1khENnCM88889133+l/SiyXH7RgwQIdNb22IAf1wgsvpKam2vdssMiOSfSSPF+0aFG5Uz5X8iwJfnq5WLFi9gc7xC0ICXJSjdy3b5/+5+HDh3+zfPzxxy+99JIzAcqLPHToUOfgeCss06ZNk1MAcjpA7klISJBwJVuTXxP5pywrq0efikzEHgARI8x+PtR8Yhf9fLIukubzkQihF+SMctCVdfKRltbff/9tl31Ct3v3bkka0taUdpvkEynpHD16VLLQyJEjpaH21FNPSSCReGOvv337dgkzzZo1k7qQrCY/UZr+FSpUkDAgbWKv5KMHPZMCjpxED7wbsk05lS5lhNdeey3CR2vQpS2pYJQrV05Zf1GlMiBFEikE9e7dO3BS9SXVAJ0lKleunKsHLm+r5BP5nFx11VXyRtevX//QoUNLly4dMmTIgQMH5Padd94JvAWpipw4cUIO9rbbbpM3dPHixVJUlIQgmeT//u//5COhV5OfomOPvBpXX321pPFly5a98sorUorUKwT9FXvjjTd07JEtyMdSSouynxIt5s2b57UF+dQNGDBAQkvTpk07duwon0n5cVK6kdAub8e6deskk/To0UPWlGwv6VSHEwlm9gc19C0oqyAjQUV+R+69915ZU+KTHJoulso+X3HFFfIB1mvK6yl11/Lly0t9VSpdsrBlyxbZpsRjeUhCl6ws1SR5ASV3Pfvss3pZRTS+WgBECubzgRvz+WRdJPXz2bt3r144++yzg65sXzyzf/9+FT4p4EjsueOOOx5//HF9jzQ0W7VqdfHFF995550SSCZNmtS5c2d7fakIXX755fIs50akJT169Gip/MhG7OZ7WlraV199JQu6H0sA0ih/4oknpPUpZ/ojfEgx2VXJmSrjQcmyJB+puUnTPOjBahIhtm7d+scff+gnyj3SRFa5SXJsSkqKhFip4+n3qGTJkvJqFypU6OWXX5YALB8Du+Hub5+dV4i1bt1ayhRS+Dp58qQU63TykaigLwXs16+frmwoawS8jz76qH379vpIA5Nq55dffum1hUsvvXT8+PG33HKL17gX8l7IXklNRuKE3ReuqUUizf9ZAv+40Lcgn089rIXsmD1YhfwuSIa89dZb5cVcs2aNDlTyInzyySeytTFjxtiZX36X5UMu5SZ5/V999dXzzz9fgpOKHkyZACByMJ8P3PhyyoYIqvlIutALQUslwr7CTU8vExZp7M6fP18WfHsTSSNYnyDXzVAnyUVe99x44416B7799lv7zu+//16KCbId+yIlf6TOs2PHDtms3k4kk/qMNJTloJwvguQHfanSF1984e+JurlskzAgaVMOXKdcSRTSrFe5SQKtsprvUqJx3i8lIHnXJk+eHDj2aN26dXP+s0yZMrrHjp269calxNGhQwfnmqeddprUSVQI9EeobNmy8vo475e6om+qlJKjFEwkMPsOASI1GWUlVRVQ6FuQ0Kgve5N6lHwG7NVkV+UeeevtOpJUBeXPSIsWLXx/fyUoynbkTdfjl0QR5vMBEDmYzwduzOeTDRE0n480E/WCnIkPOi+N3UvEt+kW1MqVK/XCdddd52+dnTt3et3jdUmbKFeu3EUXXfTLL798/fXX9uDO+ty//LNIkSLKP2kry5pnnnnmCy+8oHJBzrbYZs6cKbfXXnutlEqc90uLVgo4y5Ytk/P9tWrVCnFr0miWIkCfPn1Cuawxm+rWrSvlQUmY0tCXAp3UNOSec845R2oRIb5EkrF1fPK6U1md9fU/pfgjt40aNfK9ci/EUSuWLl0qt1JI8Z3iRuLi9OnTnffUtNj/lIrQLovshr5eLuh8uGFtoWXLlhJ9JSXKx0Diq0QjeRnlYL0ucZTij7JCsrNPlBf5ESq60M8HQMRgPh+40c8n6yJpPh+JAXphy5YtQZOPPaeNc3iuEOkmWmBSFzpy5IjdyVtZ7XXf1aRcI8nnp59+OnToUMmSJeVWn9Vu27ZtgI1LrBowYIC0vAcNGpRLF//o3GU3zTNlX4UVeB82bdqks+IXlkzX+fzzz5966inf+71mMpW9kgZ3KGWWnCIv8uuvv/7kk09u3759m0VH08qVK/ft2/eKK64IuoVM33fdBywtLU3/87///lOOD7CTfVlmYJL2lZ+JaDPdgtRkJkyYIHlJCowSO70eDaWEG/oWHn/8cTnAJUuW6PKmLk/JGYcePXrcfvvtdthbvXp10B+6Z88eFWX4agEQKejnAzf6+WRdJPXzkbPIekGSj91x3B89LX1CQoKcwlfBOAewUtZYusq6sC2sa2+cAx7Y5HS4FASSk5Ol7HPHHXd89dVXcrK8UqVKgfdf2o4Sq2TB36VQ+oo7uX3ppZdUluhS2OHDhwOsYzdDAw8qrQdsCEwOv1+/fr6Rxt9MprnH671WVtlHDkEC6g8//CAN/fXr18udW7dufeyxxy677LJXX301cBKTz5gKxrdQYwvxNyvA+G++FSd547p06aLLkhI8pFIk6ahChQpSlvy///u/KVOmqGDC2oJ8lqRcJul34cKF8gKuWrVKPuSSgt56662pU6e++eab1apVU9bJApWxn1IM4FJqAJGD+Xzgxnw+2RBB/XyklSxNKKkwzJgx4+abb3a2AmX3FixYoAeGUtalbvrE8+WXX253+NHr26fhneweRJoeRlkaav/++6+09lQ2SKvx+uuvl5aiTj66nhBid/9cVbVqVbk9YPE3ZLCuM8gLGKDmYw/Y4G9uoj/++EPO/UvEklcgtzvt2Ow0IjnHK5F6vdearHOpRVkDachnae7cucuXL5csJB82KVyo7JEKkhQhdeXHy44dO0IPUNLuAAAQAElEQVTZwumnn66sIdd8H/K9c9y4cRJaChUq9Nxzz7Vq1cp51dmvv/6qQpCFLTSwKOsX5/vvv5dfwHnz5m3evFlCkR7dW6p5//zzj2/5KKoxnw+AyBHyCAfM5xPrmM8nGyKo5iMk8ChrPK5JkyY575fz0E8//fRVV1313nvvScPrf//7n+6Bfd9999nr6FB06NAhr23KPV6dduwJJe3xgp1k423atJGCgAqNbu7/9ddfy5Yt09P4BL7UTVmVotGZ0bNzKmuIZPmnnnoya5o0aaIX/HW6kJdRj8IcuCOKNHAlOyn/B3Xuuefqa7Tk9L/KK/YVVr5vt1fLWyoVI0eOlBfTvkcyhmRUafrrcJgjcyjpofl+//13XU50kpAQyhak6qKsGOl7RIsXL/a6R7+nEtikKujV2UYfftATGaFvQX53JkyY8Mwzz9jnFPToHa+88or+bbV7zenXU+qovuMrSJ1NYqes73sskY7YAyBihD62G/P5xDh3Px9kQSTN5yPuvPNO3QQcOnSotE3txtZpp53WunXrlJSUUaNGXXvttbq1euONN+pxqDR91lzPRu/c5ocffuj1U6SJpn/K+PHjvQbFloglcWjfvn116tRRoZFT3XprunndvHnzTPt7OMkK52XGvnKvadOm8s+gk2wG3ivdQUVesZ9//tnrUWmgDx48WF/tFrivix7bQMpxUtbwt46esFVSn90Izm123xvnzKH6n169Tf7888/3339fgrRXopBvBH1dXBb6ifnSVydKRPzkk0+c9x88eDCUa8+UNSSGsvreeH1cT5w44RUp5ZdCj7Hm+zsr2VuPlOC85M8ONvagBWFtQQ5q2LBhUiKTXOe1sl5H/94px4sgSclrh998801J2lJtswO53ivfSxMjD18tACJF6DUf64aaT+zS/XyQFZHUz0dZVzENGDCgfPny0lqSIHH//fd//PHHc+bMkShy6623SuZRnsuZ5Cy7FGecz5W0oKxm1uOPP66LPNLYkkbbBx984DvPpp7GR6JUp06d5Cy15B+JAZ9++qm+v1y5cu3bt1ch08NS66bh9ddfryJAYmKiPhZ5ER566KGePXtOnDhRgsFXX30lDdPbbrtNDxcmBZ8A1+bJy6K7QgUeodveQp6VfSSJ6Y5Mb7zxhm6py1/4WbNmySF7vdetWrWSz/aRI0ekZrh9+3Z9p7zvr732mh4eULfXs0mir97OkCFDJGjJD5IMI5+He+65xx51PfCvmKRcvQX5uErs37p1qxyR7LbUHr2u35PfER34JWXZwU/yhpwpePDBB/U/nVWXokWL6osDJb0sWbJky5YtYW1B0rgepfqll16SXKTvlMQinx+diu3PxmWXXabnFJbtvP766xs2bJCNSPJ85JFH9IxA3bt3twc81F3L5LdVPjOyV1mblSsPcCk1gMhBPx+40Qk1GyKr5iOqVasmDTKpSEhD9k+L1wrFihWTvZVm66MW3WlHWf0QunXrJq0uKT44W/MSRaSZNXnyZOdGGjVqJMHpnXfe2bVrV79+/ZwPlS5devjw4fYQ26GQH/HWW2/5zniTv6688kpprUobVModv1u8Vrjgggu85mb1omdoUQGH/1ZWCm3cuPHy5culXCbN3CyMMx6upKSkQYMGSTP98OHDzsl2pFInoc45LETFihVfeOGF/v37//rrr7o25XT77beHMm1uKCRZSVD5/vvvR1r0nZIx5KXTHaWc4wRmSkKOxBKpZ35ksbcgqVUKd8415WN/7733SuGub9++Uv6SstW6deskRcjL0rZtWwkku3fvtkcmlDvPPfdcSRdTLS1btpS4GNYWpGLTtWtXKaU6Ly7VJPI5zxE8++yzcuZCcs6nFueasppz1lp5p+QXWd6+V199VR+711RIEYJ+PgAiR5j9fJjPJ3bp+XyQJRE0n49NmkTSWpXmlzSGateuLVFEGmRSh5G4IilFTl1PmzatdevWcrq6Xbt2EnXsJz7wwAPSkLrqqqsqVKhQokQJOQP98MMPS6s30+G55LmynS5dukgAkJXlh8p5dykBffnll+FeZiZnsvVsP74z3uQvKSPIy/jUU081a9ZMMkCBAgXkSOXorr76akl3I0aMCDysmSQfuW3YsKFU4QL/IB2NpL6kx3jIA/LmSpqVSqBEFzmKJk2a3HXXXWPHjvWNrBKDZU2py9WsWVOnMvk8XHrppdKg12WxHCGfH4mR8vmULZ9++ulnnnmmvMjvvfeePepD4AH0lBW5ZX35DOs3RQKJpGh5m+Tz7LWm/CLIEcmjUo2RWs2aNWvkJ8phSllPkoyU+6Qmo6fl0aTAJcFDX6+oBzoPawtSYZPfFIk9knPsiwPlRIN8ruQFdxbZ5HMiqe/ll1+WD55kG/m1ldfh/PPPlzu9Bj2Xz+GYMWMkhunhNwIPQpifiD0AIobL6yy14SF/sk+dOiVns05Y2jxbYNWWBGnXFS1opHx9hkLMOfb598m3D9BXvB1/rkNCzxuk9VnAIl/hCRYV37Nx+/vtuHFAgT/WJeiaj7Eoyn47JPm88sorPXr08D2Xn8ek7SiZR17V999/33fCU8SzRYsWPfHEE6VKlVq4cKFCVEl5aPixYdP16aFjs/sXaHa2xDznN4vLogAgT0TifD7yU6Q1tmDBgr///nv79u1y6q5SpUpNmzaVU2u+7aHRo0fL6Wo5pe11HY6XJUuWyFlAZX2DBj1rGJ+YzyfrIqyfT1guueSSUKaayQPTp0+X2FOtWjViT3ySOuTbb78tNSUp0Xj9Kv3yyy9yK3UPhSjEpdQAIkfE9fPZvHmzFPTXrl1r33Ps2DE5GfzXX399/PHHl1566XPPPWcPg4McRCfUbIi4fj5hyd9Ly3744YciRYqsW7fuvffek3/ef//9CnGpQYMGeyzyR75fv3566Dn55wcffPDFF1+oHBpHAXmPfj4AIkfoNZ+8mM9HEo60e+SrLikpqWXLlnLqt0KFCnIaWCo/P//88x9//PHjjz92795dIlDQfq5eihcvfu655yrHFBbwwnw+2RDFNZ9899FHH8mvtl6+/PLLfftjIE5Ibf/xxx9/44035li8Hu3SpUvgocMRuYg9ACJG6DWfvJjPZ8qUKRJ7EhMTx4wZY09ZoMnX3qxZs/r3779ly5bJkyf7Do8TWN26dceOHavgn3s+H76hsiDC5vOJLvXr19fJp02bNs8//7xCHLvjjjsaNmw4ceLENWvW/Pfff/JdULly5XPOOef6668PfW4oRB6+WgBEisjq57NkyRK5vfTSS71ij3bDDTdINPrnn39+//33cJMPgqKfT9ZFcz+ffNfPogBLgwYNXnnlFYUYQj8fAJEj5FGt86Sfj54e256mzZec+ZMTw3qitwBWrVp12WWXnXfeeVIpOnLkiLIylZ7f3Z6DfPHixfLPW2+9VZY/++yzXr16tWjR4pprrnnsscckXKkQ/Pjjj7KFu+66S3b77bfflufedtttzz777MmTJ/UKBw8eHDhwYPv27S+//PLWrVv36dNn3Lhxen+04cOHyxZuvvlmry0PHTpU762eHt727bffyp2yn7kxaTdfTtlAzQcAMscpIQCRI7Lm89FjOi1YsODzzz/PtBHZsWNHOR0oeSbARtasWSMx5ujRow0bNhw5cmTgHkFpaWkDBgx47bXXli9fXrVq1ePHj0u6kDAzZswYFbK33npr4sSJklI2bty4bt26AgUKyJ1//vlnu3btvvzyy02bNknaOXDggGSt0aNHS86xZ3iQeCa327Zt27lzp3OD9myJv/76q/N+PVO45KjExESV05jPJxsicT4fAIgInBICEDFCr/nos9q5O0KLRJpy5cpJCWXQoEEdOnQYP368BImwtrB58+YHHnggJSUllNgjtm7dOmPGjIsuukgCz4cffvjNN9888sgjCQkJ77777uzZs1UItm/f/umnnzZr1kzyUtOmTaW2o6xqz9NPPy23ZcqUkVw0d+7chQsXSiXnzDPP3Ldv31NPPSU/V1lJT89AJ+Uje4PyLLvoJPHJ+bP0apJ8VC5w9/NBFqT381EAgIz4agEQKUKv+Vg3udzPR3KCxBUJLbK8fv36ESNGSP7R14nJssQAKdEEeLoUT+6///5Dhw6FGHu0KlWqSDixx3y78847b7/9dlmQLYRy8VJycrJEEakR9evXb9y4cd26dZM7Bw4cKCWgIkWKSC1IHj399NNLlSp1ySWXTJo0SZZPnjz58ssvK+sagEsvvVQWfvvtN3uDuuCjZwq3x7wSa9eu3b17t+ynfkqO0/18kBX08wEAP5gyAUDkiKx+PqJatWpS6hk7duytt94qaUFZQ10vXrxY7uzevXu7du2kOJNhvzyDzu3cuVOPiB1W7BH33nuvvj7NeY/c/vfff3/99VcoW2jVqpXzn/v379c7KftzxhlnOB+SI+rZs6ey+h39+++/yhrOQVnJx05ZOvncfffdiYmJW7Zssbv6/PDDD8qayy9AP6js4MspG+jnAwCZ45QQgMgRZj+fXK75aPJX8txzz3366afnz58/evToHj16NG/evHjx4sqq6jz22GM///yzY7/MHZPCiyQKySqyLFWXsGb78Z0/RMoy+iK0pUuXhrAB5TXl/I4dO/SCnkHIy3nnnacX5Fjk9qKLLpLjTUlJWbFihb5fJx+5v1GjRsoz3p3QR92iRQuVO5jPJxuo+QCAH5wSAhAxwuznk7cTviQkJEhOkOQzfPjwb7755qWXXtLljoEDB+pR4GxSP9m6dat+9I033jh27FiIP+K0004rXLiw7/1nnnmmsso+KgR6rnGbPVzBWWed5bty+fLldft4+/btclusWLELLrhAFn755RdlTVgudR55oqzWrFkzuef//u//lBXtdAzLpU4+in4+2cF8PgDgF18tACJFBPXz2bx586xZs6ZNm5bpo5IWrrnmmmeeeUaWd+/erXOCcpxll7rQ5MmTCxUqJIli5MiRKjQSrjK9P6wmrNdIa/Y/M+2V5LI4f7Qe4U0P46bHMNCZR1eHdFcffalb3bp1y5Urp3IH/Xyyjn4+AOAHl1IDiBwR1M9HGv39+/d/7bXXAlRs2rRpo4ci0AUT5YkoZ5xxxuDBgytVqnT//ffLPydNmhRiF529e/d6lY803Qnn9NNPV+GrVq2aXrAve/Pask5EZcqU0ffoMo7s8OHDh/W1bboK1KRJk4IFC0oglKSX25e6KebzyRZqPgCQOU4JAYgcETSfT7169eQ2NTX1888/97fOrl27dFDxGjmgdOnS+qK1Tp061axZUxacM4oGtnjxYq97li9fnpycLAtNmzZV4atcubKu53gNxqAtXLhQL+gh7ETFihVlnyUOSezRlR9d7ZHYo3sQyZ25Op61xnw+2cB8PgDgB6eEAESMCJrP59xzz23QoIEsDB069LPPPvNdQULRq6++KgslS5Zs3rx5phtJTEx84YUXlDV+wOjRo1UIvvjiC+c/ufxGhAAAEABJREFUJYEMGzZMFqpXr37OOeeo8Mk+SG1KFqZMmWKPzKYdOHBg/Pjxyoo9ehAFTV/wNnXq1P3799eoUcPuOKQj0IQJE1JSUsqXL1+nTh2Va+jnk3XM5wMAfvHVAiBSRNZ8PgMGDJA8ID/ltdde69q16/Tp06UMIuWODz744LHHHrv66qt/+uknWe2RRx4pVqyYv43Ur1//1ltvlYWPPvrInhI0gO+++27MmDGyINUkWb9v3756/tCnn35aZVW/fv2kBnX06NG77rpLtr93796DBw/+/PPPnTt3lgwjK/Tq1cu5vh7bWl/S5hwRTiefjRs3Kk86yj3088k6+vkAgB/08wEQOZJCXTFP5vOpWrXquHHjnnvuub///nu5xWuFQoUK9enT54Ybbgi8HUkv3377reQN2dTkyZPtWUozJeniXYvzzieeeCLTMalDJEUbCW96PtNHH33U+VDBggWfffZZ3ZPH1qRJE8lyhw8fVo5hr5VVGipQoIC+bC9XO/kovpyyhX4+AJA5s+XA30YAkSHk5JNX8/lUq1ZtwoQJCxcu/P3331evXv3ff/8dOHCgXLly1atXb968eZs2bUIZdaBo0aIPP/ywBAyplrz33nt62AN/Xn311Tlz5nz//fcrVqw4duyY/CApyLRs2VJlzyWXXCI1K8ldS5culQM5cuRIjRo1zj///LZt21apUsVrZfliuPzyy7/++mtlzVVq3y+ZrVmzZosXL5Zc5Lw/NzCfTzZQ8wEAP4g9ACKGy+ssteGRmpp66tQpqTacsLR5tsCqLQnSrCta0Ej5+gwV/SROSPlIFhYtWlSyZEkV9459/n3y7QP0FW/Hn+uQ0PMGqbAVsCQmJiZYVHw37v39dtw4oMAf6xJ0zcdYFAu/HQCQI1IeGn5s2HR9eujY7P4Fmp1dsGBB5zeLPdMDAOSB0Gs+1k3u13yQX3Q/H97drKCfD7JkypQpgwcPloX58+efdtppma6zf//+q666ShYee+yxDh06ZPOJR48e1T0G+/bt27lzZ3vliy66yHcwzBIlSpQqVUq236hRo1tuuUXq4QoIH1MmAIgcETSfD/IXX07ZQD8fxKDk5ORt27atWLFi0qRJHTt2nDlzpgLCxykhAJEjzH4+uTmfD/KXns+HdzdLmM8HsaBNmzbt2rXTy6dOnZLYs2nTpo0bN/7666/yzxdffLFIkSKtW7dWQFg4JQQgYoQ+tluuz+eD/OWez4e3NwuYzwcxoXz58s6xJW2rVq16/PHH//vvv+eff75+/foVK1ZUQBj4agEQKSJrPp+81Lx58yUWhjfQmM8n6+jng5gmaeedd94pWLDgiRMnxo4dq4BwMGUCgMhBPx+48eWUDfTzQYyrWbNmq1atZOHrr78+evSoAkLGKSEAkSP0mk8ezeeD/MJ8PtlAzQex75prrpHb1NTU//u//1NA6DglBCBihF7zsc5qU/OJXe5+PsgCFzUfxL5atWrphXXr1ikgDHy1AIgU8dvPB17o55N19PNBHChbtqxeOHDggAJCxqXUACIH/Xzgxnw+2UDNB7EvKSmpcOHCsnDw4EEFhIxTQgAiR5j9fJjPJ3bp+XyQJczng6wIq0XoXDnLT8yOtLS0Y8eOyUKhQoUUEDpOCQGIGGH282E+n9hFP5+sYz4fZEmRIkX0wvHjx/2tYxdYihYtmv0nZseuXbv0AjMBIEx8tQCIFPTzgRv9fLKOfj7IkhIlSuiFlJQUf+vs3r3ba+XsPDE7VqxYoRdq1KihgJDRzwdA5KCfD9z4csoG+vkgK6pWraoXNm3a5G8du9Jir5ydJ2bHggUL5DYxMfGSSy5RQMg4JQQgcjCfD9yYzycbqPkgK6R4oq8c+/rrr/2t88033yjrArPq1atn/4lZtmrVqoULF8rClVdemVNFJMQLTgkBiBjM5wM3+vlkHfP5IKsuvPBCuf3uu+/ee+8930dnzJjx7bffysIVV1yRU0/Mgj179gwYMEBZBZ8ePXooIDx8tQCIFEmhrkg/n1in+/nw7mYF/XyQVX379v3hhx+OHTs2atSo2bNnX3fddbVq1Tp16tTu3bt//vnnX375RdYpXbp07969c+qJAezcuXPJkiXOe1JSUpYuXfr555/rUd0efvjhatWqKSAcTJkAIHKEnHzo5xPr+HLKBmo+yKLy5cuPGzfu2Wef3bRp05YtW0aPHu27gmSb008/PaeeGMA8S6YPFShQ4KGHHurQoYMCwmS2HPjbCCAyhF7zYT6fGKfn8+HdzRLm80HW1a1b95NPPvnuu+9mzZq1efNmKdqkpaWVLVu2SpUqbdq0ad26tZ4/NAefGLrExMSaNWu2aNGiffv2YYUoIB2xB0DECL3mw3w+Mc7dz4e3NwuYzwfZIwGjlUWFKdwnFilSxOt6Nk1fHQfkDr5aAEQK5vOBG/P5ZB39fADAD6ZMABA5mM8Hbnw5ZQP9fAAgc5wSAhA5wuznQ80ndjGfTzZQ8wEAPzglBCBiMJ8P3JjPJ+uYzwcA/OKrBUCkoJ8P3Ojnk3X08wEAP7iUGkDkoJ8P3JjPJxuo+QBA5jglBCByhF7zYT6fGKfn80GWMJ8PAPjBKSEAESPMfj7M5xO76OeTdcznAwB+8dUCIFLQzwdu9PPJOvr5AIAf9PMBEDmCJx93Y45+PrHO+eVECz5M9PMBgMzxhQIgcgSZz8dlD2bNfD6xzms+n/S3HsFR8wEAPzglBCBiBEo+dtvXXPAsHzuRVu2OPS7DSDCHArP+08vmrXIZaS6zDe2+J/1Rucdwru+9Zvr63mt61ves4Ltlz/3mNrOzD84VsroPOfc6eL/CnqPLxuvg5+g8ax49Zpf0XB4KoWA+HwDwi6tFAEQKv8nHGXt09FFWw85wubbtTnU2rz23VjNa1ktLS3C5m+PKSEvUj8qzzfvN5URzQ8Gf69y+8jwr0bEd//tguNIMf/tgbiHn9sGzHWc48cSSTPczpH3IsP++++Dn9XTsv72dTF8ll0p17ENahv13131cGSkERj8fAPCDKRMARI5A/Xzshm9CQkJ6Px+zXGCfv9GjgdntZasJ6Bn+zbAHSnaZXeft55rpyXzYuR3v5+q7rGWXblBaI49l2I5y/zH13Qflsw+GvQ+G9z4oex9cXvvg+enmczPsg5F+LJ4/6Bn2wf2D0/dfhbcPXifIzDWd+6Dc+6Ay2Qcj4+vgeQ1Vhn0wfPZBuV9Jx1svb7rdjif/BEPNBwAyx9cHgMiRSc1HN4uVp72bYCl/WtqBw1IwcNcHzAa1kaGm4UqvKpjVBuW4SEzpWoS57LKqE2b73bOm3KOse9Lcj8qPNKsZ9pr6Vq9p11USrEcT3NUP++fqfXNluDxMOestRsaLytwVnsBrOo7Oe03vIw19TefP8qyZvm9KZb7/mazpfm3da+qfro9LuaOR4emjlWa9hOY6Vp3HunVJ6ciw3nBDqkBp5q0VpUoWS/DgSysEzOcDAH5wSghAxMj8ajdntUckJiZOejLt1KkTp06dSrWkSXvZosI4z61bhYkKeU6/Q6k+99vXNNpvtChQoEBSUpLOPF4XvJGCMsd8PgDgF/18AESKQP18nOFHmsLK00SWxrFOPorLe6Kfb8qV91pHIAo+oaKfDwD4QT8fAJHDO/nYl7opT84xr4NKTLQbx3bssWs+iGrOso/c2pnHebUb/XyCoZ8PAGTO5XJREAcQIfxe7WYvmMMbOPr8EHtij9c1b76xRyEIaj4A4AetBQARI8h8PkFjD/kn2rkcM5balR/nrR1+aNb7xXw+AOAX/XwARAq/Y7vZt/qCN/1Pvexs3tHUi2rOMOPymsHJZ3gD+EU/HwDwg34+ACKH36vdnOFHOfr/MLBBrPIq/njVeWjTB0TNBwAyRz8fAJEj0Nhuduyx71G07WJdplGH2BMM8/kAgB80GwBEjCD9fOwpTRXigO8bzVsfEubzAQC/6OcDIFIkBX7Y2fAlBcUP3uXw0M8HAPygnw+AyJEU+qq06gA/6OcDAJmjnw+AyBFG8gHgBzUfAPCD2AMgYiQoANnEfD4A4BenhABECpIPkG308wEAPwyGNwAQMUg+QFZknOaVmg8AZM53sgROEgHIL/TzAbLF+gpPn8/n371pma+W4V9hBKTQGghGlp6V+ZZc+v/C5Aq80aw/1+/Wgj/LCOUn5vp7obLxdrjfiywF6sx+aPANZe29CPWJRuCfmLOfOr8bzNLboX+/jQx3hCxr74X/52bKyMqzDO8Rp13pD4TH3080Dh9z9vNxnDACgHxA8gGyzv0t7pjPp9Lte6Xyk2CNZaSn/rWSkefWXCvNvPW+Xy+n359gVZASXPrWZRhpCdZPyLhNeTikrekGtGeb1tYC7KHv1pS+P01v071XIW5N+fspaQGP10hw/9xQjtd7az7Ha27ZZw9DffVCO17/W1OZvKpeW3Mfb9BXz+e9cO5z2FvLv/fC7x6G9uoFO17PvqmQPuGZvxfZPV7H1jI5Xn+/Lz7H69iT4Mcb9K9NZn8Hwn8vgn/20n/jHJ89WTEhIYHYAyB/cbUbEAb9te3yYj2k+/kYjimADauAoqfB0rNhGfYpVt0ScC+6PFtOb0zYZ5j11lzu5+qtKcP9cKhbs57kyrA15x4a6Xvo3pq9TfeFfHpr7uaaYf9A762pzI4349YM762pDFuzt6m8j1f5HK9S3lvze7zKsYeefcuwtYzH6/VeBD5e96tnuI/X8+N9Xj2V2fEaGY4346unvF895f1e2G+X+7MXaGve70X6HhqZffYyvnoq9OM1gn32lGebKpzPXoZXT2Xy6mW2bz6fPRX6e5HZp8XI+NlT/t4LlfG9SN9D59YyfS98jlel/0bbnz1XyO+FUgHfC69Xz+vT4lJGxvdChfrZ81THvD97KrM/nACQp0g+QBbJN3eCxdNkcTdx9FlYQ58f1Y/phoKn0eBuZXhaJjoOuZsvhrvRqdwPuhsoSnlCl/WAbsqkr+W9Ncc23U1YT9Pfe99c9tY8l+15mjiG/cOUn33TW3O/FI5n+j9ef/vm3qZhN8jS9819vI62f/rWHMert6YbgoGON+O+pb96zj10BTxeV4bjTX/1rG16UlpIx2v4O15/74XzeD3NSlf6vjmOVwU7Xvvl9He8htdnzzC8jjd9n4Mfr9/3IuhnL33flM97oV/sDJ897/dCeX32VIjvRfrxeoKc4/fF+UG3mvWB3wsjpPfC57OnfN4LZcdRv5897/cis+M1MvvsqWDHazj20HO8yut4A/4dcL9BLv1nk9gDIL9wtRsQHvuEpf7+TkxMvKxhWvnT0gwjzUhLc5/NNazePo6I4vmeN9KbBcrddnD5u99xplYpu13jWcew2+xpni17Ts+6ixT6uWmOJobnkhXDpdJnVXc2dBLS2y+O+1V6PnA3bjPbK8Ozz+6VHM1YR6s44/3pC4Ffq1x6DXW7NX0dx5qeQo/X/SHtlfVcl5Hhfu+fbmS6zV7Ka28AABAASURBVECvoe8PzeQj4VIpyck///yzXqFSpbMa1K/vXMFeztLnzedI0z9vrgwXRHma3elt5gCvof/XKsuvoWebAV8rldnGM5xW8P9aZbpXIX7e/G0zs89h+poZD8f3s+r3tXLsrSNKmX81zFsrnOjDTfV9Z1XAXz3HZ9X7jbOfKH8nrepOgv6LWaak/rNJ2QdAfnExGhUQOsOSZklNTT2Vkdyj79erKSDPrV27tm3btnq5Q4cO/fv3V0Ces08PiURLUlJSgQIFkizyT/0QEQhAHqPmA4TN60vdvlOWJfbI9zrJB/mlYMGC9rJ8IAsVKqSA/GD/kbTDjw489PYBkI9IPkB47OvjddSx75RvdCn4yD3O2EP+QR6T0+r2snwmnUEIyBuujCPB6ORj5x87/CgAyHMkHyBs+jvbGtvA/U/JPDr52LGHzIN8Qc0HEcJZ2EnIyFnwIQIByEskHyAMzgGRlCf82F/thoe9PvkHeSwpKf2vunwmnSUgIA84k4zXhW107AGQ70g+QFY4w489RKxyRB0yD/IFyQcRwpVxMGuvOg8FHwD5guQDhMcOOa70qT/SMw+BB/nL7numrA+nMwgB+cIZcnxvASAv8aUIhM0r/Nh3KpIP8pvd/Ux5Bt5QQL7y/TupiD0A8gnJB8gKZ87x+l4n/CAf+fayUEA+8ffx42MJIL+QfICsc35/24GHL3XkI6+PH59GRAg+igAiAckHyBl8ryMSUPMBAMAfkg8AAACA2EfyAQAAABD7SD4AAAAAYh/JBwAAAEDsI/kAAAAAiH0kHwAAAACxj+QDAAAAIPaRfAAAAADEPpIPAAAAgNhH8gEAAAAQ+0g+AAAAAGIfyQcAAABA7CP5AAAAAIh9JB8AAAAAsY/kAwAAACD2kXwAAAAAxD6SDwAAAIDYR/IBAAAAEPtIPgAAAABiH8kHAAAAQOwj+QAAAACIfSQfAAAAALGP5AMAAAAg9pF8AAAAAMQ+kg8AAACA2EfyAQAAABD7SD4AAAAAYh/JBwAAAEDsI/kAAAAAiH0kHwAAAACxj+QDAAAAIPaRfAAAAADEPpIPAAAAgNhH8gEAAAAQ+0g+AAAAAGIfyQcAAABA7CP5AAAAAIh9JB8AAAAAsY/kAwAAACD2kXwAAAAAxD6SDwAAAIDYR/IBAAAAEPtIPgAAAABiH8kHAAAAQOwj+QAAAACIfSQfAAAAALGP5AMAAAAg9pF8AAAAAMQ+kg8AAACA2EfyAQAAABD7SD4AAAAAYh/JBwAAAEDsI/kAAAAAiH0kHwAAAACxz2UYhgIARInU1NQGDRqsXr1aZc+iRYtatmypAACIGwkKABA9EhMTR40apbLnjjvuIPYAAOINNR8AiD5dunSZMGGCypISJUqsXLmycuXKCgCAeELNBwCiz+DBg8uWLauyZMCAAcQeAEAcIvkAQPSR2DNw4EAVvvPOO+/BBx9UAADEH652A4ColJqa2rx58yVLloT1rN9//13CjwIAIP5Q8wGAqKSHOpDb0J9yzz33EHsAAHGL5AMA0UpiTJ8+fUJcuWzZsoMHD1YAAMQrrnYDgCiWnJxco0aNPXv2BF1z/PjxXbp0UQAAxCtqPgAQxUqUKPHGG28EXU2qQ8QeAECco+YDAFGvVatW33zzjb9HExMTFy9eTA8fAECco+YDAFFv1KhRhQoV8vdonz59iD0AAJB8ACDq1alTp1+/fpk+VLly5azN/AMAQIzhajcAiAXJyckNGjTYunWr1/2TJ0/u0KGDAgAg7lHzAYBYUKJEiXfeecfrzpYtWxJ7AADQqPkAQOy4+eabv/zyS71cqFChZcuW1alTRwEAAGo+ABBLhg0bZg918NRTTxF7AACwkXwAIHZUrlxZAo8sVKpU6emnn1YAAMCDq90AIKYcP368SZMmgwYNuvnmmxUAAPAg+QAAAACIfUkKABATApzJcrlcCgCA+EbyAYCo58w8vvlHYo++k/wDAIhnJB8AiGJ2ztELgcs+5B8AQDwj+QBAtHLGHs1e1vfrkOOy2P+URwk/AIA4xKjWABCVfGNPWlpaqsc3I/9M2XdUFtIyCloaAgAgVjG2GwBEH/tPtw4zOvboZbmZ8fzPy6avL1e79N3vtylaulCCReo8+tarBAQAQJwg+QBAlMk09njKO8aMF35ZPmODrORSrjNqlez8njv8JCYm2hGI8AMAiEMkHwCIJl6xR5d6dOyRm5kvLl4+Y5PLjD3munJ7Rq1Sd77buthphXXy0beEHwBAHCL5AEDU8Bd7xKlTp2a/tGT5lxtVeuxxKSNNgs0ZNUt2HHtlsTJFEj0IPwCAOMQIBwAQHQLHnq9e+b9lEns8zqhW2gw/EmkMY8/6g1N6LEzZe0RW0+vbl8kx4AEAIH6QfAAgCviLPRJmTp48OXPA70u/kGqPe+U6Lao8vqjjLQMv1wNYG57wc3gf4QcAEL9IPgAQ6QLEHgkyswYuWT5zszVHqayp6rao0mXsNfKv5p0a3PJSC8Ma6kBu964/+AnhBwAQx0g+ABDRAseemRJ7Zm0xzNQjq0rsqSyxJ7GA+2+7hJ+bB7YwPD159q4/RPgBAMQtkg8ARK4QYs9mWcVlph5DYs+9jtijNb9Lws/l7mCjzMrPp4QfAEBcIvkAQIQKHHtmDFyyTKo9EntcZgefui2q+MYerfldDaXyo8y6kLmqFX4WEH4AAPGG5AMAkSho7Fk+a4sewFoerdeictcxV2cae7QL72p4k3XZmy4P7V138DPCDwAgzpB8ACDiBIs9/7ds1lbDKvfIevVaVAkcezQJPzc8d6lydwmywk93wg8AII6QfAAgsgSOPV++JLFni1m4sebqsao9bYLGHu3irk2uf/4ye/DrfesPft59PuEHABAnSD4AEEECxp5TM1/9w6z26MKNxJ4rKvd4/5oQY48m4ec6CT/K2oA14AHhBwAQJ0g+ABApglV7/vzjS7Nvj+6sI9We+0a3UeFzhx/DGvDAqvxMJfwAAOIAyQcAIkLg2DP9pT+WztKxx1y33uWVu4V8kZuvi7s2lfAjNR89QMK+9Qemdp9H+AEAxDaSDwDkvxBiz1brcWtIAzP2XJXl2KNdZIafy/Ukp/LDpfIzjfADAIhpJB8AyGchxR5Ptad+i0rdsx17NAk/1z5vTnLqsgZLMMNPt7mEHwBArHLxTQYA+Shw7PnipT/Ni9z0SNSGUeeiCj3fvzpHYo/tl/eXznnxO2uka/Pit9Nrlb7l3TbFyhRNSkpKtCQkJLg8lFUjUgAARCFqPgCQb4LHntlbDTv2XFzx/nFtcjb2KF35eeFyM/aYkcbYt+7AF1R+AACxiOQDAPkjcOyZ9tKff0rsMaxx3JQ6W2LPu1cVKJSockHzrudc83wLa39chjL2rz8wnfADAIg5JB8AyAchxJ5tevxqualzUYUHci32aM3vM8OPMn+gHvBAws8cwg8AIJaQfAAgrwWJPS8vldgjK1kXueVF7NEk/Fxthh9dZjIrP18SfgAAMYTkAwB5KmDsOTX15aV/zNpmruNy6WpPzzyJPZoVfq5Q1ljXZuVnnYSfrwk/AIDYQPIBgLwTOPZMf32FxB6r6uJyj+T2bus8iz3ahRJ+XmihCz9i/7qDMwg/AICYQPIBgDwSNPb8Pn2rNZyBy7rIrWKvPI892oX3ndvmhRbmvpo7Yuxfd2DGfYQfAEDUI/kAQF4IGnt+m66nKzU72Ui1p9e7V+ZL7NGs8HOF8owst3/9gZn3fUX4AQBENZIPAOS6wLHnCzP2bPPEHrNvT+98jT2aDj/uKGYNeCDh5wjhBwAQtUg+AJC7gsWevyT2GMo9l07di8r3Hpv/sUe7wAw/La3xDswBDwg/AICoRvIBgFwUOPZMM2PPVkMPYG3GngqRE3s0CT9XSfiRPfQMdT3zvtmEHwBANHLxLQUAuSSE2GOO5GbN22PUu6h8n7GtIir22H577/8W9P9GxzO5LVOr9A3vXV+0TNGkpKRES0JCgstDWTUiBQBAhKHmAwC5Injs+VJf5GauWTeCY48yKz/Nrurf0ow9Vuln/7oDs6j8AACiDTUfAMh5QaYrfWOlNZKbNWq0UvWal39wbMuIjT2239/7v4X9FylrsGsJQKfVKn39ezdQ+QEARAtqPgCQw4LGnl+nbzPc0/ZETewR59/X7Mr+rfSMQ+aAB+sOzO46i8oPACBakHwAICcFjT2LzQGsreGrjWiKPZoZfl640rrszTzUA+v2f0X4AQBECZIPAOSYwLHnczP2bFd2teei8g9FVezRzu8m4aeVVbNymZOcmuFnJuEHABD5SD4AkDOCxZ5VZuzR5R5rJLeHxlwRdbFHO6/beeZlb57BuKXy87UZfg4TfgAAkYzkAwA5IHjs+XK79bhZ7pHY0zdqY48m4adV/yvdk5wqRfgBAEQ+kg8AZFfg2PPZG6t++XK7OwAoqfacGe2xR3OHH13EMsPPgTmEHwBABCP5AEC2BI09i7/cYZgXhpmXhtVvXr5fTMQeLb3yo9wDHsy5l/ADAIhQJB8AyLpgsefvXyT2mLPfuMxqT/Mz+41pETOxR2vmCT/mdXyGOrB+/1wqPwCAiETyAYAsChx7PjVjz3Zd7ZHYI9Weh2Mu9mjNup1/+dNXmGM3uIe63jf33hmEHwBApCH5AEBWBIk9g3W1xxoAwNCx5/KYjD3aBb2bX/a/Kwx36ccc8GAe4QcAEGFIPgAQtqCx52frIje9Zv2LznwkpmOPdkHviyT8KE/pxwo/XxJ+AACRg+QDAOEJHHs+GfzPz1/+a03bY3b7byCxZ3Tsxx7NCj8tlaGHPDAOrts/n/ADAIgYJB8ACEMIscccyc265suo3zyOYo92fu+LLn26pTXMtXmZ3wHCDwAgYpB8ACBUQWPPT1/uUHoVQzVofuajoy+Lq9ijnd/HHX5cLnO4t4Pr9i24dzrhBwCQ70g+ABCSwLFnihl7/lXuqW1U/XiNPdr5fS6+5OmW5rh21gAPB9fuX9CF8AMAyGckHwAILljsWW3GHuWe06ZOszMeG31p3MYeTcLPpf9rZQ/qLZWfhYQfAEC+IvkAQBCBY89kiT0z/vWsquo2K/vkuPjq2+PPeVL5kfBjDe0t/7TCzxeEHwBAfiH5AEAgocQed8NdGXWs2FOwMLHHzR1+3K+PGX4WEX4AAPmE5AMAfoUQe3bqC7pknbrNzniK2OPDCj9XKt0BytDhZ9pRwg8AIM+RfAAgc4Fjz6TBa36U2KPc/Vik2vPUu5cRezLVrM/FF1uXvel+UAfX7Sf8AADyHskHADIRJPa8acUed/d9s28PsSewZn0ukfBjTvBqznFqDniw6B7CDwAgT5F8AMBb8Njz5U49X408qmNPIWJPMBJ+LnrmSnu+o0Nc9gYAyFskHwDIIHDsmfjmmh9m/Gcod9NcYs/T715K7AmRO/wo67I3ZRxau/ebe6YSfgAAeYPkAwDpgsWetRJ7zK4q7iET7bHVAAAQAElEQVQNiD1hO9cMP63Ny96s11AqP98SfgAAeYLkAwBuIcSenWbssQYpq3tu2f8Re7JEwk/zZ6606mbm5YJW+Pmc8AMAyG0kHwAwBY49H7+59nsz9ih9nZYVey4h9mTZuX0ubf6/1nZfqUNrCT8AgFxH8gGA4LHHusjNPSVN3WanP0PsybZzHzTDjzk+nsscFjx57b7vCD8AgNzk4rsEQJwLFnvWmdUed598VV9iz9iLiT055c9hP/768nwzUZozI6mStU9vMaF9kTLFkpKSEi0JCQkuD1lJ3wIAkAXUfADEtcCx5yOJPTP/8xR7VD1iT04758FLL3zmKsO67E3+mbx27/d3f0blBwCQG6j5AIhfQWLPW1Lt+c8ahcxcrf65ZZ4l9uSOpcN+yFD5qXX65R/eRuUHAJCzqPkAiFMhxJ5d9qmheueeTuzJPU0fvEwqP0pZQ10bKnnd3h/u/pTKDwAgZ5F8AMSjwLHnw7fWfyexx6o/yLoSe54bexGxJ1dJ+LnADD/WoOGGkbxuH+EHAJCzSD4A4k5IsceartSwqj3Enrwh4ef8Z9pYY+iZV2JL5edHwg8AIOeQfADEl6Cx59sZu/Q8M7Jq/XPLPE/syUNm5efZq5R+iwxzwIMf7/6E8AMAyBEkHwBxJHDsmSCxZ+ZuZRUdDGsAa2JP3mvy4OXnP2v2+dHjiEv4+YnwAwDICSQfAPEiWOzZYMYeQw9hbdRvVub5Mc2JPfnCCj9tdJcfZQ11TfgBAGQfyQdAXAgcez4wY88uM/a4rNhz7ukvEHvylQ4/7hhqGClr9/zceQrhBwCQHSQfALEvhNiz21pF9+2R2HMhsSffNZbw88zV1ngH5sWHyev2muFnbwrhBwCQNSQfADEutNhjWHNjmkMa9Cf2RIzGD11+zmOtrHfHZVV+9v5yt1R+CD8AgKwg+QCIZYFjz/i3Nn4zc49VVTCvdCP2RKBzHr+ySd8WZvgxBxk3Bzz4hcoPACBLSD4AYlbQ2PPtrN3u6UoN1eDcMi8SeyJSs2eubty3hXuocWVWfhbfTfgBAISN5AMgNgWJPW9v/GaW2bfHZQ1iXd+MPRcQeyKWhJ9GD11heEbeS167h/ADAAgXyQdADAoce95/e+OimXv0KnIj1Z4BxJ6I1+zZqxs/dIW1aE70k7J2z693Tz5G+AEAhIzkAyDWBIs9m76ZucczV4xhxp7R5xN7osK5z5qVH6XfPGuo68WEHwBAyEg+AGJK0Njjrva43NWegcSeqCLhp6GEH2tUCkNXfjpPIvwAAELh4lsBQMwIHHves2KPFXnMv311G5d+dRwXuUWlP16as3LoN1bVzsywxWuXvfCjOwufXjwpKSnRkpCQ4PJQ1oxACgAQ96j5AIgRwWPPrL1Wvx4z+9RtfNrLY4k90ercZ69p2LelezhypQ6v3fMblR8AQDAkHwCxIFjs2bxQYo91lZuhzGrPy2PPL1KU2BPFztHhxzM6XwrhBwAQDMkHQNQLHHvG2bHHmg2mXqPSrxB7YoIVfq5wD3RtGIfX7v6t80TCDwDAH/r5AIhuIcYePZJbvUalXiX2xJalL33t7vNjvcvFzy57/ked6PMDAPBFzQdAFAsl9sj9VlvXqNe4NLEn9jR99toGfVsqz7t8eM3uJXd9TOUHAOCL5AMgWgWOPe8O2bJg1j6rE7w5/LE5ktuY84g9MUnCT/1+rQw9aJ/V52dJZ8IPAMAbyQdAVAoh9uw1lKF7gEi1ZxCxJ6aZlZ9+reTdti5mk8rPniV3fUT4AQA4kXwARJ9QYo8yR/0yKwBW7GlG7Il5TaTy07eVHsFPPiNH1u75P8IPAMCB5AMgygSOPWOHbJ0/a59exbCGNHiN2BM3mjx3Xb2+rfSsTdZob4QfAEA6kg+AaBJC7Nlrr0zsiUMSfur3vdIMP+Ysp1L52f0H4QcAYCH5AIgagWPPGKvaozztWIk9rxN74lJjs/JzpVX4MQe3sMLPh4QfAADJB0B0CCn2WJ175MaKPecSe+KWGX76tdIz/Min5cia3X8SfgAg7pF8AESB4LFn9n7du8OMPY1LvUHsiXuNn7u+Xr8r3cOaK2WGn04TCD8AEM9c/K0HEOECx57RQ7bNn71Pn92Xdes3KjV49DnEHmgrBs7+Z8hCl3URpHxCitUu23TiPYVPL56UlJRoSUhIcHkoKyYpAECMouYDIKKFEHv2y/26wUrsgZdGz11fV1d+lNIDHiyl8gMA8YrkAyByBYk9Q7fN07HHKl/Xa1SS2ANfjTyXvZnXQloDHiwj/ABAXCL5AIhQgWPPqKHb5806YK7jqfa8SeyBHw2fu0EqP3qka6vys2tZpw8IPwAQb0g+ACJRCLFnv6Gsi9ysas+bo5sSexCAhJ86/Vq7+/sY6uia3csJPwAQZ0g+ACJO0Ngzd7YZe/SaUu15i9iDEDR83go/1tDn8vk5IuHnzvGEHwCIHyQfAJElcOwZOXT7nNkHrLar+yK3t0Y3IfYgRA3M8HOVZ6Q34+ja3Ss6EX4AIF6QfABEkGCxZ8dcM/ZYTVJzAOuSbxN7ECYJP2fryo81MIZUflbcOf444QcA4gDJB0CkCBp75szerzyt0AYSe0YRe5AVDZ5ve7ZUfjz9xI6u3bXizvcJPwAQ80g+ACJC4Ngzwow9B5R7WhZVn9iD7JHwU7PnFXomKPnomZe9EX4AINa5+GsOIN+FFHusMblchlR7SgwZ1ZjYg+z763/T1o/6xkrThtwWPbtcw0ldC51ePCkpKdGSkJDg8pCV9C0AIEpR8wGQz4LFnn/nfHXQXewxzGoPsQc5peEr7Wr2bGlYkUZuj67Z9ded71H5AYBYRc0HQH4KHHuGv/OvZyQ3Wc1o2LDk0FGNiD3IWVL52TBqkbPy08Cs/JSg8gMAMYaaD4B8E0LsOSir6HZmA2IPcoeu/ChlDZVuTnK6a2VHqfwkU/kBgBhD8gGQP4LGnq/N2GOeg5fbBg1LvEPsQa5p8MqtNazL3qxpfszws4rwAwAxh+QDIB8Ejj3D3tn51exDhlXukfUaNipJ7EFu0+HHHj+Q8AMAsYd+PgDyWtDYI9Ue3eNCVq1br/ioscQe5JFV/5u6ceQi/fGT/4qcXa7e5Pvo8wMAsYGaD4A8FTj2vCPVHnMkN0Ofl5HYM3x0Q2IP8kz9V26t3quVuWR2+TGOrvnv747jqPwAQGwg+QDIOyHEnkPK09mibr0SEnuKF09SQB5yhx/DGvBAqWNrdv1D+AGAmEDyAZBHgsWe/6zYo9cx6tYtPmJ0A2IP8kX9V9pL+DHMa97M2qMVft49ceAw4QcAohrJB0BeCBp7ZkvsMZlDGlixh2oP8lM9M/xcaYYflzv8rL5zHOEHAKIayQdArgsce4bq2OOp9tSrW3ykGXvo24N8JuGnmoQfwx1+jq76l/ADAFGNsd0A5K4gsWfYf7Nnm9Ueqz+5qle32CjzIjdiDyLFP09/tmnkQmsEN3PAt6INKp49qVvB0sUY7Q0Aog41HwC5KHDsGTJs1+yvkt0TqEjsqUfsQcSp++ptUvlR1mVvcnt05Y41d9LnBwCiEjUfALklhNhzyBpBy1xNqj2jR9Un9iAySeVn88gFzspP7UndqfwAQHSh5gMgVwSNPbOk2iOxx8o9xB5EOKvy01opa6hrQ0nlZ23HsVR+ACC6kHwA5LzAsedtK/bISi5rTWIPokKdV2+ral32Zk03ZRxbtWPdnYQfAIgmJB8AOSxY7Nk966sUwyr3WNWe4mOIPYgSdV69vYpUfsyuaS7Dqvyso/IDANGD5AMgJwWNPTOl2qP0VW5mtWfMqHrEHkQRCT9Ve1vhR5kf5GMrd6wn/ABAlCD5AMgxgWPPWxJ7vk5R1glzPZLbWGIPotDZUvnpbfb50WOxH1u5fX3HMYQfAIh8JB8AOSOk2GPoIazNas/YkcQeRCt3+NFdfpRZ+dlA+AGAiEfyAZADgsWePTO/Pqzc65ix591RdYk9iGpnv3qHhB93lDfMys+GjqMJPwAQyZjPB0B2BY49bw7fM/OrFD2Sm6xbv27RcSOJPYgRa5/6ZOvI+dZUvIbLpYo0qFh98gPM8wMAkYmaD4BsCSX2GFaj0Io9xYg9iCW1B91RuddV1ifcHLTj2ModGztQ+QGACEXNB0DWBY09M6TaY10OJKtKtee9kXWIPYg9656asnXEfF3VlFup/FSb0pPKDwBEGmo+ALIocOwZPHzvjK8PG+mxpxixB7Gq1qAOlXtfZcYeM9KYlZ9NHUZR+QGASEPNB0BWhBB7UqyRr8zV6tcp+v7Is4k9iG1S+dk+Yp6yBruWAFS4wVlVqfwAQCSh5gMgbEFjz5dS7XFP26Pq1yX2IC5I5adS7zZ6xirDnOR0++YOI09S+QGAiEHyARCewLHnjeF7p5sDWOuL3KzYM4LYg3hR0w4/1ljXx/8i/ABABCH5AAhDsNiz78uvjyhntYfYgzhTc1DHit1aWb8FLnOSU8IPAEQMkg+AUAWNPWa1x3O2u4EZe2qXIPYg/tR6u3PF7q3sOayO/7VtS4cRJw+kEH4AIH+RfACEJHDseV1iz5wjylPuqV+3GLEH8UzCT4XurazCj1n5Of7X9i13jCT8AED+IvkACC5I7Blhxh5Dj2mgzGrP+BG1iD2Ic7XevlsqP4Yugkr4Wbl9K+EHAPIVyQdAEIFjz2sj9k//+qg5h701qEH9OsQewK3m23e7Kz/W79Hxldu23sFlbwCQb0g+AAIJIfYcMczZS1xy26BOkQ+IPYCDFX6utC57k98ms/KzjfADAPmE5APAr5Bij7vaY17kRuwBfOnKjzn2hx7qeuW2bXcMJ/wAQN5z8RcWQKYCx55B1kVuypqrXlatU6vwpNHEHsCvDf0m7Hx3ocs95Lsq3PCssz7pU6B08aSkpERLQkKCy0NZQyMoAECOouYDIBPBYs+BL+YcNZT7/HSdWkU+HknsAQKpMeSe8t2vVJ7Sz/G/tm+n8gMAeYvkA8BbKLFHT9sjrNhTs1RJYg8QhBV+WivPKIgn/tq2g/ADAHmI5AMgg8Cx59URB6bNMUdy05fs1KlZeCKxBwhZ9SH3nKkrP9bV5scl/Nw+jPADAHmD5AMgXSixR+lVDIk9RYg9QLiqD+lyplR+lOGyhns7sXLbv4QfAMgTJB8AbsFiz8Fpc44pfZ2OeZGbVHtqEHuALNDhxyyduqTyo6zw8w7hBwByG8kHgClw7Hll5MGpUu1R7hkZzdgzokZpYg+QVdUk/PRobQ0Kb/72nfhr207CDwDkMpIPgOCxx6z2uFc1hzSYROwBsk3CTzkJP9YA1nJL+AGA3MZ8PkC8C6Hac0xZZ6Zl3bo1C08eUZ3YA+SUzf3G7xo7X4+U6FJGwYaVy3/yUIHTmOcHAHIeNR8grgWOPS+PPDR1znHrghyzsVW3ZhFiD5Czqg65t1yPq5TuQGeok39t/e+OoVR+ACA3kHyA+BVC7DmmYqmSfgAAEABJREFUY4/hrvZUI/YAOU7CzxndrzJ/G83B3szL3v67fejJ/YQfAMhhJB8gTgWNPZ/rao/VA4HYA+SqqkPvLWdOcqpc1ogHUvnZdfsQwg8A5Cz6+QDxKHDsecm6yM2cb8RatW7NQp8Qe4Dct6Xv+3vGzldW7Ud++wo0rFTu0370+QGAnELNB4g7wWJP8udzjxvKfV65bq3CxB4gb1QZ2vUMs8+PYUYfZVZ+dlP5AYCcQ/IB4kvQ2PPZ3ONKdzhQqp7EnuFViT1Anqlshp829u8g4QcAchDJB4gjgWPPQHfsMfQgU3VrEnuAfCDhp6yu/FhXpJ/6a+ue298m/ABA9tHPB4gXQWLPqOTP5hx3Wau4lFGvZqFPh1ch9gD5ZVvf9/aMnaf72pl9fhpVLvvpw/T5AYDsoOYDxIXAsWfAqJTP5pywTjErq9pD7AHyWaWh95Xt0cYzvqJxasXWvbe9ReUHALKDmg8Q+0KIPceV0n2qVf2ahT4bXpnYA0QCqfzsHTPXqua4Kz+nf/oIlR8AyBpqPkCMCx575p7wFHtUvVrEHiCCmJWf+9sYnkhD5QcAsoOaDxDLAseeF63Yo3sRiPo1Cn5O7AEiz/aHxu0d66j8NKxc5rNHqfwAQLio+QAxK1jsOfzZ3JNmLwI9gHXNQsQeIDKd9U6303tcrczarHlR6qm/tu677c1TVH4AIEwkHyA2BY09n5oXuZmxx7BGcps6rBKxB4hYdvgxz1QYKpXwAwDhI/kAMShw7Ok/6vAnVrXHvN7VqvYQe4DIV/Gdbqfd00qPwWjN87Nl322DCT8AEDqSDxBrQok9Zm8Bl9l6ql+z0DRiDxAlzhr9wGldrPCjrMrPiq37CT8AEDKSDxBTgsWeI5/MO+WZG96s9kwbdhaxB4gaLtdZo3ua4Ue5x6E/tWLL/vaEHwAICckHiB2BY88Lo45MmXdSGXoIa6n2FPyC2ANEHZerohl+rpTco0dwS/1ry4H2bxB+ACAokg8QI4LGnk907LEm7pFqD7EHiFZW+Cnd5Ur3aQzDSP1rK+EHAIIi+QCxIEjsGS3VnlPWKub1MfVrFpr+TkViDxDFPJUfPcmpFX62HCT8AEBAJB8g6gWOPc+PPjpl7ilz3h672kPsAWKAy1VhdC+z8mP+dtvh53XCDwD44+LvIBDVQog9J5W7L7Q6u2qB2SPPOq0kpzyAWGEY/z4w8uD4BVafH0NukxpVKfn5E0mnFU9KSkq0JCQkuDyUVSNSABCXaAABUSx47Jl3SvcEsGJPwZnDKxJ7gJiiKz/3tnYPVa9U6ooth259jcoPAPiiDQREq8Cx57nRRydbfXusCd9VbTP2VDi9NBe5ATHH5So/ulepLq09fxPMy96S2xN+AMAbyQeISsFiz7HJ81L1KnJzdtUCs4g9QAyT8DOmt4Qf/Q9rktMtyVR+ACAjkg8QfUKIPac8c30YZ1ctOGsYsQeIdenhR5d6jbS/NqeY4SeZ8AMAGskHiDKBY8+zo49N0tUel672SOwpT+wB4oLLdeaY3iW7XKWssa7l70Aq4QcAHEg+QDQJJfbYZ3zNi9yGlS9L7AHihw4/97Z2V30NlbZi82HCDwBYSD5A1Agce54Zc3zS/DSrX49Lj+Q2m9gDxCEz/PSR8OOZu1iHn0GEHwAg+QDRIXjskWqPvsrN7NtTYPawM4k9QJxyucqZ4ecq5RndMW3FliOEHwBxj+QDRIEQYk+aGXtcVuypUvArYg8Q59zhp7X7dIj83Vix+Ug7wg+AuObiLx0Q4QLHnv95Yo8eya1OlQJfDytH7AFgMozd9w9LHj/f6vNj/pVIbFS1yLSnkk4rkZSUlGhJSEhweSgzMbkUAMQoaj5ARAsWe05I7JH7rbaKUacqsQeAg8t1xpgHS5iXvRlWpJHKz6aj7V6l8gMgPlHzASJX0NgzcZ45pIE+m1unatKcd84sW5rTGQAyMow9PaTyM09XhnXlp/C0p6n8AIg3NJKACBU49jw95sTH89MMqxFjmLGnALEHQOZcrrJjrcqPsis/m4+1e4XKD4B4Q80HiERBY8/E+WnWqE3manWqJM19pxyxB0AgZuXnncPj5ylrsGsJQAmNqhaa9j8qPwDiB00lIOIEiz0nP57vXsUwY08BYg+A4MzKz0PF722jZ/3So70dp/IDIJ7QWgIiS+DY89SYkx+Z05W6WbHnDGIPgJC4XKeb4edqM/xIPUf+xKzYdILwAyBu0GACIkjQ2CPVHuVph9SpmjSP2AMgLO7w08Yq/EjlR5nh55aXCT8A4gH9fIBIEST2jD350TxDd+xxGWbsmT+0LLEHQFYYxr4eQw+/P9ce7c3VqFrBL56hzw+A2EazCYgIgWPPk2NPfTRf6avzFbEHQDa5XGXG9i3W9Wqr8OMy//qs2HTylpdSqfwAiGnUfID8F0LsMfT867Ju3SpJC4g9ALLPMPb3GHL4/XnuYrI12luBL55NpPIDIEbReALyWSjVHsM9/7qqW6UAsQdAznC5Thvbr1jXNlY1WekBD6j8AIhh1HyA/BQ49jyhL3JzVHsWDj09AmNPnz59Fi9eLAv9+/e/4YYbMl1n+fLlXbt29b2/SJEiZcqUOeOMM6pUqdLC4nz06NGjl112mSz07du3c+fOChnJZ2b27NkNGzasVq2aQjbIr9vHH38sH+OVK1cWKFDg7LPPHj16dOhPHzx48JQpU5o1azZmzBjn/Zs2bXr77bc3bty4Z8+ecuXK1a1b96KLLpLfEamlqMghlZ/uQ46Mn2tWfqwh31xm5ec5Kj8AYg9njoF8Eyz2pH4032VVe5QVewpEZuzZtWuXjj3iiy++UGGSbLN9+/alS5fOmDHj0UcfffbZZxVCc+TIkTvuuEPS5qFDhxSy55133hk+fPiSJUvkAymv54kTJ1S2yUe6Q4cOP/30044dO2SD27ZtW7BgwcCBA2+99dZ//vlHRQ6p/Lzbr+idrXTskT9MasWmU7cMpPIDIPYkKQD5IWjs+dAa0sDsfGzo2FMmMi9yk+ad3DZv3lzyz7Jly9atW1erVq0A60uBSGoU9j+PHTu2c+dOedb06dPlwOfMmXPJJZdce+21CsFI8tmwYYNCTli0aJHc1qlT57bbbjvrrLOkDqmyRz7Sr776qnykpcjTqVOnRo0aHThw4JtvvpFSkkSgp59+evLkyYULF1YRQsLPhMflD87RiYtc5jAqhlpuhh/1xXPqtBL2WlL58azusi/BBYAoQvIB8oEde/Q5VK/Y87jEngVKDzUrj9armrRwSITGHjFr1iy5bdOmzeHDh1esWDF16tQnn3wywPqSi8477zzf+2+//fauXbumpKRIi5DkgzwmHzy5lWrMzTffrHLCoEGDTp48KZ/2t99+OynJ/KotVqzYXXfd1bhx4+7du2/dunXKlCldunRRkSNBws8T8jfn6MSF1jw/aa7lm1JvHqCmP0/4ARAzuNoNyDc68+hbfUmJjj0TFpjX27usLsd1rdhzRqTGniVLlsgJbGkMtWjR4vrrr5d7vvrqKynjqPDVqFFD9xFatWoVl28hj8mvntwWLVpU5YTk5OSlS5fKQocOHXTssUnykSqQsn53VKRJcJWe8ESRTleaNR/z74952ZuEHy57AxAzqPkAec1uMfgWfB4bm/bhAutSE7PRYdSrkrRoyGkRG3vEzJkz5faCCy4oVaqUFGrk9LZUfr7++utbbrlFha9KlSp6Yc+ePSVLlgznqerHH3/s169f3bp1P/jgg2HDhs2dO7dEiRJ16tR54YUXChQooKwX/JNPPvntt99Wr14t2axevXpNmzbt1KlTkSJFfLc2Z86cefPm/f3330ePHpWmqlS0JJV17Nhx7dq1Q4YMufTSS2UdiWetWrWShdGjR3tVsb777rtHH31UFn766adChQrZ94e+D1I9mzBhwoYNG3bu3Fm2bNmaNWs2aNCgXbt29lVYUi7466+/9LIeOkK28/DDD/t/hYJvU+hj7Nat2wMPPOB87pEjRy6//HJZsA/ftmjRogULFshr9e+//8pmq1ev3r59e6+RKsTKlStnz569bNmyjRs3SvWjcuXK11133Y033liwYEHnaqG/RLI1+fhJ8N67d291S7NmzeRt8tpg0KN2vnfPWmRh8eLF33///RNPPKEyiyjyOZ84cWLDhg3lw6Yyc+DAAfkRu3fvbt68ue+jZ555pvJUmSKOFX4OmpWfBdYYSGmuFZvSrMqPq0xJe4QDPeCBAoBoQ/IB8pQz9tiZR8eeR81qj3J5TqHWjfjYI6lg/nyzN5K+OE2as61bt5b26NSpU7OWfKQVqxfsCJQFb7311qeffqqs+JSYmKhjjyxLi9bZhF1smTZtmkSjCy+80L5f3ovnn39egpMsS3aqWrXqn3/++fPPPx88eFBlT+j7ILmrf//+ugohdlh++OEHaW2/9957UhxTVo8UaXpKs14vy4tfqVKlAD89lG2G6/jx488888y3335r37PT8ssvv0gCkR9n3z9+/PgRI0bY/zxx4sT+/fuXL1/++eefjxs3rnjx4irMl+j111/X77K2xiLv2hdffDF27Fg7JoVy1Oeee67cyrssv5LVqlXTiSibzXrJdf/73/8yfUh+isQ/Wahfv76KTAmuUhMk8hnHJi40XwdzwIONaTe/mPplf/uyN32pm+KaNwDRhuQD5A+v8PPYu2kT5luNDOsaE4k93wwpHcmxR1nNSmnCFi5cWAKPvqdt27aSfP755x85wS9n1sPZmPrvv//kucpqNXpdIBS67du3y0+Xc/9SK5CSiD7jLq+zlIPkfqneSE2jUaNGkhPWr18vbV9poz/22GOfffZZ+fLl9RakLa5jjz2Otrw70r6X0/xexYSwhL4PkicHDRokjfWrrrrqpptukvaxFJeWLl0qxRapJMjtO++8I6s9/fTTkhOuueYaWX7yySdlswF+eojbDJeEFh175AMgdSfJq1IvkjA8adKkWbNmybsgnwd59Ndff9Wxp1atWrKrtWvXlvdaqjpy57p16wYPHqwzUugvkey5xB5pbd97771SgDr77LM3b94sRb9Ro0ZJ6UlKRrr/TIhHLUlJbmU7UmKSYpd+SXOJHKP8XDlq+a2RQpaKWGb4MXvrHft4QYKVbRKk8nNTf9eMF9M8lR+GtwYQjUg+QF4zHHTseXJc6vh55kMuT+xZFPGxR3lGdZOWon1BlzR2y5YtKy1yKfuEmHwkO23duvWPP/6QZrSuq9x9990qq5KTky+//HIp+zjvlJ2R9rRkodGjR9vppWnTpsOGDZNKgsQtaR9Le1RZIefdd9+VhXbt2tnTB0nh6OWXX960aZM0WFVWhb4PUsZJSUmRHzpw4ECdAEuWLCn1HHmRZTd2794tDfRwxwTLjW1KePjoo49k4brrrhswYIC+s5FFNij5Z968eTr5yDHKrZRTPvjgA/1TpMhTs2ZNKcfJUX/zzTcSLGU59JdIgjkQGuoAABAASURBVJCyajW9evXSq9WxyAdv4cKFGzduzL2jzg6zF9/jj0vFSVnB9ayzzlKRTMLPR0+5CiQeM+f5sSZTXr4x1Qo/rjIlExISdKnHeasAIOKRfIB8o8PPI2NOvT/Xum7EvEvVqpT4bTTEHkkC+lIr3brVpPVz8803S4aRVu8jjzxiX8XkJOf1A2xWToRn7Uo5m+574zR9+nS5bd++vW/R5sYbb5QmtZQL9u7de/rpp//555/SoFeenjM2aT3LPf6uXwpF6PtQooR5QZFksAULFjjrD1dZVJbkxjal2iNNeUkUDz74oNdDUoo555xz9NV327Zt03PXPPDAA14x4+qrr5bsUa5cOdmOJJ9wXyKp86xZs0YKPvZqT1py9aizTM5x6NgjL8KLL7545ZVXqmhQctxj6uSpYx8v1JUf17INqTe+kDBroHF6Kf3ni8ADILqQfIB84Cz7FCrgudOcvUc1qJYY+bFHfPnll3JboUKFJk2aOO+/4YYbJPlIi3bWrFkdOnQIcWtSKZJz9n369Kldu7bKHq/rvqTFqWs1Ay3+nvXff/9Jk/rvv/9WVs6xL36z6f79WRPWPtStW7dixYo7dux49tlnpfohRQ+5R4KENPGz3MrMjW2uWrVKWZcmnnHGGV4PnW3Ry/YwDLo7jZMkk7vuuksvh/USyXsxdOhQqfDceeedDT3koLzetdw46iyTXwqJPXIuYOzYsc60FukSXAVannN84kIz5Fh3yEkawzO8mwKAaEPyAfKOV1tBtx4G3i2npdPGfp2gJxD88qcT7Z4/OG1AKRXBpJ2qR3X7999/M52cR0ybNi3T5OM1k2mRIkVq1qyZgxcdSYhy/lPa03YH9wB2794tt/v27VNWnPNdQfawTJkyeoVwhbUP0ih//fXXpXaxffv2bRY9Y5JkjL59+15xxRUqfLmxzf3798utb0T0omtohQoVCjw3aFgvUZUqVfr37y9HdPjw4b8s+tHmzZtLpdEerSE3jjprkpOTJ0yYIAuPPvpoNMUepY6+Pye525sSdxKsoQ6MxtVdU59VpYo5ZySj7AMgipB8gPzXv1Pq0eNpHy1K0v18JPzc+L8D0waWTkpUken777/XLdoANmzY8Oeff8opdq/7/5+9+wCMotr3OH42dEKXphEUFRAVFCnSm0gRBZ+CKDbsigh2sSPq1auoSBGxIiiKlAtYEEQQpQsiQZogKL1XaSHJvv/M2Z1MtmU3ySabne/n3ReX2ZnZ2ZnZmfObc+ZMsCeZ5hapsbH/89SpU/rF2LFj69SpE3paHcCCXcxOTEwMM/mkpaVlexmUWVkhuXHhwoVSS/D777//9ddfMnDLli2PPfZYy5YtX3311WwExRzO0z+W6DZpWZZ6wxwt0lXUpUuXtm3bzpw5c9GiRfJ1pP5HmR3B9ezZ86677rr33nv1aNFYk8pv+2bp119/PXnyZOHChTt27KgKjuNjfjhy91vK7Xmksvuis9K+eqpwmdx55BEA5AuSD5B3rK5grX9qCQkJr9yaIhUp4+YUMft2c3+3KOXa52I3/Ohr55dccsmHH37o/64U8tq3b3/8+PFJkyb5J588dtZZZ+kXUquQZZFa35qyc+fOgFeyperA/k/rYfb+5WC5xp/tZdAkv7Uwyet9+/bNmjVrxowZycnJUoKfNm3a9ddfryIXzjz1l5JdUYX8Rsrb8/iuXbv8P+jEiRN///13lSpVypcvr0eTIRKVy5Ur5zPm2rVrZZxKlSplYxWVLFnyGpOe6qeffpJ6SNlGH3zwQYcOHWrUqBH+tw7Ivn194rT/2ghNB7MzzjgjJ90D5jGJPYdvf0N2BX3Ukthz8osnipQpqZ/kY/06qPABULAUgNsJgPjjstElCfn70s0ne7VJUd5kNH1RynXPHUyN7OJyXjhw4MC8efOUead4wBGKFSumb+D+8ccfs6wairZSpUrp9m9S5PV/d+LEiW3atJHi7+HDh5U3okhJV3fAZSeX7X3ygH5SkDIfaeozsk8vcBEtw6pVq95999333nvPGuG0006TqgwJmXrx9A02EQl/nvpL+X+j9evX+wzRXZNJzZ4u1tstXrz45ptv7ty589GjR62nDEmFjM9oko1lNKm9kbciWkUSct54443vv//eGkEqEqWqR/dPrcxe3VSO16TVtXqW2zdLkuVk8W688UZVQJixZ7DS+d/tTr+w+rHPHnWVTbRijz38AEABQvIB8o0OPKKQSUpaL9504obWJ833jA4Pvlt08rpnD8Ra+Pn2229TU1NlsUM8+USKs8pswqR7vs5fejnnz58v6cU+XCKc1A/8+++/FSpUKFOmjDJLqLrCQQrHPu27xo8f7zNbCXiJiYnyYsGCBfbhu3fv/u6777K9DMuXL//444/HjRvnU+CWvUVXLlk3zFgVCFneIRP+PCUbyN8lS5bYK7Jk/p999pnPPKUWRWpdpDJAYonPW1LXJ3+bNm0q66dq1apSN2gNtNMTSuZp3LhxRKtIdirZHBMmTPCZoVWhqr9O+N86IOuGMVkk+3D557p161Qk6tate9999/Xo0UMVBBJ7Dt0xWPKOrCpZpWkXVjs69uGEcqXkACWHKX3IIvwAKKBIPkBes9f2WMlHlyoywo/xRFOjVDF9cUr3GAs///vf/+SvlFbLlg3aDUPDhg11l1+TJ0/O9z6g7rnnHt3O6sEHH/zqq6+2b98uxWipj7r33nv37dsnq11KpXpMef3CCy/IVpDagPvvv3/NmjX6/pOPPvpIP7LTh27L9/XXX1vFeqltkNlKbUa2l6Fdu3aybxw7duypp56y2tfJyP/973+3bt2qvAlBmc29dIusGTNmLF26dPPmzSqI8Oepe+qTWb300ksnTpxQZtu/Rx999Pfff/dpqSVfR76UvPj0009160dZV8nJyQMGDJAoKOvQutnmkUceUWYOGTx4sEQO2R/++uuvESNG6Of89OnTR9euhL+K9JNzV6xYMWTIEKlW0gPlizz77LN6wfQTbMP/1gFJPZLull3ql+TrKzNZyTd9/PHHI2209uWXX95jirSZXN47PnbWwTsGq3S32c2+xJ7qR8c8XKh8aX2A0qzwo7yt3YhAAAoKFx1TAnnM/0mmqV5SdkxJSZG/Az8vNv7nYgnGLzQ9waU6X1Zs4svlY+GeHymz9uzZU15IKVPfYhHM8OHDR48erV9ISVTKxPohOVJa1TddhEMiRMuWLeVF//79rUeLBjRv3jz9pCC5JG89WdUixe5BgwZt2bLFZ7gU4wYOHNi5c2f7wMWLF0tZ2aeiQEKOzMRn+SUV3HrrrT7dHkhxWcrKEpx8Fib8ZZDitQxRgVx//fVPPPGE9U8JA5J59Ou2bdvK56ogwpyn7IQSPHxqXcQzzzyjnzRq//qyo0qY8a/MUeajdexVHJKW3377bQkhPqNJhnnttdesf4a/imT3s7d2s5NFsvptC39NypeSpPfyyy/b49CiRYtkbficJWvXri1fTca86KKL9B6uP1TiTYMGDUaNGhVwkeRdefHDDz+UL19exapjY2cdun2weW+PcZxKv6DasTEPSewp4lXY5FPzo0g+AAqOQsHOCgCix7+g4DOk1YUpew+pVZsLme3s1YZtab//eap72xIJ+V1NO2XKFCkWS+lHSqjWjS4BnXHGGbq0JwXKK664YteuXfoRQFKy1He9h0MK4p988okyOyz2eXCQD6mm0EXhO++807pDw3L66adfd911pUuXlqv1Ul4/efKkDLnsssukSCqlVZ+RzzzzzI4dO8o4kksl1UjV1t133y3Ra8yYMT7LLyGnS5cu+vb3gwcPnnPOOU2bNn3uuefkhV5s+8KEvwy1atWSGCPjWGFYSpnNmzeXZejVq5d9V5FYKHFCahIkp8kK94lw2ZinDJTvLl9ZXhw4cOC0005r1KhRv3795FtL9d3evXvtX1++uCyAbBrdIcShQ4cqV658ySWXvPrqqz6PP6pTp85VV12lzJtnZEXJSpDl6WPK3maS73L++efLd5ePlu8iX6pEiRLyEVJlZx8z/DX58ccfyzhSTSRVPfY9QYYYLb7S0qRy6cILL5Q9WU6asmZmzpwpX9YK/1LN9ccff8gmsD/Y16LflReSk2U5VUyS2HPQiD1uqW2W9ZJeK+nYZw9bsUc2nPy1qn2sGxQVsQdAgUKdD5AP9O/Oqvbxr/nRXvxMan6Kmk9Pl5ofV+fLik54uULMdnUd36SQrUvzEdVZAQWCGXvezKjtqXXGsbEPFa5Y1l7VE+w+H5IPgAKE+3yAfGO/20ff5KNZbUteuPlkz1YnzaenGxcppi862ePZ/THY2xuAgktiz4Hb3zQuxxgduSliD4A4RvIB8oH9aRhZhZ+U61ud9E7i/n7Ryeuf3Uf4AZArjkrsueMt8/KK8Rjl9NrEHgDxjOQD5I9Iw4/ZQM7lVkbND+EHQM4dHfujEXuMe3uMB4lJ7Dk+pj+xB0AcI/kA+Sb88PO8EX5SjDHNB/0YNT/PEH4AZJ/Env069rjM2FMrI/YUtiH2AIgn9HAA5DPrN5hlhweDPisy8WfjQSIuoyst1alJ8fEvn0aHBwAipWOP0aWB8S+3u9YZJ8b0s2JPsA6siT0ACjqSD5D/wg8/L31WZMLcorr/JfnTqUmx8a9UJPwACJ/Enn069hjVPRJ7Tj9J7AHgDLR2A/Jf+M3enrv5VI/WKdaEMxadvOGZvTR7AxCmf43Y87bRiZsn9pwhsafQaWWIPQCcgOQDxISIwk93854f85Yf94xFJwg/AMJhxJ4735Z6ZX34SDdiz4MSe4oWLUrsAeAEJB8gVkRW8yPhx3j8hnFrsoSfGwk/AEL6d+zsvXe87U43eok07+05PYXYA8BhSD5ADAk//Dx7S6rU/HiLMFLzc/zGZ/YQfgAEZMSeO9/W9wfqLg2IPQAciOQDxJaIwk+3Zqfc5phut1Hz04vwA8DPkbGz99zpqe2R/zdiz6d9iT0AHIjkA8Sc8MPPi7endZXwY3ZyrYyaHwk/uwk/ACxHjNqeIfq5PbqR2yliDwCnoldrIEaF3dV16gufFPp6fmHdiEX+dmxafNwrlenqGoBZ2zPE08hNDim1Tk/99AFiDwDHos4HiFFh1/wUlpqfLk1SlUvpCWYuPH4TNT+A4x3+aObuO4zY4/n3OZVPfXw/HVgDcDKSDxC7wg8/L92VduVlp5RLd/bmmrFAhx9qdAGHMmLPfcPNzqvNflBqVDo1pm/hyuWstrLEHgAORGs3INaF3+ztuQ8Tpi8qbBZ1jN92x6YlP/tPpcKFKMQAzqJjj/7l69iTNuYBYg8AUOcDxLpIan7Sr2ySqjyXeV0zFh67+WlqfgBnOfTRzF33jZAjgHkYIPYAQAaSD1AAhB9+Bt2V3rlJqm715jLu+Tl2C+EHcAyJPbvvH6Gf82XGnsrEHgCwkHyAgiGi8NPJ7PBAP+pnBuEHcIZDH/2wS2KP98fvPrty2qcxk5ObAAAQAElEQVR9iD0AYOE+H6AgiaCr6w9d3y8qZNb8GJN0aFpi7H+qcM8PEK8k9uy8f4TLk3uUqlHJTewBgMyo8wEKkgi6ur7L3ekyo2dr3bPTzAXHbn16FzU/QFw6+NEPOyT2uLydGhB7ACAQ6nyAgif8mp+BH6rvFxrPNDUuA7tVh2Ylx1DzA8SXg0Ztz7vWs4xdRuy5n9gDAP6o8wEKnvBrfgbepTo1STMf32708vTDgqO3UfMDxBGztudd85DgNo4MxB4ACI46H6CgiqDm5wM1w7jnx63vAbiiaclPX61KzQ9Q0Bmxp89IM/UYPbmpsyu5jNhTltgDAAFR5wMUVBHU/NwtNT+pLm/Vzw8Lj/Z+aic1P0CBdvDjWdv7jFTmtQ/jaEDsAYCskHyAAiz88PPC3a6OTdLM5xoaXR4QfoAC7YDEnvtHejo0MBu5EXsAIEskH6Bgizz8KN3f2w8L/r39qR2EH6DA0bHH89geZTZyG30fsQcAskTyAQq8CMNPullYMprH/LDgKOEHKFjM2POe8cp4WpfLXaNSwqfEHgAIC8kHiAfhh5/nJfw0TTN7N1Fm+KHmBygwJPZsk9jjfWyPqlGxELEHAMJG325A/Ai/t7eXPkifuTDBqPkxpnBf0Szx41fPoLc3IJbtN7o0GKV/tpJiXGdXLDT6XmIPAISPOh8gfoRf8/Pc3QkdzGZvbqVrfo7e8dR2an6AmLX/4x+3GbFHeW7ukdjzKbEHACJD8gHiSgTh5x4j/Lh0l7hKzVpw9E7CDxCTJPZs7WPc2+M2b+5RZ1cyYk8lYg8ARIbkA8SbyMJPUwk/ZvFIws/8fwk/QKyR2LOlz3ve36nLdXalwp/eU4TYAwCRI/kAcSj88PPsPYWuaJquzBY0Uqoyws+AbYQfIEbsM2LPKKMPN/0brVGR2AMA2UbyAeJThOHHrR/zIxP9uODfuwg/QAzwxB6X5348I/aMJvYAQPaRfIC4FWn4MR/zY4xO+AHynRF7HnjfiD1ut8vs0qAIsQcAcobkA8Sz8MPPM1b4MW+h/nHBkbsHbCX8APli38ezNz/wvtIdkIizKxYdfTexBwByiOQDxLlIwk9hM/y4rJofwg+Q9/Z6Yo8nxhB7ACC3kHyA+Bd++HnaE36UfmjIj/OP3EP4AfLQ3k/M2OP9DZqx5y5iDwDkCpIP4AgRhZ/2TZXZha7RzMYMP1sIP0AeMGp7+nxgvHKbHVjXqFiM2AMAuYfkAzhFhOHHiDr6HgPCD5AHpLbnnwc+UPpnKrnn7IrFP7mT2AMAucjoNEYBcAzrJ+82pZvS0tJSvU55pL466tSPC43xzCKV+/Jmpd//b7VChShgAblvjxF7PjTusTNvtSt09mnEHgDIddT5AM4Sfs3PU/cWubypsp4lMnvBkXue3JJGzQ+Q2/Z8MudvI/Z4nqmVQOwBgOgg+QCOE3n48dQUzV5w+N4nNxN+gFxkxp4PvA/TUq4zy5cg9gBAdJB8ACcKP/wM0OFHd7CrXLPnHyH8ALlFYs8mqe3RMUaZsWc0sQcAooXkAzhUJOGn6OXNrMnUnPnU/AC5YLeOPd6771zVypccfWfRquWJPQAQJSQfwLnCDz9PGuFH93RgjC3h574n/yH8ANmmY4/y3kcntT0lP7mD2AMAUUXyARwtovDTrpl+zI8x/pz5Rwg/QPYYsafvRy7zFjqXeW9P4mhiDwBEHckHcLrIan6auqznjUjNz/1P/pOaSvgBIrD7k5829v3IfKqEp7Yn8ZPbiT0AkAd4ng8AQ/jP+Xl91Mk5C9zmc36MSVo0LvXBmzUKF6ZABmTNG3vk0oHxpKyEM8uX+qQ3sQcA8gZ1PgAM4df8PHFvsbZmzY/b7I1q3uIjdz+6iZofIEu7PvnpL4k9+sE9yqjtKUVtDwDkIZIPAI8Iws99xdo1NW5P0Ddnz1985J5HCD9AKGbs+VjpawbKlXBmudJG7ClH7AGAPEPyAZAh/PDz+H3F25q9vbmNW7Rd85YcvueRjYQfICCJPRv6fuzStT2uwLGnkInYAwDRw30+AHyFf8/P4PdOzFmQLiMatT/K3aJx6VFvncM9P4CdEXse/MSo6zFSjyp0ZrkyH/f2jz3yl9gDAFFFnQ8AX+HX/Dxm1vzovq6NZm9LDt9LzQ9gs3P03PVG7NGVPSqB2AMA+YfkAyCASMJPiTZGszddgexasOTwfY/8RfgBlBl7NvT9xPMQLKORW/myxB4AyD8kHwCBRRR+2jZPsB70M3/xEcIPYNT29P1EKU8viFLbU/bj24g9AJCPSD4Aggo//DwqNT/N9fHELaW8BYup+YGj6dhj/n48z+0pR+wBgPxG8gEQSmThp1mCp9Nel0vCz/2EHziSxJ4/+46WX4Hu9t2MPbcSewAg35F8AGQhgvBzf0mj5selK36UGX42EH7gKDsk9jw42vwVuHWXBsQeAIgRJB8AWQs//DxyX8k2zQp5K36M8NPnYcIPnGLH6J+N2OP9ASQklSv30a3FiD0AEBt4ng+AcIX/nJ+3Rx6buyDVrPkxJmnWuMy7b5/Hc34Q37yxx9jtZV8vdGa58h/dQuwBgNhBnQ+AcIVf8/Pw/SVbWzU/RrO3Qw88vJ6aH8QxiT3rjEZuugtrVwKxBwBiD8kHQAQiCT+JEn48xUCzwwPCD+LV9tE/r33wU+upVhJ7KhB7ACD2kHwARCay8NPcbOJm3OrtWkjND+KRjj3mz8LYzwudWe60j24m9gBADCL5AIhY+OHnofsTWzUvbHTva14Ll/DT9+E/CT+IG0bs6TfGZezhxu+hUFJZYg8AxCySD4DsiDD8FLKuiBN+EDe2j/5ljcQes88Po7YnidoeAIhpJB8A2RRJ+Cmla36UeWF80eJDDxJ+UMBts2KP53GlZSt+dBOxBwBiGckHQPaFH376S/hpVtiabuGigw8+tI7wgwJq26dG7LF6LyyUVLbSh8QeAIh1JB8AORJB+OkjNT9FzHHdMrbU/PQj/KAAMmLPg2ONV8YTq4ye3CpR2wMABQHJB0BOhR9++vUxm715n3C/kPCDgkZiz2qJPXqXd6lCZ5at/GEvYg8AFAgkHwC5IJLwU7pl88Lm8x6N59wvWnyw30NrCT8oELZK7Olnxh6jSwNVKKkcsQcAChCSD4DcEWH4KWJ0dW2OvGjxof6EH8S8rZ/OM2KPt8ZSYk+VD28k9gBAAULyAZBrwg8/D3prftzGnRKK8IMYJ7FnlRl73ObNPYXOLEvsAYACh+QDIDdFEn7KtGhexOXtHWvxooMPEX4QkyT2/NFvrCfGKFfhpLJVP6CRGwAUPCQfALks4vBjPhFFSpSLjPCzhvCDmLLFiD2fSeBxG0+jMmp7qhr39pQl9gBAgUPyAZD7wg8/fSX8tDDCj9nTtVHz8zDhBzHDE3u8MWZb+qFvmxwrWqUMsQcACiLPRSwAyHXW4cVtSjelpaWlep3ySB3x7qF5804ZDd+MKdxNLiv39jt1Chem4Ij8ZMSe/p+bsdzoyW172qFHj0474D7WsmXLUaNGVa5cmdgDAAULyQdAFEUQfkYcmj8/RRcx5a+En7feuYDwg/yy5dP5K/t/pmOPZJpd6shDh/8nsUe/W7Vq1c8//7xx48bEHgAoQGjtBiCKwm/29sADZZs3L+rpMli5Fi8++Ej/1TR7Q77YbMQeqe3xxJhCSWVrfXl3naaXWCPs3LmzY8eO77//PrEHAAqQQgMHDlQAEDX28GP/6zNcNGhQdNeuU1s2p8lldil0btt6fNUf/17RsZIULBWQV7yxR7gTlBF7kj7oWfasytdff71k9YULF+rRpPZy5syZq1ev7tKlS7FixYg9ABD7aO0GIC+E3+zt3REHF8xLMcOPMfZlTcq9+c6FNHtD3jBjzzi9+8n/Cp9ZJun9nsVtPbktWrTolltuOXDggDXJeeedN3Xq1Dp16hB7ACDG0doNQF4Iv9lbnwfKNWtRVF+XkTEXLzr4aP9VNHtDHpDYkyyxR++qrgCxR3bU1q1b//rrrw0bNrSm2rBhQ4MGDSZNmqQAALGN1m4A8kikzd62bkkzOjxQatvW46v/ONKeZm+IJok9Kx76wmU8uMfYF4sklT3TL/borF6uXLnbb7/90KFDS5Ys0dNKpeWECRP27NlzxRVXyDgKABCTaO0GIE+F3+xt5IgDRrM3o2ctY+TLmpQb/M5FNHtDNPwzZsGK/uOMVhBm74KFk8pUe//64lk9rlTqeXr37n3s2DFrPvXr1//666+TkpIUACD2kHwA5LXww897Rvg5aTzk1OjxzX3ZZeXfGEr4QS7TsUd3aSB/pban2vs9sow9uopyw4YN3bp1W7NmjTW3ChUqjB8/vn379goAEGO4zwdAXgv/np/7HijfrEUxPbpLuZYsOvB4vz+45we5SGLP7xJ7dNtL5SocSeyRvzVr1ly2bFn37t2tGe7fv79Dhw7PP/+85HkFAIgl1PkAyB8R1fws/OWE0s/6cavGTcq9MbQuNT/IOTP2fJFR23Nm2eqjuocfe+yzGjly5EMPPZSSkmINad269eTJk6UKSAEAYgPJB0C+CT/8jBq+f6HR7M24B0P+Nm5S/nXCD3Lmbx17XC59L1nhM8qc9UH34lWyE3u05cuXX3PNNZs3b7aGJCUlSfhp3LixAgDEAFq7Acg34Td7u7dvhaYtihndDZtZ6ddFB57ot5Jmb8g2I/Y89KWOPbpLgxzGHmV2b5CcnGy/w2fbtm0tWrR45513FAAgBtCrNYD8FH5X1/UbFtu189TWLanmQLV96/E1K49c3rEyXV0jUn+PWbhcYo/StT0uiT1nv5/T2KMVL178lltukQnnzp2rqzSlGvP777+X6qCuXbsWLVpUAQDyD63dAOS/8Ju9vW80ezvhMp/zI6M3alL+v0Pr0ewN4dOxR5m3jZk9uUnsuS5XYo+dJJ8ePXrs2bPHGlKzZs2pU6fWqVNHAQDyCa3dAOS/8Ju93aObvRmt3qTY6vp14f4B/ZJp9oYwSez5TWKPsbsZzystHJ3Yo8zuDZKTk+13+Kxfv75BgwYTJ05UAIB8Qms3ADEhkmZvxXfvOrVtc5rRH5fLtX3L8TUrD7frVIVmbwhtk1HbM95sLGl0YC21PTWiE3u0UqVK3X777UeOHFm0aJEeIrWXEyZM2LVrV4cOHeSDFAAgb9HaDUAMCb/Z2wfD9y365bi+T0NGbNSkwmvDLqbZG4LZZNT2jNd9A8rfImeUOef9a6MXe+ymTZvWq1evo0ePWkPq168/ZcqU6tWrKwBAHiL5AIgtEYWfxWb48d7zU+FVwg8Ckdiz7OGv9POgJMUUTSpdY9S1JfIk9mjr16/v1q3bmjVrrCFly5adOHGivSM4AEC00doNQGwJv9nbJQ2L796Zsm1Lmh64fesxmr3B36Yxi5Y+/JVxV6sZe4oklT4nb2OPOO200+64445NmzatXLlSDzl58uRnn30mCb5Nmza59SkA67H5EQAAEABJREFUgNCo8wEQi8Kv+flw+F6fmp//DLuEmh9oG8cs8tT2GPf2GLU954z6vzyOPXajRo3q37+/xB5rSOvWrSdMmFCpUiUFAIgykg+AGBVB+Bm2d8k8b/hxuxs2JfzAsFHX9hiP7XEnGB1Ylz43X2OPtnz58muuuWbz5s3WkKpVq06dOtXeERwAIBro1RpAjAq/q+u7Hqx4WYvi5rhuubC/bOH+Zx78na6uHU7HHrNHA89ze2Ih9iize4Pk5OTOnTtbQ3bu3NmiRYshQ4YoAEA0cZ8PgNgV/j0/FzcsYdzzszlV38uxfcuxtSsPte1UlXt+nGnj2EW/Suwxdw/JNBJ7zouN2KMVL178pptuKlq06Ny5c3XdptRnzpgxQ6qDunbtKsMVACAKaO0GINaF3+zt42F7Fv9yTLd5k78NmlR4ZXh9mr05zV9jF0ttjzLPcGZPbmXOe++aElXKxEjssZPk06NHjz179lhDatasOXXq1Dp16igAQG6jtRuAWBd+s7c7Hqx0WcuS3snUskX7nu27nGZvjiKx51cj9pidGkhtzxmxG3uU2b1BcnJys2bNrCHr169v0KDBuHHjFAAgt9HaDUABEGmzt+3/nFJmX147th5fm3ywTafTafbmBGbsmWDsDkrX9pSuOSp2Y49WqlSp3r17//vvvwsXLtRDpBpz8uTJO3fu7NChgyytAgDkElq7ASgwwm/29smw3Ut+PiYjJpgjN2x62kvDL6XZW3yT2LPk4Qm6c3OXchVNKlUrhmt7/E2bNu3mm28+cuSINaR+/fpTpkypXr26AgDkBpIPgIIkovDzqxl+9G0/DQg/cW2DEXsmemOPKpZUutZ73QpQ7NE2bdrUpUuXNWvWWEPKli37xRdf2DuCAwBkG63dABQk4Td7q2c0ezu5Y/Mp41kuLteOLUfXrTzUmmZv8Uhiz+KHJ5ob1i07QNGk0rULYOwR5cuXv+OOOyT/rFy5Ug85efLkuHHjUlJS2rZtG1OLCgAFEXU+AAqe8Gt+Rg/d9esvxzwPOVVGzc+g4Q2o+YknG8YuWfzIRE+Hfi5V7AyJPV0LYuyx++CDD/r163fixAlrSOvWrSdMmFCpUiUFAMgukg+AAimi8LP0l6Nmsdil3OkNmlZ8kfATLyT2LHpkotFLqe7A+ozS5xf82KNJtc9VV121efNma0jVqlUnTZpk7wgOABARerUGUCCF39V1735VGrVMNLv7Mvo5XrZw7wsPLKOr6ziw3og9k2Q/MLal0citTNzEHlG3bt3k5GT7HT47d+6Ump+33npLAQCyhft8ABRU4d/zU7dRyT07T27fnKp7/dqx5di65IOtO5/BPT8Flyf2mBtQruEVTSpdZ+TVcRN7tOLFi990003y96efftKVnFKxOXPmzOXLl0t1ULFixRQAIBK0dgNQsIXf7O3ToTuX/nzUpWsI3O5Lm1YcOKIhzd4KIqu2R5mPLC0Wj7HHbsGCBddcc82ePXusITVq1Pj222/r1KmjAABho7UbgIIt/GZvt/Wr2qhVollUNsb+beHegQ8spdlbgSOxZ+Ejk2ULmpvRqO05P65jj2jWrFlycrL9Dp9NmzY1aNBg3LhxCgAQNlq7ASjwImz2lrJjc4qEHxm0c+vRP5MPtqLZW8GxfuyvCx+V2GPU2ume3KS2p2Rcxx6tVKlSvXv3PnbsmNT/6CFSnzl58uTt27d36NBBvq8CAGSF1m4A4kT4zd7GDN2x7Gfd25sx9qVNK74wohHN3mLfn5/9utBo5ObydmBd6oKRVzkh9thNmzbt5ptvPnLkiDWkbt2633zzTfXq1RUAICRauwGIE+E3e7u13+kNWyWasceo+Vm+cO+LD/xKs7cYJ7FnwSOTjcaK5mYrllTagbFHdO3adcWKFZJ2rCErV66sV6/e9OnTFQAgJJIPgPgRfvi5pd/pDVqWUmaHyEb4WbBn0ANL0gg/sUpiz/xHJhu1PQZXsTNKX/BuFwfGHq1GjRq//vprr169rCGHDh3q0qXLU089JZWcCgAQBK3dAMSb8Ju9ffbOjmU//2t2de2W/6vftOIL7zYuRLO3GGPGnv+ZW0W2lCqeVPrCd690bOyx++ijj/r27XvixAlrSLNmzaZMmVKpUiUFAPBD8gEQhyIJP9t/k/DjveenftNKz7/bqFBh6sNjxToz9iSYW0diTLEzSl1E7LFZuXJlt27dNm3aZA2pWrXqpEmT7B3BAQA0zu4A4lD4zd5u7n/Gpa1KGV0km4/5Wb5wz6A+S9JS0xViwLrPls5/dIpLbx1iTyB169ZdsWJF586drSE7d+5s3br14MGDFQAgM3q1BhCfwu/q+qJGiXt3nty5OcVoTOVy7dxidHXdkq6u85vEnnmPmo3c3O4EM/bUJfYEUqxYsZtuuqlkyZJz5szRtZ1Sw/nDDz8sX778qquukncVAMBEazcA8Sz8Zm+fG83ejniqfpT7kqaVnjPu+aFiPH+YsWeK+dBZo1uD4kbs6UzsCW3BggXXXXed1PlYQ2rUqDF16lR7R3AA4GSc1AHEs/Cbvd3kbfam+3v7fcHul2n2lk/Wfrb0l0enKJen571ixJ7wNGvWLDk52X6Hz6ZNmxo1ajRu3DgFAKC1G4C4F36ztwsbldq78+SOf1JcGc3eDrTsnESzt7y01qjtmarMzONSruJJpesRe8KWmJjYu3fvEydOSP2PHiI1nJMnT966dWvHjh1lpSkAcDBauwFwhPCbvY17Z9vyuUfMe0uMkS9pVunZdy+j2VveWPvZsl+MLg10T26q+OmlLjZiT2liT6SmT5/es2fPI0eOWEPq1q07derUGjVqKABwKs7lABwh/GZvvfonXdq6lMt8xI9Ms2LB7lf6LKbZWx4wYs9jRiM33YF18TOIPdnXuXPnFStW2O/wWbly5cUXXyyJSAGAU9HaDYBThN/s7YJGpfbuOLnznxR5nWA2e1u/4kCLK2n2FkUSe35+bKrLvLlHx55LRhB7cqR8+fJ33HHHjh07li9froekpKSMGzfu2LFj7dq1k3WoAMBhaO0GwFnCb/b2xZCtv889rMyaH3FJ00pPj2xCs7doWOOJPUqv7RJG7OlE7MktknYkAp08edIa0qxZsylTplSqVEkBgJOQfAA4Tvjh58shW36fe8QTftzui5tVJvzkujWfL5v76NQEs5Wb2YF1Yn1iT25buXJlt27dNm3aZA2pWrXqpEmT7B3BAUDc4/wNwHHCv+fnhoeqXdK6tFKex8qsWLD71fsXcs9PLpLanrmPTnPJZThzHRdPKkXsiYa6deuuWLGia9eu1pCdO3e2bt36jTfeUADgGNznA8CJIrjnp3HpvTtP7vrnpHn/idq15ej65APNrzyTe35yTmp7fnpsmqQZiT0J5r099Ud0TCT2REexYsVuvPHGUqVKzZkzRyo5ZYj8/eGHH5YsWSKJSN5VABDvaO0GwLnCb/Y23mj2dsgIP0bdj7tes8pPjWxKs7ecWP35b3Mfm6abEUqKKSGxZ3gHYk8eWLBgwXXXXSd1PtaQGjVqTJ061d4RHADEJU7bAJwr/GZvPY1mb2XM0Y2qn+QFu16j2VsOSOyR2h5lZk7dkxuxJ880a9YsOTnZfofPpk2bGjdu/PHHHysAiGu0dgPgaOE3e6vTuPS+nSd2/pPiMmqKXLu3/Ls+eT/N3rLBjD1fGx1Ym6u3xBmJlxJ78lZiYmLv3r1TUlLmz5+vh0gN57Rp09avX3/VVVfJmlcAEI9o7QYAETR7+2rI5hVGsze3+eSZ9IubV3lyZDOavYVPYs8ciT36caVKYk/JBsSe/DN9+vQbb7zx0KFD1pC6detOnTq1Ro0aCgDiDskHAAwRhZ/knw5ZXV3Xa1blyfcIP2FZZdT2fKNXnfncnsQGw68g9uSvzZs3Sz3PypUrrSGlS5ceP358586dFQDEF1q7AYAhsmZvO06Yvb0ZPZLt2nLkrxX7m11ZjWZvoa36fPmcx77Ra1H+Fq9asuEIanvyX9myZe+4445du3b99ttvekhKSsrnn39+7Nixdu3ayYZQABAvqPMBgAzh1/xMePuf5LlmzY8xhVHz88R7zan5CUZiz+zHv3Ept+4cvESVkg2Hty91ehliT+wYN27cXXfddfz4cWtIs2bNJk2aVLVqVQUAcYHkAwCZRBR+Vs495DZqfjzN3h4n/AQisefHx78x1ovZgXXxKiUbEXti0po1a7p06bJp0yZrSKVKlaZMmWLvCA4ACi7O0ACQSfhdXfd4+Kx6rcvK6DosJS/Y+cZ98+jq2scfZuwxsqH5OKTiVRKJPTGrTp06K1as6Nq1qzVkz549rVq1+u9//6sAoODjPh8A8BX+PT/nNy6zb8eJ3X+fNAYq1+7N/25I3t+Ue368/vDU9pgrULkk9jQefjmxJ5YVK1bsxhtvLFOmzOzZs6W2U5mVn7NmzVqyZMlVV11VvHhxBQAFFq3dACCw8Ju9TXr77+SfDprldKNio17zKo+914Jmb2bs+VavFqMnt6olGw8j9hQYEnW6deu2c+dOa0j16tW/+eabunXrKgAomGjtBgCBhd/s7bqHz67Xppwxqnn7/sr5Owff94vDm7398fnvsx7/VlaH21yBxYk9BU3jxo2Tk5Nbt25tDdm8ebMM/PDDDxUAFEy0dgOAoMJv9la7cZl9O0/s/ueE2dWb2rPl6F8r9jXpUt2Zzd5Wfv77j0986zJvgdI9uV1G7CmAEhMTb731VqnenDdvnh4ir7/++uv169dfddVVsvkUABQotHYDgCyE3+xt8lubVs49qIv78rdus6qPjmrptGZvK8cZtT0u5TKfd6SKVynRZFg7Yk+BNn369BtvvPHQoUPWkLp1606dOrVGjRoKAAoOWrsBQBbCb/Z27SM16rYuZ9Z1GDf0/7Fg55v3/uyoZm9m7PnO6M5AeTqwJvbEgc6dOycnJ9evX98asnLlyosvvnjatGkKAAoOWrsBQNYiaPZ2WVmjt7d/Tujb+ndv/nejY5q9Sez54fHvzDUh391VokrJpsPaEnviQ9myZW+//fY9e/YsW7ZMD0lJSfnyyy///fffyy+/XLamAoCYR2s3AAhX+M3e/vfWpj9+OqDDj4x9UfOqj4xqFd/N3pKN2DPdZVT3GGupZNWSTYe2IfbEn3Hjxt11113Hjx+3hjRr1mzSpElVq1ZVABDbuEgDAOEKv9nb/z1So3BVoztgt3HPj+uP+Tvejutmb8njVhixx8x5snaM2p6h1PbEp169ekm1T82aNa0hCxYsqFev3ty5cxUAxDaSDwBEIPzwM3n5CxsP/ewyunU2mn6Z4WduXIYfiT0zn5hu9migzNhTopnRyK00sSde1alTZ/ny5V27drWG7Nmz5/LLL3/11VcVAMQwkg8ARCac8LN+/fpDhw7O3zHyLwk/ygw/Lteq+TuGxF34kdgz44np3soeZcSeocSe+JeYmDh16tS3335bNrEekoCu9B8AABAASURBVJaW9vTTT1955ZX2LuAAIKaQfAAgYlmGn8WLF5vvuyX8JJ590OW5qdKo+RlyT/yEHzP2fG/046Z0bU/J5sQeJ3nooYfmzZuXlJRkDZk+fXq9evVWrlypACD2kHwAIDtCh5+FCxd6R3Rf3f/si9qWN55vY9z9b9T8vHPPT3EQflaMW/H9E98rM/bIdzNre9oQe5ymcePGycnJrVu3toZs3ry5UaNG77//vgKAGEPyAYBsChF+rORTrly588+v3e2Rcy9sW94cYDzoJw7CzwpvbY/uv86s7WlTmtjjSBUqVJg9e/azzz5rbdmTJ0/ee++9N910k70LOADIdyQfAMi+gOFn1apVBw4c0MNbtWqlg4ARftpU8PT57CrYNT8rxiUbtT1G5w3GFzdjT2tij5PJVn7ppZdmzpxZtmxZa+C4ceMaNGiwadMmBQCxgeQDADniH35++eUX690WLVpYcaDboxJ+yiuXrvhRq+fvGHrPnAIXfozY86QRe5TRYbdR29OC2ANT+/btk5OT69evbw1Zs2bNxRdfPG3aNAUAMYDkAwA55RN+fv75Z+ut1q1b27u67vroeUbNj6fix2j2VrDCz+/jkqdL7PF+gRKVS7Z4pxWxB5bq1asvWrTo/vvvt4YcOXKkW7dujzzySGpqqgKAfOWyHkkOAMgJ63B62mmn6dZu5cuX37p1a6rXKY/Ur9/csPqnfWbNjzHJhc1Pf/D9toUKx/qlqN+N2p4Zysw9EmJKVinRktiDICZOnHjrrbfa7/Np3Ljx1KlTq1atqgAgn1DnAwC5Qxfuk5OTrZt82rVrF/Ahp1c/et4FVs2PUqvmbR92z+wYr/kxa3tmGBVV5lKXIPYgpO7duy9btqxmzZrWkCVLltSrV2/u3LkKAPIJyQcAco0U8X/66Sfrn61bt/Z/yKk3/NSU8OOJES7X6nk7ht8du+FHYs93T870NhNwSW1PK2IPslKnTp3ly5dLBLKG7Nmz5/LLL//Pf/6jACA/kHwAIDfZL2m3adPG/yGnmcJP29OM8YyuAlyr52+PzfDz+xcrv31ypplfjOU0Y09LYg/CkZiYOGHChHfeeUf2Ez0kLS3tmWeeufLKKw8dOqQAIG9xnw8A5KbTTjtt//79yrzJZ9++fW5TuknKfP73/Hzz5vo1c/YZocI4GLsvaH563w8uj517fpZ/sVJqe8zUY/TkllilROshLYg9iNSSJUuuvfbabdu2WUOqV68+ZcoUe0dwABBt1PkAQK5JTk7WsUe0bdtWBXrIqU/Nz1WP1qzTtoLnkaAu15r520fc/WOM1Pws17U9ZucNkmJKVib2IJsaN24sv47WrVtbQzZv3ty0adNRo0YpAMgrJB8AyDX2m3x08lFhhZ9addqeZjwY1LyLJkbCjxl7frDuRCpZpWSbd4g9yL4KFSrMnj37+eefl71FDzl58uR9991300032buAA4DoIfkAQK6xJ582bdr4P+Q0WPjpIuGnzWkupcd3rZm37d18DT8Se7558gelPL3PlaxSos2Q5sQe5JDsKi+++OKMGTMkBVkDx40b16BBg/Xr1ysAiDLu8wGAXGPd5CMFu3379umB1mE2y3t+vhv855o5e/VDfuToXKfFGX0+aJ/39/z8ZtT2zPIshlKJVYq3JfYgV23btu3qq69evny5NSQxMVEiUNeuXRUARA11PgCQO+w3+UiFjzU8/JqfKx8zm715HvQjNT/bR949K49rfn774o9vnpylvLmnJLEHUZCUlLRo0aIHHnjAGnL06NFu3bo9/PDDci1AAUB0kHwAIHf49GdtfyuS8FP7fOOeH7MvNaXWzNs28q68Cz9G7Bnwg+fTXSqxcgliD6KkaNGiw4cPnzBhgtT2WAOHDBnSvHnznTt3KgCIApIPAOQOn2eY+rwbUfip07ai0eGBOfKa+RJ+fsiD8COx52uJPd4ap5JG7GlWhtiDaOrevfvy5ctr1qxpDVmyZEm9evXs1xEAILeQfAAgd1jJp0KFClJ08x8h/PDT2aj5qSiju91GBcza+dvfi3L4WfbFH9MGzDJuL1Ke5/a0G9Kc2IM8ILFHwo9EIGvInj172rVr9/LLL3MrMoDcRfIBgFywcuVK6yYf/wofS0Thp7ZR8+PpXW3tvG3RCz869nhijHKVlNjzttT2lCL2IG8kJiZOmDBh2LBhRYsW1UPS09Ofe+65Dh06HDp0SAFALiH5AEAuCN3UzS6i8HNRx8r6iTqSSCT8fHjfLJXbFo9eMW3Ajy5vV5+JVUtcTuxBfujbt++iRYuSkpKsIbNmzZLqU3sXcACQEyQfAMgFPk/yCT1y2OGnSPt+tWq3rWSM7ZaR1aqftrzb+/tcrPlZ9sWqb1/4yVwctyxJYpUSl7/VlNiD/FK/fv3k5OT27dtbQzZv3tykSZORI0cqAMgxnucDALkg4JN8Qgv/OT8zBq9dN3uP0fDNmMJdp0XSPR92yPlzfpZ+sWraUz+aqUf35Fb8ireJPch/8nMYZJJfhDWwe/fuY8aMKVGihAKA7KLOBwByyn6TT6tWrcKcKvxmbx0fO9+458dgRJS187a+f9eMHNb8LP1y1dSnflRmKdOo7SH2IGbIDvbCCy/MmDFDriNYAydOnNigQYP169crAMgukg8A5FT4N/n4iCD8PF6nVttKyvuE0XXztr1/Z/bDj9T2TB0w26U8MaZkFWIPYk779u2Tk5MbN25sDVmzZk39+vUlAikAyBaSDwDkVEQ3+fiIJPycX6dDZXNctxl+tn5070wVuUVjkqc8Nduci/GwVKnt6fBWE2IPYlBSUtL8+fMffPBBa8jRo0d79OjRv3//1NRUBQAR4j4fAMgp6yafUqVKHTp0SNKCilD49/zMfGP1+tl7PP29ud21WyTd/VGn8O/5kdjzzfM/KzPzGLGnSvGOb11G7EGMk3qe3r17S+yxhkhd0OTJk+0dwQFAlqjzAYAc+eOPP6ybfNq1a5eN2KMiqfnp8PgFNdvpZm9Gd2/r5m378M5we3tbNGbl1xJ79Ee5iD0oMLp37758+fI6depYQ5YsWVKvXr25c+cqAAgbyQcAciQnTd3sIgo/tdpVMsZ3G1U36+ZtDSf8LByzctoLc5XL00F2YmViDwqSmjVrLlu2TCKQNUSuOMi1hkGDBtF6BUCYSD4AkCO5lXxUJOHnCl3z43K5zZGNe35Chh+JPV+/8LNLd5DgUiUrl+hE7EFBU6JEiQkTJowYMaJo0aJ6SHp6+gsvvNChQwer3hUAQuA+HwDIkZzf5OMj/Ht+Zr2xav3s3UYdjhFo3LVbnHnnR5397/kxa3t+NuOLUUdUqkrxzm82Jvag4Fq+fPk111yzefNma0hSUtLXX39dv359BQDBUecDANlnv8mnbdu2OY89KpKan/aPX1izbWWXpyLH9ecvWz++c7pPzY/EnqkSe3SMUcZzezq/RexBwSYJJzk5uX379taQbdu2NWnSRKqDFAAER/IBgOzLxaZudhGEnycuPK9dZZenrze1TsLPHRnhZ4ERe35xeav3E6uYsacqsQcFXtmyZWfOnDlo0CDrckNKSkrfvn179OjB004BBEPyAYDsy/YzTLMUSc3PBTXN8KO7Lvhz3paP7/hOGbHnD4k9yhtjzNjTqCy1PYgXspc+99xzkn/Kly9vDZw4caLUCE2bNk0BgB/u8wGA7Mv1m3x8hH3Pz6m5Q9as/X6HmX+Mm3mq1iq/68/9nn+6VGmJPYMbEnsQl7Zt23bttdcuWbLEPvChhx564403ZA9XAOBFnQ8AZNOqVausm3zatGmT67FHRVDzU6T1Q3XO73S6dzK1809jwdxG7DHu7bnyTWp7ELeSkpLmz5/fv39/+8AhQ4Y0b958586dCgC8SD4AkE3Ra+pmF374afPwBbUl/OgeD5QnxpSqUvzqtxsTexDfZH+WqDN16tTExERroNQC1a1bd/bs2QoATCQfAMimKHVv4C+c8FO0aFH52+7RurXaVzXHNfp7k9hz1dvU9sApunbtunz5cvvTTvfu3XvFFVe88sortO0HoLjPBwCyLdo3+fgIds+P/bYfIf+cM/iPtd9tLZtUstvbjUtXLmnPSMQeOMHw4cMfffTRlJQUa0j79u0nTpxYtmxZBcDBSD4AkB2rVq266KKL9OsuXbp88803KvpCh580Lxm4ZPSf9f7v7BLlihXy0rFHEHvgBFL5c/XVV2/bts0aUr169SlTpvC0U8DJaO0GANmRNzf5+AjW7E1Y7dmKmlrcc1GZSqV0EzirkRuxB87h/7TTzZs3N23a9L333lMAnIrkAwDZkWc3+fgIEX7svR3YWe3ciD1wlAoVKsycOXPgwIFWS9STJ0/ef//9N9100/HjxxUA56G1GwBkRx7f5OPDv9mb1fhND9HvWiHHJ/MQe+Aos2bN6tmzp9UHvahTp87UqVNr1qypADgJdT4AEDH7k3xatmyZx7FHhdHbm1XPY6G2B47Vvn375OTkxo0bW0PWrFlTv379adOmKQBOQvIBgIjlV1M3O5/wY+Ufq/GbHbU9cDj9tNO+fftaQ44ePdqtW7eHHnooNTVVAXAGkg8ARGzu3LnW6/xKPipk+LEj9gDKfNrpsGHDJkyYYH/a6TvvvNO8eXN7F3AA4hj3+QBAxPL3Jh9/9iO5z1HdJ+cQe4D169d36dJF/lpDKlSoMHny5DzrpBFAfqHOBwAis3r1ausmnxYtWuR77FHeOh/7a3slj/84gJPVrFlz+fLl3bt3t4bIL7pdu3Yvv/wyl4OB+EbyAYDIxMJNPgG5QlIAvBITEydMmDB8+PCiRYvqIenp6c8991yHDh2kFlcBiFMkHwCITL48wxRArnvggQcWLVqUlJRkDZk1a1a9evWkRkgBiEfc5wMAkbFu8ilevPiRI0cKFy6sABRY8nPu2bOnZB5riFQEDRky5P7771cA4gt1PgAQAftNPlLhQ+wBCroKFSrMnDlz4MCB1j17KSkpffr06dGjx/HjxxWAOELyAYAI0NQNiD8ul+uFF16YMWOGpCBr4MSJExs0aGDvAg5AQUfyAYAIxGz3BgByqH379snJyY0bN7aGrFmzpn79+hKBFIC4wH0+ABABbvIB4ltqauojjzwybNgw+8B+/fq9+eab/N6Bgo46HwAIl1wAtm7yadWqFcUgIP7I73ro0KETJkxITEy0BsqQ5s2bb9u2TQEoyEg+ABAubvIBHKJ79+7Lly+vWbOmNWTJkiX16tWbO3euAlBgkXwAIFzc5AM4h8QeCT8SgawhUuXbrl27QYMGcacAUEBxnw8AhIubfAAHGjFixCOPPJKSkmINad++/fjx4+0dwQEoEKjzAYCw2G/yadGiBbEHcIgHHnhg0aJFSUlJ1pBZs2bVq1dPaoQUgAKF5AMAYaGpG+BY9evXT05Olqoea8i2bduaNGny7rvvKgAFB8kHAMJC8gGcrEKFCjNnznzxxRcTEjxlp5S1jVAeAAAQAElEQVSUFKkO6tGjx/HjxxWAgoD7fAAgLNzkA0CZTd169uxptX0VderUmTp1qr0jOACxiTofAMia/Saf5s2bE3sAx2rfvn1ycnLjxo2tIXJ8qF+//sSJExWA2EbyAYCs2R/iQVM3wOGSkpLmz5//4IMPWkOOHj3ao0ePfv36paamKgCxiuQDAFnjGaYA7KTid+jQoRMmTEhMTLQGDhs2TOqEt23bpgDEJO7zAYCscZMPgIDWr1/frVu3NWvWWEMqVKgwfvx4e0dwAGIEdT4AkIW1a9daN/k0a9aM2APAUrNmzWXLlnXv3t0aIoeLjh07vvjii1xcBmINyQcAskBTNwAhlChRYsKECSNGjChatKgekp6ePnDgwA4dOti7gAOQ70g+AJAFnuQDIEt9+vRZtGhRUlKSNWTWrFn16tVbvny5AhAbuM8HALLATT4AwiTHip49e0rmsYZIRdBbb731wAMPKAD5jTofAAjFfpNP06ZNiT0AQqhQocLMmTNffPHFhARPESslJaVv3749evQ4evSoApCvSD4AEAo3+QCIiMvlev7552fPni0pyBo4ceLE+vXrr1+/XgHIPyQfAAiFZ5gCyAa5UJKcnNy4cWNriMQeCT8SgRSAfMJ9PgAQyhlnnLFjxw79mgMmgIikpqY+8sgjw4YNsw/s27fvm2++aXUEByDPUOcDAEFt3LjRij00dQMQqcKFCw8dOnTChAmJiYnWwOHDhzdp0mTbtm0KQN4i+QBAUAsWLLBeN2/eXAFA5Lp37758+fI6depYQ+Sf9erVs3cBByAPkHwAICh78mnWrJkCgGypWbPmsmXLJAJZQ/bv39+xY8eBAwfSjBbIM9znAwBBXXLJJStWrNCvDx8+XLp0aQUAOfDuu+8+/PDDKSkp1pD27duPHz/e3hEcgCgh+QBAYCdOnEhMTExPT5fXderUWb16tQKAHFu+fPnVV19tv88nKSlp8uTJ9o7gAEQDrd0AILB58+bp2KNo6gYg99SvXz85OVmqeqwhkoJatGgxfPhwBSCaSD4AENj8+fOt1yQfALmoQoUKM2fOfPHFFxMSPCWxU6dOPfjggz169Dh69KgCEB0kHwAIjO4NAESPy+V6/vnnZ8+ebb/DZ+LEiVIjtH79egUgCrjPBwACSE9PL1eu3JEjR+R16dKlDx8+rAAgCrZt23bttdcuWbLEGpKYmDh69Gh7R3AAcgXJB0DckvSyceNGlS0SdebNm6dfV6pUqVGjRsHGLFOmTOXKlRUAZFdqauqjjz46dOhQ+8AHHnjgueee09df8otcAKpYsaIC4gXJB0DcksKE1Sd19EjJ4Nxzz1UAkDMTJ07s3bu3/T6fl19+uVOnTir/yHWf6tWrKyBecJ8PAABA/uvevfvy5cvr1KljDdm9e7cCkHtIPgAAADGhZs2ay5Yt4w4fIEpIPgAAALGiRIkSEyZMGDFiRNGiRRWAXEXyAQAAiC19+vSZP39+qVKlFIDcU1gBAAAgxjRs2LBs2bJ0qQ/kIup8AAAAYlGJEiUUgNxDnQ8AAACA+EfyARDn1q9fP3jwYGU2Hbn77ruDjfb666//9ddfjRs3vvPOOxUAxIA1a9Y89dRT8qJu3bp9+/YNMeann366YMECeSGjycgKQCC0dgPgFEuXLs2DB5sCQG6pU6eOjjErV6789ddfg422evVqHXuaNWtG7AFCIPkAcJCxY8ceO3ZMAUABccsttyQmJsqLL774IuDh68SJE1LhIy8qVKhwww03KADBkXwAOMiRI0ek9KAAoIAoW7bs9ddfLy+OHj365Zdf+o/w1VdfHTx4UF7ccccdxYoVUwCCI/kAiHMul0u/aNCggfxdsmQJbd4AFCBNmjTRbdgWL168evVq+1vyz/nz58uLdu3a1axZUwEIiR4OADjFlVdeuX379h07dowdO1aKCCVLlgxnqn///Xfy5Ml//fWXXFUtXLhw9erVzzvvvMsvv7x48eIKAPLEzTffPHDgwOPHj48ZM+bFF1/UdTsnTpyQf8qLKlWqXHfddfbx5a3p06dv2rRpy5YtJUqUkAPXRRdd1Lx5c+tKkGWhac+ePYcPHz799NOrVq1aq1atpk2bFilSRAFxp5D8kBQAxKP09PRdu3bt379f3/srcUWum8r10ZMnT8o5/pJLLrGPLMMPHDiQlJR06aWXWgPXr1//xhtvSOyR/JOampqSkiLlg3Xr1skMK1euLEUEGUciUIUKFRQA5DY5Uh09elSZx5kyZcpIfbVEmmPHjukqoK+++mrt2rUSZh588EH7UWjjxo1vv/32ypUr9+3bd+rUKclLO3fuTE5OlgoiSTX6riHtiy++mDJliowm48gBUz5OLg/JhKtWrWrcuLFc65GRy5Ytq4B4QZ0PgDjndrutF2edddYVV1wxY8YMucYp5/ULLrggxISSdj744AMpdkiBQy64nn322YUKFZJrqJ9//rlkJHnrhRdekPyjACD6mjVr9ttvv0ksmTt3rtTJJCQkyAsZ3qVLFzk6WaNJ7bTEHrlMI4c4qeSR2h651iMHrqlTp0oikgPXgAED5FAmY27YsOGnn36S4NSpUyeJUtWqVZOAJPOfNm3aP//8M2fOHBmugPjCfT4AnKVr166VKlVS5uMv5OppiDHHjh176NChYsWKPfPMMxdffLFc+CxVqpSUD5599lnJQlIF9NlnnykAyCu9evUqUaKEvJCKmkmTJskLqabu3LmzfZwJEyZI7Gnbtu2dd955/vnnlyxZsnz58lKV/fTTT1epUmXz5s0//vijHlMqduRvzZo1r7nmmnPPPbdo0aISkyRHtWnTRg5xO3bsUEDcIfkAcJbChQvrZ5XKlVEpIgQb7ciRI7///ru8uPrqq8uVK2d/S/JPt27d5MW6dev27dunACBPVKhQoXv37vJi7dq1cvyRqpu7775bjmnWCFK9s3TpUnnRsWNHn2nlIk6jRo2U2bJXD9H3Ou7atWvLli32MW+88cY33njj9ttvV0DcobUbAMepUaPGFVdc8cMPP8ybN69JkyYBO0Tau3evfhHw3dq1a+sXe/bskWulCgDyRIsWLX799VdJPvJa6mpOP/10+7t///23fjFgwIBgc9i/f79+Ua9ePak4kprtl19+uYaXHNBOO+00BcQp6nwAOJGUGHSbt48//jhgmzercFCxYkX/d8uXL6+7SLICEgDkjYYNG+oXuqd+u61bt2Y5eUpKij7oValS5bbbbtPdVG7atGn27NkfffTR008//c4772zfvl0B8Yg6HwBOpNu8vfbaa5JwJk+e3KtXL58R9B3AytZBgp3LJG/5dxELAPklNTVV/hYtWnTYsGHhjN+0adP69esvXbp09erVGzZskPofZT4jaNCgQV26dLn66qsVEF9IPgAcqkaNGpdffvmPP/44d+5c3fzdTvdYrcxandKlS/u8K3kpPT1dXpQpU0YBQGyQahxl1urs27cvzEZrUufTwiSvt23b9vvvvy9YsECOe998841ULum6cSBu0NoNgHN169ZNPwTj448/PnXqlP0tOd8nJBhHyBUrVvhPuGzZMv1C4pMCgNhgXbL59ddf/d/94IMPHn/88ZEjR+p/Ssj58ssvlyxZYo2QlJQkVT2PPvqo/ufGjRsVEF9IPgCcq1ixYnfccYcy63A2b95sf6tQoUK6Mf3s2bN1CxDLkSNHvv/+e2XGnlKlSikAiA2SfPSzfeQYJUcq+1vr1q1bunTp4cOHq1WrpofMnz9/zpw5P/30k89MrCa+1Gkj/pB8ADhazZo127RpE/Ct7t27Fy1a9OTJk6+88opcHJX88++///7xxx+vvvrq8ePHlVllpAAglvTs2VP+yjFKDlwrV66U/CPHLkk4o0aNUmbvLK1bt9Zj6g4S/vrrr4kTJ+pjmti9e7fUgSuz+/46deooIL5wnw8Ap7v22muTk5OtztwsZcuWveeee/TzTK32IVqRIkVuvvlmigUAYs0555xz0003TZ48+cCBA8OHD7e/JWGmX79+1o2LTZo0WbVq1ZIlS34w+cznlltusT8pCIgP7NMAnE63eRs8eLD/W3Xr1n355Zd//PHHDRs2bNmyRep/Tj/99PPPP79p06b6TmIAiDWtWrW65JJL5MD1999/b968OT09vUKFChdccMFVV11VokQJ+5hy6JOan3nz5u3atevgwYMpKSn6gadt27Y988wzFRB3XAE7bAWAOJCamhqwf4LcVa5cOR5mCiAatm7dKplE5Z9KlSpVr15dAfGCOh8AAAAA8Y/kAwAAACD+kXwAAAAAxD+SDwAAAID4R/IBAAAAEP9IPgAAAADiH8kHAAAAQPwj+QAAAACIfyQfAAAAAPGP5AMAAAAg/pF8AMSthISEsmXLhj/+9OnT3W63vJCpmjdvHuZUpUuXVgAQBSVLlozoIGY5fvz4nDlz9OuqVateeumlKlsSExMVEEdc+jQPAA536tSpokWL6tetWrWaO3euAoCC6eDBg+XLl9evO3XqJJd1FADqfABAk+RjvbYiEAAUROXKlbNeS/2PAmAi+QCAwZ58ihQpogCgwEpLS7Nep6enKwAmkg8AGEg+AADEN5IPABho7QYAQHwj+QCAgTofAADiG8kHAAwkHwAA4hvJBwAMtHYDACC+kXwAwECdDwAA8Y3kAwCG1NRU6zV1PgAAxB+SDwAY7I+84PEXAADEH5IPAAAAgPhH8gEAAAAQ/0g+AAAAAOIfyQcAAABA/CP5AAAAAIh/JB8AAAAA8Y/kAwAAACD+kXwAAAAAxD+SDwAAAID4l6AAwBnS0tIaNWrkCqJhw4bWmMOGDQs2WuHChZcuXaoAIL/17t07xJHKGu2XX35xBTd69GgFOIbL7XYrAHAGCS1NmjSRCKSyq3///kOGDFEAkN/27t1bp04d+auyq23btrNnz1aAYxQaOHCgAgBnOOOMM/bv37948WKVLdWqVZs4cWKxYsUUAOS3kiVLVq5ceerUqSpb5FD2zTffVKxYUQGOQWs3AM7y0ksvZftM//rrr5cuXVoBQGzo3bu3vaVuRB566KHatWsrwElo7QbAcUaPHn377berCNEsBEAMyl4jXqnBXrVqFZdy4DTU+QBwHLlKKjEmokmKFSs2cuRIBQAxRup8+vbtqyI0dOhQYg8ciOQDwIkkxkR0u86AAQNoFgIgNr300ktShxP++N26dbvmmmsU4Dz0cADAiSpWrPjvv//Onz8/nJGlSPHVV1/Ze4kFgNgh13FOP/30SZMmhTny9OnTy5YtqwDnoc4HgEM988wzYV4lHTp0KP25AYhlN9xwQ5iNeKUGO6IKIiCe0MMBAOeaMmXK//3f/4Uep1u3bjKaAoDYtm7duosvvvjkyZMhxqldu/aKFSu4lAPHos4HgHNdc801EmxCjFC6dOlhw4YpAIh5kmoeeuih0ONEeosjEGdIPgAcTYJNiHLA008/TbMQAAVF6Ea8PXv2jLRbd18ZtgAAEABJREFUSyDOkHwAOJqUEgYMGBDwLbmA+vDDDysAKCCkmnro0KHB3nrjjTcU4GwkHwBO99RTTwXssZpmIQAKnGCNeAcNGkQNNkAPBwCgvv/++86dO9uH3HbbbaNHj1YAUNBs2bKlZs2a9q4OGjZsuGjRokKFCinA2ajzAQDVqVMn+1XS0qVLDx48WAFAAeTfiFdqsIk9gCL5AIA2bNgwCTz69aBBgypWrKgAoGCyN+KVGmyp81EAaO0GAJYhQ4Y8/PDDNAsBEAfmzJnTrl07uYizZs0aLuUAGskHADzS0tLq1av36aefcn0UQBy44YYbOnXq1Lt3bwXARPIBAuB3ATiTy+VS8OJICMQCjku5iOQDZLD/HPhpAI7iU7ZwclGDIyEQIzgu5TqSD2DwOdNb/+QHAsQ9qzChX/j802l8jn4cDIF8wXEpSkg+QKZTu3Wyt5/1+ZkA8coqVdhfOLaQ4X8A5EgI5L2AxyXll4KQDYUVAJM7s/T0dE75QHzzSTuWhIQEPVx++M4pZNjTTkCKIyEQfcGOS9ZwRx2Xch3JB05nP9nrtJNusv5pb/wGIJ74pB2hX8hvX4cf5/CJPcEOhgpAlPkcl6yjkyL25AaSD6B8qnp+XZfa9vGTMtRlvmccYdzuBPOvHiKvZUyzWJQxJKzxA73rGZLluyqb44detvDmJl8g3XrX9l2M4fbXmcfX78phOt0zT+8Q613z4O07fsa7AcaX/xh/A76b4DI/K+y5eZfN5139rc1PUfbx9bf2n5ttfM/as4/vWYfm+tSfFWCde9eDz/jebRFwfL933X57nfzHf+P67opZ7FrezeQ7vv/m9r723UCZNr07Y5X67ioBN1Dkmy9jV8m8+cIZ3134rs7F3r5fFlkKGbqU78ByhhV4RNWex4+dCLTXmW3l9Z6fEGBzK/9jYOZdK93nqKLSfadyZdohI5u/y9zzw/1od4BDZULAj1ZBx7S9jmD+vqvR+9vJcqmsPdn+Cw29VPaDZ5ZLpezzTw/nu5jzzzgU5/r89boKf/7edWWMbn1WmFMZn+IKa62a2y4b87cdnbKeSrkLdWpUfMJzyntc0ocj8k+2kXzgaO7MHRvImT4tLS01Vf6YhR5zuCvdOPqkq4yzVLrPEOu1Pi8GGd8d8F3zk4O+6/IMcVtlU/v47szT2t91ZxRWAk/rHWIUEazx0wO8K3/TvBHFejfN826657V59PcZ3/Ou/HXLX/v4nneV9ztmGt/22u0/xCxP6HOS/7v6dXrIadPd5ucGHz/B+x3d9nc907qVfW4Z03rO5cq77azx7etTZcwtYyt7P8sozaT7bbv0TNP6bp2M8T2v3elulXla84Vt06fbZ+v3rjvAu+lB3s34Im5zU+pCgHf8jFXk+YLmkHTbhrOmtQ0J8jr4uyrkuwnB3nV5Npb9XWXOLd347acpp15Y9bkGZB4MVZq5eV0+xzodMIwjhssc4vIeJ80x05XPvuq27Wye3VLPx+/Y6H/8SXdn5PNgY7ozdlH9Iw3xlrXFM80kQenDlHFclb9p5kzc7sx7u8uzEtKsleAd0ztVxqHDczDMGDPT/O0/3gCHTeOzMuaZkPnXl+Z5bT/EmT9/z63bAQ8OZljy7PPmgUK5MzaKy2fMjPmbv1njAGROZduUvgcitzmWnmfmMQMd0LxrQI9pTJUQ6EillH3+xj+VZ6mCjGnbAey7nDvUVMYqs8a3Dv7KNqb3pJB5TNt6y3xMy9jf3La9SH9H62ThncqaZ6Yxrbkp/bXNQon+kVoHJWJPtjmrNh8Ixn6ZU9jeMA4w5lHJPMoY5SFlli6VvrDoedflOd4aRzFrfLdnfJc3QwWdVtmnddumddumddumNd72Tuv2nVZ5p3X5TevyTuvOmFa5veU822cFnlb5TusOOq3bM61Z0rAPyfhcc7jP+J7XLm/nKxnvei9x6TY55jf1hISMaZVnWhVqWhVwWu/4bvv4yvtZenlcftO6MqZVQZdT2aZVtmltRTfrxO4tJfhPq6xzodt3Wu9yemJPxrsqgt3AdxeKZDdQyr4bBNyULuUOvBvYNqUrwKYMthuo4JtSr+rQm1IF2JR6ZClhWE28nNO+y525lxe9BozClt6NVOYjofdXr5Qt2Lu8u4LnP0oF3azK2qn10dJvV8y8iV3Ktg2sMVWmze3ZRa0Pt7+l3L6LZx20M/ZM70FDBRjTtod7v7LL/yu7rYOzy3YQtlaO57VnzBBf2dxLlfWdXbYTR7BVah3b/E9GKuNgqPy+o305/eYZYLP6rjflOWLkaL15v6Nb+W1W+3pzhbneQu0qAb6j21ryHKw32+4Xar257evNHXK9eY/G3l+l0scl5xyRooo6Hzid2+8yp5V85Lhz+mkJZ1VO0MdVl+cobV6KMw+Znn9afz1DlHVx0eWpJfD8Mxem9ZlKuT0FB2s074XJrKd1Zx4h2LRu2xf3jhN4WvvCe08WLp/v6D+tz7r1fmiAaZXyX7CcbJesp/V8hZDrJxfXbYhplf/AsNZtwMWwj5Zxts/4iFBfwXfajH/q+XiCZzZ378CbwDatOY4r0+4RbBPY5xN0WqMYcvRE2h9/613OuvahW5XYsp8juL23+ugjoXWZWdZdYnFX3RqFAu51mVZpoF0r4KZxZdo0Ga+D7QbB9vZgu7rL5xgS5mytxfDdvYPMVvkeiLwj6CEZe13Avdrl9/VV5l9HkIOAz6p2BzgQ+W8a/4NtxjrJ3ucG2sQBPlf/M+DnZrFWbSvWHc7n+u5ambdFgH0g9K7onUmoHdj3qOj22wcC/kwy7TOZd2Dvd0xNS132p1Ken6T8GF3e236cdlzKdSQfwOATfnR1qByserYt9nafUgpAnEpN3njg4rv1a13CsGKPNY5ziho+R0Ld0EyOhLXOLLRwRHkFIE+4D/67t3w3MwR5fo/2Wmh9RCICZQ+t3YCMK51uW2fWSnlrrgHEOc8P3Z25EzNHtS2xf2XrYOh5SwHIey5vnU+6vbWbcw5KUULyAQw+4UcP9N7wACC+eVvaZ6acyu9ICCDvWYcgFwelXETyATz8SzxurnUCjuBSGTcTu/2builn8K/28QznSAjkg4y6aP+KaFJQtpF8gAw+JR7qfABnCBB7HF6wsB8MORIC+cHq7y7AFRlkG8kH8MXBBXCYjJI9gSfzv60/APKYt7dyfoK5iuQDeBB4AKfKuLbq+TcVPu6MPt2p8QHynjvzfT4KuYTkAwRF63bAGaxrqwiAIyGQ92hlGiUkHyAo4+FjCkDc44ceCiUwID+4qXCNBpIPEBTP8wGcgR96KORCID9YfU7yE8xNJB8gKK50As7AtdVQWDVAfsi4z0ch95B8gKBo3Q44g4urqiFwJATyA4EnKkg+QFDU+QDOQMk+FI6EQH7w7XMSuYLkAwBwOIoXQfA8HyDf8DyfqCD5AAAcjmurQfA8HyCfuLnPJzpIPkBQtG4HnIHn+YTCkRDIe7QyjRKSDxAUz/MBnIEfeiiUwID8QJ+TUUHyAYLieT6AM/BDD4VcCOQHnucTFSQfICiudALOwLXVUFg1QH7gPp+oIPkAQdG6HXAGnucTCkdCID8QeKKC5AMERZ0P4AyU7EPhSAjkB/qcjAqSDwDA4SheBMHzfIB8w/N8ooLkAwBwOK6tBsHzfIB8wvN8ooTkAwRF63bAGXieTygcCYG8RyvTKCH5AEHxPB/AGfihh0IJDMgP9DkZFSQfICie5wM4Az/0UMiFQH7geT5RQfIBguJKJ+AMXFsNhVUD5Afu84kKkg8QFK3bAWfgeT6hcCQE8gOBJypIPkBQ1PkAzkDJPhSOhEB+oM/JqCD5AAAcjuJFEDzPB8g3PM8nKgorAPkhOTn5jjvu8B9eokSJChUqVKpUqXr16q1NKjwNGzaUv6+//nq7du1U5Nxu97fffnvRRRedffbZCrnn5ptvXrt27e233/7AAw+o2LZz58758+dfd9111pD33nvvww8/rFmz5hdffKHimXltlY6t/eXJ83wuv/zyQ4cO+Q9PSEiQI+Hpp59+5plnNmnSpFOnTipfHTt2rFWrVvJi+PDhsjwRTXv8+PGePXtu37795Zdftr7Itm3bunXrFuYczjnnnK+++kpePPHEE7Nnz7b+GdAPP/zw1FNPyYsvv/zyvPPOU7HE/ziTK+bOnfvoo4/Ki0WLFhUunJ3CbaydBG19LHFpJjdR5wMElS+t2+UEKafD33//fdq0aXIcf/bZZ1X0yRldzsoDBw48fPiwgiNNmTLlmmuumTNnjnIiYk8o+XWfT3p6+q5du+Rg+M0338iRUA5QqsD673//K7FHOV7MHmdi8CRIK9Mooc4HCCpvnufTt29fuchk/fPEiRNySWzDhg1yhkhNTf3++++bN2/euXPnLOdz6aWXyt/y5curyMlBf+PGjQoOtmrVKtnffAbK5XbZr+SKu4pzxJ5Q8qYE1r179wEDBtiHpKWl7dixQ5KP1LHs3btX8o8cDK+44gpV0MyaNUsW3n94xYoVpVrVZ+Djjz9+5MiRli1b3nTTTfbhxYsXVwVfwONMLIjJk6CbzleigeQDBJU3z/M577zzdEM1H9dff/0dd9zx77//fvHFF+Ekn/fff18BuaqbScU/iheh5NeqKVSo0JmmJk2a3HDDDQcPHpSDYYFLPnIl66WXXgr4VrFixfwP/kWKFFFmKAp4XoCT8DyfqKC1GxBU/tY1n3POOVdddZW8WL16NY3QgGjieT6h5PuqkRjQoUMHZd4eKbXiquBIT0+XiqyjR4/ee++9OtIAYeN5PlFBnQ8QVL4/xaJ69er6xd69e8uUKSMvevfu/ccff7z55pulS5eWSh4JRRdccIHUDrVr186nh4NFixb17dtX3wU7Z86c77//fs2aNVKDdNFFFzVu3LhHjx5yuVHPXM9Tv9adLtx0000PP/xw6GU7duzYxx9/LBOuW7euVKlSderUad68edeuXV22XjjnzZv30EMPnX/++aNHjx42bNiMGTNksWvXrv3CCy+MHDlyzJgxN5nefvvtBQsWnH322a1bt7Z6fTh06NDQoUNXrFixe/fuokWLykwuueSSXr16lSxZ0pr/yZMn5UPlxc8//ywzHz9+vKyoevXqPfDAA+eee26wJU9NTf3xxx9//fXXv03KrHarVauWVG7Ypwp/BVr27Nkj62ThwoXyQhZYtsiNN96oIiGXh6dNm7Z48eJNmzalpaWdfvrpl1122S233CIlP/to8pas0lmzZskHSUFQVqmsf/mspKQk+2gjRoz45JNPunfv/uSTT8ralq+8du3a4sWL161bV1a1dZu13kzWt9Y7kqxSWdX+PRzceeedslFeffXVpk2byruyB27YsOGMM86QeV533XXyra1Pl7iud0UZzefqtXUv8vz58+2r0e12y0ZcsmSJ7FTyveRLyUaXPaREiRIquqjzCSUWnucj+5h+Ib9xn+aXW7Zs+eyzz2Tf/uuvvz0fnuwAABAASURBVOQnILvN1Vdf3aBBA/+Z/P7777Nnz964caP88OUII79u+cm3bNmybdu2/iPLDOXnLFnr+PHjF198sYzWsWNHFaEPPvhADpJy0JAfjsxNxR59lJAqtfvuu0+WUH7df/7552mnnSaHVjkaywsZR37+v/zyi3wR+SXKb/zxxx/3bwGb5Y83xHFGDwx/68hnyTFcjsyyjeTMKKs3RLOI7du3f/311+vXr5fZ7tixQ/YQme2ll156zTXXWFk09EkwnDlEB8elqCD5AEHl+/2FW7du1S+sCKTt2rXrmWee0dc+ly5dKqXwEDOZMmXKyy+/bP1zgUkGfvTRR2XLlpUhUm6WuLJy5Ur9OjExMcv7OuQk8dRTT8k5QP/zyJEj8lpOWjLbl156yX/yt956S3dDJKWWQoUKWWcLKcHL2UXOlMps/23d77R8+fLHHnvM6u5JUtYik8xEvrh/f3dyFnzllVf0azm/Pvfcc8GWXKKL5BnrJKctNcnZXWYuJzOfSbJcgZosngQMubir/7nCJAumexlyhfFYBpnt008/LUtoDdlgmjp1qpSfJH7ogbIOJdpJIc8aTX/WxIkT7777bilg+cxWSgkDBw789ttvrSGSr3744Yeffvrptddek3+WK1dOzuKbN2+WOUs01R+UkBCqRYCkmnvuuUdKSPbl/N///idrIPTeGIJ8+rPPPisbwhqiN/rkyZMlKksCVFFE8SKUWLjT2joYVqlSxT5crhTI5R6rIugv0zfffHPllVfKr8l+b4zE9UmTJtmnXWWSOcjIgwYNsr8lgd9+B47+1ctxSf/TFd5TVuSgKvORkr380EL/oPKdrEA5dFhHFVnbEmPkEDF27FhZaaNGjdLD5VAsVyv00cZ+OSacH2/o40z4W0cWVQ7UcvXEWiQ5oMllIF0rqDJvHbliJQsgJxpryEaTHADl4yTp6dwV4iQY5hyigz4no4LkA8QoiTe6tFqtWjWfPjrlPCRH2/bt28tpQ66x6XqPgOQEJqV2ufbWp08fuVYnJX599U6uXcmJTQqvMo5kGDkV6RoAKblKnYkKSeoZ5OqgnH5kEqknkdnKNVGZ87vvvitnjgEDBnz66acSb6zxt23bJlfm5BKsXAWU0ey9wU6fPl0K+m3atJHKDfki+tqeBB5ZJPlboUIFOZteeOGF8vVlwv/85z+yTmT+kn9kndgXaciQITVq1JDzqwQwOUWF6OZh+PDhMis5yd1///2NGjWSs698dzlhSwFFTp9SmSanT/uZLJwVqEeTy5lSmyTXAmXhZUyZmxQOvvzySz2CO6uz1759+3TskQo0eVG/fn1Zh7Jgsq3/+eefRx55RC466jHlNCwFFFknEhpbtGghF2XlNCz1YzKy1KRJuVA3krTIhCkpKZLoJJPI1UopjkhtoUwiZYVly5bJdpHAKUMkOkp0kbUtq0hlRVaU7Hv9+/eXWh3JsRLw5KOlCCIbQi63Z+NWbFk/sgJlP5HdTyqvpAZJCh/yNSVeSh2axOAJEyZUrVpVRQvXVoOIjef56DAjL2RftV9ll8pYKRPL/ibX7GVXlFoCqSKWHUZ+Nd99953UBsieo8ecOXOmLljL/ikHLvmFnjp1SmospWQveUZGlkOZVU0kB14de6644gq5miDVTfJ7kcs3MhM9gjuMwqhcBJGDlYz5/PPPR3PXzR2yeuXwdfvtt19++eWytHJwGDx4sBxvH3zwQbkyJTVCUnUshya54iPrVg5TcsC0uqMI88cb4jgT0dZ54403dOyRC0AysoQoqSySo7T/1pHTgeweckaQA7gsmJyA5FqVVN3It5DvKxdrpKow9Ekw/DlEB8/ziQqSDxBbpJC6ZcuW3377TU4tutLj1ltv9RlHhssB196yKMTcLrjgAjlX6SjSuHFjKe7fcsstcpaSs4XKFikBSOzp2bPn448/rofIuUeKHc2aNevVq5fMedy4cfIR1vhSI9SqVSuZyn9W8kWk+O7ThZHUGslJqESJEp9//nmlSpX0QEl3Mtvrr79eEoKcO306RJJvJyvEv/mZj/T0dLmAp8wmW1azOn0LtdSqyQlMIpycbu1Ns8JcgTKClBvkIqhcApSzvgw5++yz5ZQvk8tVTxUGiYtSnpBPGT16tPU0CYlhtWrVkjKHnIAlVUqRQuLW4sWLlbkVZIXr0WQJJXZK4UMuS0v2kLWt20ZaX8HeckMCs1x57dKli5QtpFQRsFFQlmSe8kGSu/Q/pUwg2VW+78mTJ2XNSClBRUjKPTKhFCxkyxYtWlQPlPkMGzZMkp6UROWquXyiihaurQaRJ8/z0fQ1CJ+BsqclJyfLoUCOOXLB4oknnrDekp1NSufy4sUXX5Tyuh5Y3SSXV+QAJdcdpCyra5JnzJghf+WCguxO1hzklyI/9s6dO0tKkY/WvwUpN8uvSV60bNlSKiL0mPITkz3z5ptvlsKuCo8slSQHuQwhvzgV8+TwJRnv3nvv1f+UY44c3+RoKbHn//7v/6wAeddddx08eFBW7K+//mpNm/Mfb/hbRy4DSR24vJDDnWwOPaYciD755BNZTp9e42bPni37j1zJkk+X2GYtmJAj6jKTCinnc8gJnucTJSQfIKi8ad1uNX0OSMqsckD3GSjXIMOJPZpcDbXXwEjpQY7acqLav3+/ipyUP6SWX17cdtttPm/JlVcpZ8hVPTkz2ZOPCPFwVZ+emg4cOPDTTz/JCzkHW7FHk4ttUlEj1/bkLChnHSlqW2/JmS/L2KPMxnVSiSRXha1ykkVKNvqFhB+ft7JcgXK61cssV0x17LFPK2vD3lIiGKk2kb/XXXedz0P05J9ybVXWrV4b+sqolMms2KNJDYwE0WuvvVbKJXJBVC6d2t+V8or9n1KZJlVkf/75p6xtlS1SV2bFHs1KUBJNVeTkGqoyy1tWycnStWtXKTzNmzdPVrgsuYoKYk8oeXMk/MkU7F0J81Lra/1OhdQnSLSQyw3+P+ezzjpLfqRyoJAKT518JJw3bdrU/5meUqiVkeV6h/XDX7VqlcxWmVUK9jGlllUuQkkFjgrDtGnTpNAsB2qpQFAFhM8VKDnF6OtEVsDQLr74Ykk+mzdvlgtJuq1aOD9eOSzoW4YCCn/r6D1ENrokW/uYcjqQkKmXxCIBWA74chHNCi0WyWkSWvyP9j5yPoeccFEXHR0kHyCovHmeT0ByZK9du3bfvn2tuzvssmyQZudzj5Ay21sr84qpipwUC/SLK6+8Mtg4O3fu9BkSbIGlNF+5cmX7EOthf/rxRD6s2pitW7fak49UhqgwFClSxOf6q+QEudL8999///zzz3qI/7MmslyB69ev1+c/KRP4jClFn3POOUdGUCHJMujCVsDaEilSWK+3bdumgqycatWqycqU+ehxLJIYpVLOZ2R9h1L29gH9WT5D5COkGCSFoWzMU6bSl9JfMgUbTSJr1JIPxYtQ8vc+HznUyC+rdevWPv186NvM5LcTovdn/bNS5qHDPpp+bJpYtGiRVCMo2w9f1+VKmdu/IO6T9oORo9Prr78ul0vkbzQ65wjzLqOIVK1a1adwry/iyGf59Juiv5HUjOnkE+aPVzZEiOQT6daRAOzftYBcDPJJPuearH/KTHabpK5bt5fL8slCOZ9DzvA8n6gg+QBB5c3zfHyeZCrnFTnUhr5TIsQpxJ9PcUGZbcNUeE3V/Vk3tYcg561jx47Z75bxXwbN/4tYqcnndKvJ6VnOxLLkUrhv1KiRNTyiArFcCR4/frxUd8gJ296dgOa/WrJcgXIi1C98Kqk0CT9ZJh+r7sUe5/wdOnRI5wqrnysfstL8k0/Ala+/gpRaVLYE3ANlnukmFSHZEOEUIKSMq6KF4kUoebNqfJ5kKhUFb731ltQt/PHHH1LZ4r8bh3Mssu8zclVlzJgxGzdulBf+V2cse/bskb8+V2Q0qXeSI3PobrVlT5Z6HhlHDuzh18xHRGeP0JcYrO5hfGqhQ8/Tn0zuc5epjzB/vHqthhDR1gl2pPUfKNekPv30U8lLcpHLv6ViOCfBnM8hB3ieT1SQfICg8uZKZ7AnmYZgb3yVpdztU+jUqVPKbNgm5ZLwpwq2wP7nVGvMgAVol0lONj5fKvwVIuewYcOG6ddy+pTKoipVqpx11llNmjQJ1gN1livQugQb8FqsfzMJf1YrkdBXc0OvHP/RtGh0KhXRHujPp/mf3qnE2LFj69Spo/IB11ZDyZcaH6lgkUv7knkk/Nx1110jRoy48MIL7SPoAnfLli3ffvvtLOcm1zv69++v04JclJFaU/nhn3nmmZdddplMblVlK+9vMNgvUep7Q5TLhVQg684qh5v8R3jWJAef6dOnq2zRhxSrG8mArMhnv+UvhNDxJoRc+fHmytbxr9mWldC7d2+9veQLyu4k6UiuLtWrV2/ZsmVW9zMh5HwOOcPzfKKC5AMEFQtPsYg1uumXXNH0udMmt1h3uciVP/8u2uRDdaE/e62e5AQ2cuRIedGmTZt+/frZm7Fl764nzaoAkWX2X7DQ5SRNzvG63YiMbK8A1P755x9JGro5inzWvn37rP7Efejanqg1CYuMlbj8b3M6cuSI/Z+SPPULuaSaT8mH2BNKfh0JZU9+5513brvtNqmblZLx559/bu/SWv9+7d27ByPXSl5//XUpWMvhRVLHxRdfbC86SwW1z4cq81ATcD5Z1l3kAf17OWjSLW/96eUsW7ZsmHU+OVwYlYMfb0RbRx9sA24d/4G6x85ixYo999xz7dq1s9+GpPuJyVLO55AzHJeiIqY7mAfyVyw8xSLW1KhRQ7+wuhC1e/rppzt06GB1BJQN1apV0yXmgPc6624AlNm5rYrcDz/8INeJJUUMHDjQ5+4dq0FaNhprnXvuubp/BesRExa5Lmu/YBmMLJKOkUuWLPF/Vz9lSHdnp2+wCbhy5Cvouxpq166tIpfrNw9YDfEPHz7s85ZPoxFJdLot06xZs/znM3HiREmq119/vU9eylUUL0LJxyOh/Lj69u2rzIK+/BDsb+mrJHK5wf8nJhUR3bp169KlyyeffCL/XLNmzcaNG5XZncwll1xi39WPHz++ZcsWZfvh65olubizaNEin9kuXLgwy95KkpKS3gtC16vceeed8lo/Sit7rPsJ7Q/pspOFnz9/vjJ7S1NRFuaP1zoI+B9nIto6uouL3377zf+o4r+99PqRT+/UqZNP7wv6EJRlW7WczyFnzD4nkdtIPgAyWltl2WJbrvDpc48UKXx6BpPaf4lDUnmSvZK3JhlAP5Duyy+/9LmvQ4o+uhwjsSfYlc7QdGsKOVf5n33Hjh2rX2Qj+RQvXrxly5byYvz48T49m02ePDn0XQEW/SiJ7777zufWoz/++GPt2rXyQndgJYU5+ZucnGx1yWAttu43XEpXemEipfeBXLxhV9Kgvt68YMEC+/Ddu3fL1/QZWX99Ka7Ze8tV5h1QH3zwgawTuRLv35ol91C8CCLDJPq7AAAQAElEQVQGnudzww036C49fv/9dylJW8OlSK3vhxw2bJhPIPn000+l/lMuBOiQYN0S4//rluOM3uettyQt6MOL7Hg+s9WPYw6tRIkSDYPQhx25eCSv/XtDCZ+kQR02pAbb58elzNQ3ePBgffCUVaSiL5wfr9Xozv84E9HW0V3USCIaM2aMfcyUlBSfB6HKJDJQBQonK1as0D0l2Lev/0kw0jlEAc/ziQqSDwCjabWuaZkxY8bSpUs3b94cYmT9GB85n910003z5s2T05ucZaVMoIdXrlzZ3hdZNsiVPynQyLnt5ptvlloUyRKHDh2SE/wtt9yiU0GfPn1UtujGGHI+e+GFF6w7gOX73nfffdb1Qp/GFWGSOUjkkGl79+4ts9JdvcnKef/998Ocw+23337aaadJTHr44Ycl4ymzmdz//ve/Rx99VJndguuFl8offdv0E0888cUXX0jxTiZZvXq1rBNd7JD5ZO+Z4vrmAUlZUoKRdZIrEUhfcv7666+tQsnKlSvvvfde/65g77nnHl3cfPDBB2Vfkgv5sq2lik9Glh1A8rCsYRVFXFsNIg+f5xOCVNLqatV33nnH6q5NytO6u3bZXWU/kWsE8gOUms+3335bV5C2aNFCR6ZatWrp45tM/vfff+vJ//nnn5deekk/ukfZfvgypu7PWkq3sjfKL0L/FmSeEd3cGD3yc9AHW/nt9+vX7/777//888/lZysXFCTy9ejRQ3dxJr8+n4caR0lEP17/40xEW+ecc87RQWv06NEyvtQISSyRdx977DGfOmGZpz5mygUpXQOmzMtnH374oSyn/qf9QOR/Eox0DrnOzX0+0cF9PkBQzrnPR0rtUkSQw/0kU9u2bd94441gI9etW/fpp58eOnSoXLz3eRiRnP+GDx/uf39ORORy5n//+1/9PFNd7rfIZblnn322cePGKluam+Qc9tNPP0kh5rzzzpN0oWOGlBIkwsl5d+vWrSpyZ5999lNPPfXKK6/s2LFDN87R5MquXOz85ZdfspyDhD351hLJli9f7tP19plnnmk9RUQuG//nP/+RgqBU+7xpso954403ZvuB4o0aNZIzur6hQv4psSpgj+oRGTBgwK233irVgK+a9EAp+kiRRYpr9jGl2CG73KBBg6Qo87rJeku3TszG01EjwfN8Qsn3I+EZZ5whPyvZ26WgKTuDvltP9OrVS37CUhEkF+DlooN9EqmatnY5qXuUyeWQJeVpuS4jtS5yLV/fFFepUiWpo5ajgW5Vpf3f//2fRPRp06YtWbLE/jSbnj17SoE+mn0MhktqgF9++WX5mRw+fPhXk88IcpAM+PDoaIjoxxvwOBPR1pGQI7FELveMNemBklLkkGLtGJqcPuRKkFSCyWfJaUWi8oYNG+TKl5zvrr76arkis2fPHqsb0oAnwYjmkOt4nk+UUOcDBJWPz/PJe1LslrOOvo0ky0eyXHvttZMnT5aihpxfS5cuLQULuRQnVUBTp06VFyrHJJ/IZUu58iov5Hwj55WLLrpIzkBffvlliOcIhUNOZnLilGoTmadcd5QTsAQ5KaDLBd0mTZoo261EkerWrdvHH3+saznkvHjhhRfedtttI0aMCP8OYykfTJgwQQoB8q0lQ8qEks0kychlVHsHcdWrV//oo48kC0lAkteSBqXoIGW1UaNGyXk627frNGjQ4LXXXmvYsKFcXJd5Zvshp3ZVq1aVTSb7iXw1iXZycVcuQsvC+3TSpcmqk28qWbpVq1ZS0pVlkMh3xRVXSCmkc+fOKrooXoQSC3c83nDDDXq3kVK+1IXqgbKTyI933Lhx119/fb169WQfkx+OjCYDpU7A3lOzJPDBgwfLTi7Hk02bNknBWkrYsmdKybtr167KrI20d0Yiv68XX3xRd6ggx4rLLrvsySeflJoWV8zUDUrVh5S85ZvKl5LfS5EiReRQLIffjh07yuUnOfKEfjRC7gr/xxvwOBPR1pFNLMcQqUfSX1AmkSpx+co+D8VW5kU6mYO8m5SUJFe4/vzzT6lXl0OQVJFJkpFUlpaWZr850/8kGOkccpub2p5ocLm50AUHc5vkEo4cv06Z5GrTkrWpXQcV0+8/fF2Jt/pk3SsxgAIqNXnjgYvvcZnh59TNbd3/vUPKZEVMkmDlWrLLS8Uv+5FQpHjVvLv4CeNOB1X/3EK/vZ+julwA4XMf/Hdv+Wv0cSmtXb3UMY/prCjHpUImJxyXooQ6HyAo+nYDnIFrq6GwaoD8wH0+UUHyAYLieT6AM9CePhSOhEB+IPBEBckHCIo6H8AZKNmHwpEQyA/0ORkVJB8AgMNRvAgiBp7nAzgVz/OJCpIPAMDhuLYaRGw8zwdwIJ7nEyUkHyAoWrcDzsDzfELhSAjkPVqZRgnJBwjKUc/zARyMH3oolMCA/ECfk1FB8gGCkiudHHUAB+CHHgq5EMgPVp+T/ARzE8kHCIornYAzcG01FFYNkB+4zycqSD5AULRuB5yB5/mEwpEQyA8Enqgg+QBBUecDOAMl+1A4EgL5gT4no4LkAwBwOIoXQfA8HyDf8DyfqCD5AAAcjmurQfA8HyCf8DyfKCH5AEHRuh1wBp7nEwpHQiDv0co0Skg+QFA8zwdwBn7ooVACA/IDfU5GBckHCIrn+QDOwA89FHIhkB94nk9UkHyAoLjSCTgD11ZDYdUA+YH7fKKC5AMERet2wBl4nk8oHAmB/EDgiQqSDxAUdT6AM1CyD4UjIZAf6HMyKkg+AACHo3gRBM/zAfINz/OJCpIPAMDhuLYaBM/zAfIJz/OJEpIPEBSt2wFn4Hk+oXAkBPIerUyjhOQDBMXzfABn4IceCiUwID/Q52RUkHyAoHieD+AM/NBDIRcC+YHn+UQFyQcIiiudgDNwbTUUVg2QH7jPJypIPkBQtG4HnIHn+YTCkRDIDwSeqCD5AEFR5wM4AyX7UDgSAvmBPiejguQDAHA4ihdB8DwfIN/wPJ+oIPkAAByOa6u+XK6MR/mwaoC8Z3+ej4sDVO4h+QAe/kcWWrcDzpDxPB99HHB4OcPn63MkBPIerUyjpLAC4OXy8vxTufYeSk/emKr8r3pKOcnlvVIcqFRgju8OMtwzC9/hbu+N1hnzDNqtdhjzz2I5w52Ddxz/XGjOOfQSZpqDCjp/l+ebugPcap6dNRnxcgb44FDrIcDobleQu+TDXk5zI7lzssUzLZYrwLAcL6SenSxkjnZ7V4CdKrLdPryNFfTnmWk9pP25NWN5XE5/hJc989iPhMdPuoMdCcPfGcL6TXl+rSF21KznGf7BJOw9M4IfZviHjvB+L4HmGXKpXJmnDTRPl+9vJNyjRJYHMXOeYUwbaKkyD8nqmBD+oTWc40CgebpC7qKBhbs/ZHVSdh857rsMVPvkEpIPkIn94CJXOj+bdfLzH07o45HLLPSZR0B3xhD761x/13uEDfCubUg+vquCL6fndZC55fBdFXw5Q01rPJs2yLR+WyTguyrkZyXkYFr/5Qw8bXjLGXoVZXNTZrmTZGs3yP1NmZ1pXfbiBdU+PteAZNWs25pW/679mXaVAHusd616d5UEFXrTyJj6nyE3ovyyXG4Vxpgh9vyAi5fpI6whwcYM9MO0janXjN9XzviOmb6y/Ycc5NcUfJ6+r21f0zhrBV+Nvsvg/Y4u/3Xl8x39hke03kIcoML5jpHsKtZ6y3pMlekrhziy5fJ6c4dYG96N6BluHZfcCQkJSlEjnTto7QYYXDb6EGMM1Icg8zKwt97ZPELqo4/9XZd1sPJcNo5wWrfvtOYyuT3HvszTZh7fPDJa09rHd3uPj8brKE2rh7szjtG2ac3h5mHcbfss22vzE92+7yplXg3zm1bZxlQqY1oVZNpM4xuf5R3uO61n+ZWudfE07PGZ1lwS8+v6TKusaV3eaW1LpazvqKwhgae1jW+eTb3TKmtal218XcAJMG3Gu559KIJN6bZvypDTKr9dyLt67ePbN2uI3SDIpnQF3ZTu4JvSZ7MG3JSuIJvSuzPLz99e6FdOKmfYy1WZa7+V8h4lrF0l0B7r3c29RznvbuOzaaw9WXkOnL5HpMy/dL23epfRO6bKNE/vL8X6cOstl89bfgde+483088n8wHc2uvsBwTbmCrzV/Yug/L9yt6pXPZV6newUlZtgCvoV7ZeK2sVZR5TZf7VKO93VLZDhPdEk2mT+R9MXNlcbxnf0bbeVBjrLfJdxWe9qYjWm/I9iauMo0fI9aYiX2/K56STsTZcnjrnTD8x86MS/A9Nzjku5TqSD+Dhn3ysI6n5xzoGqYzzsPnar3jqHd96V2Ua3zNvl/eo6i0cWEVbt7KV6mynf/vJLWNaZZ/WPn5G6dA6wPt8lrfMGsa0Lu/nqsyf6z2fua1SrDWt25rWZVtOV8bn2krMtneV8pQq7GVfe8nDc05128e3XrusaZXLPm3GJ/pN6848rS122qc1h/hP6z1X2aa1LVWm8V32d12ujHO59z/e8a2dxXO+9HyutRn1tMo+bcb4nhOrZz7e3BVwU/rvQirr3cBnl8u0KW2fZd+sYe0GymdTZkyl3Jk3pSv4plThbUoVaFN6VqfLXsJwYNnCWgOaHuipcMlYaSrzKvVOq7w7su+Rx2fT2LatPnD6HFVsm8wqZ9pKgSrzbqbsvzvvjpTxo3MrlXEYdyv/A6/P3mL7cWU6+PvsdZ7vl/Gjs36HVlAL8JXt87QOvD5f2b5KrTUb6Ct7v6PLOji4M68cZf/VZEQCT8jJfKJxe7+jbb3ZltZvvbnDWm/WUUXZ15vKznpzZ15vKtB6811todeb8ltvLt/1pnzWm1v5n6Bd4aw35bfe7N/RO2ag7+jhf0UG2UZrNyBT5ilUqFCV8u7b2qcLt/6fHInS082jrzvjVOx2206aVs21JwxkvGsOV9a7tvpxz3wyLhGF8a5n/t6jvL7c5baHsYzLYz7L4I0otnf9PsXlctm+i883dbvsZyb/d21Hb+X7KZnWjFUYDrYMWX5KgO+S+V0VYBl8PsW7WcL5phF8SoB9QIV+N+g3zVhmFXIZ9BIG/pQgMww1SYAFy7zrRrJju70r0/fd8FaO9Sn2qjPv1QHj3TS9y2Xx8/H5lIxlkLKEvGteTTWuqRpli2YXyBHAHnvsf+ObFXTtB8Nb2rlPpKSFcSQMthH999Usf+MqyE6VYPs96uNhgs+vwDoaZ/64jA8NsGdmLIb/h0bwdUL+IrI5Z5XDJXS7v/pqvF7CShUrXt6unQp6usnRd1dZLKH/JnaF3jqBTkYZmzhHW8d24g783V0q0JEqwBIq6/JSxinJle7OuIKZxXcPdKzzDLGOSy5VyLwA4bqgur4S4bJRzjguRYN1iQ5wIrdXuiktLS01Mxmi37J+KfxkgILOKjdYRXxRODM93F7OiGNWq8JwjoTWyAqx7fzzz9cvGjZs+NlnnynEtjCPS/YUpBA56nzgdPZjjXW4sd6S19bJnjM9EDf0jAS9UwAAEABJREFUD18XIOyFDPnr5FJF6COhdQ2Ig2HBIluzWLFiCjHPKpDoeFPIxsmtcHMXyQcwWCd7+z852QNxzF7K14UM66/TChmujHu6PKUun3/qw6D8VRwJCyDZiCSfgsLnuBTwoET4yQmSDxzNZe/Wxi/56DO9vbaHUz4QB6xyg08hw/7CgWUL+2qxWvrJMdBKPhwJCyjZgkWLFlWIeS7bDTz2I5K9kZtCzpB8AA+rrGOVhOyN3DjTA/HH5cextxHbLwNZdT4+B0PFkbBgko1I8ilA7AcfK/8487gUDSQfOJ0r03NIPKd8PZAzPeAEPuFH2UoezmTPPy7bU5UUCibZlEWKFFEoUAIelAg8OUfyATLCj73lG+06AIdw+XVgbW/3pRzD5zKQT+bhSFigWf1VoKDguBQlJB/A4HPKV7YjC+d7II75lCECHgScw2V7qo99oOJIWJC5bHexokDguBQ9JB/Awzq7BzvicOIH4kbo0gNN3YLlH8WRsGCiuFxQhNhSbMRcQfIBMrEfWXxO8Bx0gHjFr9sHR8I4w1YriNhq0UDyAYLioAMAHAkLOu6MBywkHwAAAADxj+QDAAAAIP6RfAAAAADEP5IPAAAAgPhH8gEAAAAQ/0g+AAAAAOIfyQcAAABA/CP5AAAAAIh/JB8AAAAA8Y/kAwAAACD+kXwAAAAAxD+SDwAAAID4R/IBAAAAEP9IPgAAAADiH8kHAAAAQPwj+QAAAACIfyQfAAAAAPGP5AMAAAAg/pF8AAAAAMQ/kg8AAACA+EfyAQAAABD/SD4AAAAA4h/JBwAAAED8I/kAAAAAiH8kHwAAAADxj+QDAAAAIP6RfAAAAADEP5IPAAAAgPhH8gEAAAAQ/0g+AAAAAOIfyQcAAABA/CP5AAAAAIh/JB8AAAAA8Y/kAwAAACD+kXwAAAAAxD+SDwAAAID4R/IBAAAAEP9IPgAAAADiH8kHAAAAQPwj+QAAAACIfyQfAAAAAPGP5AMAAAAg/pF8AAAAAMQ/kg8AAACA+EfyAQAAABD/SD4AAAAA4h/JBwAAAED8I/kAAAAAiH8kHwAAAADxj+QDAAAAIP6RfAAAAADEP5IPAAAAgPhH8gEAAAAQ/0g+AAAAAOJfggIAAEBB07t3b1dw1mg///xziNFGjx6tAMdwud1uBQAAgAJl7969derUkb8qu9q2bTt79mwFOAZ1PgAAAAVPxYoVX3rpJZVdhQoVGjlypAKchOQDAABQIN19990NGzZU2dK3b9/atWsrwElo7QYAAFBQLV26tEmTJmlpaRFNVa1atVWrVpUuXVoBTkKdDwAAQEEldT5Se6MiNHToUGIPHIg6HwAAgALsyJEj55xzTvhdHXTs2PH7779XgPNQ5wMAAFCASe3NG2+8EebIxYoVe+eddxTgSCQfAACAgq13795t27YNZ8wBAwbQsQEci9ZuAAAABd66desuvPDC0F0dSOZZsWKFVPsowJGo8wEAACjwJNVk2dXBkCFDiD1wMup8AAAA4sGRI0ek2mfLli0B3+3WrduUKVMU4GDU+QAAAMSD0qVLDx06NNhbw4YNU4CzkXwAAADixDXXXNOxY0f/4YMGDapWrZoCnI3WbgAAAPFj3bp1F1988cmTJ60htWvXXrVqVaFChRTgbNT5AAAAxA/JOQMGDLAPGTlyJLEHUNT5AAAAxBmp8JFqH6n8kde33Xbb6NGjFQCSDwAAQPz5/vvvO3fuXLFixTVr1shfBUCpwgoAAADxpVOnTt26dZO/xB7AQp0PAABRwRkWAFwul4oZ1PkAAJCb7IGH8APAyST2WIfBWIhAJB8AAHKHdYLXL3z+CQAO4RNy9D/1kTB/8w+t3QAAyAX2nKNZrxXhB4Bj6Gxj/fV5ofI1/FDnAwBATvnHHpGenm5PQYr8AyDe+cSehISEGMk8GskHAIDcYU876V72LKQAIN65vCT2yDEwwct6Vw6G+RWBSD4AAOSIvWGblXkGT0h59ctUpU/wxl9jDN3U3fPaGJ7uUsY/Ag93uxOMP96/RgP19ASfuWVMG+JTfIboceQ/6eY8fT4lvLkFX2b7p1jLnGn+yvx0GT87y5xpuG3NZHwLvUkCT+73Zd3KmDxjYXxXaXrQrxxgw2XvK2f+lCy/sneZM31ld5DdQIW9Yn1XaaZPCbTM+btLB9jZItulfbZyyGUOb/tmucxh7UUZa0aZW8G+fXP0Yw/2w8n4LkH3yQj2Is9U9r1Ihhf99uUiTS+QKezhR+UTkg8AALnDnnxOpqQfP2nezqvSjb9mfY+UB/Rf87SfbpYe0nURwHjLrcwyRHrGu3pkz7Tp+q+nzKHsMzSnylxC8rxwu30/116asebmM60xVcZHZB7H+4mZ5pbuHeLO/E31d9fL5r+06bYlUd7Ptb6pO8g3dWeeyrPeMn9Tn1Xh9mwCV8bi+X2FLKfN+IhAixFoNXo2gQqyCTJ/ou8myHJpfYZkntb2iebyu303QeBvEWBp0/yX1n/aAJvA+7mZl1bPLU2/NkdLCzStZ55ZLa05TqZPTDfnk25OlW6Ome4feGxbOetPdGXaXunm0qabQ9zmyG7vHpLV0gbcr9xmUlAuT0jwrhm3bf2E2Ce9u5me1u2Zm162zMO9r5VnLSllrR9rLXmmcnum9ZvKfFt/Xc9HZ55/xrR6bumecVT6qdS0tDQ9WaFChTzTu/On2idBAQCAnPGp8JHTvPzV73gKKt6Claf44NZ/zYYfnjKK8pRarFbyGaMrT8nDmlZP5fIONafKmFa5bKMHn9Z2idftuTDsndZWWNPLaUxl+yqeso6eVlnT2j7R5bJ9d12stU3r8n5upmndGdO6bZ+rfKb1rJ/MH5WxsjI+QumR7cutstgEPtNaJWr9EQFWoytHmyAj9vhNm2lpdfE6Y4X4bj7lv/kCbYLMm0+F3nwhNkHGtMozbeZNoNy2z/VM6zbTTdabz/a5Kui0tj3Fvm692195UlGg7eKd1rZvmBNkfKL/tN714/Yurc+0yj6t2zattX6C7pPW5wbeJwNMa9+Q3vWjvOvH9rmZtpTybmWfw5HPJ6qAv4Kwf0GBvqkhLS3V3vRX5SvqfAAAyB1W+JHk4z3BGyXLc88oVKakK/Ml4UKeYJNRuPaWZNwZ1QW28ZU1vu2v+cL8HG8p0T6+X+WAt4iVeebeaYNe2s+0nC7bt43h5bQPdPvN3BNj7G9Zw/0Wxm2Vrv3Hd3njUEaDokCfqzKVrzMvSZ4uZ4Dx83c5M3aPTJ+bg+UMWrvljVg+y2mFGd9v6pmP73K6vfkpyPi+y5lpfOsnk/vLaVszvgcTFfzHYt+O1voM9DsK8CPVa8N3i3h/pO7t+9J3H9ADJfLIIVHf9mOFH+7zAQCg4HH7PcPHqvnRDSuk2DO8X6lOjYsqAHCGowM+OP7f8ToUybUg/44u8wut3QAAyB322GM7wbtV/lzcBID8knFLkBwO7U3d8jf8kHwAAMgpd2aZk4/VwgsAHCLjPh85ItoPjypf0doNAIDc5HOCd1PnA8BxXCqjJbCKhcyjUecDAECu8T+7u6jzAeA4bls/C7Fyk48i+QAAkFt8ejuwBlPnA8BhMu7zUbYjID0cAAAQVzLfxevmPh8AzmN/UGkMHQFJPgAARI+L+3wAOI8rUy8vMYPkAwBAFHGfDwDn0Y/39bxWMYPkAwBAVFHnA8BpAt/nk+9IPgAARBV1PgCcJkbv8+F5PgAARBH3+QBwnozn+VDnAwCAU3CfDwDncSvu8wEAwHmo8wHgNNznAwCA4/A8HwAOxPN8AABwHJ7nA8CBeJ4PAADOw30+AJyH5/kAAOBE1PkAcJoYvc+HXq0BAIgi6nsAOFBsXvChzgcAgCiitRsA56FXawUAgAPR2g2A09CrNQAAjkOv1gAciF6tAQBwHHq1BuBA9GoNAIDzcJ8PAOehV2sAAJyIOh8ATsN9PgAAOBF1PgCcJkbv8+F5PgAARBH3+QBwHrniQ50PAAAOw30+AJyH5/kAAOBE1PkAcBru8wEAwHF4ng8AB+J5PgAAOE7ePc9n586do0ePvuuuu6666qomTZq0a9euR48eL7zwwp49e/xHvvPOOxs2bDh48GCVTxqaZs+erWLGvHnz9FIdO3Ysy5Fl1cmY9957rzXknnvuyZtVKht60qRJ9iF59tHRNmfOHL0JVHYdP378448/VrlNdgm9YIsWLcpy5H379sm2uOWWW5o2bdqpU6ehQ4cuXbpUT3748GEVuV69esm0o0aNynLMuXPn6g9KTU1V+SxGn+dDDwcAAERRHtznc/LkyXfeeeerr76yDzxs2rRp06xZs/r373/99dcrFHxTpkx57bXXpGh73XXXKWS2Zs2aBx988OjRo3fccYfKP/JzW7t2rX69d+/ehARnVjPo5/noYx99uwEA4BTRrfM5derUbbfdtmHDBnldtGhRqfCpXbt21apV5cKzDJTYs3v37tdff93lckkVkELU1KpVS/6eeeaZKppWrVrlfzk/bz469v3zzz8HDx4sUqSIyj9bt27Vsefyyy9v27ZtxYoVq1evvn///ksvvVQGFi7snIK3Ud3tPfJR5wMAgFNEt85n+PDhOvZIPYDUBpQrV87+bj/TkiVL/vvf/9asWfOSSy5RiI7HHntM5ZN8/Gj4+Pfff/WLPn36nHXWWfp15cqV33//feUs5n0+7pir8+E+HwAAoiiq9/nIRe7PP/9cXlx44YVDhgzxiT3KvMYsmad06dLy+pNPPlEAoiktLU2/SExMVI4Wo8/zoc4HAIAoiup9Pt9++638TUhIeOGFF4oXLx5wHIk9119//ezZs+XFqVOnfNoCpaamjh49+tdff12zZs1pp51Wq1atzp07t2nTxn8+W7Zs+eyzz9auXfvXX38lJSXVqVPn6quvbtCggf+YJ06c+Oabb+bOnSuVUYcOHapateoFF1xw66236kZZwaSnpz/zzDM//PCDfJ1XXnnliiuuCDbmiBEjJMX93//936OPPvrhhx8uXbp0/fr1lSpVuuyyy+666y55YY15+PDhdu3ayYv33nvP5755WTyZXF7Mnz+/WLFiPh8hq+vrr7/+/fffy5Yte/7557du3bpjx46hb9i45557fvvttxtuuMGnBmbVqlWymVasWLFp0yYpDVerVu3KK6/s2rVr0aJFrXFkK/z444+yFf42yZDzzjtPVle3bt3OPfdcPc68efMeeugh/XrRokX66/z8888lS5YM9tEbN24cOnSofO6ePXtktcgMmzdvLvO0dbplfHSTJk3khaz5vXv3SpCWTbxt2zYZ+eKLL+7Vq1fFihVVGHr37v3HH3+8+eabsptJ/cbq1atlo8uOp9e/imT/8bd9+3bZHLKVZeXs2LFDJpfVcumll15zzTV6fz558qR8NT2y7OR65cjCyIazZiIr8Pvvv5cF2LVrl6xeuVgg3+6MM87w/zgZ5+OPP05OTj5+/LishJYtW8rWz6IG4WoAABAASURBVHIhZT+87777rH926tRJ/srkH330kfWW7FdlypSxxnG73ePHj5cq2XXr1smvRtaJ1MredNNNJUqUyPLjZFrZZ7766itZWpnnRRddJL/cgGPKCpGvs3DhQtms8o1ky55zzjnypewrJwr083y4zwcAAGeJVp2PFH2mTZsmL6RoLkWZEGPeb/IffvDgwT59+kihWf/z2LFjUjyV4tTzzz8vRXP7mPJBr7/+uhTO9D//Mkm8kUL8008/bQ9dW7dufeSRR6TMbQ3ZbJJCp8QzKeyqIN9F3g0n9liOHDkiOUeKfRLYpBwsyzNp0qTvvvvu1VdfbdGihcoB+aby1axPkW80a9asxYsXDxw4UEVIEprkNOufKSkpBw4ckCL1xIkTJbOVKlVKme2j+vbtK7HBPuFS0xdffCFpUMr3MkQq9KSsL2tS8omki5o1ayoz9Ab7aClSv/XWW1YVxDbTnDlz/ve//8kXqVGjhs/4klXks6zGWitMskqHDx9et25dFR4JFTITvZ/I8lu3loW///jTe471RZSZ6ITsLbJ4UqaX7CfrQVbO/v37dW7UN9VYVaCS7t555x1ZmdYcVpomT54s+//NN99s/zjZLpKTrX8uMC1fvlz/0x4afcjWlM+VH5G+z0dWmqQyK7j6k+347LPPylqyhiwyyVLJ95UYr4KTNSnrWdK7/qd86M6dO2Uv7dChg89yypj33nuvxG9r2mTTlClTunfvPmDAABUt3OcDAIDjRPF5Pvv27ZPCk7zI9t07UqaUQmf//v2bNm1apUoVKeFJAXH37t1vv/22FEmtu7GluDxo0CAZU67ryyV8SVkyjlxCHjVqlCQNud5sr2qQ1KRjzwMPPNC+fXuJJVJzIqVwqVqRmdSvXz/gjfiSdqZPnx5+7BFSzpO/Dz/8sFwjV+aF7eeee04GysJIgViqBVR2SYlciq0yHym2StIYOXLkL7/8IgOlMBrssnpAEpZ07JEahieffFKyigQDucAvA6U2bPDgwTpKSbSQ2CNFVUmnjRo1ktFks0qBWIrgUpyVigspzkrhXi7qS12KrB+JLlJfIVOF+GhZ52+88Ya8qFevnmzf2rVrS8qV7SsfKoXgxx9//Msvv/S5214GVqhQQcrTjRs3lnqVGTNmjB079ujRo7K09iQQmuwSsqiy3WVTyjfV9TAR7T8+ZElkWok9spPfeOONUisitXBS+SMFd9kishqlHkmqvCRjyMqR/VmyhH5tn8mQIUPk+0rdo1Q8yreTF7JZZQ4TJkyQt2SHtCo5pXZOf1nZCe+++26pEZKdWQLkzJkz9Qi2npp9yQUI+VxZvbfddpv8U9Z/iOoymY/U4ElGkg0k30v2N6kPlDQoFUSyZmSFyLLJcgabXGauY4/8yqRySZKwbPGXX37Zfzll/cgiyUqWvUsqoKTKUWp35bvLmpf4fdVVV8l+paIiRu/zIfkAABA9UXyej3V53t6+K1KvvfaaVUPSsWNHKX5JgUwqOqR4pK/0nzx5Uj8o5sUXX7z88sv1mNVNTZo06dmzp5Qppeyly08//fSTXE6WF1IA1TUVolmzZlLc7Natm5T7JZlI8ddnGaT0KUWxiGKPJuU2HXuElHflu/Tq1evPP/+UwutLL72ksktyghRhdTOqWrVqScH3wQcflIvxEgulTB9+12HDhg2Tv2efffbo0aN1tYZUC0ia0osqeUBiRqFChaS8rswnLFl9MZ9pkjUsZfrjx49LbUxEj7iRSSQEKrOplaQLnXCkGH3ttddKBpNPkYoR/egn+1Sy/qX+pHLlyvJat/GTqhKpJ5EitRSjQ9R12B06dEiK2jKtNSSi/cff7NmzpaJM0pTsJLqKTJlRX0goWmZSIUk6kuAt08qqsPKwbNYnnnhCNrTsJ1JJKIFT9nz5mu+++66827JlSxmox7zgggtkd5J6Id2PSG6RcC6xR4KczNxq9yhfSvYZqfCRACZ7iHzlgNP+888/U6dOlRfyU7UqrORXrJuA+nT9px9AJOvZqn+Tiim5ACEpSzaWRO6oJR/jeT4xWOdDDwcAAERRHjzPJ3RjoRCkhOrTMMwqYUtK0S/kCrS8lqvXVrHVctZZZ+nqpq+//loP+fHHH5VZxWHFHk0K31LpIQV9fUuJRcrTH3zwgZSVsxF7ZBKfsrsy7zZR5j089sZRkerXr5893shC9u3bV5nNk6QaJ8yZWL0b33fffT4bSBKmlFllbUghVZZTUuIjjzwiZVafOUiZW7+QJKMiMW/ePEkFyuzzzadiR2oYdLWVbidpJ5tMxx6LbjMmCxn+8zelksQee1SE+48/2WFk/ci6smKPRWKDCmPlyDeVInjr1q39qwG7dOkiyVPqTufNm6fMO7L0bi8VKfbRZB1KZZHKVRL15W/37t3tt3tpuqGpLJIsWMBp5fqC/JVVKnnGPvz000+XawE+I+veTSQf2ucmu/Tnn38ulWY33HCDihb9PB/PaxUzqPMBACCqolXnU6FCBf3i4MGDKlskovgMkTK6XPw+evTosWPH9BCpQlFmoT9EtYMVk6SmSAVpfdeqVSv/gXLlW1+TluJyRLFHmZft/RvO6dsqZOHXrVtnJYdI6RK/nSyerJkTJ07IFwzzJiLrvh3/uUlh1H5vidQj2d+VrSlrW6plfv75Zz3E/wE+oenYU6xYMZ0NfDRo0GD69Onbt2+X2dpzkf/KtO6TkXobZctydlL+tm9uSVY+I0S0//g712T9U5Z5t2n58uW6uVeWK0cvwLemYOPIDJXZRFD+Sv2S/+8ih3eO+UhPT9c1SC+Zgo0mq+W0007zH66XU3Zv/+pHqV/VmcrSpk2bX3755bfffpOYJ5tA9mTZRlLnoxNRNHGfDwAAThStOp8yZcpIyVVKfv/884/KFink+Q/U7Zqs+wR0wTE0fbuR2L9/vzIbVqnwSOzRiWL16tWTJ0++9tprVdgC3i9UpUoV/UJKjdlLPlKUD9ieTS6ob9q06dChQyo8Oo5K/LACaghLly4dP378gQMHpEBsNWK0hLi3JCAdJKpVqxbwXWu97dy5074O/W9KkfoQ/UJK6srcWK+99prPOBIJ7I2y/EvqEe0/AUmtzqeffirFfVml/k3Oslw5koFVeAuwZ88eZT57x38E+a3pHVXlBvkW4aRZvTzBhgds4+rfVV23bt1kDXz11VfyiboHBWXWl0p10z333OPfD37u4T4fAACcJ6rP85HLt3I116dbMH9SVHrrrbekBqBdu3b2wm7obpo1XURr2bLl22+/neXI/k13QpPk9vrrr0vlxsSJE2X+zZs3t6JLlgLeeWKVg7MsEAdrDufTPMyiS//hlxT1qgjn9hgp1us7gpRZnK1bt66shLPOOqtJkyY33nijipxOLHqBQ/DZ+uHsDGF+tF1E+48/ySS9e/eWkKbMTSNpVgr3kkJlz1+2bNmXX36Z5Rx0XLHfEhOM3ljBNplser0YOXfq1Cn9YuzYsQHr5UILsZwBa3KeeOKJW2+99fvvv5c1tmLFCqkRlX1DstB33303cODAgF3Y5wae5wMAgPNE9T4fKbVI8tm6deu2bdtC9GYmRZwfTM2aNVMRql69ujK7IQ5nZCmvS1E1YOMlGX748GEpttpveunfv78s0iWXXPLTTz/JCC+//LKVAbIU8FN0Qy/lrcGwSvP+OefIkSMqkGBNB7ds2aKCVDQFpNebFLtlhv55ae3ateXLl5ecs3v37pEjRypzU/br109PpekKtGzQM5FdIuC7srfoFwErN0LoblIRimj/8ac7uJOqs+eee05yuz1ah3nP1bnnnitrO5z+CXTtnLUL2UmQDlYDkw3yM9EvZKmykXx0xVrA5Qw4UJnVsL1Nknkk/8ydO/frr7+W2sX//Oc/Ekr982puiNHn+dDDAQAAURXFOp+OHTvqhx6GuKAuCUEuLSuzpy//GxiydPbZZyvzUZL2R4Jocum6W7duXbp0+eSTT/QQ3dhm4cKF/vORZbj++ut9Hiuka3hKliz5yCOP6AlD3OzuY82aNf4Nw/TN3xKuateurcwO3/Rw/3v0gxWFddM7n4Hz58/XVShWmTVLVkbS7Yvsjh8/LvUPst7kLYmjUisiRU+5+m6PPWL9+vX6hb32JpxKJD2fkydP+n+0MvuYVuZmDVa7lbsi2n/86ZtzZM/p1KmTT42i3oJZVu7pTTZv3jz/vhAkj7Vo0eKaa67RK+rCCy9U5g7gv95kz8xJnxk+SpUqpZO57pndh9R/SgyWrxysYwndjFMuefiP4LPk8l1kbrJrWclTrgU0atTosccee/LJJ5WZrkPcZJUzZreW3tcqZpB8AACInig+z0eZV3/79OmjzBL/q6++arWisUg2eOaZZ6TaQYq5jz/+uIqcFMJ0LY3UxvgU/j799FOpWJCSk2QqPeTKK69UZq3Cr7/+ah9TimhSxJcX/h18aR06dNDdvr355pvBurTyIV9W9+1rka85btw4ZfZ2LbUEyrzNJjExUZnPo7SPKTUtUg8WbM5vvfWW/Y4O+dYffPCBMjuEqFWrlgqPXGXXt/5PmjTJ5y0pjCqz+Nu4cWPdeUDAbqN1XlWZk48u/Ye+S0Q+V0fQ9957z2dMud4vKU5etG7dWuWJiPYfH/LFU1JSVKB4s2LFCn2jv32eeuX4fIpEJmXuG/JxPjOXnU02tOxvegHq16+va+dkc/vM5KuvvlK5Si+VbAufX8qBAwfk0+VnKxVQZcqUCTit7hJDgtyYMWPsw2Vd+exskvxHjBjxzTffzJgxw2cmeqeSIBS1W33suzR1PgAAOIIrqvf5iBtuuEEunCuzhC1Xr6VUvXTpUrn0O2XKlDfeeEMKWLqA+NBDD/l0NxwmKYHpzqNltvfee+8ff/xx7NgxqY6QWib9zEe5am51XyaXk1u2bCkvXnjhBd0PmJThfv755wceeEDCxumnn+7fd7Pl2WeflaAi44f/KB5ZAN0fsZQClyxZ0rt3b5m8bNmy9polKc4qs99kq1C4cuVK+SIhekOWNSYL/Msvv8g3lW8hr/WdVI8++mhE7YJ0Rdby5csHDx4sJWkpvsuldymJ6hZ9ElkljurGTlIMlTVmdZ8gq/q+++6zrt9b/ewpMy8ps7GcFJpltIARSAKA/mhZ7LvvvltCgpTvd+7c+b///a9///7K3KbZu4MoGyLaf3xIuVyvH/0kXD1QMsyHH3744IMP6n/at6OOCrIyZVvLx0mKUOYtRjpUy1Svv/76xo0bZRLZKLKKZJ+R4bKKdMWpfJzuz1rWmMxfVrJevdZulous3gXkgyRWSZ2Y7Lo//vijrCJJYrKbyQ4QbNpzzjlHB6fRo0e/8847W7ZskV1L1qrU5Pi04ZT56GsNMqbkHytCy9fXT8Jt1apVwG5OcoPLzX0+AAA4TbSf5yMXVp977jkp7ksVgVw+9+99S0bo2bNnTh7c0atXLyk3S6aSSODzHNILLrjAeuajNmDAAClZSrkimiRNAAAQAElEQVTT54ZyufAvY+oamICkkkTKoFIgk1Lm999/r8t2Icj4UlSVROfzKVJjI2vDvjy33nrr/v37XzXpgZIfpMjo0/TOmq2UxeXLPvzww/bhUhKVXKciIStHKtykiP+lyf6WXLa//vrr5UVzkxTrpdZOvrhUK8mq1vcaSWaTsvvff/9t3ZmjzGwpJXgpJesM88UXX9SsWdP/o/VdQyNHjpSYd+edd9rfqlKlitR1+PfkFj0R7T8+JG3efvvtUr8n31eWWXLUhg0bpAQvofHqq6+WQLtnzx4p9Ovie+3atXWf7HqekgT0bi+hetCgQZJzvjLZ59+9e3f7s3okmcsamzZtmoxs34HlFySxJHQfdBGRBZYLE7JUklteN1lv6aaPAbuGt8hX27x58+rVq8ea9ED5OcgurW8bs8huLN9IIvdAk/2t0qVL+/x8cpV+ng99uwEA4CzuPLjiKcXcHj16jBkzJjk5Wa4ZS9FZilZSTJSStFxFrlGjhsoBqUOQ/HDttddKPZJcCP/zzz8lYCQlJUnRUwb69AkmBWu5Ri4XmKUcLyNLVY9u9yVX0wM+nMTulltukbLsP//8IwVBuU4fuh2OlNukkPfpp59Kylq3bp2UhiVC9O3b1ycJyKdL6hg3bpwUu2V5qlevXqtWLfkgqYAKNmf5smeddZZUVUkFhXzTM84444477she8zApSUuO+uyzz6SQumbNGqlbqFat2nXXXdelSxdrHCkBT548WdaYXPiXJZQyfd26dWUEmVZSkyQfKXPrR6kq82k8Em4lRUhxVq6p62qNgKRAf8UVV8gXl3nK+pH94dxzz23atGnXrl2DNaOKkoj2Hx+yKiTdffDBB/IVJNhL9qhUqdJll10mW1B2p++++04q0+bOnasfzyq7xKhRoz766COp05CfgEQgPRPZB959990ZM2ZIPd6mTZskBsi0sidIpmrcuLHPJz7//POykmV8+ThZabIAEiPlxzV79myVqyTZSgyT6qzffvtN4px8tcqVK0sdl/xSsuxIQ34a8jVl55fKHKnQk0xYr149SXHyTX2Sj0RBGU03eNuxY4cERVljMtpVV10l40czAMfo83xckXYSDwAALPo0mm5KNaWYBk90vzXF7NdYqe9eLdOpcWTdPSOEESNGfPLJJ5JwpEysAMSeowM+OP76eN2x9clJTxdufpEE4CJFihQ2Sdx1mVSeo84HAIAocudJnQ8AxJIYfZ4PPRwAABBF0b7PBwBij9sWeOjbDQAAp6DOB4DT8DwfAAAcJ7rP8wGAmBSjz/PhPh8AAKLHxX0+ue4BkwIQu4xO1GKwbzfqfAAAiCLu8wHgPPp5Pp7XKmaQfAAAiCrqfAA4Dff5AADgRNT5AHAa7vMBAMB5uM8HgPPwPB8AAJyH+3wAOA/P8wEAwImo8wHgNNznAwCA4/A8HwAOFKP3+ZB8AACIHp7nA8CBjOf5WK9VzCD5AAAQRdznA8B5eJ4PAABORJ0PAKfhPh8AAJyIOh8ATsPzfAAAcB7u8wHgPDH6PB+SDwAAOeV2u7ds2bLB9Ndff23atGnRzuaqxG2K+3wAOJF+no/b+zpWkHwAAIjA0aNHN27cKPFmo0m/+Pvvv1NSUjKNd/Y56hz9ijofAE5j3OfjPfJR5wMAQGyTapxt27bZ4422e/fuiGbDfT4AnMe8z8dNnQ8AADHm2LFjGzZskHobq62a/P3zzz9VLuB5PgAcyHieD3U+AADkG3s1jr0yJ8JqHF/FixevYTr77LOrV69+5plnJiUl/W/5OUO/Md7lPh8AzqOf50OdDwAA0SfVOPYmappU5pw8eVJll8vlOv3008/JTAKPDEw3pZpSTIVXWid76nwAOA33+QAAkNukGmf79u3+IWfXrl0qBxITEyXSnOOnWLFi/guQ1cyo8wHgNNznAwBADkg1jn9/AzmvxklKSvJPOFWqVFG5hPt8ADgPz/MBACAMuhrHP+TksBqnVKlS/glHKnaKFi2qoon7fAA4D8/zAQAgs+PHj9uzjfVsnBMnTqjsSkhICFiNU7lyZZU/qPMB4DTc5wMAcCp7NY495+SwGqd06dIBq3GKFCmiYgXP8wHgQNznAwBwAJ9qHOtunJxU4xQqVOjMM8/0DzkVK1ZUsY7n+QBwIJ7nAwCII3JW27Fjh3/I2blzp8qBsmXL+iecs846K5aqcYIyrnFm/qu4zweAEwV+no91YMwvJB8AQBakGidgp2o5rMapVq2apJpzzz3XHnIqVKigCj7z7J7xPJ8te9LXbk7zvBVGDPIrGrizHsd+O7H5nyzLF66Q8/cbx+fDMo+TxXdyR7IwKqzva41ofGt3qHECzMQdxjg+HxNknKBzitpX9owe7lf2jpN7X1kFnJk77CUJOgu/cfw+0tzcrjCuI2T5K8vmT8zvHznf5bL+iUmdsSsXfmIqe7tcxoElrKOKNU76viP2+3wsKr+RfAAAHroax6e/gZxX45QrVy5gNU7hwnF4DnIFOMW77n3ziFl2+X/27gM8imoNA/DZFEIJvQaDFEEIRQi9I4iggCByKQrSlCYqHWkiVZQiTURpoUhXAQUURJAi0ouAIYKhJCYQOoRUyN5/5uyene2bZPt+7/XyTE42W2annG/+mTO8HyAfClVn8JPg/aR/NO1+8lfgJ7dLj89Qa/7K4t/6Mf4YlVqdoflbpvgrw7/VtEh/myGm5b+VOzim/tawXfs+Fa9r4m/l96l4RYO/VWteV37/xn+bofmMyvdvMH8Un13v3cq/0b09k2/D2leg7W6aehumvwK53bavwOh1xVdg6W95wlT8bYa9vgLb/tbU/NH8rcG7Nfv1KT6j+a9PfEZLf6v77Kbnj9m/1V90NZ/ReLE3WDVs/1vdNPMT88e278X8cqX/uuaXSf5uNc+QuU/KLL2i6U9qdQ1Si+t8VCrXl3oEJB8AAF8kyjjKnJPNMg4lmWeffdY45BQsWJD5AHGSmzb3iPqLWrnT1/QhdP0/pu23yUMhqVSiN8x4f0LzTComzh7R/1u1/KJqTc9b7rUw7W81PQ/d34rekpr37Pnfyv0Y3QFaE3/LNB9H8/zaV9T/W7nd6G91PUL9z6hSvFvl62pfXvu3puaPtqelmLead8L4C2vfhu7tia9AbdtXoJ1HaqZWfJnM7FfATH0Fehd5m39d8T7V1r4CXRdcnjT6+sx+BaLbqp0bhvPH+CtgtnwFinlr8PWpbfz6NDNXrTact8zMqqH87Px9qg3mj/Hf6r4Xw/mj+FtdZ91w1bDyt5qqiO77Zfrzx9zfWlomxaqh+L6MVg2D5Uotjm7Y+G4Vz6ZcGU2vQczKu2W6d6tZwcWS7+fnr0LNBwAAnMCgjCNCTjbLOIUKFTJOOBR7/P39mU8SO3vOT6L9FdPrXGv7UhmKXiAzPkDLFH0LTX9e+7eaHrnx3zITh5NFFlC8oq4np6iiZOh6KprukOHf8l+IHpJeBYYpepxmX1dzUFlteChdFyBU2r+iY9GaMKPrSItD0ab+VhuxNH02+Ri2riNr4itgullh+StgevlG+xVkWP8KDP5WdGStvK7Fr0Ct/ApMfH0q838ruqTyXzFR82HaxKj3uvyHTH0FBl+fyvBv9b56g/nDFH+rv3hrvymmXyTk37kyrmQws6sGffYMvb9VzB/xbZp8Xc1fib9VG/+twbLBVw3N/JH/SsVXFsXf6lZSM8uk4m+VFUi1OPNMpTsmYvC3zOS71X9FxV9pn02zkhr/raU1SP8ohuLd6q1BTFvzEceGmEsh+QAAeI9//vmHn6J269atEydOZP9qHGJwHQ4pX758vnz5GMj4Xl9Ma2OPX7WyGW82y5A9lXoKmh5thuaRTHOkW/QCVHqn0asVJ/crH6P3I1MrzvPRu/BArdI1KB+jfHXlYeMMxTOLtyH6xMRPpTnfX3tgXq6GaJ9fpfwIuk+nUsuP8Ve+Q/EBxTtU6b9z3WPUhjNH7zEmPp3+pRfWZs71mOvn/vorLTVV+RhasBs2aJAnT24zM1CtNwPNvz1FzcHUp9PNHOPHsGzOHON3bvgYva/e+qdjJhdO/ac1fHWVifmf/U938+aN48ePp6emKd85lZRr1QzPnz8/U8QhM/NWMf/NrnqZm7cm5lvm5q3RXDLx3bHMLjniT7RRSa34cGqRr41nTob8B0+zNwf85GxD20BpY6iSJvxKFPLTYq4OP7rtNQAAeIo7d+4Y3wA0NjaWetksqwoXLqyMNzzwhIaG+mwZx3ZqLSnlyJ7ooxb6lVqbf7DndS06HPDxxx/ToQFlY548eYYMGdKjRw9dtQ7cT2Ji4uzZszdu3Khciegr6969+9ChQ+lLZOA6oqrDQ46/LDAwMECLfuS/cuHJb0g+AADuizrNV69eNR5y4OHDhyyrcuTIUbp0aYMyDuWcvHnzMsgStQIPOTzt8AjE4xDPRQyxx6VSU1Pnz5+/bNmy9PR0ZXu7du0mTpxYtGhRBp7g/Pnzo0aNunjxorKRvj76EumrZOA6+mf8asIPzzycSD7MRcUfJB8AALdw9+5d44QTExNDnWaWVdQVML4ah8o4OKptX6KSwws7ovLDJ/gZbyIaMXCR33//feTIkXFxccpGOgowa9asxo0bM/AotE6tWLFi5syZVAVStjdq1OiLL74oVaoUAxcRyYf+5VFHmXlEwYch+QAA+AIqAly/ft0g4ZD79++zrKKdihhUTVyWU6lSJZz74Rwi+Yhz3njxh08bxB7sdp3vv//+++ijj3755RdlY1BQ0JAhQ4YOHUpVUAae6ebNm+PGjdu2bZuykb5Q+lrpy6WvmIFziUijrPwoM49rCz4MyQcAwHEePHjAs40y4VDsofDDsip//vwGCceL743jQQzCj8g/Bhg4F61rCxYs+Pzzz5OTk5XtTZs2XbRoEa04DDzf/v37Bw8eTJtWZSMdDKKvuFmzZgycTqVPeWGPywd5Q/IBAMguOrofExNjkHBo+t69eyyrqIwTGhpqkHBoulChQgzcj9iZKms7JjMPdrtOc+jQIeoQX7p0SdkYEhIya9asN954g4EXSU1Npa919uzZaWlpyvZOnTpRe4kSJRg4njLMGBR/lD8ylw7vhuQDAJAJjx49+lemTDh0rNHggulMyZs3r3HCoaPRgYGBDDyHMvyY/Bec5tatW6NGjVq3bp2ykQ48UxCaPHlycHAwA29EW+NBgwb9/vvvykbawNKX/t577+H6RmcS2UYZdVweexiSDwCASRkZGbGxscYjR9+5c4dlFe13n3nmGYOEQ/8WKVKEgVewUNvB3tZpFi9ePGHChAcPHigb69Sp880337zwwgsMvN2mTZuGDx9ucLPmatWqLV++vGbNmgycwiDeGAQhF0LyAQBfl5iYaJxwrl27ZnDWRKbQQWXje+OUKVMG11L7Ags7VuxzHerhw4fjxo2j5KNszJcv32effTZgwAAGPoO26pR+Fy1apLzFGfW5+/fvTwsD+gpKkgAAEABJREFUbsTsUBayjctjD0PyAQDfQZs7KuMYjxx969YtllW0HacyjkHCIcWKFWMAMuxnnWPNmjUjR440WJ179uw5Z86cwoULM/A9f/31V58+fU6fPq1sLFq0KC0SPXr0YOB47hB1DCD5AIAXSkpKEsFGTFy9ejU1NZVlVe7cuY0TDkEZB8C1oqKi+vbte/jwYWVjxYoVV6xY0bBhQwY+jHq5X3/9NVUCDW4b0LRp0yVLltBCwsDHIPkAgAejLVhcXJzxvXFu3rzJsoqOUYWEhBgnHIwOBOBu6BjH5MmTZ86cqWzMkyfPxIkThw8fjqHegaNKIC0P3377rbKRDlpRkfDjjz/OmTMnA5+B5AMAniE5Odk44Vy5ciUlJYVlVa5cucqWLWuQcAh2hADub8uWLUOGDImJiVE2/u9//5s7d25oaCgD0HfgwIH+/ftThVDZWKpUqaVLl7Zu3ZqBb0DyAQC3Ex8fb3xvHIOBejKLKjbGI0dToxuehQwAll29enXgwIG7du1SNpYpU2b58uUtWrRgAGY8efKEKoTTpk0zuLNtx44dv/zyy5IlSzLwdkg+AOAyVK6hoo1BwqEWg31SplC5hjpAxiNHU3mHAYCHS0tL+/zzzz/99FNlsTdHjhyjR4+eMGFCUFAQA7CG6oT9+vUzSM558uSZNGnSsGHD/P39GXgvJB8AcIabN28ajxxNtZ3sbIKKFStmnHDooB3KOABeae/evf3796eth7KxadOmK1asoNWfAWSGybMlK1euHBERUbduXQZeCskHAOyJjshGK/CEQ2Wcx48fs6yi47hUxjFIOPRv7ty5GQD4gBs3blAnddOmTcrG4sWLz5kzp3v37gwgS5KSkiZOnDh//vwnT56IRjp21rdv39mzZxcoUICB10HyAYAsSkhIML43zn///ZedrUrRokWNR44ODQ1FGQfANz19+nTBggWffPLJo0ePRKOfn9+AAQNwS0qwi7///rtPnz7Hjh1TNhYuXHjmzJnUjr2Pl0HyAQAr0tPTqWhjPK5aYmIiy6rAwEBRxhEJhyaCg4MZAICMOqPU9aSOqbLxhRdeiIiIqFmzJgOwE+oMr1ix4qOPPrpz546yvW7durSwVa5cmYG3QPIBAJ3bt28bJ5zY2NiMjAyWVXTkzPjeOKVKlaKjtgwAwBTqgI4ePZo6ncpeClV4pk6d+v7772PrAY5gcqkLCAgYOnTo5MmTcX61d0DyAfBFVMa5du2aQcIhDx8+ZFlFu4fSpUsbJJzy5cvnzZuXAQDYhroly5YtGzNmzN27d5XtXbt2nTdvHm4oDI5mstJIR+vmz5/fsWNHBh4OyQfAy1HvwfjeOFTGefr0KcuqggULGt8bh3YMGAwUALLjr7/+6tevn8EVF7hRDzgZ7R/nzp07adIkg7F5WrduvXTpUtrZMfBYSD4AXuLJkyfXr183Hjn6wYMHLKuojEObeIOEQ/Lnz88AAOwnMTFx/PjxixYtUh6UCQoKouLP2LFjcaMecL64uLj3339/y5YtysZcuXJNmDBh9OjRtH9k4IGQfAA8D4WZy5cvGyQcij3ZKeNQmDG+N86zzz6LjTsAONr69etHjBgRHx+vbMSNesAd7Nq1i+qQBrf9qVix4pIlS2gRZeBpkHwA3BclGcozxiNH37t3j2WVv78/lXGMR44uVKgQAwBwLtqs9e3b98CBA8rGkJCQL774olu3bgzADaSkpEyZMmX27Nnp6enK9rfffnvOnDlFixZl4DmQfADcwsOHD0WwERPXrl1T3l4ts/Lly2eccMqUKYMyDgC4HPUmp06dSr3JtLQ00ejn5/fee+/NmDEDA9yDu4mKiqKUfvjwYWVjgQIFaHEdMGAAbvvjKZB8AJwqIyODiubGI0cb3EMgU6ivEBoaajxydJEiRRgAgPsxeQZRzZo1IyIiXnjhBQbgrtasWTNy5MiEhARlIxZdD4LkA+AoiYmJPNsoE87Vq1cNyuWZQsdBjRNO2bJlAwMDGQCA26O08/777//444/Kxvz580+fPp2qPThwDu7v4cOHH3300ZIlS5R3uvP39x88eDAtxihXujkkH4DsopUoNjbWeOTo27dvs6yi3f8zzzxjPHI0zicGAA/15MmTWbNmTZs2LSkpSdn+1ltvzZs3Dxs38CynTp3q06fPX3/9pWwMCQmZO3du165dGbgrJB+ATKAd9r8yZcKhMo7yPPXMypMnDxVtDBIOteTIkYMBAHiFAwcO9O/fPyoqStlI27oVK1ZggCzwUFTzWbhw4cSJEw1uAt6iRYvly5eXKVOGgftB8gEwgdaLuLg443vjGJzamylUxqGjQcYjRxcvXpwBAHipW7duDR06dN26dcrGnDlzjhs37qOPPsIhHvB0N27cGDJkyKZNm5SNQUFBY8eOHTNmDG5F5W6QfMDXJScnGyccKuOkpKSwrMqVK1c5BZF2sAUEAN9BR8QXLVr08ccfG9xPGUfEwfvs3bv3nXfeoc6DspEWclrUaYFn4DaQfMBX0KIeHx9vfG8cOlrDsoHKOMYJhxoZAIAPM3kVRMmSJefNm9e5c2cG4HVSU1NnzJjx2Wef0YSyvWvXrrTYlyhRgoEbQPIB7xQVFcWDza1bt06cOEETV65cyU4Zh1SqVMkg4dAElXcYAABo0ZZ29OjRCxcuNGgfMmTI1KlT8+bNywC8Fx1XHTRo0K+//qpszJcv3xdffEFFIQauhuQDni0hISHayH///accazKzihcvbjxyNB2qxHCrAACWnTx5slu3bpcvX1Y24m4n4Gs2btw4bNiw+Ph4ZeMrr7yyatWqYsWKMXAdJB/wDFQ7pqKNcch5/Pgxy6qgoKAyZcoYjxydO3duBgAAmfHkyZNJkyZ99tlnT58+FY0FCxacMWNG//79ceQIfE1iYuL48eMXLVqkXCMKFy68ZMmSN954g4GLIPmA27lx44ZxwomLi8vOslq0aFHjhPPMM89gZwwAkH0PHjx47bXXDh48qGyk4s+CBQtwox7wZX/99VevXr3OnDmjbBw1atTMmTMZuAKSD7hMSkqKccKhwo7BTe4yxd/fv1SpUsrrcOjfSpUq5cmThwEAgAPExsa2bNlSea+eAgUKrFq1qn379gzA56Wnp0+ePNmgHNq5c+c1a9ZgxFfnQ/IBhzMYVE2g2k52Fr98+fIZDDZA/5YuXTogIIABAIBT0MHsV199VTlIJqWgb7/9FncqA1A6fvw4VUGp8yNaGjRo8PPPP+fPn5+BEyH5gD0Z3BtHlHGyM6ian59faGio8aBqhQsXZgAA4DpU56lTp86jR49Ey/jx46dNm8YAwAitKW+88caePXtES82aNQ8dOoRBYp0JyQeyghab//77z7iMc/PmTZYNwcHBxvfGKVu2bGBgIAMAAHdCG3zqt8XFxfEf6SjV0qVL+/btywDAjKdPn/bq1Wvt2rWipU2bNj/++KO/vz8Dp0DyAVvRTm737t0ntai8w7KhZMmS5cuXp1SjzDk4OwIAwCPQ0euGDRueP3+e/5g7d+7vvvvu1VdfZQBgzYQJE6ZPny5+pCy0cuVKBk6B5ANWZGRk/PLLL8uWLfvpp5+ePHnCMol2hzzeKE9UoxZc1QcA4KFoX9C8efNDhw7xH+lw9W+//dasWTMGALYZN27cjBkzxI9Tpkz5+OOPGTgekg9Ysm3bto8++kg5Yo8FISEhxueqUSMDAAAvMn78+E8//VT8uGLFij59+jAAsBl1vzt37vz999+LlsOHDzdo0ICBgyH5gGmxsbHdu3c/cOCAyd9S0SYsLEwZcuhfXKIHAOD1Ll26VLlyZXEKAO5MApA1qampVDv9888/+Y8VK1Y8e/YszohxNCQfMCEyMvLll1/+77//lI1Fixbt27fvG2+8Ua1aNYQcAADfVL9+/aNHj/LpunXrHjlyBLeEBsiamzdvli9fPjExkf/4ySefTJo0iYEjIfmAoePHj7/yyit3794VLSVKlJg1a1aPHj0YAAD4sO+++65z5858OiAggA6TUb+NAUBWffPNNwMHDuTTOXLkiI2NpQPNDBzGjwEo3L9/v23btsrY88EHH/z777+IPQAAoDwgPXHiRMQegGwaMGBAvXr1+HRaWtrs2bMZOBJqPqBn0KBBX3/9tfhx5MiRVO1hAADg83bu3EmHxvh0kSJF/vvvPzpEzQAge06cOFGnTh0+nTdv3mvXrhUsWJCBY6DmAzq0siljT//+/RF7AACAU466O3bsWMQeALuoXbt269at+fSjR4/mz5/PwGFQ8wGd0aNHi6jz3HPPnT9/PmfOnAwAAHzeuXPnXnjhBT5doECBuLg4DHUDYC8HDhwQd8QKCQmhgioGDnEQ1HxAZ/ny5WKaij+IPQAAwP3www9ievjw4Yg9AHbUtGnTRo0a8en4+PgjR44wcAwkH9DYsWOHGNigYsWKLVu2ZAAAADLlLRffffddBgB21a9fPzGtXN3AvpB8QEPcn4H06tWLAQAAyK5fv37u3Dk+XatWrZCQEAYAdtW2bVtxhhuSj+Mg+YCGsrTavHlzBgAAIFu3bp2Yfu211xgA2FuRIkUaNmzIp69evXrq1CkGDoDkAxr//PMPn8iTJ48YWh4AAODAgQNiun379gwAHEB5WEG50oEdBTAAmbjI5/nnn8eIIgAAIPz99998IkeOHOHh4QwAHEAMcsAUKx3YF5IPSNRq9aNHj/h0oUKFGAAAgCwtLe3atWt8umrVqgwAHKNGjRpiOjIykoED4Gw3kNy8eVNM487BAAAgiLENSOXKlRkAOEZwcHCxYsX49JkzZxg4AJIPSBITE8V0njx5GAAAgCw2NlZMh4WFMQBwGLGKUccsOTmZgb0h+YBErVYzAAAAI/fv3xfToaGhDAAcRrmKKVc9sBckHwAAADDrwYMHYjpv3rwMABwmX758Ylq56oG9YIQDAAAAMAvJB8BpkHwcDckHAAAAzELyAXAaJB9HQ/IBAAAAs1JTU8V0YGAgAwCHCQoKEtPK0afAXlS4tN13tGjRYt++fSx79u7d27x5cwYAAN7ixIkT9evXf/r0KcuG2rVrHzlyxN/fnwGAeTExMVWqVBE3UcyaUqVKXbhwATXYLMAIBz5k8eLF2dwn9erVC7EHAMDLUGh59913WfZkfxcD4AsotIwbN45lz8yZMxF7sgY1H98ydOjQ+fPnsyyhdSw6OrpIkSIMAAC8y+3bt8PCwuhfliV0XGzlypUMAGyQmppavXr1qKgoliV0DHrv3r0MsgQ1H98ydepUOtjAsmTKlCmIPQAAXok277NmzWJZQn87e/ZsBgC2CQoKohopy5Ls/C0wJB9fQ3UbqpCyzKtdu/YHH3zAAADAS/Xu3Ttr5zNTZMJxMYBMoXWNKqUs88aMGVOxYkUGWYWz3XxRZoc68Pf3P3LkCIUfBgAA3isqKqpKlSqZGuqAdg3Hjx9nAJBJt2/fLleuXKaGOihVqtSlS5eU479BZq1xxCoAABAASURBVKHm44uoTpqp1ebdd99F7AEA8Hp0LPn999+3/fF0XAwn3gBkDVVKp0yZkqk/WbBgAWJPNqHm46MmTZo0efJkWx5Ja2ZkZCTOZAAA8AV0BJrKPjExMbY8eMiQIfPmzWMAkCVUX61fv/6JEydseXCHDh22bt3KIHuQfHxUampqhQoVbNm3RURE9O7dmwEAgG+g3lXHjh2tPgx3FAHIPhvvpkUrGq1uWR6kCgSc7eajqFpKNVOrD2vevDliDwCAT3n99ddbt25t9WG4owhA9tl4N61x48Yh9tgFaj4+jXZv27ZtM/dbf39/OsCAIUQAAHxNVFRU9erVU1NTzT0AdxQBsBerd9OintjZs2dxhY9doObj0xYuXGjhiN3777+P2AMA4INo4z9mzBhzv8UdRQDsyOrdtDI7MBVYgOTj06hySvVTc7+aOnUqAwAAnzR27FhzZ9fgjiIA9tW7d29zg+j26tUrazfaApNwtpuvS01NrV69elRUlEH7li1bXn/9dQYAAL7K5FAHuKMIgCOYHOogb9680dHRGF/XjlDz8XUmT1po3bo1Yg8AgI+jHUGHDh0MGnFHEQBHoJqP8d20pkyZgthjX6j5gITKrKtWreLTtEs7e/YszmQAAICYmJgqVaqI28zjjiIAjmNwNy3KQkeOHPH392dgP6j5gGT27NliqAOcwA0AAJzyclDaTSxcuJABgGPQKjZz5kw+TYFn8eLFiD12h+QDEqqlUkWVyeP5jB07lgEAAMiGDRvGD4fhjiIAjtatWzc+nsG7775rbswDyA6c7QYaT58+rV+//tSpU1955RUGAACgtW/fvkGDBuGOIgBOEBUV9dJLL505cwZX+DiCNyQfhDdwTyqVigGAG8BuAtwBdgoGsGJCFmRzPfLg5KN851h5wK0YrJbY2wG4hMGuAXsKcCHsFwSsmJA1dlmJPDL5iPfMJxCBwH2I9ZBPGPwIAE5jbk+B3QQ4GfYLSlgxIQvsuBJ5XvJRriQc019/sPKAqyhXSJXMYIIBgFOI3YHxBMNuApxF2T9T7hF8NvxgxYQssNytyuxKFMA8inHsIRkZGVh5wLUMdm9Kop0WS4QfACdQdqpMYthNgOOZ3C/4+fkpH+BT+wVbVkyGdRMULHSuROzJ7ErkYcmHUwaeDJnaVP4BcCa+4tFeTeze+LTYzyH8ADiBQe/KYE/Bpxl2E+AUBpmH0IJnsGvwEVZXTIP8A8AZrERiVWKKblWmOleelHyUq02G1tzv02ZtfsLoN+oM+tT06VXSOXwZ0r9MLc0YdYb8r9pPZTBNv1VrpjOMf2ttOnOPzNC+Ynb+Sm36GQwfaW7asEUlzzFz09o5qZ2fKjPT8nzWTUsLn8G0ib/i85w/kr83/lvdN6JWfHdWvkfFdIbp+axiauuz0a5fmT+th0EBuaLX8JWTr6sMAJxIuad4tnvy0wza3mQotgDKjaHBZkqt0m2UjDaqzKbtgIWNZ5Y2aOafU37/mXoe07sDvY22WmV6p6lsMbtLUrEMc7uPzM1JlmFh52UwB5Q7FBufR/kpLOy2Mr0zMvN9SbuBN1/MOWcgk3cKvEvjg0fElL24sHdSHiZJXwHvkimXOuNvU9Gi1i1RTDe3Fd+OaFHrLzOKpVSzJGRotwBZfnVNi6lXV/ytwTpi2GLw6srukOH7UWXofxaTr56ht2zrdXpNfHbDFkX3mH8Wxatr1hTFq+t1oTWdLsPPbvx+MvTWaMVr6d4nX3P1Xp1mVNWyOXfNYNqVKAvrjmfXfEhSSsb9RHnzIb4/plYsW2pF11xt3E33kzOTbrnXPVKteDbtt8VEu1rxbIpHqi0+m3KPYvy6aqNn03330jMb/DYTr6t4vHbbLdozLL0uXxuVz6b/zLbMPb3XVRs/m82vq9af//LrZsjTGfJvM+RGuUU37cen5SdUy0+olv9E/pfJLbppP/Hn4mlNPqHxs+k/s+ZFgwKfPn3KtDs2sZNjAOBgyuPHtJugNfFeIk3wTQoz3CnodWX0Nk02bgZNbqy0GzQbditqExtDs+/H9IZUb6dm8remP4vh+zH7W5t2KLpjYXq7J713aH3emv+tYuNv5rtgT3VbctO7Bj/NNt9wL2BhJ8V/+1R+P/KzKXc9avk5Te8L5OeXPjWT99FUavR/nKLcLzAf2yko10q+Yt5PzHiYJNZH5qdcK/WXFsURbbXh2qcWS0WGctkw9Uip2+NnYv3VTuuvlSaeweqraDtXIkLoHqlW2/UT6bpwpt6n0asYvA0Ln0jvfWrWHZV2zRKvpVybeO9IrAXKtUzTX1Lzds26o9atTZrn1DyDtI7qr6fav+V/JS1GDx9nSNlPWnGydr2cH/MoxvuzDGljwn/HPznf7mg3KyomzyfNtDQlNamlf5kURdRyi/KRTI4o8i/Es/FH6p9Hp3mQ/usy86+r4q+rebz2dfkLyq/L1Mzwdfkj1dpX0v1W97pq7esyo9dl2tdlytfVPDPTbHZ1z6b3ukx+pGKeMP4U8izg1SGTc8/K6zLt62qXVe3rMguvq5lmutdlxq9r9F0w7TKgYpoZrvsgig9rsNhonkr7dZt+QqMvV3yLTPNaaj6zpOVTUcoXyzADAMdQ618LKjpY2q2X8cZHXqP5uq/bpFha37U7Ed3GXG/bwgx2HEy3YTS5k9K9db2NsMltkbYzzSzv1BQbbc28MPFZ+Fww3N0wk9tJ3ZxR6W1sDXcomo25ymC3qH1OvZ2X+XlrZgfE91cWdzr674cpdhzKT2p6J25yJ6X5li3sEC3u9OXn1FuuMhTUvnRyvtkVU9Nh1XS9FHPPcE1kBt+gconVLRWatYYplgT9R+q+EWU3hn/LYkngL6xiTP/bFO9TfMtG70e31qi0369YbsXyo30V5fquWUq170es1/pLo2Yu6t6nyuh9mp9vis6eWs2Uy7OK6c83vfep7C/pf0dMu5Yputw2fEdMu6UynG/6n0jzgfXej2ajpnoqU/asWGZWJU+t+fCthvTJM8RWjIUW9cuby48Hbnne+avE8Rumd7CKSYcW1EwTdnXtYpqZabfpbzXVCfGiYlp6V366J7fwGPn9O+NvdRNMWytT6Q4D6H1q/fZM/C1/A1n6W75iZf1vVfybMnzzFt6Y7jFZ+1AZ0fEsJVVeHqXkI07sZpqekIoBgIOpFadG832ktmOhyplDXa5EgLxe+6l0uwm9zbi1dd/ERkb7eLlFWUHSlvpFAd/k1ka7mdUcb2bmH6N8daYtvOs9xvTGX2wGTTwms5/d9seIDXiW5o/xjtv6PDQ1fwyfRzGvMjN/tB/Z8n5Bf3mQ/0t7knH5P5VmyZT2C/xCBb58+uBOQXnwmvfl6avNmUP1XAj13/wV35Fabw+rVhuesmX4beo/XlkbVOuddKMy87d+el+3cinVTfspvl9FHcn+75lpTi2z5T2bXP4N37OYtvKeFZ/O9vfMjE8Cyt57Vr4r/p6fXrxOC408OzP4SkSLUNZOePOY5GNwyFwcM5BrPn7yJol9MyJv6zo5GIDr3Kvz3pMTUUw+SkFrp7+/f5ZXTgDIMqOaD987q6s/F3j4ywIMwFmeXIy5V7mPtsyQwY+IGR+u9oUdhPKcHU4+84j6tapyIX7nIgoxADNu5W6rosPK8nqjXImycATBw85245RrDq/5aMvaDMDFtAVZlfbEBrFmssxUYwEga5QFH7Gz0J4KosI6CM4nzj1UK8ahVe4afIHxCW/yJU/aU8twYBAsU4lFSG3Qs2KZ7Fx58HU+mi2IiDvakykBXEmlOXs1Q3+kdQBwMuUxMs0p5Si9giuIqy98MPAYMDwwoWlWYT8Jlklbb36RkJoZJ59M8ciaD6dNP7rrfFDzAdfT1B/5iQ1qFHwAnM/g6LJaeZkyVkNwLn42vqj5GIcfX1smleFHXLOPIxJgmYrpBp/IZs/KU5OP4kiB9h/UfMAdaJZF+Vq/rB6QAAA7kjtYmgnUfMDJtMNfaX/0+YIPUx6S0EDNB6zTbr1V2Yk9zHOv89FNaIfpQ80H3IFacZ2PfjuWTgDnMTygjpoPuJDeGONZGYfXKyk+Pmo+YI3iOh+WPZ59thtjDNf5gFvR3fpJ/hFlHwBX0TsuiJoPuJDKsLOG/YL2kIQ4is8ALNFe56M5tSYbnSsPTj4aumIpaj7gBvROwwQA94CaD7iI8jof7BkMaQ9h44gEWKG4ySzLHs9PPrjOB9yKdiFE9wrAjaDmAy6if50P9gwG+MnhqPmANWrddT4se7yk5oPrfMBdmLnOBwBcCTUfcB21GnsEczC2G9gG1/no6C4bRGcT3ID+dT4A4BZQ8wHXUamwRzAD1/mAbdT61/lkB67zAbArTf0RMRzAnaDmAy6if50P6MP9fMA2yvv5sOzBdT4AdqW4nw8AuAvUfMBF9K/zAZNQ8wHrcJ2PFq7zAXeixnU+AG4INR9wIdR8rEDNB6zBdT46uM4H3IkK1/kAuCHUfMCFUPMxB9f5gI1wnY8OrvMBt4L7+QC4IdR8wEVwPx9LcD8fsBHu56OD63zAreB+PgBuCDUfcBHcz8ci3M8HbIP7+ejgOh9wK7jOB8ANoeYDroP7+ZiHsd3ANrjORwfX+YBbwXU+AG4INR9wHdzPxyxc5wO2wf18FHCdD7gV3M8HwA2h5gMugvv5WIL7+YBtcD8fBVznA24F9/MBcEOo+YCL4H4+NkDNB6zDdT5auM4H3Anu5wPgjlDzARdCzccK1HzAGlzno4PrfMCd4H4+AO4INR9wIdR8zMF1PmAjXOejg+t8wK3gfj4Abgg1H3AR3M/HEtzPB2yE+/no4DofcCu4nw+AG0LNB1wE9/OxCPfzAdvgfj46uM4H3Aqu8wFwQ6j5gOvgfj7mYWw3sA2u89HBdT7gVnCdD4AbQs0HXAf38zEL1/mAbXA/HwVc5wNuBffzAXBDqPmAi+B+Ppbgfj5gG9zPRwHX+YBbwf18ANwQaj7gIrifjw1Q8wHrcJ2PFq7zAXeC+/kAuCPUfMCFUPOxAjUfsAbX+ejgOh+vQAv09u3br169qmysLdu7d6+y8dy5cwcPHlS2vPXWW/Swb775hrkB3M8HwB2h5uO99u/fz3cWT548YZn39ddf09+++eabzHFQ8zHHo67zuXPnzuzZs99+++0GDRq88sorCxYsYOA0uM5HB9f5eL6kpKSuXbtOmjTp4cOHlh85ffr0Pn36XL58mbkt3M8HwA2h5gMugvv5WOJR9/MZMmTIhg0bIiMj09PTb9++7efn+V1oD2K/+/kEME+H63w8HyWf6Oho4/aaNWvSvwULFhQtp06dYm4O9/MBcEOo+YAZISEhtK8JDQ1ljqG5zkcTfrBnMOAx9/OJjY29ePEiTbz00kvNmzcvUqTIs88+y8Bp+P181Hbo63t+8tFe56NCzcfrLFmyhHkczXU+anSvANyISrPjRM0HDHSQMUeihQ7VATN4R9YDaj6JiYl84r333itdujSrglGWAAAQAElEQVQDJ1Pxga0ZrvPBdT7gZnCdD4AbQs0HXAf38zHLc67zefr0KZ/IkycPA6ez4/18vKTmI3Fkzad3797nz5+fM2dO3rx5qRDx999/V65cuUuXLi1atOAPiImJ+fbbb6kS+u+//z7zzDNhYWGvvfZarVq1DJ4nPT19xYoVf/7553///ZecnPz888+XK1euSZMmzZo1M37R33//ffXq1fHx8ffv3y9btiw9uF27drVr11Y+Zvbs2Rs2bKBKvXF5pEePHvR+evbs+eGHH9r4Kfbu3btnz57IyEh6Uark0ov+73//M35vSUlJ9CnoqaKiooKDg+nDNmrUqH379lnrUvB3xaf79u1L/3bv3n3YsGFMHuGA/p05cya9wwULFtDc4A9bJKtUqRLNcwvPbOOXYmfacQbRvQJwI46v+Rw6dGjo0KG0XVq5cuXChQt37dpFW9qKFSt+8skngYGBTN5zb9y48dixY7TlTElJoS1SjRo1aHOXK1cug6c6d+7cqlWroqOjb9y4QZvi5557rkqVKm+88UahQoUMHvngwQPaNp49ezYhISFHjhz06vScb731Vu7cucVjHj58yDfy/FJ+5Z/v379/xIgRNPHHH38EBQXZ8inoLf34449Hjx69cuUK9QVDQkLq1av39ttv0/s0niG//PILbYFv3rxZvnx5+gj0xkqWLMmygebhb7/9tmnTJnrafPnyVa1a9dVXXzX3YHp79Clop3br1i2a4fQpaJ6/+eabtDtQPoxmy7JlyypUqLB+/XrmALifjyVqh9d8rC7SzNqyeuLEiYEDB4onfOWVV+jf6tWrL1++XPkqVpd2u/Qkjxw58v7771PXkdaCffv20YtSn43qUbQu1K1bt3PnznxFVrL7Omv7BsqO+P187FLzwXU+mUCLwvjx42kDyuQ1gZYw3k6LFPXOeTv5V7Z9+/Y2bdqMGzcuZ86cvJ0eMGDAgAsXLogn/Eu2detWChhjxowR7bRx//jjj2n5Ey3/yOg5aZX76KOPaLVhWWXyU6SmplIjZS3xsBsyCmkUtyZNmiTaab0dO3YsRSP+46NHj2iaIhN9iqlTp2bhVGnaAFF3hFYkPk1HU0w+CW0FKODR3KO3SuthiRIlLJ9ia+OXYn+aZRFH+ADciRNrPl988QV1Smji9u3b/v7+vHdF0xMmTKBNrnjYEdkPP/xAPTDqiIh22vLTJlcMUxYnO3jw4Nq1a6mnRT0e8cjTp0+PHDmSwg//kY5J8eekV6ftuckDatn8FIcPH6btpzjth1yWbdu2benSpRQeeCO9+fnz5yuDxDkZfdj33nuPjsqxLKHtOX0uSmv8R/q8tJOiYNOqVSveovxy6W0PHjyYNvui5azsu+++69ev3zvvvMOcRf86HzDJGTUfk4u0LcsqHeGl7gctb/w6n2rVqtHfUnefPz6zS3s2e5ICdbqmTZsmfjwso0baSuTPn1/Zbt911vYNlN3hOh8tJ17n880339CBtJYtW/r5+dFxOyp0UCNl7ilTptBCSWmegjt963TsjQIDPXjnzp10UIr2TPzPKcpTx51aBg0aREcLSpUqRUmdFlN6GG2LKWBQZOePpDDNYw8dDOjUqRM9kmpE9EhasKidDuxNnDiRZZXJT0FHvHjsoXYqvFCouHTp0q+//rpu3Tpa8eiQAx14oN/SkTM68kFrJgWwDh060EEUqlxRFvrqq69oDaHwRu+cNiiZeTuMchRthvhBFAp1L7zwgsmHddK6du1ax44d+/TpY+E5bf9S7E6N63wA3JCzrvOhbTV1j2ibScdradtYv359JicuOupM7bR9o5oD9ZzoEA91a6ijQNsl2hxt3ryZjubQI2mL+tlnn1Gv4uWXX6ZtLB0SporNmTNn5s2bR8V/+lcMpEuBhzae9C8dZ6VMRcdcAwIC6BU//fRT6lrR1pg6ebTvYFli8lPcuXOHd6GoI0gT4eHhtLWnrhttV2mzPHz48J9++on/Ob3PDRs20Cfq2bMnHYemievXr9MujD4m/YqObb344oss82bNmsVjD0Ua2mXQEUCaM9T52717N3+A8sulPElzmObJsGHDGjduXLhwYTpETXOP3vDixYuLFy9O+1zmNIg9Vjj8Oh+TizSzbVmlrg6VaKj/1qtXLyYvh8pqSWaX9mz2JLnY2Fha8qnAS7GE3h59IgotFD+uXr1KheX+/fvzh9l9nbV9A2V/9rvOx0tqPhLH13xoH0PphRYy0UL1h9mzZ9PE5MmTX3rpJd74rIzWq65du9KSRBtoHmnoUBz9S40i4tNRBFoQaetMz0wLLn8YrZxUfKcJ5YlqZcuWpc13gQIFFi1aRAcGKIfQH7IsMf4UtLyuWbOGJujQAq17vLGajKIO5R/ar/DkQ4dMKPbQRxg1ahR/GO17aC1t2LAhlUTpnVNSohIqc6lMfSl2x+/ng+E2ANyLs2o+VAZv2rQpbSqVjd9//z1tHqnLRdt2OnTFG6nXsnDhQuqg79ixgzoT1Glg8nFW6qZQ74RK6NRrpxbq9FC3IygoaPr06fysLX70lx5Ax4xy5cpFR8SKFi3Kn5N6UbQRpkNm1OOhx/Ndib0+BR3Y4u9t5cqVZcqU4Y1Ub3n++ef/97//UfGf3jztNehwMvW9qKdFvStxXhk9ZvTo0VTVp7c9Y8aMOnXqZPZiCeqo0VFqmqAMKY5AU6SJiIigY2EGd/KhN3D06FEm77No98QbqZdGB+noz+koOM1t+oA0b5lzoOZjjrOu8zG5SGd/Wc3CM2SzJ8mlpaXR8kwvyo81U1ahV6HeF21nKIeIh9l9nbV9A2V/mut87NDXx/18MqFkyZLKhZVQIqeja5T+xcIqlC5dmnZsNCEiNT9F7eTJk7RPEg+j3TDtt6iu0q1bN95CIZs24hRyRGoXaLEOCQmhCb4DsNenoGoPvSItxB988IHBg6m0Qos+v8UbLdCUgmiCH/ZQogWdF22y88bsJVNfiv3hfj4AbsiJ9/MRZ+0LtFWnf6mrIWKP0L59eyafXs/3C3w38fTp0z179igfRkdYaUNNh3V5r+LevXu8Sj9gwAARe7j8+fMPGjSIySfSiNOS7fIpfvvtNyaX30UXiqMfqcQ0adIk/k7o2BzN5GbNmhlcTkPatm1LfSb6pPR5WSbxz0sbduoIKttpn2hcvaGoSf82adJExB6OjrLTYTtaDOh4nzhrztFwPx9LnHg/H+NFOvvLahaeIZs9SYGqQ8pTbGip5o+8e/euaLT7OmvjBsohcD8fHSde52N8ItY///zD5HNGDS4bVaIFmk9QrZBqkadOnaIliR5Piz49IZVuDC7auXHjBv1L4d54AaJwQks27cyobsvs9yn+/vtv+rdUqVIGe1Amh37Cp8UVSlQaMvfk/M27Vqa+FPvD/XwA3JATr/Mx2MZmZGTwmy9PlZn7K9ooFS5cmPYL1DGKi4ubMGECVWxog08ttJug7bDyndMD+AS/6ZkBsemLjY3lB8uy/yloi8o3m7x3ZYBCnZjmW+AdMmZGQkICyyR+JJuOc4ur0gWKNzxbCnwXaXLm0J6uWLFi9FmysxvNFNzPxyLn3c/HXBcuO8tqFp4hmz1JwfhSZzpizuQKEv/REeusjRsoh8D9fHSceJ0P7ZYMWvjiYhktfHyiQ4cOUVFRmzZtogILvw6VyYegaPmj8g5fZJk2PBgnb463i91eFhh/Cjp8SP/ys8wtsOXDUl0oKSlJOayQ82XqS7E/XOcD4IaceD8fgxGTKPYYnItl0q1bt5h84HbmzJkfffQR9ctjZdu3b2dyf33IkCHiggFxjMnknoI25vyT0pPUqVOH2eNT8N0Ek2sslv+QdnPMmixsgfn8MT48x+SD6MofHzx4wDt/5saRo5nmzOTDcD8fS5x3Px/jocyyv6xm4Rmy2ZMUjD8OLwGJTZwj1lkbN1AOget8dJx4nY/xtft8f0Yl9blz59rwBGz06NE9e/b85ZdfTp48efbsWQoJdDiQstDOnTup7MgXGn7qpBg53iTKS1Zfy9wzGH8KfgKG1byenp7O5BPbsnCigjNl9kuxM1znA+CGnFjzMdjG8i0nWbNmTVhYmNU/p2OoP/zww59//nnw4EEqdPDRyWJiYkaOHEmbtRkzZtBGWLwE7UGMn0Elow9rdU9hYUdj8CnEeXpWZyAfnEp5NY5d8Nc1+eoG501YnjnGD3MCFa7zMceJ9/Mx/sazv6xm4Rmy35PkrK7dDlpnbdlAMQeQNmi4zkfDidf5GOPVRuW4mVbR0bjevXsvXLjw999/X7x4cbdu3fLkyZOYmPjpp5/ynRAfjcfcaWP8MJU4ZsAXaJPb90ePHrHMfAqTJ4DR+nDx4kV+5IA/jFqyc+64E2ThS7Enzf18sJMDcCdOvM7HgLjdOz/nzRbUN2rcuPHYsWM3bty4a9euUaNG8TNkqKvx448/Mvk0ff5Ik/V/2kTznQK/vYboIRnnHNt3E6Ghofx5TO6brl27Rkd/eQeOj/Zr+4e1Ed/rmdz7GDQGBwdbeDDT7kYdeu8RJf3rfECfZn10Rs3HWPaXVbss7Q7qtDhunbW6gXIEfj8feTK723DPTz5OvM7HGN/90L5HeZcejo7zdejQoW3bthEREUwODN999x0VdsTCTUtknTp1KCVT3ZDJF6Xx7MHXASoKPXz40OA5qYL/xx9/MPm+N7yFn/Fs/Ehqsf2SG36+RHR0tHE59ejRo3QM4NVXX338+HHZsmV5oxhCVGncuHGtWrVy3GjRnC3Ha23/UhxCsyyi5gPgTpxY8zFAHXF+XorBNcEc7Reo2t+lSxe+Gaet1ldffaUck4068V27dl22bBlPUOKyTN6nUd6ETeCXNTP5elGm3U0wU3uKTPV1+Dkzx44dM/7t+PHjX3/9df62+fs8dOhQcnKywcNo90cdJnokP9k7UypXrkz/njp1yvhTGD8bP4BocuZcunSJ72rFbtTRNNf5MLBApXbFDMr+smqXpd1BnRZHrLM2bqAcRLv1Rs1He52PS2o+tMfidT2q4RgcTlu1ahUdWKItbPXq1Zm871m0aNH27dspHxs8CT84R7sxfqnPK6+8QssrLX8rVqwweCQ9J9/oN23alLfwI1tXr141OLi1evVqZjNarHPnzk19AtoHG/yKj5DToEEDKkzRYs33PbQGivNHOcppFIcovGVtXyJqslbPhhe3HrPwGNu/FEfQ3s8HR/gA3Inraj5Me9N3Om51/PhxZTttSJcuXUo1f6o/8BGWT58+TVv+devWGfTv6Z3zrRmvVNA+gt++c8OGDQZHrO7fv887SRR7+D4lKCiID6p7+PBh5SMTEhJ27tzJMvkp6E+Ud0Vk8u2t+R0e+chU/GH0Nmh7q3wY7enmzJlDBwHv3LmThS1wy5YtmXw7EYO9W1paGt9PKVFPkcn3Cj9w4IDBe+DjGgcEBDRp0oQ5DWo+Vrim5pP9ZdUuS7vjOi12X2dt3EA5hEpcwoSaYYDmhAAAEABJREFUjxOv8zFG3/G7777L5PFDBwwYQAtTUlISHVKaO3cuz8QUKvjwMrSj4kvYypUrKf+I89NoMfryyy+ZHGb4wABUWuGjdn777bczZsygwE1b9itXrtBzLlmyhMnj9lAU4X/Oh+ygZ6NqIy/y0DJKKw+9ivHwqeaIEbRpoecXq9FhBtpnjBkzhvaUtIegj8YfyW/jQ6tQ9+7d6fAA7bZpp7tp0ybeXqxYMeVoIbajD86PX1IspDl5/fp1c4/k53PTu6KHGR8d4Wz/UhyB38+HoeYD4FZcV/MhYgybDz74gDaYdHCXtqJUmaENFHUpaO8wcOBA/sgWLVrQO6RN1tixY8Ul+PTgzz//PDY2lmn7KEw+KZ96S5QEqCy/f/9+ep4HDx7QtvHtt9/mvZz33ntPvAF+/7effvpJhIRz587Rqxsf4rWgT58+dKyNdjHDhg2jThKTz6LZsmXLiBEj+DvnVzFRouC3iaTDwDNnzoyOjqZXoT3d8OHD+bHnfv365cqVi2VSuXLl+Genvdv8+fNjYmLo26QZNXLkSONz9ugQNR84ePTo0evXr6c5SW+bjkbTPOHhkz6LU0fiQc3HHCde52Ms+8uqXZZ2x3Va7L7O2r6Bsj/N/XwYxnZz8XU+5K233qIliaolZ86c6d27t/JXVCGh6CJ+pCWPdjaUZCbJlI+kDj3txsSPtBekTTnfSxkczaLY89lnn4nztqtUqUIrDC2sFN+V9zSgI150BJG2+Mw2lLVoR0KvZfzeaA0RY89Xq1Zt3LhxCxYsoIOFyjfM5PhEEa5gwYIs8yhc0VpN6zz/vM2bN581a5bJR9LHP3XqFM1GmkXBwcEmT2ZgmflS7A/38wFwQ04c280YdbJpmzZlyhTazM6UiV9R7KFNrhh2tmTJkp988gm1HD16tEOHDgbP06VLF3GbgSJFilBvg9/PlPdjBDrsNWHChLp164oWOozVs2dPKsvPkPFG2oRShOA3/7EFBS16RXp71CXiFRghNDR04sSJ4kd6dfqw1GfaJFM+ko6O0TthWUIhh46LUYBZI+ONtDekj7B48WLlI+mL/vTTT2k20iG8OTLlb998803j2+U5Du7nY4k8SLHaRTUfZo9l1S5Lu4M6LXZfZ23fQNmffD8fjO0mc+l1Pkzex9BO5Y033ti6dSvFj3/++YcWtWeeeea1116jRuXgG3ny5OFFFapsxMfH37p1i4qDJUqUoMRCC5ZygELaTdKy1b59ewo/9ISUv4sWLUrxo1mzZpSnDQb0oAzw3HPP7d27l44TUPKmLEQVIVqL+B3BbRQYGEgJnvISfQp6RYpndJygfPnytEcxOIGNPhRVZqnWSbufyMhIKjcVL16cXpF2JJm9J7cSrZy066J1iXoGYjR6YxTzqKOwb9++qKgomg/0eWnnbfww278U+8P9fADckEtrPkyuulB/YuPGjXTs5vLlyxRXqEhOB1wHDx5MXRDlI2mPQFtdOm5FZe2bN2/SVo42WQ0bNuzYsaM4z5lr1KgRbeLokdRbok0iHYilwkidOnVoQ2dwrw/a0WzYsIG22/RI2iTSb6mDIm6NbTtKaJs3b6bnoY4Uvb309HR6BjoMTH015VkG9HJfffUV7ekOHjx45coVvkOhF6Uj0Mo8lll0fG358uW0G6WyDx3Gpp3mCy+8QHtPejmD5MPkK2bpwbQPpToY7QKoW1m6dOmqVavSPrRWrVrMiXA/H4ucdz8fk7K/rNplaXdcp8Xu66ztGyg7s9/9fFxzACwL+PvMkD2Rpclmf6f+Yqs8KDNT/zwjf+u6tp7iBeAI92q/9/TkP9I6miMg5d/lObT8ZbSB4APOMgBwALWMdhN0XIl2E7Sbp90EHUwp0zdXRoa0w6xXyf/PRVkpTQNkzZOLMXfD+vjJmedJ1yYZX/QPCgoKlPH9gkqLeS+xYvIuHK2YtFbSull5YNCjZKk/W6W0/7kVThptDzzRrTxtWVIKrSQZVZ5N3zWN96xoJQoICMjsSoTrfADsCtf5ALghV9d8wJepcJ2POS69zgc8iNp+1/ngfj4AdoX7+QC4IZeO7Qa+DPfzscSl9/MBD2LH+/ngOh+ws4SEBIPLSS177733xJ3+vAHu5wPghlDzcTNr167966+/bHxwhQoV+OBXnkj/Oh8wCTUfsM5e1/l4ydhual4yxZrjBpKSksR99GzRo0cP5kW09/NRYycH4EZcOrYbGDt//rztewrarTCPhthjBWo+YI2Kn/DGUPPBdT5up0yZMidOnGC+it/PBzEcwL2g5uNmlONrez/UfMzBdT5gI811Pmpc54PrfMDN4H4+AG4I1/mAi+B+Ppao+cnhqPmANSq7XefjJWO74TofcBe4nw+AG0LNB1xEc52P4idQcPH9fMBj8Pv5SFDz0V7ng5oPuAXNdT6I4QDuBDUfcB2c6mYexnYD26iYduuNmg+u8wG3gvv5ALgh1HzAdXA/H7NwnQ/YBvfzUcB1PuBWcD8fADeEmg+4CO7nYwnu5wO2seP9fHCdD4Bd4X4+AG4INR9wEf3rfMAk1HzAOlzno4XrfMCdqHGdD4AbQs0HXAg1HytQ8wFrcJ2PDq7zAXeiwnU+AG4INR9wIdR8zMF1PmAjXOejg+t8wK3gfj4Abgg1H3AR3M/HEtzPB2yE+/no4DofcCu4nw+AG0LNB1wE9/OxCPfzAdvgfj46uM4H3Aqu8wFwQ6j5gOvgfj7mYWw3sA2u89HBdT7gVnCdD4AbQs0HXAf38zEL1/mAbXA/HwVc5wNuBffzAXBDqPmAi+B+Ppbgfj5gG9zPRwHX+YBbwf18ANwQaj7gIrifjw1Q8wHrcJ2PFq7zAXeC+/kAuCPUfMCFUPOxAjUfsAbX+ejgOh9wJ7ifD4A7Qs0HXAg1H3NwnQ/YCNf56OA6H3AruJ8PgBtCzQdcBPfzsQT38wEb4X4+OrjOB9wK7ucD4IZQ8wEXwf18LML9fMA2uJ+PDq7zAbeC63wA3BBqPuA6uJ+PeRjbDWyD63x0cJ0PuBVc5wPghlDzAdfB/XzMwnU+YBvcz0cB1/mAW8H9fADcEGo+4CK4n48luJ8P2Ab381HAdT7gVnA/HwA3hJoPuAju52MD1HzAOlzno4XrfMCd4H4+AO4INR9wIdR8rEDNB6zBdT46uM4H3InB/XxwgBnA5VTayyxQ8wHXQM3HiGZNxHU+YCMfv86HrzCaf5Wj5GPNAZczup8PeloALqHSkn/QtKDmA05mcD8fZQcGcD8fsJX+/Xx02/bMC2CeTPrYKu0V5Wp2417GlfinRnNC+wDjP9f+1kS7Wve3zGzAVJt/Wv1nNlHpNvvMVt6VSlwRaPrPzb0rE8+slo+2qG16V8zMQSvdI/mwnUb9/ky/K95o87sy+cwqo781f7KBzV+i3ldg9o2p09LF75SrJfZzAM5kuPZpaz60gprbTbAsbJAt/i3/rfUNlHarkp3NpskdBMvOpjgzOwjbd1vZ2owbvqtsPKf9dlhW9wtPY2/JJ+qY+lsf2y8YfF75R80h7LQnaqMV03TnzXQXy/pSoba03JpYBzOxtNuwnKutP4+pNc7WV9c8PLOvrvdUKmb91ZmprqBKvLr2/WftDVj5HjPkir1aLQ4fsKyuQZ6afFR6R/N4L5P1/fyhvBqp/aQjCPSvVEBVMf6fclotT0stfiZ+q53mj1E8G814P6Pf6j1S+kosvK7ub6XnNHik2ujZxOvqvc+MzL2u/vuUP4X8bBY+henXVT5zhph7WXpdU9+F1ddVGzyb/nehsvS6Jr7ozL893mhxtohnU/H1XH8hBQBn062DvFujUp25/KRC9zvGm7Isb+j8rOw4rOxWxLbF4LeWNpUmNvgWd2oWtl02v1tbdhnmNuwmP4vlXYzFHUGGn027bLXBjsPyZ9HsBdTG78fyu9X81vz74Z9Fc4KNvCii7KPcOWoSw+X/1LRi+ilWBz+1wRzOMP4G/ZhyQrPk6J7BxCPNPIN4Of210tQjjV5F733qfe+Klsx+IvEMFj6R9BjDNULxiUy+ip0/kcH7sTLnTbxPE5/I4FUUn0g+4Y1J/avs9aw8+Dof3f6M09zeVc1Tt+asBm0sFNMqOa9qrkFX8dKC5reapCp3ozVZSvdscjWWP5Lpfmv4uszy6/LvTPO6KoPXZSZfV8WrwGrtEUvD11VrX1f/2cQZHeK9MfFsTJOZ1ZrXEocrFK/LxOtq5oliPmtiN/9tll5XN39sfl0xf9R634VKU/UU34vh6/I1VvtF645JmHt7fNhE3QxXPKH2y1UpP6zug+ger/lbRezBfg7AmQzWO2XNR2+dVWk2LEY7ArMbOqbcmKsNdyL6GzT9Z9a9Mf2dFBPvR29jaGFbZLCj0d+pmdo6md92Gb4f3Zwx/Cy6ja3x+1EbvB/D3ypeUbGdNPl+NPNW77f69Rm11Z2O9v0wxvS287rPwjSfRe/9aOctMzVvTe2Y9D6L+fej0nYhNPz8/Az6bb62axCxR5oVfppIqFnXFEuROPSvncN636Bi7dM8K38MX2uYosuhXE+Vy7Oms6f9lvk6qFKcUqVSbDGUa4diaefLjHJJEGuNZkmQW5hu6VK+inIdUTFNA38/8jPovxbTrk3KnoZKuUYwpljSzMw3xWspPhEz+ETiferWFJWJ70i7lultARTfETOY84rHaLds+t+RWvt+xHfEFOud2Mr5qYz6V5niYclHb4Xh/4ouOf8+5POktF1k3SKg0i4y2qvPNcur5l8+3+VHaiOB5gvRfK1ijustXCq91+XfkGZJFa+rMvG6aqPXVZt7XbX511WJAKMJA3xavC5/B0w3TxSvq13ndfsz/ddlasUAZfqbbeXravYHitfVfh3K70I7f/RfV/PMitdl2tdVG72ubv6I12Xa11XOH6PX5X+l6aZon9DUTNZuDQxnuLYLotuI6M1ksY3RfwN81vlpGeznAMDR+Bon1kFdR1/XL9BtB4x2BAYbOqZc37UbVbX+RlWxbeE7e90GyvSGUbkRNnw/KuNtkd6ORgQzzftRdK303g8z3ngafxbFTkEzZwy3k1Y3tsoNu+ntquHOS23t/RjtCDQ9MuX7YabmrcEOzng7r/nX3E5c/7Ooze8QVdp+mvHOV200bzXvUtmB8c2dgrIXJ62Yir48j6zaJUG5JopvRPPtM7HUaf5UJbpb4iJ4sWQqulJiCdEcaFDrL3WaJVMXokSnS7Oma9+n7rQrNRPdcd2So1nrde+TiQDMf1CbeJ98WTJ+P8r3KWai/vthJucbU+u9H+X7ZPrzRG8N1bwfzftkyvlm9H7MzxOVbq3UdXH1vyPlfDOaJ7otqlq3HWAilGazZ+UxZ7upVHqHUsRqU7WsulOjDKLOeCrNuYwMzXzUFrLF1pxXq8U2SKU5FKTb4utaTDxeJbeI0Cl9Qyq13t7CT/G3/Hn8VHot2Xq80W/1WtTidC+zz8bEqV+mHv84MfH33/fxltDQZ0CLO+kAABAASURBVMJr1LD8eMM5pjL//CbnsPHjLX8j4vHmf6to4euJ5hwD+p7kDZitM0p0ZRjTbDj44zMUs/Gp0RtTqfhCxaRjWPyoXlCgv7+/wcqJ/APgaGJnIfpYtCZ2apjxlPYSGRnS3oH+lXcN8n7aaMNiaSOjVul2CmpTGzQmqhYqMa3yt7r5srAxVNm8Gc/Uby3vIAx+e+HcuWvXrvKWJo0bFyyQ3/ZdlcrMvLU8583/lp+6w9Nihm3fmt7OPVO7IfFb5XC6aqN5+9RovyCdosO74/Jb9Zd6LPKyWOd5WhqVh6uzfNza4xismLwL16FBxuNkqedG/+frpjy3M7TfvlqlNtGp8NP73tXKb0r7vTC5kyY6b2q+Jsq/9WP63Sc/sXYbrQsqw6VRrVyXTbwf+UkMliVTz6ZmRt0k8dur0dF/X7jAn6pO7dolihc3fgbDz67/DKJ7Kd6P3tqt9wzSemThEymezcz80X0XGQZrjcrMMyjXpqeKx2eYej98PaJ/qdFfWouYX+nifCUS/avMRiDPu85HecCAPnzbuupW4elPnjx5KpMikBbLNJXiX99y9erV0Zsi+PTrjV5v9tHbDIzwReqpUbvYdfFlkgsICODJR7lyMgBwPOXukFZD2i98OThDu5fQ7SmYbh9s6xP75g7i8NTvdxxfy6f79HitSpUqDLQs7BdEXyVD7BQCApTnAjAfY1DwoXkyp5+aVkzRhZMPX9OBCdtXTC9cJVesOLLzd01/rNWrtZq1eoH5BrV2bcrQtqj0S/cZ8krkp12JvL/mo2Sw5jBFp1MkHwaZkSNHDjFNszEoKIhBZhgEcgGxB8Al+MrIdwfK3QRfQ7NxgMwX8RnI0c4COwgbGfRVlEfEfHa/YLCvFFUgrJgCLSRiOjAw0MdXN+VKxBcSvhIZn1NjOw9LPvwT0lrhJ18VJ/Zn4sAeVpusUSYfmrfYsWWB8fqprPkoH8YAwDFU+udF8/Ajzi/CAbKsUSYfdMVsZ1B7NN4v+E74MbliKn/Eiikg+SiJso9YTsS/YvVRZfKUUU+t+TDt2sK0hbAMGZNzEdaczKK1S0zTzFQGIbCFSnHSttir8fVTufNjAOB4KsWVdXw3oTnpSCb2EdhT2MjPTzcYEu0ssIOwkbKvojwu5peNE3U8mnLF5DtHJi9dWDGVlAcaKAX5+Opm3LnK/nrkSclHJYaPkInPzEtAWT1vGyTK5ENrHXZsWaMMOWL59PPJ87kBXM449ojz37CbyBSDmg92ELYz6LepTF2W7VM7CGXa4bMCK6YBJB8DypXI5HrEMrkSeXDNh2lnBF9blMVTrDyZpayu0ixV/gi2UOmP3qbSxzJfjQWArBHHyPi/olOl0p5vgz1FZilrPvw8ewY2MOirKHcHYtp3qEyd8IYV05gy+dBc8vHVzWrnKgs87zofcT2ccSN2Y1mGNc1ejHOOwXoLAI6m0j9BwGAfgT1FZim3XUg+WYD9AocV0xY40GCSHVcijxzV2mT4YVhtskG5phn/CLZTmRnMALEHwJmwp7Aj5Tzkp9czyAzsFwSsmFYZzBmsbpwdVyIPPtsNK48dGcxGdNOzwNxMw8wEcAnsKewFO4gsw37BGFZM22F1Yw5YiTy4iKb8zMpVBUtJFhjMNMzDbMIMBHAT2FPYF7piWYb5poQV0xwcaLDALnPDS04fxJKRTVjTAMDrYcuWNdhBgENhiVLC6uZouHAKAAAAAAC8H5IPAAAAAAB4PyQfAAAAAADwfkg+AAAAAADg/ZB8AAAAAADA+yH5AAAAAACA90PyAQAAAAAA74fkAwAAAAAA3g/JBwAAAAAAvB+SDwAAAAAAeD8kHwAAALCJv78/AwDwWEg+AAAAYFZycrKYzpEjBwMA8FhIPgAAAGBWamqqmA4KCmIA4DBpaWliGqubIyD5AAAAgFnK5JMzZ04GAA7z6NEjMZ03b14G9obkA5LAwEAx/fTpUwYAACBDzQfAaR4+fCimkXwcAckHJMHBwWJaebwBAAB8HJIPgNOg5uNoSD4gKVSokJhG8gEAACElJUVMI/kAOBSSj6P5MQBaDvz8xP5MWWkFAAAfp6z5KE+NBgC7i4uLE9NIPo6A5AMaYgVDzQcAAASRfDC8AYCjXbhwgU/kyZMnd+7cDOwNyQc0QkND+URsbCwDAACQieSDU90AHCohISExMZFP16hRg4EDIPmARpUqVfjE48ePL1++zAAAABTX+SD5ADhUVFSUmBa9MrAvJB/QUK5jf/31FwMAAEDNB8BZkHycAMkHNCpXriymkXwAAIATw97kz5+fAYDDHD16VEwre2VgRxjVGjSURxcOHDjAAADA56Wnp4thb4oWLcoAwGF++eUXPqFSqRo0aMDAAVDzAY3y5cuXLFmST1PyefDgAQMAAN8WHx8vposVK8YAwDGioqLEEFMUe/LkycPAAZB8QOe1117jE0+fPv3xxx8ZAAD4tlu3bolp1HwAHGf37t1iunXr1gwcA8kHdF5//XUxvW3bNgYAAL4tISFBTKPmA+A4u3btEtOtWrVi4BhIPqDTokULcdusn376SbnDAwAAH4TkA+AEd+/e3bNnD5/Onz9/vXr1GDgGkg/o5MiR4+233+bTaWlp8+fPZwAA4MNwthuAEyxbtkwMH9+lSxeVSsXAMZB8QM/o0aPF+rZw4cLk5GQGAAC+CjUfAEdTq9Vffvml+HHo0KEMHAbJB/SUK1euTZs2fPrRo0eLFy9mAADgq5TJBzUfAEfYuXNnTEwMn65bty7u5ONQSD5gaPjw4WJ6+vTpd+/eZQAA4JOUZ7uh5gPgCB9//LGYHjhwIANHQvIBQy1atKhRowafptgzaNAgBgAAPknUfFQqVcGCBRkA2NX3339/+vRpPp0vX7633nqLgSMh+YAJCxcuFNObNm3asWMHAwAA3yNurViiRAkGAHb19OnTESNGiB9HjhwZFBTEwJGQfMCExo0bK0s9b7/99pUrVxgAAPiS1NTUGzdu8OlSpUoxALCrr7/++tq1a3y6ZMmSo0ePZuBgSD5g2syZM0uXLs2n792798orrzx8+JABAIDPiIqKEtPly5dnAGA/8fHx48aNEz/OmDEDBR8nQPIB04KDg7du3SpWwn/++ef111+nsiwDAADf8O+//4ppJB8AO1Kr1W+++aY4phweHt6zZ08GjofkA2bVqFFjzZo14sd9+/Z16tQpPT2dAQCAD0DyAXCQL774Yv/+/Xw6ICBg9erVDJwCyQcs6dy588SJE8WP27Zte/XVV3F7UwAAX4DkA+AI586dU57nNnXq1KpVqzJwChWV2xiARR06dPjxxx/Fj/Xr19+1a1e+fPkYAAB4r5dffnnPnj18OiEhAXcyBci+O3fu1KxZ8/r16/zHevXq/fnnnyqVioFToOYD1m3atInCj/jxyJEj4eHhx48fZwAA4L1EzYcOdSH2AGTf48eP6YCCiD158+bdvHkzYo8zIfmAdUFBQVu2bOnbt69oiY6ObtCgwZQpUzDmAQCAV6LNu+if4VQ3gOyjdap9+/bivqVMHtUa48U7GZIP2IQOSCxfvnzatGmihVbgTz75hPLP5cuXGQAAeJcrV66IY1tIPgDZ17t3771794ofhwwZ8tZbbzFwLiQfyITx48dv3769YMGCouX48ePVqlWbMWMGij8AAN4EwxsA2Et6enqPHj2+/fZb0UIpaN68eQycDskHMqdt27YXLlxo3ry5aElJSRk3blx4ePiZM2cYAAB4BSQfALt49OjRyy+/vHbtWtHSqVOn5cuXM3AFJB/ItJCQkN9++23mzJmBgYGi8dy5c7Vr1x4+fDjGvAYA8AJ0kEtMI/kAZM2NGzcaNGggbt1DXnzxxQ0bNvj5oQfuGpjvkBUqlWrUqFFnz56ltCManz59Onfu3LCwsH379jEAAPBkp06dEtMvvPACA4BMOn36dK1atZQHEdq3b79z586AgAAGLoLkA1lHIefYsWPz588PDg4WjdeuXWvRokXPnj3v3bvHAADAA2VkZJw8eZJPly5dOn/+/AwAMmPz5s0NGzaMi4sTLYMGDdq6dWuuXLkYuA6SD2QLFX8+/PDDyMjIVq1aKdvXrFnz/PPPK89qBQAAT0Fb9fT0dD5NB60ZANhMrVaPGTOmS5cuKSkpvIU6SzNnzvzqq69w6x6XQ/IBOwgNDd21a9e6deuUt7q7fft2jx49WrduHRsbywAAwHMoT3WrWbMmAwDbPHz4sG3btp9//rlooSIP1X9GjRrFwA0g+YDdvPnmm1FRUb169VI27t69u1KlSvPnz6dDIAwAADyBMvmg5gNgo8uXL9P68vPPP4uWUqVKHTt2rFOnTgzcA5IP2FPBggVXrly5d+/e0qVLi8bHjx8PHTq0bt26kZGRDAAA3J64yIc0aNCAAYA1e/bsodijvL17w4YNT58+XbVqVQZuA8kH7K958+YUckaOHOnv7y8aT5w4Ub169QkTJqSlpTEAAHBjtMXmE6GhoRjeAMCqzz//vHXr1g8fPhQtgwYN2r9/f+HChRm4EyQfcIhcuXLNmjWL9p3VqlUTjenp6dOnT6eDH0eOHGEAAOCW/vnnH3FnNlzkA2BZSkpKly5dxowZk5GRwVsCAgJWrFjx1VdfYfRqN4TkAw5Uo0YNqvPSgRDlGI6XLl2i+u+AAQMePXrEAADAzeAiHwAbxcXFUZdm8+bNooWKPFTq6dOnDwO3hOQDjuXv7z969Ojz5883b95cNKrV6iVLllSsWHHHjh0MAADcCQZ2A7DF4cOHw8PD6QivaOE/UhZi4K6QfMAZypUrt3fv3oiIiEKFConG+Pj4du3aderUKSEhgQEAgHs4c+aMmEbNB8Ak6tI0a9ZM2YHp3LkzZaFSpUoxcGNIPuA8vXv3joqK6tatm7Lxhx9+eP7556kExAAAwA0cPXqUT4TIGAAoPH36dPDgwX379n3y5Alv8fPzmzFjxqZNm3LmzMnAvSH5gFMVKVJk/fr1u3btCg0NFY0PHjwYMGBA06ZNo6OjGQAAuM65c+fE+FSNGjViAKBw586dl1566auvvhIt+fLl++mnn8aMGcPAEyD5gAu0atXq4sWLH3zwAR0mEY0HDx6sUqXKp59+SkdTGAAAuMLhw4fFNO7kA6B0/vz58PDw/fv3i5by5cufPHmyTZs2DDwEkg+4Rp48eRYsWHD06NGwsDDRmJKSMn78eNqsiFtJAACAMymTDy7UBhA2b95cr169mJgY0dKyZUuKPRR+GHgOJB9wpdq1a589e3bKlClBQUGi8dy5c7RxGTZs2OPHjxkAADiRSD4BAQG0iWYAPk+tVk+YMKFLly5JSUmicfTo0bt27cqXLx8Dj6Kir5MBuNqlS5d69uxpcIfT0NDQ5cuXt2rVigEAgOPduXOnSJEifLpRo0aHDh1iAL4tMTGxa9euO3fuFC05c+ZcvXp1586dGXgg1HzALVSoUIEONC5evDh//vyRc5dbAAAQAElEQVSiMTY2tnXr1j169Lh9+zYDAAAHO3jwoJjGRT4Aly9frlOnjjL2lCxZkroriD2eC8kH3IVKpRo4cGBkZGTbtm2V7WvXrg0LC/v2228ZAAA4Ei7yARD27NlTq1atixcvihZaKU6fPh0eHs7AYyH5gHsJCQnZvn37999/r7yJBNV83n777RYtWly7do0BAIBjKJNP06ZNGYCvmjNnziuvvCJGeCd9+vTZv39/sWLFGHgyXOcDburBgwejR49eunSpchHNkyfP1KlThwwZohwOGwAAsu/Jkye5cuXiN2csV67cv//+ywB8T0pKyrvvvrt27VrREhAQMH/+/Pfee4+B50P3EdxU/vz5v/nmGzq+UqFCBdH4+PHj4cOHU/X53LlzDAAA7OfEiRPinvQ41Q18U1xcHC38ythTuHDhPXv2IPZ4DSQfcGtNmjQ5f/78+PHjAwMDReOZM2dq1qxJjampqQwAAOwB9zAFH3f8+PHw8PDTp0+LlqpVq9KPzZo1Y+AtkHzA3eXIkWPatGlnz55V3lmCDkx++umnlStXVo5EBAAAWfbHH3+IadR8wNdEREQ0btw4ISFBtHTo0OHo0aOlSpVi4EWQfMAzhIWFHTt2bN68ecHBwaIxOjqajsT079//wYMHDAAAsmH//v18ImfOnC+88AID8A1Pnz4dMmRI375909LSeItKpZo6derWrVtz587NwLtghAPwMLGxse+8887u3buVjSEhIV9++eUbb7zBAAAg865cuVKuXDk+/dJLL+3Zs4cB+IB79+517NhRxH5CB1g3btzYpk0bBt4INR/wMKGhobt27Vq3bl3RokVFY3x8fKdOndq1a0cTDAAAMgkX+YAPOn/+fM2aNZWxp0yZMsePH0fs8WJIPuCR3nzzzaioqJ49eyobd+zYERYW9s0336CSCQCQKbiHKfiabdu21atX7+rVq6KlZcuWp06dqlSpEgPvheQDnqpgwYKrVq3au3dv6dKlReODBw8GDhxIu+1Lly4xAAAXUVvE3I8y+TRu3JgBeLVJkyZ17NgxKSlJtAwfPnzXrl3UtWDg1XCdD3i85OTkiRMnzp079+nTp6IxKCjo448/Hj16tHI4bAAAR1PuVY33sCqVyuS0a6WkpOTJkycjI4OmK1eufOHCBQbgpRITE3v06EEFH9GSI0eOFStWdO/enYEPQM0HPF6uXLlmzZp14sSJatWqicbU1NQJEyZUr16d2hkAgFOIqGOu2kPpQpR93OfI46FDh3jsYbjIB7za1atX69Spo4w9JUuWpOUfscd3IPmAl6hRo8Zff/312WefKRsjIyNpG/fRRx/hnqcA4Ggiz4iQwz2V8Wn3DD+4yAd8wf79+2vWrHnx4kXRQj2E06dP078MfAaSD3gVCjn//vtvkyZNlI0zZ87EPU8BwKGUsSdDgTLPnWsPDq86/+TJEx6BDC74cYfwg+QDXm/+/PkvvfTSvXv3RAvVeajaU6xYMQa+BNf5gHeKiIgYOXLk3bt3lY19+/b94osv8ufPzwAA7MdktYdP3P8vMaL3roc3HrcaUatB7yoqlcpPxidUMubqa37y5cv36NEjmsibN+/Dhw8ZgBdJS0ujvf/atWtFS0BAwJw5cz788EMGvgc1H/BOffr0iYqK6tq1q7JxxYoVFStW3Lx5MwMAsBOTsYdqO1TkuXP9QUTv3RR7VEz16+yTf6w490QmTn7jAYm5tPJz/vx5HnuIQcEcwNMlJCQ0btxYGXsKFiy4Z88exB6fheQDXqtIkSIbNmzYtWtXSEiIaLx582aXLl1wz1MAsAvjk9x45iF3Yx6u7LvnwY3HVNGhh9A/v31x+nDEeWX4EZf9MNeFnz/++ENM41Q38CbHjx8PDw+nf0VL1apVT5061axZMwa+CskHvFyrVq2o+NO/f3/lySQ7duyoVKnS4sWLcbYnAGSZydjDk8/taw9WvfPbo5tJ8oZHLYcfRtO/zzvzxzJd5Ydf9uPa8IOLfMArUZ2Hqj1xcXGipUOHDkePHi1TpgwDH4brfMBXHDlypGfPngZ3OK1fv/7q1asrVKjAAAAyw+SQBiL2rBt4gGIP5R2V/LBCpfLei3koH31R0/+avl+tfp8qAQEB/lrish/m9Gt+aAN4+fJlmqA38Pjx45w5czIAT0Zr4siRI+fOnStaaJ36RMbA56HmA76CQs758+fHjx+vvLcpxaFq1apNnTo1PT2dAQDYxkLsuRPzcO3AAw/l2EOPoH/7LH916PbOz1QpIv+lVPk5+OVfR1f9Lco+Lqz83Llzh8ceUr16dcQe8HT37t1r3bq1MvYEBwdv2bIFsQc4JB/wITly5Jg2bdrZs2dr164tGlNTUydOnIh7ngKAjSzHnm/773+UwGMP8wvw67Ps1bDmpXPmzdF/XYeSFH4o90h/rTqw4OzRVRdcHn4OHTokpnGqG3i6ixcv1qxZc8+ePaKlTJkyx48f79ChAwOQIfmAzwkLCzt27BgdEMqTJ49ojIyMrFev3pAhQx4/fswAAMywEnsGHHhIsYepeOzp/U1rij38DxXhR3oClUp1cMFfLg8/uMgHvMbOnTvr1Klz9epV0dKsWbNTp05VqlSJAWgh+YAvoj7H0KFD6eBQq1atRCN1OBYsWECbyN27dzMAACOWY8+aAfJJbnK5x18/9nDa8FNUXGR7cMHZYy4NPxjYDbzDtGnT2rVrl5iYKFo+/PDD3377rWDBggxAASMcgK9bu3YtpaDbt28rG99666358+cXKVKEAQDIbIk9Kqnak+Ef6Nfna4o9z5p8npRHaUvf2hp//rZU+ZGfscmQ6nV7uWDAA3rnuXLlon9punDhwgabQQCPkJSURLvsbdu2iZYcOXKsWLGie/fuDMAIaj7g62jj+M8///To0UPZuG7dOir+rFmzhgEAWIs9q6XYk6zSVnssxB4mV376rXu9ZFXpwIp8yQ87OP/ssZUuqPycOHGCxx4mnxfEADxNTExMvXr1lLGnWLFihw4dQuwBc5B8AKQ7OlPI2bt3b+nSulNT7ty507NnzxYtWly7do0BgA+zFnsOUuyRL+1RS0MafGMp9nAUft6l8FOlKL/ZDxV1Di044/zwg4t8wKPt378/PDz8/PnzoqVOnTqnT5+mfxmAGUg+ABrNmzePjIwcNmyYv7+/aNy3b1+VKlXmzp1LXRAGAL7HcuxZJcUezUhucrWnldXYw0nhZ70UfphmsDeVHH7OOzP8IPmA51q0aFHLli3pGKVooToPVXtKlizJAMzDdT4Ahs6cOUPVnnPnzikba9SosXr16mrVqjEA8Bk2xJ5klXzfHoo9fb9+ubJtsUdIeZS2/M0t8Rdu0TOoVLRHzmjyYY06vas655qfIkWK8I4jvVxycjL9ywDcHq19/fv3j4iIEC20msycOXP48OEMwBrUfAAMUcihcvmnn36qvKkfxaGaNWuOHz8+NTWVAYAPsBh7Hq0ccOhhQjJPIlmLPUyu/LyzvmOIVPmRDkSqmFT5Oe6Uys+VK1fE8fI6deog9oBHSEhIaNasmTL2FCxY8JdffkHsARsh+QCYQAeQxo4de+HChSZNmohG6otQHKpcufKRI0cYAHg1K7Fn4EF+3x76rZ+/KmuxhxPhR1PVcVb4walu4HHooGR4eLhy0a1UqdKpU6datmzJAGyD5ANgVrly5Q4cOLBkyZICBQqIxujoaOolDBgw4NGjRwwAvJG1as9BxUhu/u9kI/Zw2vDDR3uThrr+w/HhB8kHPMvmzZtpQY2LixMtbdq0OX78eJkyZRiAzZB8AKzo169fVFRUp06dRAt1OygOVaxYcceOHQwAvIvl2BMx8NCDBN1Ibu983TKbsYej8NN3/RshVYvKgUr6/x/zT59wZPhRJh8MaQ3ujBb70aNHd+nSJSUlRTROmDBh+/btwcHBDCAzMMIBgK0o51AKio+PVza+8cYbixcvLlasGAMAz2c19si3K5X4+6velao9pZj9pDxKi3jzh/jzCUwOP/Q+Gg0Jr52lAQ+oKB0aGlqjRo1GjRp9+umnhi+UkpInTx4+ZCUdMr9y5QoDcEsPHz6kI4979uwRLblz5163bl2HDh0YQOah5gNgq7Zt21LxZ+DAgcrexg8//EDFn6VLlzIA8HAWYs9tXu2R7tujUstDGrxj79jD5MpPH03lR3obtKn5Y/6pEyvPZaHykzdv3gYNGhw4cGDGjBk8LIWFhb377rv8t3/88YcYqR+nuoHbunz5cq1atZSxp1SpUkePHkXsgSxD8gHIBOpMUIXn8OHDFSpUEI3379/v379/06ZNo6OjGQB4JuuxJ0E3gPU7i1tWsXfs4eTw06lYxcIqPtqbSnVYOu0tK+GnW7duyk938eLF5cuXq2TKjiOSD7innTt3Uuyh8CNamjVrdvr06apVqzKArPKfNGkSA4DMCA0NHTBgAE38+eef4rjp9evXlyxZ4u/vT90IOrzKAMBzWIs9f0ixR7q4Rx0Q4Peuw2IPFxDkX+215//ZdzXpThK9Lz+VKuZIvH9OvxIvFBUFZ3G2m4XT3p577rnZs2ebvAtzenq6mN67d++vv/566dKll156iQG4B6pV9uvXT3lhz+DBg9evX58nTx4GkA24zgcg6yIjI3v27HnixAllY7Vq1VavXl2jRg0GAJ7AUuyJfbRiwB/SfXvkB/r7+/Vb/JJDY4+QfD8louv3CVG3pZucyi0Nh4TX6l0tU9f8vP7669u2bWM2oyepWLFio0aNli1bxgBcgdIO7Vg3b94sWmiZpwOLffr0YQDZhiPTAFkXFhZ27Nix+fPnK4eXOXfuXO3atUeMGJGcnMwAwL1ZiT0DD0sjuckPcGbsIbkK5OyzUXvamzzgweF5p05m8rS3rl27sswwOCmubt262I6BM8XExDRs2FAZe4oVK7Z//37EHrAX1HwA7CA2Nvadd97ZvXu3srF06dIRERHNmzdnAOCWLMee5QMOy9Ue6TFUX+nvxNgjUOVnZdfvEi7eZny0N6ZuMKSm7ZWfR48eFS5cWHlum+3KlCmzb98+3CwFnObw4cPt27e/c+eOaAkPD9++fXvJkiUZgJ2g5gNgB6Ghobt27Vq7dm3RokVF47Vr11q0aNGrV6979+4xAHAzVmKPXO1RybnHP8DPJbGHyZWf3hv/R5UfprnJqerPeSdPrvzLxspP3rx527RpwzKvRIkSiD3gTHSgsFmzZsrY07lzZ8pCiD1gX0g+AHbz1ltvRUVF9ezZU9m4evXqihUrrl+/ngGA27Ace5ZR7Lkpxx61FHv6LW7hktjDSeFnU+dilQpT7JHCj0p1ZN6pUxG2hh/lCG82QuwBZ6IledCgQX379qUJ3kI1zM8//3zTpk05c+ZkAHaFs90A7I86DX369KGaj7KxVatWy5cvp+oQAwCXshZ7/nxwM8lPHlQ6QKr2NK/6ostij5B8P2VVl818wAP+3hoMqVmzzwtWT3vL7AlvLgXCkgAAEABJREFUPPZUqlSJATgeFXnat29PtR3Rki9fvu+//75ly5YMwAEwqjWA/ZUtW3bAgAEpKSnHjh0TBxf+/fffpUuX5s2bt27duhbuvA4ADmU59iwd+Kd0bY9c7qFqz4DFLdwh9pDAnAFVXqt4WRrqOpmP9hZ7NN4/yK94dStDXQcFBZ08eZLK0ba8SqFChQ4cOIDYA85x/vz5pk2bXrhwQbSUL1+elsDatWszAMfA2W4ADpErV67Zs2efOHGiWrVqojExMfHDDz+k5BMZGckAwOmsxh5+3x61Lva4UZE2V4GcvTZ1LlqxMOOjvanYkfknbTntzcYT3ij2/Prrr4g94BybN2+uV69eTEyMaGnTpg2ldAo/DMBhkHwAHKhGjRqnT5+eMWOG8mRlikPU/sknn6SlpTEAcBbLsWeJFHtS+LU0bhh7ODn8dJGHupauQaKazlEbwk/btm2p2mz5mXnsqVmzJgNwMFosx40b16VLl6SkJNE4ZsyY7du358uXjwE4Eq7zAXCG6Ojo3r17Hzx4UNlYoUKF1atX169fnwGAg1mLPUeo2uMnPyAgwG+gdG2P+16Sl3w/ZXWXTbfETU7V6vpDa4dbvOaHyj4bN24094TBwcH79+9H7AEnePjw4Ztvvrlz507RQkcGaVfYuXNnBuB4qPkAOEO5cuUOHDiwbNmyAgUKiMZLly41bNhw8ODBjx49YgDgMLbEHhXTDGDt5rGHyZWfnlLlp4iKaYLN0fknTkectVD5ef311809G8Wen3/+GbEHnODy5cu1atVSxp5SpUodPnwYsQecBjUfAKdKSEigqPPdd98pG0NCQpYuXdq2bVsGAPZmOfZ8M+iociS3gV+9WM29Y49AlZ81XTbeuihXfuSz3+oNrRXep7rJyg8dXgkNDTU+yEKH23/99dfGjRszAAfbs2dPp06dqOYjWujY348//li4cGEG4Cyo+QA4VbFixTZv3rx9+3ZKO6IxPj6+Xbt23bp1u337NgMA+7Eh9kgjufEhDTwo9jC58vP2pq7FKhWRT2mj8MOOzTNb+cmbN++rr75q8AwUe7Zs2YLYA04wa9as1q1bK2NPnz599u/fj9gDTobkA+ACVN6JiooaNGiQcnjrjRs3VqxYceXKlQwA7MFC7Lklx577itgzyKNiD0fhp8emrkUrFpHP4JDOe6Pwc8ZM+DEY4Y3HnldeeYUBOFJKSkqXLl1Gjx5NyyFvCQwMXLx48YoVK6g+yQCcC2e7AbjSkSNHevbseenSJWVj8+bNIyIiSpcuzQAgqyzGnsRvBh2RR3Jj8n17VO95YOwRku+nfNt54+2oW0wa7U361HWH1q5hdNobffYiRYokJibSA+hXP/30E2IPOFpcXFy7du1Onz4tWqjI8+OPPzZs2JABuALuZArgSqGhoQMGDPDz8zt8+LA4Hnb16tVvvvkmKCiofv36uOcpQBZYiz1Heezh1/a891Vzz409TL7JaeX2lf7dG510RxojmLYZ/x35zz+nf7HqxZQ3OaXtzLlz5y5cuEBBaMOGDe3bt2cAjkT7NTqQ9++//4qWqlWrHjx4kP5lAC6Cs90AXCxHjhyTJ08+e/as8q7VycnJo0aNqlWrFvVUGABkhuXY8/Wgo/cTkpl2JDe52vMM83C5CuTsvrlbUT7am/TpVcfnHT8TccbgtLcuXbpQBFq/fn2nTp0YgCNFREQ0a9YsISFBtHTu3Pno0aOlSpViAK6Dmg+AWyhatGi/fv0KFy5Mx8PEHU5v3LixdOnSpKSkJk2a4HxoAFtYjT3a25UyqvYM9orYw1HlJ4wqP/uik24nSQMeMFXcn3H+Of2UlZ/y5cs///zz3bp1E/f5YQD2RqvbkCFDxo8fL05koHrjtGnTFixYEBgYyABcCtf5ALiX2NjYd955Z/fu3crGcuXKrVy5kvIPAwDzLMeexYOO8fv20EP8/Sn2NHvBW2KPkHw/ZV3nDbcv3mK89KNW1xlWp3qfGhZucsoA7OfOnTtUUdy/f79oCQ4O3rhxY5s2bRiAG8DZbgDuJTQ0dNeuXevXry9WrJhojI6Obtq06bvvvvvgwQMGAKZYiT3vybFHRdUeaSQ3r4w9THvaW5FK0mhvTB7t7fjc42eNTntT3uSUAdjJ+fPnw8PDlbGHyozHjx9H7AH3geQD4I66det28eLFXr16KRuXL19eqVIlg7ugAgCzFnu+eu/Y/ZspTDuA9eBF3hl7uJxS+HmzqHSfH03LCQo/KxB+wLG2bdtWr169mJgY0dKyZcuTJ0/SbosBuA0kHwA3VbBgwZUrV+7du1c5vPWNGzc6d+7crl27+Ph4BgAya7Hn+IObKfLdPqXY875Xxx6Ows9bm98sIt3nR6ZiJ+YdQ/gBB6HlZ+LEiR07dkxKShKNI0eO3LVrV758+RiAO8EIBwBurWzZsgMGDEhNTT169KjonVy6dGnp0qUUjWrVqoXT9MHHWY0996WT3KRHUuz5YFFTr489XIA04EFY9L5/k+4kqeRLfuKP/OcX5FesenHlUNf8X1zzA1mWmJj4xhtvLF++XLTkzJmTDtuNGDECSxS4IYxwAOAZzpw507NnT4NBruvXr7969eoKFSowAJ9kOfYsomqP7nalFHua+EjsEVLup6z/3zr5JqdqecDrjNrD6r7QNxwDHoBdXL169dVXX7148aJoKVmy5Pbt28PDwxmAW0LNB8AzlChRon///nny5Pnjjz+oV8cbY2NjlyxZQhMNGjSgHgwD8CVWY899HnvkAax9MPYwUfnZKw11LY14oFLFHfnPP8i/KCo/kG179uxp2bIl7YZES506dQ4cOFC+fHkG4K5Q8wHwMNHR0b179z548KCyMSwsjIo/ynuhAng3a7HnhHySm0qu9qg++LJp9RdLMl9FlZ+1r6+5d/mufJ8faa7VQuUHsmfu3LmjRo2iNU609OnT5+uvv86RIwcDcGMY4QDAw5QrV44Oqi1fvrxgwYKiMTIysl69ekOHDn38+DED8HaWY8+X7524l5DCD+1Rl97HYw+TBzx48/vuhcoXkn+iyg87NffYXytOY8ADyIK0tLQePXoMHz5cxB6K0AsXLlyxYgViD7g/1HwAPFVCQsIHH3ywadMmZWNoaCiFolatWjEAL2Ul9gw+cV8xktuHXzbx8dgjJN1J2vDGt/f+vStd86PilZ961VD5gcyIi4t7/fXXjx8/LlroGNyWLVuaNWvGADwBkg+AZ9uxY0e/fv0MBrnu3r37vHnzihQpwgC8i+XYs/C9k/wkN5V8khtijwEKPxvf+Pbuv3dUmj0/wg9kAgWedu3a0UE30VK1atWffvqpTJkyDMBD4Gw3AM/Wtm3bqKio9957T9lHWbt2bVhY2LfffssAvIiV2DP4pDSkgXxtjx+qPabkLpy72w89Cj1XmMmX+9C8OjX3yLkVp3DaG1hFu5XGjRsrY0+HDh2OHj2K2AOeBckHwOPlzZt30aJFhw8fVg5vffv27bfffrtFixbKgXcAPJfl2LNAjj1Me9+eIYsaI/aYlEsOPwWl8CNFRKrrnJp7FOEHLKBFYujQoT169EhLS+MtlJmnTJmydevW3LlzMwCPglGtAbxEaGjogAED/P39//zzT3Hh6dWrV5csWUI7p3r16uHEFfBcFmJPglTtOSUPYC2N2+wfoBpKsacZYo9ZgbkDK7UPi/71Usq9ZPqR5tuNP2P9cmKoazDh3r17bdq02bhxo2gJDg7etGlT//79GYAHwnU+AN4mMjKyZ8+eJ06cUDbWrl179erVYWFhDMDTWI49CwafeiCN5CblHn9/FVV7aiD22CBZuuZnzb3Ld6S8yKQh32oOr1e1b01c8wPCxYsXX331VTqCJlrKlCnz888/V6pUiQF4JpztBuBtKN4cO3bsyy+/zJs3r2ikIFS9evUJEyaI0xUAPILV2KM9yU3NT3JD7LFRrsK5u/7wdsHyheXMKJ37dvqLI+dx2htobdu2rU6dOsrY07Jly1OnTiH2gEdD8gHwQnR0dvDgwX///bdyeOv09PTp06dXrVr1yJEjDMATWI4986XYkypfryJf2/NlI8SeTNGFH173UakQfoCbMmVKx44dExMTRcvQoUN37dqlvI8cgCfC2W4AXm7jxo1Dhgy5efOmaKFc1L9//1mzZimLQgDuxkrsef+0uG9PQIDfUCn2hDDIvOQ7SZs6rr7/7x35Pj+UgTJqDK9ftW8tnPbmm5KSkt566y0q+IiWHDlyrFixonv37gzA8yH5AHi/Bw8eDBs2LCIiQtkYEhKydOnStm3bMgD3Y63ac/r+LfnaHnlIg2GIPdlD4Wdzx9X3ePiRGtQ1htWv+g7Cj8+5evXqa6+9dv78edFSsmTJrVu31qlThwF4BSQfAF9x8ODB3r17R0dHKxs7der01VdfFStWjAG4DcuxZ977Z6TblUpnaFG1B7HHPuTws0pR+ZHCTxWEH1+yf//+jh073rt3T7RQ4Nm+fTt2EOBNcJ0PgK9o0qTJ33//PXr0aOrBiMbvv/++YsWKy5YtYwDuwWLseSzHnhTponxpSAPEHrvJVTh35y29pPv8aA+Jnpl75MLyk7jmx0csXLiwZcuWytjTvXv3Q4cOIfaAl0HNB8DnnDt3rmfPnmfOnFE2Ui5auXJluXLlGIDrWI49c98/Ld23h6oNGRkBAX7DvmwYjthjV1T5+Y4qP5fv0JcgX0KlrjG8ASo/3i0tLW3gwIHK06HpW549e/bQoUMZgNfBnUwBfE7x4sX79+8fHBxMx/OoQ8kbr1+/vmTJEurfNGjQgLo1DMDpbIg9qSpNtcdvOGKPAwTmDny+fZXoX/9JuZvEpGDDbso3OS1SowRucuqVEhISqNSzY8cO0VKwYMGdO3d269aNAXgj1HwAfNe1a9f69Omzb98+ZWO1atVWr15do0YNBuBE1mLPmXsJupHchi9sgNjjOFT5+b7jSqnyI13zwys/DSuj8uN1Tp8+3a5du7i4ONFSqVKln3/+uUyZMgzAS+HILoDvKl269N69eyMiIgoVKiQaz507V7t27ZEjRyYnJzMAp7Ace77QxR7pvj2IPY6Wq3DuTlt6F5Du86NSy8Hm7BeH/15+Atf8eJO1a9c2bNhQGXs6dOhw/PhxxB7wbkg+AL6ud+/eUVFRXbt2FS3UrZkzZ05YWJhBOQjAEWyIPdLtStXyANYjEHucQhN+nissVXPk0d7OfvEnwo93oG+Njm316NEjJSWFt9D3O3HixK1btwYHBzMAr4az3QBAY/fu3e+8805sbKyysVevXnPnzsV9u8FBLMeeOe+fuX8rld9hxt9fNRKxx7mS7yT9IJ32dlvc5+cF6bS32jjtzXM9fPiwU6dOe/bsES25c+det24dFXwYgA9AzQcANFq1anXx4sX3339fOcLBqlWrKlWqtGHDBgZgb1Zizwdn791K5Ufo/P39Ri7EkAbORpWfN3jlR3va219fHI5E5cdj0X9dSj0AABAASURBVBa+Vq1aythTpkyZo0ePIvaA70DNBwAMnThxomfPnpGRkcpGykXLly8PDQ1lAPZgOfbM/uCsPJIb49WeUVK1pwQDV6DKz5bXI6TKj3QfJelbo8pPGCo/nmbnzp1du3ZNTEwULc2aNduyZQtK+uBTUPMBAEO1a9c+e/bs5MmTc+TIIRp3795duXLlRYsW4XAJZJ+F2HNTij1/ydf2UC+bV3sQe1yJKj8dt/YpUL6IPMaENKz4X3P+QOXHs0yfPr1du3bK2PPBBx/89ttviD3ga1DzAQCzLl26RMWfI0eOKBspF61evTosLIwBZInV2CPdrlR+pFztqV8TsccNUOVn6+srxE1O6furNoIqP3VQ+XFzSUlJvXv33rx5s2ihQ1pff/11nz59GIDvwZ1MAcCswoULv/POO8WKFTt06FBqaipvjIuLW7p0KXVVGzVqRH0dBpAZtlR7eKc5IACxx40E5g4s36Hq1d1RqXeT6LujfHPzcIxfTv/CNUJwk1O3FRMT07x5899//1200PZ8z549bdu2ZQA+CTUfALAuPj6+X79+yvt8Eyr7UPGHSkAMwDbWYw8fyU2t9g/wG72gHmKPu0m+83gbv+ZHvsmpXPlpVAmVH7d0+PDh9u3b37lzR7SEh4dv3769ZMmSDMBX4TofALAuJCSE9pebNm0qXry4aIyMjKxXr94HH3zw+PFjBmCN5dgz64Nzd6UhDeSR3BB73FWuwnk6SNf8FOZ3WKJgc27OHxeXH8c1P+5m8eLFL774ojL2dO/enbIQYg/4ONR8ACATHjx4MHz48BUrVigbQ0NDly9f3qpVKwZghtXYc09x356PEHvcG1V+trZb9vDqXabWjPZWFZUft0HrVP/+/SMiIkQLfR2fffbZyJEjGYDPQ/IBgEw7ePBg7969o6OjlY3dunVbuHBhkSJFGIA+K7Hnw/N3E1L85AcESNWeurUQe9xeUkLitg7L5fCj5t9d1ZGNEX5cjoo87du3p9qOaMmXL9/333/fsmVLBgA42w0AsqBJkyZ///33Rx99RL0c0bhhw4aKFSuuWrWKAShYjj0z5djDh0v2R+zxHLmLBXfY9k7+MoU0Q12rVBfmHLq47BhOe3Oh06dPh4eHK2NPpUqVTp48idgDIKDmAwBZd+7cuZ49e545c0bZ2Lx584iIiNKlSzPweTbEnlQ/Fa/2SCe51WpanIHnoMrPj+3l094YVX6oR5FRdUTjiu/WReXH+TZv3kxb45SUFNHSpk2bjRs3BgcHMwDQQs0HALKuWrVqdEBx9uzZuXPnFo379u2rXLnynDlzqI/LwIdZjj2fy7FHJcUe5u/vh9jjiajy0/7Hd/OVLSQNTcHUvPIThcqPc9FcHTNmTJcuXZSxZ9y4cdu3b0fsATCAmg8A2MG1a9f69OlDmUfZWKNGjdWrV1M6YuB7rMWeC9K1PdL4YOrAQNVH8+si9nguqvz8xCs/2qGuq6Dy4ywPHz588803d+7cKVroONTKlSs7d+7MAMAI7mQKAHZQoECBXr16lS1b9uDBg8nJybzxxo0bS5cupR+bNGmivCIIvJ6l2PPf488+vCCN5CaXewIC/SZ8VT+8cTEGHiswT45y7ate+zky7UGyFH4Yu/Xndb+c/oVwk1MHu3z5ctOmTY8ePSpaSpUq9fvvvzdv3pwBgCmo+QCAPd2+ffvDDz9cv369srFcuXJ0DJLyDwMfYLnaQ7Hn7q1UPhpYoBR76lVvUJSB50uWrvlZ+kiv8tPkeVR+HGbPnj2dOnWimo9oadiw4Y8//li4cGEGAGbgOh8AsKciRYqsW7du165doaGhojE6OrpZs2b9+vV78OABA69msdqTNEOOPfI1ISwAsce75JKu+emXr0whOfYw+pb/nnPwH1zz4xiff/5569atlbFn0KBB+/fvR+wBsAw1HwBwiMePH48dO3bRokXKcQ5KlCjx5Zdf0nFKBt7IeuxJUFZ76tZA7PE6ydI1P0s0lR/pNqcZlUdS5aceKj/2kpKS0rNnz82bN4sWmrdLlizp06cPAwBrkHwAwIFOnDhBO+nIyEhlY9u2bZcuXRoSEsLAi9gSe3gnNyBA9TFij/ei8LOdws8Vaahr+RtXh41A+LGPmJiYDh06nD59WrRQkefHH39s2LAhAwAbYIQDAHCgkiVL9u/fPzAw8PDhw9QJ5o2XLl1atmxZwYIFa9WqhU6Pd7AQe25Isefve9IA1tJJboGIPd5OHvCg2rVf/k67Lw94oFLdPnzNL6d/wRolMeBBdtBW9MUXX4yOjhYt4eHhv//+e9WqVRkA2AY1HwBwBko7VPw5cuSIsrF+/fqrV6+uUKECA09mNfbw+/ZII7kF+E38qg5ijy+gys8OqfJzR7roR+ptsLCRTSqg8pNVERERdBSJ1inR0rlzZ9p+5syZkwGAzTDCAQA4A8UbOmC5ePHifPnyiUYKQtWqVZs+fXp6ejoDz2Q59nyqjT1qeQBrxB7fkatYcNsf++ctU4hJV/tI/0TOPnBp2VEMeJBZNMcGDx7ct29fEXsoLs6YMWPTpk2IPQCZhZoPADhVfHx8v379duzYoWwMCwujg5e1a9dm4FGsx55baSr5EQGBqk8WIfb4nOSERzteW5J49Y5c+JEyUKWRTVH5sd2dO3fat29Ph41ECx08Wr9+fZs2bRgAZB5qPgDgVCEhIdu3b9+8eXOJEiVEY2RkZL169YYNGybuggruz1rsieSxh1d7PlmEa3t8Ua5iedv+RJWfwkxOwPTvxdn7Ly07gsqPLc6fPx8eHq6MPeXLlz958iRiD0CWIfkAgAv873//u3jx4rvvvisO8VLXZ968eVT82bdvHwO3Zzn2TP8w8s6tVCZf4SHHHqr2FGHgkyj8tJHCTyEVP+2NqaKk094Qfqygw0N0PCgmJka0tGzZkmIPhR8GAFmF5AMArpE/f/6lS5fu37+/XLlyovHatWstWrR4++237927x8BdWYk9QyL57UqZNIA1Yg/w8DMguGwh+Sfpop+oWQcuI/yYQR9/woQJXbp0SUpKEo2jR4/etWuX8jpJAMgCXOcDAC6Wmpo6efLkWbNmKYctKlKkCJWAunfvzsDNWI4904Zc1N63Rx0oxZ7a4Yg9IEtOePTza988unJHpR3treLIpuX71cc1P0qJiYldu3bduXOnaMmZM+fq1as7d+7MACDbkHwAwC2cO3euZ8+eZ86cUTa2atVq+fLloaGhDNyDTbFHGsotg6o9kxB7QJ8cfr5OvHJXvs+PtCRVHNkM4Ue4fPnya6+9dvHiRdFSsmTJ7du3h4eHMwCwB5ztBgBuoVq1aidPnpwzZ07u3LlF4+7duytVqjR//nwco3EHlmPP1CEX7ySkUV9VLd+3B7EHjOUqlvfVnwbmLVuIaRPNP7P3X16K094ke/bsqVWrljL2NGzY8PTp04g9AHaEmg8AuJdr16716dPHYJyD2rVrr169OiwsjIGLWIs9UbrblQb6Tf6yFmIPmEOVn1/afS0PdS0qPy8+59uVHzro89FHH9EKJVpoM7hkyRKaJwwA7Ac1HwBwL6VLl967dy/lnMKFC4vGEydOVK9e/eOPP05LS2PgdJZjz5QhUdJIbirNSG6IPWAZVX5e2U6VH3moa/mSn39m//7v0j99s/KTkpLSo0ePkSNHithDaWfRokUrVqxA7AGwO9R8AMBN3b59e8iQIevWrVM2VqhQgUJR/fr1GTiL1dijuF2p35QvayL2gC2o8rOr3WJN5UfKzernRzV7rl8Dn6r8xMXFtWvX7vTp06KFjvh8//33zZo1YwDgAKj5AICbKlKkyNq1a3ft2qUc4eDSpUsNGzYcNGjQo0ePGDie5dgzWar28CocYg9kDlV+Wm8fJN3klJd+VMzXKj/Hjx8PDw9Xxp6qVavSj4g9AI6D5AMAbq1Vq1YXL16k4g8d+uUt1AH6+uuvK1asuGPHDgaOZCX2DP1HqvbIF2r4B/hNRuyBTKLw04rCT1kefuj/qkuzfCX8RERENG7cOCEhQbR06NDh6NGjpUqVYgDgMEg+AODu8uTJM2/ePOoTKEc4iI+Pb9euXefOnZVdB7Aj67EnIY3JJykFBFC1p1ZNxB7IPB5+gstqL+pTMQo/0V4dfugTffjhh3379hVXLdLhg2nTpm3dulU5siUAOAKu8wEAj5Genj5z5sypU6empqaKxoIFC86aNeudd95hYD+WY88kOfbwUbkCA/2mLKxZs0FhBpBVyQmPfm33VeIV3WhvFUY1L+eN1/zcu3evY8eO+/fvFy3BwcEbN25s06YNAwDHQ/IBAA9z6dKlnj17HjlyRNnYpEmTlStXlitXjkG2WYg98VK159IdeQBrlZoFBKimfonYA3ZA4Wf3K18+jrmr0vRKKPy8WK5fQ28KP+fPn3/ttdeuXr0qWsqUKfPzzz9XqlSJAYBT4Gw3APAwFSpUOHz48Ndff50/f37RePDgwapVq37++efKG2JAFtgQe+Rre9TSANaIPWAvuYrlfXn7e3lKFZQv+aHKj+ryrH3RSw97zWlv27Ztq1evnjL2tGzZ8tSpU4g9AM6E5AMAnod6RQMGDIiMjGzbtq1oTE5OHjNmTHh4+JkzZxhkieXYM4liz6003jGVY084Yg/YUe6S+V/ePlgOP/yEFO8JP5MmTerYsWNSUpJoGT58+K5duwoWLMgAwIlwthsAeLYffvjh/fffj4+PFy3+/v7Dhg2bMmVKrly5GNjMWuy5fOdWqnzflYzAQL9pFHvqI/aA/SXFPdjTdlFSzF3GR3xTq8uPbl7WY097S0xM7NGjBxV8REvOnDmXLVvWvXt3BgBOh+QDAB7vwYMHo0aNos6EcoNWunTpiIiI5s2bM7CBxdiT/MnQS3fl+/ZQ7gkIUE1H7AFHksJPu0VJ1+9Kp70x6WY/Hhp+rl69+uqrr168eFG0lCxZcvv27VSaZgDgCjjbDQA8Xv78+ZcsWbJ//37lCAfXrl1r0aJF37597927x8AiK7FnmOIktwBUe8DhcpfM31I+7U2uMVKwYf/O3HvF0057oy1SzZo1lbGnTp06p0+fRuwBcCEkHwDwEk2aNPn777/HjRsXGBgoGqnsExYWtmnTJgZmWI49Eyn2JKRLsUcayY1iT41aiD3geBR+Xtrxfm55wANpAVWppPCz5A9PCT/z589/6aWXlIdd+vTpc+jQoWLFijEAcB2c7QYA3ubcuXM9e/Y0GOegbdu2S5cuDQkJYaBgLfZcvqO4b8/0hdURe8CZkuIe/NZ2YXLMPfk+P9RjySg/qkWZ/o3c+bS3tLQ0KjWvXbtWtNC7nTNnzocffsgAwNX8J02axAAAvEjx4sX79+9fsGBBOsKanp7OGy9durRkyZL8+fPXrl3bc2+DaF+WY8/Hwy7fvcVjj1Tt+RTVHnC6wLw5S7WvHrv9r/SHKVL4Yap7h6/45QzIFx4q1mKReRwRfhITE3PkyGHr6t/+AAAQAElEQVT74xMSElq2bPnLL7+IFtoQ7dy5s2vXrgwA3ADOdgMAL0THgIcOHXrhwgXlCAePHj0aPHhww4YNKQUxn2ct9vwrXdsjnRfAAgJVcuwpxACcTj7t7YPcpQqqtPf5+XfW3qvOOu3tu+++a9KkiY0PPn78eHh4OP0rWqpWrXrq1KlmzZoxAHAPSD4A4LVKly69d+/eNWvWFClSRDQeOXKEuiNTpkwR5SAfZEvsUckX90ixZyFiD7hSLs01P4X4Kfq0XEY7K/xs2LCBSscDBw60+si1a9c2btw4Li5OtHTo0OHo0aNlypRhAOA2cJ0PAHi/e/fuffjhh99++62yMSwsbPXq1bVr12Y+xnLsmaCJPZpre2ZI1/Yg9oDrJcfd39t2YfL1e3yoa1p6nxv9UmlHXvOTkJAQGhrKD5FY6CzR6jNy5Mi5c+eKFnrpT2QMANwMaj4A4P0KFixIlR+q/1AVSDRGRkbWq1ePEtHjx4+Zz7At9khdxgDEHnAnuUoWaLHjg9zPFmTSpWfSUNfRM3+7tuSQ4yo/69atE5Vhc1f70FGV1q1bK2NPcHDwli1bEHsA3BNqPgDgQ5KTk8eNG7dgwQLqHolGOqy7fPnyVq1aMW9nJfYMj74tRnILoNjzQm3EHnAzVPnZ12ZhcsxdMdpbOany09gRlZ8aNWqcPXtW/Fi0aFGqAikfcPHixVdfffXq1auipUyZMj///HOlSpUYALgl1HwAwIfkypWLjs6ePHmyWrVqojE2NpaO2r711lu3b99m3sty7Bk/TMQeaSQ3xB5wT1T5ab7zA+maH4o98oAHVxxT+aFUo4w95NatWzVr1hQ/7ty5s06dOsrY06xZs1OnTiH2ALgzJB8A8Dl0KPf06dPTp0/PmTOnaFy/fj11WVavXs28kZXYQ9WeW2lSV1Ieye0zxB5wYxR+Xtwpj/YmL9IOCj8bNmwwbqTtRrdu3Whi6tSp7dq1S0xMFL8aMmTIb7/9VrBgQQYAbgxnuwGA74qOju7du/fBgweVjc2bN4+IiFBeEeTpLMeeccOj79xKl08JUgcEqD5fgNgDHiA57v7vbRZoTnuTGtRlR7d81k6nvdGaUr58edo+mPxtWFhYZGSk+DFHjhwrVqzo3r07AwC3h5oPAPiucuXKHThwgN/hVDTu27evcuXKX3zxhfJaIM9lIfbESbHnyu1b6fwoWECAH2IPeAq58vOhfJ8flTTgAaPKz57rdqr8HD161FzsYfLgKGK6WLFihw4dQuwB8BRIPgDg6/r16/fPP/+88cYboiUpKWnEiBG1atU6d+4c82S2xB7tfXso9lRD7AEPQuGn2c4hufhpb1L4YVftFH5MnupmrE6dOmfOnKF/GQB4CJztBgCgsWPHDkpB8fHxoiUgIGDUqFGffPJJUFAQ8zTWYs/V27fS/FTSAwID/GZKsQeXKIDnSY67f6DN/KTrd2lh95MX+NIjWpR+r1mWT3tLT08PDQ01GMbNWL58+W7dumVutGsAcE+o+QAAaLRt2zYqKmrAgAGib0QhYcaMGZUrVza4Fsj9WY49Y+XYI18gzuST3BB7wFNR5afpziG5ny1E1Uv5Pj+q61/svfbV/ixXfn777TersYc8fPjw9ddfZwDgUZB8AAB08ubN+/XXXx8+fLhChQqiMTo6ulmzZv3793/w4AHzBFZiz4irmpHcpKKWiqo9dRB7wJPx8JNLjPbGVNfn7L2e1fBj46lu5Oeffx4zZgwDAM+Bs90AAExIS0ubMmXKzJkzxU3cSUhIyJdffqm8IsgNWY49Y4ZfvXNbHslNGtJANQuxB7xFctz9g23mJV/nNzmVLv15dkSLZzN52ltiYiKt5srhqq1CPwrAg6DmAwBgQo4cOaZNm3b27NnatWuLxvj4+E6dOrVr1055LZBbsRJ7Rly7LcUeeSS3QD/EHvAmVPlpsnNorlKFVPKdqZiKXZ/zW2YrP999912mYg/JnTs3AwAPgeQDAGBWWFjYsWPH5s2bFxwcLBp37NhB7UuWLGFZcvnyZeYYytgjko9e7JFHclMzdSDFnvlVEXvAy0jh5+ehuUIL8qomLe0xFH4W/W57+LH9VDchOTn52WefZQDgCXC2GwCAdbGxse+8887u3buVjU2aNFm5cmW5cuVYZlSoUCEyMjIgIIDZlXHs4f08Hns+GnFdGslNfgDFntnzqyD2gLdKiX9wsPUXKbF31dqbnJYa8dKz771o9bS3hISE0NBQ5QmutmvcuLHHjYMC4INQ8wEAsI76Q7t27Vq7dm3RokVFI3V0qlSp8umnn1LAsP15qObz3XffMbuyJfbwe54g9oDXyxmSv8muYTl55Ue+yWnsnN9ibKj8rFu3Lmuxhxw6dGjgwIEMANwbaj4AAJlw7969IUOGrFmzRtlYrVq11atX16hRw/LfDh06dP78+TQRHh5+8uRJq/cVsZHl2DNaij3p2vv2qOYg9oBvSIm/f4gqPzFy5UclrQClRr5UymLlp1GjRocPH7b9JYKCgsrKymlhnGsAN4fkAwCQafv27evTp8+1a9dEC/WiPvzww+nTp+fKlcvcX1GXS1SHtmzZYpdOksXYkzKaX9sjl3sCAxhVe+oi9oDPEOGHVgD5yh8WOuKlUoNNh5/o6OgKFSqY7BTRb0uUKEHBRoQcPvHMM8/Y6/gFADgHkg8AQFYkJydPmDCBajjKU91Kly4dERHRvHlz48fXrFnz9OnT4ke7lH0sxJ6bN1NHDLl261aanzTOVUZgoN+ceZURe8DXUPj5o/Wc5Jh72qGuqfLzcqipoa4nT548ZcqU4OBgZbbhaL22cEQDADwIkg8AQNadOXOmZ8+e586dUza+/fbblIgKFtSLGcYhJ5tlH8uxZ+SwawkJmvv2SCe5LahSt14BBuB7ePiRKj+aAQ/Ys+NfKflOY4Pw8++//xYoUKBYsWIo4wB4MSQfAIBsobAxa9YsOmCckpIiGosWLTpv3ry33nqL/xgUFJSWlmbwh9kp+1ip9gy7divhiXxpjzSS2xfzKyP2gC+Twk+rOSmxIvyonx3/qnH4sXyTUwDwAhjbDQAgW6jPNGbMmAsXLjRp0kQ03rp1q3v37q1bt46NjW3WrJlx7CGnT5/etWsXyzwrsWc4VXueSL+XR3JD7AHIGVKg0e4RuUoV4j9K9/mZ/nPc8kOZuskpAHgB1HwAAOxm2bJlo0aNun//vmgJDg62cEt4CkW///47ywzLsWe4XO2Rr+dWBQYwxB4AgSo/h1vN1lZ+qCaaUWpCG1R+AHwKkg8AgD3dvHlz4MCBW7dutfHx+/bte/HFF218sJXYM/x6wk3p2h76LyBQNXdeGGIPgBKFnz8p/IjR3pi61LhXQ95tgvAD4CNwthsAgD0VL158y5Yt27dvDwkJseXxkyZNYraxHnukao+UewICVLPnVELsATCQM6RAg90jc0qnvfEjv9Jpb/HLD+K0NwAfgZoPAIBDPHr0KF++fLY80payj9XYczPhiUq+Y6N03545YQ0aIvYAmEaVnyOtZiXH3FVphrpmoeNR+QHwCaj5AAA4RFhYmI2PtFr2sRx7hkmx5ymTjl+rAij2fIHYA2AJVX7q7x4lDXgg3e1KKpPGTt8ZvwyVHwDvh+QDAGB/vXv3/u+//2x88P79+y2Mc2Ah9tyQYk9MAsUeJh269vdncyj2NEDsAbBCEX6kmg+ln/8QfgB8AM52AwCwv8yeHtO6detffvnFuN2G2KMZyc3fTz1rVqWmTQsyALBNSvz9Y6/MTr52W9znJ3R82xI47Q3Ae6HmAwBgZ88//zzLpN27d58+fdqg0UrsGRHLhzSQYo8/Q+wByCyp8vPr6Fyli8gDIjK58rPjxrIDqPwAeCskHwAAexozZsylS5dYJlGPavLkyQYtzHzsGTo89mbCE94L86PYM7MiYg9AFuQolk8KP2WKMD7WAYWfaTsRfgC8Fc52AwCwp4CAAOoqscxTqVQnT54MDw9nVmMPVXtu8mqPdG3PrJnPN0PsAciGtISHR1/+PPnqbRW/6EfNSk5oU+LdpjjtDcDLoOYDAGA3NWvWzFrsYYqyj+XYM2QEVXueygO58WoPYg9AdlHlp96vH0mVHyZnHxWLm7bjJio/AF4HNR8AALtp2LBhenp6Wlqa8l/lj9RzsvDndCD5xIkTVPYxH3v+k67tkW9C4u+nmj2zAmIPgL1Q5eeYVPm5pZLDD/WQSk5oWxyVHwAvguQDAOA8lGEs5KLU1NRGjRqZiz0famOPn9T3YnMQewDsTQ4/n6Vcvc00Nzml8NMO4QfAayD5AAC4BcsnucmxR75vj3xtz5zPEXsAHILCz/GXP5Ou+dF0kBB+ALwHrvMBAHA9q7FHvrZHum+PVO1B7AFwmBzF8tX5dYw01LVc9KGVLn7adlzzA+AdkHwAAFzMcuz5YGTcTanaI1134OfPvsBJbgAOJoWfPWP4fX7U8mhvN6Twsx/hB8DTIfkAALiSldgzIi6Bj+Qmn+T2Bao9AE5B4ac2hZ8yRVR8tDcKP1O3JyD8AHg4JB8AAJexVu2Jv3lL6l2ppNuVquST3AowAHAKOfyMzSnd5JTf5YfFU/hZivAD4MGQfAAAXMNy7HmfYk/CE3qIdC21VO0p/yJiD4Bz8fCTq0xRaRADaWVkN6b9hMoPgOdC8gEAcAEbYs9TOfYwPz829/MKiD0ALkHhp5ao/Mi3EL4x9SdUfgA8FJIPAICzWYw9aYM1sUdN1R5/Kfag2gPgSnL4GZeTKj/yHX5oxbw57adbCD8AHgj38wEAcCobYs8Tph3SYN5nzyH2ALiDtISHp1p+mnLlFr+tFv1bYsJrRfu9iPv8AHgQ1HwAAJzHcux5T672MB57/BB7ANwIVX5qSpWfIirtfX7kys/vovLDaz6o/AC4MyQfAAAnsRJ7RsXz25XSY+RrexB7ANyLFH5+Gy9d86O9zw+FnzurD/HwQ/8i/AC4OSQfAABnsBB74m+mDZKqPRlMPkOGYs+s6eWaI/YAuB8KP+F7xkvX/MhjXVP158aEH0T4QeUHwM0h+QAAOJzl2PPeqBs3b2n6SX4qNnt6uVYtcLtSADclhR+p8lNUe58flQg/PP8g/AC4LSQfAADHsh57Ep7yAaOo2jN7elnEHgA3R+Gnxm+88sP4MIw3J/xwF+EHwO1hbDcAAAeycpLbqJvSSG7yfXv8/dicaRR7cJIbgGdIS3h49qVpKVdvyUcupFudlpj2RqGejQNk/v7+fJw3jPYG4D5Q8wEAcBQbYs9THnv8VIg9AB6GKj/Vf5sg3+dHJVd+2I0J36PyA+DOkHwAABzCauy5wUdyU0kjuX0xHbEHwPPIp71NCCpTRCWfREM1nZsUflYh/AC4KSQfAAD7sxx7BkqxRx7JjUnX9qDaA+C5AqXw83HOsnLlR74Z180J36HyA+CekHwAAOzMWuxJoNgj7tvzxbSyrRF7ADxZoHTa28dBfMADc9tj9AAAEABJREFU+XqeBAo/qw4i/AC4GyQfAAB7shx7BlDsufVUugG8PJLbF9PKIPYAeAG98COd9iaFn3sIPwBuBskHAMBurMSe0VLskR+i8lOxuYg9AF5ECj97JwbpBjxA+AFwO0g+AAD2YTn29JdPcpNHcpOqPXOnlUbsAfAyFH5e2Psxwg+A20LyAQCwAyuxZ/StG7cy+O3eKfbMQ+wB8FKBxfLrhR/GbiH8ALgNJB8AgOyyHHv6UezRjOQmDWkwdypiD4A3o/BTbe/HOSuUEKO93Zqw+T7CD4AbQPIBAMgWC7Hn5q20QWNvy7FH07OZM+nZV1rkZwDg1aTws0cOP3y0Nwo/H2++v/4wwg+AayH5AABkneXY0/+j27E3nmrGuWVs7pRn276Mag+ATwgonLeqFH5CNOFHzW6N3oDwA+BaSD4AAFlkLfbcib2RIRd7pNu7I/YA+Bop/PzGw4/mtLfbozc8QPgBcB0kHwCArLAce/pJsecp/VpKPSo2dzJiD4AvovBTRQo/JZjmPj9U+VmP8APgKkg+AACZZiX2jOGxR/PguZNLtUPsAfBVcviZKFV+pAEP1PT/21L4+QPhB8D5kHwAADLHcux5d8zd2PgMflEzVXvmTXkWsQfAx4nwI1/vI5FPe0P4AXA2JB8AgEywIfbIQxqopAdLsaclRnIDACn8VJbCTwmVPOKBSq2+Q5WfdQg/AE6F5AMAYCvrsUca0kAzktv8KaUQewBAkMPPJzkrPUNHRuRNiQrhB8DJVFivAABsYTn2vDPmHlV7VJqh3NQLEHsAwJQn9x9fbDk55e//mGZzwQrPfDPfW40CZP7+/n5+fiqViv8rPUD+FwDsAjUfAADrrMcezX17GKo9AGBBQIE8lfZ8kjPsGekHecNyZ/S6h6j8ADgFaj4AAFZYjT0xN57yy5ZVKvWCyaGvIfYAgEVPqfLz0uSUyFjppDe5pdDMt1D5AXA01HwAACyxHHv6SrFHjOSG2AMANvGnys9vvPKj4oeg745ei8oPgKMh+QAAmGUl9oy9Lw1poB3JDbEHAGwnh59JFH74aG/03z0p/BxC+AFwHCQfAADTLMWe22l9xt6Piec9EqnfshCxBwAySRt+Qpn2XLZ7o9c9QvgBcBgkHwAAEyxXe/qMuS/drlSq9ojYk48BAGQShZ+KcviRso+m8oPwA+AoSD4AAIYsV3t6j30QcyNDzTTVngWTn0HsAYAs4+EnqHKo/JO0abk3ai3CD4AjIPkAAOixEHtuUOwZ8yA2/ikfv1rF1AsnP9MesQcAskcOP5NzVqbKD7/oh91H+AFwACQfAAAdq7FHrvZIEHsAwI4o/Dz/2+SgsFB56yK13B/1LcIPgH0h+QAAaFiLPQ+lkdzU0s03qNzzJWIPANiVFH72TtYOeCBtjh4g/ADYFZIPAIDEauyRqj1qaUgD6pR8OakkYg8A2B2Fnwo8/GgrPxR+EtcdRPgBsAsV1hkAAMuxpxev9si3Wqf/Fk0KQewBAMd5ev/x5RYTUyNjePih4y35Z3UPfqtJgMzf39/Pz0+lUvF/5QeoGADYADUfAPB1FmNPei9R7ZFPQEG1BwAcjSo/5fdOCQorpTntTY3KD4B9IPkAgE+zEnvGSrGHyYdUVUy9aFLJDi3zMgAAB9OGH/m0Nzn8PET4Acg2JB8A8F2WY09POfaI3gRiDwA4kxx+pubU3OdHij8PR65B+AHIDiQfAPBRNsUeNeMjuX01KQSxBwCcjMLPc79NDapcSv5J2mQ9GrnmMcIPQFYh+QCAL7Ice94e+yjmhvbSHoo9nyD2AIBr+BfM89zeqcr7/DxE+AHIKiQfAPA5NsQeqQ/BR3JbjNgDAC4lVX72TguqHMov+aH/pMrP2gMIPwCZheQDAL7Fcuzpoan2aO7b89WkEog9AOByVPkp99s03WhvjD0ahfADkGm4nw8A+BBrsScxRnffHvXiSSVefwmxBwDcxdN7j6+0mJAaGaPinTcVyzvr7Tzdm+I+PwA2Qs0HAHyFLbGHn+RGEHsAwN1Q5afs3mnSNT9y5UelZokjVyeh8gNgMyQfAPAJlmNP93GJ1+UBrPkR0q8RewDALcnhZ7p02htTqeXT3hJHIfwA2ArJBwC8n9XYI13bI49nwDSxJ5gBALglCj9lKPxULqXiGy1UfgBshuQDAF7Ocux5a9zj6/KQBvJJ8ewbxB4AcHty+JmWQ3OfH6JOHLkK4QfAKiQfAPBmVmOP5toeeSS3rz8pjtgDAB7Bv2BwGWmoazn8yPdcfozwA2ANkg8AeC3bqj18+CP1N58U74jYAwCeg8JP6b3TpcqPSh7sTc3Dz36EHwBzkHwAwDtZjj1vjkvSnOQmnyeP2AMAnkgTfsJCVXy0N8aSRq5KRvgBMAP38wEAL2RD7Mlg8pAGKqZe8kkxxB4A8FxP7yVebz4uLTKGaS9ZzDO7V67uzXCfHwADqPkAgLexHHu6Uey5KUZyQ+wBAI9HlZ9n932aI6yUJtioWdIIVH4ATEDyAQCvYiX2jE8WI7n5+bGliD0A4BVE+GFMvssPUyP8ABjD2W4A4D0sxJ6Eu+mdxyZL9+1RZ/gxlZ+feuWU4m2b5mYAAN7i6b3EmOZj0/+O4df80AYx95zeOO0NQEDNBwC8hOXYo6j20F6fIfYAgPehyk+pfTPk+/yo+Dm9ySNWpqDyA6CF5AMA3sBi7HnSdXzylTg1k+/bI8WeqcUQewDAK4nwo5I3idJobyMiEH4AOJztBgAez1rsSZJij3z401+lptjTrgliDwB4swzNaW/XxWhvueb0ztn9RZz2Bj4ONR8A8Gw2xB7NDc55tQexBwC8nh+v/IjR3qTT3qjy8zsqP+DjkHwAwINZjj1dxidHxzFe7qHYs2pKUcQeAPARFH5Cf/8skI/2ppau+0lB+AGfh+QDAJ7Kauy5Es/4AEfeFHsiIiJqy6ZMmcK8V+/evekzzp071+ojHz16xGfIiRMnRCNv2bt3L3MkWuq2b99+9epVZaNzXtp9JCcnr1ixgtlbUlISn5NHjhxhWWLy2/E1mvBT+Vk+zpsUfoZHpCL8gA9D8gEAj2Q59nSeIFd75BuWUuxZ7UXVnh9++IFP7N69OzExkYGLUNe8a9eukyZNevjwIfNVkZGRr7322tKlS5mbwbcjGIYfJoefbxF+wEch+QCA57EWe1Kka3ukao/KX4o9Rbwm9pw5cyY+Pj4kJKR06dIpKSl0SJuBKTVlBQsWZA5Dfevo6Gjmipd2H9euXbt//z5zP+a+Hd9E4ecZEX7kAQ9SRqxA+AHfFMAAADyK1dgTHadWyRf3+Pmp5WpPLuYtfvzxR/q3Vq1aRYoUWblyJdV/unXrxsDIkiVLmIu48KUBzJHDz+dxL36U/vd1NZO2kKkj5HMUe7yoe4yfH21O+WhvavkeAAzA66DmAwCexHLs+Z8UezSndPhrTnLzntiTnJy8e/dummjatGm7du1ogo5qnz59mgEAWEPhp+TvnwdK9/nR3OQ0dcTy1G/3ofIDPgU1HwDwGNZiTyrFHj6Aq3Rtz+Qir3lR7GHyhT0pKSnBwcGUfAICAsLDwyn2fP/99zRh8MgjR468//775cqV27Rp0759+3755ZfIyMjExMSqVavWrVu3c+fOQUFB/JEff/zxzz//XLJkSV5NMtCjR4+LFy/27dv3vffeM/mWaM7Xr1+fJugl/v33382bN//999/0Qs8///z//ve/1q1bKw8b7927d/To0TShHIqAmzt37tq1a+ntUSHL4FcPHjxYvnz5qVOnrl27VqlSperVq9MzlyhRgllUu3Zt+nfmzJktWrQQjfz8wP3791++fJmelp6kcuXKPXv2pHer/Ft6//Sw8+fPX716lV60QIEC5cuXDwsLo/kmzmHr3bs3PYBP0/yhf7t37z5s2DBzL01LKX20PXv23Lp1i95GxYoV6QnffPPNZ555RvnSixYtioiIoA/40UcfrV69+vjx4zT/c+bMWa1atWbNmr3yyivMGv4MVAkcOHDgihUrzp49+88//xQuXLhRo0b0PmmCHrN+/fqDBw/S+8+VKxfN0lGjRoWGhho8D61fGzduPHbsWFRUFL1herc1atSgz0h/wh+QmppKz8mn09PT+aeeM2cOvU/eeObMGfrGKZzTbKS5TUvjc88916RJk+bNmxu/bfqY9G7/+usvivf0FdPDaOEx+QHj4uJ++umnS5cu0dPGx8fTDKSnrVmz5uuvvx4YGGj127HxGbyVHH5mxr84Wqr8yKe9pWkqP7ovBZUf8G5IPgDgGSzHnk4TUq8oqj1rvC72EOqu0b8vvfQSxR6aoLIPJZ/ffvtt5MiR1Ds3+Sdbt26dNm2a+PGwjBopS+TPn59aOnToQMmH+oLU6XzhhReUf0v9QuqP8scwayg4LV68mHpLFBL8/f3PyOiZP/vsM9FXzgLqnlInntIC//G0jHrklCKot5qZZ2KxsbHDhw9XXvtxXUaZ7ZNPPnnttdd4I4WiQYMG3bt3TzyM+uLUP6aoQIGBPiNFBWqk6EI9wnPnzvHpPHnyGIcH4fbt24MHD6ZkKFrOyr777rt+/fq98847Bo+nxXvSpEk7duwQLTdu3Pj1119///13mp/MBpRV6GnFK9Jnp5lGf75mzRqKyt988w1vT0pK+uOPP/g7KVKkiPINT5gwQRlQj8h++OEHmlf16tVjcv+Y0sLdu3f54Gk0Tf+K5XDGjBn0Qsq3dEFGy0mbNm0MhiVctmzZ119/LX7kS6koZip73vzLorVetETLaObQy1F2yp1buqLPwrdj4zN4MQo/IRR+mo1Oj5TCjx+Fn+ErpFmM8AO+AWe7AYAHsBp7ouUhDXi1xytjz3///UdZgiZEH71Vq1Y5cuSgw+0myzVM7u9S7KFD9UuWLDlw4MBXX31Fh9KZHGmoH8wfQ4fqQ0JCaELZz+b4IHJUUDKoS5hET04lFHoSKt1QQqO+bN68ealXPXv2bJYNVHO4c+cOVYromamAQB+HCiAURcaMGUNffaaeauLEiTz2UAjZsmULzZAFCxbwqgV1xGle0QQtV+PHj6fYQ7URqoZt2LDh0KFD69at69+/P73uo0eP5s2bx59t7Nixs2bN4tNUn6E5TBUhcy9NXW0KIZRXqbqybds2ek6q59Ccp49AUcp4mAqagfR5qQRBM5OnHSqYUDuVjE6ePMlsQM9Jr9inT59vv/2W/opmF736zZs3P/jgA4o9FCYp6lAGoLoQdWqpxkXfl/hbWr+GDh1KsYeSMAUYeioqG9IDGjRokJCQQDGbYhg9jMoj9KnfffddMU2oXMPk4iSPPbSsUg2Kwjm91hdffMGLkzt37lR+CvqkPPa8/PLLVKLkM4cWWn5iJ1Occ0X5k74pWuvpt59//jkt9lS+ozfGz/ykyEof1vK3Y/szeDcp/OyfqR3wgPHKTxpOewPfgOQDAO7Ocux5g2KPfN8eJo/k9u3kwt4Xe1AQcoAAABAASURBVAh11ulfSinUaeMtVEuhziKTI4rJrklaWlrlypWpp0vH4+lIdt26dan3yUsWPERxvKSza9cuZZagmUw9VCZXlpgN6PAwhR9RN6A3SUmDJqijf+3aNZYN06dP79KlS/HixfPly/fKK6/Qq1DjlStXqO9u+5NQfqCiFk1QKYPyQKlSpWiGNGzYcM6cOfTMNPcoHtBv//nnH14noYhFs4XqVxR4nn/+eUo+vXr1onbqsivLBbagkHn06FGaoJnftWtXipH0nPS90AehN0DtlKYMRl6mL6579+70VqleERwc3LJlS8oG/EQsGy/roq+SqkmU8ejrpjrM//73P3oSao+KiurYsSOllzJlytCXRbmF3hK1Hz9+XPwthRaq9YWFhdGL0gJGgZZCLH2hCxcubNu2LcVOq3UnWpaYnJl5gYiqi/RaTZs2nT9/PpVfmOJ0R5rz/AulTE4piwIenzn00jTzDZ6Woi/NGfriaI5R5bNkyZL0bPTGqD5Wq1YtJn87lt9Y9p/Ba/DKD4UfJm06pf+lDV+O8AO+AMkHANyatdiTFh2vYtqR3Lw19tCn5pUB6rYq23n9h+oVvG9trHfv3v7+/uJHOsDPg9Pdu3dFY/v27Zl8cQvFA9FIJZH79+9TN5QqS8wGbdq0oTihbGnevHnp0qVpgioGLKuo7MDTnbKF+tA08fPPPzObUdmB/qXONBVSlO1UCaGaANV5+NVK1EGnmgBVPOrUqWPwDDwx0hJIRTaWGbz6QT17nnMEyopUAqJvhOYzVR4M/orXUoRChQqVLVuWJpSn4VlG2YkZvX8mX7ulbOdVmuvXr9Myxlu2bt1K/1JYooqiwXPyRYXKMlSIY+a9+eabVGWi3GXQTpGDLxIUn3jLhQsXqBLF5EKc8pH0vfTs2dPgz+k7ojRIXxalQYNfUU5TPq052X8Gb0Lhp8T+WXLlR8Xv+JyO8AM+ANf5AID7siH2aE7X8FextV4ae5h85cPt27eZUQWGD29Nv6KyD++7G3j22WcNWviVGKmpqaKlWLFiDRo0+PPPPylL8MoAk0+Xon/pRxuv0jF52XqFChWo4KOsL2UWPxJvgMIbBbPIyEh+KQKzAT2Y/6Hxr3iO4mhmUoQTP9IiR138hIQEqgXxChiTr+anQMhs9t9//zHtZTAGKCvSzKeuP3+MQEUSKrMYPJhfl6X84iygQo1B554XWyhoGZy7yL9fvnLxqzsuX75MLVNl5p6f3jMfLMGk2jLxY0pKyg3ZkSNHeAFQVBf5skGJyLjC07hxY4OW52TiR2kjIKM6GI+OVk+AzP4zeBkefm40G/Xk72u0HfVTUfiRz3vENT/gvZB8AMBNWY49HT+WYo983x5ph/3t5ELeGnuYdmwDJpdWTD6A+m2Uf5QXqXPGLbwEZHD4lo7lU/L5448/Hj58mC9fPvqXjuszxTVFVhkUfLiiRYvSv9SzZFnFr0EywAd2o+WB6lT0bpkNeI3L6ohwTJ4zVPTYu3cvzQQKPMYVnkwd+X7w4AHPKiVLljT5AMohxsnH+Ftj2i9OVGYsM5dXKf/w4THModhjS+9fjDlhTlxc3OrVq6Ojo2mCXxdk4Xko/hn/ir5ZSpiUmpSNVJNZtWoV5SUqlPGEpmTLV5P9Z/AyPPzc5OFHvs/PE4Qf8GpIPgDgjqzHnjiVstrTvkkmDsN7lkePHhmfDWWA5gz11w1OkWJyl4XZgCo2VGSgF6KyT9euXam+QfM5NDTUZMnFJJMvZPtJMuYunjH5tLz3T7+yMfYQ4xO3zBk6dCglQD5dtmxZKppRv/z5558PDAycNGkSyyRxqqHlxKI8I5HZ/K1ZYDneWCCS3po1a/gJYFlw4sSJIUOG8MhH9RyqdxUvXpwWp3r16s2dO/fChQvikbwPba4nTfVJZWqibN+7d2/eQh+wcuXKlCcpG7/wwgsnT57csGEDsyb7z+CVKPwUl8LPyCf8JqdMCj/SOcQ9dMOyI/yA10DyAQC3Yy32pP8bp1JpR3JbO8mbYw+TTzyjD0599z179pgccnfgwIHU16Tk07dv36x1mqkX2LZtW+r58eTDT3WzcWwDjnqTZcqUMW6kf8VpUeK90Vdp0Nen0GXyaalmYtwYHy+NaGF8Ip8FpUuXpl4vv6TEALVTeYd6wFRh+PXXX3ns6devH80H5VjhYqixTAkODqaPf+fOHf6ejfFqT6FChZh74NfhMLn4k7XkQyvszJkzKfbQ8jBhwoTq1asre8lJSUnKB/MPbnLm0PMYVJaWLVtGS1RQUNDHH3/cokULZZo1d52bgew/g7eSw8/sBCn8XJO3rOonw5dLv0D4Aa+DEQ4AwL1Yjj2vU+yJl6s98khu6yYV8u7Yw+Th0Zh8iby5O43wU+CoS3fw4EGWVXzshPPnz589e5bfxsf2U92YqY4j9XH5EF7i6hpRiDAYyozJ/WyTT2tyKDM+DpvJ8+vM4Seb/fnnn8a/ouJGly5dBg0axLRDe1epUmXAgAEGt0gS79DG880E/j6Vo0cIly5d4mGsYsWKzD1QVOPn2vGZbOC777578cUXaXYZf4NCZGQkHz2cqmf01Sv7x8nJyTExMUwxD2lWM/lCoCNHjhg8D31ZBpVA/u3Qq7/yyisGRTz+7VitLmb/GbwYhZ9i+2cHVC7N+JAxavZk2LL0TQcw4AF4GSQfAHAjFmLPTTn2aE9yk0Zy84XYQ/1I3iczGOJMqWXLlrwbx0e+zprnnnuucuXKNMFvrlK/fv3ixYvb/uc//fSTwSUxq1atSkxMDAwMFAlKXL4iTicTP0ZFRZl82kOHDh04cMCghT/41Vf/z959wDlR/H0cnyRHU1GR3hQEsYBiFwsq2EVBBUH8o2Jv2AXpIL1asKCiAjYUGyoqPCoW7CKiiIDSUXrv7S7Pb3eSvb3UzZWUzef90iOX22ySTTKZ7/5mdi9Rjulw+O+//9oP36zMDCZ1HmWeH1YFjx8QPvROFtNHPFO2XrvVdY49MUaKafLzjz/+CHkisp7HHntMmYFQn2cpTUgqUOaLErKtNm7cOGbMGHlNpVBjjTPUG8G+xaxjMIRHRCkq6m1l/emEE07QCVPWHLLZJ06caP9VbrJnzx4VqcMtWV0fKcG+hvBXJ9E1ZCEdfqyjvck1uZ2eJ/zAZUg+ANJFvNizT6o9fvP7WKo9E7Ig9gh9ltJy5crJvvZoy0gtqHlzY1CK9FajjapyQh+zWPd3dX/duU2bNj388MOyU19eOAkYTz311EsvGaNlbrrpJitB1a9fXx9wbPjw4bqjKQtPnjy5c+fOMebhyGrHjh0rtYJ169ZJ/JCFlXksZoeH29ZOOeUUnS769OmjK1rSg5cocvfdd69Zs6Z69eq65KWznyzw4osv6k6wvPfkEV533XXWccCt8Vqy2fX4valTp0p1a9myZRHv+oorrtBHlO7SpcuECRP+++8/KXH89ddfd911l97UN954Y7RqXkrcdtttOo3cc889Ej9WrFgh2+qLL76QOtj69et9Pt8dd9xhLawjkHxU3333XdkIko4aNGigN8uTTz65ZMkSvdjSpUv79++vT92jbNtQltTHs5bsIXcnW14HFYnf+hgbFllSj7576623rOQs7zp5peSG+lf7ManDX51E15CdJPxU/npkjnmeH2Mfk9+f2+k5wg/chHk+ANJC3NhjHsBamYPcpNpTIRtijzx3fdaaZs2axZ6zftlll02ZMkW223vvvRd+HhWHJO1IFUL2i5ctW1ZHKedOPvlk6U2G1C6kGCXJx/pVnsKQIUOkl7l9+3b7wRiOPPLIq6++esCAAeGrvfbaaz/55JNnTNaVElQkwKgEde3aVfq10gkOOaGNPNnBgwfrgz7fcMMNssElC0nPW2pWderUWbx4sT68WNu2bXUVQvrQtWrV0k/nxBNPlBW+a5LXSBJd+P16PJ5Bgwb17dtXyj4jTfa/tm/fXpKGSieSGeSJ9OvXT9LmMJP1J4k98kTsBweX1042nbygsg2VGVOvueaaTp06jRo1StJOmzZt6tatK+8oPZ2pcuXKsrxEGj3mTZPMOXv2bEn4P//8s/2ladeuncQtfTB37aGHHpKUKKXF++67T+qHUnqScqg0FPJCSF1Rqo5r166VTKVjZMRXJ6E1ZC0j/Hwzcu05D+XOWapPc5on4Uf+0Db/+O/M+UHmouYDIPVix55WutpjTO1RRux5tEKrLIg9ypxrIbvb5ULc+sZpp52m99NLD7LQ5ySRytJxxx2nzIFkZcqUSei2Egykiyz9S/0w5KcknIEDB4YcyaBJkyZS92jdurVUBiRySOlGOrsvvPBChQoVIq62Xr1648aNk1wnIUTqQhI59JEYEjq8gSalJ8kz0nGXPCbrkbXJSqTM9cEHHzRq1EgvIxWMV199VWKY9NflfTh37lzp25111llSvpCKzRFHHCHLTJs2zVrn0KFDpXOvZ/LEONOO3JFUwHr37i13LZflrmVV0uN//vnnpS+ehr3GE044QWLe/ffff/bZZ9eoUUNv+QsuuEAiRMggw/Lly8uzsF53iUDy8/rrrx8xYoQ+2ZRER4k9sj07duwoL72uK0rUsR+0TbbMo48+qmuDkjrkzfzII4/o07za7+vYY4+VNUgmr1mzptRq/v7774oVK8p74/XXX5ckI+80aTHsR0EMf3USXUPWslV+zEk/0iZ3Gk3lB+7g4f0KILXixJ7euYtWKF3uyfGoCX0PzpLYk3zSF5R+rewRf/nll3UEikteI30GVYk9iZaJAKSzvI3b1p39YK55tDdpgT1ej/epO3PanZ1jkqCoaz76p4p+dHIgrVDzAZBKcWPPwhV6B43HJ7HnUWJPCZo0aZLEHqmuOIw9AFxMKj+VvnnMZx7tzSDt8z2j9731NZUfZDTm+QBImdixp6VR7TEOMSS7En1e9aZUe84i9hS/6dOnlytXbsGCBfqYBLfffrsCgGD4WX/2g/vmLNHD3vz3PGeMpm13Tv4yzPlBRiH5AEiNuLHHOG+PeUJxbyD2JDbzBA69+uqrM2fO1JfPPvvsGIfPBpBtJPxUNMLPA4EDHuQpf6fRhB9kLka7AUiBeLEnzzxdqfIoq9pD7Ckp+lDOyjyOwqBBgxQA2Jjh5/GchocFzvMjrXcnhr0hU3GEAwDJFjv2XB6IPUa1x+f1v9X34CuIPQCQUnkbt23QlR+jqmMc9c3z9F2+dufYD3igyz4c8ADpjJoPgJTRsUcnn0C1p4/fFnsUsQcA0oFUfg4xKz/WAQ9Up2dz3/o6N0g35np/lqLyg3RF8gGQVNEKPms25l7eRy3QR3IzjpQqsecgYg8ApAkJPxUk/BxzmPGLPz/82Me8WckHSE8kHwDJZo89OvlI7Lmst3/BCmMIuXEkN4+aSOwBgDRjhJ/pT5iHujZPcprnV3c/nTfxm7wge8GHCIQ0RPIBkDz2L0Ir/KzZlNeiV54Re8zz9siPN3odSOwBgDRkDHtx0yTSAAAQAElEQVSb/kROozrmsDfzaG93jMp9fZp9wJsC0hXJB0AKFIg9Pff9Y1R79IxY/9t9D2xzDrEHANKURyo/Xz/mO6aO0kd7k9rPPc/kvvW1vyAFpB+SD4Bks0/1MX8JHAJIfsnxGjN8AABpzePxVj3YjD1mAy6Vntxc0g7SH10MAClgfUEeUt7/YZ+8BjWNXz3Ksy/P36bPlolf7lYAgLTk37Jj0/md906bZYxPNms+/mfuVm3PptqD9EfyAZBiFQ9U73TfW696njXPp8OgLZO+JfwAQNrJ27ht47kP7v31Hz3Px+P17Hn6zrzWZyogE5B8AKSAdZI7fdq7Sgd53u66q34N4zip8pfcXH+7Rwk/AJBejNhz9gP7Zi0MTPDxeHY+fmteqyaeghSQrkg+AJLNOsO310bCzxsPbzu8Wp4+n88+HX6mE34AIC0EYs+fS4xfJPZ4PTseuzm35WlWM07sQfoj+QBIAWvXoPWV6fP5qlTw6fCj/FblZzOVHwBIOYk9GyT2zFliVnuMQW7bR9wosScnJ0da75DwQwRC2iL5AEge+3ehFXvkWzMnqPLB3tcl/BhzfowjHuTm+a+R8DN9lwIApIgZex40Yo8yT2Dq9W4d3lHHHk2HHzIP0h/JB0Cy2XcK6uRjhZ9SpUpJ5ee1h3Tlxzjam1R+JPx8QPgBgFQoEHvMQxpsG36Dv1WTUiYde6yyjzWYWRXc1QWkCZIPgKSyvhHto92s8KO/SqXy8+pDW405P+bxUnNzFeEHAJJPYs/6cx7ca8QeZUzu8Xgl9uTZqj1W8rGXfRSQrjwcdh1AktnPZCryTLm5uftMe4PWbMy9fuQBi1d5zW9Rv8+r3uxzcKumZRVQNJ999tmnn376119/bdu2rVq1ak888UStWrVUuvr6668feughufDjjz9KL9O6Xj41Y8eOleeybt263bt3H3XUUQ0bNmzTpk06PxdkFiP2GNWepUapx9xjtd2IPaeWstE7rcIPckD+QXoi+QBIAefh54aRByxaaX6V+v05PjWu+0Ftm5dTQGF99dVXDz/8sPWrvLW+++670qVLq3QVMfls37797rvv/vPPP0MWlq7nNddc8+CDDyqgaMxqz0N7/1ziCR7SYMewArHHXvAh9iBT5CgASDr5XvQbB3ALfDvKV2bExapUUOMf2ibhZ/FKZR7tTV0/YLNcT/hBoU2bNk1+7r///nfccUfdunXLli2bzrEnmgEDBkjsKV++/M0333zWWWdJ5Wru3LnPPPPMrFmz3njjDXleV155pQIKS2LPunMeCh7JzWixiT1wB+b5AEiNaBN+rEMdaFUq+CT8HF7dr4/2Jv/cMGDzxGk7FVAoUi2Rn5IW2rdv36RJk+OPP15lmp9//vmzzz6TC926devQoUOdOnUkv51wwgljxoyR5yXXP/HEE1I7VUCh6Niz1zhvjz6SW+ggN2IPMhfJB0DKOA8/42xHezPDz6a3CT8olFwpHSq13377qYz1zTffyM8qVapceOGF9uvlQ3TrrbcqM93NmTNHAYmT2LP2nIf3zlmqPIEjue0Ydr2f2AO3YLQbgFRyPuxt3MPbO47cf/FKPebcCD9y/dUMe4Njt91228yZM/Xl901y4emnn5bKj77yq6++euWVV1auXLlp06a6des2aNDgsssuO/nkk+0rmTZtWpcuXeTCjBkzQtb/+OOPv/76640aNRo3bpy+5uabb/79998HDx58+umnP/fcc3/99deCBQtq1Khx7LHHtm7d+qijjgpZg7yxv/jii4kTJ86bN+/AAw+UVV1yySXhT+TQQw+9+OKL69WrF/6natWq6Qtbt25VQIKCsWeJPq6M8nh3DLuO2AM3IfkASLEEws9D2zuO2G/JKq8+OssN/Tcqwg8ckyQjPyV7bNmypVKlSpIf5FcJGMqMHL169ZoyZYq18N+myZMnS8Z45JFHypcvrwpL7k5Cl6xN/7rAJLlLVnv11Vdbi+3atatHjx5ff/21/nXHjh2rVq36/PPPrcKO9Rlpa4p4X7/99pv8lF5peKwCYpPYs+ach/fNWarfZ1KG3zn8Ov/lxB64CskHQOolUvnZceOI/aTyo8ybdBxA+IFT+pBu999//7ffftu0aVOJGdafxo8fr2OPJAqpxtSuXfu///6bNGmS1HDk+tKlS/fu3VsV1siRI+Utfd999zVv3ly6j1LVGT16tASbJ5544vLLLy9bNnCg9uHDh+vYc/fdd0vckqw1a9asAQMG/N///Z9eIO6xWJcuXSr3JReuvPJKiXYKcMyMPZ33SuwxplMqyTQ7hxF74ELM8wGQFhKY8/PwjrrV/cYAdPMbumP/Dcz5QVHMmzfvueeekwvXX399ly5d6tWrJ1Gnbt26DzzwgIQQuf7DDz/UtZTC2bNnz5AhQ6677rqaNWtWqVKlffv2/fr1k+t3794td62XkdDywQcfKDOY3XjjjdWrVz/ggAPOOuussWPH2s/hE8NPP/3UoUOHtWvXSmlLVqIAx4KxxxzkZh7Jbedw5vbAnUg+ANKFw/BTWYefaoE94PLzxv4b3562QwGFIrWdffv2HXzwwbfddlvInySuSAiRCzqWFM4RRxyhD7lmOemkk/SF9evX6wtfffWV/JRCTbt27exLyr1fdtllKp6ZM2dKTtu5c2eTJk3GjBlj1ZGAuCT2rD638x7jANYe4wiaXjP2XH4KsQeuRPIBkEach5+xRuXHONqbHvYm4ecdwg8KZdWqVfKzUaNG4YFB3nX6sNf//fefKqzatWuHXFO+fHk9pFPKPvqaWbNmyc9jjjlG3t4hC59xxhkqpg0bNnTu3FkqSy1bthw1atT++++vAGd07DEHuXn06Up3DrtOEXvgXiQfAOklkfCz0ww/fn2eH8IPCkcnn5o1a0b8q75+xYoVqrAqVqwYfqW8peVnXl6e/nXt2rXys3LlyuFL1qhRQ8X0xhtvbN68+dBDD+3WrVu0OXJAODP2dNnz51JlFs+ltd1F7IHb0UQCSDvOw8/LRvjxG5UfpSs/Gwg/SJSeSKPP8xONk0QRbQ065MQWozcZ97By3333nfy84IILwutFQDQSe1ZJ7NHVHnOQ265hHYg9cD2SD4B0lHD4Mce9yW7LmyT8fEH4QQL0aDRd+Qmnx7lZdRsrAoXnnKKcQkevf+XKleF/inilna4X1alTRwHOWLFHGU2ncVzN3cQeZAeSD4A05Tz8vCThp5oOP8oMP+sJP3BOn9jn119/3bJlS8ifdu/erSsqRx55pL7GOtJa+MILFixQhXXMMcco80AF4av98ccfY9+2Q4cOt9xyi/UIgdgk9qzU1R7zV2IPsgrJB0D6SiD8dN5VJzDszQg/Nw+g8gOnLr74YnlT7dy58+WXXw750/jx43UUOfvss/U11nlydCKyyK/z589XhXX++efLT3kMr7zyiv36PXv2vPvuu7Fv27FjxzvuuOPwww9XQDxm7HnEqPYEj+RG7EFWIfkASGuJVH4k/OT5zbNR+PP8N/df/y7hBw7UrVtXH0v6tddeGzx48MKFCyVvLF68+PHHH3/hhRfk+pNPPvn000/XC9evX/+AAw5Q5olH9QHZ/H7/5MmTO3fuXLp0aVVYklskgMmFcePGPfnkk8uXL5fV7tix4+GHH449iE6Wuc30xhtvKCAmiT0rJPb8tTRwJDep9gz9n4fYg2zi6PxoAJBCHvO41db3brS55pUrqJc67+44pMy/a5Q+2puEH+mXtj6Pg/wiDqmZSMD46KOP3jXZ/ySxZ8iQIda7TvqF8us999yzffv2W265xVrsyCOPvPrqqwcMGKAKS0LOsmXL/vrrr1dN+kq53zvvvHP06NHRbrVv376ZM2cqMzspIDoj9jQzqj1es0WVt9aeodcSe5BtqPkAyAAJVH667KpVJc88yaknz68rP9sVENN+++3Xp0+fMWPGtGzZ8qijjpLqTc2aNc8777x+/fo9++yzBx98sH3hJk2aTJgwoXXr1g0aNChbtmzjxo07dOgg1aEKFSqoIpB7eemllySD6dMKVapUqXnz5k8//fQFF1yggKIxqz1d98xZFtiR5PXsodqDrOQJnAUdANKebq/8QXmm3Nzcfaa9QavW77tlmFR+5OtavrD9Xo96sVdFKj8AspPEnv+adTWqPWb7KaFmrxF7Tib2IAtR8wGQMRxWfqpVzHmxy+5aVfz+4NHebum/jsoPgCwUjD3LPPrY/14vsQfZjOQDIJMkFH5qVwnUtP156lbCD4AsY8aebrut2OORas+1xB5kM0a7Acg8zoe93Tq09L9rA1/gsqfnxd6VrmLYG4AsILHn32bdguftMQ4Ss2/otV5iD7IbNR8Amcd55WfMI3uMyo/fnPHj90vl5z0qPwDcTsee3RJ7dGvp9RJ7AEXNB0Dmcl75uU0qP2vMb3O/ccCDZ7pVuubiAxQAuFHuui3/nt9jz1/GIDd93p7coe3tsUf4gog9yCrUfABkKueVnxcClR+/PqJrp8Hr3pyyTQGA60jsWW7N7TEPYE3sASzUfABktoiVH6n56OKPvfJz+9BS5qGulT7U9TPdKrej8gPARYzYc263PX//5zGPbOnxefMGXeO9/KSQ2CP7hrxBxB5kFZIPgIyXYPiRYnfgPD9Pd6vU7uLyCgAyn1nt6b57/r/meB6/x+fbN/zanIuPJ/YAFpIPADdwGH5WG+EnJ1j5Mcb7Pt2d8AMg40nsWdas+575/wbK2j5f7oj/+S5qTOwB7JjnA8ANIs750Ucuss/5qVox5/lH9pknOTXqPnl+/z2D1701ZasCgIyVH3t0S0jsAaKg5gPAPRKo/AzJ+U+f58c82ttT3StT+QGQiST2LDViz3/Bao83b+T/fBcSe4AIqPkAcI8EKj9dzcqPcbQ3IyndO3gtlR8AGceMPT2M2GPuyPHk+PJGEHuAqKj5AHAb55WfO4b4/rOd5+ep7lXaUvkBkCEk9iyR2KOP5OZX3hyvf8S1xB4gBmo+ANzGeeXnua65wcqPJ8+v7h20ZiKVHwCZIBB79CA3vzKrPUbsKV26NLEHiIaaDwB3cl75udOo/KjA0d48ahSVHwDpTcee3X//F2i4fFLtaZ9jxh5r/w6xBwhHzQeAOzmv/Iw2Kj/KOtrbfUblZ4sCgLQksWdx855m7NFHcsuPPVR7gNio+QBwM+eVn7uGeP8LnOfHL/uEnuwhlZ8DFQCkEx179sz/z/zNOJKbGnFtzoXH6dijd+sQe4BoqPkAcDPnlZ9nu+aZ5/nxW5Wft6n8AEgngWqPxB59JDefj9gDJISaDwD3c175uduo/CjrPD9P9qh6NZUfAGkgd/3WRc0KVHs8xiA3Yg+QAGo+ANzPeeXnma55NauYSck82tt9A1dT+QGQcvvM2GNVe7w5PmIPUAgkHwBZIdHwowInOVX3D1xF+AGQQoHY87cRe/zmAaw9w68h9gCFQPIBkC0SCD/d/GblxzjcW54Rze4b8wAAEABJREFUfqj8AEgNM/b0MmKPkXuM05USe4BCY54PgOzifM5Pp8FqhXG0N2N5r0c90aNaG+b8AEgiiT0Lm/XaY8QeI/d4fF7v8GtKEXuAwqLmAyC7OK/8PG1UfgI7h/L8/vsHrnrn080KAJLCiD3NdbXH4PH5iD1AEZF8AGQdx+Gn1FPmsDdjYbNCTvgBkByB2DN/hQqerpTYAxQdyQdANko0/Jhj5CT8qAcGEX4AlCyJPQua994lsSd43h6fEXuOJfYARcQ8HwDZy/Gcn733GnN+Auf5kX7F4z2qt7nkIAUAxU3HHj3IzeM3qj05w9sRe4BiQc0HQPZyXvkZ1U1Z5/mRHw8OXPXGh5sUABSrYLUncCQ3T47XR+wBig/JB0BWcx5+njTDT/A8P/5HhhJ+ABQniT3/NO+z6+8VymxljNgzrF1pYg9QfEg+ALJdIuHHU7OqR5/nRzJQV8IPgGISjD1WtceXQ+wBihvzfADA4HDOz5p1e+8b7A/M+TFP9TP0kertWx6sAKCwJPb83bzPbqn2BM/bU2pYW2IPUOyo+QCAwWHlp0olo/JTo4qEHr/eNdt16MoJH25UAFAoRuw5r+8uM/boI7kRe4ASQvIBgIBEw4/RRzF7HV2HEH4AFIbEnvnN+xoHsDYZsWf41cQeoISQfAAgXyLhx1sjcJ4fQzep/HxA+AGQACP26GqPGWE8Od5Sw64ufQGxBygpzPMBgFDO5/zcPzhv5Wq/9Fo8ZlM6pGv1a1pWUAAQz941m+df2G/33ysCJwrzeUsPb1vmgkbEHqDkUPMBgFDOKz9PSOWnqkcFj/YmlZ83qfwAiEdiz7xmepCbcbhIT46v9DBiD1DiqPkAQGTOKz8PDMpdaTva2+BHalzTisoPgMh07Nm9eLVuNKTaU2bY1cQeIAmo+QBAZM4rP49399Woqo/2Jvzdh65484MNCgDCSOyZK9WexauVsafEOJIbsQdIGpIPAETlPPw81s1Xo4rulHgIPwAi0rFn9+I1gcbCiD1tiD1A0pB8ACCWBMJPdzP8+APn+elB+AFgY8Se5o/uWrxG6bmBxiC3NmU5gDWQRMzzAYD4Ejja24B9a9YZC+vjNQ3qWrNdq0MUgOwmseev5o/uXrQ6WO3xlh3WutyFx+pdJ8QeIDmo+QBAfIlUfnKqVvKo4D6lHkP/e4vKD5DddOzZtWi1NCJGtaeUj9gDpAQ1HwBwymHlZ9WavQ8N2rdmrT7Pj3GTgVR+gGwlsWeOVHv03B6/35vjK/vY1eWaHUPsAZKPmg8AOOWw8lOtSqmRUvmpbM75MTs7PYdQ+QGykRl7+u1atEaZO02Mag+xB0gdaj4AkBjnlZ+HB+5dvc7v0Uc8UGpA11pUfoDsIbHnz+b9zGqP0QJItafcSIk9RxN7gFSh5gMAiXFe+RnRo1S1yh7z9KbGTXoN+XfiB+sVgCygY88uc5Cb0QQQe4A0QPIBgIQ5Dz/Du5eqWsmrT3Iq//ck/ABZQGLP7Ob9rdgj1Z79iD1AGiD5AEBhJBB+pPJTyasCU36k8vMf4QdwMSP2nCexZ7XHPJJb7NgjF4g9QNIwzwcACs/5nJ8uA/cE5vyYN+nfrVbbVhUVAHcJVHuW5B/Jbf+RbWLEHmvviSL2ACWPmg8AFJ7zys+wHqXN8/wESj+9GfYGuI7Enj/OG7BTD3KT2FNKqj3EHiCNUPMBgKJyXvl5ZODu1Wv9ZgfH+NnroZr/u7qyApD59q7Z8sd5gbk9wWpP6/2IPUA6oeYDAEXlvPIztEeZqubR3jxm6WfAyP9ef3utApDhdOyxV3uIPUAaIvkAQDFIKPxUsR3tbcDIfwk/QEaT2PO7FXukayWxZwSxB0hHJB8AKB4JhJ+eUvkxml99tLeBhB8gY+0xYo+e2xM4ktsBxB4gXZF8AKDYOA8/Q4zKj8dvHutaekuEHyATFYw9fmIPkOZIPgBQnBIIPz3LGic5DRzszT9o5L9vEH6AzGHEnvMHGrHH/NTL59yMPUcRe4C0xbHdAKD4OT/aW7cBO9es9XvMadHyo8fDta/laG9A2pPYM+u8gfbz9pQfcdX+xB4gvVHzAYDi57zyM7hnOeNobxJ7zNO9Dxqx/I231ygAacyIPecPzD+AdSliD5AZqPkAQElxXvnpblR+8qzz/HQ3Kj9VFID0I7HnNyv2GIPcvAcOJ/YAmYGaDwCUFOeVn0FG5cc41LU+z89gKj9AWjJjzyAz9ui5PT5iD5BBSD4AUIISCz+28/xI+JlA+AHSiY49OxevUeaR3DxG7LmS2ANkEJIPAJQsh+GnqoSfXuWqGJUfpU8Db4SfiYQfIC1I7Jlpxp7gkdx8BxF7gExD8gGAEuc4/JQOVn6MhY3wM3IZlR8g5YKxZ62eIO0h9gCZieQDAMngPPwMlMqPcZ4f41DXfr8aMmLZhImrFYAUMWPPYIk95ofYOJLbQcOvIPYAmYhjuwFA8jg82tvqNXt69N+xdm2edZ6frg8f2r5tVQUguST2/Hr+4F1L1hrz7/zGkdwOHnHlAeceSewBMhE1HwBInkQqP/sZc36C5/kZOmLZm1R+gOTavWLTrxcMNge5GcFHqj3EHiCjUfMBgGRzXvnp2X/72sB5fpSu/FxD5QdICok9My4csmvZOn2iLW+Or8LwK4g9QEaj5gMAyea88jOg1/76aG/KHGpD5QdIDlvs0UdyyyH2AC5A8gGAFHAefvqb4cdY2DyFyNARSwk/QIkKxp711nl7KgxvRewBXIDkAwCpkWj4CZzk1E/4AUqQxJ5fLhy6U2KPPpIbsQdwEZIPAKSM8/DTT8JPJW/gJn7/sOFL3iL8AMVNx55dZuzx+5Wu9pQn9gBuQfIBgFRKIPz0PkAf7U2ZR3sbNkLCzyoFoJgYseeiYLXHPJLbIcQewF18ffv2VQCA1AnpOdl/tfpVolw5zykn+36ZsW/Hdn2eH/X995sOPjinUcMDFICikdjz84XDdi1fr2fUSbWn4vCWxB7AZUg+AJB6CYWfn2fs277dr6+T8LNfOW/jxuUVgMLaZVR7hu1cbh7Jzaz2EHsAVyL5AEBaSLDys3eHhB9zCvZPP20uR/gBCmvXyk0/XzRMH8lNco+nlK/SMGIP4E4kHwBIF4mEnxwJP9t36JOc+n/6aQvhBygEI/ZcOHznsvXW6UrN2NOA2AO4EskHANJIguFnz44duvIj4WfzfuV8xxF+AMck9vx04fBgtceY21OZ2AO4GskHANJLouFnu3HAA2Nywk8/E34Ap3TsMao9wfP2VH78ivJnH0HsAVyM5AMAacd5+DlZws8ve3fsCBzt7aefNhF+gLgk9vwo1R7bkdyqSOw5sz6xB3A3zucDAOnI4+w8P5Ur5VSp/NqePav8fmUe70CNGrXktVf/UwCiMGPPiJ3mIDfZX+Ap5TVjTz177MkxEXsAl/EYJ8UDAKQl3UT7g/JM+/bty83NlZ/r1q276aabvv/++9Klqxx55OgypauZw96Mm9x732EdrqupABQUiD1S7TH7QJ4cb9VIsUcCD7EHcB+SDwCktWjhZ9asWddee+3y5cv1YhJ+Gh7zgs9X2Rz2Zhz24O5Oh17fsZYCECSx54eLRphHcjP2EXhLeas+1orYA2QPRrsBQFqLOOxt8uTJF1xwgRV7xEkn1Rs2vGblyj5lBCUj/Tzz9NKxLy1XAExm7Bm5c9kG/QExBrkRe4AsQ/IBgHRnDz9S9unevXv79u137dplLXD33XdPmDDh8MMP6dHjwEMq+oxjHZhH6X3u2aWvjPtXAVlPx54dxtweZcSeHJ9Uew4k9gBZhtFuAJAZpLnetGlT69atv/zyS+vKsmXLvvDCC5deeuneoJUrdg/ot3nDhlylD3ng9991Tx2GvSGbSez5PlDt8Zvn7fFWe6wlsQfIQiQfAMgMc+bMkYSzbNky65pDDz30/fffb9CggT7gQYHw03/zxvW50sJ7zTLR3ffUuY7wg6xkxp7Hdixbp4//4SX2AFmM0W4AkAHee++9U045xR57mjVr9uuvvzZq1Cj8UNfVa5Tp2eugihW9enSc9N2efWrxq+OY84OsI7HnO4k9y9fr2EO1B8hyJB8ASGt5eXmPPPJI69atd+7caV3ZpUuX//u//6tQoYI+4IHPFBJ+ej9aoWJFc2qQ2Yd79qklhB9klUDsMc/b4zfO2+OrTuwBshuj3QAgfemJPdOmTbOuKVeu3GuvvXbllVeqgoe6zg2yD3tbu2ZPvz4bNqzPM07XaB707U5j2FttBbidxJ5vL3ps5/INZoIxqj01RkrsOZzYA2Qzkg8ApKk5c+a0aNFi6dKl1jWHHXbYxx9/3LBhQxXpPD/Rwk9/M/wYc37M5e+6t24Hwg9czYg9Fz++wzhvj/B7c3zVR15+ELEHyHqMdgOAdKQn9thjT/PmzWfNmqVjj4p0nh9fkH3YW+UqpXs9esghFb2ewLGuPaOfWvzaWIa9wbUk9kw3Yo+u9igPsQdAEMkHANKLVG+6du0aPrHns88+O/jgg+1LJhZ+KhkNvt84qq+En0WEH7iSBJ7pFz8hP/X4TnOQG7EHQACj3QAgjUSb2HPVVVdFu4nzYW8D+qzfsC5Pn9JEbnDHPYd3uJFhb3APCTzftRy1Y+l6a25PTWIPABuSDwCki9gTe2JIIPz0Xm8e8CBPn+fnjnvqdrjxUAVkPjP2PLV9af55e2qOvIzYA8CO0W4AkBbiTuyJIeKwt/Dz/FSuUrpnv0Ps5/l5/qnFr49dpoAMJ7HnW4k9y/LP20PsARCO5AMAKSYlmu7du4dM7OncuXP4xJ4YwsOPiBR+yvToV/GQil4VOM+Peu6pRYQfZLT82GNWPj2lfLWIPQAiYbQbAKTSli1brrzyyoQm9sQQPuxN7Nu3L2zY2+5BvddvWJcrC+sZEbffc/j/GPaGDGQc0qDlU+YBrD3mAay9tUa0IPYAiIjkAwApM3/+/BYtWixcuNC6xuHEnhgSCT/rggc88Ch/3u331iP8ILOYsedpqfZ4zeMWekv5ag+79KCziD0AImO0GwCkxuTJk0866SR77HE+sScG58PeuverVLmKT+8plyVfGLWQYW/IIBJ7vjFjjz5XlcSeWsQeADGRfAAg2aQU06NHj8svv3z79u3WlYlO7InBefjp1q9ipSo+/ZCUGX7eGLtUAWnPiD2tntaHNDBmrJXySuw5mNgDICZGuwFAUm3ZsqVt27ZTp061rinKxJ4YHA57W79u95De69atyTUqP+YXwm33Hn7tjYcpIF1tN2PPjqUbPOYxDbylvLWJPQAcIPkAQPKUxMSeGByGnw3rdg/W4cfv113J2+6tR/hBejJjzzPbl673Gsev9vuMuT2XEHsAOMFoNwBIkhKa2BODw2Fvh1Qq003P+TEnTMiPMQx7Q1oKxJ5lG/QgNy+xB0AiSD4AUOJkz3SvXr1atmxpn9jz8MMPF9fEnhich5+u/SoZc348So8EGKCzlU4AABAASURBVPPkggmEH6QTCTxft3rWiD3mZ8qb4zuU2AMgEYx2A4CSlbSJPTE4H/Y2pPfa9atzzWNlGSHo1nvrt2fYG9JAMPas1wnGm+M9bNjFxB4ACSH5AEAJSvLEnhich5+hvdauW7MveJ4f/6331Wt/Yx0FpI7Enq9aPbtDH8nNmNvjPXToxRWIPQASxGg3ACgpyZ/YE4PzYW+P9K9cqUqOPs+P/HjxyYUTXl6igBTRsUd+6t213lK+Q4deQuwBUAgkHwAoftI/6927d0om9sSQUPipaJznx5z0I+Fn1II3CT9IBSP2XDE6eEgDI/YcZlR76hJ7ABQCo90AoJilw8SeGJwPexvWa836NfvMKT9+6ULecm/9a26qo4BkkcDzZSsdewLn7alD7AFQBCQfAChO6TOxJ4bEw0/gPD+33HsE4QfJYcQeqfbkn67UV2foRcQeAEXBaDcAKDZpNbEnBufD3rr0r6IPda0P9vbSqH8Y9oYkkNgz7Yrnti3bEBhxSewBUBxIPgBQDKRy0qdPn5CJPQ899FBqJ/bE4Dz8dO5ftVKVHCP8mF3Ql578+82XFyugxOjYY563x8g93lLeusQeAMWB0W4AUFRpPrEnBufD3kb0Wr1u9T5P8Dw/N997RLub6iqguG1ftvELfUgD4zfjdKWHD72Q2AOgWJB8AKBIMmJiTwwJhJ+eq9avydVHO5Ab3Hwf4QfFzIw9z203z9uj/HneUr66Qy48hNgDoJgw2g0ACk/qPBkxsScG58PeHh5QrVJVX/Bm6uUn/3n/taUKKCYSez7Xc3vM3bKeHGIPgGJG8gGAQnr00UcvueSSTJnYE4Pz8PNQ/2rGnB+lp/yo54bPI/ygWBix58rnAgewNge51R14fkjs8ZmIPQAKjdFuAJAwSTvXXHPN5MmTrWvKlCkzfvz4du3aqYzlfNjbSGPY215P4NvDf0fno67scJgCCmv78o2ft3pu23Jjbo+8r7w53roDz6t4br2Q2CMXiD0AioLkAwCJWbhwYYsWLebPn29dU6tWLUlBjRs3VhnOefh5rOfK4Hl+jPkYd3Q++grCDwplm1HteT5wSAPzdKWHDyD2ACgRjHYDgARMnTr1xBNPtMeepk2bzpo1ywWxRyUy7O3BAdUrGsPeJPYY496eGz53EsPekLhtywOxR/9qHMmN2AOgxJB8AMCpfv36XXLJJVu2bLGuefDBB7/88suKFSsqt0gs/FTNCdxKeZ4fJuFniQIcM2LPFc/rQxoov/IYg9yaE3sAlBxGuwFAfK6c2BOD82Fvj/dcsT54nh/5cXuXo67oUEcB8Ujs+cyIPRs9Zu7x5piD3M6pW7p0aWIPgBJC8gGAOFw8sSeGhMLPhtV6zo9xg9u6HE34QWxm7Hlhmz6Sm984klu9Ac2JPQBKGqPdACAWd0/sicH5sLcHBtQwhr3puo/H88KwuR8w7A3RSez5PyP2bFRG7FGxY48g9gAoLiQfAIhqwIABrp/YE4Pz8HO/hJ8qOfrYXB4j/PxF+EFEZuwZY8UeT443duyxko8i9gAoMka7AUAE2TaxJ4aIw970mDf7sLeN63aP6r1i7cq9Rvgxb3dbl2NaMewNNhJ7pl4xZvty40hu8ibx+rz1BzQj9gBIGpIPAITKzok9MTgMP5s37n6yx3+B8GOc58d/K+EHQUbsuXKMMbfHPBi6r5S3fn9iD4CkYrQbABSQtRN7Yog47E13Uu3D3g6qUOa+gTUrVy9l7VYbYwx7W6yQ9ST2TLnSHORmjnLz5njrEXsAJB3JBwDyDRw48NJLL7VP7HnggQeyZ2JPDImFnxqljP36Zid3zNC/PiT8ZDcz9rwYmNtjxB5f/QHNKhF7ACQdo90AwMDEHiecD3sb1ePftSv2Kn2KSr+69ZFjWnaoq5B9rNijZ39JteeI/ucSewCkBMkHAJjYk4CEws+6FYE5P7LgrY80JPxkG4k9n175knXeHp8Re6TaU4fYAyAlGO0GINsxsSchzoe93TuwVuUapZQRe4zw8+LQOR++yrC3LBKIPct17DHO20PsAZBaJB8AWW3w4MEhE3vuv/9+JvbE5jz83CPhp3qO3t9vhJ9hcz4i/GQHHXu2Lttgji6R2ONtYAxyI/YASCVGuwHIUjt37mzbti0TewrN+bC3p3ssX7si/zw/t3RpePl1hyu4l8SeT4xqT3Buj897JLEHQBog+QDIRkuXLm3RosWcOXOsa5jYUwgJhJ/uy9et3CvLeM3lb3mE8ONaW6Xac9XLWwPn7cnzlfI16HdOZWIPgDTAaDcAWWfatGnHH3+8PfYwsadwnA976zSwdqXqpczpHrK8eskY9rZIwXUk9nxixJ6NHn3eHok9/Yk9ANIFyQdAdhkyZMgFF1ywadMm6xom9hSF0/BzSJlOg2qb5/kxw49SLw39k/DjMlbs0ccy9+b4jpTYczaxB0C6YLQbgGyxc+fODh06vPfee9Y1TOwpLk6HvW3Y/UyPZcahrpU558fvv/mRRpcx7M0Vti7f9PFVLxnn7Qkcyc17VP+ziT0A0grJB0BWYGJPSUso/KxfsceY82Me8Jrw4wJm7DHn9kiGMc/bQ+wBkIYY7QbA/ZjYkwTOh73dPfDQSjVKe/R5fpR6eejsya8uVMhYEnsmS+xZvlHHHrPawyA3AOmI5APA5YYOHRoysee+++5jYk9JcB5+7jLCj3mSU3P5l4f+SfjJUPmxxxxF4s3xmbHnMGIPgDTEaDcArsXEnpRwPuxtdI+l61bsUX5zPrxSNxrD3uopZA4z9ozdajtvz9H9z65C7AGQrkg+ANyJiT0plED46b50/co91nl+bup6bAvCT4aQ2PNR67Fbl23Ur52vlO/ofk2JPQDSGaPdALgQE3tSy/mwtzsHHWY7z49n7NDZHzPsLRNYsUe/dl5iD4BMQPIB4DbDhw+/8MILmdiTWs7Dzx2D6lSqUVqZdQOP8owd8gfhJ81J7Pmw9bgtyzZ5zJla3hzvMcQeAJmA0W4A3IOJPenG+bC357ovWb9ij3Wen45dj2PYW3rSsWdr/nl7PA2JPQAyBMkHgEswsSc9OQ8/z3dfbJzkVCo/Rpfaf2PX4y4l/KSZYLVno3kupjxfjq9hv7OIPQAyBaPdALgBE3vSlvNhb7cPqlupRikde+THuCF/fPLqAoW0IbHnA4k9yzfpczHJq3gMsQdARiH5AMh4I0aMCJnYc++99zKxJ30kMuenbsUapfV5fpSH8JNGzNgz3og9ZgXPmNvT54yqxB4AGYXRbgAyGBN7MojDYW9bzGFv6//brYzsY9zihkeOu/T6+gqpI7FnUuvx+nSlxnl7vJ6Gfc6s1ryOpB1JPsQeAJmC5AMgUzGxJ+MkEH66LQoe8MCj/Hk3dG1M+EkVI/a0eWWLPm+P8vt83oa9z9Cxx0LsAZARSD4AMtK0adNat25tH+HWtGnTd999t3LlygppLHb4sfLP9i17Xui+cPWS3YGjvSl/h4ePvezGBgrJtfXfze+2fHn7yi36VfD6vI36nlHt3DoMcgOQiZjnAyDzjBw5MmRiT6dOnSQLEXvSX+w5P9a0n/0PLH3boHpV65QJ7qHzvDZ89uSxfyskkRl7xm6T2KPP2+PzNexD7AGQwaj5AMgkESf2jBkz5rrrrlPIHM4rP2O6LzAqP4FDXav/dabykyQSe95pOdao9pjHNNDVnurnckgDABmM5AMgY0Sc2DNp0qSTTjpJIdMUNvz4O3Q+rgXhp4QZsafV2G0rtnh17MnxNupD7AGQ8RjtBiAzRDxjz8yZM4k9Gcr5sLdbB9WvZgx7M2o+HuV5ffgfHzPsrSQFYs/KrfISST71+Ig9AFyC5AMgA4SfsYeJPS7gPPzcMqieEX48xrHF5CavD/+d8FNCJPa83WqcEXuUETWl2nMsg9wAuAWj3QCkNSb2uJ7jYW+7X+xmDHvzKH2aU/+1xrC3IxWKTzD26CO5Ka/Pc1yf04k9AFyD5AMgfTGxJ0s4Dz8vSfhZulvl5XnMkVjXdiH8FJstxiC38dtWbg6crtTnPa5PE2IPADdhtBuANMXEnuzheNhbmZsH1696WBmlD/TmUROG/fHJy/MVimyLUe0Zv3XlFmOXqPJ7iD0A3IjkAyAdMbEn2yQWfszz/Bij3jzqjeG/E36KaPPSTW8b1R7zANZUewC4F6PdAKQXJvZkM+fD3l7u9s/qJbs8ZviRb7L2nRtfehPD3gpDYs9brcbtWLvdTD0SezyN+zSpQewB4EYkHwBphIk9cB5+xvVcsGrhTus8P+07H0/4SZQZe8bvWLPNEzxvT+PepxF7ALgVo90ApAsm9kAlMuyt48D61euVNW5jHuztzeGzPnl5noJjEnvelNizdpsyz9vj9UnsodoDwM1IPgDSwvDhw5nYA81p+Clf5oaBR1SvX07pU89I+Bn2+6eEH2fM2POKEXvMGVNGtccY5HYosQeAizHaDUCKMbEHETkd9rZ19ys9/lm5YGfwPD/qms6NL7npKIXoNi/b9GZLHXuE3+fzHm8MciP2AHA5kg+AVGJiD2JIJPz8vWrBLmvOzzVdjif8RCOxZ4JUewJze4zTlUrsqUnsAZAFGO0GIGWY2IPYnA97u35gg2r1y5rzVfxyg7eGzWLYW0RG7JFqz5rt5q5PYg+A7ELyAZAaTOyBEzHCj9VTt8JP9XrljOWN8KPeGvbbFMJPQRJ73mj16va121XwvD3EHgBZhdFuAJKNiT1IVLRhb2Lv3r32YW+vdv971cIdym/27ZX/mi4nXMywN9MmY5Dbq4G5PX7l83lO6H0qsQdAViH5AEgqJvagcBIJP/NX6/P8GPHH347wE4w92425PR593p4Te51C7AGQbRjtBiB5mNiDQos27E2EDHu7btCR1eqVM3btmUd7M4e9zVVZbJMxyO01c5CbsU3M2EO1B0A2IvkASJJhw4YxsQdF4Tz8dJDwU79cYHmlJg797YOnZ6usFIw95nl7lHG60hOM2FOb2AMgCzHaDUCJY2IPipHzYW+vd5+/asEOWVb33y++6ei2XU5Q2URiz+utXtsh1R7zfKVen0eqPbWIPQCyFckHQMliYg+KncPws2Pr7te6z1u9YKd1np+Lbz7m6qwJP2bseV2qPfq5+3zG3B5iD4Bsxmg3ACWIiT0oCQ6Hve1nDHs7qmr9cuZ5fowbTHnpr7eHzVRZQGLPaxJ71hnVHvN0pd4TexN7AGQ7kg+AkjJs2LALLriAiT0oCQmFn2r19tN1D1ly6ktzXR9+jNhzxevbzUFuypzbc5LEnnOIPQCyHaPdABQ/JvYgOZwPe3vdGPa2wzzUtXGLi28+pk2XE5UbSex59YrXA3N7/MbpSk/ufTKxBwAUyQdAsWNiD5IpgfDTbe6ahTtlEa95np+L3Bh+zNjzhjG3xxzh58vxnNTr5NrEHgAwMdoNQHFiYg+SzPmwt/8NPrpqvXKe4Hl+pr701zvuGvYmsee6Ka5zAAAQAElEQVQVI/ZsNw9gbZy3h9gDAHYkHwDFZujQoUzsQfI5Dz/XSvipv58Zfoxw8H8vznFN+Fm/cMMrV0wIzu0xB7n1OonYAwB2jHYDUAyY2IOUcz7sbUK3v4w5P/rUnn5j2FvrRzK7Jimx59WrJuzcsNNjlrO8Ps8pRrWnFrEHAOxIPgCKiok9SBMJhZ81C3bIMl5jOoz/olsatu6SqW9XI/a0fnPH+h3WeXtOMao9xB4ACMVoNwBFwsQepA/nw97aDz6mSn3jUNeSlWTJ/3txzrtDf1UZyBjkJrFnQyD2eIk9ABAdyQdA4TGxB+kmofBjzPnxGGMfjPDz0pz3Mi38BGLP+h3mCA7jvD2nEnsAIDpGuwEoDCb2IJ05H/b2Zrc5a/6R5KDP86MuvLnhVRky52f9wo3jW7+5U6o9KlDtOa3XicQeAIiB5AMgYUzsQfpzHn7e7jV31bxtxpwfWV75L7y5UfqHHx17dujYo4y5Paf2PPFQYg8AxMRoNwCJYWIPMoLzYW/tBh5T/agDjGkyxtHePJ+99Od7Q2eoNBaMPTt1gvESewDAGZIPgAQMGTKEiT3IFA7DT9n9S7e1wo/fGPb22Yt/vp+u4Udiz7g2b23fsFOZR7A2BrkRewDAGUa7AXCEiT3IUA6Hve3avuftHnNWzt2qguf5ueCWRlc+crJKJ+sXbRx31VvBQW7GeXua9DyB2AMADpF8AMTHxB5ktATCT/c55pyfPI95xOu0Cj8Se8a2fss8b49Hn7enSc/jiT0A4Byj3QDEwcQeZDrnw96uHtSw2lEH6GghPz43hr39otJAIPZs2Kkfm9eIPVR7ACAxJB8AsTCxB+6QUPipboYfv3nEAwk/k1IdftYt2vhy64nb1+9UZuXKm6NjT01iDwAkhNFuACJjYg/cx/mwt3e6/7nKmvOj/Off0uiKR05RqbDOqPZMDB7JzS+h5vSeJxxG7AGAxJF8AETAxB64VULhZ/W8rfpob2b4OTb54ceMPW9vt5235/QexxN7AKBwGO0GIBQTe+Bizoe9tRnUqNpR5XV68CjPFy/OnjQkqcPezEFuVuwxDmBN7AGAoiD5AChg8ODBTOyBuzkPP60l/BxdXgUqRUb4eaffjyopjNjTxow9Ho8+b88ZxB4AKBpGuwEI2L59+/XXX8/EHmQJ58Pe3us+25jzYx7tTfnV2dcd3abP6aokSex5qfXb+XN7fN4zezauc04tHcmIPQBQOCQfAIaFCxe2aNFi/vz51jVM7IHrJRB+us025/wEzvNzzvXHtO5dUuHHiD1t3tm+fofXOL6cX9LN6d2Pq3susQcAiorRbgDU1KlTTzzxRHvsYWIPsoHzYW9XDT626tHlA+f5UeqbV/5699EfVAmQ2POixB7zvD0Se3wSe3o0JvYAQLEg+QDZbvDgwZdeeumWLVusa5jYg+yRQPgZdGy1o8orc9aN+ObVOcUeftb8veHFNu9uNwe56dhzVp/j655Tk9gDAMWC0W5A9tq+ffs111wzefJk6xom9iA7OR/29n63P1bPNXYT6Bk4Ta87pnWfM1RxMGLP1e/s3LxLJxifz9O0z/GHnVmD2AMAxYXkA2QpJvYAdomFn3lbzGFvxuC3s68/5qoihx8j9rR9d8emnV4jUhnVnqa9GxN7AKB4MdoNyEZM7AFCOB/2duXg44xhb2ZEkRtNf/Wv9x79XhWBxJ4xRuyRao/Hr/xeI/ZQ7QGA4kfyAbLOoEGDmNgDhHMefq4Y3Ng8z09g3MT0V+YUOvyYsec9I/aY9+7L8Z1txJ7qxB4AKHaMdgOyCBN7gLgcD3vb/UG3P1bN3eIJnufnrOsbJjrsbbUZewJze8xDGpxjDHKLHHvkgpXKFLEHABJH8gGyBRN7AIcSCT+/r84/yam/6fWNrnQcfgKxx6j2BGLP2b0b1yH2AECJYbQbkBWY2AM453jYW5lWgxtXNYa9GTUfj/J8+8qf7z/6nZO7kNjzQtv3dmzebR4lQXmNQW7EHgAoWSQfwP0GDhzIxB4gIQmFn2pHH2gEGGVUir59ZU7c8GPGnvd3bt5tDnJTvlLec3ofR+wBgJLGaDfAzZjYAxSF82FvH3b9ffXcLR4z/MjPM69rdGXfMyOuU2LP80bs0eft8ft83nOJPQCQFCQfwLWY2AMUXSLhZ9aaeVtVXp6RT/z+s25odEWf0PBjxJ52k3Zu2ukJnrfn3F7HEnsAIDkY7Qa4ExN7gGLhfNhbyyHHV290kNIHevOo78b/Oanvt/ZVSex5zog9u1TwvD3EHgBIJpIP4EJM7AGKkfPwc9mgxtWPPcgc72b8+O6V/PCTH3vMyT1UewAg+RjtBrgKE3uAEhJj2Js15k37qMtvK2dv8pjhR75lz7y+UZP/HTO67STzkAZ+syCkznu0cd0zqxF7ACCZSD6AezCxByhRDsPPru27P+31+8o/Nhnn+TFv5zGPXa3P2yNJpnnvYw9vSrUHAJKN0W6ASzCxByhpMYa9WWPe9LC3y4edWP24g5Uyj/WmAjN/jNwksacXsQcAUoPkA7jBgAEDmNgDJIHD8CNaDDyh2rEHefQpe5S+lTq/93H1zqlB7AGAlMhRADIZE3uAJJNM4jcHrelfJbSEpJRAfNnf82u5yXk7qx5atoHfPG/PhY82rnN61RyTTj7EHgBIJmo+QAZbuHDhSSedZI89tWrV+u6774g9QIkKqfzo4o9V+dHBpnTp0t4cz7urnl62c75HeRreUrneWTXkSqvgoxF7ACBpqPkAmWrq1Klt27a1j3Br2rTpu+++ywg3IAliV36sgXD7/HvfXf1MldK1Xz1ljJGFzJyjqz2C2AMAyUTNB8hITOwBUi688hNS9pFgIwtI+Fmxe5F9CpA9+RB7ACBpqPkAGYaJPUD6CKn8CKuGk5eXp5OPZmUhO2IPACQTyQfIJJyxB0g39vCjL6tgIciefHQtSF9p/ST2AEAyMdoNyBicsQdIT/b0Yj/UtT3PMLcHAFKO5ANkhv79+19yySVM7AHSU8SjvdkjjXXwN6o9AJAqjHYD0h0Te4CMYB/qZl1j/6s1+C3iAgCAkkbyAdIaE3uADKKTTMgxD7SIJzxVAIAkYrQbkL6Y2ANkImskW4y/EnsAIPlIPkCaYmIPkNFC4g2BBwBSjtFuQNphYg8AAECxI/kA6YWJPQAAACWB0W5AGmFiDwAAQAkh+QDpol+/fkzsAQAAKCGMdgNSj4k9AAAAJY3kA6QYE3sAAACSgNFuQCoxsQcAACA5SD5AyjCxBwAAIGkY7QakABN7AAAAkozkAyQbE3sAAACSj9FuQFIxsQcAACAlSD5A8jz66KNM7AEAAEgJRrsBycDEHgAAgNQi+QAljok9AAAAKcdoN6BkMbEHAAAgHZB8gBLExB4AAIA0wWg3oERI2vnf//7HxB4AAIA0QfIBit/8+fNbtGixcOFC6xom9gAAAKQWo92AYiZ1Hkk49tjDxB4AAICUI/kAxcbv9/ft27dly5bbt2+3rmRiDwAAQDpgtBtQPLZs2dK2bdupU6da1zCxBwAAIH2QfIBiwMQeAACANMdoN6ComNgDAACQ/kg+QOExsQcAACBTMNoNKCQm9gAAAGQQkg9QGEzsAQAAyCyMdgMSxsQeAACAjEPyARLg9/v79OnDxB4AAICMw2g3wCkm9gAAAGQukg/gCBN7AAAAMhqj3YD4mNgDAACQ6Ug+QCx+v793795M7AEAAMh0jHYDomJiDwAAgGuQfIDImNgDAADgJox2AyJgYg8AAIDLePx+vwLS2MaNGxcvXqxK2BFHHFG+fHkVPGPPgAED7B+NTp06Pf744zk51EiBrLNv374//vhDFYrcNjc3V18uXbq0x+NRhXLCCScU+rYAAAs9OaQ7v0klBRN7AIQoShPkM9lXpQAAqUPyAQKY2AMAAOBizPMBDD/88AMTewAAAFyM5AMYevbsGXLGnm+++YYz9gAAALgGo92AApjYAwAA4EokHyAfE3sAAADcitFuQMCZZ57566+/EnsAAABcieQDGE499dQvvviiSpUqCgAAAG7EmUyR7jZs2LB48eKPP/74ww8/lF+vvfbac845J+KS+/btu/vuu+VChw4dmjZtqhJRv379gw46SAFAQXv27GnduvXKlSu9Xm+3bt0OPfTQaEuuXr26f//+e/fulWVkSVleFZMTTzyRM5kCQNFR80GGeffddyULqeJWjH0UAG4ikePGG2+UJiIvL2/s2LGyhyXiYrIb8eWXX5bYU6pUqVtvvZUmBQDSEE0zMszu3bvHjx+vACBZDjvssIsuukgurFixYurUqRGX+fzzz5csWSIXrrrqKsbNAkB6Ivkg88ybN2/69OkKAJLlsssuq169ulz4+OOPV61aFfLX1atXf/DBB3KhQYMGzZs3VwCAtETyQSY58MAD69evLxfefvvtkhjzBgAR5eTk6DFvubm548aNs0+Rtca5lS1b9uabb1YAgHTF+XyQYaTz0bdvXz3m7YEHHnB4qxUrVrz33nsrV67cvHnzQQcdVLt27UaNGp155plMGgbg0GGHHXbBBRdMnTp18eLFX375pVXbmTZtmh7n1q5du4MPPth+k9mzZ//888/Lli3buHFjzZo169Spc95551WqVClkzYsWLZLVSgMlO3SkgapRo4Ys2bRpU9nXowAAxYfkgwwjnYZWrVq988478+bN+/77788444y4N5F+idSI8vLy9K/rTL/99tv06dM7duyoR7AAQFwtW7acOXPm2rVrZU/KscceW7lyZckq77//vvzpmGOOsTdHUhp69913v/jiC+uaRSZpdqQFkwRlXS/RSIpIsrz+VTdQf/zxx+eff965c2dJQQoAUExIPsg8559//owZM2Qn68SJExs2bBj7aNT//PPPW2+9JRfq1at31VVXSbVn+/btf/75p9xW1vDcc8/16tUrJ4cPAoD4pK246aabhg4dunfvXmlYOnXq9Oabb8rlcuXKSTnavqTsnZF9LocccsiFF1549NFHV6hQYc2aNd9+++3XX38tf5LIdPzxxyvzkC1vvPGGxJ6TTz5ZqtBSVpIGauHChbLMtm3b5Oe9996rAADFhHk+yDwej0c6Hz6fb+fOna+++mqMJaVXMXbsWGXGngcffLB+/fplypSRvsjZZ5+tR8qtWrUq2pGaACDc4Ycfris2s2fP/uyzz37//Xe5fMMNN9hHpv33339ffvmlxCFpdpo1a1atWjVpeWS3S/v27Tt06CALvP7669J8KbMQJBe8Xq8EJ6ka7b///lWqVDn99NNlSbn55s2b9+zZowAAxYTkg4xUtWrVVq1aKbPz8eOPP0ZbTP66fv16ZY6/DynsSBY67bTT5ML333+vAMCxK664Qoo2yizsyM9TTz31hBNOsC/w3Xff+f3+xo0b68XsmjRpIjlny5Yt0jrJr/vtt5/8zMvLmzlzpn0xKQE98cQTUpEuXbq0AgAU5S7eMgAAEABJREFUEwb5IFOdf/750lewxryVL18+fBkde0qVKnXYYYeF/7VBgwY//fTTunXrop2aEADCyW6Um2++eciQIXL5oIMOkvpMyAL//vuv/PzRFG0lmzZtkp+HHnpopUqVpBV66aWXPvzwQ6lLyzXyUwpEHH8FAIodNR9kKp/Pp8e8bd++/fXXX4+4zMaNG+VntLMKWrtj9WIA4FDdunX1Ydxkt4uu29gtX7487ho2b96szLG7t99+uz7a29q1a3/44Ye33npr4MCBvXv3njVrlgIAFCtqPshgVatWvfzyyydNmvTbb7/98ssvIQNOhNdrZHv7mTciYt8qgGKkJ+e0adPGfgy3aKTI069fv7/++uuPP/5YsGDBihUr5Mo1a9aMHj36uOOOu/XWWxnwBgDFheSDzHbhhRf++uuvsod1woQJRx55ZMhfJRopc09qxNta11eoUEEBQDGpUaPGsmXL/vvvP4fLS+36WJMya0HSps2YMWPhwoWShb777rtmzZopAEBxYLQbMpv0GPSJ1bdv3/7mm2+G/FWPc9u7d6/sTw2/rVSK5Ge1atVkJQoAione5zJ79uzdu3eH/Eni0D333NOzZ0/dKC1evFiq1h9++KG1wEEHHdS8efOHH35Yr2Tp0qUKAFBMSD7IeDVr1rzsssvkguwoDflT/fr19QB66ViEHMZg/vz5f/75p1xo3LixAoDic+qpp8rPbdu2hRw0Py8vb+LEiXv27NmyZUu9evXkmgULFnz66adffPGF7LuxL+nxePTJlyMeuwUAUDgkH7jBRRddVLt27fDrS5UqdfXVVytzx+rIkSOlkyG7YDds2DB9+vSnn35arj/wwANl96oCgOJz3HHHHXPMMXLh448/njBhwooVK6Tl+eeff5599tl58+bJ9S1atChTpoxcOOGEEyTk7Nq1a8yYMdb42x07dsit9K86RAEAigXzfOAGOTk5N95444ABA/ReUrvjjz/+qquukprPokWLhg8fbv9ThQoV7rrrLn2AJgAoRtddd9348eMl53xlsv/pnHPOkZ01+rIUpW+44YZx48bNnTu3Z8+eISs599xzI+7TAQAUDskHLlGzZs1LLrlE9rCG/0k6GSeffPIXX3yxbNmy5cuXy67WGjVqNGzY8Iwzzth///0VABS3Qw455IEHHvj5559nz569cuVKKftIhblq1aoXX3zx0UcfbV/y9NNPl3gjDdSSJUs2bty4c+dOr9crDdRZZ53FWFwAKF6euAf8BVJrw4YNixcvViWsQYMGjKcHEG7v3r1//PGHSqkTTzyRg+8DQNFR8wEAAADgfiQfAAAAAO5H8gEAAADgfiQfAAAAAO5H8gEAAADgfiQfAAAAAO5H8gEAAADgfiQfAAAAAO5H8gEAAADgfiQfAAAAAO5H8kG6K1u2bKVKlRwuPHfu3OnTp+vL5513Xr169RzesEyZMgoAwvh8PudNUAhpjqRR0pfbtGlzyCGHKABA6nj8fr8C3GLEiBGdO3fWlydPntyiRQsFAClyxx13PP/88/ry7NmzGzVqpAAAqUPNB66ybds263K5cuUUAAAAYCL5wFXy8vKsy9QzAQAAYCH5AAAAAHA/kg8AAAAA9yP5AAAAAHA/kg8AAAAA9yP5AAAAAHA/kg8AAAAA9yP5AAAAAHA/kg8AAAAA9yP5AAAAAHA/kg8AAAAA9yP5AAAAAHA/kg8AAAAA9yP5AAAAAHA/kg8AAAAA9yP5AAAAAHA/kg8AAAAA9yP5IMN8/vnn3377bbS/fv3119blV155Zfr06dGW7NChQ/369RUAFMHkyZNnzJgR7a/2Pz377LNVqlSJtmSnTp0qVaqkAAAlyeP3+xWQOZYvX96wYcOtW7eqIjj55JN//PFHn8+nAKAI5s+f37hx4927d6siuOiii6ZMmaIAACXM17dvXwVkjoMOOqhcuXJTp05VhSWBZ9KkSbVq1VIAUDRSqNm2bdt3332nCqtMmTIffPABBR8ASAKvAjLNPffcI0UbVVidOnUqys0BwK5Hjx61a9dWhdW1a9cjjzxSAQBKHqPdkJFmzJhxyimnqMTJjtVFixaVL19eAUAxkTLylVdeqRInmef333+Xso8CAJQ8aj7ISFK0ueGGG1Tihg8fTuwBULyuuOKKVq1aqcQ98cQTxB4ASBpqPshU69atO/roo+Wn85s0a9Zs2rRpCgCK2/Lly4844oiEDnUgYUmKRQoAkCzUfJCpKlWqJAUc58vLjtXRo0crACgBtWvX7tq1q/Plpfj81FNPKQBAEpF8kME6duzo/FgFTCMGUKK6devmvJHp169fUY6LAAAoBEa7IbPNmDGjSZMmubm5sReTHsY///zDeHoAJerLL79s3rx53MU4pRgApAQ1H2Q26UB06tQp7mKjRo0i9gAoac2aNXNy8JXRo0cTewAg+aj5IONt3bq1YcOGy5cvj7YA04gBJM26desOP/xwaZeiLSDRaNy4cQoAkHTUfJDxypcvP2zYsBh/ZRoxgKSpVKlSv379Yvx1xIgRCgCQCiQfuME111zTrFmziH/q3r0704gBJNM999wT7eArw4cPl/CjAACpwGg3uMT8+fMbN24ccjINzo8OICUiHnyFU4oBQGpR84FLSMgJP5nG6NGjiT0Akk9qPrfccov9Gp/PxynFACC1qPnAPaTgI2UfKf7oX5lGDCCF1q1bd/TRR8tP/et99933xBNPKABA6pB84CpTpky55JJLlHlgg0WLFjGeHkAKyc6XG2+8UZmnFJszZ460SwoAkDqMdoOrXHzxxa1atVLm+dGJPQBSq2PHjvrgK6NGjSL2AEDKUfOB2yxfvvyGG2747LPPOFEggJSbP39+ly5dPvjgAwUASDWST2RsFiCFPB6Pgom2CEgTtEuAC5B8CrBvjRhbho0GFFG0PoT9+mzuZzhpi2iIgOJFuwS4Hsknn7Up9AX7TwAlzepP6Ashv2YV2iIgfdhbpGxulwB3IPkE2LsaWshlRc8DKAH2noQWclllWScjJO2ENEf2ZQCUENolwK1yFCLFnry8PH9Bit4GUNzCuxfC6/WGL5AlQgJPSIukqP8AJY92CXAxkk8+ew9jx6685Wtz8/NPnvQz/CqYj8JvG9YK+qNcb1/eH/jhCV2lJ2w9Mdfmj3x9cM2esPVEWVsaPObgCoyvFX8xPObQ+yr4yBN9zLH+WnKP2bpR/qtZYD0x1+bgNfX7Y76aBdYT+74Sfcx6VboPoXsV8lN+9R1R02sKLOMxStNZGIF0c7Ruc976Lbm6FZI2yGiL8t9mxfN+8+iXKs47ocCHp5Dv3vwVFNO7N1KLVDzvXuumHuUJrD+jWqTEPt1xX1l5zAVXVLRHHvvDnGi7VLxtqbK1S/bYk1OvhifHZ0Wg7GyXABcg+QRY/Qztuz/3XdZrtwp+uUoL5zG7Bh7djOb/WuCyuZhf6V/9/sBt9fUeFXqNsaTfG31tju9XFlPO7tdaMh3v11gg5v16Q9dWTM/X77fu0dn9xn5NlbP7Lbi2Yr1fZ69aet2vtWb5f7/Nk1TpUioYhFTWCCn46LbosXd2P/buPlXgfRV853sSb4tCX+WQz4vfQaulIrw3orUk+e+NkA94xM+gw09rod/Jkbebxx/8U7ztFrY1omw3++PxJNoyqIItsNPtFvf9oEpgu0V5bwSu90Z4P8T8loz0Ktu3W8z3Q8GtkcCSeuNE3W5Wu1Tun3G+WpWlUbIqrsQeIBNxJtPIQ91yc3OtK3XbJk2c/u4wdkUFdl1au3z0fsfAt4TZdBo30LsLzdsG5lP5gw1rcEmzyQ20nnpt5lJ6Z5LT+1Vh9+uPcr8q3v2q4rhff8T7VfHuVwXvV4Xer9L363dwvyrx+9VXm7cNvV8V+X4DNzAfc/DeA/erwu7X2ikYcr/BtUW93wivmu01jXW/BV+p/Pv1FMP9qvz79RT6fv3h96v7d3ot8unTnX77WNPsYY895qYIPn37O1+pYCsR+u7y6DYtvC3Kfxns7+rAlg9ttfzxX3FryVgtiVnn8avgXUVqSfzKb+9AevLfGyrqO0o5eSdHajEKbjf9CVXBdap42y2/ZY693fKfV4yWwWELHH27+QtsN/OxqYLvh/xbqSJuN3/k7eaPst1sy3gKfKNF+5a0t/bK/t4Ib2FUhBZV2VvykG+ukCU9YUsm0C7ppinbWiTAZUg+Adbe1mBvI09f7/EEmkLdhutGU3c9bV18qx01rw3+4wl2wXXXQTfxZpts/VVfDnQM9L0EuybKfr8qgfvV95V/vyrsflXU+1XB+1XR7ldFu19l3a8n4v0qx/erQu9XOb9fFXq//qLcb/53Y8j9Kof36w8GpELcr769/d2S3w11fL8e+/36i+F+Vf79+iPcryf8fkM/O4GtGn6/Vi9O9zBCYk+W9DbsZR/dFsm/gb9FeQcGLgc7vnoDh7Qwga0d+vLb11ngFQ8G4FiveNSWxJP/Dg92x4PrjNSCBdYZaTtEfEdZz9HBJ9cTe7v5C64zvGX2qNDtZgaDmNvNH7bdHLZIHnvLEPzUxNhuVqZUtlWq+NtNFaLFK9DSBt8b0bebfgyh280fZ7vZtlXYeyN/nSpCi6pCt1vwmvAlbVsj5DsuSrtksfbI2MMPKQjIOIx2M4T0NjTrTyfUz2lcz2c2hIF9n578L/78/ZoFr/FbXzBh13sKXBNrDc6XVMGOY8w1FGLJkryvYC9bDwgJbO9Y1we3vP5G0utU+dersHtP6FFFWYP+siywznhLxl+nwdF9FcOSwesLPP5k3VdgGU/cJfdO/SVv1QZ9vfQwPOZnUA8s8efXzbKCFfmsXpYK9Cf9F59aumoFT8xPaNg1zlutuEuGvKbhS0Z79QuxZJHfUcXxifAU7ROdcItkriRwvQr21lWw9VMh6yxM610S3z7Oloz8Ojp/Hyby3ii+d9G+b/7IXbzSvFrpPRFWo5Rt7RLgGiSfgLDeRp4uiEnTdvnppR+9cX8FoMRsOvdB/6qNuvNnH+qm/5oNnQz7zuOwmo9Xx/1u/9uv6bGlFICk2NKuf97iVbpdsu+R0X8l/ACZiNFuBdjDj3WNomUDSpo1u6Bg8snCwSQhJej8DUBTBCRZwXbJapGys2kC3IHkk89fkL4yfCw1gOIXHGqibD0Mq5Ohsoa9X2XVoQN/83hoioCksjU+2bw7BnATkk8EIcNs2NEKlDhbt57uhSoQfoxfA3M/ACRV/tc/BR/AHUg+AeG7WvX11HyAZAhMKNcX+cgZgg2RPgqZYhcMkHT57ZIi8wCuQPLJF7FFo+YDJINtPL2KtA8iq/gLHO3AukRTBCRXwXYJgAtwbLcI7N0Oaj5AMtjm+bBXtaD886uwXYCkKtgW0TQBLkDNJw5qPkAy0K2PyqOC5/NRAJKKr3/AbUg+cVDzAZLBX2A8PWwC83w4cQiQdLRLgNuQfOKg5gMkA+Ppowo2QDRFQJLRLgGuwzyfOKj5AMlgm9TgFRUAABAASURBVOeDgpjnA6QIQ0wB16HmEwc1HyAZ6NZHFZjnQycMSDq+/gG3IfnEQc0HSAbm+UTF+XyAVKFdAtyG5BMHNR8gGRhPHxXzfIAUoV0CXId5PnFQ8wGSgXk+UTHPB0gRhpgCrkPNJw5qPkAy0K2PivP5AKnC1z/gNiSfOKj5AMnAPJ+oOJ8PkCq0S4DbkHzioOYDJAPj6aNing+QIrRLgOswzycOaj5AMjDPJyrm+QApwhBTwHWo+cRBzQdIBrr1UXE+HyBV+PoH3IbkEwc1HyAZmOcTFefzAVKFdglwG5JPHNR8gGRgPH1UzPMBUoR2CXAd5vnEQc0HSAbm+UTFPB8gRRhiCrgONZ84qPkAyUC3PirO5wOkCl//gNuQfOKg5gMkA/N8ouJ8PkCq0C4BbkPyiYOaD5AMjKePink+QIrQLgGuwzyfOKj5AMnAPJ+omOcDpAhDTAHXoeYTBzUfIBno1kfF+XyAVOHrH3Abkk8c1HyAZGCeT1SczwdIFdolwG1IPnFQ8wGSgfH0UTHPB0gR2iXAdUg+cZRozee333472dStW7cYi918882yTM+ePVXak6A4efLkJUuWWNfMmDFDP8ctW7aolFq8eLE8jIceekilsXTegCWLeT5RJWOez9ixY0+OpFmzZm3atLnjjjsef/zxhQsXOlxb0d+0O3fufPnll5VbPPfcc7I12rdvb10zatQouaZDhw5xb7t161a9MWWrqowV3rI5p78BR4wYoZKPIaaA65B84khOzeezzz775ptvVIbbsWNHu3bt+vbtm5599K+++kp+nn766SpdpfkGLFnM84kqlefzkW639Falz/3666/Lm/Odd95RJW/u3LmXX375mDFjFFwhk1s2dsgAbsOx3eJI2jyf/v37v/fee+XLl1cZS77eFi1aFHLlAQcccOKJJ8qFnJwUv9l++OEH+dm0aVOVrtJ8A5aswDwf4k+4pJ7PR2oRpUuXtn7dtGnT2rVrf/31V73jQPa7y76DmjVrxl5JEd+0S5culfstVaqUcovq1avLBqlVq5bKShFbtgxBuwS4DcknjqTN89m4cePQoUMHDBig3OWoo4564YUXVKrJrus//vjjiCOOqFq1qsooabIBS5w5np79q5EkdZ7PSSedVKZMmZAr27dv/8knn/Tu3Xvfvn1vv/32/fffH3sl2fKmdayVSSHj0C4BrsNotzhKtObjCe7FPf/88+XnlClTXDDmLT1999130mlL56Fu2Y55PlGlxfl8Lr300vr168uFn376SQFZgnk+gOtQ84kjOTWfW265ZeHChYsXL05ozNvmzZtHjRr1+++/r1mzpnTp0rKf9fjjj7/22mv3228/5cysWbOmTZu2aNGiJUuWyNoOP/zwevXqNW3atFmzZuELz5kz5+OPP5a7k8e5//77165dWzpDLVu21GNjOnbs+Oeff+olb7rpJvn5v//974EHHpgxY8Ydd9whv8odHXjggdbacnNzx40b9/nnn69du3bXrl1HHnnk0UcfLbuWQwbS3HzzzXKPgwcPltDy3HPP/fXXXwsWLKhRo8axxx7bunVrecrKGT3U7YwzznCysDxUeWBz585duXJlpUqV6tat26ZNm3POOSdkMdlusv1la8hTqFy5coMGDc4880zZs+uxDUv68ccfO3XqJBt24sSJX375pYRbWe22bdsaNWp06qmnXn311db+decb0Pk6lbm3/p9//pE3mF6JZceOHWeffbZceOKJJ8466yz7n5YvX/7aa6/NmzdP3pPycsjrcvnll0spQJUos1tP+IkkXc7nU6dOHfn0rVu3Tv/67bffSvFHPoPyQX7qqaemTp0qDZd8kPv06SOf2ZA37TPPPDN27Fj5HD3yyCOvvPLKL7/8Im+wsmXLygdZPlkXX3yxXufu3bvlQ6Qv79279+STT5YLI0eODP/0afqzcNhhh7377rtSjJKPgzRT5cqVk8+CvOcjtg/Om83Zs2ePHz9ePuarVq2SdkDaxoYNG1511VWHHHJIootJ2/Xiiy9KzXnChAkh9yIt4RtvvCEbUx65bGHZIJdddpmsQTlQ6I+q7AZq0qSJMl8gKYZPnjxZmtaNGzfK/bZt27Z58+bKHHMoL5msfNmyZdLkXnHFFeHHY5BmR24rDZd8g8jyBx98sMRjeRjSClWoUEEvE61ls1bisL3VD1vebPLmkYUrVqwoTe4ll1xy7rnnqhJEmwS4DcknjuTM88nJyZHMc/3118t3j3zN9+3bN+5Nfvvtt4cffli+xfWv0pH90SS94R49ekTrKNhJnJDugv2aOaYPP/xQIk2/fv3sf5KvQOm7WL/u2bNHHqp8Zb7zzjvyjX7AAQdIj0e2lXQC5K9yWaJRjEHt0nm6++677YeK+t0ka7v11lsl7YQsv2XLlttuu+3vv//Wvy4wvf/++9KLkq9YFY/E159//lkeZOPGjWMvKR0v2Xp6SoO2yiTBSboj9tflrbfeeuyxx6TXon/9zyQdL3lUsph8eYesedKkSfahjN+b5MqXXnrpoIMOUuZGc74BHa6zEOTVHzZsmGRR/etCk3Ru5C3RvXt36aqqEsI8n6iSOs8nhn///Vd+hk/ykQ+CNDvK/Fz7fL4Y83PkkyifDtmBYl0jH67PPvtMPnFDhgyRX71e74knnrhhwwZ9EDA9WUj60yqmvLw8aa/krSvvT9kjIHngK5M0Jrfffrt9SefNpuxQkIcqXW396wrT9OnTX3/9dfl8yb0ktFg0khzkEcoeKP3rPJNEOFmnNDixb1ssH1V5LeQbx/p1humee+6RRCFNtLw6+np5OWQXibT58idrYWmE77zzTrnSumbnzp2SXuTpS8AbPXq0Tp4xWjbn7a0yp5zdddddM2fO1L/Kaycv9BdffNG7d2/ZAadKCu0S4DaMdoujRGs+1sGa5IJ8SVx33XVyWb664o4nkW/ubt26yU/ZrSjdDtnbKl8ATz75ZNWqVaXT0LVrV/lKiL2G//u//9OxR/YRSqSRm8tXuKzqhBNOkCs/+eSTX3/91VpYHo+OPbI/b8yYMfJFJf3+hx56SL5c5ctPH2xUHs/w4cP18hJIXnjhhRiZRPYKy5e05L3OnTt/8MEHsr9TdgPL/l3pQMj3pWyBkOXlu1n2O953332ysDw2uWu9g1a+jK0v/hjmz58vZRnZFRp3zrSkOP01fP755+sdsRL5ZH+wMl+Xjz76SC8mPRV5shJ7jjvuOOnfyGLyV+ltyC5kiY7ypKyekCZdRokosmtZNss333zz7LPP6gMtSH9CtqReJqEN6HCdiZLkphOv7KaVV0Sel1Qg5enIbnvZ7E8//bQqOZw3I6q0OJ+PhGrplCuzEbBfL4FfYoN8uKQgIO9GPXA3GvkESVdbqgcSDHTa0dlAdvnrBkc+ofJ+lnKNdVnE3WEhzZ3EACkLyzrlfStv4wcffFBClDRW9pTlvNmUHrw8NvkUX3DBBfK2l6KE7FCQjrhksK1bt0qzk9BiMcinWBoTKRDJTh/5uD3//PNSv5LrBw0apHNmNMX1UZWnL5UoeRayKaR8pKOmPAzJGBJXZCvJk5K2Rdeg5FWzspCkTQktEnuk9tKrV68333xTHoO0mbKLSr4X7E8/RsvmsL3V5BtKClPyLSD3JU9/4MCBVapUkesff/zxkPa2ONEuAa5DzSeOpB3bTdxxxx3y9SNfePLdKbEkxqA1KRDJ7tVy5crJV1HlypX1lWeeeaZ8ebRt23b9+vXyrfDcc8/FuC/51pefknMkhFhXnn322RI/ZG/f9u3bZc+fNWriqaeeUuZYl3HjxuldiVI/qVevnnRN5CtTvoTkK9D5gZikX66jnXytWsPPjjnmGPl+vf/++6WDJV+Z8kjsQ+OkxGQflNW+ffvq1avLvlvZZSi9Melvxb5HPdQt7iQf2af46quvKnNKg1XyOtYkwUn2TEtclKAo3R35ppc/SYdMugj66FXVqlWT7ot0Cm+66SbJHrKhdO/NevzyBGVh2SMuv5566qmnnHKKBF158Nbu3kQV+zplY+oQ++ijj5533nn6ykNNTZo0adeunXQ4Lr744kaNGqmSwDyfqFI5z0c+FLIXXzqduqoj2f6aa66xLyB9XPm0ymfZydrkTWsf6ST9Xelqt2jRYu/evVKNKcqISnmXymOwDiUnvWepvcg7VloV+TjrAajOm00pUEg1Rj5ZchO9TmmOpFJRpkwZWUYP0JWW0OFisR9569atrfO5yRZ4+eWX5RrZ7KNGjZKSTsSbFONHVVpy2UR6ZJoUinv27CntmLxMEmgljOn6nrQt0trLZpSAIW2LHpooFXhdtJf9L9Ly6LU1MMnWlnZJoqzsG9KtU0QO21v7TeTrxvoWuOiii6R8JF8Z8g6cO3eu3EqVBOb5AK5DzSeOpB3bTZn7OPXgJWn3Y/QkZDeb3k92++23W9/fmnx13XnnncoctCD9leh3ZYQH2cd59913h1wvcUvvdJT+vb5Gkpje1yvBLORbXL575ItHYk9Cu9x0rUkKFCGzbmQfreyzlG9N+Ub8+uuv7X+SvZIhc1GsTpL0V1Q8em1xj2ctW1WeiPRg7CM6tBtvvLFLly76RISyY1JvW4leIQftlRKQ5EZlDkQJWYPsmrV3AuRp6sAmO5tVYRXvOiUfrl69ulKlSlZfyiJvCb3mkL2wxYnz+USV1PP5SBKwn8lUwonEaYkKEk4kM8hOmZCaj9DTQhyy7xEQUn7RQ0Ptg6YKQT6hITtf5Br5KW9pPckkoWZTz7SUjrsUo+xLSm1HVjJhwgTdEjpcLAbZpCGNsDwY+VwrsznasWNHxFsV40dV2itrQo4y45Pe4yavqX1YoxR29PeC1N71NXLvElek/bdij0UPcpO3q7xnYty1w/bWvtqQbwE9DUyZr7IqKeyQAdyGmk8cyaz5CNlL16FDh9dee23SpEmyK1SPPQsh+zL1BT0yIYT1ZSCJRQoj0e5Id2usX2XfpB5g/eOPPy5dulSZc0n1n6zJqeF3J1/8Ts5BHkL2JqooD7527dpVqlSRrzG9jP368LuWpJSXlye7P1VMskdQnoKT41n/9ddf+r5COkYquC9TX9Z9I9mte/TRR4evRCLZp59+Kq+R/lK3rpcuRciSevZC3McfQ/GuU0+jkp3i9jdGiBLsYTDPJ6oUz/ORNrBGjRryxu7UqVPI5H5NAr/DVUm3PvzwLXpOWlE+CMoMGyHXSGddPg6yG0XKFFIQSKjZlE62PGW5idRApAokWUKukdZYFzSsWzlcLAZZ0l7c1nSzL42b7HKK+GiL8aMqxZyQa6SQIokrvMmVkKbMw07oXyX5SK3G+qvkHNkJtWbNGnlsn3zyib5SFo6R/Ry2t5bwyC0rl0e7ffv2aBGxONAuAW5D8okjmTUfTXYBys4w+QLu1avXxIkTw8e8WSOtI55PsFq1avKlKw9bwkP43jg7+cJ+5ZVXFi1aJBesdYaTroPrfCFSAAAQAElEQVQyO/oROz2J2rx5s+7iSI8h4gLypMKTj3RiwpeUckeeScX03XffKQdD3VRwr7NswNiL6S5FeM9Asybvyia1H6JAOgohS+pyTVF25BfvOq0DSMRgHder+HHejKiSOs8n5Eym8tGTt3rsE5KGvw8TWlK/aeN+kGOQqkXEHrbs7JDmS39gE2o25fKwYcMeeeQR+fVfk558KJvivvvusw4m5nCxGCK2NtYeK932hivGj2q0MdXhATU8y8nmkj1006ZN27Jlizyk8ApP7IbIYXsb+6HqR1WC5VDaJcB1SD5xJLnmo4Jj3jp27Chf1dIL6dq1a8gC1gCniH0Fj0m+CaQkEuNeZsyYId/NOoTIN4rsWZRegvTUTzvttMcff3zOnDnWkrob5CmmHc6xH3z4YhF/TYjz41k7fKYOO2oh2z/2y1E4RVln+ABFfU3Tpk3lDaCSj3k+USV1nk/EM5nG5vzjWRKfghirtXeIE202pXrz3nvvSesxffp0qRrpOS3Lly9/+OGH5TMyePBgnbUcLhZNxE1nPUL7ODS7Yvyoxs60sd1///16v5KoW7eulKClYi+1GvkKc3J40kS/WUrozRMH83wA1yH5xJH8mo8yx7y1b99+woQJ77zzzkUXXRTy1zp16ugLUqsJ/2pcuXKl/uKMUaKRJyW7KiX2yKp69uzZuHFj+9dPyMgBPaRq165dsgMy/PCy8+bNk8dQuXJlh19LBxxwgOxFXr9+fbRpSLraUyz1JZXI8axV8JlGHCUiT3/JkiUSDuXJ6sVCqlIW64hM+rhDKadfl/De3tatW0Ou0c/LfqjxpOJ8PlGly/l80pa0JyGDSzXdyOiKcSGaTYklZ5n0XXz++edTp079448/JOR8+OGHbdu2TWixiKzja9tZA/OiFZZT/FE1ffbZZzr23Hrrre3atbN/Nfzf//2fkzU4bG9VitEmAW7DEQ7iSH7NR7v77rv1MIBevXqFjICXr0PdnbWfBsHyxRdf6AsxDuwzd+7cRYsWKXOn3fHHH2+PPTt37tSHdrX6ytaQrR9//DFkPbJwhw4dWrRoEf6nGPTXecQH/88//+gvwiOPPFIVh9mzZ69du/b00093cug5PQxGtkz4QJGffvpJnqk+6p3+wpYXJeKz/vLLL5XZzSrKztRipJ/4li1bQq6XTR1yje4aSq/LXvHT9u7d26pVK3mhx44dq0pIYJ4PwgXm+bB5Ygj/MEr20PFez/hPqNmUj8Czzz5rPzymxCfp37/44ot6or+eo+JwsRj+/PPPPXv2hFypj8gin9xowwhT/FE16cOFN2zY8Pbbbw/ZI7ZgwQJ9IXZh3GF7q1KMdglwG5JPHCmp+Shz7mb//v2VOTxdH1rNIrsYL7zwQrnw5ptvhnxnSFlGf+HJ93eM0/9ZUSr8m0nWqYdSWH+SAKa7DiGnPRVSklJmGefUU09VwdELKtJIKjv5VlZmv+Sbb76xXy/3qI9oJ5kh7nHYHPr+++/lpz5beVyy13a//faTV1w/Lzv93CVB7b///rI19CQl6fGEPNNff/1V7wd1cibZcA43YEL0Dm8pfFknXdXrf+2110KWPPfcc/XInKeeesq+sBg/frzUuCSUOimdFRLnzYgqLc7nk0z6gxDyJozt/ffft/8qjYk+Fn/dunX1AQMSajZ/++23l19++Y033gjZZSA7ifSj0qUhh4vFIDUfyU72a6RqpA8gLgEm2q1S/FE16S+R8NdINsWkSZP0ZetLJGLL5rC9ValFuwS4DsknjlTVfJR5hJ9o57KUWo188+mSi+wglC9L+QaVXv511123bds2WeCuu+6KseYGDRro3Z9PPvmkPle6WLp0qWQt62vYPubtwQcfVObX/IgRI+SrTr6rFi5c+Mwzz+i+hdyXrm/I15he7dSpU2fMmGEd/zTEFVdcoQ972qVLlwkTJsj39K5du2TnqKznl19+UeYhTWOcyyghek+ww+QjnZ7bbrtNmb0HPVNZdqBKQuvatatsW3mO+nzw8i2uN4jsr7311lt///13fWQ86Xvdd999yuzuhByP1SGHGzAhugMkq5IXV5/1VR7qQw89NGvWLPtEdv2w9RGH5a7lmcqzk/eAlIYef/xxvVdbeioRjzRVPJjnE1Uqz+eTEvpwZ9Jvlh6wvBudHPBamsHnn39emX1r2VUkn0Rpr5R5Gk1rGefNZvPmzaXll/e/3Nwa1yrLDB06VA9n1ee0cbhYbLIPom/fvtKMyHr0g5FHKLuTdGsTUYo/qqZjjjlGmaOdpcCl849seWk25fFbR9W3vkQitmwO29sUY4gp4DrM84kjVTUfTb6/p0+fHn7gtUqVKsmXqz4xn/Ri7X+S7mzPnj11ESYa2ZHWqVOnUaNGSdpp06aN7BbVp66TP1WuXPnII4/89ttvrdOZK/NLrkePHvK1+qbJvqrzzz/fGsgu31XydStfbO+amjVrZp262076CoMGDZIve/mSG2my/1Uyg/46LDrnx7O2tGvXTp64PPi+JvufZDvrwKbMfa733nvv6NGjZ8+effPNN9sXk/uSZ+T8aFd2DjdgQq699toffvhBIuVkk3W9vKByFyHlRFlY3myyC1ZykT6piEXeA4MHD1Ylh3k+USX1fD7pQJogfbRi/ZZ7+OGHQ06fGu7kk08eY7JfKftW7AHAebMpRd0+ffpIC/DTTz+F116kxdPHXHa4WAxSHJacEPLZ1AX/2FNcUvlRNd1www2ffvrpmjVrJGtJdKlTp87ixYv1vhV54rpsJQlHD5aO1rI5bG9TijYJcBuSTxwprPmo4FegFBbC/3TmmWdOmjRJaibyzTd//nzZu3b44Yefcsopl19+efhpXsJdf/31spjcXMKPfGMpc1iIfA3L3tCZM2dK8pE+vXyzWoccvfLKK2U/ouyelOLM3Llzy5UrV7t27datW+uhaxbpWEgekH6AfJ/FOEGH3PVLL7300Ucfyb69v//+W+7osMMOa9SokewiLcp53EM4P561pVSpUrL7Vp6UbFt9kvKKFSvWr1//zjvvDJl6JBvwggsueOONNyQ8yPaXnZr16tWT+2rZsmX4CTqcc7gBnZM+h0Tct99+W9Yp+5XLly8v/Ql5k5x99tnhwxel/yc7XK+66ip5+vK8ZAvIO7BmzZqyvFxZssdW4nw+UaX4fD7JJ+9SKeBIEyF1m02bNjmZ7CF9/SlTpnzzzTfScEn/W1ozKeBIDztkMefN5mWXXSYfeVlyzpw5q1evlkqOvP/POOMMaQnls5PoYtFIbWfgwIESHqTVlaKNFHMkQkhg09OEYkjlR9Ukrdyrr74qBR99+lf5UpA2UL4jrr76atnI8sLJ05k2bZp1UM2ILZvz9jZ1aJcAt/Fkz37EaPymXJPU66XgLu3yl7Nyrx1eRv+59/X7Pdox1aONAVfb1OyhvV/N0n37XYtfLr1fOenbScdIkpvP55OenD7usHIv3RTrU1TtM+0x9XtdPfepcZgKaay/efLgs46Nf6yO7PHjjz9K+VouSCe7KHscgIi2XDNg91tf6nZn9y9P5NSuUqZMmaxqlwD3oeYTR2prPkC2YJ5PVFk3zwdIF8zzAVyHIxzEkdp5PkC2oFsfFefzAVKFr3/AbUg+cVDzAZKBmk9U1vl82EJAkvH1D7gNyScOaj5AMlDziYqaD5AqfP0DbsM8nzio+QDJwLHdosq6Y7s516RJkxkzZiigpNAuAW5DzScOaj5AMnCu9KiCDRBNEZBktEuA61DziYOaD5AMzPOJimO7ASnCEFPAdaj5xEHNB0gGuvVRBeb5cO41IOn4+gfchuQTBzUfIBkC83wQjnk+QKrQLgFuQ/KJg5oPkAyMp4+KeT5AitAuAa7DPJ84qPkAycA8n6iY5wOkCENMAdeh5hMHNR8gGejWR8X5fIBU4esfcBuSTxzUfIBkYJ5PVIF5PmweIOlolwC3IfnEQc0HSAbG00fFPB8gRWiXANdhnk8c1HyAZGCeT1TM8wFShCGmgOtQ84mDmg+QDHTro+J8PkCq8PUPuA3JJw5qPkAyMM8nKs7nA6QK7RLgNiSfOKj5AMnAePqomOcDpAjtEuA6zPOJg5oPkAzM84mKeT5AijDEFHAdaj5xUPMBkoFufVSczwdIFb7+Abch+cRBzQdIBub5RMX5fIBUoV0C3IbkEwc1HyAZGE8fFfN8gBShXQJch3k+cVDzAZKBeT5RMc8HSBGGmAKuQ80nDmo+QDLQrY+K8/kAqcLXP+A2JJ84qPkAycA8n6g4nw+QKrRLgNuQfOKg5gMkA+Ppo2KeD5AitEuA6zDPJw5qPkAyMM8nKub5ACnCEFPAdaj5xEHNB0gGuvVRcT4fIFX4+gfchuQTgcc2oJ6aD5AMtnk+Hma0FMD5fIBUKTDPh6YJcAGST76IjRo1HyAZCo6n1x9Gj0lln4I7X4KtNE0RkGTM8wFch3k+AVZPy/6rvjBnce7EL3eH7XXNn5ZgH4gSZQHzr8bhmVRwTI8/4pJR1lbgrvOLUIGeUNQHFljYH2NVgWuMVXniPIvAZb+DB6b00wx9FqEPTNk7c9GfRYTHFroHvODaYr8WETZvhFVFXVvBhXUw9sfcYmFri/9aRFqgwLNwuHlVtDdJ/gJx373xnoWKsHk9UZ9FxDeJ/DVvzab8ZQp+GLNWMPjlz/OZ9tueFevyYm1SFaf1yH+xnLzNVALvDatlU1Hfk+ZfozcgCX9eCrzTYn7q439elPNPn9ki+R21hMXTIqkkttIq8jdX5McWu5VWib73Enonh32rRn+9Iqwt9FlHa5dyl61RANyF5BNKuhper9fjydO/Ss3n/W93vz99l8dsHHUD6jWbePNynr7sNa/3RL6cZ/RfjJ+Rlyy4No+xfMHrC3O/Rl/Syf3mGaV8R/drLRn/fgNrK9T9mvu3k3C/1pYM3m+EV8H5/cZ49Uvifs0lC3W/HvsjT/B+zfdSYe838nvYXMZ4UOaSwY5I1pZ67EKqXuZm8z86fkeEd2DBT1OstkiFbPlYr2NhX/HgJ1ol3tYl1CpGf15OP7nmkoHn6GBrBJZRfkfbzf7+L+x28/ijfmpC28xYn+soSxZ6u+V/s8TfbsHnGH+7RWg3Etpu8b+5Crs1bB9JiwKQsRjtVkB402a08P6QZVTwlIL+4F/NnUTmjCCjFVWBfop52a9vEPxryJLGPwXX5tfdv7D79YffryfG/fod3q/H8f16wu5XRbtff+j9WkuGry30fv2Ful+V8P0q636Dqwl/FaLdr99+v4G1hb4KJXq/nkLfr/Uj2v2q6Per4t2vinG/Kur9+m33qxczdz3kfwyzsJ+hn3JwOxjX6E0e+s6P9GmK1RaZa9JLeuK0Wo5e8Vif6ILvIvNZxWzrgutXEdrYkFbCehOr8OflqMWwPWZ9Z/G3RnC+h9PtpophuwWfV5ytkb9m50sWbrtZ3yzOtpvtOcbabpHbjUS3W/xvrvwllfVd42xruZWtMQAAEABJREFU6DV6TVnbKAGuQfLJp3ta3iB9pV/vEwp8GetrdKtndjLMbkHgO8psIwONq9lw+60vy0BjajbcBZb0BHs0Krg2fePw+/WE368//H6V/X79xX6/qsD9qhj3qwrcr7Vk8CutuO9X2e/XE/F+/RHuN9hR8Od/HdrvN9hJClub9fqq/I57cD35/9jv12+/X09S7tcT+X5V7PtVUe7X4+B+VZHvV6/F+gza90FkCesp66dv/syf5xP6zvdbPTDb1lYR2yIVfNWsMBOt1UrgFY/+ydLhKv8xq8DVwXXaWk7dnVW2fmvY84ryjvJEfUf5g5+gKNvNFmMKvOejbQ1/sI9sPa8S2m7K2m7B/rkn2jeOvf3UK42/3VT07eaP0fKEfaOpaN8sBbaGPSZF3G6ewBEdCz7HQm+3yN8gIZ+OwCuubGu2fzoitsN6A7NHBnAHRrsFeGykgWtQyzvg+rzc3H15eXl++c8vP3LNr41gm6pvFbh1wYHRVl9Xf7FY11s3yd9vGeG2Kn8ukMo/2lXwR+DLNRBZvRHWE/hmUbZW2e9xctf6QsGHXWAZf2DnmKfg9QmsP3jbwq3femrBm9uWCQxaiLf+/NuqCFtehd7curvgaxppi+k/+2M+a0/kLWPdXYxHbm3V8GftaKtGeWrBLrKydzpjr98TvG2g+2xezivCZ8HrCfTCdYfC5zPSTo78UyonC2NPfhpRBfbCXHJKbtWDjYYoNzfXaIBitUVhn5rAS1/gNSr4rra/dcPe1UoFaozBLq8KdMg9Kv+d6bXdu6/AeqK/81Xcd6ZeJkZz5OjmBa63bQGlwt7bquDNrc9d+GrzPzux79p850+dMuW332bqZW655ZbKlSuFPDwHz04VplWJuXFitCrOWgaH32KJvnaqKN9EOobpceq6XcqLdhf+iO8K26fPvLkvsPfBE2iXKpTP2j0ygJuQfAxWn8PqbdSq7L31krx9+1Rurj83N0+z+iV+2+7J2CuOchnIRn7bT/ms5ZoX5OPmN2KPL8/oX+SonByvzkC2PazZFoGs5COb5bSj/CfVl7bIb7ZFubohCuxxL0xDpGiLkundWf/N3PKVvty32UMNGtRVSDMh7ZK+IJ++XF109fk8OTnyn0/+k8uUfYAMR/IJCOlt2IOQ0ScL9jYcdzUAxGH1HqwPmiVkYInKmk6G3gujN4hckE1hXW81TbRFGcR6BUXp0qXLlCmjkN5C2iX9ucsxY499MDzhB8hQJJ98Vm9Dt3RWq2cOL8lLcCcrgPg8Bee06I+e9TM7exVWj0o3PvpKdsFkKJJPJrJ/Bi2+grVoBSAzkXzyd7LqX61jG8gF6Wfozoe9q0GfAygW9nqOJzCbv0BXI9uGuoVM9bF2LYu8wGxDYxYDbVEGsb5QRKlSpST8KKS3kHYpWqNE+AEyFMmnAHtvQ8ch+/ASBaAEeMJkYeyx2J+ytR2sXTCKwJNR7DUfkk9midEuKQAZi+RjsHKOfYS9HvZGbwMoafaB9eGXVTYNpg8pQdubJhVshWiLMoj9rauniyhkiGjtkmKSD5DJaIUDInY4FANLgJIXknBCehXZ2b2gLXKHkAqevQSENEe7BLgSySefx3Zsa/uV9mXocwDFJVrXIcYHMBvop2zfEWO/3kJblBFCko992g/SE+0S4G4knwKsPoeK0rTR3gHJkeWfNdoidyD5uAyfOyDTkXwiCG/a2L0KlCj6ExHRFgEpRLsEuA/JxxGaPwDpgLYos4QMkeLlA4DUIvkAAAAAcD+SDwAAAAD3I/kAAAAAcD+SDwAAAAD3I/kAAAAAcD+SDwAAAAD3I/kAAAAAcD+SDwAAAAD3I/kAAAAAcD+SDwAAAAD3I/kAAAAAcD+SDwAAAAD3I/kAAAAAcD+SDwAAAAD3I/kAAAAAcD+SDwAAAAD3I/kAAAAAcD+SDwAAAAD3I/kAAAAAcD+SDwAAAAD3I/kAAAAAcD+SDwAAAAD3I/kAAAAAcD+SDwAAAAD3I/kAAAAAcD+SDwAAAAD3I/kAAAAAcD+SDwAAAAD3I/kAAAAAcD+SDwAAAAD3I/kAAAAAcD+SDwAAAAD3I/kAAAAAcD+SDwAAAAD3I/kAAAAAcD+SDwAAAAD3I/kAAAAAcD+SDwAAAAD3I/kAAAAAcD+SDwAAAAD3I/kAAAAAcD+SDwAAAAD3I/kAAAAAcD+SDwAAAAD3I/kAAAAAcD+SDwAAAAD3I/kAAAAAcD+SDwAAAAD3I/kAAAAAcD+SDwAAAAD3I/kAAAAAcD+SDwAAAAD3I/kAAAAAcD+SDwAAhTR58uQZM2ZE+6v9T88++2yVKlWiLdmpU6dKlSopAEBJ8vj9fgUAABI3f/78xo0b7969WxXBRRddNGXKFAUAKGFeBQAACuXII4+8//77VRGUKVPmySefVACAkkfyAQCg8Hr06FG7dm1VWF27dpX4pAAAJY/RbgAAFMmkSZOuvPJKlTjJPL///ruUfRQAoORR8wEAoEiuuOKKVq1aqcQ98cQTxB4ASBpqPgAAFNXy5cuPOOKIhA51IGFJikUKAJAs1HwAACiq2rVrd+3a1fny5cuXf+qppxQAIIlIPgAAFINu3bo5P1ZBv379inJcBABAITDaDQCA4vHll182b9487mISkObMmePz+RQAIImo+QAAUDyaNWvWrl27uIuNHj2a2AMAyUfNBwCAYrN8+fKGDRtu3bo12gI33HDDuHHjFAAg6aj5AABQbGrXrt2vX79of61UqdKIESMUACAVSD4AABSne+655+STT474p+HDh0v4UQCAVGC0GwAAxWzGjBlNmjTJzc21Xylx6JdfflEAgBSh5gMAQDGTkHPLLbfYr/H5fKNHj1YAgNQh+QAAUPwGDBhgH9jWqVOnaEPgAADJwWg3AABKxLhx42688UZlHvZgzpw55cuXVwCA1KHmAwBAiejYsWOzZs3kwrBhw4g9AJBy1HwAACgp8+fP79Sp02effaYAAKlG8gHgHjRoAOCEx+NRQPbJUQCQ4UICD/kHAGKQ2GO1k0QgZBVqPgAym9WI6Qv2nwAAOyvneEwhVwKuR80HQAazxx4t5HLIYgCQbcLTjv4pDaO+Rl9QQBYg+QDIVOGxJy8vz19QyJIAkG3saUdHHa/XG1LzIfwgS5B8AGQ2e+bZvde/Yl1uMP/Iv3n2JRP6VjcXLpiX/HGXD31oCS4f9eaOHrnfXM5vXzh+3vPEWp3zhSOvweN0xdHW73e8ZJy7Sfil9ysnW09FXXPwxXC6fMQ1RF840uqdb70oy0e9baLd4fzPjrMdDgl9dopnA9qXsm3JYvrsRFhDgu9Af5TVRFw4/r0HltSZx4w9eeXK+KodoiOQ9VfCD7IByQdABrOXd3Jzc/9YmHvWA7v0XzxG/8FvfI/7/V7jot9rLu81vuDz5KfxV3MVehnjK9+fZ79VgZ/K/KvHts6Ca9PrD3T37bdSkdZpW1vBxxZYZ+CxRVhbyGNWtmcR/thsjzDCbaM837C16Udie775jznS8wpbm/JHu5eQrafXXOCxRX6+0V4L2yMM33pRn2/o2pw93/D3T3E839D3XuTrnb73nL2TIz82VfD5On4t7MuEbL34z7fwr0Veou+9iJ++WK9vUV7ZqO+WyM9XXx/1tUhw64U/X7nG2+Tosl8M07HH5/MpIGtwJlMAGck+gC0vSMKPvibQUQt+/fv9gR27gf2awYO76N3CfvMP+h8VKJr4gxc9gZ/K3hkquLbAOo0OSnCdHn9gj7NtnfrxhqzNU/Cx2Y65FL42v20Vtn3VHhUYx2J7vgXX5gne1v58zXsxr/cENln+XvKCa9Pb0/Z8VfD52temwrde4LEVfC3y79B4hPatZ74IquBjK/B8PcF1FuyYRni+kbae/fkW2Hp+ld9ZVBGer7I/X/vaorwWMZ5v8L2X/4RivxbB92TBtXmcvPf02vz21yLG8w1/LZy+9/y2917+2lSkrRf/+erHFuO9F/JaqNC1+Qu+9yJuvcAjLPhOtr338l/fWGvzJPJOtq3NX/CdHPH5qgJrK/jec7r1lG1toc/XfCWNXUW6PG4NElZAFiD5AMhgftsMH8263uxwBDrEyuqt6S6L1VFWVm8h2GW3upuBH1YIMTscge51sBtodT09gS5vcDWB7mB+h6nARXOdVmDw2B6btU6931dZa1NWF9N2A2U95kjPN9jJtrqhBZ9vYDso68lYa7OtM//5+gs83+Bj8+evLeLz9ds6f8Guqu21UIE1eGy3LPh8C26gSI8t+vMt+Fp4rFgSuvX0HdteC4/12EJfC3/c1yLq8w19zGGvhb+Qr0WU917o81X2d3iE957t+dp61Im892wPP/+1iPJ8PfHeeyr/+Ya8Fh7baxH7+YZtPRV16ykHW89T4LFF2Hoq9tYL7EaJ1NoUfLf4o7xbrN0lMbaeKvBaRPnkirxg8tGxRwFZg9FuADKV33YkN13wsWo+0l9oUMt7UgOjiQt0Gmy3s3eyld6lbLs+fJnw61UgZzi4rcfqk9iu192SxG+rrC5NEW4bvHmh7jdwdWHvt7C3jXO/gSE98e43sP78FRa8re2OQl4sq99b4LYFHlj4bVWw51kSty3w2Ap3vzFum9+Xjnm/wfU7vG2B+/VEfuLWypX91bE/AAe3jfakVKFag+K8bSKtQUncdveEL6x3nY49Xq9XN6HM8EGWIPkAyGwhZZ9gKdt/0Smln+x0gAIAmNa9Oc0akif7iXTsUcFWlIMcIBsw2g1ABgsp+1ij3fJ3vwIATPZ5PvZzACgga5B8AGQ2f0HWley3BAA7q56TR/JBtiL5AHCD0K9wDzUfACjAaiE9BdtM+0/A3Ug+AFyi4M5Laj4AUID9WJeKqIOsxBEOAGS8kD2XSh/yFQBg488/a5Cyjw1WQNag5gPAhfguB4AQ1i6h/OI4TSWyDMkHgBsxzwcACvIXOCkTkI1IPgBciXk+AFBAyDwfIAsxzweAC3E+HwAIYZ/nA2Qnaj4AXIjz+QBACOt8PuwYQtYi+QBwI+b5AEBB9vP5ANmJ5APAlaj5AEABzPMBmOcDwIU4nw8AhGCeD0DNB4ALcZIKAAgRfj4fINuQfAC4EfN8AKAgzucDkHwAuBLzfACgAOb5AMzzAeBCnM8HAEIwzweg5gPAhTifDwCE4Hw+AMkHgBsxzwcACuJ8PgDJB4ArUfMBgAKY5wMwzweAC3E+HwAIwTwfgJoPABfifD4AEILz+QAkHwBuxDwfACiI8/kAJB8ArsQ8HwAogHk+APN8ALgQ5/MBgBDM8wGo+QBwIc7nAwAhOJ8PQPIB4EbM8wGAgjifD0DyAeBK1HwAoADm+QDM8wHgQpzPBwBCMM8HIPkAcKEUns+nU6dOP/74Y8iV5cqVO+iggw4++OA6deq0bNny1FNPVUU2e/bsTZs2NW3aVKWT9HxULtahQ4d58+bdeOONd999t0onX3/99UMPPSQX5OOQk1OYzsbOnUU5YQEAABAASURBVDsnTJhw0003Wdc899xzL7744hFHHCHXq1Q4+eST5eewYcOaN2+uMpC5S8hoG6n5IGsx2g2AG6XZPB/pw61atUp6qFOmTLnrrruGDBmSl5enimDgwIHS2V2wYIFKJ+n5qJCJ5s6de/nll48ZM0ah+HA+H4CaDwBXSvE8H6ntdO3aVV+WApTEnqWmH374YdeuXe+8847X6+3SpYsqrJkzZ6r0k56PCplIPixSPCxVqpT9yurVq5944om1atVSKSL3Lj8rVKigMpMxz8cc8EbNB1mL5APAhVJ+Pp8DDjhAD4wJsXbt2l69es2YMWPixImNGze+6KKLFABnWplU6rzwwgsqkzHPB2C0GwAXStvz+VSuXPmxxx479NBD5fLo0aP37dunACApOJ8PQM0HgBul8fl89ttvv+uuu27gwIH//vvvzz//fMYZZ1h/kiD0xRdf/PLLL0tMck39+vUbNGgg+7nr1aunlxk1atQrr7yiLz9jOuqoo1577TXna9D27t378ssv//DDD//999/OnTtlmcMPP7xp06bnnHNO+GNevny53MW8efMWLlxYs2bNo48++vLLLz/ppJOsBWI/qnA333zz77//PmzYMHlUr7766p9//rls2TJ5ABdffPE111yTk5Oza9eu5557btasWX///XfFihWbNGny4IMPlitXzr4SJ09Wnp2uEvTr1+/SSy8NeRh6Fn7p0qVlPSErt8hzGTt2bJs2bR555BF5jnJ3sh3Kli177LHHyraSBxx+kx07dsi2lSc1f/58qf7J5jrzzDNbtmxp9Tvtvv322ylTpsg6V69eLY+/YcOG1157bY0aNcKXlIKhfsnkgmxeKSq2b99eOTNixIg333zzxBNPDK9a6GMkXH/99ffee6++Rr86AwYMkOcoz3327NnyBqhbt+4FF1wgr44895A1yI4G2YBSxpT1HHjggY0aNbrkkkuiPRJ5TadNm7Zo0SJ5yTZv3iwvurxY8sZr1qyZXmD37t2yufRleZfq2unIkSNla4cf4SDRV0ce6tSpU9999115J8vrLnXXq6666rTTTjv11FPz8vLefvtteZoqupAjHMg7UN6ZcuGzzz5bt27d66+/Lvcubzl5E8qa5XWsVKmSSifUfACSDwBXSuvz+Vx44YVDhw6VbpN01Kzks23btk6dOkl32b7kDJP083r06HHFFVfINRI8pP86Z84c6SBK/7hatWq6guR8DUJyxe233y4rsRb7wzRp0iTpRFozlLQPP/xQunpyE/3rQtPkyZMlSHTv3l33g2M8qhik+9u3b1/JCfrXeSbZJtLNffjhh61D5K1cufL999//559/xo0bZ902oc01c+bMTz75JDz5fPzxx/LzvPPOixZ7LNJllIeql9dWrVol/d2vvvpqyJAh9iXlIXXr1k0es/5169atcln6+rJt+/fvb5+jIm+AJ5980n6Ystmm995776677pJAYl+tbA3p3G/fvl3/+rtJ8oY+bFrETFVEEtuGDx8u4UQe82GHHSbbX66RZ/HUU0/Vrl3bWkzeGLK1JUPqX+XVlC3z+eefy5tcX2N/bIMHD5bUYb+XOSZ5j8mrI+lUrvF6vfKSbdiwQadZPbXm4IMPjvFQHb468lBlG3733XfWNbIBv/zySwnV+kEWejP+9ddfshHkPal/1a+OPNOnn35aMphKG8zzAUg+AFwozc/ns//++0s2kJqPRAjrSukkSadZuiZ33nnnKaecIju2ZS+y9ONlJ7d04yQMSFdS6kWtg5YuXXrllVfeeOONia5BlpRqjHQ3Zfe8LCk7p6UjO3fuXOnUSjx45513LrvsMtltr9cp/ULpj0q86dixo+znlj30a9askbLD888/LwvLGiSiyGIxHlUM8sBkzZITJP7l5ubKLnPZ6S4d0xtuuEHWI51U2W0vvUkpdEhVRJ6a9GWl7JDok5XylCQfKa9JZ/qQQw6x7n3Lli3ffPONXJBqTNyH+tFHH+3Zs0fS1NVXXy1pSnKIFE8kuUkX/9dff7XKX1KNueOOO6SHLdUGqTVJZUbqafI4n332WYk0EinHjx/v8/n0wk888YTUYeSdIPUWqTnIBSl8yasgG0H+JHnj3HPP1UvKW+X++++XpCTlEdlcslp5jvJKyc31AiVxGHepxUlVZMyYMSeccIL8Kq/7PffcI+/Y++67Tx6h9SwkHenYc/fdd8uzLl++vFR1pF70f//3fyGPTa7RsUdeEVlSnoWUdCQzyB399ttv8naSLSZbslSpUrJt5RXv2bOnvhz3oTp8dSQF6dgjD/Wiiy466KCDJJ8MGjRICmIhDzVRnTt3lreWhB95HSXoSllJnpTEVClJSZ1KpQ1qPgDzfAC4UArP5+OQHgazceNG/WteXp509ZQ50Oimm26S/cQSCaTvK505vSNcOtDSR4yxwoTWoMsp7dq1k55igwYNpOIhe9YfffTRI488UvrfViFFCji6Uyh/kgLLMcccI+uUYo7ccOzYsVJtkJ53SNUlIdKVl/VLXqpevbo8VOk+Vq1aVZnVBun1ymOrUqWKZC3pRkuwkeslvRTiyUoEkr/KTaROZb936WrLA5AXIuKxKEJIx/p///ufPCrZRAcccMD5558vPVp95DHptVuLPfbYYxJ7ZPvIY5Y8JjFAnoIkRomast2kovXGG2/oJRcsWPDWW2/JqiRDtm3btk6dOvIg5bXo0qWL3IsyyyNWhUeW0Q9VQuDxxx8vS8rykjmvuuoqVZIkqunYI+SJSD9enrLEM0ka+koJqB988IFckGAmcVdeR3lGZ511ln57hKxN8oD8lBX26dPntNNOk+Ahz+jss8+WwpfsC1BmyU4VipNXRza4fgPohyqVSblTidwSUeSRqKKROpW8NBLLZVWS6CQc6oGIEgLTqi2ydglR80HWIvkAcKM0nuejSf9MmWUH/atUPKTf9uCDD0rBJGRJyRv6gvTmY6wwoTVIj1x+yu7w9evXW4tJ/USqLtI7vOaaa/Q1UttZvXq1dE/PO++8kHUedthh0gVX5u52VVjST7WnDuk+yjXKjIUhMzSkMKXM6UYq8SdbpkwZvbYPP/zQvqR+5BKWHI5xuuWWW+y/yj5+PSfEiq+SeaQqJRekZhVyW8kq+jHonKAfjPSJpaglNYqQhVu0aCEVFXlpvv32W2Xmw6+++kouSH9dJwSLFOKs2kuxkyQp1T/7NfK66ElTX3zxhb5GPzC5XsKefUmJQCG3FRIGJEqFn3FVSnPydlLx3uGxxX11pP4jPyXYW29vrUKFCg5LlDHIu0iSof0aPUhPXjvrM54OOJ8PwGg3AK6U1vN8lDn9Q5mdcv2r7J+WHdX2BTZt2rRu3bolS5boEVnK7EXFWGFCazj33HOnT58+c+ZM6WRL9pC91Mcdd5zsjNeJyPL333/LT1lJjKqIRCNVWCEHXVBmJ1h+hs8R0vNw9u7dq39NdHNJf33SpEnyV6m6yJOVa+SyVJbkgsOyiezLD9k4+kplVsb0r9a8qfAJRZZVq1bpC3rbfmyKtvCaNWvk5z///KMjgY5/dlK4kJqYLKBKgKQyyaIhV8rdKVshRWoaykybISfeEVJOkW1uv+Zkk/WrBMVVJqlASu1IxXuHx+Dk1dGPWcqD4cUoq65VaOGnGLImJlkPIB0wzwcg+QBwoZSfzycu6abLzwMPPNB+5YwZM9566y3ZS71gwQJrtrTFybAZh2uQJCD9/okTJ0pf80eTMksubdq0ue2226xOm+6dO3kihaNzTrjwXmzEsozzzSX9XakqSPdaYoZOPu+8844y++Ihu+qjiXiQLl1vycvL07862VzS3d+xY4c8cZ27YtPbVucfZR4SPXwZCT8llHwinjBUby55FhLd5WVau3ZtjAcWfuWKFSteeeWVRYsWyQUrBBadk1dHR3Q9nNLJQy3iA7BqcdYDSAfM8wFIPgBcKG3P56NJZ/2///5TwT3o2vjx45966il9WbqS0lmXXpr015s0aeLw4MUJraFLly7XX3/9lClTfv31199//12649JFkyz0ySef9O3bV8+t1/vgmzZt+vjjj6sSEL733blEN9eVV175xBNPfPrpp/fff7+8PfQ0ofARWdGEVz/C6ZJU2bJl9Si12PSx8uTBhBzDLZyV+iLGPz1ssihyc3NVzPu1s/KkvhDjkGjh8VWS6n333adrIJL9TjzxRHnJJF+ddtpp8gazH2kwUU5enfCqlKXoR8Zz8gDSgfFMzReOmg+yFskHgBul9zwf67BXZ599tr4g+79Hjx6tzHFo9957r32414YNG5yssxBrqFatWkeTZB7JP19//fVHH30kxZNBgwZJ2pGd1nol9gPQpYlCPNkWLVo8/fTTmzZtkgKXJDq5IBHFOlJcsdAPQyLNypUrq1evHnvhevXqzZs3T6pVKp6KFSvqC1InsR+bTnNYOdGd+4j1Bz3wMlzENesrJbLqcqV+bNYhvO1CrpSkNGzYMIk9derU6dmzZ+PGje15wzqyecmpXbv24sWLIw7OlA2rsgM1H4AjHABwpfSt+ejTXCqzUnH66afrKz/77DPpjkvYkHpLyCwXayyTvdsavpfa+Rqka/7OO+/IYlakkT3Wp5xyysMPP/zII48oMzzoDqJ0UpXZLwzfHy/1jVatWkmcGDt2bIxHVUIS3VzKnMiuc+YXX3yh5+VffPHF1jyrYmGdBNNKtnbdu3e/8MIL9UHAlXmICGWexjR8Wr+8LmedddYVV1yhRyFKRtKP0zpnjmX79u0OSyW64hE+216uiZadfvnll/Ar9WOwJsbo40nMnDkzfM3W6Zi0uXPnLlq0SJllruOPP97+VpEtoI9dUaIDw/TgPXlS1mwxizU3zPU8wV1C1HyQtUg+AFwobc/nI70uqajoI6rdfvvt1mQAPQTI2CMbFh5effVVfcHeL9QdWfuMcOdrkNs+88wzkydP1kcZttMLSBDSU32koqJPVPrUU0+FjIkaP378f//9JwHJPu0+/FGVkEQ3l3b55Zcr89DYerK7/rUYSZjRSUDSoHVIMU1KahKHJFLqg9cpM3cp88AMsiXtS8rDHjlypKRTeZPobSsvgZTg5MJbb71lPxafeO+996wzzMamizNLliwJKcW88sor0W4imSpkMpI+UayyHRZCH2dCokvIevbs2RNyxlJron/46/Lmm2/q94z9T6VLl1bRR+IVgrXBZTPar9+8ebN1WiTXo+YDkHwAuFDKz6Gxbdu2GQV9//3348aNkx35eoZJs2bN9AGCtaOPPlqZPb8+ffpIV0xfKbe64447rH3n9hFBehKFrFOW0Xv9na9B4pY+SrU8Hsk/VndT8sDTTz+tzDF4+tgDhxxyiD5YsKxHctqff/4pa5CiyuOPP67PzyilCX303miPqoQkurm0M888s1KlSlLi+Pfff6tXrx5+qLSi69y5szJf/f/9739Sz5H8s27duokTJ+rrq1Sp0qZNG72khJkwD0z5AAAQAElEQVQmTZoo83Suw4YNk3qI5Ad5CR588EF92qJbb71VH9FOyPPKycmRZ9SxY0d5grpMJOt3cpZPTR+CXLaYPBJd5JHIJIFW3gM6Y0QkNUBdjZEnIm8VKdco87AQ1ijBww8/XCcKWc+TTz4pC8tHTx6nlLZCBtE1aNBAT4aRxSSA6SuXLl3av3//Z599Vv9qf8n0aDp5wJKg5JUNSZKFIKFUP9QnnnhCiq6S22UzSgnohhtusA6PkbSiZapwPh+AeT4A3CjV83ykbye91Wh/veyyy3r06GHvZp1p+u6777766ivp0davX1+6p7J/Wpkji6TbJyuU/rq1vPQ+Z86cOXv2bLmXAw44QG6V0BoeeOABue3ChQv7muyPTdKL7uBq1157raznnXfemTVrlnS77UtKV3Lw4MH2a8IflSoZiW4uTXresuWlj67MAx6oEnDsscd279591KhRa9assW9GZR7mWIJlhQoVrGt69uzZr18/yTkTTfaFJSBdf/311q916tTp1q3bwIEDpWLTqVMn63oJb5IQpk+fHu9xqYYNG0qIlZQ1b948+3EdWrRoIWuYMGFC+E1k5RJfQzaUPBJ5GPZrJOQsW7bsr7/+etWkr5RNfeedd+q5WNr+++8vj1y2jKQdeXZ169aVupA+zkflypWlFCavo3W+JmWe60lusn37dv0ek3sJOQ9PIcg2lHD1zTffPGuyHuqll176ySefqOgHG3QNv6Lmg2xHzQeAK6XjPJ+aNWtKzefNN9+UsBF+pKnhw4dL9+6oo46S7pd0T2U/tHSju3btKtUVXRywTh+pzPM2Ss9SFpb4JF03vdPa+RqkTzl+/Hj5k+SEatWq6UF3ckFW+/bbb9sPZywFAVnsjTfeaNu27XHHHVe2bFnpwUs3Wq6UCGEVJWI8qhKS0Oay6IlV8vCkx69KxlVXXfXee+9JSjz11FMlRsqmlsKIlIA++OAD+6H8lLnBpf8tQUJqEdLRl6pO1apVTznlFLlSnkjIaqVCKJUKPcFGlpSXQIoVzzzzTMi5TWOQOCopQso1Uu+SByZbSQKwvBWjHZdMCmuvvfZay5Yt9ZQkudPWrVuPGTPGOuKCJu+Hl156SVauB0ZKVa158+aS8cKPHiFZbsSIESeddJIss3jxYok9kn9kQ0nuknuRBSQzW5OO5BE+//zzUhrVAy8lAqkik2312GOPSSKVWqU8C9naF110kTx4K92FHGXefZjnA3hSPiYEAArBb8rLy8vNzd1rkl3IM+bvvexRo/slsafTlWVHdSrqAX/hMiNHjpR+tnT69bg+RHTzzTf//vvvUmOxjsfgbtOmTevSpctBBx0UMS27yVrPeXqXUN5J9fd+0LtMmTKlTBJrZfeHJ0gB7kXNB4ALpfn5fJASu3fv/uijj1QJHNsA6W/q1KlSW7v77rvDd/j+8MMP8lOqbcrtrFTDPm9kLeb5AHCj9D6fD5JpyZIlq1atkvLgG2+8sW3btvr16xfvaXyQERo2bLjO1KtXr/vvv79SpUpypfw6bty4999/XwUP/uZuHNsNIPkAcCVqPgiQ3q11VICcnJyePXtGm9kCF6tVq1bnzp2HDx8+xRTy144dO5577rnK7Yx5Pmb4YccQshbJB4ALpe35fJB80uU94IADpNpTsWJF2d/fqFEjhazUrl07efVff/31v//+e/Xq1T6fr3bt2ieccEKLFi2s8yy5GzUfgOQDwIU4dgss1apVK7nja7vSSy+9pFyqYcOGgwYNUtnK3CVktI20j8haVPwBuBHzfACgIH8w8lDzQdYi+QBwJeb5AEABnM8HYLQbABfyKGo+AFAA83wAaj4AXIjz+QBACM7nA5B8ALgR83wAoCDr0C/sGELWIvkAcCVqPgBQAPN8AOb5AHAhzucDACGY5wNQ8wHgQpzPBwBCWLuEaB+RtUg+ANyIeT4AUBDn8wFIPgBciXk+AFAA83wA5vkAcCHO5wMAIZjnA1DzAeBCnM8HAEJwPh+A5APAjZjnAwAFcT4fgOQDwJWo+QBAAczzAZjnA8CFOJ8PimLs2LHPPPNM+PXly5evWLFipUqVjjzyyJYtW9arV08BmYN5PgA1HwAuxPl8UBK2bt26ZMmSGTNmvP766+3atXvnnXcUkDk4nw9AzQeAGzHPB8Vh1KhRpUuXtn7dtGnT2rVrf/3116+++kp+HTFixOmnn16zZk0FZAK/ouaDbEfyAeBKzPNBMTjppJPKlCkTcmX79u0/+eST3r1779u37+23377//vsVkAmMeT7mgDd2DCFrMdoNgAtxPh+UqEsvvbR+/fpy4aefflJAhmCeD0DyAeBCnM8HJa1OnTryc926dfrXadOmnWwKX/Lxxx+X6zt27GhdM2rUKLlGrl+zZk23bt3OOeecG2644eWXX7YW2LFjx9NPP33HHXc0a9bs8ssv79KlywcffMDsNRQR5/MBGO0GwI2Y54MS9u+//8rPokzyyc3NfeCBB+bPny+X58yZ06hRI339n3/+KXFo5cqV+tetW7fKZUlWkyZN6t+/f61atRRQKNR8AJIPAFei5oMS9P3338+bN08u6DFvhfPpp59u27bt3HPPrV69+s8//yzlHbly7dq1UurZtWvXxRdf3KpVq6OOOmrnzp2ShZ599tnZs2d37dp1/PjxPp9PAYljng9A8gHgQpzPByVh06ZNUn6ZMmXKxIkT5df/Z+9eQiQp0gAAR3a383IEnyMIKsKAIHiai4+LyOpB9rKiKA7iRT2NiwfnMuDCggdBEFY8efE2gl52wJNe29sIgjiyIizILogOur6GZfqRZuerI7Oyqqu629GK+r7DTHVmZVREZFRV/BkVGQcOHHjyySfDbv3www/FmM/Jkyfjja+//noR9jzxxBOnT5+utlxzzTUPPvjgfffd99RTTxXh1tmzZ59++ukAszPmAyIfIEFmRLAv7r///nG7Dh8+/PLLL+9lzKfw0EMPxX8WMc+HH35YPHjmmWd6zzx06FAxCvTWW2+dO3dO5MPulJeEtj4bfT6ysEQ+QIrM8+G3kWXZLbfccuLEiVOnTl1//fVhD2666aZjx47FWz777LPqwSOPPDLuqK+//jrArljPB0Q+QJLM82Ef9FYyveGGG2699daVlf356ixS62354osvdjyqGBe6dOnSkSNHAszIPB8Q+QAJsp4P+2JwJdNZbWxsDG4fjaDW1tZC+cO21dXVAPvNPB+wng+QIOv5cIUtLdXfp6Nxzk8//RSmc9ttt4VyVKe9pTXsI+v5gMgHSJF5PlxZ7QDOjz/+2Nv15Zdfhunccccd1YMPPvhgdO+ZM2cefvjhl156KcCutLd+cWGIhSXyAZJkzIcr6sYbb6wefPTRR/H24s9qrdJp3H777XfddVfx4O233/7+++/jXR9//HERDn333Xd33nlngF3JmktCLgyxsEQ+QIKs58MVdvz48aNHjxYPXnvttU8++SSU19fff//906dPx/dI2FG1jM/PP/988uTJ1dXVIv65ePHiu+++W20/duzYY489FmBXzPMBdzgAEmQ9H66wlZWVV1999YUXXvjll1+effbZdnsxRPP444+/8sorU6Zz9913nzlz5o033vjmm29efPHFeNe111775ptvXnfddQF2xXo+IPIBUmSeD1fcPffc884777z33nuffvrpV199VcQ8RRjz3HPPnT9/fqZ0Hn300QceeODs2bMXLlz4/PPPNzc3b7755nvvvff555+/+uqrA+yW9Xwgc2UUmEd5qegUbmxsrJUuX758/l9rf/77oWr/X/9y+B+njgYASheX/lT94G3jxPH1c387ePDgVaVixHJ5eTlrBEiXMR8gQdbzAegxzwfc4QBIkPV8AHqs5wMiHyBF5vkAdFnPB0Q+QJKM+QB0WM8HzPMBEmQ9H4Ae83zAmA+QIHetBOhpLwn5fGRhiXyAFJnnA9CVB/N8WHQiHyBJ5vkAdJjnA+b5AAmyng9Aj3k+YMwHSJD1fAB6rOcDIh8gReb5AHRZzwdEPkCSjPkAdJjnA+b5AAmyng9Aj3k+YMwHSJD1fAB6rOcDIh8gReb5AHRZzwdEPkCSzPMB6DDPB8zzARJkPR+AHvN8wJgPkCDr+QD0WM8HRD5AiszzAeiyng+IfIAkGfMB6DDPB8zzARJkPR+AHvN8wJgPkCDr+QD0WM8HRD5AiszzAeiyng+IfIAkmecD0GGeD5jnAyTIej4APeb5gDEfIEHW8wHosZ4PiHyAFJnnA9BlPR8Q+QBJMuYD0GGeD5jnAyTIej4APeb5gDEfYO61P15vWc8HoGd0PZ/RD09Im8gHSEHWaP8W+gDE4vV82k9LwQ8Lxa/dgHREX+H5P1cvX/j3/7Y25MX29mce+dZVz+Lx1vY8K3eUT5lib5lOszc0z6/2xkd197bpVHu39lSplU9q06zy3xxVvXq+fVRn74Q0q1cP20f1SxTVQ5Nmt7xh4Ki6RLPX0nbedllL9d7hNCfX0kh5e7VUN4sxe+M2M30t1elMUYfdNKPyhgl12K+lGVpF3mlpU9ThcJuZUEuT31mztbThNtNpS2NrqV+HI60i7LKl9epw+loa2Ttlq9jzOyuEKJ1uTvLmalGABSPyAeZeFqm3hOw/327899uNqJuSh7ZjsbUh2t7vFDZPzuMD8+jYbmrZaJr1lvbYJrVqY+h3H9vUOq/ST62ftyxvczhy7ITUOuXtvHTU6ZyUWhbG1epIeUfy1ivvxNR2Phd7qb0/3rnoZGlS25vqXOytvDultrVgVj57eQfeL+PLO5S3vbSW2WuvTrObWpl+/hvU3nRtb59qb6kIgaLPzPhfSJtfuwHzrf3OXlpa2l6tIi97o3nnXkbl937ePj+vOxPRldTQXo3OQru7OTovkyuvlTZbt6+Xl2lWrxhCfZ21SSJKrenthupFsvilqrlJdZplamE7z03eQnxAm8NsqLx5mZ/x5W1rJaqgOm+j5Y3ztl3esFN58ybNbLu8nXNR5SeLjpzlXHSyP1Lebt6ySeeik1q/vM2xw+cijD0XoXMudmx75RmPG+tQ24vzPPlcDJU365+LsW0v7NT28p3KO+5ctDkcV97QlDcMlzdMWd5x79wZai/rtuSoBgZrL+yt9votuclz21p6NTChtYxpyU156+eNXDCCRSDyAeZY27WqIp/l5eV2R9nhaPoYVVhSd8LKTlXzM5Kmg9VehK06wfVvUEJzbN1LzbtpNt3iuntRdzW2/8vb7kjTxW+vw9ZdolAFIXXe6jCgzdu4NNuOSj4+b+Uz6/KGtrxt97S5TFznLc/aeK4pbxanmTXlzYfLm3fK2ybclrd3rbo9F6FzLsLQuQiTzkUYW94mQO3nbfBcdHLY/KgpKm/Yqby9cxFG8zbY9rKovHUSUdvLJpV3fNsbPhdtGBnyqO2FKdtePkXbGz4XWe9chKa7H5c3Ohf19qxuLaPlDVOVd7C15LuqvebdF+LaSn3wXQAAAkJJREFUCwPv3DBSe9nAOzeftva2W+P2O3e7BpraC93ai9/RY9+5oRzzKT4tq6tFgh8WSuYOSMA8yhubm5sbpfX19bW19Uv/X1svFVuKXe3TQnNpdr/8nj2FvNO92/tTU+r1zFiWP/Q34O96Xva5ZrLJL5XN1Kp/X/kcvV9614aqy0NXFQ5ctXzoYPH/yspKFQK1UVCApJnnA8yr+HduRVRT/Ft8iR85lK+vh42NbHNzuQh+fqOwB2AuxJ+TVZCzFe00AY8xHxaNyAeYb6M/dav+LAZ8ii/44t8g7AEWWBvetMM+lXaoJ8DCEPkAc6md0RGi4Cd+nEcCwAIbDX7iX7gZ9mFxiHyAOdZ+W/fCnt4MH4BFlnXvgRn/236KCn5YBCIfYF5l3fu0VuM81cbqcfA7N4AoqmkvD4l5WEwiH2DuZdvLhnTuZyDsAWjFt3qL/wyCHxaGu1oD8y3+EGsfD24EWExxYDM61CPsYXGIfIAU9D7KfLIBDOrFOcIeForIB0iKzzSAHQl4WEzm+QBJ8XUOAAwS+QAAAOkT+QAAAOkT+QAAAOkT+QAAAOkT+QAAAOkT+QAAAOkT+QAAAOkT+QAAAOkT+QAAAOkT+QAAAOkT+QAAAOkT+QAAAOkT+QAAAOkT+QAAAOkT+QAAAOkT+QAAAOkT+QAAAOkT+QAAAOkT+QAAAOkT+QAAAOkT+QAAAOkT+QAAAOkT+QAAAOkT+QAAAOkT+QAAAOkT+QAAAOkT+QAAAOkT+QAAAOkT+QAAAOn7FQAA//+cVb/VAAAABklEQVQDAHTStX+FOourAAAAAElFTkSuQmCC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CDIAGRAM" val="mcDiagram:16497bc9-6c30-4edf-9d94-0ffd7d636e6c:53f95f8e-633e-4dd0-b67f-e37d65728e40:0:1:1"/>
  <p:tag name="MC:BASE64" val="iVBORw0KGgoAAAANSUhEUgAACToAACAACAYAAADwqmn6AAAQAElEQVR4AeydCaB95dT/1+L9I14qJamkIg2KaNagiZIUUUqGRikyFElIoQxliiIqGVJCCJWQBtOL0kAyZ4xEyFz5/b/fZ5997z77nHt/997fHc4997PvXvtZz3rWM33OPtPd6zz7bovYIAABCEAAAhCAAAQgAAEIQAACEBh2AswPAhCAAAQgAAEIQAACEIAABCAAgeEnwAwhAAEIDD2BuwUbBCAAAQhAAAIQgAAEFjwBAEAAAhCAAAQgAAEIQAACEIAABCAw/ASYIQQgAAEIQAACEIDAfCdAoNN8fwQZPwQgAIHZIEAfEIAABCAAAQhAAAIQgAAEIAABCAw/AWYIAQhAAAIQgAAEIAABCEAAAhAYcAIEOk3DA0QTEIAABCAAAQhAAAIQgAAEIAABCAw/AWYIAQhAAAIQgAAEIAABCEAAAhCAwPATYIYQgMBgEyDQabAfH0YHAQhAAAIQgAAEIACB+UKAcUIAAhCAAAQgAAEIQAACEIAABCAw/ASYIQQgAAEIQAACEJhTAgQ6zSl+OocABCAAgYVDgJlCAAIQgAAEIAABCEAAAhCAAAQgMPwEmCEEIAABCEAAAhCAAAQgAAEIzCQBAp1mki5tT5wAnhCAAAQgAAEIQAACEIAABCAAAQgMPwFmCAEIQAACEIAABCAAAQhAAAIQgMDwE2CGEJhBAgQ6zSBcmoYABCAAAQhAAAIQgAAEIDAZAvhCAAIQgAAEIAABCEAAAhCAAAQgMPwEmCEEIAABCEAAAlMnQKDT1NlREwIQgAAEIACB2SVAbxCAAAQgAAEIQAACEIAABCAAAQgMPwFmCAEIQAACEIAABCAAAQhAYEwCBDqNiYYCCMw3AowXAhCAAAQgAAEIQAACEIAABCAAgeEnwAwhAAEIQAACEIAABCAAAQhAAAIQGH4CzHAsAgQ6jUUGOwQgAAEIQAACEIAABCAAAQjMPwKMGAIQgAAEIAABCEAAAhCAAAQgAIHhJ8AMIQABCEBgwRIg0GnBPvRMHAIQgAAEIACBhUiAOUMAAhCAAAQgAAEIQAACEIAABCAw/ASYIQQgAAEIQAACEIAABIaVAIFOw/rIMi8IQGAqBKgDAQhAAAIQgAAEIAABCEAAAhCAwPATYIYQgAAEIAABCEAAAhCAAAQgAAEIzFMCkwh0mqczZNgQmCYCixYtCgQGnAOcA5wDnAOcA5wDnAOcA5wDnAPDcA6M/zWJUghAAAIQgAAEIAABCEAAAhCAAASGnwAzhAAEIDA/CRDoND8fN0Y9iwTqixiz2CVdQQACEIAABCAwyAQYGwQgAIEhIMD3nCF4EJkCBCAAAQhAAAIQgMDMEqB1CEAAAhCAAAQgAIGBJECg00A+LAxqrgnU//R3OtdjoX8IzDcCjBcCEIAABCAAAQhAYP4Q8Heetsyf0TNSCEAAAhCYSwL0DQEIQAACEIAABCAAAQhAAAIQmAsCBDrNLnV6G2ACzX/uT2SYTX90bl/COcA5wDnAOcA5wDnAOcA5wDnAOTDI58BEvuPUPp5HrZNOmQAVIQABCEAAAhCAAAQgAAEIQAACEBh+AswQAhCYAwIEOs0BdLocPAKL+0e+y9syeLNgRBCAAAQgAAEIQGC+EGCcEIDAbBNof59p5vuNZXHl/epggwAEIAABCEAAAhCAAAQg0E2AHAQgAAEIQAACEJh+AgQ6TT9TWpxnBPwP/H5Dtr2WdnltJ+VX+5wDnAMzcg4sgitcOQc4BzgHOAc4BzgHpv8caH+vqfM16zrfTl3etpGHAAQgAAEIQGAaCNAEBCAAAQhAAAIQgAAEIAABCEyaAIFOk0ZGhbkmMB39+x/1tbTb62evbXVa16nzpNN/EQamMOUc4BzgHOAc4BzgHOAc4BzgHJi+c8DfYfrxtL2WurzON1OXNfPoEJgNAvQBAQhAAAIQgAAEIAABCEAAAhCAwPATYIYQmCwBAp0mSwz/eU9grH/Q226pJ2i9FttqnXT6LrbAEpacA5wDnAOcA5wDnAOcA1M+BwJ2sJvoOTDW95m23XlL3a71ptjezKNDAAIQgAAEIAABCEAAAhCAwIwToAMIQAACEIAABFoECHRqASE73ATG+sd8027dYhJOa2nna/vi0v/+97+BwIBzgHOAc2C2zwH645zjHOAc4BzgHFgY58Divo+43OeC0/Gk+X3HusX+TpvSz9YsR4cABCAAAQhAAAKzS4DeIAABCEAAAhCAAAQgAIGFRoBAp4X2iC/g+Y71D/mmvdadWozLaT9pXyxwvp/0qzvntkX8+p3HgHOAc4BzgHOAc4BzgHOAc4BzYBjOgX7fQWxrz62frfZpfu+pdacW+zhtSj9bsxwdAhAYIAIMBQIQgAAEIAABCEAAAhCAAAQgAIHhJ7DAZkig0wJ7wJluN4H6H/ROLS5tptZrqS8MOLXY7rQW5y11nnRh/IKex5nHmXOAc4BzgHOAc4BzgHNg/p4Dw/rY9fte0rRZ7yf9vg81bdZrcf1aJ4UABCAAAQhAAAIQgAAEIAABCAwyAcYGAQhAAALDRYBAp+F6PJnNJAjU/5hvptbHE18IcblTS1N33tLPZjvCBTDOAc4BzgHOgXl2DgTj5ZzlHOAc4ByYf+dAv+8jTVutN1Pr/cRfr2xvptZrqcvqPCkEIAABCEAAAhCAwLwkwKAhAAEIQAACEIAABCAwrwgQ6DSvHi4GO1UC7X/A1/l+qW21+MKOdaeWWq9T29py1113cWH4v/PvglD7cVx8njnCiHOAc4BzgHOAc4BzgHOAc2DwzgF/H7H0e2zq7zHNtK07b/F3r7FSl9VS+9R5UghAAALDR4AZQQACEIAABCAAAQhAAAIQgAAEIDBIBGYm0GmQZshYFjyB9j/e63y/tGmzbqkvEDT12tZMfTHB0rTVuu3IXQEDGHAOcA5wDnAOcA5wDnAOcA5wDkz/OVB/72im5tzMW2/amt9vrNfiL5BtvbY1U+tFdLC/EnYIQAACEIAABCAAAQhAAAIQgAAEhpUA84IABCAwQAQIdBqgB4OhzD6B+h/yTvvJd350V/STb//wzo79zrjqx/+Vfmdc/eO7ilz1oztjRORn/Wq1U8qdSq6yfQy5WvZRuSOu/uHk5Lvyn7j8J777w/5yjeyTlhv/E6WO0mtV/9ob/x1LKtepjbHlX3HdjePL9SqfvPwzrr9xVL4nva/84J9R7M3Ueh/5vmyj8o/4/g8mJzfIf+Ly97jhB/3lB7JPWW74e9yo+jfe8DelEqdTlB+qXq/cHj+8YWLyI/lNXv4aP7qhW36s/GLl+3+N4uO0JT9RflT+Ej/5/tTkp6q3ePlz/PT7/eVnsi+53BY//77ke5I6tT4JuUm+vfKnuOl7E5dfyHdy8sf4xfe65ZfKT1iu/2MUX6cd+ZXSUbk1fnX91OTXqje2/CGqMqf95TfX/yGmLreobiW/vf6WGJHrOrrTCcrN8uuV38fN101Ofif/icvv4nfXdcvvlZ+yXPu7+H1HblF6y7U3x1TlD6o7tvw2qjKnlfzh2v7prbJPXn4Tt15byR+VjinX/Cb+OAH5k3y65dfxp2smJ7fJf+Lyq7jtmm75s/JLLN/9ZfxlCeWvqj+2/CL++t2Jye3ym7zcFLd/t5K/KV2sXH1TFB+nY8jfZR+Vn8ffr56c/EP+E5efxT+u7i//lH3q8tP419WSqyR1an0K8m/V6ZWfxL+vmpj8R36Tlx/Hf64alTukT0i+8+Mofk5bcqfyd6mduzSeKv1x1Omd3/lRNKVpt+6yu+TTT+789g+jFgdDWRYtWhS1+Fuadae1tPO1nRQCEIAABCAAAQhAAAILlQDzhgAEIAABCEAAAhCYPQIEOs0ea3oaAAL1P+Tr1EOyXovz/sd+Lc94w7/jcUf8O7Z52X+KbPvy/8R2R94R2x95Z+zwCsmRd8UO0h//iruilicc9d/Y8ai7KnnlXbGT9FG5M5541J2xs+yV3BlPemUluyi1lPxRd8Qur5TId5cid8STZWvKrsrvetR/wrKb0iKv+Hfs1iX/iqe8olueqvxTX/HP2N1y5L+USo78Zzytr/xD9kqefuQ/4ukv/3s8/ci/xx5Ka9lT+p4v/1sUOfJv8QzpzzjyduUtyndse8m+18tvj1r2lr73y/8atTxT+jNf9pd45sslSvdRuo9S2/Z52Z+jlmdJf9bLbotK/hzPVv7ZR9TpbfGcIyp5rtLnHvEn5Sux/twj/hhFDv9j7Ct9X6dFbo39Dh+V/aXvL/v+Sg+Q7P/SW8P6/i/9QxzQlMNviQNfKlF6UJ1aP/z38TzLS5UW+V0876VN+X0cLPvBslmer7TIS26OQ7rkt3HoSyo5RKmlyv8mXvCS38ShL/5NSV/w4l/HC7vkN3GYyg6TrZYXSX/Ri34l+6/CaS0vlu3FL/pl1PIS6S950S+iyGG/iJdKf6nSw52+6KZ46WES6YcX201xuGyWI5QecdjP44gXSZS+TOnLnEpeftjPopYjpR952E+VLxLWj3zhT0fSV0gflZ/EUS+s5JVKX/nCH0dJX+BU4rTIj+LoF4zKq17ww3iV8k5fLX1EDv1hvKZLblS+W4459MY45tAfxGsthyi1HHpDHHuIxGlHjlN63KHfj2MlTosc8v14nfKvc1rke/H6Q7rlDcq/4ZDro8jzr4/jpR///OvieOsltX5dnCD9hOdfq7SSN0p/48HXRp2+SbrlzUrffPA18aaOWH/zwd+NIs/7brxF+ltG0qvjxOdVcpLSk553VdTyVulvPaiVt03ytud9J2p5u/S3P+/bUcs7pL/joG9HlX4r3nFQU/4v3nmQ5VtxsuwnSy/pgf8X75L+LqdFvhnvPnBU3nXgNzr5b8Qp0kfkgK/HqV3ytXjPAZavK63kvSp/r2xF9v9aVOlX47T9u+V9yr9v/yujyAFXxvulv3//K+L0AyRKrb9//8vjdOlNOUP5M2Qvst/lcab0M/e7LD4g/QMltX5ZnCX9rP2+Insl1s/a91LZJUo/uN+l8cF9vxIfkt6UDyv/4X2/HEWe206/FB95biVnKz37uV+MWj4q/aPPvSSKPOeSOEf6Oc/5YlSivG0dOfe5X4hznyNR+jGL9Cq9OM57TlMuio8/pykXVvlnXxifeI7k2RfFJ4pcGJ+UrSnnK3/+sz8flk8pLfKsz8WnuuSz8elndctnlP/Msy6ICyz7fFapZJ8L4rMduUCppcp/RvZKPrfPZ+Jzz/x0fG6fT8fnlVbyqbhQ+oXPdCrZ51NxUZHz48J9JLKX/DPPj4tlv9hpR76g9AvP/GTUcon0S/b+RFzyTEkzlf7FvT8etXxJeiXnhdMvK//lvT4eVXpeXLpXJV9R+pW9PqZ8Jda/ste5UeQZ58Zl0i9zWuScuPwZo3KF9C7Z85wo+T0/Glc25Rlnx1c78rVG+rVnfCS+btlTqeRre344vt4lH4lvyP4N2SzfVFpkjw/F/+0pcVrkg/GtPSr5P6WW0L2gQQAAEABJREFUKn9WfHuPs+JbTz+rpN9++gfiO11yVlylsqtk65KnnSn7mXG10krOiO9K/+7TnFZyjfRrnnZ6FNn99LhW+rVKr3PaEOeve9r7o5brpV+/+/vi+qdJlH5P6fecSr6/+2nRLe9VvpIbdn9v3PBUSSf9gfRReU/c+NRKfqj0h089NYo8pZFaf8op8aOG/Pgp744fK/9jpT9pym7vjp925CdKf7Lbu5Tvlp/J9rPdTo6fd8k746bduuUXyv9it3fI/o5wWmTXd8QvZful0yJvj1/t2i2/Vv7Xu74tijy5Tt8av3lyt/xW+d8++aSo5WbpN+9yUjj9ndLfKe/099J/v8uJ8buOWP/9Lm+JIk96S9wi/ZaR9M3xhydVcqvSW5/0pqjkzUolu9T5N8Ufpf9R5ZY/PemNUctt0m970glRy5+l/3nnE6JKj48/79yUN8RfdrYcH3+V/a/S/+r0iW+I26Xf7rTI6+NvT6zkdqW3P/F1nfzr4u/SR2Sn4+IfXXJs/HMny3FKK/mXym37l+z/2vHYqNLXxr937Jb/KP+fnY6J/+woUXqHZcfXxJ07SZTeIfnPE14ddzzhVRKnldwp252yFXn8q+Iu6zu8Mu56vETpndsfFaPyirhjuyPjP9u+PP6zzctG5N+POyLu/O6PR4Kb6u9HdervSRbnnSIQgAAEIACBSRLAHQIQgAAEIAABCEAAAhCAAAQgMG0ECHSaNpTT3RDtTQeB8f4R7zJLsx8HONlWS7Os0jPKX6ayEu9FykG2iFIU2fkLbRnKeI9M6xaZSuJDhv9kCW+pQ2Y5hgrCaqbylogqH9pkisjyF9rSYp8iEVUiq5XIyJREtVVaRlR7ZFqxyFQlUkJbRvUn1bv8nJcxpBaJLAWRmZFWi6R0SZZMqCjCupTMLGp9cC6js5WyjMyUQeJdIoP2jJS12lO6pcop4z0yM3SQRIRUHzKzUsObdYlsYWvqWKQcwlspUpksI0cp3iNT1iIhXRKdfCdVzpqkoykp7tUhvBW1KNUh5V1pEZnpg0R7UcshIjIyJVFvKSVli8iIyNSxSKUrJyW0ZVR/Ur3Lx3kZI1NaymiJjEyJstVuXZJVLjppZkamRfaURHb+rEtcZovSUFr2jAjlMzMy6i2lWzr5DOUl8oki1iWRkSmJeqv0zJRB4r1IOcgW8g9tGdk4Sq3yrlckokrkZSUyMiVRbZWWEd6LlEN4k5vNUR+yUsoxMyOsKbGa2VFky0wdo7NZl2SVzZSi3Q6Z6STqg3MZna2UZSiRVGmkymTIzKIqp926JKV6V6o9MnWUaI+Q6kNKyehsKkjnlYbSsmdEKJ9pJSJKkkosoS1DGe+Rad0iU0l8yMjw5mMWPTNlkHgvUg6yRbgow3/SlfoY2tJSCqV5t7jcNqWZqaOctFdahg06RqaORWSyGtqURmTnz1pE2CdSqXYnzitVLjIzMuotpUuyymdK0S5jZGakzZ1DKpfOW0pZhhLlMkJ7JRmZkqg365Ls5JVqLz46eI+wQYfM1DE6m3WJbGFr6lgkIzPDW5VkVH/FEsp4j8yUbqkT6xkZ2lwmzXpmOYayYTVTeUtElQ9tMkVk+QttabFPkYiSVIeIyMiURLVVWkZUe2RaschUJVJCW0b1J9W7/JyXMaRKMkK7D5lZqeHNuiStR2TWSqWXbDFlVH9RbSooeaWhkrJnRCifmZFRbynd0slnKC+RTxSJCNl8yMxKDW/WJbKFraljkXIIb6VIZVmkWEKq98hM6ZY6sS4JbSqzVkl1DCUyR2ZHqdxCuagPWSnlmJkR1pRYzewosmWmjtHZUmmGTJHWiiLNu0W2UqBDFrFBIj/nZQqpkozQHspkZmTUW0qXZCffSTMzMi2ypySy82dd4jJblIbSsmdEKJ+ZkaGtc0jlUtmyS9EemToWCemSyMiURL1Zl8gWkdXuxHlLRFRJRkYUaR4zZS0iq1V7OK80M3WMslVahg06RqaOlgjpktAmU0SWv9CWluIjzXuRcnBJZGaktGpP6ZLs5FQWRaJOpIS2jOpPqnf5OC+jdmkpY5GMTImy1W5dklUulGqPTB0l2iOk+pCZlRrerEtkC1tTR0kon5mRoa1zSOVS2bJL0R6ZOhYJ6ZKo8jpGtaUtkZnKSrwXKQfZQmWSyLCLjhGR4c3HTB2LRFRJJx8ZmZKotkrLiGqPTCsWmapESmjLqP5CaUTYL1KpdifOW2TLTB2js1mXZJXNtCLxLl1JVM6pxBI9m63196CxUldyWTO1bqnt1pHJEsAfAhCAAAQgAAEIQAACEIAABCAAgeEnwAwhAIHpIkCg03SRpJ2BI9D+R3udr9N6wM73kzroqfar00VSFkV1dLKoqDoUpRTqEC4qUmnV0f0UTe5VoZSy61AZyrGrfbVW6tml6Dp4L3kfLKXV8gvsosnk4Sgp2XKQoeRVt7d9Gb3LQW5lDPWh8nWhxIUusF8j6/Y9Rpll9W7NYl2ltar6I37F5tYtlZ+PldlHiXZ3p4lp7/VzsevU4rblqA5lKYWq4z6VrXebZVVWWrXL34pE1tKfUudG/Oq82pJztcuhlCsdMdR+pREVVLuG1FFcLlVJqVIdKoOPZfyuq4x21ZOnlWIrvcng3UZJtVd+HbPbkLlqWvWatSqjSsuuEqVyUU3rEmnVXukuLvla0fxL+85bVNmeRS2OVQ/VgGTVLhcZ5eW6HR8ndZF1S8nLp9Qtmcpa+rPakaqoOrpta1WdoqmvytE59aqMtcrstoomU+lKpW6jssnovGSknkzaS/Myl72nXtVAOXa1L2/7lgIdXOa2ZNZuzSJVe/FTKjf1VfVu3eNyruEpL+XKrhKlxU8NtNuvi1TBzZREjUtv1FNl5XSsin2s6lXHUlBUeakPlxeblGJWqgZHjh5DyY8USlE9HeUzelRrVV4m7RqWjvKTsVR3Kou6qo4j+eIjm3dLXSBPNeJckd72i7m07SZUtejVoeTcgrLWJdVeNSldBdKrVquWbLR0crWq1AyUuIoKXccitewdvXZwWkR2DcxqcdNorFuqfOcoHw3E+2j7sjX9rKs1VZBW7fKVRX4ySi9H9VCrcpLJR4+9WEtGRnupnrNVp6VUVlsk1a6ijqIqctdRu0y1t3Kqo1wpVEG1q55KpKtEe1FkkFp5W6m0ukipm1BSynzQzEqd6uASSbV3te+5yVy5Va12dLVSFygtfkqLiw5u39nK2TlpHoTKvFciu2xtv9G86mh322VQLrCosm1FVbl362pNqrRqrwao9mWUXo6qWatykslHt1WsJWNNinYVK1MpPrbbr+oVrzK8otmx1Uvlp4Jqr3ylq3HtVaulbk+9ymqzp1FXUSWZSm7UQZbOPtq+KrnvRR2vut5IzVqp/Zy3qCGPqqilrnNWbJFol4uak9116yKldZHUspe8fMqgSsbmRj1nJVVRdXTb1qo6RVNfctLunKU2WPccS16Z0tVoAzLLqHre1asS5atdzUuRxXtVT1ox+WBRdZtc2GnT1jrrUvdtm9y0W7NI1V78lJaqMmt3FVk8kpKT7t26pOwqU+o6GqB25e1SxLqlZEYP7kiifbR9ZdxM7WS9qilNe0/7tsnZiUVq2a17jqXhkrFZymLal0cZuw6uUKpbUTV1XUqdla4iG63JrF2ajtpVor0oHV/rkmofaVoVii6z/O1qzdLJ2sEik/bi66xLPTfbXMv5Sjq5ukDpiJ90+5hlUSvXkaP96u9A1i0jhR2ln61TRAIBCEAAAhCAAAQgAAEIQGDJCFAbAhCAAAQgAAEITJAAgU4TBIXbcBHwP+jHk/of/P1mnTJmZDk6yaJmZEpkjfQhQtlI/UkLb6lDZjnGiFl57crKbiVCukV5a0q0R6aO2kOSqUNEOMnIiCLVMbOTV5qZob0uUKp8RGSEpDpK8R7FL7RJycwqn8pHRmZaCR8zyzFCaYb+MkKJJCNTEtpSEj5YQlqGiqJsUjI7+bQlVSaxGjl6tI/ySkKJJCNTEtpSol3ZSP1FkShbpixFlE2JyjLTxwiloS2LVMdQoj1CZZnpRHqUTdmQRXpKQrrERmsyWc3M0B46ujC8pQ4pS1iyHCNzRKn0CKWSkL2IdYn9nFeaSpXIGBFWJBnVlpFSJNUeKlJeu5TMrPKpfGRkppXwMTvHkM26koiMCCmZGRnaOgcnlpBVRVE2KZkZ2iMytGVkSiIjlIY2aWE9Q38ZoUSSkSkJbSnRrmyk/qJIdcxMKRlOIiNCSmaG/0JpaMsi1TGUaI9QWWY6kR5lUzZkkZ6SkC6x0ZpMmRnaZfSeOkgiwsfsHJ1kRBS/0CYlM0teSUizURLSJTZaU+oyJTJGhJRMW6JslZYdPVwcZbNPEeVKcapMUmcjK80+0pWEkggpmRkZ2joHJ1ksOqbs3u1TRJliy8iUREYoDW3SIjt/SqISWVSeoa0cIpSN1J+08JY6ZJZjdJKwkpnhv1Aa2rJIdQwl2iMzi0S60IcImSL1Jy28pQ6Z5Rg2Z2ZoH9GrTMmGSiJ07OxR/EKblEyVpnVJjCiVprKwpjSVKinZkJJpS0Skdx2sRJSjiqJsUjIztEdkaMvIlEir9o5ebNJT1iI56peyReovJBnROYY31yuijItc5rzSUCpr2Jydo5MsxoxMSdF9COUlkRFFqmNmle8kMmZkSiKLHtqkKVcdpXiPTOW1hyRTB/spSRuKRDlmZoQ1Jal0JGvFEiGrJSOsKdEenSKZUrolIjK0ZWSm0ggfs3MM2awr6RQop0yGtpFDUSL9l7J7t08RZYotI1OibERGSHyMYksnNkmsS0JbSiJDLqGjMimp9syMTIvyKYmMTElkhNLQJi1Sf2HJctQhI9MSERllU1aqM5aQLrHRmk2SzAztoaMLw1vqkLKEJcsxMqWENiWZOlhVkpHWJFFppUy2smfU2aIok1FtGSnFEpVWqcpkZFoiIkNbRmYqjfAxO8eQzbqSToFyymRo6xwy/BflqKIom5RM2VM5i0udVzaURqT+QptTSRY1QmWZGRnayiFC2Uj9SQtvqUOmjhLtURVlZEoilZdEWJNYl1S7jBmZlojIKJuyUp2xhHSJjdZkspppRfZikx5hTWJdUu2RKSW0Kc1M5aOSyIgi1TGzk1easiupCyLTlohI7zpYiShHFUXZpGRmaI/I0JaRmUojRo/SZEtZlFQFUjJtiZA5QgfnMrylck4l9iliXaKSzE650soSthbRwRmJfFSeoa0cIpSN1J+08JY6ZJZjdJKwkpnhv1Aa2rJIdQwl2iMzi0SWQh0iZIrUn7TwljpklmPYXDTnpWSWQ3iTpuLqKMV7uNhlVjLTSUSGNh2Ul1Ky2TmGbNaVRGRESMnMyNCmQxYtlYlKq1RlMjItEZGhLSNTIq2919+BxvueVNexj/U6tY5AAAIQgAAEIDCzBGgdAhCAAAQgAAEIQAACEIAABCoCBDpVHDgOJ4GRWdX/gK/TkYKOYnst9T/4nZuoQDwAABAASURBVHaKR5NF1e+f7etfQ/vX1DKF80Xk6bzLqrx/Ky2p9uKng4urRM4jftbVoFxVVo5dfjJ28vUYnK10dauayquNyk926W67Ky/HquXOUYnc5DKiFN220qAObkOl0qr21bKVjp9KtCujvZSoTJ3I2zm3U6Vy8i5DaU+6XOSoUtuklYpF79isy0+Jijo2+8kmQ9VfVehsaa5q274yyU9a5edS+0pqmzyq3X62F5FJeR1H65W6tkjkowIp2uU30p98iu5UY7Quj2rv+FX11LvakKnKFn/niqts0lUuRXvlK0WFla5Sta5sp15xlaX0VzIdPzta7Ce71SJFl+a0I3JRg516aqvkdZCldK1CpcqVak4tclR+pEz+clJWZdI9nqLJR91UdinKSlfd2ke2YlCBdjWho2zapatESt1WMbieRXaVVnupot5k017clFNajurMDsW12HQomdJup0LxlC5Pta5i6TpWu4z2rerJU2Xaq6y8ZdGxuMpWnJWRVU499TQa7ypVHR3tLkOPn+xycElpczSrOiqwfy3KjvanGiWvQ/HUGFSoNnyUKF/Vk6MbtZ9tSiunUktqlY6alS9+feoVJ7XtIvmosveO1PXUmcvkK4vKlJdedqnVmKyoHflVPtLtYKmKqnoqLyalriejdtVw3mMoogrFSW1Irf3kqN2+xakclLNnJaWNUqHjV+nKaLdnqSJf6xIX26R6ciiduS9n5eQSmeUnrewqcK7ykeb6EjlpV95Ozquyc/ZToyrzUeL6ReRY+zkv/8qp1JLqQon3IrIXP7ehuvJ327IqYwfZrclHlb13RB6y6SgHHy1WVUdtlF2q26oqVGX2UjUVF00ty65jj19xko9Sl6kp1bFvpclc5Ysim9LiJ7UU6FDybtvictk8lmJX3rql5OXj4qoH99vROn7FR7p2F8jbPhJpxaAC54qfGlLWTatIVmU8LJnl3cnLpsJ6l29tl0nOylU2V+r41jZ5VLv9VFb6LLqal3/JK62cyrG0pUPJqIpUtSZFx0qXv5ooeuWkowxuS0ZltI/4Sy/+clCXPvb4ybeqpx6k20eunVq2uQ2Jyrr87Gixp8qsFim6NKcdkYsbUHW1VzWuo3WJXeXgcUmtfEq94lIOdZkKq3ZG/Dv1q4oqVl41VKyjdLdTMnKo9uKjg/eONPzkrw5Uo7JZV6bbz+1YVFCNSxnpnV2+yrudOim62pND7a8i58oYpaiOeur4OVP8lNeu4k7dylvFql0KZFdqXxndgBLZ5KdK2q1L7C5bj5/scnLJSD2blJHZ9UZFhp72ZZDZPmrCmsci1f1U4oykUea2LaqlpBzdjHQlrm+pquio8pL3qCTVLl8rLnMdi3WJ+lFhVU+6x6DSai9V5KP2VFTclFNajqWODi4qNh266jnv9orIUc3JtzpKcbFE+dK+2lSqvbThQ1c9FchDZh2tS1R5NK/2S5s6yKMqks1tVBlZVUe76qjAfsqod2e6RJ6qsij8PajUV6lTi9SRvZ0fKZAyXpmK2SEwkwRoGwIQgAAEIAABCEAAAhCAAAQgAIHhJ8AMIVAIEOhUMHAYNgLj/YPdZYsT/3Pf0sOl/Po5y6+gI7LancgelohQNkLHLBLaMqR6j0zrFplK4oMkvGVUfxGZGRES70XKIby5KF3mjNJaT+UzdSwSUSWdfGRkSqLeUkrKFh3JSomo8qFNpojs/EW1lTYyZAypkkq3ITMjo95SuiQ7eZXJECXRoZg7hwz/jfo5J5cIH7JKrGdmZNRbSpdkJ69Ue2TqWCSkSyI7f1FtKisWpaGSsqc05y0RUSUZ1V9oy1DGe2Rat8hUEh8kEZGdv9CWmT6GTGE1U3lLRJWPesvwn3OpQ6aORSKqpJOPjExJ1Jt1SVb5TClFQn6S0CZTRHb+otrkY4uMIVWSEdp9yMxKDW/WJWld4jLpSiJ0kKo0tGVUf1K9lzJZlIZKyp4RoXymlehsGeUvR7LKR2TKUMS6JKq8jlFtKYvEPtLKnhGZ5RDeihrZ+SuWUMZ7ZKZ0S51Yl0RElr8oW2YqlXgvUg6yRbhIOSmhLaP6C6URUQpTqXYndT4yMiVRb9YlWeUzpRQJ+UlCm0wR2fmLapNPsWSE1OogXYryGRn1ltIl2ckr1R6ZOkq0R0j1IaVkdDYVpPNKQ2nZU5rymVKi3lJFlk4+Q3mJfYpYl9iqvIqj2lIWiWwhrewpzXlLRDjJyBjdpFd7ZFqxhHRJWJcozUwdo2yVlmGDzJFpXRIhXRLaSjaj+lPeu/yclzGkSjJ0iIiMTEnUm3VJVvlMKUVCfpLQJlNEdv6i2uRTLKmsdBWGEx8yM1Lmak/pkqxyyniPTBmKyC41Ijt/UW0qKxaloZKypzTnLRFRJRnVX1RbhvISFxaxLrFVeRWHt1Q+pWSWYygbVjOVt0RU+VA+vKW0tKI0IlN6EeuS6OSVZqaO0dlSaYZMkdaKYi2iqKGtZDOqP+W9q9B5GUOqJEOHiMjIlES9WZdkJ68yOXiXZKTNnUMql85b5JfOZ8mE1JBJaSqVRL1Zl2Qnr1R78dEhQhnXSymZPkZnsy6RLVRW9pTmvCUiqiSj+otqy1Be4sIi1iW2Oh8hLYuEtsz0MWQIq5nKWyKqfDgf2lJaKg2lEvsUsS6x1XmlmaljdDbrkoxiy7RiUb5KpIS2VLlFqnf5lVxGSJVYCW1Z9JRW7RnlL6tcyNmqkqj1sEGHLBLVJoeST2d18C4J2y02F8mo/komlPEemSndUifWMzLqLaVL7Cet7BmRWQ7hraiRnb9iCWW8R2ZKt9SJdUlEKcvI8JYlzXBSVbEuiYiSD+nalZOWEmsRUQpTqXYndT4yMiVRb9YlWeUzpRQJ+UlCm0wR2fmLapNPsWSE1OogXYryGRn1ltIl2cnL2aqSCB20Kw1tGdWfVO8qKHmloZKypzTlM6WEtpKkiizKe89QXmKfItYltiqv4qi2lEUiW0gre0pz3hIRTjIyokhosx4llym9iPJWbXU+IjIzMqoti5bhRObItC6JkC4JbSWbUf0p711+zssYUiUZOkRERqYk6s26JKt8ppQiIT9JaJMpIjt/0bstipEgp+b3JTu287YhEIAABCAAAQhAAAIQgAAEIDBoBBgPBCAAAQhAYGEQINBpYTzOzHIcAv6nvYudtsX2tuj//+WXzhHSvEtkUNbKqLdzFhUUo3W3X/nKKsOi0oaUEQ/ZpRd7KevkF8lHu4pKdaeV2Ghp+NX1ZNZeFRRb1WpXPTlo72pzpCsXqF6zVuWogmofyboTz03mqvlOvZF8rSgd8ZNe6hXfTrVa75QpaxeJRqGBFXNxVV7pSF6Kdo1HR/mN1JNiT1nlXe3WbVOj1V4MOrieXaTWSaWOHj32qpKOMpd2lNpflirRsdjVd2fvjEsF2t3NSBU7FKlq97bvChL5uKynXsfgNu0lN/VVtWXdWjWWUqqsK0iqvfiO+KkRmWtHmRs16wKntZ/1jldRS82qjseqzsouF6Wyq15xKQfllY7Wk4vz9inijMSVle/xs92iAu2ah47ycw2bncrSUa012rdVJruXUUi3f+VRazZKqr3TfqesY3MzVR0ZVFSObtQFymhXvZEC6aU3GbyX0qq6sqWa0lJVRdo7Za5jcaHFukqrvfKRbsXMi2o3NdTxLDllO6k81Jl2V5Gt8pJVunfnVVQ7uKCI7MVmn0qKuVLLseTtU0QmG9yx8kWVybt1tSZVWrUXNjrI5r5L0jjISTkfPUd5VLsMpR2lIwb5eS/20ncpUdPFyUXSK5uLrVW+EeFSjdU2l7lGnbXNfdtmN+cr6eTqAqWuo6RT7NYtlZ+NJVc7OC0iqyparTyV1yBG8h3FYxiZQLG1/FTZZlvdl5oo7uWg9lVczE4rP2uVlLx9isgmQ2lHeakyVLv1Yi+NV82NjEsuctex3itv54pWCqV5t3TaKK2oTCa7SqxJqr0MX8ayy821ShUfqrGUImVVwaVKtFf1rMjmMRa1uLqWpWRUbzQd8SvO9rF0yt2OxHupZJ8i8tHArFaeyksZzRdvjUcW+ZX6Um0d6U/+3m0eqa2M3VVRrsrUDkqds0gtu3W3Jcdql6G0UxqwiwxOJMXuQcikXc3r2PHrJKWN6qCyUke5Uqi8d4vsbkYlpQ2ZbJFYk1S7ymTy7rylo5d6VQO2SFTovBLtVT0rsnluRZVXXW8kXytONUYnqiJPz9QiteyVLhfl5KW9+MnQ2757kVtnL67yK4MqGRdIkU1HZ4pY7/RSGih5+ZR69rBBqRNLcarz9vOAVGC1tGNF5SP1pRd77ee8fVRHanEr6sihKPZWV9Yl1V58OwXSq1bdhhyVyElH727eqX2tl5LOwbWK2nFwvvg57wKLDL18i6e9qu6s2VcdaO/Y7GNxoaXS66OarfxUwe3bo9h0KE0VQ3Uoeflpop06tssqm47OFLHebL/k5VPqycOqksZuj06TpVB57xaNw3txLmVFk0mFOnZ2Ne18p0yq9qpBOVRjqcrkKEWl1T6StbPnL7PKvVuzWFdprSr1MJTI6DK3brHeLaU9OY+VdnurOfnaZn+nCAQgAAEIQAACEBh4AgwQAhCAAAQgAAEIQAACEBgKAgQ6DcXDyCTGI1D/471Oa1/nLc477Scua0vKkJmRmbHDhvfoyD2VWu4R28tmqcruqXwlO2yo8o2kN2XDe6nccs/YTuWW7ZVuL/t2FvkW20b3iu2sl/ResW0ntY/1be1r2Wip2HZDicqLfSRdKrZxWStvm2VblTntlXvHNhvdOx5Xl29sXTKSLhWP21hin9pmvch94nElrfy3lr71xveJSu6t1FLnO+lGSuW3lfy2kl5S60X+N0bzte5Ussl9OmX/G1tuItl4gmJfyRab3DeKbFyn/6u8xPmmyO+xyj9WafHf5H5hvUc2tr0jHX1z1dm8+Fd26z2y6dKx2SZLx+ab3q8S+W9WRDbbO/pm0ot0/DdTuqlsmyq1brG+6SbLxGabLhOlrJQvE5vItmmxLRObyn8T6ZZi6+ibbLqsyiTy3aRj21jpxrJvUmSZ2Lgrv6zylWwi+yabVfrGSjeybHr/2HgziepuVKTSN5Z9oyLLxka2y2ejjmyo1NKVL773l+9yseGmEvvItuFm1it5jPTH2F5kuXhMyS8X9qn10XT5Tvny8ejNLMt15ze3TeJ08+UqH+v27aQbSLeU+ps/IDbYTDKSLh8byG8D55sin0cpX0S6yx+ltORre0lXiEdt3iuPfOwK8UjZx5YHqtyyQqxvP/k7Xf+xD4wu2byTd1pkRflXtvWUX0/+lawY6z3W8kClDdncNkmdyucRXfKgeMRjLSsqbcqDYl3Z192itim/hUQ2+6+rNtaV3iNbrBTrPFZi3yKVvo7tFtVZp4js8lu72KQrXbvOS7e/y9beYuVYR7K2bJWsHGspb1n7sSuHbWupbC3Z1u6I9UpWGfFda8uV4+Eqf/gWsm1bAGOkAAAQAElEQVQpsV5s1itxWS1ryqfoSq1bHr7lg+PhdX4L6xKla1pkf5jaXlM+tTxMuqWdr21Oa3nolqvGw4o8OKw/tFPXtiq/amXfSmlH1nC65UPioVtJVHeNhjxU9jUs8qnSh8Qa8qtl9VqXj/XV63Sr1WL1LSUqL3bni75arDaiPyRWl+78altX9qLXtq50ddVbPR7SsT1ka+uSkXS1eIjaeIjzlq1UVmQN1bGsHqsqv6rKqnSNWHVri+y2Fd35jmxVpQ+W/cHSS2p964fGg4usodTifJWuIvsqxaeTf9xDYxXb6tR6jzwsVt5aYh/Jyo+z3hD5r2y7fFaSFF+n8nN+JaVVnTVjpcc15WHKW9aMB8luWWnrqty6xf5Oa1mx41fy2zw8VnycROmDLCpbcZs1i+1BsltKufQHWuRT8kpH8tJXlDzQ8ri1YsVt1ooHKn1gJ11B+god3TbrFusW6ytss3ZUspbSSh6gOg8Ysa8d1i2VX51fp7Jv28krXb6I7NtKVH/5IrW+Tiy/jWXtKpXP8h1ZTuly264byxdZJ0pevlW6biy3jcQ+xWa9kvvL//62K11OUuXXjSp9hFKL8ttJtrVeybLSl5V/JY+IZZ3frpFar2WkbL1YZlvLI5RKtrMuGUlts3Rssi8tcR2nS6tuEdlG0u3Wj1JmW9GdXz/uJ92ytNPtR/P3a+oqu6/kfts9Uv6W9eO+0u8rH9vvu/0jo0tKmWxK/1dl/7vdo6L4O2+xrcij4n+3tzxSqaXWHxX3kf0+qleVd/K2FdlA5ZbKfu9is75B3Ht7yQ7WJTtYl8h2H0kp66RLKbUU2w6PjqW2l9T+zktfqqSy29d5+dzLYrvSpXZ4TIzkbZPcq4jsKrtn0R8d9yr6Y+KeSq3bx2Wj+arsnjtsGPco0sk//jHKSx6/YdzTovr3kC0iI1MSvdtY34dst7fTptiGQAACw0WA2UAAAhCAAAQgAAEIQAACEIAABCAw/ASGYYZ3G4ZJMAcITJRAv3/MN21N3beuc767bf/6WeJfL0suOXHpsHxBaSXLxBdOrORipU25SPmLTlw2uuSkZePCIvdXWsnnT7p/jMpy0peLz53UK5+V7bNvXT4+e5JE6QVd8oC44K2VfEbpqKwQn35rQ95W6Z9S+inZP/W2B0Yt50sflRXjk2/rJw+KT7xN8nZJJ/249I+/faWo0/Ok98rK8bG3d8u5yp/7jlWiLefIds47HhzndNKPSm/K2cqf/Y5Vo8g7R9OPSP/IOx8StXxY+qisFh96Zx85ebX4oOwfPHl1pRKlZ3XJGnHWyZV8QOmoPDTOPLkh73ponKH8GU6LPCzOeFclpysdlTXj/e/qlfe96+FR5N1KO3Ka0tPevVac1knfK71X1o73vLshp6wdpyp/6inrRFNOUb6SdaNO333KutGUdyn/rlMfEe86RdJIT5Z+8qnrRS3vlD4q68c7Tu0j71k/3i7729/zyKjlbdJH5VHxtvdU8lalo7JBnPSehrx3gzixSx6tfCVvee+jY1QeE29+b7e8yfnTNow3vVfitCNvVDoqG8UJp/WTjeP40yTvk3TSNyh9w/s2iVpeL71XNo3Xva9bjlP+uPdvFse9T+JUcuyIbB7Hvr+S1yptyjHKH/P+x0aXnP7YeE2RLZRW8urTt4hR2VL6lvGq03vlaNmOPmOrOPp0idJXdsnW8cozKjlK6ag8Ll5xRkPOfFwcqfyRI+k2ceSZlbxc6ahsGy87s59sF0ecKfmApJMeLv3wD2wfh3fSl0rvlR3iJR/olhcr/+KzHh+1vKijO33RWU+IOj1MelNeqPwLz9oxinxwNH2B9Bd8cKeo5VDpo/LEOET5Qz7otCEfemI8X7bnf2hnpRKlB3fJk+LgD1XyPKWjskscpPxBH3Iq+fAucaD0A50WeXIc+OFKDlA6KrvG/h/ulf0+vFsU+YjSjuyrdN+PPCXq9LnSe+Wp8ZyPNOTsp8azlX/22btHU56lfCVPizrd5+ynRVOeqfwzP/r0eObZkka6t/S9P7pH1LKX9FHZM57x0T5yzp6xp+x7nvOMqGUP6aOyVzz9nL1iD4nTUdk7nnZOQ87dO3bvkmcqX8lTz31mjMo+8ZRzu2U35Xf72LNit3MlTjuyq9JReXY8+WP95Dmxy8ck50k66ZOUPum850YtO0vvlX3jied1y07K7/Tx/WKn8yROJTuOyP6x48creYLSpjxe+cd//IDokk8cEDsUOVBpJdt/4sAYlYOkHxTbfaJXtpVt208+L7b9hETpNl1ycGzzyUoep3RUnh9bf7Ih5z8/tlJ+q5H0kNjq/Eq2VDoqh8YW5/eTF8Rjz5d8StJJN5c+Ki+MzT7VTw6LTT/VLZsov8mnXxS1bNzRnW786RfHxspvrHSjlmyo/IaffkkU+cxo+hjpj/nMS6OWR0sflcNjA+U3+IzThlxweDxKtkddcIRSidJHdsnL4pEXVLK+0lF5eayn/HoXOJV89uXxCOmPcFrkyHjEZytZV+movCLW+WyvrP25o2Ltz0qcdmQtpWt97pWxVid9uPReOTrW/FxDPn90PEz5h33+VdGUhypfyaujTtf4/KujKasrv/qFr4nVPy9ppKtJX+3CY6KWh0gfldfGqhf2kYteGw+W/cEXHRu1rCJ9VI6LlS86LlaROB2V18VKFzXk4tfFgyrppK9XWsmKF78+RuUN8cCLu2UF5Vf4wvGxwsUSpx15gNJROSGW/0I/eWMs9wXJJZJOen+l97/kTVHLstJ75c2xzCXdsrTyS3/xLfE/W64fEdV3mbLCk3LN/b+L/jvureuavugQgAAEIAABCEAAAhCAAAQgAIEhJcC0IAABCEBgHhC42zwYI0OEwIwRcCCTxR04bYvt3ZJR/jIjLMEGAQhAAAIQgEAEDCAAAQhAYH4QyKj+ekdre/v7UJ23t3WnCAQgAAEIQAACEIDAQibA3CEAAQhAAAIQgAAEIDD3BAh0mvvHgBFMM4GJ/gO+6VfrTi39V3OqBupfPy8KHRdJKhNHCIxPgFIIQAACEIAABCAAAQgMBAF/k7H0Dsbfg5rS9LDd+Tq1bmnnbUMgAAEILGgCTB4CEIAABCAAAQhAAAIQgAAEIACBGScw54FOMz5DOoDAOATqf8w7tdi1ndrWlFQmIyNY0SnYIAABCEAAAhCAAAQgAIH5RCD1NUYyxpD9XcjiYqe1OD+e2K8ub+q1rU5JIQABCEAAAhCAAAQgAAEIQAACEBh+AswQAhCAwEwTINBppgnT/kASaP7zva07X0vP4Bf5188SpWHpccAAAQhAAAIQgAAEpkSAShCAAARmgUD1Xabf2rT/XfRffcXplOu7jr8T9RuQ7bX0K8cGAQhAAAIQgAAEIAABCIxLgEIIQAACEIAABCAAgSUkQKDTEgKk+vAQ8D/r69lYt9T5kTT962eJ0rCMFKBAAAIzS4DWIQABCEAAAhCAAASWnIC+y4SlT0uN6Kf6u5DTpvSphQkCEIAABCAwzQRoDgIQgAAEIAABCEAAAhCAAAQgMD4BAp3G5zM/ShnlYgn4n/Ntp9rm1OJyp02xrS3+/799YpG1dil5CEAAAhCAAAQgAAEIQAACg0pgUVR//cfn7zkWl9apdWSACDAUCEAAAhCAAAQgAAEIQAACEIAABIafADOEAATGJUCg07h4KJzvBPr9c75pG0sfb96pwkwdLdLZIQABCEAAAhCAAAQGgwCjgAAEFkcgI1Myjpu/I1n6uYxl7+eLDQIQgAAEIAABCEAAAhCAwEwRoF0IQAACEIAABBY2AQKdFvbjz+xbBBb/j/vq98/FjxWdWvTIQgACA06A4UEAAhCAAAQgsOAJ6PuMvsf0W5v2v4v+G+V7ToNRO98oQoUABCAAAQhAYHAJMDIIQAACEIAABCAAAQhAAAJDTYBAp6F+eJlck8D4/6Qf9bRfLaPWWvOvnyWZEZZggwAEIAABCEAAAhCAAAQgMF8IZFR/veO1vdeKBQLDSIA5QQACEIAABCAAAQhAAAIQgAAEIDD8BJjhMBMg0GmYH13m1kPAAUw9RhnGsquoZ/evnxeFjoskPaUYIAABCEAAAhCAAAQgMI8JMPQhJ+BvMpbFT7P+jlSni6+BBwQgAAEIQAACEIAABCAAAQjMGwIMFAIQgAAEIDCPCRDoNI8fPIY+NwRS3WZkBCs6BRsEIACBhUaA+UIAAhCAAATmN4HU1xjJGJNwUFMtY7hghgAEIAABCEAAAguCAJOEAAQgAAEIQAACEIAABAaXAIFOg/vYMLIZJOB/3rebb9va+eK/yL9+ligNSzFy6BAggQAEIAABCEAAAhCAAAQGmkD1Xabf2rQqGXPkfb8bjelNAQQgsAAIMEUIQAACEIAABCAAAQhAAAIQgAAEhp/AwM6QQKeBfWgY2EASSP/6WaI0LAM5SAYFAQhAAAIQgAAEIAABCMwdgUHuWd9lwtI7xv7WUT+CnUZZoEEAAhCAAAQgAAEIQAACEIAABCJgAAEIQAACc0WAQKe5Ik+/A0Og3z/s+9nqAfvXz6WcFZ1qJKQQgAAEIACBiRPAEwIQgAAE5pCA122yzOEQ6BoCEIAABCAAAQhAYGEQYJYQgAAEIAABCEAAAhCYIQIEOs0QWJqdvwRKENM4w0+VZepokc4OgekkQFsQgAAEIAABCEAAAhCYOQIZmZIJdrC470YTbAY3CEAAAhDoQwATBCAAAQhAAAIQgAAEIAABCEAAAlMjMJ8CnaY2Q2pBYBIEFv+PfP/6WeLVnCyTaBtXCEAAAhCAAAQgAAEIQAACc0ug+i7jVWrb41BJ2zSXefqGAAQgAAEIQAACEIAABCAAAQhAYPgJMEMIQAACUyJAoNOUsFFp4RLwr58lmRGWYIMABCAAAQhAAAKzTYD+IAABCEyVQEb111vf9l4rFghAAAIQgAAEIAABCEBg7gjQMwQgAAEIQAACEIBAPwIEOvWjgg0C4xDwr5/Lr51Z0WkcShRBYA4J0DUEIAABCEAAAhCAwBgE/E3GMkYxZghAAAIQgMB8IsBYIQABCEAAAhCAAAQgAAEIQGBBEiDQaYE97Ex3yQmkmsjICFZ0CjYIQAACEIAABCAAAQhAYD4RSH2NkcynITPWKROgIgQgAAEIQAACEIAABCAAAQhAAALDT4AZQmAhEiDQaSE+6sx56gQW+dfPEqVhmXpL1IQABCAAAQhAAAIQmDsC9AyBBUqg+i7jVWrbAFTSNpGHAAQgAAEIQAACEIAABCAw3wkwfghAAAIQgAAEhpAAgU5D+KAypRkkkP71s0RpWGawK5qGAAQgMHcE6BkCEIAABCAAgeEkoO8yYemdXX9rrx8WCEAAAhCAAASGiQBzgQAEIAABCEAAAhCAAAQgMP8IEOg0/x4zRjzHBBap/0VezckinR0CEIAABCAAAQhAAAIQgMD8IOB1myzzY7SMEgJzToABQAACEIAABCAAAQhAAAIQgAAErlBWvgAAEABJREFUIDD8BJjhvCNAoNO8e8gY8FwTSA0gU0eLdHYIQAACEIAABCAAAQgsRALMeT4SyMiUzMehM2YIQAACEIAABCAAAQhAAAIQmBMCdAoBCEAAAhAYNAIEOg3aI8J4BpyAf/0s8WpOlgEfLcODAAQgAIE5I0DHEIAABCAAgQEkUH2XWdRnZCrpY8UEAQhAAAIQgAAEILAYAhRDAAIQgAAEIAABCEAAArNMgECnWQZOd/OdgH/9LMmMsATb1AhQCwIQgAAEIAABCEAAAhCYfQIZ1V9vz7b3WrFAAAIQWFIC1IcABCAAAQhAAAIQgAAEIAABCEBg+AnM7gwJdJpd3vQ2BAT86+fya2dWdBqCR5MpQAACEIAABCAAAQhAYA4JzHrX/iZjmfWO6RACEIAABCAAAQhAAAIQgAAEILBwCTBzCEAAAhCYVgIEOk0rThpbCARSk8zICFZ0CjYIQAACEIDATBKgbQhAAAIQmG4Cqa8xkululvYgAAEIQAACEIAABCCwBASoCgEIQAACEIAABCAAgckQINBpMrTwhcAi//pZojQsEIHA3BGgZwhAAAIQgAAEIAABCEySQPVdxqvUtiuqpG0iDwEIQAACg0GAUUAAAhCAAAQgAAEIQAACEIAABCDQIDCkgU6NGaJCYDoJpH/9LFEalulsm7YgAAEIQAACEIAABCAAAQjMKAF9lwlLbyf9rb1+g2dhRBCAAAQgAAEIQAACEIAABCAAAQgMPwFmCAEIQGCUAIFOoyzQIDAhAv718yKv5mSZUA2cIAABCEAAAhCAwBwRoFsIQAACXQS8bpOly0gGAhCAAAQgAAEIQAACEJjvBBg/BCAAAQhAAAIQWEAECHRaQA82U50eAqlmMnW0SGeHAATmLwFGDgEIQAACEIAABBYWgYxMycKaNLOFAAQgAAEIBAggAAEIQAACEIAABCAAAQhAYHgIEOg0PI/ldM+E9voS8K+fJV7NydLXByMEIAABCEAAAhCAAAQgAIFBJFB9l/Eqte3RqaRtIr9wCDBTCEAAAhCAAAQgAAEIQAACEIAABIafADOEwNAQINBpaB5KJjI7BPzrZ0lmhCXYIAABCEAAAhCAAASGmwCzg8AwEcio/nrnZHuvFQsEIAABCEAAAhCAAAQgAIGFQoB5QgACEIAABCAwXwgQ6DRfHinGOTAE/Ovn8mtnVnQamMeEgUAAAnNIgK4hAAEIQAACEJhHBPxNxjKPhsxQIQABCEAAAhAYDAKMAgIQgAAEIAABCEAAAhCAwIAQINBpQB4IhjF/CKSGmpERE1jRKdggAAEIQAACEIAABCAAAQgMDIHU1xjJwIyHgUBgeAgwEwhAAAIQgAAEIAABCEAAAhCAAASGnwAzHAwCBDoNxuPAKOYLgUX+9bNEaVjmy7gZJwQgAAEIQAACEIAABOaOAD0PDIHqu4xXqW0PSSVtE3kIQAACEIAABCAAAQhAAAIQgMBkCOALAQhAAAIQmBUCBDrNCmY6GRoC6V8/S5SGZWgmxkQgAAEIQGDuCNAzBCAAAQhAYLYI6LtMWHr762/t9cMCAQhAAAIQgAAEIDBVAtSDAAQgAAEIQAACEIAABKaDAIFO00GRNhYUAf/6eZFXc7IsqJnP0WTpFgIQgAAEIAABCEAAAhCYJgJet8kyTc3RDAQgAIHpJEBbEIAABCAAAQhAAAIQgAAEIAABCAw/gWmYIYFO0wCRJhYWgdR0M3W0SGeHAAQgAAEIQAACEIAABCAw0wSmp/2MTMn0NEYrEIAABCAAAQhAAAIQgAAEIAABCEwzAZqDAAQgAIHFEyDQafGM8IBAg4B//Szxak6WRgkqBCAAAQhAAAJzRoCOIQABCEBgQgSq7zJepbbtrpK2iTwEIAABCEAAAhCAAAQGjQDjgQAEIAABCEAAAhCAQBDoxEkAgUkR8K+fJZkRlmCDwHwgwBghAAEIQAACEIAABCBgAhnVn/Vusb3bQg4CEIAABOYfAUYMAQhAAAIQgAAEIAABCEAAAhAYfgIEOg3/Y8wMp5mAf/1cfu3Mik7TTJbmIAABCEAAAhCAAAQgAIGZJeBvMpaZ7WVgW2dgEIAABCAAAQhAAAIQgAAEIAABCAw/AWYIAQgMPQECnYb+IWaC000g1WBGRrCiU7BBAAIQgAAEIDA8BJgJBCCwEAikvsZIFsJUmSMEIAABCEAAAhCAAAQg0JcARghAAAIQgAAEIDDfCRDoNN8fQcY/uwQW+dfPEqVhmd3e6Q0CEJg7AvQMAQhAAAIQgAAEhoBA9V3Gq9S2J6OStok8BCAAAQhAYCESYM4QgAAEIAABCEAAAhCAAAQgMOAECHQa8AdofgxvAY0y/etnidKwLKCpM1UIQAACEIAABCAAAQhAYL4T0HeZsPTOo7+11w/LQifA/CEAAQhAAAIQgAAEIAABCEAAAhAYfgLMEAKDTYBAp8F+fBjdABLwr58XeTUnywCOjyFBAAIQgAAEIAABCMwRAbqFwMAT8LpNloEfKAOEAAQgAAEIQAACEIAABCAwuAQYGQQgAAEIQAACc0qAQKc5xU/n85FAatCZOlqks0MAAhCAwMQI4AUBCEAAAhCAwFwTyMiUzPUw6B8CEIAABCAAgaEmwOQgAAEIQAACEIAABCAAAQjMJAECnWaSLm0PIQH/+lni1Zws0zdDWoIABCAAAQhAAAIQgAAEIDDDBKrvMl6ltt2RStom8hCAwMwQoFUIQAACEIAABCAAAQhAAAIQgAAEhp8AM5xBAgQ6zSBcmh5GAv71syQzwhJsEIAABCAAAQhAAAIQgMD0EaClmSWQUf319mJ7rxULBCAAAQhAAAIQgAAEIAABCEBgJgjQJgQgAAEIQGDqBAh0mjo7ai5QAv71c/m1Mys6LdAzgGlDAAIQmEMCdA0BCEAAAhBYIgL+JmNZokaoDAEIQAACEIAABCAw0wRoHwIQgAAEIAABCEAAAhAYkwCBTmOioQAC/QmkzBkZwYpOMWgb44EABCAAAQhAAAIQgAAExiOQ+hojGc+FMghAAALzgABDhAAEIAABCEAAAhCAAAQgAAEIQGD4CYw1QwKdxiKDHQL9CCzyr58lSsPSzwcbBCAAAQhAAAIQgAAEIACBuSMwTs/VdxmvUtt2UknbRB4CEIAABCAAAQhAAAIQgAAEIACBwSXAyCAAAQgsWAIEOi3Yh56JT4lA+tfPEqVhmVIjVIIABCAAAQhAYO4I0DMEIACBhUxA32XC0sugv7XXDwsEIAABCEAAAhCAAATmBwFGCQEIQAACEIAABCAwrAQIdBrWR5Z5zRgB//p5kVdzssxYLzQMgTkiQLcQgAAEIAABCEAAAkNMwOs2WYZ4ikwNAhCAAAQmRgAvCEAAAhCAAAQgAAEIQAACEIDAPCVAoNMkHjhcIWACqUOmjhbp7BCAAAQgAAEIQAACEIAABOYHgYxMyfwY7JyOks4hAAEIQAACEIAABCAAAQhAAAIQGH4CzBACEJifBAh0mp+PG6OeMwL+9bPEqzlZ5mwcdAwBCEAAAhCAAATmjAAdQwAC85ZA9V3Gq9S2p6CStok8BCAAAQhAAAIQgAAEILCwCTB7CEAAAhCAAAQgMJAECHQayIeFQQ0uAf/6WZIZYQk2CEAAAm0C5CEAAQhAAAIQgMCgEsio/nrHZ3uvFQsEIAABCEAAAmMToAQCEIAABCAAAQhAAAIQgAAE5oIAgU5zQX0h9zkEc/evn8uvnVnRaQgeTaYAAQhAAAIQgAAEIACBhUTA32QsC2nOzHXOCNAxBCAAAQhAAAIQgAAEIAABCEAAAsNPgBlCYA4IEOg0B9Dpcn4TSA0/IyNY0SnYIAABCEAAAhCAAASmRoBaEJgbAqmvMZK56ZxeIQABCEAAAhCAAAQgAAEILDgCTBgCEIAABCAAgeknQKDT9DOlxWEmsMi/fpYoDcswz5W5QQACEJg7AvQMAQhAAAIQgMCMEKi+y3iV2nbzKmmbyEMAAhCAAAQgAIGZJkD7EIAABCAAAQhAAAIQgAAEJk2AQKdJI6PCgiaQ/vWzRGlY5gQGnUIAAhCAAAQgAAEIQAACEJgKAX2XCUtv3f7WXj8sEIDAbBKgLwhAAAIQgAAEIAABCEAAAhCAAASGnwAznCwBAp0mSwz/BU/Av35e5NWcLAueRn8A5vPb3/42zj///Hj5y18eu+yyS2y66aax0UYbjcj2228fe+65Z5xwwglxxRVXxN/+9rf+jWGFAAQgAAEIQAACQ0ag/Vlp1113jS222GLkc9Imm2wSO++8c+y///5x2mmnxc9//vP473//O6MU/vSnP8WFF14YxxxzTOy+++5d4/FnuK233rrYXW4/+8/ogCbSOD5TIOB1myxTqEoVCEAAAhCAAAQgAAEIQAACEIDAXBCgTwhAAAIQgECLAIFOLSBkIbA4AimHTB0t0tlHCfz73/+Oz3/+87HHHnuEL9g5iOkrX/lK/O53v4u77rpr1FHaX/7yl/jZz35WgqEOP/zw2G677WK//faLb3/72zN+IU/dsy8gAg6k8wXapnzoQx+aMQJuu9mXdY9hxjqkYQiMQWAYzJN9Pk3W/9Zbb42nPOUpI8Elfr4ecsgh8Y9//GMY8I3MwfPxvDy/Wjxvz3/ECWVWCPixOPfcc+NJT3pS12clB4j7c1Q9CAc13XLLLXHdddfF+9///vLZyoHjrus2ar8lTd3PV7/61fIZbKeddipBTg5i+uUvfxnN8bgf92u7yx3s9IQnPCGe/vSnxyWXXBJ33nmnXRYrv/nNb8rc6/OwTt/3vvcttu6SOPhz6FFHHdX1XHffM93vkox55upmZEpmrgNahgAEIAABCEAAAhCYZQJ0BwEIQAACEIAABCAAgYVGgECnhfaIM98lJOBfP0u8mpNlCVsbpupXX3117LPPPvHa1742brrppklPzRfarr/++vCF2AMOOCB8IW3SjTQq+OKcL3h/61vfalhH1AWhOJDsHe94x9BdsJ+LBw+Wc0GdPiEAgfEIeEUgBwcvzECN8cgMZpk/l3z4wx8uQT4nnXRSOIhpsiN1Hdfdbbfd4sorrwyfA5Nto+nvz1r+zPWSl7wk/BnMn8Wa5RPRb7rppjj66KNjr732Cn8WXFydFVdcMR796EdHe/v6178ef/3rX9vmact7nO3x3e9+94utttpq2vqYPw1V32W8Sm17zCppm8hDAAIQGAYCzAECEIAABCAAAQhAAAIQgAAEIACBISPQJ9BpyGbIdCAwrQT862dJZoQl2HyR7bzzzovDDjssfBFpOoj4Ytu+++4bXmFgsu15PL7w66Crk08+Of71r39Ntol57//3v/89TjzxxNh7773jhz/84byfz1xOAJZzSZ++IQCBsQj8/ve/j1e84hXxghe8ILwS0Fh+2AeDgAOKDjrooHjnO98Zt99++xIP6rbbbosjjjgi/DlnoisptTv1Zyx/1vJnrnbZVPL+DOjPgv5M6M9iY1YHoK4AABAASURBVLVx97vfvdyS7//9v//X5eLPKzfeeGOXbTozV111VbRvtbfeeuvFGmusMZ3dzJO2Mqq/erijqe2jOTQIQAACEIAABCAAAQhAAAIQgAAEhocAM4EABCAwXATuNlzTYTYQmHkC/vVz+bUzKzoV2L41nS/ceaWCYmgd7nnPe8aqq64avr3J7rvvHrU88pGPjPvf//4t79Gsf9Xvi7iXXnrpqHExWvPCry+4LcZ96Iq9EsMXvvCFchumj33sYz23Cxy6Cc/ghGA5g3BpGgLzicCAjdXvtV6tcI899gi/P/q1asCGyHBaBLyy5IEHHhg33HBDq2Q02++zkj83rbLKKuHAoFHPUc2PvVeIestb3jLh28bVtb///e/H6173ujFXUHKfXnlp2223Hfnc5s9vm266aaywwgpxt7v1/wrp89MrTnlc4wU7rbvuurHaaqvVwynpHXfcEVdccUXRp/vwt7/9LS6++OKuZj0H3wrQ7LsKFkTG32QsC2KyTBICEIAABCAAAQhAAAITI4AXBCAAAQhAAAIQgMC8ItD/v9TzagoMFgKzSyDVXUZGsKJT+HZeXjnIF7aisfni0TbbbBPnnntuubXK+eefHyeccEK5tYlvb2I588wz45JLLonLLrssXvOa18Syyy7baKFS3e673/3uCa9W4SCfhXzh1ysVvOc97wmv9FARnNnjMLcOy2F+dJkbBOYvAb/vnnXWWdySdJ48hF416aijjupZScjDdzDRk570pDE/K/lz06c//enyOcrBTO3AILdhsc9HP/rRCd/Gzu9vxx9/fN8xrb/++nH66afH1772tfjc5z5XVof0Z7ZaTjnllLjwwgvLiptjjckBWD5HHUzl8fWTZZZZJhxE1S7zipweX9u+pHk/b3760592NeNALq/o1GVcMJnU1xjJgpkvE4UABCAAgekgQBsQgAAEIAABCEAAAhCAAAQgAIFBIkCg08w8GrQ6rAQW+dfPEqW6ojSss5zQvO66667whbU//OEPXf73u9/9wr/mdwDUwx72sDF/9V9X+t///d/Ybbfdwhfqdt5559o8kvp2Lw6YGm9lgBFnFAhAAAIQgAAEIDAABBzoM9aqSY9+9KPj4x//eBx33HGxuM9K97jHPWK77baLs88+Ow4++OCeFZ4cWHTaaaeVgKiJTNsBTD/60Y+6XL2q0cte9rI444wzYoMNNoj/+Z//6SpvZ5pj8i35HODe9PGqnB/4wAfCAetNe1Pfaqutwp8ZmzZ/5puJ29c54My3om32teWWW8aDHvSgpmkB6dV3Ga9S2560Stom8hMjgBcEIAABCEAAAhCAAAQgAAEIQAACw0+AGUIAAgNEgECnAXowGMo8IJD+9bNEaVjmwZBnaoi+GOULR832faHs1a9+dWy99dbCk82ixer3uc994phjjoldd921x9e3G/Gv8XsKMEBgAgR8Pn7nO9+JpjznOc+ZQE1cIACBuSbg52rzuWvdz+npGtfyyy9fAm3dbi1eGe/e9773dHUxEO14Pp5XPUenDjD2/Gd+gAuvB98q7dRTT+1ZNckBQfvss094tcpVV111UmD8Gcu3wPPnLOvNyg4oeu9739vTX9PH+p///Oe46KKLrI6Ix+QAqmc84xmLDU4fqdRRPI7nPe95ceihh3Yso8nXv/71uOqqq0YNLW2NNdaI9opKvn3dl770pZjO4HavEHX55Zd39b7UUkuFbw2YObnPql2NzOtMRvXXOwnbe61YIAABCEAAAhCAAAQgAAEITIQAPhCAAAQgAAEIQGD2CBDoNHus6WlICPjXz+UCjFd1GpI5TWUa/sX9rbfe2lV1ww03jC222KLLNpmMVxDYb7/9wrcTadbzRaprr722aUKHwHAQYBYQgAAEIDB0BD7zmc+Eb8PWnthTnvKUOOyww8IBQu2yieQzM3bZZZd41rOe1ePuVZocJNRT0DDcdNNN8etf/7phiVh99dVLm5nZZZ9oJjPjqU99avi2d806DlpysFPT1tTN4IlPfGLTVHQH4d18881Fn46DP686OL/Z1pprrllW0mraFpbudZssC2vWzBYCEIAABCAw5wQYAAQgAAEIQAACEIAABCAAAQhMGwECnaYNJQ1NN4FBbc+XgTJ1tAzqIGdhXL4lS7ubbbbZZsoX7+q2VllllbIiVJ2v02uuuWZaf+Fft0sKAQhAAAIQgAAEpovAb3/72/jYxz4WvqVcs81NN900XvSiFy32tnCxmC0zw6svPfzhD+/xvOCCC+Ivf/lLj702eHXMf/7zn3W2pBtvvHHc//73L/pUD0svvXT0C1py8NU//vGPMZt91KMeFSuttFJX+e9+97v43ve+12WbasY/THDwl4Oumm3stNNO4VsnN20LS8/IlCysSTPbeUCAIUIAAhCAAAQgAAEIQAACEIAABCAw/ASYIQSmiwCBTtNFknYWCAH/+lni1ZwsC2TW/abp27K07dNxC5zMDAdM/b//9/+6mv/DH/4Q7YtzXQ5kIAABCEAAAhCAwBwT8G19HezUHIZvz+vbzi1BcE2zuRKY5FWdfNu5ZsFPf/rT6BeIXvv0++y2wgor1MVLlDpgqv058JZbbonxAp0e9KAHxZZbbtnVrwPErrjiirjrrru67FPJeGUorxDVrOsxeqxN28LTq+8yXqW2PXeVtE3kIQABCEAAAhCAAAQgAAEIQGD2CNATBCAAAQhAAAITJECg0wRB4QaBioB//SzJjLAEW5PA3//+92Z2yvoDHvCA8OoAXmFg5ZVXjjXWWCN8m5HpuOg15UFREQIQGFACDAsCEIDAYBBwINHFF1/cM5itttoqHvnIR/bYl8Sw2WabldvONdvw56Rrr722aVqs7jEv1mkCDssuu2xY/PnNn91WXXXVeMxjHhP/+c9/xqyd2T+4/bvf/W54ZacxK06wwCzaQWcbbbRReGwTbGJI3TKqv97p2d5rxQIBCEAAAhCAAAQGhQDjgAAEIAABCEAAAhCAAAQgUBEg0KniwBECEybgXz+XXzvPhxWdJjyryTv2WwHgyiuvjDvvvHPyjbVqrL766uELhZdcckl85jOfifPOOy8OP/zwuO9979vleeutt8ZTnvKU8EUry8knn9xV7ozruayW7bbbLn7wgx+4aLHiW574AtnZZ58dL3jBC2KXXXYJ33qmbsvp9ttvH3vuuWeccMIJ8fWvf33cC3r9OvzQhz40Mn635/l4Xvb997//HZ///Ofjmc985ki/7u+oo44Kr3Zg1s36vhXLr3/9a1cdkW9/+9vlVoBuu5Zjjz12pHyqivvfZJNNusbucfki60Tb7NfGvvvuG3/9618n2kR5LP2Y1nNzeuqpp3bVdz+2N8XcupyUsa32mWmWv//97+O0006LffbZJ7bYYosRjn58999///A5Zx8Na9Z2nxf1/J0ecsghIytxOIjRfJ761KdG/bjvvPPOcdxxx4UvJHsFjokM1LdU8nPazyfXr9tyfzM5d4/v5z//efjcePazn931nPBz2s87z+Wb3/zmtLyGLW6eHoPH4jF5bBNh1/Txa4THbG61+Dxv+ngVFd+yybfKesITnjByjjXnO5nHrtl2P93z8Hw8L89v66237tvnZBn7vKvnWKftufYbz0Rt/Vg2z/2JtjOT7xfN56bZtl8jP/e5z42wrhmZW3PsPh88r7rcqc8hz7/pNxHd7z1+HP2c2X333btew/x6ZpvLpvKe6P77jbU9n3oMr3rVq6L5WuLXFOf9fuTzxH5uc7bkhhtuKO9Lzf68QqXHdPe7371pXmLdweB+//Mt7Py+8cEPfjC8mpQf57EadyB5u8yfE/ya1bZPNr/MMsvEOeecE1/+8pfLZ7fzzz8/jjnmmJ5b07XbXXfddWOdddbpMvv97//+7/+6bJPN+DPURRdd1FVtph6Lrk7mRWZRVH/zYrAMEgIQmAwBfCEAAQhAAAIQgAAEIAABCEAAAhAYfgLMsBAg0Klg4ACBiRNIuWZkREpi4W4ORmrP/vLLLy8BOG37fMv7gv0Xv/jF2GOPPWLXXXeNt7/97eELbl5doB3I44uDP/vZz8IX9BxQsOOOO8aZZ545EiAy1bn/8Y9/DLf32te+Nn70ox+N3MLF/Tl4wQFc++2335zdzu9hD3tYrLjiil3T++EPfxged5dxnMy3vvWtMOumyy9/+cv4zW9+0zSNq19//fVdgVFLLbVUPPaxjx23zlwW+uLtkUceGU9+8pPj/e9/f5iZL8ZGZ/Pje91115Vzzufe0UcfPSmmnWamNXHwioMrHEj4q1/9auQx8y2JPvvZz8YBBxwQDir417/+NWa/nrfn4oCb17/+9eX55PrNx785d/Nxu35ujdnoBArcvp/LDrzw89nPTQc6OpCiru7ntAMEPZcXvvCF8cQnPrEEV04lQOIXv/hF+PFd3Dw9Bo/FY/LYPEaPtR7TkqRu5wtf+ELstttu5XFxsMmf/vSnkSab8zVjB3A6qNSBOiNOk1Dcn8fveXg+npfnN1OMJzG0WXGt5++5+zk7F+8XszJRdeKAxzPOOCMe//jHh58rfs74Nbv5GmbdNpf5PWyHHXYIv3a4rppY4t3nqQNz9tprrzIGn+vN1xI/Hs7X75MeqwNHp/J8nspgfZu0O+64o6uq3yv9ntllnKbMwQcfHB/96Efj0EMPjUc84hFxj3vcY9yWfas4v082nXyrOwegmm3TPlu6b+e3zTbb9HR32WWXhc+nnoIJGvy6fuONN3Z5eyWntddeu8u2MDOprzGShTl5Zg0BCEAAAhCAAAQgAAEIQAACQ06A6UEAAhCAwMIgQKDTwnicmeV0EVhU/f65XAySPl3Nzsd2HvWoR/X8St8XpI499tjwygvW5+O8vIKTLxy+8pWvjJtuumnSU7j99tvLqjEHHnhg3HzzzZOu7wq+jYxXQbjqqqucHVN8K5z2Bcsxnae54IEPfGB4FYZmsw4Emygzr0jyve99r1m96LZPtA3fDucb3/hGqVcfVllllVhttdXq7EClvji/7777xqWXXjoSLDTeAB2Q4gAUr9ThgKjxfGeqzOfwK17xinDgwlh93O1udwsHM9zrXvfqcfFrpVclcxCI5+I59Tj1MThYwasN7b333uHAiqkEKTSfy77g3aebvqbbbrst3vKWt8SLX/ziCQeZeXx+3fPqa358JzpPD8Bj8+vNYYcdNuH+XK+f+LXDK9xYPI9+Pm2bg0Je/epXl2AUz6NdPl5+NhmPN465KmvOf6KvW82xTsf7RbO9mdSvvvrqsrrge97znvC4J9qXA9783Hj6058efg2caL1+fj4/HTTlFeEmyttjdfDZa17zmvDzo1+702Xze9KPf/zjnubWWmutWG655Xrsc2FwwNWaa67Z1bVfb0855ZQ46aSTYroC0ro6mEDGK4F5haqmq4OU/PrYtE1G/9rXvhbNIE/X9cqB7X5sX3iyKPz+7FVq23NXSdtEHgIQgAAEIABjdFxrAAAQAElEQVQBCEBguAgwGwhAAAIQgAAEIAABCAwFgbsNxSyYBARmi0D6188SpWGZrX4HsB+vCuCVT9pD80VNX4j0rb/e9ra3lQAJX0xp+01H3gEWvoXeyiuvHJall166p1lf0HJZLR63b13S4yiDgzpe8pKXxHe/+13l6n1qqVdhesMb3jDpC6teCeKd73xnWfFmvJ49L1+wu8997lPm7vl51Yj2rXHuec97loA0l9fSj9N4ffUrcz++RVCzzGP3ahZN21i6V20aK3jGF8Mncs784Q9/KKtdNfvYcMMNY5lllmmaJqzPJEsH+RxxxBHhMU94QB1Hs/JFep+fHdOsJA4K8Dm8uFWVvLqbb4PVHpSDErxq1XHHHTflFc4cMORb/PkCvNtr9zFW3oFhvn3TkjyXvYqbAw7NYax+bPdr3ute97oSKLQkAZ7u76CDDgqvoOV2Jyse5/HHHx9eXWmydR3o4FVvPvaxj0246mwynvCgZtHRz8fZer/wa3b9+u33PL/3Nad673vfe+R9oPbz61nTZ6q6X4u9OpMD8fxaNNV2/NpnXm7LbU62Hb+/OBjH56nP18nW9/Pi3e9+98jqiJOtPxF/Pwd/8Ytf9Lg+8pGPDL9n9hTMgcGrJznorH0O+bXWz3+vRueAdQciT4XzVKfkAOX2ZwoHKS0u4Hus/vxYeEWoZvn97ne/cIB407ZwdX2XCUsvgf7WXj8sEIAABIaXADODAAQgAAEIQAACEIAABCAAAQhAYD4QWLJAp/kwQ8YIgWkmsEjtlYt0C3xFp8wsqzusv/76ItK7exUF307FtzPyai9eYeSKK66IP//5z73OU7Q42Od973tf+JYrluc+97k9Lb361a8eKbePL5J6RYO2o4MVTjjhhOgX1LHSSiuF23bAxcUXXxyWCy+8MHzR1HZfeG6357wDdnzbKOsTFd/i68orrxxx96pJb3rTm8L9+fZ4vv3Xwx/+8PAFQV8YfNrTnjYyv7POOiscyDVSWYovsJ577rkjPmbw0pe+VCVLvq+zzjrhC4fNlnwrObNs2vrpvrWVV2/qV+bHwOdPv7Km7ac//WlX4JAD2JbktnUzydLnTJOLzxmfOx/84AdHzicHBvo2S/0uiJvJOeecU1ZgaDKYSd2PkR9P9+GL4ptvvnkJ5vFcfEHcq6p4BS0H3Pm5aL9a/Brp5//pp5/es3qV2/J57ZWi3I7b8/nt+fsiu4Pz6nac+mK7z32353ZtG08cgOLAsH5BGW7bffg55YAL9+3HwI/Fsssu29Osg48cuDlWkJXt73jHO8rzs1253zzdp/v2GDyWdh0H/5mL59AuW1zeLL/85S+PuPk88iop7s/9eq72cQCYz78Rx45izi73KkUd05iJxzdbjMccxBwW+Lk8m+8Xfs32a7flrW99azhYpTn97bbbrus13n5+PWv6TFX/yle+Ej6H+gXx+Tzyc6f53mjdNpe1+3QbbstttssWl/dKaeedd97I64mfX/784aAcvz74/Hbq54/fG/u1d9FFF4Vv09avbDpsfv9uf8bx+1K/zxzT0d9U2/Drjz+X9avvx+hzn/tcePXBbbbZptxC16/PDlSbyOtvvzYnYvPr1dZbbx1+XJv+Plf8fGvaJqL/5Cc/ifbqWuutt16sscYaE6m+AHy8bpNlClOlCgQgAAEIQAACEIAABCAAAQhAAALDT4AZQgACEJgHBAh0mgcPEkMcLAKp4WTqaJG+kHevMuGVTBZ34egvf/lLfOELX4jDDz+83OLKF7Ne9KIXleCAmb54NtHH57LLLutZRcmBCC972cvi05/+dHg1C68WtPzyy4fFF3E322yzYvdFQa/84lU1mv05cMAXVn07m6Z9ovpTnvKU8Io4viDp/lZdddVw4JiDtV772tfO+QoRD3nIQ8K35GnOx6vR+GJv09bWfbHUq0W07XXewR79glTqcqduw4+ZGTtv8YpWg3ZB2eNqis8pn0uf+tSnyrnziEc8YuR88vPijW98Y3zkIx8JP9bNetYdAOfni/XZFF94PvTQQ8MrjTmQzOf/Qx/60Nhvv/3CgQW+tV57PN/61rfCAQ/Nx8c+q622WnhVlg9+8IPh29m5Hbfn89vzd/CIg3J8Id79uo7F7bg9M3B+LPGqJL7VnQPDmj5uy226bffh55SDAt23HwM/Jn6e77zzzs1qRfet98ZaVcQrdblecWwcvKpOv3m6T/ftMZidAwka1YrqsXsFKwccFMMEDw7gMCe7b7rppnHBBReUx8z9uV/P1bwPOOCA8Pm3zz779AQVOMjpq1/9qpsYU2ab8ZgDmcMCv/Y4CK45BD+35/L9ojmW6dJ/9atfhQMQ2+ei5+rnjM8jp833Ruu21WX2bY7HbZ144ol9g4qbfm3dK4i5ru0+j/0++IEPfCB22WWX8nrp89uvm35dcUCUH4t2374tmwOi/P7hdqZbbrvttp5VHJdaaqm4733vO91dLVF7//M//xNHHXVUCZgeryEHGDlY259vvILnlltuGX6992uXbylXv96M18ZkyrwyoFcIbNa54YYbwkFLTdvidD++fm3+5z//OeLq9wCfK+1zYsRhwSkZmZIFN28mDAEIQAACEIAABCAAgekhQCsQgAAEIAABCEAAAnNPgECnuX8MGMG8IrAoyp9Xc7LMq7HPzGAf/OAHx3ve857whfWJ9tC+eLbjjjuGAzy8eoxXSJloO9Pl51ucfOITnxhZKcLt+qLYwQcfHM94xjN6ggFc3hT77rrrruXCofVmmQN/xlq5qOnX1n2x2Lf56XdRLjPDq0S068x23oFdXlGj2e+tt94aN954Y9NkvUsc+ObVgmqjmfnCa503r5tuuqnO9k3bbdjp0Y9+dDzgAQ+wOpDix/L1r399WR3M+liDXHPNNcOr5bRvPfW73/0uFsdlrDaXxO6Lw8961rP6Pg/aj5378fP7rLPOijoowTaLz2kHK2288cblAqtt/cSrQzmA8sADD+zq0+05sMGPfb96tjnYx7eosl6Lx+i23Kbbru3t1Lx9Qd8BUc0y9+sAKQf4NO0O6PN42hf7vWqIAxQXN88HPvCB4dVtnv3sZ3fN0304uOBrX/ua1UmLAyQdnOL2x6rs88/BKA6Cavt84xvfiPGCM2eTcXtsg5AfxPeLmeDi890BiX7dabbvVfze/OY3L/Z1zOeYV3ayr+s023DApldocx9N+0R0r2bo55dfJ8fy93Pe791+3Wr7+HaW472GtP0nk/fnl/brgec+iO9LHpcDKv3ZxbwmMk+/Fl533XXhQE2/zjhQ06t1+vVqvNeMibRtH78++3XTei0OTvvmN79ZZyeUOuCsHZzqQGi/Nk+ogQXhtCgcEOZVatvTVUnbRB4CEIAABCAwWQL4QwACEIAABCAAAQhAAAIQgAAEZpwAgU4zjnhxHVA+vwj418+SzNCV+mCrCCy33HLxrne9K44//vjwyiyVdeLHP/3pT/HJT36yrBDjW3e5LV/cmngLS+bpFVR8G7RmK17lZbfddtPDrMe6WTCO7tVuvNJE08VBO76o27QtTvdFR992qH17osXVm4tyr8DQDrpyIMR4Y3GwjleDqH3WXnvtnpUlfNs/X4Srfdppuw2X+wJp5sQfL9eZTTnooINi2223nVCXvuXgVltt1eV7xx13THpli64GppBx8I8vaDcD0RbXjC9KX3PNNV1uXmnFq5D5taKrYIyM+3OQRJuBz632Sjp1Ez5fvFpL+7XDwTxehcRt1r5jpfZxUFQ7MOE73/lOeKWxZr3LL788HMjYtPliuoPZJvo66P58C0AHkzXb8WPtlaIcWNC0L073649X33KQyeJ83feee+4ZXnGm6fuLX/yiZ1Wauny2Gdf9DlI6aO8XM8XGr7G+3Wyzfb83eaUkr+zTtI+n2/eoo47qCc512+5jvLrtMgfCHHHEET23TG37OZ+Z4SCedsCf349vueUWu0y7tF97pr2DaW7QwcoOqvXqc37tmGzzDmr1ap1eodPvbX7tcwDoZNtp+jvQ1O87TZsDqfxZqmkbT/eKke3XZp+HXtluvHoLqyyj+uudte29VizTS4DWIAABCEAAAhCAAAQgAAEIQAACEBh+AswQAhCYaQIEOs00YdofOgL+9XP5tTMrOnU9tr4A6pWZfBs33zrKAQoTudje1Ygyt99+e3gVCQdX+AJae3UEuUz77qCM9gVKX7Tzrfkm05lvT+PbuU2mTj9fB1k40Kpf2aDZHv7wh4dvR9Ycly8yjndR0itCNG8p4zZ8G8BmGw4m8LnQtDV1X/hstuGL2Q4OavoMkr7SSiuFL+Bm5oSGdfe73z222GKLHl/fWqzHOIOG1VdfvefxHa87r9By6aWXhgN1mn577bVXmEHTtjjdrx9ekaV50duvB27f/bTrO4DBqxE17a7rvh3U07SPp3vOfv43fdorlfkC/1e+8pWmS9Gf85znhFe5K5kJHjw2z9PP+2aVa6+9Nny7rqZtcfr2228fDgZZnF9d7ufuKqusUmdLasaWkmkdZpNxq+uByQ7a+8VMgfGKYg5Cbrbv12mfY03bRPTHPe5x4UDgpq/b/vKXv9w0Vfo4R6/m5HN2HJeuIj+n/P7SNPrc7vf60fSZqu7nx1TrzlW9zAwHCZ977rnhW/45OMwBUJMdj4MyP/OZz4RvHfihD32oZ0W/iba31lprxaMe9agudwei+zNBl3GMjB9b37bOj3Pt4mDOybz/1vWGO/U3Gctwz5LZQQACEIAABCAAAQhAAAIDTIChQQACEIAABCAAgSUkQKDTEgKk+sIj4DCFjIzQxaFg6yHggCdfpHr7298eXvHEt3bae++9Jx3k4FuPeKWBN7zhDeGggp6OptHwmMc8JrwigS+EeeUZB834wt9ku3Bwyr3uda/JVuvxX2211SYVrNDTwCwaHAy2zjrrdPXolW9+85vfdNnqjG9v41sH1XmnvqXZwx72sK4VP8Zrw+eDb3PourX4YrYvatf5QUvXXXfd8Hk1mXF59QlfoK3rOPVts5zOlvhx8S2OJtrfH//4x/CqS01/z7tf0FbTZyzdq4w48KhZ7se+fTstl3t1mLbdr0W+cO7yiUpmhlf/WH755cPBcw6U8q2amq8JXrWkvWKIA7lcb6L9NP08x80337xpCgdfOqimyzhOxueKA0HGcekpusc97hHLLLNMl93nmINQuoydzGwy7nQ5cMmgvV/MBKB+r9N+b/fKYw5AnGyfruMVEt1Gs67fC/x63rSNp/t1xO+z4/k0y3x++z2qafP57c8XTdt06fNhFcax5pqZscYaa4Rv33nZZZfFxz/+8fBKeLa1H7ex2rDdj+fJJ58chx9+ePj9wLbJiM+V9uuog5q/9KUvTagZvwf4vGo6+zaHfi9r2tBTX2MkgIAABCAAAQhAYGAJMDAIQAACEIAABCAAAQhAAAIQGJ8AgU7j86F0fhCYvVEu8q+fJUrDMns9z8uevFLJ+uuv8yQFsQAAEABJREFUH77VzAUXXBC+Vc2pp54aEw188i/yXe9Nb3rTjAY7rbfeeuGVWBzMcP7558fnP//5aAfvzOYD0C/AZTb7n0xfmRle5aN5IdSrOf3gBz/o28yf//zn8OoMdaGDSXzrOgd3NQOV3IaDKmq/ZtovyMQriPmidtNvkHQHOk3mAr3H7gu+7dsC2j6b4ovck+nPj5kvNDfrLEkQmoOs2heoHYTTL5DuJz/5Sc9KUhtssEGYY3M8E9G9+oxvg3fmmWeGb9XlIEifq3Xdm2++OTyOOu/Uj7GDuqxPVjKr4Kp2vRtuuCG8Qknb3i/v2wK2V2fq59e0OTiq+bxzmV93x+pzNhl7LIMog/Z+MROMHAzkWxg22/Z5siQrDfp13rd2bLbpgNaJBh35tWC11VZrVp+Q7uDlpqPP7zvvvLNpmja9+RoxbY3OQUN+P3fwpW+D6VWevvrVr5aVNicT+ORbjB599NFTCnZyoJMDR5tT9+1s26+5zfJa90pk/oxQ553utNNOMZ+D0DyH6Zfqu8yiPg2rpI8VEwQGjgADggAEIAABCEAAAhCAAAQgAAEIQGD4CTBDCIxLgECncfFQCIEWAV2M9u+fMzPCEmyTIeDboXjFkTrwyasGOIjJQQXjBSM44OATn/hELBrA4DJfMPXFWgdI7bvvvnHRRRdNBklf3/aF2b5OA2T0xW9fBG8O6Vvf+lbfAI2bbropmrf38VwdHOLb/rVv+eULm/0ec6/W4FuJ1f35Vl1euafOD2I6lQv0gzCPyQbO/PrXv+4JNvIqZw5c82M2FXEAT5OFb4vnfpo26z/60Y+cdEk7SKqrcAkyDvhxwESzCQd0TTaYrVnfrNurK/nCvm8J1fQbS19hhRXCr7FjlfezZ2Y4qCEmuM0m4wkOaV65zcT7xUwAcKCIg1Kbba+88sqx7LLLNk2T0vu9xnv1n7/85S8TaseBKu3XgolUdMD1RPxmysevE5aZar9/u9NrdRCx3+ebgU9etWnHHXcc9zXnqquuitNOOy183k9mRP5M4NX0mnX8OevGG29smnp0v1Y6KKtZ4OCz5mp8zbKFrWdUf70UbO+1YoEABCAAAQhAAAIQgAAEIACBwSPAiCAAAQhAAAILmwCBTgv78Wf2UyDgXz+X4IsBDLqZwnTmtIovXO6www7hC2Zf/OIXw7eq63ch1RcJzznnnGjfKmq2Bu/+HXDgW3I5kOmkk06KF7zgBeFVXrya0e677x5eDep73/te3+Ce2RrnXPXjICcHeTT7/+EPf9h3JYfvfOc7XYEwrufgDK8s4wupzTZ+9rOfxe233940Fb4OomoafXszr4LVtKHPDQGvBNPu2c9tr6gxVTnjjDPaTUa7H99qqx0w4RVgfG52VZ6mzC233NLT0pIGszlgz6+JzYbdj4NBmrax9CUJshqrzaZ9thk3+55P+jC8X/h117cLa3L3akx+nW7aJqO7bvv56H4c/DiRdhyQZ5mI71z5eH5+3Wn279eqqdzCrdnGoOkOfHKA+vHHHx+XXnpp+DPRWK9/XiHTAU+TmYNfy3beeedormjoAFffvq58/h6jMX9m8OewZvFGG20UDqhu2tBNwOs2WawjEIAABCAAAQhAYEgJMC0IQAACEIAABCAAAQhAYKgJEOg01A8vk5sJAqlGM3W0SB+Wfa7n4WCX3XbbLT75yU+GL6C1x+NVgHyRq22fibxXH/jmN78Zr3rVq0owk1ehclDTc5/73BKMde6554Zvy+Lgp5nof6wLhjPR13S06Yuem2++eVdTvn2ZV29qGh2wcf3114+YfNHabGuDbzNmW533Cg7tW5T5grGDqGofp+7b5491ZPoI+IK9L9xPpkVfaJ6M/1R92/34Ofuvf/1rqs1Nup6DF9qV5nrlmPZ4pjs/24yne/wz1Z65zOX7xUzMy88lB5Y02/Zrc6Y++zSN6F0E/JrpgK6m0a8VE709X7PefNH9urfNNtvE2WefHU972tN6VojzKkuf/exnS5DyZObkW0SutdZaXVW8mqM/C3YZG5krr7wyvHpgbXKglAOmHDhV20hrAhmZkjpLCgEILEgCTBoCEIAABCAAAQhAAAIQgAAEIACB4ScwzDMk0GmYH13mNgME/OtniVdzssxADwu9SV8o9OpIG264YQ8KX+RysExPwTQZfEHuvPPOiyc+8Ynxwhe+ML7whS/EZIKZfDHNQT/TNJx51cz6668ffuzqQfsiuVdvqvNOfTuk5qpcDqLxakwuszzkIQ8J26xbfMGyHSzlW9c0g5/uc5/7hAOk7I9AAAIQmC0CvF/MFun5049vz9d8D/PIvcJX+33M9mET33745S9/eeyyyy49U/NqmA5S7ikYx+DPE+2gd7/3X3PNNX1r+fPC17/+9a6y1VZbLdZdd90u2yQyQ+5afZfxKrXtiaqkbSIPAQhAAAIQgAAEIAABCEAAAhAYVgLMCwIQgAAE5jEBAp3m8YPH0OeCgH/9LMmMsMTC237729/GW9/61th///3DKzB5pSPfxq19m5slIePbN3n1JP8av9nOzTffHDMV6OSLcIcffni85S1vicmsvuCVhDbddNOy0tMll1xSVoBqjnmh6CuvvHLP7WF8cbN5XjjIqXmbIt9OpnmrQl8g9q3smsy+/e1vR/NWNb5tnS8c1z6rr756+GJmnSeFAARmmgDt837BOdCPgAOd1lhjjZ6i6667btIrGvU0Mobhz3/+czzvec+Lo446KrzqpfP9XH2bwHe/+93hz2v+7OaVjvbYY49JBXP3a7dp8+pO++yzT/g2nE37X/7yl/BzpmmbiL799tt3teX3/iuuuKIvS9+yrr3a47bbbhvLLLPMRLpagD4Z1V/v1G3vtWKBAAQgAAEIQAACEFiYBJg1BCAAAQhAAAIQgAAEBpcAgU6D+9gwsgEl4F8/l187L9AVnXzB6vOf/3z4wp1/Xe8VjxyA1AxomY6Hbu21144HPehBXU35F/vj3baky3kSGd9a5phjjim3oxurmldrWnHFFcMXzg466KDwBUMHNl1++eVxyimnlKCvpZdeeqzqQ2/36gvN29B5wl7FwueHdcvVV1/tZES8CpQDxWqDV8Nac80162xJfYsyX6B1xo+/L2Zar8V9uu86Tzq3BByk2B6Bgwe9utd0yrHHHtvVTWb23DIpZnDrN0/fwmwGu5zzpjNzVhnHgG4L4f3iXve6V7QDjR1k0gw6HdCHZ06HlZmx8cYb94zBAThTCfTpaaiPwe+zP/jBD0qQk4Oddthhh9hpp53i2muv7fL2CmQOhPJtd/3Z7ZZbbilB3c3g464KU8ystNJK0X4f93v3VD67rbLKKuHPgs2heGVP3xq3afN5+dWvfjW8kmRtd7CVA6XqPGmbwKKo/tp28hCAAAQgMCkCOEMAAhCAAAQgAAEIQAACEIAABCAwZwRmLdBpzmZIxxCYZgKp9jIyQhe0YgFuXnWnHVjiC1i//OUvp5WGL7Q+8IEPnNY2+zXmC2Qf/vCH+wY5rbDCCnHkkUfGRRddFN/85jfjc5/7XJx44olx8MEHx2abbVZWGsjUudCv4QVo22ijjboujvu8+OlPf1pI+EJnM0jJF9HtXwobB9tcVpt+/etfR31R86abbgqvClWX2c/+dZ507gn4OdMehR+3tm2680sttVTXbQ/dvs85n4PWp1tmYp4eq8fcHKuDPZvBgM2y2dZnm/Fsz28i/S2U9wuvTOTHu8nEr8NLEtDs1Rh9+9Jmm/4s4c8UTdt81x2Ys/zyy3dNw+x+8pOfdNmmK+NVDtuPiwOz22Pw64hfT5r9evWn+j26aV8S3efNdD2mvh2eb4V3t7uNfl31OeRgreYY/dr5jW98o2kqAVIOlOoykmkQSH2NkTQsM6HSJgQgAAEIQAACEIAABCAAAQhAAALDT4AZQgACEJgrAqP/OZ6rEdAvBOYTgUXV7599sTOkz6ehT9dY73Of+4RvU9ZszxfZfLGtaVtS/T//+U/4IlyzHa+istxyyzVNS6x7NSoHMrUb8m1dPvGJT8See+5ZAigys+3SkzcHX3DrKVggBt9CbsUVVxyZrVcAqc8LX+h10FJd6NUW2ueRy9xG8yKpz4H6Quw111wTf//73+1WxL7tW92VAg5zRuBhD3tYz6o/P/rRj/reami6B+lbIbbbnGqQlYMyDjnkkPBFdt/q6aSTToqvfOUr4VVR3MdMzNNjbQc6+bngwAH3OQgym4wHYb7tMUzj+0UM8vuFg4yXWWaZrul7FaDbbrutyzaZjOu2A6Jn4j19MmOaCV+/r62zzjpdTXuloQsvvHDaXwe9upiDsLs6U8bvi37tkDqyO9DJYxsxdJSvfe1r0zouf3bzyp+d5kviwLl24FUpmMBhvfXWi+bnCle58sorw/1Yt/izgc9P6xYHRvm124FSziP9COj7jL7HeJXadqlK2ibyEIAABCAAAQhAAAIQgMDUCVATAhCAAAQgAAEIQGCGCBDoNENgaXZICWRG+VMaliGd5njT8kX3TTfdtMflggsuiF/96lc99qkafEHZv9xv1ndwzL3uda+maYl1Bxc4CKfZkG+98vznPz98YbBpX5zuIIjmrdoW5z9s5b6w+uhHP7prWg5ycdCIg5UctFQX9rsQ67JlllkmHvrQh1odkauuuqpc1PQta0aMUnwxeekFfLtAIRi43SuG+HnaHNgNN9wQ7edys3w8/a677opXv/rV8YQnPCGe/exnx+tf//r40Ic+FO2ACbfhlVR8gdt6LT5nmhfEa/vi0joow68NXj3k3HPPDQc+OnjPdfvN8/rrrx9Zfcw+kxHP0wEH7ToOqMrMtnnO8rPJeM4mOU7HC+X9wgFID3nIQ7pI+Dl83XXXddkmk/n+978f7UBgB964r8m0M+i+vgXrE5/4xJ6ATwfnLAm/fvO+4oororlSon38Guj+PQ7nm7L11lvP+Lj8Pu/nSbNff5aa6nu1X2u33HLLZnPhW/XVgU1+7TSH+rXZjj6vNthgA6vImAQyqr9eB9t7rVggAAEIQAACM0WAdiEAAQhAAAIQgAAEIAABCEAAAlMjQKDT1LjNTS16HQgC/vXzQl7RyQ/CFltsUW7bZr0WBwT4FnB33nlnbZpy6gtXn/zkJ6O9uol/2e9b3Uy54T4VfTuZ5gUyu/gCmS+uWZ+M+OJec9Ui1/W5YrE+7JKZsfHGG3dN0wEpvkDuYKVmgQOi+l2Itc1lTV8/Rr6waantvpi7zTbbRGbWJtIBIOCVYFZfffWukfz2t7+NL33pS122iWYcKPf1r389HEDox/8zn/lMvP/97y/5dhurrbZatFf+cHDFVAIwHZDg87bZxyMe8YhwoKdt/eZp/y9/+csunrT4taNe/ayu7L4e+chH1tmBSGeT8UBMuDUIvxYthPeLfq/DRuGAZgeuWp+MOAjYt35ts1t//fUnHVA8mX7nyte3VHWQYrN/r0Z4+umnh1dhatqnqt9yy1klB5IAABAASURBVC3xwQ9+MNpM/frr/vu1689QLm+WTfe4Lr744p6g97ECm5vjGEvPzBLo6tfD2ufWW28NB7E678+ete68ZfPNNy8rcVpHxiLgdZssY5VjHxgCDAQCEIAABCAAAQhAAAIQgAAEIACB4SfADCEAgSkRINBpStiotJAJOKwiU0fLAgXhi92bbLJJz+w//elPx7ve9a6R2zv1OEzQcPnll0f7dnK+ZZ5XdZlgE0vk5iCaTD3Gk2jFF3Id6OXbETWr3X777eGLck3bMOte8aV5ixrP3QEcDhCo5/3//t//C/vV+XbqMvvUdgePOYDEbdW2FVdcMdoXkusy0rkj4JU7tt12254BnHPOOfGzn/2sxz6ewUGTfk61Ax7XXHPNvo+9g4/agUEOkDr77LPDbY3XV7PMt10677zzmqbw+dgMHpjueZ5xxhk9wVtjzbNrYLOcmU3Gszy1KXc3rO8X/QKaHbDafm+eCDi/frdvseb39PZKPRNpq+kzqLpXtXva057Ws3qSV4c7+eSTJ/V61G+Ofj1z0JRXSmyXu1/337Y7b/v2229vtUs8Lq+W136t7XKaQMaBpR/5yEe6PP38GGuFqS7HcTJ+r/frYdPFK2R5tb52UKrPq5122okg6CasvnoWRtm3DCMEIAABCEAAAhCAAAQgAIHBIsBoIAABCEAAAhCAQD8CBDr1o4INAmMS8K+fJYsWRVjG9Bvugrvf/e6x//779/xi3isLOKjAt32bbFCDiTlYyCsUvOY1r+kJlvJF13XXXdduY8r//M//9JQ1g2N6CmXw7daUdO0eu2+/0mUcJ+N5O5DDF97GcZvxIl9QtDQ78jx8MbBpm0ndt/3z6g3NPnyR26su1DYHKTlYrs63U5fZp7Z7Dh//+MfrbEl9LjjoomRm4GCOlmbTHsdssmz2PUl9Tt132GGHntsP+pZVvgXdRFdX8ipoH/3oR3tWgvJj8vSnPz363e7Kr0u+yO8L3U0AXknGbbnNpr2f7ueyb1Hn29A1yzfYYIPwaihN2+Me97hor45Sz/Pmm29uuo6pO2DhlFNO6TvPJz3pSX3nOWZjs1Aw24xnYUqT6mIQ3i/8GPh50By4g/Om+7VptdVWC9/qrNmPnx/vfOc749JLL22ax9W/+tWvxkknndSz8pADB9daa61x687nwh133DHaqxN6PksaEF6/Zrgdt9cUr5Dlfpu2tu7Xz/Z7tH38Pu3Pdd/+9rf18VafcW2coPi88EpOhx12WE/AplfC23TTTSfYUn83v947eKlZ6tX+/LmifctP3/p2jTXWaLqi9yVQfZfp90irpG8NjBCAAAQgAAEIDCwBBgYBCEAAAhCAAAQgAAEIQGBBEiDQaUE+7At50ks694zy59V+LEva3Dyu7wtJBx54YM+KBZ6SgwT22muv8EUv33ZqcRdgfSuXz372s/GMZzyj74pQDno55JBDol8gk/urZZVVVqnVkdQX79z+iKGl+GJu+3Z4N954Y/gioi/etdx7sr7ty+te97o49dRTey7k9jjPsOFe97pXtIN/fOu4q6++eoZ7Hm3+nve8Z/gC9qglwv03A858cXu55ZZrunTpLrNP03jHHXc0s+EgE1/w7zJOY2YQWE7jdGa1Ka8a8tznPrfntcEXpp/3vOeFXxPGe275OfWWt7wl3v3ud/c8pxw40A6+aE7OKzp59ZCmzX25LbfptptlTd1lJ554Ypx22mlNc/ic3nvvvXtuseXn2n777dd3ng72XFzAgG91d9RRR4VXrfIYm506MKA9j2b5XOqzyXgu59mv70F4v/Dzy4EfzfF5JZ0f//jHTdMS63599fPY77/NxnzrOgcjOyjZwcnNsqbuMvu84hWv6LkNrefg1wI/t5p1hkn3Y/SiF72o5za/fq5PNSB8vNcMs/TrztJLLz0uRrN/8YtfXF7X2o6+haY/a/lx9+1Gx/vs5Lr+bOcVOPfdd99wIGt7RSgHnZrB4sbkthYnG264YRdLs3DAnc/9Zl0HRJl904bej0D5NqPvNL1lLum1YoHAfCbA2CEAAQhAAAIQgAAEIAABCEAAAhAYfgLMcCESINBpIT7qzHmJCPjXz4tCxwW8olMNcLfddouxgp18Me8b3/hG+CKXb0+z8847xwte8II44YQTRsSrB/h2dNtss00cd9xx4VuURWvzLaIOP/zwePCDH9wq6c06OMW3mGqW+JYse+65Zxx77LGlX68s0ezHAVsOnmjW8dgduHTkkUeW2221V4Jx/re//W284x3viF122SW8YozrNNto6g6gaOZnSncgmBk02/fF5le+8pXhi5c1+/PPP3/SKzY021yc7kCIpZZaakw3l/si+lgOLvOKTWOV+9Z4vr3dWOXTYR8UltMxl7low8/rpzzlKT1de8Ujvyb4OfmBD3wgfCssB8FZrL/tbW8rzymv4NV+TvkCveuOdxHb544v0vt53ezcbblNP1/f+MY3lmCrW265pdxWcnH9emWlxz72sc3mRvSx5vmb3/ymPOf22GOP+NjHPha+xZTn6JWeHEBw9NFHx+677x6XXXbZSFu14rG73K99tW2Q0tlmPEhz92Mz1+8Xfm1qv776Fo0OHHrZy15W3uf8Wn/FFVcsMTq/7/r910E0zcb8vuLb1DqoxM9ZP4d8flusu+ypT31q38Blt+UAv3Ywa7P9YdG9mpEfF8+5PScHhDuA0kFH11xzzbi3s3NQz9vf/vbw60m/1wyv8HXwwQdHv1sKt/t13n5+DMq4bGjJDTfcEC7fZpttwq9x/qzmc6oWf5bzZzp/tjviiCPC/q0mwq8TnvsGG2zQLppSfrXVVuuZn4NEvapT3aCDT736Z50nHY/AIn2TsYznQxkEIAABCEAAAhCAAAQgAAEIDA0BJgIBCEAAAhAYQgIEOg3hg8qUZpZAqvn0b6AX+IpOwlBWWHKg0wtf+MJyUcu2fuIgAwcVOOjIQTa1XHfddT23OWnWd2CDA5O22267pnlMfeWVV+76xX/t6L4djOR+zz333BK8VJf5Qp8v4rmv2ubUY/YFRQdk+GLerrvuGg7scqDEZpttFs5/5CMfidtvv93uRXxbo0MPPTTue9/7lnx9cHBDrc9keo973CPWXHPNni7uuuuu8Ooynr/li1/8Yvzzn//s8Zsug4MBfPuYfu35Av14QUx1HQdD2bfON9N11lkn/Fg3bdOtDwrL6Z7XbLXnYIyXvOQl4Yvh/fq86aabwrds88V5B0tYrPsWc83nVF3Xq64dc8wx4cCB2jZW+qAHPSje/OY3x6qrrtrj4rY/+clPlgBMj228fl3ZF80dXOX5ON8W2xc3T68S5dXq3NeTn/zkEkBwySWXhINF2u35vH79618fnkO7bJDyHt9sMR6keQ/C+4XfXx7ykIf0YPH55Pcsv8ZbvNpNj9MUDNtuu205Zz33dnU/n/yc9XPX57fFuldy8vtu299tOLDHbbbLhjXv22n6c4EDf9pz9Huzb73mz1FepdCBTMceWwVlO6jIn0223377cLClV4HyalrtNhzk5PrPfOYzIzPbxX3zmVkCSh1gvriASgfR+bOaz6la/FnOj68/J/XrwI+zV3iazJj6tdO0mZ+Drjzf2u5bNjZXe3QQYnsFstqXtE0gy/mSbTN5CEAAAhCAAAQgsEAJMG0IQAACEIAABCAAAQhAYP4RINBp/j1mjHguCSxaVP0CWmlY5nIsc9d3V8++6PSc5zwn3vOe98RYwS1dFSaQcZsObvKv9b3ywASqFJeVVlopfFGwZMY5OMiiWezgCa9eMNYFP19A9gpOXqXFqwf44mSzfj1eBz7tuOOOPbe48i272nWa9adT94VmB1yN16YDr/pdMB2vzmTKHJSy3nrr9a3i2wt6ZYa+hQ2jg1TGmsfmm28eDkRquM+IOggsZ2Ris9Son08OTvJqYr5IPdVuHfzjW8854HCibay++urx3ve+N3zhe6J1mn5+TjuY0as/jbeClOtM1zx9u7r3ve99MV9WuplNxuY8KDLX7xd+Lnm1JAeTjMfEqwBNx+t8ZoYD9LyC4VivyeONoy5zXa/+5GCezIUTXpGZ4YAfvxb6taLm0U79OePnP/95WSGyDihygJGDedq+dd7ngFfccqCTgy5r+0TSzIwddtgh/LnlUY96VM8tOCfSRj+f9ddfv9yO0+dM5vQ+zv5c4dedfv16NU8Hr/r50a8cW5vAIn2NkbTNyve3qoAdAhBYyASYOwQgAAEIQAACEIAABCAAAQhAAALDT2DezZBAp3n3kDHgOSWgizYZ+lMaljkdzGB1/pjHPCbOOeec8MVQX+hyoMBkR+gLVF5B5cwzzywrsvg2JJNpIzPDt0p5/OMfP261n/3sZz3lDqw666yzwmPvKRzD4Dn6AmE93uWWWy6WXXbZnpVkfFsXX3Qeo5lpNXs1pVe96lXhYKOxGv7rX/8avoXYWOXTYXeAmvm02/KKU0svvXTb3JO3z8Mf/vAeu+c1mceop4FJGAaF5SSGPHCuvvh+wAEHlNcGP7f9HJ/oIB0U4CBKrxgzkVXA2u2usMIKcdppp8Xxxx8f1tvlY+VXW221strUa17zmp6gxbHqNOfpQLx+5/5YdR0g+ta3vrXc5muyr3ljtTlbdnOdLcazNaeJ9DPX7xd+ffXKSA50GWu80x3QuvHGG8cnPvGJ8HPSz82x+m3bvQKVgx1d18F8mdl2Gfp8ZpZVmSb7GWM8MH6d8i0C99prryUKUnJQ8emnnx7+HDPZ1+h6fH698/uyP/+dccYZ4ffOumw6U6+86ZWv+rVpHlN5n+jX1uRt87FGRvXXO3bbe61YIAABCEAAAhCAAAQgAAEIQAACC50A84cABCAAgUEjQKDToD0ijGfgCSzSCBd5NSeLdPZRAr7Y5VVXPvCBD8Rll10Wp556arko6tuQ+XYi7SAHXyz1RTb/Cv9Nb3pTfPnLX453vvOd4V/tZ+Zow5PQvPqKAxt8we2xj31sOGCmXd1BPv1u3eaLc77Yd95558Xee+9dLtZ5jHV9z88X9n2x1kEQF198cfiiXnO89negQ13HqVeD+tKXvmR1VsSPgefg29744l+b+9/+9re47bbbZnQsa6+9dt/by22wwQaRufjH1mP2xfz2IL3aTb/bNrX9pis/CCynay5z2Y6fW35u+5Ztfu741lXt1wQHbfj1wCuBnHzyyeHnjG8bd5/73GfKQ/dz1qus+daVDjLo97x2v14lxGX28XPHQR2Ziz9P2wPzPB184NcGz9OvFX7N8DhqX78m+TXRc/PKLb6dpi/eN31q3/mQetxjMu5MYDoZd5qc88SP9Vy9X2Rm7LnnnuEgQN8azasZ+nFoQvHrvG871rQtqe7nos9bPzf9HPVz1c9ZP75129br55NXevziF78YDnZ03dpnoaY+Z/yZwVwcGNR+zCbCZbXVVgvf1s6vGw4wn0idxflkZvnc5dfoK6+8MnzrwYMOOij8+uW3PCgwAAAQAElEQVRzy49psw3nbffruF/n/Hrnz31+v5zKnJptL053H/3OJY9lmWWWWVx1ykcIeN0my4gBBQIQgAAEIAABCEAAAktGgNoQgAAEIAABCEAAAhCYZQIEOs0ycLqb/wR86TtTR8v8n86MzcABPw5U8UVRXwx2oMH//d//xXe+850RueKKK8IX+l/3uteVW6g4SGk6BuQLbb4Y5guxDp5q9mn9lFNOiaWWWqpvV5lZApyOOOKIcMCDx+g6lm9961tx4YUXltVedtttt/DqAv0a8YoX9m+KbU3fWre96Wd96623rounnC6//PJx6KGHlhU42tw9DweBTbnxCVR0cMenPvWpkcfa87LsvvvuE6hdudjXdZriC8Q+tyqPiR3Ns9mGdXOfWO2IybJ02+6jKR7DRPur/dZZZ5249NJLuxgee+yxdfG0p267OWb37TFMZ0cO8vFz58QTTyy3aGqem1/72tfK68FrX/va8Pk5nbcn9GuCAxL7Pa/d78c//vFwmX3su6Rz9muD5+nXGr9m+DlXs/Vrkl8TfZ44SCRT7yeT7NDn5Kc//emuc2Mqzw13O12Pu7mZnzm2XzuXhLE51ezqdLzn02T9l4Rl5uy+X/jxaoqDPl/5ylfGBRdcEM1zzJwcjNRcFc+vmz5HXFaLzyHPv9nmRHQ/N/0c9XPV7+F+fOs2rdfPJwcMerWzibTZ9JnOsU72fGiOYyZ0P0/MxYFBfo317fz8XucgKL9uNPu0r99LHXD00pe+tDzOZvuEJzwhpsK12fZYuh9b357x4IMPLp91fG75Ma0fX6fO2+7Xcb/Otcc9VtvTYXeQ6OWXX9712ucxeTXP6Wh/4bSRJeg8F86EmSkEIACBOSfAACAAAQhAAAIQgAAEIAABCEAAAhCYXgKDGOg0vTOkNQhMK4FFUf68mpNlWtumMQhAAAIQgAAEIACBhUDAwd0O2jv66KNLYLVXvHPQTi0OXnOgpAMm99lnn/AqSpmEpiyEc2Pm56hvM/oes6hPRyrpY51xEx1AAAIQgAAEIAABCEAAAhCAAAQgMPwEmCEEIACBaSVAoNO04qSx4SeQUf58ocky/BNmhhCAAAQgAAEIzBkBOoYABCAw3QTKtxl9p+lt1yW9ViwQgAAEIAABCEAAAhCAwMwToAcIQAACEIAABCAAgckQINBpMrTwhYAI+NfP5dfOi6zJwA4BCMwNAXqFAAQgAAEIQAACEJgkAX+TsUyyGu4QgAAEIACBuSRA3xCAAAQgAAEIQAACEIAABCAAgQYBAp0aMIZJZS4zRyDVdPo30KzoJBLsEIAABCAAAQhAAAIQgMD8IaBvMvoek/NnwIx0AgRwgQAEIAABCEAAAhCAAAQgAAEIQGD4CTBDCEBglACBTqMs0CCweAKL/OtnidKwLL4GHhCAAAQgAAEIQAACc0eAniEAgS4C1XeZfmvTqqTLkwwEIAABCEAAAhCAAAQgAIF5RIChQgACEIAABCCwgAgQ6LSAHmymOg0Eyq+fMzIzdAg2CEAAAvObAKOHAAQgAAEIQGBhEcio/npnbXuvFQsEIAABCEAAAsNBgFlAAAIQgAAEIAABCEAAAhAYHgIEOg3PY8lMppvAGO3518+LvJqTZQwfzBCAAAQgAAEIQAACEIAABAaPgNdtsgzeyBgRBOaUAJ1DAAIQgAAEIAABCEAAAhCAAAQgMPwEmOHQECDQaWgeSiYyWwRSHWXqaJHODgEIQAACEIAABCAAgWEmwNyGiUBGpmSYpsRcIAABCEAAAhCAAAQgAAEIQGBaCNAIBCAAAQhAYL4QINBpvjxSjHNACPjXzxKv5mQZkFExDAhAAAIQmDMCdAwBCEAAAhCYRwSq7zJepbY9aJW0TeQhAAEIQAACEIAABEYJoEEAAhCAAAQgAAEIQAACA0KAQKcBeSAYxnwh4F8/SzIjLME2PgFKIQABCEAAAhCAAAQgAIHBIZBR/fWOyPZeKxYIQAACEyWAHwQgAAEIQAACEIAABCAAAQhAAALDT2AwZkig02A8DoxiHhHwr5/Lr51Z0WkePWoMFQIQgAAEIAABCEAAAnNIYGC69jcZy8AMiIFAAAIQgAAEIAABCEAAAhCAAASGhwAzgQAEIACBWSFAoNOsYKaTYSKQmkxGRrCiU7BBAAIQgAAEpoMAbUAAAhCAwGwRSH2NkcxWd/QDAQhAAAIQgAAEIACBBgFUCEAAAhCAAAQgAAEITAcBAp2mgyJtLBwCi/zrZ4nSsCycmTPTuSNAzxCAAAQgAAEIQAACEJgmAtV3Ga9S225QJW0TeQhAAAIQmF0C9AYBCEAAAhCAAAQgAAEIQAACEIDABAjM80CnCcwQFwhMJ4H0r58lSsMynW3TFgQgAAEIQAACEIAABCAAgRkloO8yYentpL+112/uLPQMAQhAAAIQgAAEIAABCEAAAhCAwPATYIYQgAAEFk+AQKfFM8IDAl0E/OvnRV7NydJVQgYCEIAABCAAAQjMEQG6hQAEIDAhAl63yTIhZ5wgAAEIQAACEIAABCAAgUEjwHggAAEIQAACEIAABIJAJ04CCEySQMo/U0eLdHYIQGDwCTBCCEAAAhCAAAQgAAETyMiUWEUgAAEIQAACQ0iAKUEAAhCAAAQgAAEIQAACEIDA8BMg0Gn4H+PFzZDySRHwr58lXs3JMqm6OEMAAhCAAAQgAAEIQAACEJhLAtV3Ga9S2x6FStom8sNHgBlBAAIQgAAEIAABCEAAAhCAAAQgMPwEmCEEhp4AgU5D/xAzwekl4F8/SzIjLMEGAQhAAAIQgAAEIDAcBJgFBBYCgYzqr3eutvdasUAAAhCAAAQgAAEIQAACEBg2AswHAhCAAAQgAIH5ToBAp/n+CDL+WSfgXz+XXzuzotOss6dDCEBgDgnQNQQgAAEIQAACQ0DA32QsQzAVpgABCEAAAhCAwMwQoFUIQAACEIAABCAAAQhAAAIDToBApwF/gBje4BFIDSkjIxorOgUbBCAAAQhAAAIQgAAEIACBgSeQ+hojGfhxMkAIDC4BRgYBCEAAAhCAAAQgAAEIQAACEIDA8BNghoNNgECnwX58GN2gEVjkXz9LlIZl0MbHeCAAAQhAAAIQgAAEIDB3BOh54AlU32W8Sm17qCppm8hDAAIQgAAEIAABCEAAAhCAAAT6EcAGAQhAAAIQmFMCBDrNKX46n3cE0r9+ligNy7ybAAOGAAQgAIG5I0DPEIAABCAAgbkmoO8yYekdR39rrx8WCEAAAhCAAAQgAIHFEaAcAhCAAAQgAAEIQAACEJhJAgQ6zSRd2h5KAv718yKv5mQZyhnO0aToFgIQgAAEIAABCEAAAhCYYQJet8kyw93QPAQgAIHxCFAGAQhAAAIQgAAEIAABCEAAAhCAwPATmMEZEug0g3BpejgJpKaVqaNFOjsEIAABCEAAAhCAAAQgAIHpIjCz7WRkSma2E1qHAAQgAAEIQAACEIAABCAAAQhAYDEEKIYABCAAgakTINBp6uyouSAJ+NfPEq/mZFmQDJg0BCAAgf/P3n0AyFJV+R//HVDXv2t2zaJixMWcRSWDKBIEJJhzdtV1TWBCXTMqihgw55zzml1zds265rhmCSoK7/8751ZNd8/MS7wJ3dXfmjr3nnvureqqT/f6mDf1ZhFAAAEEEEAAgdkUaN/L5G+pXXz9nllcYowAAggggAACcy8AAAIIIIAAAggggAACCCAwfQI86DR97wlXNNUC+a+fHRFShpbZKCGAAAIIIIAAAggggAACUykQal9LLy7rS6tUEEBgkwJMIoAAAggggAACCCCAAAIIIIDA8AW4w6kT4EGnqXtLuKBpF8h//Vz/2pnf6DTtbxXXhwACCCCAAAIIILCOArz0NArkdzIZ03htXBMCCCCAAAIIIIAAAggggMAsCnDNCCCAAAIIrLUADzqttTivN/MC4TsIhcRvdBIbAggggMBZFuBABBBAAAEE1kEg/G2MYx1emZdEAAEEEEAAAQTmVIDbRgABBBBAAAEEEEAAgRUW4EGnFQbldAMX2JD/+tnhXhkDv931uz1eGQEEEEAAAQQQQAABBFZeoH0vk7+ldvG5PbO4xBgBBBBYAwFeAgEEEEAAAQQQQAABBBBAAAEEhi+wsnfIg04r68nZhi4Q+a+fHe6VMfT75f4QQAABBBBAAAEEEEBg/QRW/JX9vYwylp54+erSdVQQQAABBBBAAAEEEEAAAQQQQGCFBTgdAggggMBWCfCg01ZxsRgBKf/184b8bU4ZgCCAAAIIIIDAugnwwggggAACWyuQv7cpY2uPYz0CCCCAAAIIIIAAAusnwCsjgAACCCCAAAIIIDAuwINO4xrkCGyBQHhNhNsM5+wITKkAl4UAAggggAACCCCAwCKBUIRjUZUhAggggMBMC3DxCCCAAAIIIIAAAggggAACCMyVwJw+6DRX7zE3u6IC+a+fHfnbnDJW9NycDAEEEEAAAQQQQAABBBBYTYH2vUz+ltrFr+KZxaWBjLkNBBBAAAEEEEAAAQQQQAABBBAYvgB3iAAC8yTAg07z9G5zrysgkP/62REhZYgNAQQQQAABBBCYYQEuHQEE5kwg1L6W3nbWl1apIIAAAggggAACCCCAwCAEuAkEEEAAAQQQQGBAAjzoNKA3k1tZG4H818/1r535jU5rA86rILCOArw0AggggAACCCAwLIH8TiZjWHfF3SCAAAIIILCtAhyPAAIIIIAAAggggAACCCAwOwI86DQ779W0XencXk/4zkMh8RudxIYAAggggAACCCCAAAKzJBD+NsYxS5fMtU6DANeAAAIIIIAAAggggAACCCCAAALDF+AOEZgZAR50mpm3igudCoEN+a+fHe6VMRUXxUUggAACCCCAAAIIrJ8Ar4zALAm072Xyt9QuvmrPLC4xRgABBBBAAAEEEEAAAQQQWBAgQQABBBBAAIFpEeBBp2l5J7iO2RCI/NfPDvfKmI2r5ioRQACB9RPglRFAAAEEEEBgigT8vYwyll7S8tWl66gggAACCCCAAALLClBEAAEEEEAAAQQQQAABBNZIgAed1gialxmOQP7r5w3525wytvG2OBwBBBBAAAEEEEAAAQQQWDuB/L1NGWv3irwSAgg0AVoEEEAAAQQQQAABBBBAAAEEEBi+AHe4NgI86LQ2zrzKgATC9xLhNsM5OwIIIIAAAggggAACCGyTAAevmUAowrFmr8cLIYAAAggggAACCCCAAAIIILAgQIIAAggggMCKCPCg04owcpL5Ech//ezI3+aUMT83zp0igAACCKybAC+MAAIIIIDASgm072Xyt9QuPqNnFpcYI4AAAggggAACCKypAC+GAAIIIIAAAggggAACWyLAg05bosQaBBYE8l8/OyKkDLGtuwAXgAACCCCAAAIIIIAAAlsoEGpfS5dnfWmVCgIIIDBFAlwKAggggAACCCCAAAIIIIAAAggMX2AL7pAHnbYAiSUIl5mE7wAAEABJREFUjAvkv36uf+3Mb3QaZyFHAAEEEEAAAQQQQACBdRTYspfO72Qytmw1qxBAAAEEEEAAAQQQQAABBBBAYLoEuBoEEEAAAYkHnfgUILCVAuH1oZD4jU5iQwABBBBAYEYEuEwEEEAAgRIIfxvjqJwGAQQQQAABBBBAAIHBCXBDCCCAAAIIIIAAAnMgwINOc/Amc4srKLAh//Wzw70yVvDUnAqB9RPglRFAAAEEEEAAAQTmQ6B9L5O/pXbx/XpmcYkxAggggMDgBLghBBBAAAEEEEAAAQQQQAABBGZfgAedNvceMo/AuEDkv352uFfG+Bw5AggggAACCCCAAAIIIDDVAv5eRhlLL3L56tJ1g65wcwgggAACCCCAAAIIIIAAAgggMHwB7hABBGZegAedZv4t5AbWWiD/9fOG/G1OGWv94rweAggggAACCCCwTgK8LAIIDEEgf29TxhDuhXtAAAEEEEAAAQQQQACB1RDgnAgggAACCCCAwLQL8KDTtL9DXN/UCYSvKMJthnN2BBBAQBIICCCAAAIIIIDADAiEIhwzcKVcIgIIIIAAAlMqwGUhgAACCCCAAAIIIIAAAgisswAPOq3zGzAfLz+ku8x//ezI3+aUMaRb414QQAABBBBAAAEEEEBg4ALte5n8LbWLb9Qzi0uMETgLAhyCAAIIIIAAAggggAACCCCAAALDF+AOEVhfAR50Wl9/Xn3mBPJfPzsipAyxIYAAAggggAACCCCwhQIsQ2DdBULta+mFZH1plQoCCCCAAAIIIIAAAggggMBWC3AAAggggAACCKyqAA86rSovJx+iQP7r5/rXzvxGpyG+vdwTAgisowAvjQACCCCAAAKrLZDfyWSs9utwfgQQQAABBBBAYOMCzCCAAAIIIIAAAggggAAC2yLAg07bosexcykQvutQSGv7G53EhgACCCCAAAIIIIAAAghsm0D42xjHtp2EoxFAYHUFODsCCCCAAAIIIIAAAggggAACCAxfgDvcBgEedNoGPA6dQ4EN+a+fHe6VMYcE3DICCCCAAAIIIIAAAusnwCtvm0D7XiZ/S+3i83hmcYkxAggggAACCCCAAAIIIIAAAuskwMsigAACCCCwcQEedNq4DTMILBWI/NfPDvfKWLqCCgIIIIAAAusnwCsjgAACCCCwSQF/L6OMpYuWry5dRwUBBBBAAAEEEEBgCgS4BAQQQAABBBBAAAEE5liAB53m+M3n1s+aQP7r5w3525wyztopOGqdBHhZBBBAAAEEEEAAAQTmWyB/b1PGfCtw9wggMHwB7hABBBBAAAEEEEAAAQQQQAABBIYr0D/oNNw75M4QWGGB8Pki3GY4Z0cAAQQQQAABBBBAAAEEZkMgFBGK2bhYrhIBBBBAAAEEEEAAAQQQQAABBM66AEcigAACgxXgQafBvrXc2OoI5L9+duRvc8pYnRfhrAgggAACCCCwbgK8MAIIIDBkgfa9TP6W2sV36ZnFJcYIIIAAAggggAACCAxYgFtDAAEEEEAAAQQQmFUBHnSa1XeO614ngVB95W9zylinq+BlEVg3AV4YAQQQQAABBBBAYIYF6rsZf0+z9BZyZmmVCgIIIIDA3Apw4wgggAACCCCAAAIIIIAAAghMqQAPOq3gG8OpZl8gIjZ7E/mvn+tfO/MbnTZrxQIEEEAAAQQQQAABBBCYJoH8TiZjmq5pNq+Fq0YAAQQQQAABBBBAAAEEEEAAgeELcIcIIDCdAjzoNJ3vC1e1jgIRm37YKWcj/w30Ztat4y3w0ggggAACCCCAwHoK8NoIIDC1Av5Oxt/HxBZeX8SWrtzCE7IMAQQQQAABBBBAAAEEhiTAvSCAAAIIIIAAAusiwINO68LOi067QMRG/kJ/Q/7rZ4d7ZUz7jXB9CCAwhQJcEgIIIIAAAgggsF4C7XuZ/C21i6/AM4tLjBFAAAEEEEBgmwQ4GAEEEEAAAQQQQAABBBBAYDUEeNBpNVQ551kXWIcjIzbyUNNy1+K1IX+5V8Zya6ghgAACCCCAAAIIIIAAAlMp4O9llLH04pavjtZFxGhAhsBKCHAOBBBAAAEEEEAAAQQQQAABBBAYvgB3iMAqCPCg0yqgcsrpF4hY+pf0EZO1iMlxf1f5r5835G9zyuiL9AgggAACCCCAAAIIrKAAp0JgdQTy9zZlbN3ZI5b/3mjrzsJqBBBAAAEEEEAAAQQQQACBxQKMEUAAAQQQQGDrBXjQaevNOGLOBfKv+CPcZsy5BbePAAIIrJMAL4sAAggggAACZ0kgFOHYyLERnutiI0soI4AAAggggAACaynAayGAAAIIIIAAAggggAACSwR40GkJCYUhC0TEsrcXsXx96eL818+O/G1OGUsXTEGFS0AAAQQQQAABBBBAAAEElhNo38vkb6ldPOuZiVJE+x4povUTkwwQQGBKBLgMBBBAAAEEEEAAAQQQQAABBBAYvgB3uFiAB50WizAerEDElv0FfUS0f+XsfimG5+TIuYylC6gggAACCCCAAAIIIIDANAhwDcsI+HuZ/H5mIzPLlCkhgAACCCCAAAIIIIAAAgggMN0CXB0CCCCAwNwJ8KDT3L3l3PCmBCJiU9M1l//6uf6184YNOvpFpy4fJ52qYzx3zEmnaHE80rVRnKxHntTiUe43Hn/Wo08aixd2ufvHTMSf9JgXtnis+6XxRz32hX/UsRuLF/xRj/Pc417wB/eO7Lt4vPtR/F6Pf8EonuB8+fid/vMFY/H8Lnf/xIrf6onPn4wnebw0fqMnPb/Fk90vF09x/SnP+z895fmO7Lt4qvtR/FpPfd5kPM3jpfErPf15y8SJv9Jxrh934i+1OJ7h2tL4hZ5xYotnul8aP9ezXH/Widk7njuK452P4mc6/rmT8WyPl8ZP9ZznLhMn/FQnuH7CCT/RcvFc1yfjx3ruCS1OdL80fqTnuf68E7J3PMeRefaO5y/ED/X850zGCzxeGj/QC5+zfJzk+knP/l+d9BxH9oviRR6P4vt60bNbvNj90vieXvLssTi+y92/NOvZV3xXLz1+Ml7m8dL4jl5+/PLxCtdf8axv6xXHO7JfFK/0eBTf0iuf1eJV7pfGN/XqZy0Tz2y117hv8Q295pmT8VqPR/F1vfaZLV7nfmPx+mf+jyqeMdZn7njDRHxNb3hGize6Xxpf1ZuesYk47qt6c8VX3E/GW477ikbx5S7/st563KbiS3rbcY6nO/o+c8fbK76oUZ/5F/WOpy8XX9A7n76JeNoX9C7Pv+tpn9fieLdro/ic3v20Fu9xv/H4rN77NMdTHYv697k2is/ofU9t8X73S+PTev9TP60PbCye8mn9l+f+6ymfcu94yqdUuccfnIhP6oNPafEh9xuP/9aHnzIWT+5y9x+p+IQ+8uTJ+KjHS+Pj+uiTW3zM/XLxcdc//qSP6eNPdmTfxSfcj+Kj+sSTWvz3WJ/5ZHxEn3zSMvHEj+hTFR92PxmffuKHtTQ+5FqLzzzxQ1oaH9RnXf/sE7N3/OcoPud8FP+lz/3nZHze46XxAX3hP5eJJ3xAX3T9i094v5aLL7k+Ge/Tl57Q4svul8Z79RXXv/KE7B2Pd2Tu/qsT8R599fGT8TWPl8a79T+PXyYe92593fWvP+5d7h3ZL4pveDyKd+obj2vxTfdL4x361uPG4tgud/9t17997DvU4u3uJ+M7x75d3zl2cbxN3z12+fie69977Fv1vWMd2S+K73s8irfo+49t8b/ul8ab9YPHLhOPabUfum/xJv3wMZPxI49H8Ub96DEtfux+Y/GTx7xBFY92vyh+6vEoXq+fPrrFz9wvjdfp549eJh7V1dz/ouK1+sWjJuOXHo/iNWr5a/SrRy0fv676q/XrRzke6ej7zB3/V/EqjfrMX6XfPHK5eKV++8hNxDGv1O88/7tjXqHF8XvXRvFy/f6YFn9wv/F4mf54jONox6L+T66N4qX609Et/ux+abxEfz76JTp5Y/GIl+gUz53yiBdrcZzq2iheJP3lb/5+Jr+TyXC6aI8IRbTopyKiT+kRQAABBBBAAAEEZlSAy0YAAQQQQAABBBBAYGgCPOg0tHeU+5kQiNj0X8xHRP1lfh4UEdktRMTkuJ/Iaii0wfHk156mp3TxVPdPfc2peuprx+M0jzNO1dNcz2jzp3iccaqe7vrTfVzOPe01p+jpE3GyjntNRl9vedae4XpG5se95s96RsXJ7sejr/9Zz/T8M1/9Zz3LkX2LP3k8Fq/p8r5/9Z90vPPjX/1HTcaf9GzPPdv1jJzL/tmv+oPrDvfPWYg/aiF/9R90gusnvPr3ek5G5Vn7fau/KvsWz3X+3Ff9Ti1+rxM9PvGV3dj9iZ7LcYvf6sRXOlx7nuee96rfqsK1xf3zXRvFb/T8V7Z4gfsXvPL/VPGK37j/jV7wij7+Ty98hSPn3eeaFzrPOMn9Sa5l/sJX/FonLYoXeZzR1zN/0ct/pRe/wvHyXyvzjBf3tawvxC+9LuNXeolrL3n5L5Xx0q5/yct/oZdOxC89zujqL/uFXub5l73853rZyxyVt9rLnb/c9YyXdf3LX/YzvfzlDq99RUWf/0yv8FzGK91nvOJlP9UrXvozZT6Kn+pVrr/Skf14vNq1V7/0J553uH/1y36iHC8Xr3npjzUZP/E448d6redG8SOPW7zupT/SQryky7Ov+KFe/5IM1xfGP9LrX5q1H+oNNZf9D5xnZJ7xA73xJS3e4D6jjf9Xb3qJ48U/0Bsr/ldvevEyUWtcd//mjBd/X292vMWR/Ztf/D29peL77sejq7/oe3qr59+aveMtjj5/m/O3vfi7etuLvus17ru8r73d9Yycf/uLvqMW39U7XH9HPz7pOx47Fvpv650nfVvv8Pidjne86Ns1fqf7d2Wc9C2980UO9+9y/y6vbfEtvStrXbz7pG+qxbfcO17o8Ny7X/hNvWc8TvqG3lPxTb3Xx7zH+Xvdv/eF3/DYkX0X73vh1/W+Ln9vl7+v+q/r/e4rXuA8I8fV/48+8MIW73f/ftc/4H4hXuC5iq/pv14wHv/jccao9kHPf/D5X9UHX/BVfcgxnud4Mr7iNQ6v/7DXfvj5mbfIPOMjrn3k+V9Wi6+4z+jHX9ZHn+fo5j/6/C+pxZf1Mdc+1o+f9yWPHWP9xzNfiC/q489r8Qn3n3jeFzzO+KI+UeO+/4LHo/hvr5uIE7+gGp/4eX1yU/G8z+lTnv/Uie4X8s+79jl92rWMmjvxs904+8/qM56reK7zifiMPvvcFp9x/xkf91nPf/ZE1zJcq/y5n9bnKj7jfhSfr1qby/zzJ3xKn3+u44RP6/MVn9IX3H/B9QrPfWE8XP+ix1884ZNel2s/qcwzvuTaknjOf+tLJzjcf9n9l5/zSX3JecaX3WftK65/5YRP6MsZz/mEMv+K56ru8Ve7+Ir7rzzn4/pqF19zn1HjZ39cmX8t+4znfExfe7ajW/M1j/+ni69n72VNQwsAABAASURBVLkaP/uj+nrFx9xn9OO+/4i+4flvHP9R986zz3j2R/TN4x3uv1HxYX3T/Xh8y+NvHe+6I/sWH9K3j8/4sNr4wx5nZG0yvvOsD+k7XtvHd51/9/gPutYi8+8+64Na6DN/1n/pe+6/V32ff9C1zFt833Pff9YHutoHlPn3Xfvfig/ofz23EM98v8cO9z941vv1g2d6viLzUfzwme/znMNrfui1FZW/Tz/yXMYP3f/wme/1OON9+rHHP+7Hz3ivx47sl4336CfPcDzTkX1Gl//U+SjerZ8+Yzzeo595/meuVRz3bv2s4l36+XGjyNrPXf/5M1zr4hfuf3HcO/XzZ7xT2ffxS9cyJsfv0C+Pczz9ne4dT3+HfuX4pSP7X3nu185/fdzb9auKd+jXVXu7e8fT+3ibfu38/yrepta/3X3mjqe9Tb95uuNpb63ab3Kc4dpvq3+rfvv0sfC63z79Lfqt+9+5/jv3mf/2aW/R78bi94vy3z/1Lcra75/6Zv0h42lvVua/d/+HLv5Y/Zv0h6c5nvom/dH9H722hcdZW4g36k9PHcWfXf9TxRv156c4PNf6N+jPTx2PN+pkz53c157yBo8dT3m9Tql4g/s36GTXT6l4vcctTvX8qU95ncev06mVv97963Saaxmnus/IvA/5e5iI/G5Gm9wiYtn5iOXryy6miAACCMyGAFeJAAIIIIAAAggggAACCCCAAAIzJnAWHnSasTvkchGwQMToL+QjWh7Rek8rouURUXlEZHlpbNig+nIvZ7VvcObxhgwf4S5btbEna5HXZDUnKzz2VK3xOM/pA7yyMqee9Kh2p7nORR/kvVvvztO53gvy3BlV9Nh9HpPRjvO6rOWaCq/Jo9257CULSeVZ83Rb6YFna5jn85nyIrp1nvHugfea8ZwP8+oc+dCWtaStce59tM6DPEUVKveR2Ve4mpOVu95O7dZ5V/OKfp84v6cXXturvcYncjHzvA8X2l5lV3Oucp8+j8yx+7ao2jq/mxp42ml3nNflOT1y5umczKw7X855cU64y1WVekXmXuSXzHbJujxPFzmXa7x04biaciHnfOI6aeZZ96KccTlfw1M58kSNsu+i1nV5nb9rcp3LeVQ7h+vt3J5xXse5qZp7L/KLeM55X8vjM3Ku1ep01dS4Tfq42r3MJ3bNu3PXnNQ6n7MK7usVXPds2+sQV13zXss8cl9tvZYPy71qbrrjPN8d4MzlbGuq8srq3M66dZ7w7nV93Wf1yK3X5CstWdcv9CrPeeRVudZjH+WSW48r8az7ul+nNeGmxj4qS37xrLjz8d1aF/IEreZ1NXbjFVXzpPtsHd0x7jxoi9v5ffYsOvrjsvdp2rFZz2iHuPVsjX1cLWqny3PlAZ7KzjG2Lote60rV6wgfnuU8LsPTNdevyX5hXb5qW9xKztsxXtXlPl2ewtFl7jxV53Tj4/q1eTJHrXTNqZd6SebOfFCeO8PF0XFe50O8t3Ve5jyn2zG5No/Jek24qXEel+GJOjL7ijzWE5XnTOaOPC7Dda/I03rkzOM6n1+uCm5q7L4tynM4vM6r2+61tcY1p7UsJ6qWx2V4wrvn3Oa61tV4YV3WvdZTVc9zeOjcmeda0nJfQTesLG8ol7rmo2ttt65yr3HfXsd1r3altbk8M8/7YE96xrl3557wWSeO84RXeM5t5o6J49ohbj1fx3pp9flCrnl9nc9Dl9u6rDnLlXkur3JXrXtXa63H/boc++B2nhw42u713bocZ/Tr3HvSr+J553msz9z2XJfnrnDJY7de3tZm7kNyr5qbVvK6PE+FZxf6fBWfqy1y260bHdfOm0u6zEd4nds8x8S6WlQncDlXe5H3zCpyKseL17nuS8qZheOq5HV5nIvenXlc69zna+eaGrvxrNfkdTnL+Txb9hU5cOS6HFfqoyvv12fv413OEy05f7fWK/rdy7w4662rcTuuK+TrZXhNf1CmtcaJdx+TM/naDq/NUXY+g+fc1iJXK63G017rulvnnuva7FweO84rXGiv19a5kstaeM6LPeGq81w3MS4nT3u1V7Qp15as82V5Sc54Ta7MY3KYuaM7dzuuq2fN6cJxTlxypVufmQt5jLv+hAvnd+Ka19ZxrXfalT32QXlZWfNC112rgattr5qb3LvwmjouFzi83hXPtdxD5z5brnEsjJ3Udbr3rK+8tVlrB3jsU/Tj7Cu80mUf1VonbXmd2zX3tc5pzvksns8rysyR8zmRfRdekBPu2rqadpMjL3GW0z5hDVx1791FX4xn6/UyXRReOfG9UER+T7RoEUMEEEAAAQQQQAABBBBAAAEEEBigALeEAAIIzJYADzrN1vvF1a6iQET7i/yImPgL/omXzDm1ebmvPZy5rgxJHkpuo0LeQk5zV0TmGS5Vl41DuYXalxQRkhy5V1Sj3HIqci4H7vs8PI5wWyG1rhsrFOFQv4WTcE1dREukNpY3l6TovtS2OkfIRTl1tDwLEaFQv4VzR3Rjz7mg6txUuWtC+TValyMvkbKJ1mUeEQr1Wzh3RDd2710Rbivk3KHovtQ2z1XFvTxTezjLcYak1oXal7yFPMhdEZlnuFRdNg5J0X3JW0RkK5eUaYTHGVIbq99C+ZWjcBPhtkJqXTdWKMKhfsvcEW0c4aRCXueQN5ek6L7UNq/Jioty6gjJezYR0VLllrkjMnfknHN3khun7uUt1L6c5l5zrriXZ2oPSR5HZKJuC9VXLAw9liJcqMjcoTZ2q7aFK45c46z2kCKqUW6VKrqvqsiD3BURzjP6LnOHpKgv1RYR7h25V1TjmpRTHjmRt1D7kntJNRnuvWfXjxWKcKjfMndEG0c4qZDXOeTNJSm6L7XNa6oSktPWOHficSjUb+HcEd3YvXdFuHV4l5xmE05C3eaJyLF7ua89nHkc4UT9Fp7K6MYhjx25piJzR1Y99rTaFq44XJOz2sNZjjMkZRcKqULenLddEZlkyLlDmTvcR4Rb1dayUBZcVkTmDsm5Q95qGGpfHufudTl2UU4dITeSQhEO9VvmjmjjCCcV8jqHvLkkRfeltnlNVcJD555UdtlEhMLltodzR7SRB7krwoUK151K0X2pbZ6rint5pvZwluMMSa0LtS+1LeSxIycrMndk1WNPK7fwOJxEVCsPlWmExxlSG8tj5RbOIhP3UoTziswd6sbuI8Ktui3ch1xSZFZJZlKl8lbDUPvyOHdP5thFOXWE3EgKRTjUb5k7oht7zgtyd4Qiy10THkWOM7wuchw1kFO5JLmJCIX6LZw7ohu7964ItxVy7lAowqF+y9zhmhRtzy7HGZJaF2pfalvIY0dOVmTuyGqOJWdRIW8Rka1cUKYRHmdIbawcy1s4C/dy78g1FZk7sppj9xHhVt2WuSNUtYhMMjxunRN5C89nOM3d62oUklNHJvIWlYeztofqK9pIXpypO/W5suAmKtQ2L6hx5NBN7g5lPSPLFaH2VQN5kLsiwnlG32UeCvVbOHfkOme1hxRRjXKrVNF9VUUe5K6IcJ7Rd5k7pJoLhXKL6kPZtUMyd0iqsZx798hZODKTVJPh3nt2/VihCIf6LXNHtHGEkwp5nUPeXJKi+1LbvKYqITltjXMnHodC/RbOHdGNvThTd5Ib7+7lLdS+nObuiRq7l2dqD2ceRziRt+rCUxke5x7y2JFrKjJ3ZNVjT6tt4YrDNTmrPZzlOENSdqGQKuQtc9UownmFx5lmNceSIkKhtkVloexcVkTmDsm5Q95qGGpfHufudTl2UU4dITeSQhEO9VvmjmjjCCcV8jqHvLkkRfelJdt2MfrrgYio+YhQxCiqSIMAAggggAACCCCAwLwJcL8IIIAAAggggAACUyUw+pvMqbosLgaB1RWIiHqBiKi/uK+Bm4hwq6pFtFyLtg0e57+Crn8S7UH719F94slud0UZtc61zOu4PMCD1nWJ5yfW1ZE516rtuFqkPK5l2XpNrR1bl2OXc527NlG1/DfaeUxGzjjaPnHOxceNH9UWtoPcLgzzRfIas5Znr7Ffc2HcJ+4X1jlfsq4/ppvzMJc4fBW+sCrXC3jsfmHsxLuvx63XLRznJFe66tVtzzxrPmnbq+Amj8slTvuupaM2r70d5NblOo/7XO9K69xW3a/d7d11ecJ7vszCIbmgoh299Px5gMNrcm7JcV0hz5mrvMyv1c6VeWbtWmrWwzzA0fZau7DOJ3G5X+jy2JH9RPb9usy7VZXWke2YvFa/mDxdXb5Qq9UiN906Z/2e56g1Pv/CcZl4nHMT67Ke4QnvPr1br6s1TrPPLqNdQGvr/P1xnqyrcJ/r24o+y6Kj7d35u7mulqdpx7jgqWrrGpy13cctTDivV3Mhdy/IE2TnYR3mvkqueW+ndiGPqnHOd2N3ubc1NelVPkmlY+sWxn3iNb6Q3NuxPouPdFsHucmRp3JdVvO4Cter5iXdXuUuz67GuabClSzUOXysh/2e5VZx1nZfTyYOL8rD3Y3tXd2Vjb9/XjN24LLn9/G55zKv9k3WyFdYoxy4lrmj7b4ul517wnk7qyves5jh1Hue010u87rqFpo8amxle70quPHugtd6lU+SwzqPi664baM+qfv3uhrX4raq0rGlWfVJ256TdUwmXjTWdamLtdTX7kqtdSnTfCGPnbrQ9swnzu/ywnVV7mZhb6tzWJnPVa/kQaZ1HuetVqNc6siio+2+Lpe6vR3ngefyuPGj2kJPtH1hWOt8oMs+MPc8KiNzRz/hPu/FXR5SE7mqxh5lMcfJknn1OZnnzqg12dSqms5RRlvm1utqwmmeY+H1cpEjywtHe5DL60Yq6RZ0naedtT3zPFeeM8+fy+s8mdSSXFGJpzN3tN2nz8Th6cnlWcuos7Z1Prp2l723CRfytWvsc7SiR233cVWscp7f5cqzqWvspnNc4QXe23GZLHP+PK6m8tg+yd4vkJ0P8UxbVWOP8tyZe4lHzrzXOhcWX38/5YW119jr6qJqkGUnrrnNQUXm+ar5WnnuGntNHZcrsuA+u4xa149zXXdQpnWeTDy/cLzzqvfrcpxr2slqWaULTSW52i+VuaPttbabcN7O6tN594I24bw7LDOXF17KuWe8avK4GnnOe063yFU+sGp5nhxX1KBb4zwX5LrqPa41dcYcOFret55ux9YxeVAtqSZHGR7Unnm+x77R7pgsu5rHZtqFKz5ta53k7kM89rpc0nWZduE5Z9nW+fMID3JdXadzT/s1+8RprslwyXs7fy3ynAvenWQhz1CjHLiWuaPtPs5l555wnms9rj2LGTXwXOvrJV32noe4mMdkOF20R8TE90ERsWhFG0bExLpWpUUAAQQQmGcB7h0BBBBAAAEEEEAAAQQQQACBtRTgQae11B69FtmUCUSM/rI+IurqIlpfg7EmqxHVSu5aGopwyFs4vHuo8JcqWhsRTjK6zuOI8IpoBcl5hseZufOuCLfe5YhwIyk5pykBAAAQAElEQVS7UEgVrY3oxu4iQt7bhMJ9ZKvcWhbKglvVOnlzEhFtHB4r6qtlUkRIcrgP9+5qKCcRWVG3ZZ4hhSRPqTYnEdHGkZVw7shU4TaqVa6R86iSlOMMecuawl9yhOS22xXhscN7lbOJCOWX3MtbVLRW7qrsJiJyqNa4C0cNnEgt85rKXMo0IpOsZO+Q2rquzS6rEW6919h5pW4iCxXdcZ6rLNw69+5EkpOIUKhtUVkoO7fylGpzEhFtHFkJ5VfL3HpOrsh91t3VsMYehLx1TSi/PM4+snfkmorMHTUXblsuZyEpIpRfbjyQlOMMeQuHwl9yhORW3irzGjm8S1lwExHZehzKLdtwRRlRrSKiQrlFNvLYoRxkZO7wOrdtdzkimxxm75C6IzJ3tF0RfeJ55x45kbfMMqRsI6r1IDx2hOTEEYpwqG0tC6nt8pRqcxIRbRxZCecOp+GQor6Ua+Q8JHeOUIRD3sKh6L66PLJ35JqKzB25KseZOpcjl0ZUm8MuQhEOeQuHdw8V/lJFayPCSSg7hbyFIhwKyb28OVP4SxlRrSIyyfDYnbxVSTnIUMuymJlLmUZkknPZO6ScdWTuaLsinMibu4hQOO2baEm1EeEZh/twxZ3cOTzyINRvmWWon1ZtuabCo5oORTg8bHvmIRcV+RWSO0cowiFv4VB0Xy33IBNFuF7hYTgUinBUGtkq2+ja7DwtuYloVYVq89BpDjLk3FFFj71nISIU4VDkpHJz5lFrneSuCI8r5Fy1taHrylC1EZk7cq/IRt6yj7amRlFtFirLxhX5+IjITgp5C3fhXu4dnnPrPTx2hOTEEYpwyFs4FN2X3DtCbcs1FR5WLRTh8LDtmYdcVORXSO4coQiHvIVD4S85QnIrb5V5jRzepSy4iYhsPQ7llm24ooxw61CuyZC3HGfnPhSZOdQyr6nM5UwjWhI5m7mUmSMkt92uCI8rXM1ecs0h1ysyd9Sca7k79+6iJCcRoVDborJQdm7lKdXmJCLaOLISziMTjVpnucYVd3LnCEU45C0ciu4rc8lTqs1JhOfCowyFIhwetr3lEdk7wtWKGK0L1xTyErn1IBxy7qhiKDuFvIUiHArJvbw5U/hLGVGtIqJCIVVIcknhL2fKLdxEVKssZxrhsSP6gpSZIyS33a4Ij73LERHZ1XRrQrllG1GtckG46YdyEpEV1day6HLltGrLNRUe1XR4ztEPlXlIuUYhd86lTCI8lrdwKLqvLo/sHbmmInNHrspxpbkoXJEjJLe5twhFOOQtHAp5KLcehEPOHVUMZaeQ5CQilF9yL29R0Vq5864ItxVyrtra0HVlqNqIzB25V2STc9k7pLaua7PLakS2Uo2de688m8iiVG1ESJm5C/f9UE4isqJuC/cZUraeUm1OIkLepZC3UITD2XJ7hOe6yPmINs58UxERC9MRo3yhON8Jd48AAggggAACCCCAAAIIIIAAAsMX4A4RQGANBXjQaQ2xeam1EYjYsr9Yjxiti5jMI6J+ALD0ivNfPzvyn2vXP49W/Wvp/JfcFT6gpjzXxvlvpx1t99pMMhYflzVHHp9RJ/E494pqfJB3z3nkcznP13H4kGrzNbsJd911en2tdJ/HtbWZOdpea914WTvGS533K11z6qVekrkzL8jXctfWOamx17W9rXO5uy5XfZhP4N1zlbvm2dFxLvoAz7Y1NefTu+yC95zxMTnOuS68ot9rjZvcq5ZNO78P8rlrnMd1udNaW2tc86oa1zoP2itWkks9l3mGV2TnY1z0XA3cu16X6HGO3LUlfeJ5FzzKw7wiXyFHrudxnusm3HluYdzytjLXZpa1zB2L17XpPGP3Gl7jkU9a4+p9jPc24aQMak1rfPZc5oGzPF9m/bocZ+TZsua5OlHlud7hudpzXdYzcl2OPdFW5MDRdr9eJp5pXVtVx3WFqviVXHPb9prKY5z4/DWV6zx0NSuOWrpwfk87dy0XO3Jdf/8+zNOtdTKxro1ztU+ZS1zoRs6682WW5+yiO4G7fqXXeU2OvMSZx6OkrctzZ3h2/Lo8mRV3PtrHePfBeS3d2KkXuPXYSc13fZ6uzuWi93ZczeVaH+LcJ3brcb/AB7W01TxcdFxWHG334ZnkWi/LNM/mE7jSCjn2S+V1uND2XOc1Png0znVZd1/FPCZj8bpunOfPc/qQ7oguc+fdp3Zba3029x458Qm9uo51mrU8R03kmi68xCWvyrHXtd1jT7jkNqd9tHe/kHfPVZ4rM3dkmuEDcpSv03oXa61HNdeNfVZXfC6PnXe7x67mujqmzbVzOXfdV+KlbU3mHvgYZ57r1znNxa57XS7I8Pm8V82ND/DuQh3jA3Jl1b3WZafVepF3p7nORQ+85zhfofo80kmOM3yuiXX9OM/rPFe2aK3LufsQjz3vxLvP6WFNuPHIrV+3O3+Ovci7szqmJtrYaS1241nXRsflVBbyXvIwL3HJqzzIl/PAiz32RK2pvkrVtJpX1eJundd4st99ek/m+dzVlJt2nAuu58I6sss97WNc9bity9yv4Yk29nHOu91rPfbaGldajYd97+N9eL5GZa286LhuNufqSCd1jI/Ic7tWu/O8Bh+cE+7acV7q6TzGY3fea87NaF0Vu5V5HqcblI2P8dG5Ns+dkcOFsZfU2E2tzPO45lO4zdO76oF3D7LUjTPN8IQrPl217r0sz5H1jFrTmnztXOUV/e71XpzrWteuIsfOPOkD8wiHa/1Bmda5KnHVx7qt5V5Zx7jJM7jmybF1eZyLnvNK1z3rvI72IR613UsyyfBct64WuvGRXuu62zqfa7XnOocP9qRXOfcZvMpDL3ClTblSx3k+C5ln6iU541KuzGNymLnP4gWVOa11Oc7wkhq7WZjP3Ou8t3Pluhq0xfV6lbZiO67lPtTHeLKOyZnMHZ5ox42tczlreYCXZ+fwMR649Q20tdW65kLbXeiP82l9TJZ9RNazUJE1Rx5XkXlGLvJar8lzeOTM9a7Nrmp1jLPcnXvPRXnFXpLHt2Geo7KFdZW45DU+yCMfk7vHeaQL3n3N1Y7WdUMXai6HedREhOp7oIhY6NVtEVFZROtr4CZicuwSOwIIIIAAAggggAACCCCwjAAlBBBAAAEEEEBg5QR40GnlLDnTDApERP0lfl56RMsjQtttt91CXROb18jhNXJfezjLcYak1oXal7yFPMhdEZlnuFRdNqH8ckW5hZuIauUJZRrhcYbUxvLmkhT1JW+RkWsqpNa5molCEQ61rWUhtV0RmWS41Don8hZqX05z97ocuyinFYqaUEQoMq0I546ogTwlZe4kIirtmxyFuq3mQhHhgiN3hwveQ+Fq28N5Rht5kLsiQm4ckpxmExEtVW6ZO1xTVsNtRTXKraY858pC6yR3RbhaIecOdeOu9ygzR5e5q+WtUW6VVtKa8OqWSRGRjcN7pdVICkU41G/hJFyTQlKE24qWe+RE3kLty2nuXpNjFxXhLFzMUCjC4WHbM3dEG6nrI0IRGa6HQ9F9Ze7Iuay4l/vaQ5LHEaFQv4XzjG4c8tjhNarI3KFQhEP91vKIcMGRe0U1rsnr5S0UY63TNs7jKqTWeVUmCkU41LaWhZR7RTXKzcuyrL6JllQbEVJm7jKN6BLXIsKtui1zR7RhhBPvuSAislPfhJNQt9VcyJ2j9QrPuRARlXrkPXNHOM3dvXdFuHV4l5xmE05C3eaJyLF7ua89JHkckYmk6sJdhryFPMhdEZlnuFRdNqFQbtlG5RHhgiP3impck3IqlF/O3Wcrb5FRk85yz8j5rLmPCLde5L1loSy4VYTbCpcylTf3UnRfmUnKNQr33rPLsXuPFBEK9Vs4d0QbRzjx7qIiQpHlrgmPIscZNRdy51FI3luEIhzqt8wd0Y3de681bnKXsuAmItyq2zJ3uKashtuKUEQot9aF2ldV5EHuigjnGX2XeSjkLeecZR5RrTxUphEeZ0htLG8uSVFf8hYZuaZCqq41kkIRDrWtZSG1XRGZZLjUOifyFmpfTnP3uhy7KKeOkLxnExEtVW6ZOyJzKaJPWl7DKoXal9rmiRq7l2dqD0keR4RC/RbOM7pxyGOH16hCkmvZRERLlVvmDteU1XBbUY1yqynPRUVV5DR3RYTzjL7L3CFvnsusRWvlzmVFdElbJo/UN9GSaiNCysxdphFd4lpEuFW3hfuQS4rMKnGWe4ZrNeEmKrLg8LocuySnjpC8y4OIUKjfwrkjunHXR4QiMlwPh6L7ytyRc1lxL/e1hySPI0Ihb10THoWHtTvxrgi3FXLuUCjCoX7L3OGaFG3PLscZkloXCqlivI1wtcLVTHNFjt1HhFvV1rJQFtwqwm2G5Nwhby5JUV/yFhm1xlnuFdXkjCJC4azt4dwR3chzqlDfOZG3UPtymrvX5NhF787CxYpQhMPDtmfuiDaSe++KcOvwLjnNJiJaqtwyd7imrIZbhzyOCIW8dU14FB7W7sS7ItxWyLlDbexWbYusKCI8dOReUY1r8pxDoVziVlIot2wj3FZIrevGCkU41LaWhdR2RWSS4VLrnMhbqH3JvaRcp3DvPbscZ7gWEW7VbZk7og0jMnHk7tyd2uJwl6ElW1YjouoRoYhRZDEisiMQQAABBBBAYDUEOCcCCCCAAAIIIIAAAggggMAWC2y3xStZiMCUCZyVy4mIhb+w74+PGNUiRnk+7PSgW52pJ93pH3riHf+uJ9z+b3r87f6qY2/7Fz32NqfpMUed6jhNjz7yVD3qiFMqHun+mMNP0TFHnKyjK07R0Yf/WUff+mQ94nBH9hWn6OG3dnht60/Wwz3/cI8fNhGn6qGHt3iY+4cdcZrHjiNa7aHuH1Jxmh7iuVH8Rf9xxHic5nFGqz3Ycy3+qn8/YnH8Tf9+ZFdz/6CKv+lBR47H6XrgkRl/a/1Rf9MDPP+Ao1zrIvMHHPl31/+uf3Pf4nTnjqO6mvv7V/xD9z+qxf3cZywe39f1+97mDE3GmR63uM9tztR9jjpD9/Ga+xzlPMeOezu/9202qI97Oc9YPM7avW4r3fM2Dvf36OKe7u9529A9KuQ+I3R3j+9+u67uvsa33U53u50j++Xidtvrrrd1jPV3yfx2Z9NdKrZ3n3E23dnjhbh9N7792XXnLu7kPuOO7u94u7Mr8zvd7hzK/I63z97h/g4V/6Q73j7jHOrHt3f99q5V3OGfdDvnt7vDOXX7LjIfj9u6Por/p9veocVt7vj/dJs7nEu3uaPDtdtMxLl0lOcyjnR/5B3/WRlHdX3mfRzh2ijOrSPu6LjTuXW4+8PvdB61OLdu7VrG4e4Pv+N5dOvxuNN5ddgdHdlXnEeH+djDnB86EefTIXdy3Pl8OtT9oe778SHOb7UQ59et7jwWd7mADr7zeJzf44wL6CDXR3FBHXjnFge5P+guLT8w+y4OcH/AXS6kjFt2/QF3+Rdlfsu7Xsi9c/f7V2Tu8Pz+kg39cgAAEABJREFUd/0X7X+XC+sWzm9R/Vh+V+dd3Nz9ze96ES0X+7lecbeL6GYVF3W/XFxM+97NcdeLap+7XbTLPXZtn4qLu34xx8W1991a7OM+o8Z3b7W97n4J7eU8+z0rz3HGJbXn3TMu4d5xj0tqD4/3yD6jz+9+Ke1+D0f249HX3O/m+m732EEZu3b9bve4tHat2MF9xqV1U49ves+xPvN7XkY3cdzUkX3GjZ3f+B6tXmPnN77nZdXHLs53ueeOHu+oXSq/rPsddSPnN7pX9g73N3Tc6F6XUx83dN5iR2V/A48zLnPwufRfv3tti9++Vh9w/oHfvk4tXqsfXuALuv69Ll9xvXtdQRX3voKu6/y6976irtdF5tfNesUVdR3XF+I+V/LY4f7aFVdW66+ka3l8rXtfqY3vfWVdK+M+rb/mfXbSNT2+pseVV39lZX4Nzy3Efa+ia9zHsdDvpKs7z7ia+1H8q65238m4qsd97LyQ76yd7zseV9W/3tdxv6u67rjfzvrXiqu6b3EVz13lflfTRNz/atrJtZ2y7+LK7q98v6trp/tfXdlfufpr6EquXel+2Ttcu1JF5i2ueP9raBTXdN7iCve/pq7wb6O4vPPL/9u1lHGFrs+8xbV1uX/LuJZ29NyOlef42h6Px3V02X9rsaP7HR/Q8su6v0zFdTXqM+/jerr0AxwPvK57xwOvpx0ecF3tkH2G5yp/wPV1qfF4YDce6y/p/JIPvIEu0UXml3zgDT3O6OoPuoEu7vmLP+iGyrhE11/8QTfSxcbjgTfSRT3OuJjznMv8og/axfUWF3F+kQfdWC12cd/iwq5f+N9vrMm4icct/uXfb6J/8fyFKjK/iS704D5u6tzx7zfVBTcSF3D9Ag/eVRf4d4f781fspgs8uMX53Z+/arvq/M7Pl/Efu6n1u+t8/9HivO4X4sG76zw5dt9qe+g8D3b8xx46d8WeY32f59ye+uf/cDzEMdHvpX9+yF46l+vnqn4v/T/3GTV+6N4eO/r+IXvrnM7P6f6fHrKP/sl95uesPMddPHQfncO1czx0X/1ThcdZc561s7tvcTOd/aGOhzm6/mzOx2P7HD90P2W/ffZdbOd+u4fdXC32c5/Rj2+u8FwfetgtPHY8/BbKXNl3scF9Rqvtrw0Pb3Gm+zMffku12F9neHzGwviWHo/HAfrHwx2POMD1A/QP93383fkoDtTfHzEWRx+k0x/hOPpA/c31v7k/veIg/c1zf/Nci4P110c4jnZUf5DHjhw7/rIQt9JpR7f4i/u/HH2Ix45jWu0096dWHKJTj8l660895lCdknF013vuFMfJWXOc+sjDdErFrd3fWic/0v2jDtcpjzpCpz76CJ322CN12mOO1F+OPUp/edxt9NfH305/e8Lt9fcn3lH/eNKddMaT77zwfVJ+HxQRC2N5iwi3bY8Y5a1Ci8DqC/AKCCCAAAIIIIAAAggggAACCCAwfAHuEIEtFdhuSxeyDoFZFYhofxEf0fr+PiKi/vI+xxEtj5js77xv6E77SHfce0PFHfY6Uxm33/MMZdx297/rNoviqN1O11G7/b3iyF1P15HOj/SahT7zRXHE7v/Q5uJwrxnFGTp898m4tcdLYo8zVLU9ztRhuzuy32Rs0KGeP3SP7JePQzw3Cqnl2be41R7SQuzpfCJCB++5ZXGQ1x2053baWBzouSWx1/Y6cE+H+wPcH5D9RuKWrt9yr7Npc7G/14zi7Np/r8m4hccLsffZVXn2FefQzffefOznNS3+SfvtvXzczPWlcU7dbG/HPufUvu73zX4jsY/r++zz/7S52NtrRnEu7b3PZOzl8ULsey5VvtD/s/bcd/Oxh9e0OLf22Hf52N31pXEe7b5vi93c73az82hjsavndr3ZebW5uKnXjOJ8uunNJuMmHi+J/c6nqu13ft14M7GL50dxAe2y3/JxI9dHcUG1PPsWN9zvgrrhzR19n/lCXEg3cH6Dm2e/fFzfc6P4F13/5svH9VxfEre4sK53c4f7624mruP569ziItpUXNvzk3FRXfsWk3Etj6+1/0W1pM/a/hfTNTcT1/D8KC6ua+y/fFzd9aVxCV19f8ctL6Grub9a9huJq7p+1VteUpuKnT0/GZfSzrecjIvtci595c8fb3HyWJ/5yZ/Qb873Q13lgB02Gjt5bhSX1k4HTMaVu3H2S+MyuvIBjgMvoyu5v1L2y8ZldUXXr3hg9svHFTw3ih3V8uwn4/IH7qiFOKjLD7qcLt/F5dxvKnb0/I4HXV4bi8t6bmlcQZc9aCwOvoIu4/FlxvvMF+KKuvTBm44dPD+KK2mHg5fGpVxbNm51ZV3qYIf7S24mLuH5S9xqJ20sLu65pXEVXfxWk3Exjy92yFW00Ge+EP+qix6y6biI50exsy5yyNK4sGvLxqFX1YUPcbj/l83EhTx/oUOvpo3FBT23NK6uCx7a4gJjfeYVh11dF5iIa+j8h206zuf5UVxT5ztsMs7r8Ubj1tfSeQ+7ls7j/jx9n/kycW7Xzn3ra2tj8c+eG8V11PLsW5zr1tfRuW59nck4vKsdfl2dK3P3/28zcU7Pn/Pw62lj8U+eWxrX1z8dPopzHHF9ncPj6jNfEjfQ2Y/YdJzN86O4oc52xGRs7/GSOPKGqtqRN9L2XWznflMRno8jd9HGQp5bGjeWjmyxwf1CHHVjbVg2bqIzj9p0nOH5UdxUZxw1Gf/weEnc5qaq2m121d+P2lX/yN5xutf+3X0f/7jtbsq8+sxvu7v+cbs9dMbt96w48w57acMd916IuPO+Cn/js91229X3SBHt+yJ5iwi3WqjLW0SrOWVHAAEEEEAAAQQQQAABBBBYGwFeBQEEEEAAAQQ6ge26ng6BuRWIaH9JHxELf3kf0fL8i/5Nxfbbby8CAz4DfAb4DEzzZ2D6ry3/nNnUH8IRwZ81/HnLZ4DPAJ8BPgMr8hnIP3Pyv1uyH4+I9v1PxMZ7LdoioioRra8BDQIIIIAAAgggsG4CvDACCCCAAAIIIIAAAgjMi8B283Kj3Od8CURs/C/bI2LJA00Ro9riv/AfH/c/FMh+ceS6xbWzne1sK/IDicXnXbExPzDi/eEzwGeAz8BUfAY296c0/7u//VS8T7wPvA98BvgMTOtnYGu+78jvWzYWEaPvi/LPpojIbuL7pyrQIIDA7AlwxQgggAACCCCAAAIIIIAAAgggMHyBObnD7ebkPrnNOReIGP0F/XIUETHxl/cRof4v/yNGedY298ONxT9kWDze3PHMb88Ps3nwhM8An4G5+gzkny3axBYRc+XBn4P8OchngM/AenwGhvya+efMePT3Ol7LPCLqe6CIpd8baWyLiLHRZBqx8bnJlYwQQAABBBBAAAEEEEAAAQQQWHsBXhEBBBBAYBgC2w3jNrgLBLZOICKWPNgUsbSWf+HfR/5AoM/H+6xvLvJhpz42t5b57fmBPg+58BngMzB3n4FN/SkWEevtwevzf5N8BvgM8BmYos9A/33FeD/+PUTWx8eL8/HvZfo8IhYecspaxNLvjSJC/RbR8ojW93V6BBBAAAEEEEAAgZkW4OIRQAABBBBAAAEEEJgJge1m4iq5SATOgkDE5F+6R7RxROv7U0bEkoee8i/3MyKi/sI/84zFPyTI8cbqObdc5A8eiLNpOAbcC+8lnwE+A9v2Gcg/K7SJLSL438yzbZsxn1H8+AzwGRjSZyD/3NiWyO9flouIqO99IkbfH2nRFhGLKgwRQACBeRLgXhFAAAEEEEAAAQQQQAABBBBAYBoEVvdBp2m4Q64BgY0IREQ94DQ+HdFqEa1f7gcA47Vt+QEDx27PbwaYot8MwOeRzyOfgfX7DOSfK+N/Fi3OI4L/veR/L/kM8BngM8BnYJs/A/nnTcb4n/k5Ho+I9n1QxPK9vEWEWy39Xqqriw0BBBBAAAEEEEAAAQQQQAABBIYrwJ0hgAACUyCw3RRcA5eAwJoJRCz9S/mIqL+kj1i+H/+L//E8f0CQ48V9X8s6sf02/0AGQwz5DPAZmIfPwKb+IIwI/rd0AA84zMPnmHvkf6/5DEzHZyC/H8nI92O5Pmt9RCz/PVDEZF3dFhFdRocAAggggAACCCCAAALLCVBDAAEEEEAAAQQQWH2B7Vb/JXgFBNZPIGLTfxEf0eYjYuFhp/4v/fs+os314/F+uR8eZG08xteTb1f/7zBwwGHRZ4DPxXZ8Jub5MxERm/yDMiL4vxH+b4TPAJ8BPgN8Bjb7GRj/HiTz/LO17zNfHBHL//kSEQvfG0WEcotofeYZEZPjrBEIIIAAAghsgQBLEEAAAQQQQAABBBBAAAEEENhmAR502mbC1T4B599WgYjJv4SPaOOIpX3EqBYR9Rf8/Q8EImLhhwvL/cBguVoem3Vie34bCb+NhM8AnwE+A5v4DGgTW0Rgtwk7/ozlz1g+A3wG+Ay0z0B+7zEe6dKPx/O+1vcR7fueiKW9vEWEW9X3RvIW0cZOF/aIpbWFSZKtEGApAggggAACCCCAAAIIIIAAAggMX4A7RACBbRXYbltPwPEIzIJAxORfvEe0ccTSPiLqL/Ejoh5simjj/EFAxKiW48WRP0DIWFxnzG+r4TPAZ4DPAJ+BjX0GIkKb2zZ2LHU+V3P1GeA3+tR/m/Ke83/3W/IZ2Nz3JBFRn6eIUR8RC98HRYRyi1i+z7k+ItqafkyPAAIIIIAAAggggAACCGyTAAcjgAACCCCAAAKbEeBBp80AMT1cgYj2F/IRoz4iJv5yP6KN84cJETHxw4DxWuZ9RLR1/ZieH0bxGeAzsBafAV5jtj9n2sQWEfXnD+/xbL/HvH+8f3wG+Ays5WcgYvLPjojROKLlEUv7iPb9T0Tr5S0i3Kq+T9KiLaLNLSozRAABBBBAAIFVFODUCCCAAAIIIIAAAggggMC8C/Cg07x/Aubj/jd6lxHtL+YjYuEv7iOi1kdE1SIm+/4HFBEx8YPniLaun6fnh1l8BvgM8BngM7ClnwFtYouIiT9vtvScrOPzx2eAzwCfgfn+DERMfn8SMRpHtDxispe3iHCrhe+F5C2i1Zwu7BFLawuTJAisnwCvjAACCCCAAAIIIIAAAggggAACwxfgDudcgAed5vwDME+3H7H8X8RHjOoRLY+I+ov99Iloef6gKKLlEUv7nF8cEUvXRVCLwCACgwgMIjCIwCD/rNlcROAUgUEEBhEYRGyLAcdGDNdg8fci/ThidM9ZixiNI1qefw5FTOZZy4iI7AgEEEAAAQQQQAABBBBAAIGZEeBCEUAAAQQQGLYADzoN+/3l7hYJRCz/l/QRo3pELHnIKSLqTBFRcxGx8Ns1Ika1iMk8f5BAzPe/pOf95/3nMzBDn4Ht1u9atZmNz9H6vTfYY89ngM/ArHwGIia/F4mYHOd9REzWIkbj/KMooo0zz4iI7CYiIup7ookiAwQQQAABBBBAYJYEuFYEEEAAAQQQQAABBK304YsAABAASURBVBCYaQEedJrpt4+LPysCEbHsYREx8Rf2EW0cEbU+Imo+YtTnRMRoHDHcPIJ7i8AgAoMIDCIwiFhZg/zzZGMRsbKvFcH5IjCIwCACgwgMIubbIP/siRgZ5DgjotUyH4+IGB+SI4DAQAW4LQQQQAABBBBAAAEEEEAAAQQQGL7ALN8hDzrN8rvHtZ9lgYiN/wV9RNQDTeMnj2i1iNb3cxFtHEEfgUEEBhEYRGAQgUHE1hn0f65srI/YuvNFsD4CgwgMIjCIwCBiRQ3qe4WI2Tvn+J8xEaPrX64+XuvziOhTegQQQAABBBBAAAEEEEAAAQSGLsD9IYAAAghMsQAPOk3xm8Olra5ARNQPKTb2KhFtPiKWLImIOjZiy/olJ6CAAAIIIIDAIAW4KQQQQACBtRSI2LLvRyIm141fY8Robrw+nkfE+JAcAQQQQAABBBBAYO4FAEAAAQQQQAABBBBAYP0EeNBp/ex55SkRiIh6aGlTlxPR1kSM+k2tXzwXMTougjxiTg247/q/tQje/wgMIjCIaAaL/8xYbhzR1kbQR2AQgUEEBhEYRGCw3J8Zm6tFTLptbH3EaN3G1lBHAAEEENiIAGUEEEAAAQQQQAABBBBAAAEEEFg1gal50GnV7pATI7CFAhHtL/K3cDkPbHReEc0tgj4CgwgMIjCIwCBi6ww29WdPxNadK4L1ERhEYBCBQQQGERhETBps6s+cfi4i+nRVek6KAAIIIIAAAggggAACCCCAAALDF+AOEUAAgdUS4EGn1ZLlvDMrEBETDzHN7I1w4QgggAACCCAwiwJcMwIIILAuAhGj74PW5QJ4UQQQQAABBBBAAAEE5kuAu0UAAQQQQAABBBA4iwI86HQW4ThsfgQi+Av/+Xm3udPpF+AKEUAAAQQQQAABBLZVIGL0PU5Ey7f1nByPAAIIIIDAygpwNgQQQAABBBBAAAEEEEAAAQSWF+BBp+VdZrPKVa+6QET7IUAEfQQGERhEYBCBQQQGEdtmsLk/wCK27fwRHB+BQQQGERhEYBCBweb+3GF+BgS4RAQQQAABBBBAAAEEEEAAAQQQGL4Ad4gAAssK8KDTsiwUEUAAAQQQQAABBBBAYFYFuG4EEEAAAQQQQAABBBBAAAEEEBi+AHeIAAIIIIAAAvMpwINO8/m+c9cIIIAAAvMrwJ0jgAACCCCAAAIIIIAAAggggMDwBbhDBBBAAAEEEEAAAQQQQGCQAjzoNMi3lZs66wIciQACCCCAAAIIIIAAAggggAACwxfgDhFAAAEEEEAAAQQQQAABBBBAYPgC3OEQBXjQaYjvKveEAAIIIIAAAggggAACCGyLAMcigAACCCCAAAIIIIAAAggggMDwBbhDBBBAAAEEZlCAB51m8E3jkhFAAAEEEEBgfQV4dQQQQAABBBBAAAEEEEAAAQQQGL4Ad4gAAggggAACCCCAAALTJ8CDTtP3nnBFCMy6ANePAAIIIIAAAggggAACCCCAAALDF+AOEUAAAQQQQAABBBBAAAEEEEBg+AJTd4c86DR1bwkXhAACCCCAAAIIIIAAAgggMPsC3AECCCCAAAIIIIAAAggggAACCAxfgDtEAAEEEFhrAR50WmtxXg8BBBBAAAEEEEBAwgABBBBAAAEEEEAAAQQQQAABBIYvwB0igAACCCCAAAIIILDCAjzotMKgnA4BBBBYCQHOgQACCCCAAAIIIIAAAggggAACwxfgDhFAAAEEEEAAAQQQQAABBBBAYOsEZvFBp627Q1YjgAACCCCAAAIIIIAAAggggMAsCnDNCCCAAAIIIIAAAggggAACCCAwfAHuEAEEENgqAR502iouFiOAAAIIIIAAAgggMC0CXAcCCCCAAAIIIIAAAggggAACCAxfgDtEAAEEEEAAAQQQGBfgQadxDXIEEEAAgeEIcCcIIIAAAggggAACCCCAAAIIIDB8Ae4QAQQQQAABBBBAAAEEEEBgrgR40Gmu3u7RzZIhgAACCCCAAAIIIIAAAggggMDwBbhDBBBAAAEEEEAAAQQQQAABBBAYvgB3iMA8CfCg0zy929wrAggggAACCCCAAAIIjAuQI4AAAggggAACCCCAAAIIIIDA8AW4QwQQQAABBBAYkAAPOg3ozeRWEEAAAQQQWFkBzoYAAggggAACCCCAAAIIIIAAAsMX4A4RQAABBBBAAAEEEEAAgdkR4EGn2XmvuNJpE+B6EEAAAQQQQAABBBBAAAEEEEBg+ALcIQIIIIAAAggggAACCCCAAAIIDF+AO5wZAR50mpm3igtFAAEEEEAAAQQQQAABBKZPgCtCAAEEEEAAAQQQQAABBBBAAIHhC3CHCCCAAAIITIsADzpNyzvBdSCAAAIIIIDAEAW4JwQQQAABBBBAAAEEEEAAAQQQGL4Ad4gAAggggAACCCCAAAJrJMCDTmsEzcsggMByAtQQQAABBBBAAAEEEEAAAQQQQGD4AtwhAggggAACCCCAAAIIIIAAAggMX2Bt7pAHndbGmVdBAAEEEEAAAQQQQAABBBBAYHkBqggggAACCCCAAAIIIIAAAgggMHwB7hABBBBAYEUEeNBpRRg5CQIIIIAAAggggMBqCXBeBBBAAAEEEEAAAQQQQAABBBAYvgB3iAACCCCAAAIIIIDAlgjwoNOWKLEGAQQQmF4BrgwBBBBAAAEEEEAAAQQQQAABBIYvwB0igAACCCCAAAIIIIAAAggggIAFBv6gk++QHQEEEEAAAQQQQAABBBBAAAEEBi7A7SGAAAIIIIAAAggggAACCCCAwPAFuEMEEEBA4kEnPgUIIIAAAggggAACCAxdgPtDAAEEEEAAAQQQQAABBBBAAIHhC3CHCCCAAAIIIIDAHAjwoNMcvMncIgIIIIDApgWYRQABBBBAAAEEEEAAAQQQQACB4QtwhwgggAACCCCAAAIIIIAAArMvwINOs/8ervYdcH4EEEAAAQQQQAABBBBAAAEEEBi+AHeIAAIIIIAAAggggAACCCCAAALDF+AOEZh5AR50mvm3kBtAAAEEEEAAAQQQQACB1RfgFRBAAAEEEEAAAQQQQAABBBBAYPgC3CECCCCAAAIITLsADzpN+zvE9SGAAAIIIDALAlwjAggggAACCCCAAAIIIIAAAggMX4A7RAABBBBAAAEEEEAAAQTWWYAHndb5DeDl50OAu0QAAQQQQAABBBBAAAEEEEAAgeELcIcIIIAAAggggAACCCCAAAIIIDB8Ae5wfQV40Gl9/Xl1BBBAAAEEEEAAAQQQQGBeBLhPBBBAAAEEEEAAAQQQQAABBBAYvgB3iAACCCCAwKoK8KDTqvJycgQQQAABBBBAYEsFWIcAAggggAACCCCAAAIIIIAAAsMX4A4RQAABBBBAAAEEEEBgWwR40Glb9DgWAQTWToBXQgABBBBAAAEEEEAAAQQQQACB4QtwhwgggAACCCCAAAIIIIAAAgggMHyBbbhDHnTaBjwORQABBBBAAAEEEEAAAQQQQGAtBXgtBBBAAAEEEEAAAQQQQAABBBAYvgB3iAACCCCwcQEedNq4DTMIIIAAAggggAACsyXA1SKAAAIIIIAAAggggAACCCCAwPAFuEMEEEAAAQQQQACBORbgQac5fvO5dQQQmDcB7hcBBBBAAAEEEEAAAQQQQAABBIYvwB0igAACCCCAAAIIIIAAAgggMFwBHnTq31t6BBBAAAEEEEAAAQQQQAABBBAYvgB3iAACCCCAAAIIIIAAAggggAACwxfgDhFAYLACPOg02LeWG0MAAQQQQAABBBBAYOsFOAIBBBBAAAEEEEAAAQQQQAABBIYvwB0igAACCCCAAAKzKsCDTrP6znHdCCCAAALrIcBrIoAAAggggAACCCCAAAIIIIDA8AW4QwQQQAABBBBAAAEEEEAAgSkV4EGnKX1jZvOyuGoEEEAAAQQQQAABBBBAAAEEEBi+AHeIAAIIIIAAAggggAACCCCAAALDF+AOEZhOAR50ms73hatCAAEEEEAAAQQQQACBWRXguhFAAAEEEEAAAQQQQAABBBBAYPgC3CECCCCAAAIIrIsADzqtCzsvigACCCCAwPwKcOcIIIAAAggggAACCCCAAAIIIDB8Ae4QAQQQQAABBBBAAAEEEFgNAR50Wg1VzonAWRfgSAQQQAABBBBAAAEEEEAAAQQQGL4Ad4gAAggggAACCCCAAAIIIIAAAsMX4A5XQYAHnVYBlVMigAACCCCAAAIIIIAAAghsiwDHIoAAAggggAACCCCAAAIIIIDA8AW4QwQQQAABBLZegAedtt6MIxBAAAEEEEAAgfUV4NURQAABBBBAAAEEEEAAAQQQQGD4AtwhAggggAACCCCAAAIILBHgQaclJBQQQGDWBbh+BBBAAAEEEEAAAQQQQAABBBAYvgB3iAACCCCAAAIIIIAAAggggAACwxdYfIc86LRYhDECCCCAAAIIIIAAAggggAACsy/AHSCAAAIIIIAAAggggAACCCCAwPAFuEMEEEBg7gR40Gnu3nJuGAEEEEAAAQQQQEDCAAEEEEAAAQQQQAABBBBAAAEEhi/AHSKAAAIIIIAAAggMTYAHnYb2jnI/CCCAwEoIcA4EEEAAAQQQQAABBBBAAAEEEBi+AHeIAAIIIIAAAggggAACCCCAwIwJ8KDTWXjDOAQBBBBAAAEEEEAAAQQQQAABBIYvwB0igAACCCCAAAIIIIAAAggggMDwBbhDBBCYLQEedJqt94urRQABBBBAAAEEEEBgWgS4DgQQQAABBBBAAAEEEEAAAQQQGL4Ad4gAAggggAACCEyVAA86TdXbwcUggAACCAxHgDtBAAEEEEAAAQQQQAABBBBAAIHhC3CHCCCAAAIIIIAAAggggAACaynAg05rqc1rjQTIEEAAAQQQQAABBBBAAAEEEEBg+ALcIQIIIIAAAggggAACCCCAAAIIDF+AO0RgDQV40GkNsXkpBBBAAAEEEEAAAQQQQGBcgBwBBBBAAAEEEEAAAQQQQAABBIYvwB0igAACCCCAwMoJ8KDTyllyJgQQQAABBBBYWQHOhgACCCCAAAIIIIAAAggggAACwxfgDhFAAAEEEEAAAQQQQACBLRbgQactpmIhAtMmwPUggAACCCCAAAIIIIAAAggggMDwBbhDBBBAAAEEEEAAAQQQQAABBBAYvgB3uKUCPOi0pVKsQwABBBBAAAEEEEAAAQQQmD4BrggBBBBAAAEEEEAAAQQQQAABBIYvwB0igAACCCDQCfCgUwdBhwACCCCAAAIIDFGAe0IAAQQQQAABBBBAAAEEEEAAgeELcIcIIIAAAggggAACCMyLAA86zcs7zX0igMByAtQQQAABBBBAAAEEEEAAAQQQQGD4AtwhAggggAACCCCAAAIIIIAAAggMRGATDzoN5A65DQQQQAABBBBAAAEEEEAAAQQQ2IQAUwgggAACCCCAAAIIIIAAAgggMHwB7hABBBAYhgCFNte+AAAQAElEQVQPOg3jfeQuEEAAAQQQQAABBFZLgPMigAACCCCAAAIIIIAAAggggMDwBbhDBBBAAAEEEEAAgZkQ4EGnmXibuEgEEEBgegW4MgQQQAABBBBAAAEEEEAAAQQQGL4Ad4gAAggggAACCCCAAAIIIIDANAjwoNPqvgucHQEEEEAAAQQQQAABBBBAAAEEhi/AHSKAAAIIIIAAAggggAACCCCAwPAFuEMEEJgCAR50moI3gUtAAAEEEEAAAQQQQGDYAtwdAggggAACCCCAAAIIIIAAAggMX4A7RAABBBBAAAEEVl+AB51W35hXQAABBBBAYNMCzCKAAAIIIIAAAggggAACCCCAwPAFuEMEEEAAAQQQQAABBBBAAIFtFuBBp20m5ASrLcD5EUAAAQQQQAABBBBAAAEEEEBg+ALcIQIIIIAAAggggAACCCCAAAIIDF+AO0RgWwV40GlbBTkeAQQQQAABBBBAAAEEEFh9AV4BAQQQQAABBBBAAAEEEEAAAQSGL8AdIoAAAggggMBmBHjQaTNATCOAAAIIIIDALAhwjQgggAACCCCAAAIIIIAAAgggMHwB7hABBBBAAAEEEEAAAQTmXYAHneb9E8D9z4cAd4kAAggggAACCCCAAAIIIIAAAsMX4A4RQAABBBBAAAEEEEAAAQQQQGD4AnN+hzzoNOcfAG4fAQQQQAABBBBAAAEEEJgXAe4TAQQQQAABBBBAAAEEEEAAAQSGL8AdIoAAAggMW4AHnYb9/nJ3CCCAAAIIIIDAlgqwDgEEEEAAAQQQQAABBBBAAAEEhi/AHSKAAAIIIIAAAgggMNMCPOg0028fF48AAmsnwCshgAACCCCAAAIIIIAAAggggMDwBbhDBBBAAAEEEEAAAQQQQAABBBCYZoGVedBpmu+Qa0MAAQQQQAABBBBAAAEEEEAAgZUR4CwIIIAAAggggAACCCCAAAIIIDB8Ae4QAQQQmGIBHnSa4jeHS0MAAQQQQAABBBCYLQGuFgEEEEAAAQQQQAABBBBAAAEEhi/AHSKAAAIIIIAAAgisnwAPOq2fPa+MAAIIzJsA94sAAggggAACCCCAAAIIIIAAAsMX4A4RQAABBBBAAAEEEEAAAQQQWDUBHnRaNdqtPTHrEUAAAQQQQAABBBBAAAEEEEBg+ALcIQIIIIAAAggggAACCCCAAAIIDF+AO0QAgdUS4EGn1ZLlvAgggAACCCCAAAIIILD1AhyBAAIIIIAAAggggAACCCCAAALDF+AOEUAAAQQQQACBsyjAg05nEY7DEEAAAQQQWA8BXhMBBBBAAAEEEEAAAQQQQAABBIYvwB0igAACCCCAAAIIIIAAAggsL8CDTsu7UJ1NAa4aAQQQQAABBBBAAAEEEEAAAQSGL8AdIoAAAggggAACCCCAAAIIIIDA8AW4QwSWFeBBp2VZKCKAAAIIIIAAAggggAACsyrAdSOAAAIIIIAAAggggAACCCCAwPAFuEMEEEAAAQTmU4AHnebzfeeuEUAAAQQQmF8B7hwBBBBAAAEEEEAAAQQQQAABBIYvwB0igAACCCCAAAIIIIDAIAV40GmQbys3hcBZF+BIBBBAAAEEEEAAAQQQQAABBBAYvgB3iAACCCCAAAIIIIAAAggggAACwxcY4h3yoNMQ31XuCQEEEEAAAQQQQAABBBBAYFsEOBYBBBBAAAEEEEAAAQQQQAABBIYvwB0igAACCMygAA86zeCbxiUjgAACCCCAAALrK8CrI4AAAggggAACCCCAAAIIIIDA8AW4QwQQQAABBBBAAAEEpk+AB52m7z3hihBAYNYFuH4EEEAAAQQQQAABBBBAAAEEEBi+AHeIAAIIIIAAAggggAACCCCAAAJrLrDmDzqt+R3ygggggAACCCCAAAIIIIAAAgggsOYCvCACCCCAAAIIIIAAAggggAACCAxfgDtEAAEE1lqAB53WWpzXQwABBBBAAAEEEEBAwgABBBBAAAEEEEAAAQQQQAABBIYvwB0igAACCCCAAAIIrLAADzqtMCinQwABBBBYCQHOgQACCCCAAAIIIIAAAggggAACwxfgDhFAAAEEEEAAAQQQQAABBBDYOgEedNo6r+lYzVUggAACCCCAAAIIIIAAAggggMDwBbhDBBBAAAEEEEAAAQQQQAABBBAYvgB3iAACWyXAg05bxcViBBBAAAEEEEAAAQQQmBYBrgMBBBBAAAEEEEAAAQQQQAABBIYvwB0igAACCCCAAALjAjzoNK5BjgACCCCAwHAEuBMEEEAAAQQQQAABBBBAAAEEEBi+AHeIAAIIIIAAAggggAACCMyVAA86zdXbzc2OBMgQQAABBBBAAAEEEEAAAQQQQGD4AtwhAggggAACCCCAAAIIIIAAAggMX4A7nCcBHnSap3ebe0UAAQQQQAABBBBAAAEExgXIEUAAAQQQQAABBBBAAAEEEEBg+ALcIQIIIIAAAgMS4EGnAb2Z3AoCCCCAAAIIrKwAZ0MAAQQQQAABBBBAAAEEEEAAgeELcIcIIIAAAggggAACCCAwOwI86DQ77xVXisC0CXA9CCCAAAIIIIAAAggggAACCCAwfAHuEAEEEEAAAQQQQAABBBBAAAEEhi8wM3fIg04z81ZxoQgggAACCCCAAAIIIIAAAtMnwBUhgAACCCCAAAIIIIAAAggggMDwBbhDBBBAAIFpEeBBp2l5J7gOBBBAAAEEEEBgiALcEwIIIIAAAggggAACCCCAAAIIDF+AO0QAAQQQQAABBBBAYI0EeNBpjaB5GQQQQGA5AWoIIIAAAggggAACCCCAAAIIIDB8Ae4QAQQQQAABBBBAAAEEEEAAAQRWRmCaH3RamTvkLAgggAACCCCAAAIIIIAAAgggMM0CXBsCCCCAAAIIIIAAAggggAACCAxfgDtEAAEEVkSAB51WhJGTIIAAAggggAACCCCwWgKcFwEEEEAAAQQQQAABBBBAAAEEhi/AHSKAAAIIIIAAAghsiQAPOm2JEmsQQAABBKZXgCtDAAEEEEAAAQQQQAABBBBAAIHhC3CHCCCAAAIIIIAAAggggAACCFiAB52MMOSde0MAAQQQQAABBBBAAAEEEEAAgeELcIcIIIAAAggggAACCCCAAAIIIDB8Ae4QAQQkHnTiU4AAAggggAACCCCAAAJDF+D+EEAAAQQQQAABBBBAAAEEEEBg+ALcIQIIIIAAAgjMgQAPOs3Bm8wtIoAAAgggsGkBZhFAAAEEEEAAAQQQQAABBBBAYPgC3CECCCCAAAIIIIAAAgggMPsCPOg0++8hd7DaApwfAQQQQAABBBBAAAEEEEAAAQSGL8AdIoAAAggggAACCCCAAAIIIIDA8AW4w5kX4EGnmX8LuQEEEEAAAQQQQAABBBBAYPUFeAUEEEAAAQQQQAABBBBAAAEEEBi+AHeIAAIIIIDAtAvwoNO0v0NcHwIIIIAAAgjMggDXiAACCCCAAAIIIIAAAggggAACwxfgDhFAAAEEEEAAAQQQQGCdBXjQaZ3fAF4egfkQ4C4RQAABBBBAAAEEEEAAAQQQQGD4AtwhAggggAACCCCAAAIIIIAAAggMX2B975AHndbXn1dHAAEEEEAAAQQQQAABBBCYFwHuEwEEEEAAAQQQQAABBBBAAAEEhi/AHSKAAAIIrKoADzqtKi8nRwABBBBAAAEEENhSAdYhgAACCCCAAAIIIIAAAggggMDwBbhDBBBAAAEEEEAAAQS2RYAHnbZFj2MRQACBtRPglRBAAAEEEEAAAQQQQAABBBBAYPgC3CECCCCAAAIIIIAAAggggAACCGxCYCAPOm3iDplCAAEEEEAAAQQQQAABBBBAAIGBCHAbCCCAAAIIIIAAAggggAACCCAwfAHuEAEEENi4AA86bdyGGQQQQAABBBBAAAEEZkuAq0UAAQQQQAABBBBAAAEEEEAAgeELcIcIIIAAAggggMAcC/Cg0xy/+dw6AgggMG8C3C8CCCCAAAIIIIAAAggggAACCAxfgDtEAAEEEEAAAQQQQAABBBAYrgAPOg33vd3aO2M9AggggAACCGxG4IQTTtA97nGPFY0nPOEJm3zVr371qyv6ev31b/JFmUQAAQQQQACBIQtwbwgggAACCCCAAAIIIIAAAgggMHwB7hCBwQrwoNNg31puDAEEEEAAAQRWWuB+97ufvv3tb+ukk05asXjrW9+qTW0/+clPVuy1+uvee++9N/WSzCEw5wLcPgIIIIAAAggggAACCCCAAAIIDF+AO0QAAQQQQACBWRXgQadZfee4bgQQQAABBNZDgNfU5n4D07QTHXrooTr88MOn/TK5PgQQQAABBBBAAAEEEEAAgfUU4LURQAABBBBAAAEEEEAAgSkV4EGnKX1juKzZFOCqEUAAAQSGL7Drrrvqvve978ze6Kw/qDWz8Fw4AggggAACCAxKgJtBAAEEEEAAAQQQQAABBBBAAIHhC3CH0ynAg07T+b5wVQgggAACCCAwxQL5sNCFL3zhKb7C5S/t2GOP1U477bT8JFUEEEBg5QQ4EwIIIIAAAggggAACCCCAAAIIDF+AO0QAAQQQQGBdBHjQaV3YeVEEEEAAAQQQmGWB85///Nvw/8Jufe5855131qMf/ej1eXFeFQEEEEAAAQQQQAABBBBAAIG5E+CGEUAAAQQQQAABBBBAYDUEeNBpNVQ5JwIInHUBjkQAAQRmROAe97iH9tprrxm5Ws3cg1kzA8uFIoAAAggggAACCJw1AY5CAAEEEEAAAQQQQAABBBBAAIHhC6zCHfKg0yqgckoEEEAAAQQQmA+B/H9hNwt3etRRR+nggw+ehUvlGhFAAAEEOgE6BBBAAAEEEEAAAQQQQAABBBAYvgB3iAACCCCw9QI86LT1ZhyBAAIIIIAAAgiUwA1veEM98IEP1DRv22+//RB/m9M0k3NtCCCAAAIIIIAAAggggAACCCCwMgKcBQEEEEAAAQQQQACBJQI86LSEhAICCCAw6wJcPwIIrKVA/lanS1ziEmv5klv1Wnl9l7vc5bbqGBYjgAACCCCAAAIIIIDALAhwjQgggAACCCCAAAIIIIAAAgjMn8D8Peg0f+8xd4wAAggggAACqyjwz//8z1P7G5Ouda1r6eEPf/gq3j2nRgABBBBAYIoFuDQEEEAAAQQQQAABBBBAAAEEEBi+AHeIAAJzJ8CDTnP3lnPDCCCAAAIIILDSAne+85213377rfRpt/l8+ductvkknGCwAtwYAggggAACCCCAAAIIIIAAAggMX4A7RAABBBBAAAEEhibAg05De0e5HwQQQACBlRDgHAhstcC0PVR0hzvcQbe4xS22+j44AAEEEEAAAQQQQAABBBCYIwFuFQEEEEAAAQQQQAABBBBAYMYEeNBpxt6w6bhcrgIBBBBAAAEEFgtc5zrX0UMf+tDF5XUZn/Oc55za/3d66wLCiyKAAAIIIIDAWRTgMAQQQAABBBBAAAEE948ebAAAEABJREFUEEAAAQQQGL4Ad4jAbAnwoNNsvV9cLQIIIIAAAghMsUD+VqfLXvay636FeR077LDDul8HF4DA4AW4QQQQQAABBBBAAAEEEEAAAQQQGL4Ad4gAAggggAACUyXAg05T9XZwMQgggAACCAxHYB7v5OxnP/u6/yal61//+nrwgx88j/zcMwIIIIAAAggggAACCCCAwDoI8JIIIIAAAggggAACCCCAwFoK8KDTWmrzWgiMBMgQQAABBAYqcNvb3lYHHnjgut1d/jandXtxXhgBBBBAAAEEEEBgsQBjBBBAAAEEEEAAAQQQQAABBBAYvgB3uIYCPOi0hti8FAIIIIAAAgjMh8B6PWx0t7vdTfvss898IHOXCCAwEAFuAwEEEEAAAQQQQAABBBBAAAEEhi/AHSKAAAIIILByAjzotHKWnAkBBBBAAAEEECiBq13tajrmmGMq36ZmKw4+73nPu+7/b/O24nJZigACCCCAAAIIIIAAAggggAACvQA9AggggAACCCCAAAIIbLEADzptMRULEUBg2gS4HgQQQGCaBfK3Ol3xildcs0vM17voRS+6Zq/HCyGAAAIIIIAAAgggsFYCvA4CCCCAAAIIIIAAAggggAACCAxfYEvvkAedtlSKdQgggAACCCCAwFYK5MNHW3nIWVp+k5vcRPe///3P0rEchAACCCAw8wLcAAIIIIAAAggggAACCCCAAAIIDF+AO0QAAQQQ6AR40KmDoEMAAQQQQAABBFZa4PDDD9ehhx660qddcr61eqBqyQvPRIGLRAABBBBAAAEEEEAAAQQQQACB4QtwhwgggAACCCCAAALzIsCDTvPyTnOfCCCAwHIC1BBAYNUFVvshpHvf+97abbfdVv0+eAEEEEAAAQQQQAABBBCYYQEuHQEEEEAAAQQQQAABBBBAAIGBCPCg0ybeSKYQQAABBBBAAIFtFdhpp5107LHHbutplj3+Qhe6kFb7QaplX5giAggggAACAxPgdhBAAAEEEEAAAQQQQAABBBBAYPgC3CECCAxDgAedhvE+chcIIIAAAgggMMUCj370o7Xzzjuv+BXmQ04XvOAFV/y8nBCBRQIMEUAAAQQQQAABBBBAAAEEEEBg+ALcIQIIIIAAAgggMBMCPOg0E28TF4kAAgggML0CXBkCWyaQDyVt2cotW7XHHnvoXve615YtZhUCCCCAAAIIIIAAAggggMA2CnA4AggggAACCCCAAAIIIIDANAjwoNM0vAtDvgbuDQEEEEAAAQRK4OCDD9aRRx5Z+Uo0K/3g1EpcE+dAAAEEEEAAgTkW4NYRQAABBBBAAAEEEEAAAQQQQGD4AtwhAlMgwINOU/AmcAkIIIAAAgggMB8C+XDSdttt+39+PeABD9Auu+wyH2jcJQIDEeA2EEAAAQQQQAABBBBAAAEEEEBg+ALcIQIIIIAAAgisvsC2/6Rt9a+RV0AAAQQQQACBYQvMzd1d/vKXVz7stC03fPGLX3ybz7Etr8+xCCCAAAIIIIAAAggggAACCJxFAQ5DAAEEEEAAAQQQQAABBLZZgAedtpmQEyCw2gKcHwEEEEBgSAKPeMQjdM1rXvMs31I+KHXuc5/7LB/PgQgggAACCCCAAALTKsB1IYAAAggggAACCCCAAAIIIIDA8AW4w20V4EGnbRXkeAQQQAABBBBAYCsF8mGlrTyklt/sZjfTXe5yl8ppEEAAgbkT4IYRQAABBBBAAAEEEEAAAQQQQGD4AtwhAggggAACmxHgQafNADGNAAIIIIAAAgistMD++++vO9zhDlt92k09ILXVJ+MABBBAAAEEEEAAAQQQQAABBBCYOQEuGAEEEEAAAQQQQACBeRfgQad5/wRw/wjMhwB3iQACCEydQD60dM5znnOLr+shD3mIrnvd627xehYigAACCCCAAAIIIDCHAtwyAggggAACCCCAAAIIIIAAAggMXGA7aeB3yO0hgAACCCCAAAJTKLDDDjsoH3bakku79KUvvcVrt+R8rEEAAQQQmFcB7hsBBBBAAAEEEEAAAQQQQAABBIYvwB0igAACwxbgNzoN+/3l7hBAAAEEEEBgigUe/OAH63rXu95mrzAfiDrHOc6x2XUs2EYBDkcAAQQQQAABBBBAAAEEEEAAgeELcIcIIIAAAggggAACMy3Ag04z/fZx8QgggMDaCfBKCCCwOgL5ENOmznzLW95St7/97Te1hDkEEEAAAQQQQAABBBBAYMUEOBECCCCAAAIIIIAAAggggAAC0yzAg04r8+5wFgQQQAABBBBA4CwJ7LvvvrrrXe+60WM39yDURg9kAgEEEEAAAQRWQ4BzIoAAAggggAACCCCAAAIIIIDA8AW4QwQQmGIBHnSa4jeHS0MAAQQQQACB+RDIh5nOc57zLLnZo48+Wte4xjWW1CkgML0CXBkCCCCAAAIIIIAAAggggAACCAxfgDtEAAEEEEAAAQTWT4AHndbPnldGAAEEEJg3Ae4XgY0IXOxiF1M+7DQ+fYUrXGFJbXyeHAEEEEAAAQQQQAABBBBAYEoFuCwEEEAAAQQQQAABBBBAAIFVE+BBp1Wj5cRbK8D62RLYsGGDCAz4DPAZ4DOwcp+B+9///rrxjW+88IfB4x//+MoxXjljLLHkM8BnoP6HlQYBBNZdgAtAAAEEEEAAAQQQQAABBBBAAIHhC3CHCKyWAA86rZYs50VgYAKLfzA4sNvjdhBAAIGpEOgfbjrkkEN0xBFHTMU1cREIILDmArzgKgrw37SriMupEUAAAQQQQAABBBBAAAEEtkaAtQgggAACCCBwFgV40OkswnEYAkMX4IdAQ3+HuT8EZlVg2Ne9++676973vrf6B56GfbfcHQIIILD+Avw37/q/B1wBAggggAACCCCwvABVBBBAAAEEEEAAAQQQQGB5AR50Wt6FKgKzKbACV93/sGcFTsUpEEAAAQTOgsDxxx+vq1zlKmfhSA5BAAEEENhWAf5beFsFOR4BBNZMgBdCAAEEEEAAAQQQQAABBBBAAIHhC3CHywrwoNOyLBQRmD+BrfmhTr+WfoMwwIDPAJ+Blf4MbL/99vxvywY+Vyv9ueJ8fKbm7TOwJfe7qf/i74/f1BrmEEAAAQQQQAABBBBAAAEEEEBgfQV4dQQQQACB+RTgQaf5fN+5awQmBPIHOROFsUHOLY6x6YV08RrG/ECVzwCfAT4DU/sZ4EEqHqTiM8BnYG4+Awv/sbpMMv7n1DLTVco1ldAggAACCCCAAAIIIDB7AlwxAggggAACCCCAAAKDFOBBp0G+rdwUApsXyB/a9LHc6i2Z69dkv/gcWZvN4MEE3jc+A3wG+AzwGeAzwGeAz8Csfga25r9Jx9f29zte6/N+Lvu+Ro8AAgggMAQB7gEBBBBAAAEEEEAAAQQQQAABBGZRYOsedJrFO+SaEUBgicCmfkiTcxnjB+V4PHJufEzOD0P5DPAZ4DPAZ4DPAJ8BPgN8BmblM5D/LZsxfr05zuhrmS8XOb9cfZA1bgoBBBBAAAEEEEAAAQQQQAABBIYvwB0igAACMyjAg04z+KZxyQhsi8CmfjizeC7HGfl62W9pnHnmmXPz/w5lS01Yxw9/+QzwGeAzMKzPAO8n7yefgen8DGzuv0OX++/a8VrmGf37m/niyLnFNcYIIIAAAggggAACCCAwTAHuCgEEEEAAAQQQQGD6BHjQafreE64IgVUT2NgPZbKe0b9w5puK5X6AlLU+NnUsc9P5Q8EVfl940G0D7zOfKT4DfAb4DPAZ4DOwXp+B/r9J+378OrI2Ps7//u3Hi/N+nP3iyGMW1xgjgAACCCAwhwLcMgIIIIAAAggggAACCCCAAAJrLsCDTmtOzgsisD4CG/thzHg984y8wvE+841F/rAoY/F81ogzhQEGfAb4DPAZ4DPAZ4DPAJ+BtfsMLP5v0hz3/pln5Dj7jcX4fwsvznPcRx7f5/QILC9AFQEEEEAAAQQQQAABBBBAAAEEhi/AHSKAwFoL8KDTWovzeghMkcD4D2f6PPtNRf+Doewzcm32i2Nj9cXrGK/dD/6wxprPAJ8BPgN8BqbqM3Am7wfvx8p+Bjb2359Zz0jv7DP6vO+zlpH/qT7ej+c5RyCAAAIIIIAAAggggAACCGylAMsRQAABBBBAAIEVFuBBpxUG5XQIzIpA/0ObvN4+H+8z76P/AdByfdaWizPOOIPfZsQPcPkMbMNnYLn/u6K2sj8QxxNPPgN8BvgMDOszsDX//dn/d+7m+vxv5T5ybZ/TI4AAAggggAACKyXAeRBAAAEEEEAAAQQQQAABBLZOgAedts6L1dMhwFVspcDiH8qMj/s8+8WRP/zra5lvSeQPmDK2ZC1rhvXDRd5P3k8+A3wG+AzwGeAzwGdgvT8D+d+hGZu6jvzv236+z7NfHPmf3OO1fpx9Hznf5/QIILAqApwUAQQQQAABBBBAAAEEEEAAAQSGL8AdIrBVAjzotFVcLEZg9gQ29cOXfi77jLy77Ps488wNOuOMMxdi8Tjn/vGPMxbmx/N+LmvEGcIAAz4DfAZm6TNwRv5v+9zEP3TGPwgMZvUzwHWPf3bPzN8o2kXW+/F43tfG+w1nnqmKDRuU/x08/t/EfZ59H/2ajY37Oj0CCCCAAAIIIIAAAggggAACKyPAWRBAAAEEEEBgXIAHncY1yBGYA4H+BzPj/eI8xxnPfMvpOveBp+k8B/1F5z34rxXnv9XfdIFDTnf8TRc69HT9y2F/r7iw84vc+u+6iMcXdX/Rw07XxdxffCFO1yVu3eKS7i/p+RZ/06UOa7GD+x0O+6v6uLTzSx/6F13mMEf2Fafpsoe22NH9joeeqopDTtXlnF/ukFN0+Yk4WVc4pMUV3V/xkD+r4lZ/1pUq/qQr32oUO93qj+rjKs6vcvAfdJVbOdz/a8XvtfPBo7jqwb9TxUG/09WcX+2g3+rqE/EbXeOgUVzzoP9TxYH/p2t1cW331z7w1+rjOs6vc8CvdN0DHQv9L3W9A1pc3/31D/iF+riB8xvc8ue64QGO7Ct+phvdssUu7ne55U9Vsf9PdWPnN97/J7rJRPxYN92/xa7ud73Fj7Tr/g73u1X8ULvfYjx+oD1u0WJP93ve/H+VsZf7Ft/X3jcfxT43/54q9vue9nW+737fVcbN3Lf4jvbbr8XN3d/8Zt/WzfdzuL9Fxbe0/83G45u65c1aHOD+gH2/qRbf0IH7tjjI/UH7fl19HOz84H3+R7fa15F9xdd0yD4tDnV/6D5fVcXeX9Vhzg/b+yu69VgcvveX1ccRzo/Y60s6Ym+H+yMrvqij9hrFbfb6gir2/IJu6/y2e35et9vLkX3F53T7PUdxhz0/q4o9Pqs7VnxGd9pjPD6tO+/R4i7u77L7p3SXPRzu79rF3dzfbfdPqo+7O7/7bv+te+zuyL7iE7rnbi3u5f5eu31cfdzb+b13/ZjuMxEf1X13bXE/9/fb9SPKuP9NP7SxWlgAABAASURBVKL7O7//TT+sf5uID+kBN23xQPcPvMkH9cCbflAPct/iv/TvN2nxYPcPvskH1Md/OP+PG79fGQ9x3+J9euiNWzzM/cN2ea8edmOH+4e7f/gu79EjJuLdOnqXd+toxzEZN3qXjtnF4f6RFe/Uo240Hu/Qo2/kuOE79Bj3j7nh29XHY51nHOv+2Bu+TRU3eJse5/xxN3irHj8WT7jBW9THfzr/zxu8WRlPvP6b1eJNetL1R/Hk679RfTzF+VOu9wY99fqO7Cter6ddr8XT3T/9eq9TxXVfp+OcH3fd1+oZE/EaPfO6LZ7l/lnXfbUqrvNqHV/xKj37OuPxSj3nOi1OcH/CtV+hE67jyL7i5XrutSfjRI9PvNbL9LxrO7KveKmef60WL3D/gmu9RBkvvOZL9ELnL7zmi3XSRLxIL7rmiype7P7F1zhJL77mSXqJ+xYv1Euv0eJl7l92jReoj5c7f/nVn6+MV7hv8Ty98uotXuX+VVc/URVXO1Gvdv7qqz1Xr5mIE/Taq7V4nfvXXfUE9f3rnb/+qs/RGybi2XrjVVu8yf2bdj5efbzZ+Zt3fpbeMhHP1Ft3dvzrM/U292/712co4+3uWxynd/zrKN55leP0To/feZWn611j8e6rPE19vMf5e3Z6qt57FUf2FU/R+3Zq8X7379/pyaq48pP1AecfuPKT9F8T8UR98MotPuT+Q1f+T1Vc6T/1YecfvtIT9JGJeLw+eqUWH3P/sSs+Th+7ksP9xyuO1SeuOB6P1X9f0XGFx+qT7j95hceoj085/9QVHq1Pj8VnrvAofcbjz1z+UfpsF59z/7nLP1J9fN755y9/jDK+cLlj9AXnX7jc0fpiF19y/6XLPUJ9fNn5l3d8uL5yOUf2FQ/TV3ds8TX3X9vxoerjf5z/z2Ufoq9PxH/oG5dt8U3337zsg1VxmQfrW86/dZl/17cn4kH6zmVafNf9dy/9QH33Mg7336t4gL5/6fH4N/3vpR07/Jt+4P4HO9xfGT903+J++tEOo/jxpe6rH+/gcP+TivvoJ5e6j366EPfWz5z/7FL31s8zLum+4l76xSVb/NL9Ly95T/XxK+e/usQ99OtLOrKvuLv+7xItfuP+N5e4myoufjf91vlvL35X/W4i7qLfX7zFH9z/4eJ3VsXF7qw/VtxJf7rYnRbizxe7o/o42fnJF72DTr6Yw/0pFbfXqRcdxWkXvZ0qLnI7/cX5Xy5yW/11Im6jv11kFKdf+CidnuN/OVKnd/H37C90uE7v44K31ukXOMxxqP52vkMq/nreg/WX8xyk0859oE678K3rIaf8b+Az88Gn7qGnHKvbxvOuRIcAAggggAACCCAwDQJcAwIIIIAAAggggAACCMyVwHZzdbfcLAIILAhkMv7DmszHo37Ac+aGXDYRG5Q1R+4V1VS1b9p52mGZKyfasoUfIC2cx3OZ57rW+ziv9ULvWfHRHneZB7W3ufoBVLc+z5Pjbpjnq5V5bIXPkPPOvbRWueK+VtX53ORekU2eI5dPrHfBu6fdLj5fjn1Gz7T5PNADl9vYiff2gp7L11+InOiiva5nPHbr9T5Jv76r5RqftOYyz3V976L3rGTnPo9pp6ira+s8lyPPVeb5lnbrPeeXdOtxJjmfo7aoHeJaXkN/Pk97ZRUX5nOurfFsTuUKn6PSLDlvi926mOsrPOelbtvr5zJP+1Ruu0F1btp61+uAfr37bq6V29gn9Dn8Wq2YScu6te6qlk2et9a7aXmeIwcZmTuc1gncdCNnPjpP5PDuQVuU56irdJN5TWTu6Rp7sfcqZ5Pn8/TofJm5kGtyfYWPzfLCek/Wce7bjXrk3K2H1fqIdpIcuejdmdc48Wla7tanba2L3p37sFxTr1u5y16VNZ80M6cLE85d9XlrvdNc4LM485q2e40rtaaVXfDumoe5t6wt9rI258SVfHEv8YpunLV8rZrwwOXl1/tCai6PriQX+yh3btsxnqvd836FVsvc4cM95WrmlfmoyrPmQu4e57W482TuefKMzB054fDugQ9wUutb6pfItY62j71+LnDkijzGqZfUfJ3IA5drXOfz2Etrla+u0iq1Re0QF9raXFFLq6lRzuVoYb2rzt221+jP2NVc9O5Zj514Nk/gqMx19/2L5mvWGq/NFTmVK9p8tZ7OiiMXVGTu8DXl3jJPtL2tz/N5nOfLs+Tr9MPMs5ZzXjZa307mNs/o8AHea95NO6QVPPS8V7Y9c0/kXlHNaL1fKF/T1VqeeZt062KNfSF5Fp+4rXFb9To2BxleUeu64zznzBOtzfUtXPJ5s1rjbuijW+Y5734pV/J8NfCUzzex3nN5Dpe91pnH/XzWXHHng9vuNZlkeMad26pVWqf36/mIbq85N7l7aa5q8wutX68m3dfrus9xzmfvg3wqj1x365LP4dyJ96os9LnWi3NvNa/zXmUXvOf6bthW1SDX9K+deU25qZrvya9Yx7bFbluhapl6aa2qs7vgvebceLH3LHhRfz4vzpE7T+ReUY3rreyjnPuMLrviU2XiyN0XWefK3qtybYZX17rW+yivdcF7VrzC4y7zoPY2l+fxXJ3KTZ7bRzvzGs+5bbvX5FwLr/A4J9o5M3Pkeod3D3KNZz3olmbB5/Wo7fX6bnJv63O2W+8lrldbcy63sZOserBwPr9KHumSZzzvxHtX9TizOomPGO0blP/9m9Huycd6ss+z97DOM95nTiCAAALTLsD1IYAAAggggAACCCCAAAIIIIDA8AXm6Q550Gme3m3ude4E+h/I9Dfej/s+65kvjoUf8PhHRLlmMsJDR+4V1bjm3akU7StUW0QmjtwzPKuq1bSbUH2FU+81NZZn2oe8stsV4arDe5WzCeVXZo5+IjLPCEU45C0civpqmRQR2Ti8O3VbtUqVWyi/3OSuiJAbhySn2YSTULflvMe1uxhRTQ7VN+Ek1G3dvEuqVJ5x4rZf4EoowiGHe2Wo5W69LtuoXp6rLPuKVpZCEQ5JISmiWifeK42qhbx1TSjU7YpwLkfujpyIiKyobeHOkXtFNa55dyqvjArVFhHuHblXVONav0etrmUuRYRU0XfhoUP9lrkjPHZEZOPce6bu5EpF5pnU2JMRIe9SyFu4C/dy7+gnslQRinDIWzgU9dUyKSKycUhymk1EtFTenCtHUa0iMgmFvHVNeBQe5h6RmSP3DM/JNac57QjVV8i9w3OqyNyh6L7UNs9lxUU5dYTcSApFODSKrClrIbU+FPK20FRStYjMHbk75HFEKLy87Zk52q6ITDI8604KRTjUtpaFlHtFNTmsWjbhUahtEZk5cs/IOdectgU5znDBuyLcZni2dVG18Lh2F0P+CsmpIxPV5myhz7mFQSaezJo7aaGppIYRziukKriJCLfqtnDvaLsiMgn3rSw5r1BtEeHekXtFNV7RynIWFZk5cn1F5o6c8zjUb5EVucldEeE8o+9C7Utt83yOXZRTtTy6ueyiatnKmbwoIpyGU4e8hRT+yja7kBRRrRNJmbqJCLeqrWWhLLhVRLSQt3Aouq/MpYiQ5Mi9IhThUL9l7gjJuyLcVnjs1G3VKlVuofxyo1rWmpyosZSzGWpbzrtWe0gR1Wh8c8X1rlID5+4jQuF01NSohhHOHd5VBTcR4bYNF7Loxp6Tw8NWUHRfbRgRkiu1Ow0nEdlKTiU3NYrMHJ5TRebyFmpfTnP3XI5dzF0RITeqzakU3Zfa1s+HVKla4lbK3BEZOele2XcRUTOSRr3T3BXhWoWkkLdQhMNZ7i0LKfeKUIRD3sKh6L7k3uE5t20PSR5HhEL9Fs5DbnJXROYOybm8hXuHs7aHO0fuFdW45t2pFO0rVFtEJo7cMzyrqtW0m1B9hVPvNTWWZ9qitV6cuyI8dniXnGYTLak2IqTM3GUaEYpwyFs4FPXVMikisnFIcppNRLRUuWUeyoJbRbitkOQ0m3AS6rac87h2FyOqyaH6JpyE2hbhrEJqXRu71dhW6YYNqoeYFv93cU12Tc516ZJuU3NLFlNAAAEEEEAAAQQQQAABBBBAAIG1FuD1EEAAAQQGJMCDTgN6M7kVBMYFNvfDlpzfbCzzG538I6D2MvnDIGd5joXnoVxzqYZd6h8YZcXhQv4AydnCKSp346mFdQtrsp4T2XcxcWAudHjvyhv8uu2AbHNUEznw8fkCea01XGgq8XFe2Z8oSxmuLqzP4z32qlGW6ytc6td7TaUutbUetd0vn0m7Ki/ziswznOae56reR+bSPs++C5ed5TGOHGT4ZHmdnqjdM+490fY6Wdbq9K654L0SH+m0a6vzkb5Q73mEB7Usm4xc6+hPlKUMH5ivX6kP8Qq3HrW9zuXGNe+u5XyevdIqZebI3eHT5RLPjPa+nJV6+Uq8LCecZ61LPer2rpBzdU6XK8++C3ej3ZN1H3lcRh1USZdl7vBeB/Xrc1C1bDJ8Xa7luSrLUobPkrVKPV9zrnW7iTyT58w5pzmfTjnMyGOztrC+kokVrtSB7r3S5/JJnfjoVm51D/u9ym6819JakE0e60VVz3FGDlzLhXktNVxoKslVjswd3j3w6/safb4c5uEuuGujbPNcVauBp3xQ1nLYjdx51HYvzcTndNVL3WbumrPcc+RFba+yKxOvn6scnvOet+NBt2fBqZe3Uztf2D3nva3PZGGiXmq0vp9zv3Ae5+Orcpj3WLUa5MkWX+fCRJ271vuE3uuwbHxEHljRch/Tdl9nJq1aJ3DTjZz56P5EXlYFN/kaOawT5tjx/9k7DwB7qur+nwOCCIIkscTYMJpYEnvB3jXGWPmLUkRRFEQBFVEQG/auEWyIYsGCKEhvAgpIx4KgIBYQKYIoGkOiJnH/3++dN+83b97s7tv9bXn79jN7z73nnnPnzr2feW9+A3PeHeu22adOtaMsNsjn/ooqUz/JoCSvLFZUVJV6VxslSna5T/ddqsrcZ9Wyyu0rmnxVP2qhsbvq/VVToVqV1NQWS2WWQbvJqapT5VHdSTJwfDdQa+9jtXKXvDJZld9jKqobqV4XtmloVVsbbVDpwiJ1TZLBbS11F7VTrjUmV+xQ2T+u9OogRSlt7bNtTX+aaanYanFbizuT2Ccpll6mPeRwW4l8yksqRh3Fx+g1lcmapWpiX9Fssrh9ETUtyUZJlYTdisS+UlRHL2rfJkUGD0VFv/uiVK7eEeRVUkUu9aMdXFUTmaxZ5CoG+W21yVL0otjrmkrVq6Sd1L7uTzYZKn8vl7fS7CsiS91enqH28lU2Od3eR5StqDI1fbbJ1Tepab+Ffa4Uf1HUrG+0YY3YXLerS3trvfhL59bskdgpUVLHqsuvmVmRZpPbSpQqo7xqXKr9rChVe/m8V1XxHo32rq5xVJrbF5GzdKP28hRVptKX6r3U/zwVfy/zHqWpMnelouxmvdfEuxfzYDZVVnTyZ9pin8um2NYU+2aqN33oEIAABCAAAQh5mdeuAAAQAElEQVRAAAIQGFcCjAsCEIAABCAAAQhAAAIrjQCBTivtjDFeCMyTQP0gpi7b3dhuqVdzKmW7keoZqVxJhVJkpiSKREbZZKrVsF4bM9XAyRLOJHI6z0xZJCmDk+uSnlp8oTzqTb7MDKWIDG0Zmakywnn28lKENvkyZU3rkuJwJSpNPmu9QmpGpiS0ZUTqz3loy4jIzFDmpDK0pXRJ0SL6WlqXqH1mRma6EhE5+Gd7aFOZKV9GqIjUX1iJiAxvqVKS0otkZKYqoVIS1iVVkiFlkWSElAhndfsI1XoOF6FNvsyU3XqozAjloa1o8oXrpRIRqmdmZGhTlkXLcKE8MrMnEZGhLSNTIs2p0jLCSVKXVq2HNut9sSKbfeom6jKtFIlqk9M2FVHMUjIzvLnIyuhqJTJmypqqWuxXXTVrEhszeqawktmrp6qhrIh1iXzKo1dITemSCJWSyAiLCqXIzJ5ERIa2jMxUGeE8s+SlUjTVM7P46qyqOZfIF02JqKqREUV6udqk6ioqgxVLhKyWjLDmIrTJl5mhFJFOziQRrkqykoyQIsnIlIS2jEj9OQ9taSm+DBURGRFSMjMyoic9TYWSjBmZlojI0JaRmSojnGcvd1HMyjIrq21RbxmlKleUTfViUMW2LJVUrZdkTNlUhIoIZ6VSNNUywrmL0CZfZoZSRDopsxJR8syq3itkzMiURKiUREYUqfLMjExLRGRoy8hMlRHOs5e7yIjIzJ5ERIa2VJEqQ6VEfuUl9QyRmZGhTWVIS0ldZqbUjMwspbKiZ2REkag2+VN1FaFCKVVKIqRbUqUko9rUMDNlUzVDpTNJhHRJ8WWoUCXCSqbqEZERkiqX4iRDqpRkhJQIZZmuWLNYlzhJQr7MjAxt/awoxZZpXaLUM0RmRqq5U9ZaRtHk6ikRxRARtmVkhMR5eJMxM0OpksgIVyJCmqSXuwht8mVmKFUSaaMkKk2OlKaiNkRmhjcXGSnVosJJxswMpYgMbRmZqTLCeWbJq0poUz0zi29NlnJEqWZaz+gVEWFdEvWWUiRqkD1fWJe4jLC1yq3ZHN6kZMqSESoi9RdWIiIjJFlJRkiRZGRKIlRKIiOK9PLiy1BRGaRkZnhznpFSJVWKkC8zXUgPbRlVRUVEpP6c10WUtpU10h5lViJKntmr9wpbM7P4Qltfyyg2uaJIaJNN+Zq6KvapCBsz1cDJEsqKyBURmRnlL6PaXJe44iLljSJRbTJmypqqWuTLLIq0kFiXKIU3+TIzlCIytDmzRKlmWs/oFTJal4S2jEj9OQ9taXFDiVIUl7LMVF5V+1r26vb1JFTampERkrRkVJt8mSlLhIoompVoblkCp8o98NRU0X1vbGm2ct3StKFDAAIQgMBEE2ByEIAABCAAAQhAAAIQgAAEIAABCIwZgUUIdBqzGTIcCEBgiIAfzowkf/lL577Vz+KVT1nqB0HW3XxNvdT0oEhPiopz4Jj+Lb19KrWHmihX3W1kWtNencgskw6mvJca7d1AIof37bUqfnVSJRmLTx0pFZszHdE7ak/V7JAoad+qXvZxC++vVqV90Su/G7q9XGolrypyl2q1r2pORXp+tfF+6kHtejZrtV1l2bcu5SvtXZdefL2yb2/53Ld9pa19RcoQS1bsRVNL+ZRXSePs7ye/DqOkMSrvJbnVyPv0ChmU3EY72OaGFutF5FN7pXIMZ/XxtUfZ17ayS7N9cVaZelC70kplaVQq7rP0JcVtilEdWe/b5dNOcskqXXv3qkWTvSTZev6e2Vb3UY1ANe2rXO2Uq419laiF673jqnBSOxvdZ+WXQUl1V4vLupXu/mRd077s47YWeVxoPOX48pUDKis92m5dpToojat28sqmXHuUDtxKTWSxXaLKYPuqxZr2vTalv1p3G+tVK3Wh/oqtdFWy0l5+mZV0bOW9VLXX/kpqq0ZS6valperFoYrV4pOiVMzOKps1Se1ot1fXPqZaqNAYG34NwuZeYZ9ErWpjqanf6ji9HeV33W1qf9HllkuqrGUfHVg21WSWUlV1LOkNvwxKblV27bV1G9W9T2krv0xy2rKmvWvyl5byW/XYKrFTop20t/LSquyrrFQG2pemVSelvZx16fZVn8WialXWnbgmo5I07SdFx+vplSaT6tbld18yKFU2Kfaou9bxS1sNTObSxvW6qj20Q5Xkd5+V9BrIX+q9qvWqsfJme/nVVHk1Fh2iVEv7XsVF8/hqrDaN9r3+3EaOUugoKqs2te5SRiXZ1amPIa3U7RvQ5XdfcirJU45RtXJun0w9X+W3TQYl1TXI0oUzO9RYqfLJplS6cVaNw5rEjiLWLepLde/rbmRRoVqVSn/KnCqxt26vMdioHrSbctslxdYr5fAea0R2j6duY72IWtjWb+92stlX7K5bejYdTUf3IHuafUUqs/fxvmqhPapenbuiZnJrPylKxeystNcOSsVvW91eBiXto+6LTZlr3r/fvldx4X1Lf24vsW6bdlM/0tTItmpfNZCj1G1Q1XqvoQodqd/eDSqRdcCnLtxxZSt9qFoZrVRa3U/VhVutae+a/HVjqx5HJXZK1IuPW2lqWTVSH9Yt8srm7tVUSXXlvaR28tivwjbtUWx1tRzLDhnUrPJJsV0VHbbqz/WiyVfsKps2+4pde6xJUwMrOpX22s/+WnfpuqWpu756hZlDAAIQgAAEIAABCEAAAhCAAAQgMPkEmCEEIACB8SJAoNN4nQ9GA4FFIVA/iKnL9kFqu0uLf8lumfKDpHbj8uv3jHAqUrLwVlxypCVtkdhYJKIq5LAS9ZZR/lJ1SaYz6UoNVW1kcOq57bOxLkOVLGJNUjvSuiUjUxLaUhJZ/iotIjOdSZSsRkamJOrNekZUKTKtWCJChbOUktHb5E/VS8qIzJJF2aRGZPWXUW21X/WiyhtSVO37M/SXdVWK/K65SPlCUpchY6ZqtYS2lET2/kKlRH7lVcqIUD0zI6PeUnqGMqfItG6RSYXyYitqeLMmcSpSMjsipDpLKRm9zf2pXpKMmSXrOV2kXJK0HpEppYh1SVR15VFtKYskVZNklkyViKJGhCxhPbypolTqtlnCBvl6RalmuiZxssiamcrrhtYzbFAemcqLRIRUZ5lZqaGt6Bk2SI1M6xkZ2npZqpaqltTzyxRFDXmkKC/uUD0taU0iXxSxLgk5JM7Dm3zpekZIlfSUCOmSyN5faMsINcpcU2ZksSmTJj1CpcRtrMlUqRmZkqi3lCKpUvEpi1C9iLLMVB5ly0yVEqciJZNNSWqoZVoyypZpReJkKb5UXtzKrEuyqJEpxeKq1cjenwxO8hVLRkiV9JSIkBahPC0Z1eayJ6W9ra6rTLVTUfLMjCgSEVKdZWalhrdUJqlSZFpJlZU5QnqRqDb7VS8pIzJLFspVCW0p3RIqJT2/K0WVkln5w1vRVc+QR6J6WCJKkVH/RbXJZ4vMITUqPYuvztPWtEmZGmWuKVO+aIp8tmWmzJaI4laWmcqjbJWWYYPMkWldEtpKkVH9qa6Umc5DxrCamSolUW/WJVnVM6UUCbULbalSIq1K1iUZslt6SkSpK4+M1F9Um/tyLSOsZmSlRFiLUJ6WjGqrGoVMUatR+0KbdKXIVC5RipDqLDMrNSIyMyIkVYpMKxkZ2npZqpa9aqa0IhFVkSolUW/WM6JKkWnFIlMpMqq/qDb5XZcxpEoylEXZpEZk7y+qTY0yM2SMqrAuiXrLKH/Zq5dGqqjMzOKLkmeEyig2aSqL3jPLompGRrVl0TJcVE0zMiWhLSWR1V+GSol8yqskm5XMLL4om3VJRrFlWpFEhFXlkeUvqq0YM2QKq5nWJRFR5ynN5vBmpUhEVWSlRL1llL9UXZLpTLpSQ1UbGZx6bvtsrMtQJYtYk9SOtG7JyJSEtpRElr9Ki8hMZxIlq5GRKYl6s54RVYpMK5LQVoqM6k91J/ldlzGkRqWXPFSJUOaafeHNSpGIqsiISP1Fx1at6OR74S7p2KGY3LYoZBCAAAQgAAEIQAACEIDA6iXAzCEAAQhAAAIQgAAElpQAgU5LipuDQWBpCIz6wMXtZpKuOCf/sr7IVMQtNsoim6rc9OY93WVPbLPvFq5vtI7aSqTbtunNrVu0n2y3kL/Y1Fdpb79sle42btuQ4lsnNnFpcR9FZNO+mxS9sZ/6tW0T+XysW8jv+i1U36SI21rq/VWqX/vcxmK9Le6rbZu5vm5scnOL+i/HtW7prm9c2lb+jRvtK137bLxubKw2G9u38TrS11H/lnWlWyrbxr12m7iNpezT8Lfrbm+xvS6tt0W+m8t2c5X1Meqy2OXb2GJ/r3Rb++p2xX/zm8TNi3hMko1Vl7hN1f4msbHq3q+Sm1Tte/3e3L4i60bdvuqvbrem3EjtLGUfH1N1t91IusV68dkucduNdJx+v7JZ30jzsa9ub70v6qv0odJ9Frv1sq/GorLY6rLn22jj9WKjm0tqu+tFbhIbFZt9FtW1z4bF16v3/LZtWHS3WS82VJsNe/UNpW/UE+tNmd6ufrRP1fYm6s9S9buR+t2wSFXfsN+uo77JoO1mXW3VxnaL+6rLDTdeP25WpNfHJutrHJb14mZlH+tuo3rp17qk+GRT+5tZ5Btsrzbut/iku7Q0bdYlG0iqMTTaqe0GFvtU9v2qu719xbbJTaPoauPSvmJvtLPNvjLORjvb7HP7DTZWP5bar35vVmT90n/xq75Bv9/h9jeV/6b2u4/Sl9pIt82+DeTfwPVS3jRsu2m/nerSi01+lxuotFhvygZqN2zfoOpP+zTbzldfv9FPU7/pJj6O5aax/i0kvfqaNhvE+rK5Xonqt9igjK2uu4+qzQa9tirVZshW+pGvWdbtXFqavp6+nsr1at8tbhbrW3q29TZRvUjd783Ctn57+dYbaL9BeFzreX+L+i2620gqfYOqD+/rNpbiu1ms5/ZFbhY3ke0mxddoL59t9q0n/3qqV1K3v1msV/rtlWrjtpb1pFuKrjYub6KytJfPerFZv8WGsV6Rm/XGsaFKi+reR76bFFG9177U5buJ6y4t1iXrSoq9Va67ifu03CzWLe03LMdZ037DWFfHcb0S+cs+N5PdssZf9V/XB0uPrepn0L7upo16Uy/HrHzrNPR1b7FRrLupRDbb13G9SNXWftvW6felth3t19H+61rkW0f7r6PS/RZd9XUlXfo66reI/dpnHfVRyUaxjm2qp2Sd4pOt0T5ly9JG9rrs2exbs0/lt63fvtfObYp905vHOhb1k8V388hbSKSvU2zSe/Xid1uLfUXW+H0fq9vYGN6mhlZ0chvfK9el9Vps6xL7u+zYIAABCEAAAquZAHOHAAQgAAEIQAACEIAABCAAAQgsJIF1FrIz+lowAnQEgUUj4IcvtTQPUtsGyhh+DJTlN/AZLvbZfqP47ZG3jN8UuZXKW8X1R9Zy6/j1kZKjJL3yOunXHXWbuHZA/jZ+dZTk64B+rQAAEABJREFU6L+Na1Rec/RtVUpUXl3k7+Lqo/8urmrIldKvPOZ2ceXREpW/LHL7uOKYptwhfnFMJZervPzYO8blx0hUXlbkTnHZsXeKn/dls/jZsQ05brP4aZE7x0+Oa8rfx6XHrZEfH3+X+PFxEpWXFLlrXHJ8JRervPj4f4gfNeWEf4gfqv7DE/4xLhqQu8WFJ1TyA5U/OPHu8YMTJCovKHKPuODEe8T3+3LP+N6JDfnGP8V3T5So/M6A/HOc/401ct437hVFTrpXnFvk3iorOeeke8c5J90nzm7KyfeJs1Q/6+T7xpkDcr844+Sm3D++fbLklPvH6SpPP+UBUctp0k875YFxalO++aD41ikSld8ckAfHKd9cIyd/c/Mo8q3N4yTpJ33rIVHLN6R/41sPjRMH5GFxwrckp1ZyvMpKHh7HndqUR8Sxp0pOe0Qco/KY0x4ZtRwt/ejTHhVHDcij48jTJKc/Oo5QecTpj4laDpe+Rh4bXz9d8u3HxmEqD/v246KWQ6Uf+u3Hx9cG5Anx1W9LzpCoPERlJU+Mr5zRlCfFwWdU8mWVXz7zX6KWL0n/0plPji8OyL/GF86UnCUp5VPioLMq+bzKNfJv8bmzKvmsys+e/dT47FkSlZ8p8rQ48OymPD0+fbbkHInKT53zjKjlAOlr5JnxyXMq2V/l/uc+K/Y/R6LyE0W2iE+cu0V8vC//Lz52bkPOe3Z8tCcfUblGtoz9zqtkX5X7nv+c2Pc8icoPF3lufPj858a/92Wr+ND5DfnO1vHB8yUqPzAg28T7v1PJ+1S+77vbxvu+I1H53iLPi/d+93nxnr5sF+/+bkO+9/x413clKt9Z5AXxzu9V8g6Vtbz9e9tHke9vH28r8kKVlbz1+y+Mt37/RfGWplywQ+zzfYnKNw/Ii+NNF1TyRpVvvOAlUeQHL4k3SH/DD3YMy+tVVrJT7P2Dhlz40njdDyQq91K514U7Ry17St/zwpeFy9eqLHLRy+I10l9z0cujlj2k73HRLvHqAdk1dr9I8sNd41VFdlNZySt/uFuskVfEK35YyW4qd/vRK6OWXaXv+qNXxS4Dsnu8/EeSi3ePl6l82cWvjlp2lr7zxXuE5aUqi1yyR+wkfadLXqNSonLHIq+Nl1zSlD3jxZdIfixRucOP94paXiR9jbwuXvjjSrZXuf2le0ctL5D+gktfH88fkDfEdpdW8jyVz/vJG6OWbaVv+5M3RS3bSLdsrXLrn745tv6JROVWRfaJ5/60KW+J5/xU8jOJyi1/9tbY8qcSlc8u8rZ49s8q+X8qLVuo3OLnb48tfiZR+awi74hn/fwd8cy+vDOe8fOGXPauePrPJSqfVuTd8bTLKnmqyqde9p74t6Zc/p54SpH3xr9e3pT3xZMvXyP/8ov3x79cLlH5pCIfiCf9opInqrQ8QeUTfvHBKHLFB+Px0h9/xYfC8jiVlfx7PPaKhvzyw/GYKyQqH11k33j0Lyt5lMpH/XK/eGRTrtwvHqH6I678SFgerrKSj8bDrmzKx+KhV0qu+lg8pMjHVVay+VUfj82v+kQ8uClXfyIepPqDrt4/LA9UWckn4wFXN+WAuP/VkmsOiPupvN81n4pa7iv9vtd8Oiz3UVnkV5+Oe0u/968OjFruJf1ev/pM/POAfDb+6VeSaz8b91R5z2s/F7XcQ/o9rv183L0ld1P9btcdFJZ/VFnJF+IfrmvKF+Ou10l+/cW4i8q7/PpLUcvfS//7X385LHdWWcnBsdmvJddLeuWdpN/p+q/EHQfkkLjD9ZLfHBK3V3n733xVpUTl7Yp8LW73m6/F3zXkttJv+9tD47a/kaj82yKHxW1+25Svx61/W8mtVN7qhsOjlltKj3XWicwM/4XyGNiqFZ3KqqZTU1HfE7uJdZcIBBaJAN1CAAIQgAAEIAABCEAAAhCAAAQgMPkEmCEEILCABNZZwL7oCgIQWIEE/OCmS8pDnr8MBzrpsY9mKbuTHgKpQoIABCAAAQhAAAKLRIBuIbCwBMp9bwnm183sQNe6y9W9bfG3Sjez3WVTumxNPzoEIAABCEAAAhCAAAQgAAEIjEqAdhCAAAQgAAEIQGB0AgQ6jc6KlhCYOALthzOuN2Xoh+6FQCqXOKUy1UgQgMAyEeCwEIAABCAAAQjMjYDuX7vvYKsVnZr3wk3dB3HdJQIBCEAAAhCAAASWnAAHhAAEIAABCEAAAhCAAAQgAIE+AQKd+ihQJo0A86kI1A9k6rKyRnkdh3Xba2nXpzpWdNKeblYVU+1fwlcucghAAAIQgAAEIAABCIwlAd2+KnUMbXhFp2Yj3y+73i6bNusIBCCwPAQ4KgQgAAEIQAACEIAABCAAAQhAAAKTT4AZQqAmQKBTTYISAquIQP2Apj3l2t4v2w1Uz3qZp3TFmUoSBCAAAQhAAAIQgMC4EmBcPQK+c01l6ftZKz17VVQrOlnv3wtPrQl+sr2W2l/XKSEAAQhAAAIQgAAEIAABCEAAAmNAgCFAAAIQgAAEVg0BAp1WzalmohCI/ipONYv6IY1Li+0ua9EONg2IfeqpSnr4M+CkAgEIQGDFEWDAEIAABCCwWgh4JSffy06FtKH7WFlls9886tJ6LV222kcJAQhAAAIQgAAEIDDuBBgfBCAAAQhAAAIQgAAEIDApBAh0mpQzyTwgMCKB9gOaZr2tT/khULvf8uv3jOqH8CqDDQIQgAAEIAABCEAAAiuFQPo2tmOw1YpOvh+2uEFdWkcgAAEITDwBJggBCEAAAhCAAAQgAAEIQAACEIDA5BOYkBkS6DQhJ5JpQGBtCdQPclxaSn9TJW9lNkqUulZ8ajWmCgEIQAACEIAABCAAgTEiMNUVyq/x+eZWhZLvhS1Sdbtb2eu6bQgEIAABCEAAAhCAAAQgAAEIQAACk0mAWUEAAhCAwMogQKDTyjhPjBICi0qgfnBTlz5Y0dPaoGT5DXxGVagMNghAAAIQWOUEmD4EIACBFUMgM3UbmxqvRUU/rVnRqW/qKeW+uKdTQAACEIAABCAAAQhAYBUTYOoQgAAEIAABCEAAAhAYCwIEOo3FaWAQEFh6AiM9sKl+wD4wuOo38HI4TSkb8FIZJoAFAhCAAAQgAAEIQGBcCPgeuH8/OzCo4ftatx1ookqXTWYSBCAAAQhAICKAAAEIQAACEIAABCAAAQhAAAIQgMBSEFjeQKelmCHHgAAEpiXgBzWWZgPX+9L5Yg//+l3ilMqaO6NDAAIQgAAEIAABCEBgnAno/rX7DrbbOttUfN88Wxv8PQIUEIAABCAAAQhAAAIQgAAEIAABCEw+AWYIAQhAYAkIEOi0BJA5BARWLIHhH7ZrKj2jC1Z0Eg8SBCAAAQhAYO0J0AMEILBEBHQPq9RxsKlw0FJTOhphggAEIAABCEAAAhCAAAQgsFYE2BkCEIAABCAAAQhAYO0JEOi09gzpAQKTSyCHf9mekdV8XXT4Kyc5BBaUAJ1BAAIQgAAEIACBtSZQ376m72eH7mOzs38HPnU6MEIAAhCAAAQgsBgE6BMCEIAABCAAAQhAAAIQgAAEIDArAQKdZkU07g0YHwTmTqDrgU2XLTpWbKraTYXfalfpcz8+e0AAAhCAAAQgAAEIQGCpCegOVre3U7qNlTZ0nyvbUg+I40FgzgTYAQIQgAAEIAABCEAAAhCAAAQgAIHJJ8AMIQCB2QgQ6DQbIfwQWM0Eun7YXn79LodT0VczIOYOAQhAAAIQgMDYEGAgEBiJQHo9p46W2WHDBAEIQAACEIAABCAAAQhAAAJjR4ABQQACEIAABCCw6gkQ6LTqPwIAgMAMBDp/2G6jRCmGfgk/Q1+4IACBZSXAwSEAAQhAAAIQMAGv6OSyLb65bdsG66xmOsiDGgQgAAEIQAAC40mAUUEAAhCAAAQgAAEIQAACEJh0AgQ6TfoZZn6jEKBNj0Dz4U3RO37YnuU38BlVoTLYIAABCEAAAhCAAAQgsDIIZKZuY1ODtajop3a970CBAAQmiwCzgQAEIAABCEAAAhCAAAQgAAEIQGDyCTDDCSdAoNOEn2CmB4H5EChBTt6x44ft1W/g5XBiRSdTQiAAAQhAAAIQgMCEEJj8afg+t38/OzBd3dwO1KlAAAIQgAAEIAABCEAAAhCAAAQmlQDzggAEIAABCKxsAgQ6rezzx+ghsLgEOn/YbqPEKZUt7gjoHQIQgMD4EGAkEIAABCCw8gno/rX7DrbbuvInzAwgAAEIQAACEIAABOZMgB0gAAEIQAACEIAABCAAgbEmQKDTWJ8eBgeBZSbQ+cP2ntFFY0WnZR4ph4cABCAAAQhAAAIQgMDsBHQPq9TRrtva0RATBCAAgVVPAAAQgAAEIAABCEAAAhCAAAQgAAEITD6BcZ4hgU7jfHYYGwSWm0AO/7I9I6tRuejwV05yCEAAAhCAAAQgAAEIjBeB+vY1fT87dB+bCzVY+oEABCAAAQhAAAIQgAAEIAABCEBg8gkwQwhAAAIQWEYCBDotI3wODYGxJ9CxYtNUsU1FOBV97GfBACEAAQhAYGwIMBAIQAACy0dAt6/he9mp6ka2NRB7WyaqEIAABCAAAQhAAAIQgMA8CbAbBCAAAQhAAAIQgAAEFo8AgU6Lx5aeIbDyCXT9sL38+l0Op6Kv/GmOzQwYCAQgAAEIQAACEIDAIhNIr+fUcYzssGGCAAQgAAEILBIBuoUABCAAAQhAAAIQgAAEIAABCEBg3gRWTKDTvGfIjhCAwPwJdP6w3UaJUrCi0/zZsicEIAABCEAAAhCAwDIQKOs5dRzXN7cdZkzLQoCDQgACEIAABCAAAQhAAAIQgAAEIDD5BJghBCAAgfkSINBpvuTYDwKrgUDHD9uz/AY+oypUBhsEIAABCEAAAktIgENBAAJrQSAzdRub6sGiop/a9b4DBQIQgAAEIAABCEAAAhCAwHIQ4JgQgAAEIAABCEAAAtMQINBpGjCYIQABEej4YXv1G3g5nFjRSZBI40WA0UAAAhCAAAQgAIHpCUzp/rV/PzvQTDe3A3UqEIAABCAAAQiMNwFGBwEIQAACEIAABCAAAQhAAAKrlQCBTqvpzDNXCMyVQOcP222UOKWyufZJewhAAAIQgAAEIAABCCwXAd2/dt/BdluXa5gcFwJrTYAOIAABCEAAAhCAAAQgAAEIQAACEJh8AswQAquUAIFOq/TEM20IjESg84ftPaOLKWcj9UQjCEAAAhCAAAQgMDYEGMgqJqDbV6UOAN3WjoaYIAABCEAAAhCAAAQgAAEIQGCFEGCYEIAABCAAAQhMJgECnSbzvDIrCCwMgRz+ZXtGVn276PBXTnIIQGAFE2DoEIAABCAAgYkkUN++pu9nh+5jcyLnzKQgAAEIQAACEIDADARwQQACEIAABCAAAQhAAAIQWJEECHRakaeNQS8fgVV25I4Vm6aKbSrCqeirjAnThQAEIAABCEAAAhBYkQR0+xq+l52qbmRbc9M5IIMAABAASURBVLC3ZaIKAQiscgJMHwIQgAAEIAABCEAAAhCAAAQgAIHJJ8AMVyIBAp1W4lljzBBYKgJdP2wvv36Xw6noSzUYjgMBCEAAAhCAAAQgMDYEVuxA0us5dYw+O2yYIAABCEAAAhCAAAQgAAEIQAACq5wA04cABCAAAQiMIQECncbwpDAkCIwNgc4fttsoUQpWdBqbU8VAIACB8SLAaCAAAQhAYFwJlPWcOgbnm9sOMyYIQAACEIAABCAAAQjMQAAXBCAAAQhAAAIQgAAEILD0BAh0WnrmHBECK4dAxw/bs/wGPqMqVMacN3aAAAQgAAEIQAACEIDAshDITN3Gpo5tUdFP7XrfgQIBCEAAAvMnwJ4QgAAEIAABCEAAAhCAAAQgAAEITD6BJZ8hgU5LjpwDQmAFEej4YXv1G3g5nFjRaQWdTIYKAQhAAAIQgAAEIDCl+9f+/ewADt3cDtSXosIxIAABCEAAAhCAAAQgAAEIQAACEJh8AswQAhCAAAQWmgCBTgtNlP4gMEkEOn/YbqPEKZVN0nyZCwQgAAEIjA8BRgIBCEBgMQjo/rX7DrbbuhhDoE8IQAACEIAABCAAAQhAoEEAFQIQgAAEIAABCEAAAnMkQKDTHIHRHAKrikDnD9t7RhdTzlYVkbGZLAOBAAQgAAEIQAACEJgHAd2+KnXs2G3taIgJAhCAAAQgsKQEOBgEIAABCEAAAhCAAAQgAAEIQAACgwQmMdBpcIbUIACB+RPI4V+2Z2TVn4sOf+UkhwAEIAABCEAAAhCAwHgRqG9f0/ezQ/exOV6DZTSjEqAdBCAAAQhAAAIQgAAEIAABCEAAApNPgBlCAAIQGCBAoNMADioQgMAAgY4Vm6aKbSrCqegDe1CBAAQgAAEIQGBsCDAQCECgSUC3r+F72anqRrbpkm6vChIEIAABCEAAAhCAAAQgAIEVR4ABQwACEIAABCAAgdVFgECn1XW+mS0E5kag64ft5dfvcjgVfW5d0hoCY0OAgUAAAhCAAAQgsAoJpNdz6ph3dtgwQQACEIAABCAwEQSYBAQgAAEIQAACEIAABCAAAQhMFAECnSbqdC7cZOgJAoVA5w/bbZQoBSs6FUxkEIAABCAAAQhAAAIrhUBZz6ljsL657TBjgsAqIMAUIQABCEAAAhCAAAQgAAEIQAACEJh8AswQApNEgECnSTqbzAUCC02g44ftWX4Dn1EVKoMNAhCAAAQgAAEITCwBJjZhBDJTt7GpWVlU9FO73negQAACEIAABCAAAQhAAAIQgMDkE2CGEIAABCAAAQisIAIEOq2gk8VQIbDkBDp+2F79Bl4OJ1Z0WvJTwgEhMF4EGA0EIAABCEBgZRGY0v1r/352YOi6uR2oU4EABCAAAQhAAAIQWEMADQIQgAAEIAABCEAAAhCAwPgQINBpfM4FI5k0ApMwn84fttsocUplkzBP5gABCEAAAhCAAAQgsDoI6P61+w6227o6oDBLCEBgrQnQAQQgAAEIQAACEIAABCAAAQhAAAKTT4AZjg0BAp3G5lQwEAiMIYHOH7b3jC6mnI3huBkSBCAAAQhAAAIQgMDYEBirgej2ValjSN3WjoaYIAABCEAAAhCAAAQgAAEIQAACEOgggAkCEIAABCCwVAQIdFoq0hwHAiuRQA7/sj0jq5m46PBXTnIIQAACEBiRAM0gAAEIQGCJCNS3r+n72aH72FyiUXAYCEAAAhCAAAQgAIFVSoBpQwACEIAABCAAAQhAAAILRIBApwUCSTcQmEgCHSs2TRXbVIRT0Rdz5vQNAQhAAAIQgAAEIACBhSGg29fwvexUdSPb6tTelokqBCAAAQgsIQEOBQEIQAACEIAABCAAAQhAAAIQgMDkE1iYGRLotDAc6QUCk0mg64ft5dfvcjgVfTKnzqwgAAEIQAACEIAABCaRQHo9p46JZYdtjEwMBQIQgAAEIAABCEAAAhCAAAQgAIHJJ8AMIQABCEBgJAIEOo2EiUYQWKUEOn/YbqNEKVjRaZV+MJg2BCAAgfEiwGggAAEIjE6grOfU0dw3tx1mTBCAAAQgAAEIQAACEIDA2BBgIBCAAAQgAAEIQAACEDABAp1MAYEABLoJdPywPctv4DOqQmWwjTkBhgcBCEAAAhCAAAQg0COQmbqNTdUsKvqpXe87UCAAAQhAAAIrhQDjhAAEIAABCEAAAhCAAAQgAAEIrAoCqzzQaVWcYyYJgfkT6Phhe/UbeDmcWNFp/mzZEwIQgAAEIAABCEBgyQlM6f61fz87cHTd3A7UqUweAWYEAQhAAAIQgAAEIAABCEAAAhCAwOQTYIYQgMBqIECg02o4y8wRAvMl0PnDdhslTqlsvn2zHwQgAAEIQAAC40OAkUBgtRDQ/Wv3HWy3dbVgYZ4QgAAEIAABCEAAAhCAwCohwDQhAAEIQAACEIDABBAg0GkCTiJTgMCiEej8YXvP6GLK2aIdnY4hMDYEGAgEIAABCEAAAhNCQLevSh2T6bZ2NMQEAQhAAAIQgMAEE2BqEIAABCAAAQhAAAIQgAAEIDD+BAh0Gv9zNO4jZHyTTCCHf9mekdWMXXT4Kyc5BCAAAQhAAAIQgAAExotAffuavp8duo/N8Roso4HAeBJgVBCAAAQgAAEIQAACEIAABCAAAQhMPgFmCIGxJ0Cg09ifIgYIgWUk0LFi01SxTUU4FX0Zx8ehIQABCEAAAhCAwNgQYCDjTkC3r+F72anqRrY1XHtbJqoQgAAEIAABCEAAAhCAAAQgAIEhAhggAAEIQAACEFhuAgQ6LfcZ4PgQGGcCXT9sL79+l8Op6OM8AcYGAQiMDQEGAgEIQAACEBgLAun1nDpGkh02TBCAAAQgAAEIQAACcybADhCAAAQgAAEIQAACEIAABBaZAIFOiwyY7iEwCoGxbdP5w3YbJUrBik5je+oYGAQgAAEIQAACEIBAF4GynlOHwze3HWZMEIAABBaYAN1BAAIQgAAEIAABCEAAAhCAAAQgMPkEmOHiEiDQaXH50jsEVjaBjh+2Z/kNfEZVqAw2CEAAAhCAAAQgAAEILAiBRe8kM3UbmzqORUU/tet9BwoEIAABCEAAAhCAAAQgAAEIQAACC0uA3iAAAQhAAAJrRYBAp7XCx84QmHACHT9sr34DL4cTKzpN+AeA6UEAAuNFgNFAAAIQgMDaEpjS/Wv/fnagM93cDtSpQAACEIAABCAAAQhAYLkIcFwIQAACEIAABCAAAQhAYCYCBDrNRAcfBFY7gc4fttsocUpl48KIcUAAAhCAAAQgAAEIQGA2Arp/7b6D7bbO1h1+CEAAAhBYBgIcEgIQgAAEIAABCEAAAhCAAAQgAIHJJzDDDAl0mgEOLgisegKdP2zvGV1MOVv1lAAAAQhAAAIQgAAEILBSCOj2ValjtN3WjoZjb2KAEIAABCAAAQhAAAIQgAAEIAABCEw+AWYIAQhAYDUTINBpNZ995g6B2Qjk8C/bM7Lay0WHv3KSQwACEIAABMaSAIOCAARWMYH69jV9Pzt0H5urmAxThwAEIAABCEAAAhCAwMQRYEIQgAAEIAABCEAAAhNMgECnCT65TA0Ca02gY8WmqWKbinAq+lofhQ7GhgADgQAEIAABCEAAApNLQLev4XvZqepGtjVRe1smqhCAAAQgAIGJJcDEIAABCEAAAhCAAAQgAAEIQAACK5cAgU6jnjvaQWA1Euj6YXv59bscTkVfjWCYMwQgAAEIQAACEIDAyiSQXs+pY+jZYcO0agkwcQhAAAIQgAAEIAABCEAAAhCAAAQmnwAzhAAEViwBAp1W7Klj4BBYAgKdP2y3UaIUq3hFp//6r/+KnXfeOR74wAcumDz+8Y+PZzzjGfHyl788Pv/5z8dll10Wf/nLX5bgRHOIJoGLL744Hve4xw2c13322afZBH2FEbj++uvjmc985sA59ffX3+MVNpV5Ddfz9Hyb1yvzMJd5dchOq54AACCwsglMeT2njin45rbDjAkCEIAABCAAAQhAAAIQgMAqJcC0IQABCEAAAhCAwLgSINBpXM8M44LAOBDo+GF7lt/AZ1SFymBbKAK///3v46qrropzzjkn9t1339hyyy3DwU8HHXRQ/OlPf1qow9DP4hKgdwhAYIEJ3HjjjfGxj30sLr300gXume4WgoD/fXJw7rnnnrsQ3dEHBBadQGbqNjZ1HIuKfmrX+w4UCEAAAhCAAAQg0EUAGwQgAAEIQAACEIAABCAAAQgsEwECnZYJ/Oo8LLNecQQ6ftg+VX4DL4fTKl7RaanO5R/+8If48Ic/HDvttFNcd911S3VYjgMBCEBg2Ql4RbsTTjihrMb1ta99Lf7v//5v2cfEANYQmNI9wHnnnRfbbrttCc794x//uMaJBoExJuDPbv9+dmCcurkdqFOBAATWjgB7QwACEIAABCAAAQhAAAIQgAAEIDD5BJghBJaHAIFOy8Odo0JgZRDo/GG7jRKnVLYyZrLiR3nRRRfFLrvsEtdcc82KnwsTgAAEIDAbgZ///Oexww47xOtf//q44YYbZmuOf4kJXHvttbHnnnuWV61efvnlS3z0CTkc01g+Arp/7b6D7bYu30A5MgQgAAEIQAACEIAABCAAAQiseAJMAAIQgAAEIACBRSFAoNOiYKVTCEwIgc4ftveMLqacTchcF2gaD33oQ2OLLbaYszz2sY+Nv/3bv41111132pH4wf8BBxwQ//u//zttGxwQmAQCzAECfhXahRdeCIgxJeCVtk455ZTwqltjOkSGBYHpCej2VanD323taIgJAhCAAAQgAAEIQGCBCNANBCAAAQhAAAIQgAAEIACB+RAg0Gk+1NgHAstHYGmPnMO/bM/IagwuOvyVc/XmW265Zey9995zlve9731x9NFHx+mnnx7vfe97Y7PNNuuE6IfL3/nOdzp9GCEAAQhAAAIQgAAEpidQ376m72eH7mNz+h3xQAACEFgeAhwVAhCAAAQgAAEIQAACEIAABCAAgcknwAznQYBAp3lAYxcIrBoCHSs2TRXbVIRT0VcNjSWZ6Prrrx+Pe9zjwquZPOUpTxk65p/+9Kc4+OCD489//vOQDwMEIAABCEAAAhBYPQTmPlPdvobvZaeqG9lWB/a2TFQhAAEIQAACEIAABCAAAQhAAAIQWGYCHB4CEIAABCAwTIBAp2EmWCAAgZpA1w/by6/f5XAqet2YciEJbLjhhvHa1742Nt9886FuL7744rjqqquG7BggAAEI9AmgQAACEIDANATS6zl1+LLDhgkCEIAABCAAAQhAAAJjToDhQQACEIAABCAAAQhAYBUSINBpFZ50pgyBkQl0/rDdRolSrNAVnUae/zI3vPnNbx7bbrttrLfeegMjuf766+Oyyy4bsFGBAAQgAAEIQAACEBiFQFnPqaOhb247zJggAAEIQGBFE2DwEIAABCAAAQhAAAIQgAAEIAABCEwegXag0+TNkBlBAALzJ9Dxw/aBAS61AAAQAElEQVQsv4HPqAqVwbaYBO55z3vGZpttNnSIK6+8csiGAQIQgAAEIAABCEBgZgKZqdvYVCOLin5q1/uOSVaYGwQgAAEIQAACEIAABCAAAQhAAAKTT4AZQgACEJg4AgQ6TdwpZUIQWEACHT9sr34DL4cTKzotIOzurm5605vGX//1Xw85f/7znw/ZMEAAAhCAwEISoC8IQGASCUzp/rV/PzswQd3cDtSpQAACEIAABCAAAQhAAAKrgwCzhAAEIAABCEAAAhBYaQQIdFppZ4zxQmApCXT+sN1GiVMqW8rxrMJjrbvuurH++uvHQm3/9V//FSeddFLstdde8dSnPjU233zzeOADH1jkUY96VGy33XbxsY99LK644orwg8BpjztHx1/+8pfyur39998/XvSiF8VTnvKUePCDH1yOWx//SU96Ujn+hz70objwwgvjf//3f+d4lO7m1157bfi4npvnWB/v8Y9/fBnLwQcfHL///e+7d15Gq/n7PPh8eOwebz12szNDn0efT5/XhRzqf/7nf5bPyZve9KbYYostosnNY3j4wx8eT3/60+M1r3lNHHHEEfHb3/52wQ5fH9tz8xw9Vx/TYgb+/Hzxi18Mn9cFO6g68ufttNNOK98NfxZ9PIu/I8985jPjLW95S5x99tkL9rnUIeedfL6PPfbYePnLXx7Nsfq8bLnllvGBD3wgHAzpz9C8DzLNjn/+85/jzDPPjHe+853xnOc8J3xOzKkW8/K1xWPzebr66qtHupZcfPHF8bjHPa5/TTj66KMHRvAf//Ef5fpQH8elz4tf5TnQcJrKYo17msMVs8+Tv5/+LJuJ2XjcFp8rf4fscxt/7stOC5DNdFx/l3098XXF15dRPyPmbN4eu2XfffcdGunuu+/eP39u4/Pp8zrUcC0M++yzz8Axdt555/B83eWNN94Yn//85+NZz3pW/98XX0P83b3gggvC/w653Wzia4s/u77WNL9fnpPrtts/6mfbjN/61rcOjNt9HXfccbMNpe+frg+fx36jERTz8bFreeQjH1n+vR1h18lqovvX7jvYbutkTZ7ZQAACEIAABOZBgF0gAAEIQAACEIAABCAAAQhAAAJjRoBAp0U4IXQJgYkh0PnD9p7RxZSziZntWE7EwRd+eNse3B3veMe2aca6+3j/+98fT3ziE0sghx+s/+pXv4r/+7//6+/nh8V+KH3ggQeW4JatttoqzjvvvJGCFPqdtJQ//elPccghh5SgKgdgHHDAAfGDH/wgrrvuuqGHzg6W8fH9APmFL3xhCaQ56qij5h1Y4of4u+66azztaU8LH9d9e47R2xzc5LGYix9ev+997wtz6rmXrfADbXM3fwcZ+Xx47B5vPSg/sDdDn0cHSvi8eh5rO34Hx7ziFa8owSvu18E05tjk5jH4vPoh/ze/+c1429veFv/6r/8ar33ta2NtXqno4AIHAzhwxsf23DxHz9XHtJiBz5mD4XxefX49PvvmK+7/hBNOKHNwoIaP689i3Z+/I56XP4u77LJL+VyeeOKJa/W9qPuea+nzsN9++8WTn/zkcBDaOeecMxBk5vNy2WWXxZe//OUShOSADJ/TuR6nq73Pj8/1Yx/72Nhtt93isMMOK8FUPifN9ubla4vH5vPk4JgXv/jF8aMf/ajZbMn05Ri3v4f+Pvp7WX+WzcRs6on7XPk75M+b2/hz78+/x1u3mWs5ynH9GfL1xNcVX198nfH1xteduR5vnNr7c+8ALgdg/fKXv+z/++JriL+7O+ywQ/m3749//GPnsD3/iy66KNzO1xZ/dn2taV4LvKPrttvvQLUXvOAF8d3vfnfG60FmxkMe8pBYZ53B/+yaC3d/z3zePIamOCjY57Rpm073Z+78888fcN/lLneJrtfjDjSaxIpuX5U6ZtZt7WiICQIDBKhAAAIQgAAEIAABCEAAAhCAAAQgMPkEmCEEIDBeBAb/j/t4jY3RQAACy01AD+faQ8jIyuSiw185yReKwDXXXBOXX375UHe3ve1th2zTGfww9dnPfnZ45SI/6IwRt5/97GdlxRgHN4z6ILXZtQMbtt1223jve99bApuavlF0P6D2ShyvfvWrYy6rnfiB9THHHBPPe97z4qyzzuo/8J7pmA5A+MpXvhIveclLwg/JZ2q7mD5zNm+vhmP+ox7L59Xn1+fZ53vU/ep23t8BAltvvXWcccYZAwFwdZuZSvM75ZRTYptttgmXM7Vt+xxoZPYOhDvyyCNHPrb38/n1efb59nlv9z1b/b//+7/j7W9/e7zxjW+MG264Ybbmxe/P5Rve8IYwLwciFuMSZA7kcADg5z73uf4KNrMd1kEQ22+/fVmdy7xma9/l9371+fHqXf6sdLWbzub9vZqOx+4gxvmcp+n6nsnu4y7HuH/84x+X74G/j3Nh5e+QP//+Dnplsbly8vfe3/+5HtfXGV9vfN3x9WcmpvP0Lfpu/ndyzz33LCsRTncwBxk94QlPiA022GCoieftQFcHBvqz6s/OUKNpDP537qUvfWkJ+HQ/0zSLf/qnf4pb3epWA24HLjmAacA4TcX3AQ64bLsd6DnqtcuBdZdeeulAF//8z/8cG2+88YBt0iv17Wv6fnboPjYnffrMDwIQgAAEIAABCEAAAhCAwGIRoF8IQAACEIAABCCwpAQIdFpS3BwMAiuMQMeKTdXD16kIpw7/CpvhWA/XrB1Y4BUkmgPdZJNNRlqBwft7JYtXvvKV8etf/7rZxci6H/j64fvrXve6OQUb/fCHPwwf1w9nRz7YNA0deDNqUInn/KUvfSm8MspMD52nOVT4IbBXyplLYNV0fc1uH2zxm9/8Jl71qleFeZv7oHe0ms+zA8PmEmzkYB2/6syvNHKwxWhH6m5l5u9+97vD57+7xaDVx/YKRT6+9x30jlbzfn6NmleXGm2PqpUDDLwK1Xx4+/w4aMefNX/mqh4XL3cwxcte9rJwUMpcj2I+DuZyAMdc9/XcvvCFL5RX4bmfue7fbO/Pll+zNd15Wm+99cIBnLe73e3CsuGGGzZ3L6vh3PrWty4++y2uO4BloKEqSzluHa6fHHDjoLmrrrqqb5ur4lf0+Xo7Had2f57rUlznzdm8zd1yi1vcoj2U+Ou//uuB8+Pz6fM61HABDb5W+/M928pld77zncur49qHrq+7XnnQ3+u2f5S69/N1xNdv99e1j4Oc/vEf/3HA5cClUf+N9CpSDswc6EAVX/NHvS5ccskl4VcQareSfG78KsNSWUWZbl/LClxT1Y1sa+b2tkxUIQABCEAAAhCAwIIQoBMIQAACEIAABCAAAQhAAAIQWEgCBDotJE36WjgC9DQeBLp+2F5+/S6HU9HHY6iTOAo/6D700EOHpuYVGP7+7/9+yN42eH8HnXStKuJX1XgVD68Oc/zxx4fFQQj/7//9v87VHeYSbOQVbxxo1A7Q8oNyj7t9XD+k92oa0x3b8/KrxRzsYX0mOf3008PzcFBFu50fMu+9997llVuer1d78Vhuf/vbDzR18I0fXA8YF7nih/UOsPrOd74zdKSb3vSm4Vfr+Vyalcfu14Z5Lve85z1LAEhzJwekuO2owUbmcPjhhze7KLoDTf7lX/4l3Fd9XB/bnxmvntJ1bO/o8+5Xp3WdA/trcYCGA4UcMNTFu/0Z9Rj8uXrwgx88NGd/xj3OUefsMTiorRn8s+6665bXS/kYPpbnajZdnxHv7zF7nl5pyfXFEn+fvLKZAxrax/irv/qr8KuzfE48Xo/b428z8lj9uW7vP1vd36f9999/aFU0fyYf9rCHxT777NP/Pvn45uVAH7+myzzb/fs8OXDKn/e27653vWv4s+DgTsvjHve4gSY3v/nNS8CVfbV88pOfLME1Aw1VWcpx63Alma+D9toBN+ZgHuZiPuZksf6a17ymM2jVnD71qU8NvJawHKQjW6rrvIOYzLtm789dezhe6az2u/T59Hltt1vIuldF8spl7tP/xjz0oQ8tq63VjOvvr18N6Dm4XS3+HE533a3PW/Mz7uuu6z6f9tf91KWv3+7P/da2ulx//fXjfve7X10tpQOXHMBUKjNkf/7zn+N73/teZwt/t/3KvU5nw+jrrVf9apjCr8Bd7PPTPN546en1nDqGlB02TBCAwJIQ4CAQgAAEIAABCEAAAhCAAAQgAAEITD4BZgiBBSRAoNMCwqQrCEwcgc4fttsoUQpWdFqUU+4Hl14dwg9U/cC7eRAHGPh1cC6b9rbuh+0OHmrv78CId7zjHeHVK/wqKb9O55a3vGVYHBzhlUT8GrDtttsu2g9yHQzjh/PtYzXrfpjq4Kz2ChNeher9739/eP/2cb3qx2Mf+9jwsf1weqeddho69o033hgnnnhi81BDugNsPvGJT0R7zj72Bz/4wRJEscUWW5SHu57vXe5yl/BY/PB6jz32iNmYDh1wgQxm5gCCc845Z6BHP7R3sIfH5xWL/Nols/LY/YDac3GAy6c//emhYAmzcMCLg2QGOm1V/Jo+B+v4M9d0OSjg6KOPDn9Wmsf1sf2Z8WvmvAKUAxnMsbmv9fPPP3/G10i5jVcX+exnPzsUROPPqD8r7c+o5/6UpzwlPvrRj8aHP/zhoQAXz/nAAw8cOv8xwuagLXP4yEc+Ej6Gj+W5em7+jPhz69ca+pw0u3Pw0be//e2maUF1fzYcGNT+Pnkcvg74HO26667ltVger8ft8TvYz2y98s58B+QVrz7zmc8M8XSg5Ve/+tUSTPLUpz61/33y8c3rGc94Rpijr2Gbb7750OEdmDJK0OLQjiMalmvcnpMDQpvDNH8zNA9zMR9zslh/7nOfW67FXdefn/70p+HvUbO/tr5c1/n2OMah7u+EVz3ztcFBeDVjf399DfVr6Zrj9HfroIMOivZ1122a14PmZ9zXXdd9Pn29cDu3b4r78/Xc/Tft1h/0oAeF/z2yXosDmBzIVNe7yt/97ncx08pPDvRygGvXvrXN1yofq6679LXc11vrq0+mvJ5Tx7R9c9thxgQBCEAAAhCAAAQgAAEIQAACEFgCAhwCAhCAAAQgAIHRCawzelNaQgACq45Axw/bs/wGPqMqVAbb2hJwkImDNLwajVcE8YNUB6l0Pbj8t3/7t3jAAx4w4yG9ko5XyvGDzWZDP6T1A1iv0uOHwk1fU/dKPrvttlt4dY5m8I/H6Ye7Do5ptm/qfnXTcccd1zSVACL35VfkZM78mfHxXvziF8f2228/0IcrDvboYmKf5aSTTiqvnrNei1fwMNOZjm0WW221VbztbW8rY633XarSAT8OWGkez2MyBwc43eY2t2m6BvTMjHvd617hVXfanwvzctBZ1wP3uhOfq1/96ld1tZQOTvHqM+0H8sXZyv7hH/4hHJT0t3/7twMevx5pps+JP6MOkvJrupo71p/RxzzmMUOrNtXtMjO8ast73vOe2GijjWpzKR0Y8uMf/7joo2aerwODvNrYJaY2CAAAEABJREFUdPv4c7nDDjuEg77abRw8MFugQnufUesOZHHwX7O9Pxu77LJLvPKVr5zx8+ogDAf+zTSvZr9t3QEbviY17e7rXe96V/zd3/1d09yp+3Prz68/n80G//M//xP+zDdtC6kv17i9qo4DMuu5+LVg9cpnta2r9Pl0wJMD6Zp+X2/9Ckp/V5r2Wrd9ua7z9RjGqfS/m8973vM6rxtmfJOb3GRguP4MOmBvwKjKE5/4xLIqoD/rqk6b7Pd1w+3bjXw9d/9tuwPffI1r2r2yXPvf6qbfuoOcmtdpz8Vzss9yxRVXxA033GB1Wmn34f19nc2c+d/kaTtc4Y7M1G1sahYWFf3UrvcdKBCAAAQgAAEIQAACy0+AEUAAAhCAAAQgAAEIQAACEOgTINCpjwIFApNGYAHm0/HD9qnyG3g5nFjRaQjy7rvvHg984APnJF5Jya8m86uAvELPdKvwPPzhDw8HIPkh59CBGwY/OPUD8oaprCLh4Kk73/nOTfO0emaGHxz7dXLNRn7Y6uCYpq2p+2G/2zRtj370o8OBRk3bTHpmxpOf/OSyylSznYOopgt08quCugJCHAziVSua/Uyne1WpdrDBdG0Xyu5gBQcjtQN+zN4rkMx2rutx/M3f/E04qOJWt7pVbSqlz5W5lUorM7Ozzz57wLrRRhuFA6z8mrABxwyVO9zhDuEH5u0mfrDettV1+84999y6Wkof2wFWo35G73vf+4ZXySk79zIHmsy28levaSkcdPD6178+Rpmvz4UD4jzOsnMv+8UvfhFm2asuaHHyyScPvb7MwVbbbLNNZM7+QN4rPPlVWqMErTUH7s/laaedNrDalgMjHIDoPpttZ9JvcYtbxNOe9rShJg7gGjIugGE5x+3rbnMKDvTy6zKbtun0zIynP/3p4VWemm3cp1eoatpq3b7lus7XYxiX0t/JZz7zmeHv6ChjcvCnX/PYvu46KG+vvfYa6Xrg4/i64etHO8jU/bp/H8ftavH30Cui1XWXDnK+6qqrrE4rDuB0gGDdwMFVzeBSB0o5sLX2d5XtPvxvRfvz1rXfpNp8bvr3swOT1M3tQJ0KBCAAgZVEgLFCAAIQgAAEIAABCEAAAhCAAAQgMPkEmGFNgECnmgQlBCAwTKDzObqNEic9nB3eCctCE3CAgR+CeyUVP1idrf/TTz89/KC12c6BQ6MG/NT7ZWb4FWXNB6r2nXnmmUP92+4Hhw6c8Uokrls8dh971AfQ3sfiwJ32cW2fTvyap5/85CcDbj9QnmuAlTkv5cPfa6+9NtoBP16Fyq8lmyszBwh5/E0IV199dVxwwQVNU1/3iksOOOobpHgVoLvd7W7S5pbm+tnyK778gL95lEc+8pFx73vfu2maUc/MEuhkXs2GDrZrf/6b/qbuz+YoqxPV+2y22WZhznXdpYPvpgtGsX++4jn4u9bc3wEdDraay2fD58bzbPYzm/6b3/wm2qs5eTUaB3HOtm/b75Vvbnazm7XNi1Ifp3H7/DkAZdSJ+hVid7/73ePWt751eJUxn+eXvvSl0wbvLNd1ftT5LGU7fyc303dz1GP6vJx11lkDzb0ClwNdHZw34Jil4n+THZTqVd+aTf1Ky64gU/+b5GPVbR3A5CCkut4ufX3xq+lqu/9NdR8OMK1t/jfX17263i79WWz/O+Ogrrn8G9vuc0XWm4PWvx+6jW1aenq3teekgAAEIAABCEAAAhCAAAQgAAEIQGDcCTA+CEAAAhBYNQQIdFo1p5qJQmAeBDp/2N4zumBFp3lAndsuDjzx66e80o1fKTfb3n4o6ldpNds5yMArRmXO/QGeg0AcMNTszytHdK3I4oetfrWeHxZ7dSTv64fPfnjf3H8U3YEcHvcobd3mu9/9bvz3f/+31b54lSE/hO4bRlAcNPP4xz9+hJYL08QBWu0VsO5///uHuc31CJnVK93a3E499dTwSjft/hxM9opXvCK22GKLuMc97hGeu18JN8rnrN2XA3Datunqfs1b+zPqB/9PecpTYt11151ut0777W9/+3Agj0t/xr3imVfxGuW8m5NXU+vseBqj59kODvB8/vjHP06zx/zNV155ZXi1qGYPvh7c9a53bZpm1TOrFdI89ukat+0bbLBB7LzzzuFgGwefOfjmfve7X3gVmHbb2eoOAPH5na3dQviXc9xeHaw5BweX7Lfffp1Boc12tZ6Z8Za3vCWOPfbY+OhHPxp77LFH+DPtVYDqNnW5nNf5egzjVPo70cVpujE6wLN93fU10J/16faZye6gofa+7t/X9/Z+vra3ryEOZPI5bbd13cGwl112mdUi/g76OnDn1uqMM/XhFaP8ervSQS/ztW+u19verpNR6B5WqWMu3daOhpggAAEIQAACEIAABCCwIgkwaAhAAAIQgAAEIAABCEwKAQKdJuVMMg8ILAYBPXhtd5uRlclFh79yTky+5BPxg0e/7sjBQkceeWT4VXYOfMk08NmH034o6j0cBOKHq9bnKh5P+wGuA4q6Ap3c1q/w2WmnneJ973tfePyHHHJIWaFkrsedS3sHmvghb3MfB7G0x930z6T7lWhLFZjhVTYcINYcz9o8gHawhR+EN/tzsMwf/vCHpqnoDl7xq9/23nvvOOigg8KvfHv+859ffIuZ+TVvHlPzGB6zgxWatlF0B9F86EMfisMPPzze+c53hsfv8+dVT2bb34Fe/m7M1q7p92fcwTRN22Lpl1xySbTPmwMq5hOI5s+FAw9HHauDRhxk42CbAw88sATf+BV4maNdh0Y9zkK3W85xOyC0fd3w99uv//zMZz4TXl3Nq94txJyX8zq/EONf6D68athc+nQAkldSau7j1cpGCZBs7lPr/k4+6EEPqqul9HW9a5UlX3ccnFka9TIHMvmc9qoDhX3XX3993+b7A18vfV/QN0pxINMNN9wgbThdfPHFAwF3t7zlLcOBi8MtV4fFVzFfytL3s1YGpp0DNSoQgAAEILDqCDBhCEAAAhCAAAQgAAEIQAACEIAABFYIgbUIdFohM2SYEIDA/Al0rNhUPaidinDq8M//YJOxp1fE8Qo504mDBxxg0jVb2/16ui984QvhYCEHJmTO7aGbX8nTfo2WH8I6YMIPS+cjXa/y6Qp06prTXGwOWPJqUQ4K2H777eM73/nOSLt7JQyvntFs7NdAmV/TNqruoDA/SB61/Xzbeb5eaaO9v4N35nOevM+NN94YnnuzTz/8tjRta6v7OuBXz5122mnx+te/Pt7whjeM3KUf6P/ud78baO/Xos03yGCgozlUbnvb24a/G3PYZUmbdn3H5rM6mgft7/A//MM/WF0S8fXGQT6+nnnVMK9utCQHXsuDrM24HejkILv2EPzd8wpNfq3kox/96Nhrr71K4Ji/P+22o9ZX8nV+1DnOpd1cAxYvvfTSoe7vfve7D9nmYvD+7QBL/7vka2WzHwdLPvzhD2+awtduBzYOGHsVr1bYU0vhYMf1118/POdNN9202Jz5M+F/P603xf/O+DWHTZuDpeb772Ozn5WqT2ngPi9T1Y2sas1kb7OOPkiAGgQgAAEIQAACEIAABCAAAQhAAAKTT4AZQgACEFgZBAh0WhnniVFCYHkIdMXYlMAbOZyKvjxDG9ejbrnlluEVcqYTrzrjVxMdeuih8ZjHPCaaD0avu+66eO1rXxu77rprOBhkPnP0K7TaK1VccMEF8axnPSue/OQnz0ve/OY3Dw3Fq/IMGUcw/O///m/4Ab+DmI444oh4z3veEy960YvCr4t72MMeFs997nPLa5sc5OEVMUboMtynV5lqtvVruvwwuGkbVfeKPX6N26jt59vO4/b5au9v3vM9Vz7PPt/NPv2gu+s4zTbT6Q788Eoh3/rWt2L//fcvn+1nPvOZ8ZCHPKS8Vmv33XePE044IRxsNl0fbbv7bJ+v29zmNmMddNSew1LU298xrxY032CwzIz267LWdg4+59dcc0042O3zn/987LPPPuHrn4M4/OrKl73sZeHrnL/va3ushdx/sca94YYbxi677BIzXTt87JNOOim8OpaDXi0OBjvvvPPKdWzUefr7PM7X+VHnsRztfD1sBwNvvPHGa/39cIBp+/vp4KP2tc5zdlCUV1WyXos/Aw6+qesuHSDYXBXK1wAH1Nnn77ODnaxb/O9ls61tFo+hHdjl1ascUGv/6pX0ek4d088OGyYIQAACEIAABCAAAQhAAAINAqgQgAAEIAABCEAAAmNBgECnsTgNDAICY0qg84ftNkqUghWd5n3i7nSnO8V73/vecKBI+4HjOeecEzvuuGP8+Mc/nnP/l19++Zz3mc8ODsTyQ/vZ9nUbP9jfbbfdSjBTHSDjFave9ra3xVe/+tX4wQ9+EO0Hz7P12/Q7kKIdFOKVLuYb6HSTm9wk/Oq7WOTNbBwossiHKa8s8sPu2Y7jh+wOatpvv/3i2c9+dmy++ebhgBWvTuZXmB1wwAHl9XZXXnll/N///d9s3U3r7wrSmLbxKnU4OKJ9zvyZdEDGfJG0gzDm2o+/8w5o2nbbbcPBTI961KPiaU97WrmG7bvvvnH00UeHX7P1pz/9aa5dL2r7pRy3X0nmgC8HvYwyKV+7HAy28847h1d7etWrXhVeCctBKzPtP27X+ZnGutg+v65wLivwdQWYZmZk5mIPtd+/V1Pyqkp9gxS/Xq7976BX/PM1We6SHNzkFQdd8bzbr/v0K1z974r9tXiVp+a1xPu1X7NXt11d5ZTXc+qYsm9uO8yYIAABCEAAAhAYmQANIQABCEAAAhCAAAQgAAEIQAACS0GAQKeloDz9MfBAYLwJdDz3y0iNWaIUS/hgUAeduOTVnLyCkYN+rDcn6Aecb3zjG+OXv/xl07xidL9CzcEPXpnIr2o688wz5xTM5JUrLKNM2EE3swUGjNLPam3jACe/HukFL3hBOKjpc5/7XDiQwlxHZeIgnFHb0m52Aj4n4/KZ9upqXmXOQU3+TjsAcy7BTBtssMHAynWzz35hWizXuL0ynV8/+oxnPCPaQawzzcxM/Yoxr4T1nOc8J/ydnKk9vpVLwJ8Lr6rUnIEDSH3dbdoc/ORVnWrb3e52t/ibv/mbuhoPeMAD+roVB0X5VYnWLb6OeDW+5rXEgVJ3uMMd7F7Vkpnhv1AeA1sO1KhAYBEI0CUEIAABCEAAAhCAAAQgAAEIQAACk0+AGUIAAktAgECnJYDMISCwYgl0/LC9+g28HE6s6LTWpzYzY5tttgm/DqzdmR/Uv/rVr46lWPUnFnDzqi5+HZ1Xf2mvLjHTYW5xi1vEE57whHj3u99dVoe5733vG6Ns66677rIEUowytnFv49VNDjzwwPCKMj/60Y9GHq6Ze0USn+fDDjss3vGOd4y8Lw1nJ5CZy/6ZdpDEMcccE9tvv32cddZZ0QyWiBk2B206kGLrrbeOz372s+WVh2u7mtQMhxtyjcO4/SpGB6p+4xvfKNez+/xBb8wAABAASURBVNznPuHvzNBgpzE44MXBZUcddVR4PtM0m0Dz6pnSve9974GVA72KW/Ma7PP+/e9/fwDIPe95z4HPUfsVeF65ySs41Tt5hSgHS9V1lw6wWsrvo485jmK+/fvZgQFODdSoQAACEIAABCAAAQhAAAIQgMBiEKBPCEAAAhCAAAQgsPYE1ln7LugBAhCYWAKdP2y3UeKkh/ETO/clnJhfleZXu/lVYe3DOtjpM5/5TDggpe3rqnc9wPQKIeeff34spHz84x+PDTfccGgIDsrac889o/mwtd3Iq1nc8Y53jCc96Unhee+///7xzW9+M04++eQSFOBgp7msEPTXf/3X0Z63X1flV6S1jz1OdZ/39jz9SqNjjz12+Fyt5fnza8bac/eD3i996UslEGWm1ZvM1w/lt9pqq3jnO98ZDmw644wzwvv6s+Vz2e57prrn7WCYmdqsdp8/F+3Xcfn1jM3VWhabkb+TPt8zBSs6OPEe97hHWQnMgT1f+cpX4tvf/nZ8/etfDwdp/vM///OSB2yN07h9jfT17NOf/nR4tSYHFToAzN/zmGXzCk8f+tCH4oc//OFQy/b1zg38XVzIa7z7mu467+OtVPH1x6uMNcfva6GlaVts/e///u/jLne5y8Bh/BrX+lrsIKWf/OQnfb+vCb4O9w1SvLqTX2cntSQHI1500UVFd+aAOa8UZd3iPrzimPVVL7p/1W1sB4Zua0dDTBCAAAQgAAEIQGDxCNAzBCAAAQhAAAIQgAAEIAABCMxKgECnWRHRYNwJML5FJND5w/ae0QUrOi0YfD+49oNqB5W0Oz388MPDAQRte1f9lre85ZDZDzuX4iGug7H222+/cHBWexB+oOugiZNOOikcJONgGdef//znl9fvbLzxxu1dRq6vv/76semmmw60d5CAV8gYMI5YcWCHA7ZGbD7vZl3j/sMf/hDXX3/9vPucy45eLcQBGH443tzPgWh+hd0hhxwSZ599dpx44onhAI099tijBKc5sMnBAs195qL/1V/9VWdgmrnPpZ9Jb3vrW996YIo+Tw5+GDDOodL1vZxud78y84Mf/GD4e9Rs41WJHve4x5XPg19H6eDEgw46KPbee+/wq9r8PffnurnPUurjPG5zcaCKA8COPPLIMD9/rxz41D7XNTO/tuzggw+OOvilti/ndb4ew0otfR4coNccv6+7v/rVr5qmOeteTcnnq7mjV/ZysFvTVuubbLJJOBCwrrv0ayF/85vfWC2vD20GKd3+9rePzTbbrPjqrKsPB8bV//ade+65Uevep6sP21el6B5WqWPq3daOhpggAIFlJMChIQABCEAAAhCAAAQgAAEIQAACEJh8AswQArMRINBpNkL4IbCaCeTwL9szsiLiosNfOcnnQ+Cf/umf4gUveMHQCigOcPjCF77QGUDUPo5Xd9h0000HzFdccUX4Qe6AcREqfu2Og5iaXXvlnh133DG++MUvliCZ9tiabZu6V2PyqkxN23T6RhttFJ530//b3/42rrrqqqZpZL3rgfXIO8+hoR+A3+52txvYw+fpF7/4xYBtMSoOnDj00EPjxhtvHOjeQUz+rDlwxSuOjBrQ1HwgP9BhR8WrkDiwr+lykIFXLGraRtVPOeWUePzjHx/Pec5zYp999gm/MtGvTxx1/3Ftd+c733loaA5iGDKOYHAQ2ajfJ3d33HHHhc+J9VochOlAxve+973hgB0HjNS+mUqvQjXfcztTv12+lTRu8zNHBz75FYG+RjpQrD0vr/JTB7/UPl/v2tfSpbrO12NYyaVfu9ke/yWXXNI2zaneXEmp3tHX01rvKh/84AcP/Hvv75wDk93W/542g5TudKc7RVdA8P3vf38378vll18e/vfP3/nvfe97fbuVBzzgAUNBwbavNqlvX9P3s0P3sbnacDBfCEAAAhCAAAQgAAEIQAACEFiZBBg1BCAAAQhAYNUTINBp1X8EAACBGQh0rNhUrQw0FeHU4Z+hN1wjEHjWs54VXa+wc/DNRz/60aEVVtpdemWQ9iuvHPRRPzxttx+l/slPfnIgkMSvmut6KOwHve3AGa9Ysc0228SoATP1eLxyjR/U1vWZSq8yc8973nOgyf/8z/+U178NGEesXHzxxdFemWPEXefcrD1ud+BgMQciWZ+rXH311eHP0FOf+tR4+ctfHu95z3vCr8JrB5qYrx+kN/t3UNpLX/rS6Aqwabbr0n3cLnuXzQ/r73CHOwy4mg/4BxwjVPxZ9Hy8YtHRRx8dH/nIR6J7Ra4ROhujJl69xSu2NIfk79h8PpsOcvJ1oNnXdLqDKy644IIh97Of/exwYMaQYxaDz62DNWdpttbu5Ry3P39+Zd6+++5bvndPetKTwkFXo04qM+Nud7tbvP/97x8K2vR3tx3otJzX+VHnNM7t7nrXu8Z66603MESvfjSf75Y78Tnyq/6s1+LrqY9T17vKu9/97tEMdvW/W/6O+/rvALfmPv7u+d+6ps26r9fNFb58r+Bg2fZ33uNxH95ntYtuX8P3slPVjWwLh70tE1UIQAACEIAABCAAgRVIgCFDAAIQgAAEIAABCEAAApNOgECnST/DzA8CoxCYrk3XD9v1QDbKr+CVFz3YFpCAV/nZZZddwquntLs9/fTTw6+Katubdb+S5x73uEfTVFbt8auS/PB0wDFCxQ9Lv/GNb4Qf5NeBJAcccEB0BU1ceumlQz0+4hGPGHpN2VCjDoODV9qvcHOwhKWjedz3vvcNr+zU9DnwwONv2mbT/aqub33rW7M1WzC/z1U7mMWvtOpiOcpB/WpAv77LwSXnnHNOfPWrXw2/gq7NzVx+97vfDXTpVWLMccA4QsXBAX44327qVxm2ba7f7GY3i/vc5z5W++IH/Obuh8994wiKj+0AhWZTB/p59ZOmbSXqDgbbbLPNBobuV1u1AyoGGkxTOe+880Z+JaKDFduroTk4zd/labqf1uxrTvv8uLE/j3M9195vJlnOcXulrT333LOsJubvnVfUMfO5ztGrnfm8zzRP+5bzOu/jr3Tx98rXu+Y85vvdch8OSnKArPVafB3qWqGr9rv0+XaAm/VaLrzwwrjuuuui+W+A/43wvxV1m2bp1+M52Km2+bvl15J6Nafmv6EOqHJgVd2OMn0n24EhO2yYIAABCEwgAaYEAQhAAAIQgAAEIAABCEAAAhCAwOQTmPAZEug04SeY6UFgrQh0/rDdRolSsKLTWuGdbmc/+JzuFXaf+tSnYqbVczIznvCEJwytVuHVReYaIOGH9IcddthQUNPf/d3fDQWqTDeXua7k5H4cJHDQQQdZHRCvmtFe2aRuYGbt4BkHY3n8nkfdbrby1FNPDQcozNZuofx+PZxXvWr25+Adn2cHXTXts+kOcHJQU7vdwx72sPCD8ra9XfeKH5a2fba6A+Haq0N5H79Ky2WXPOQhDxkKTDv++OPDASNd7aezffvb3472sf1aKgcZTLfPSrH79X5PfvKTB4brgDB/Nxx4OOCYoeLrxcEHHzxDi9ldmRmZOXvDVgtfcxyg2TKHV53xCkxt+0LXM3NJxu3AuvZnzgFec3mlYz13B4fVuku/4m6DDTaw2pfM8brO9we2QhSfq4c+9KEDo/V3y9dd//sz4Jil4u+ig3+9f7Pp/e53v2gHUzX91r1CU3uVJQc4+Xvj74jbWBzMdNvb3tbqkDg4uh1Q5RXZHDjabOxX4zqwqmlb3XpZz6kDgW9uIzocmCAAAQhAAAIQgAAEIAABCEAAAhCYMAJMBwIQgAAEVjYBAp1W9vlj9BBYXAI53H1GyihRCj1sVYW0CASe8YxnhB+Utrt28Igfxk63Wo7bP+ABD4gHPehBVvvioJl99tknvPJE3ziL4hWRvvCFLwy1+td//dfoeujq1ym1G3uln5nG2m7vcX7sYx8bWM2i3aarftOb3jSe+cxnDgV4efx+ndkowU4OsvGro9oPrLuOt1A2j3urrbYaGreDQz74wQ/O+qrCehwOAnv3u98dXsmptrn0g3afL+tNceCTV1Zq2hxENtdXHPrz5FcZehWRZl+z6X5l38Mf/vCBZg7weutb3zrya+fq70Lz2H4d1dOe9rRwcMhA5yu08uhHP3roVYJe8eUDH/hAjPJqR38u3vGOd4RZjYrA7DbddNOB5j43P/3pT20bWRx453H6Oz3yTo2G7SBJB0b94Q9/aLQYVJdz3P6eta/X/i4eeOCBI3+HPZuzzz57KNjPgaUOzLG/Kct1na/H0D4/tjdXEHJ9XCUzw9cJXwebY3SQ0Vve8pbw96Zpn053O193/Z1stvF13f07kKlp79IdoNtcwdGBVv6315/3ur1Xc/IqXnW9XTpYqhmk6tWcHGjXbOfr7Sjjae4zyXpmhv9CeQxsOVCjAgEIQAACEIAABCAAgVVMgKlDAAIQgAAEIAABCEBgrAkQ6DTWp4fBQWCZCXT8sH0qbJQ4saJT4wQtrOrVXHbdddfOlXhOOOGE8OvNpjuiH7K+8IUvHFoxxytE+LV4RxxxRMwUfOTAhM997nPxxje+cegh/R3veMdwEFZmDh3eKxM1H7a6wRlnnBGnnHJKjBJo5Nep7b777nH44Yd71zmLH+R69aLmjp7L29/+9nBwmPWmr9Y9ttNOOy3M2w+Za/tSlX5I/djHPnbgcA7eOfTQQ8M8vCLPgLNV8SsFX/ayl4VfmdVyxbOf/ey4/e1v3zbHX/3VX4XPZdPhB+sOzHBQS9PepXt8fh2iP0/zYeYgCa9a1nzA7+N4Li996UvLqlo+L7a1xXavuuXz1Q7geeADHxheLaq9z0qteyWXrbbaKtrfq2OPPTZe85rXhL8z083Nnxufn67PxXT72O7X1HmlMetN8UpSDl5q2rp0nx8fc8cddwyfz642o9jan08HIPrVjNNdu5Zz3A4gcWCLr73NuR111FHx+te/fsbz5PZm5muQr1Xt65RX9fK/B27XFB9rOa7z9Ri6rit+taqDf+o241z6NW5bbrnl0BD9b5avp7N9du13O69o1+7EnwVfi9r2rrqDhpsrMvlz7s9Cs60DlzOzaRrQvX8zGM7X5+b3xNeRe9/73gP7rPaKv3P9+9kBGLq5HahTgQAEIAABCExHADsEIAABCEAAAhCAAAQgAAEIQAACy0lgaQKdlnOGHBsCEJg/gc7najZKnGZ48Db/g7JnTcCvmul6EOsH4R/96Efjuuuuq5sOlfe9731jhx12GAqQ8Cowb3vb2+LpT3967LfffuEVRNyPV+Lwikaf/vSn41nPelbx+TjNjv1g3YETXmGkaa91Bzrd9a53rauldB8OmHrPe97T+bDfD2S9UoxXm9piiy06g3VKR8r8ANj9Se1MHt8ee+wR7SANvwrKqw55Xp7fz372s/B8HSTjV9ttu+22JaBolACfzgOvpdFBPw7aaY/b3TpgxOM2dweo1WO/5pprwkEfr3jFK2Lrrbceen2b9918882aU1jKAAAQAElEQVRLoFNmujogft2RX3HYDqDxKiAvetGLwq89aj4or3d2EIODN57znOeEV1/y56n2tcs//vGPYfZte133K+ae97znDX1Gr7rqqnj5y18eDoT66le/GvWcfb68OpfHZ7/b1X25dNCUg6Q8N9cnRRxY6NXK2vPxZ8PfGX93fN78mfZ32UESr3vd68r32CuqtfebrZ6Z8S//8i/h71OzrQM7zN6fw67z/uc//zlOPfXUcBt/nh1Y2dy/qTuoruvz1WzTFdzj76sDv3wNe+c731muU351mPfLXN5xe4Ulc/NYmuLvks/T3nvvHSeeeGJZXcvnyuJr7uc///nyWfe1q30Nute97lXORbO/pr4c1/n6+BtssMHQSnT+TPra4M+kz49XyJvP6/vqYyxmmZmx3Xbbha+T7eP4dZj+nL3whS8MX3N87fH5cum6r8czXXftd/Bbu9+uuq9XPs9dPts23XTTcCCT9emkK3C12dbX2mYgVNO3anWd/+ycfLe1synGmQnghQAEIAABCEAAAhCAAAQgAAEIQGDyCTBDCEAAAstIYJ1lPDaHhgAExp1A5w/be0YXrOi0qGcwM+O5z31u+CFl+0AO/vBr2bwqQdvnembGNttsEy9+8YuHAknsd0CEV23yA9mnPOUp4VVDHFjy8Y9/vDOAykEPDqp5bGvlIfdViwNNfDy3rW0uHezyta99Lf7t3/4tHvWoR5UVoRy84eM+5CEPCT9Q9sPjZhCTH+zutNNO3r0vDo6YbfUgr47x5je/OTyW/o49xXP2/MzU83XwgR/G+3VFvSal8Cv4/CqqUlmizON2MFh7FRsf3vwckObgjnrsXjFkr732Cq8+Yr/bNcVBZ+bQFSxSt3NQhlcKqet16dfXOejCq2P5HPlcWXzuHvOYx8Rb3vKWcJvobX6g74AlH7NnKoXPVfOcFmMjy5z+M+oAOAcbmEk9Z58vB1D4NVH2N7oKBwuYh4MDm/ZJ0B0It9tuu3UGZJivvzteWcafaZ8vrwLmVWaanwt/J+92t7uNjMNBO/6+tne44YYbwp9Dfxae9KQn9b/Lj3/848Ofl1e/+tXRPD8OpHvqU58afgVfsy9/NhwI17S1dQf+tV+v6Db+7DnYykFPX//618MrV9luWc5x+zy95CUvGQq09Lh8nhzk5GAnf459riy+5u67774lULH9mfY1zN/DmV5Zljn9d8jH9TVvoa/z7tdyu9vdbtrrrD+TPj8HH3zwWq3q5eMspvj66IBNf27ax/H58GfZ15z6nLl03dfj5ver3tfXwNmuu3XbZunvTtdn3W28ctZs/x75+jdTsNQjH/nI8Ksd3R/SI6B7WKVepVl0W5st0CEAAQhAAAIQgAAEIAABCIxKgHYQgAAEIAABCEAAAotHgECnxWNLzxBY+QT0ELU9iYysTC46/JWTfKEI+GG3V6lxoEK7Tz/s//73v9829+v1g3c/ePWD0L5jjsomm2wS73rXu8KrS2X6xE/fgQOhHHTh4JeuVl4JxivxWPwQ3g+TG+3C+znw6TOf+Uw4CKf98PeSSy5pNu/UHeziFZwcLNXZYAajH96/4x3viDvc4Q4ztFoc153vfOc44IADOgNa5nJEB504eMIBWzPt54f8b3jDGzoD6byfz43Pkc+VxefO9qZsttlm4eAxr+DTfhjvfRwY02zf1uvPqF/DNt/PqFcq+cAHPhCPe9zj2t1PTN3n6n3ve19Zic3BQ3OZmK8dDlJ0YNKo+/m8OLjKr4Ocbh8HK/kcW+pVlZptvcqMX8Xm60/7u+jPRTNAqblfrd/jHvcIv9axrneVXgGpuXLUco/bAYsf+chHwgEvXeMd1WZevob5WjbbPp6zA6zMeb7fIR9jLtd5t/fKfr7WWJ9JHJg2k3+5fX/zN38TH/rQh+b13arH7u+kA/q80uJs1916n2bp66gDmpq2Wvdnyeemrk9XenUvj6Pt9z3Efe5zn7Z5Vdd9F+NbmfT9rJUBGjlQowIBCEAAAhCAwKISoHMIQAACEIAABCAAAQhAAAIQgMC8CRDoNG90S70jx4PAMhDoWLGpWkFoKsKpw78Mo5z4QzrYwCv4tCd64403hgNauoIM6raZWVZS8ivAvCqPgx5q32ylg478irsvf/nLZSWmzNkfAGZWK4z4Yb8f3s52jNrvYzlQ5ZBDDgmvYuIH9n6Qfstb3rJuUsrzzz8//Pq0Upkhc9CQXwnlYA33NUPT4vIDYh//wAMPjLmsfFN2XsDMD939SkEHls2Fn4fgB+XezzLKg3Hv48AMB1d51SSfA9tGET/Mf9Ob3hRf/OIX4/73v38JULvnPe85sKsDUPxqrgFjRyUzSxCdP6MOxhl1HG7ncXu1MAfFdXQ9USZ/jv0aSAdTjPrZcDt/nvw6sczZv79NYA6ueu973xujfofqfTfeeOPYeeed4/DDDw+fz8wsgT/+jtVtvDqbX7dX17tKX6v23HPPsm+Xv7ZdfvnltVrK5R63vxsOUnJwmVmUQY2Yub3387XL17ARd4vMpb3Oe1yZGTvuuGM88YlPdHVa8SsPp3WOiaP+bn3iE5+I9nVspiH6M+0gIv+74UCzjTbaaKbm0/q8apcD+7oa+PraZW/b7nSnO4WDPtt2B835Ot+2r+a6bl/D97JT1Y1sC4W9LRNVCCwbAQ4MAQhAAAIQgAAEIAABCEAAAhCAwOQTYIYQgMB8CRDoNF9y7AeB1UCg67m4Hm5GyOFU9GBbZAIO6Hj+858fXa8186t1/PomP7SbaRi3uc1twkESfqXVu9/97vArrtyfgwnq/Xwcr8rzhCc8Idzm5JNPDgezeN+Yw5aZZTUmBy19+tOfDgdpjXIsB1X4YW19KD+0vd/97ldXS3nxxRfHbAESpaEyz83cjj/++PDriTbffPOBVy3Zf+c73zn8+qhDDz00fHwHGmnXZU1+eO7gAQf++PVPXq3l3ve+98DYPcD64fiLXvSiqNt6P+9v/6jih/NeUcmv1nKQ2SjH8qupHARnhvVxHGzUDLDyilD+bHatBFXv0yz9OfOrBD0Of1Z9vhw00pyPVyex3X6387g9/mY/k6xnDn+3HODm767nbVZm5tcSfuxjHwt/B0cNlPD+bfH5bX+H3L+PU7d1kIhfM7f11luHV2LzNWaHHXaI5nm5+93vHl4trd7Hpdtde+21VqcVH8tBQ14Zyp9LH6vd+IorrmibYrnH7eNvt9124Tl6xTOzMSN/Z6OxeT6221+z837ev9FsZNXfIX83fFxfwxfzOu9BOajMK+D9+7//e3l1YXt+buOARwe2WV9QWeDOMrMEbfpVf0ceeWS86lWvCn/mfM1pHsp1X4P23nvvOOqoo8L/xnnVpUzdFDUbzkHPzHjMYx4Tze+Vd3egr/+Nsj6b+N/Lf/zHfxxq9tCHPjT8ORtyrHpD+k62g0J22DBBAAIQgAAEIAABCEAAAhCAwLIR4MAQgAAEIAABCEBgGgIEOk0DBjMEICACnT9st1GiFKt4RSc/OPQDbK8w1JRHPepRArfwyasbOeileaxa33777SNztIdzHrcDmRz44/7OOOOMqPs555xzwgEsfkDuNn6IvTYz8UNbr3bhlS7mc6zMLIFW9fhcnnXWWXN+RZnn7Af+XgnHwTHux+K5O0DIr11rvqrO7dvndp999lkbFPPaNzNLcNtOO+0UXjGkOXaP34FoBx10UPhVgX4Ybt4+0HzFQQp+beB8j+UVSU455ZT+58ljNEfznMuYPA6vPubzdeyxx5bANvdlMQPb7Xe7Uft1wMDhhx++1mPz8fxZ8Fhq8Zw9d/uWSnyu6++W5+XvrsfjIEAzc/CJX/vmdvWYHLDkNrV4P3Op/TOVPof1d8j9+zh1P6eddloJqHr1q18d97rXvcKvUmv35YAlB73V+7j0d8+BOe227bqDfp785CeX74CP5X2b4tcvtvep68s5bo/BLBwAaDYOOvN3tjl2z8d2+6dj537mKp63r+FLdZ1/xCMeUVYXbM/Pc/X3tf0K0rnOp9l+sb9/mRn+93bbbbctnzlfczyPWlz3nLbYYosY5fPbHPtMuu8dmt8rH89Bur62z7Rf7Vt//fXLK/i8X1P8va/bUDYJTHk9p6ahp/vmtqdSQAACEIAABCAAgRVAgCFCAAIQgAAEIAABCEAAAhBYrQQIdFqtZ351zptZz5VAR+xMRqoXiVLogaAqJAhAAAIQgAAEIAABCKwIApkZ/gvlMbDlQI0KBCCw4gkwAQhAAAIQgAAEIAABCEAAAhCAAAQmnwAzXKUECHRapSeeaUNgJAIdP2yvfgMvh9MqXtFpJH40ggAEIAABCEAAAmNJYPUOakr3r/372QEMurkdqFOBAAQgAAEIQAACEIAABCAAAQisdAKMHwIQgAAEIDCZBAh0mszzyqwgsDAEOn/YbqPEKZUtzJHoBQIQgMD4EGAkEIAABCAwuQR0/9p9B9ttnVwQzAwCEIAABCAAAQhAIEAAAQhAAAIQgAAEIAABCKxIAgQ6rcjTxqAhsEQEOn7YHtEzuphytkRj4TAQgAAEIAABCEAAAhBYWwK6fVXq6KXb2tEQEwQgAIFVQ4CJQgACEIAABCAAAQhAAAIQgAAEIDD5BFbiDAl0WolnjTFDYKkI5PAv2zOyOrqLDn/lJIcABCAAAQhAAAIQgMB4EahvX9P3s0P3sTnXwdIeAhCAAAQgAAEIQAACEIAABCAAgcknwAwhAAEIQGAMCRDoNIYnhSFBYGwIdKzYNFVsU2Vhp0ofm9EyEAhAAAIQGBsCDAQCEIDA+BHQHWz4/nXKK5SWe9rmGO1t1tEhAAEIQAACEIAABCAAgdkJ0AICEIAABCAAAQhAAAJLT4BAp6VnzhEhsHIIdP2wvfz6XQ6noq+c6YzNSBkIBCAAAQhAAAIQgMAyEUiv59Rx7OywYYIABCAAAQisJQF2hwAEIAABCEAAAhCAAAQgAAEIQGDBCYxdoNOCz5AOIQCB+RPo/GG7jRKlGPol/PwPxZ4QgAAEIAABCEAAAhBYfAJlPaeOw/jmtsOMaVEJ0DkEIAABCEAAAhCAAAQgAAEIQAACk0+AGUIAAhBYaAIEOi00UfqDwCQR6Phhe5bfwGdUhcpggwAEIAABCEBgEQjQJQQgsAgEMlO3sameLSr6qV3vO1AgAAEIQAACEIAABCAAAQgsJgH6hgAEIAABCEAAAhCYIwECneYIjOYQWFUEOn7YXv0GXg4nVnRaVR+H8Zoso4EABCAAAQhAAAJzJzCl+9f+/ezA7rq5HahTgQAEIAABCEBgPAgwCghAAAIQgAAEIAABCEAAAhCAwCABAp0GeUxGjVlAYKEIdP6w3UaJUypbqGPRDwQgAAEIQAACEIAABBabgO5fu+9gu62LPRz6h8BaE6ADCEAAAhCAAAQgAAEIQAACEIAABCafADOEAAQGCBDoNICDCgQgMECg84ftPaOLKWcDe1CBAAQgAAEIQAACY0OALFTH+wAAEABJREFUgUBgiIBuX5WGzBHd1o6GmCAAAQhAAAIQgAAEIAABCEBgzAgwHAhAAAIQgAAEVhcBAp1W1/lmthCYG4Ec/mV7RlZ9uOjwV05yCEBgBRBgiBCAAAQgAIFVRaC+fU3fzw7dx+aqYsFkIQABCEAAAhBYVQSYLAQgAAEIQAACEIAABCAAgYkiQKDTRJ1OJrNwBOipEOhYsWmq2KbKj94rvbQkgwAEIAABCEAAAhCAwFgT0B1s+P51yqs3lXva5nDtbdbRIQCB1UOAmUIAAhCAAAQgAAEIQAACEIAABCAw+QSY4SQRINBpks4mc4HAQhPo+mF7+fW7HE5FX+iD0h8EIAABCEAAAhCAwNgQmLiBpNdz6phVdtgwQQACEIAABCAAAQhAAAIQgAAEVgkBpgkBCEAAAhBYQQQIdFpBJ4uhQmDJCXT+sN1GiVIM/RJ+yUfIASEAAQgsKwEODgEIQAACK41AWc+pY9C+ue0wY4IABCAAAQhAAAIQgEBEAAECEIAABCAAAQhAAAIQGB8CBDqNz7lgJBAYPwIdP2zP8hv4jKpQGdNuOCAAAQhAAAIQgAAEIDBWBDJTt7GpMVlU9FO73negQAACEIDA7ARoAQEIQAACEIAABCAAAQhAAAIQgMDkExibGRLoNDangoFAYAwJdPywvfoNvBxOrOg0hieNIUEAAhCAAAQgAAEITEdgSvev/fvZgUa6uR2oL2SFviAAAQhAAAIQgAAEIAABCEAAAhCYfALMEAIQgAAElooAgU5LRZrjQGAlEuj8YbuNEqdUthLnxZghAAEIQGB8CDASCEAAAktJQPev3Xew3dalHBrHggAEIAABCEAAAhCAwEQTYHIQgAAEIAABCEAAAhBYIAIEOi0QSLqBwEQS6Pxhe8/oYsrZRM58bCbFQCAAAQhAAAIQgAAEFpCAbl+VOjrstnY0xAQBCEAAAhBYFAJ0CgEIQAACEIAABCAAAQhAAAIQgMBoBFZyoNNoM6QVBCAwfwI5/Mv2jKz6c9Hhr5zkEIAABCAAAQhAAAIQGC8C9e1r+n526D42x2uwjKZNgDoEIAABCEAAAhCAAAQgAAEIQAACk0+AGUIAAhAYiQCBTiNhohEEVimBjhWbpoptKsKp6KuUDdOGAAQgAAEIjA0BBgIBCIxCQLev4XvZqepGtrWLvS0TVQhAAAIQgAAEIAABCEAAAmNFgMFAAAIQgAAEIAABCJgAgU6mgEAAAt0Eun7YXn79LodT0bt3xQqBsSHAQCAAAQhAAAIQgECfQHo9p35tjZJrVDQIQAACEIAABFYmAUYNAQhAAAIQgAAEIAABCEAAAquCAIFOq+I0Tz9JPBCYkUDnD9ttlCgFKzrNiA8nBCAAAQhAAAIQgMC4ESjrOXUMyje3HWZMEJggAkwFAhCAAAQgAAEIQAACEIAABCAAgcknwAwhsBoIEOi0Gs4yc4TAfAl0/LA9y2/gM6pCZbBBAAIQgAAEIACBFU+ACawSApmp29jUbC0q+qld7ztQIAABCEAAAhCAAAQgAAEIQGByCDATCEAAAhCAAAQmgACBThNwEpkCBBaNQMcP26vfwMvhxIpOi4aejiEwXgQYDQQgAAEIQGAyCEzp/rV/PzswJd3cDtSpQAACEIAABCAAgdVIgDlDAAIQgAAEIAABCEAAAhAYfwIEOo3/OWKE405gksfX+cN2GyVOqWyS58/cIAABCEAAAhCAAAQmi4DuX7vvYLutkzV5ZgMBCKw1ATqAAAQgAAEIQAACEIAABCAAAQhAYPIJMMOxJ0Cg09ifIgYIgWUk0PnD9p7RxZSzZRwfh4YABCAAAQhAAAIQGBsCK2Igun1V6hhqt7WjISYIQAACEIAABCAAAQhAAAIQgMCqJsDkIQABCEAAAstNgECn5T4DHB8C40wgh3/ZnpHViF10+CsnOQQgAAEItAhQhQAEIACBZSZQ376m72eH7mNzmUfH4SEAAQhAAAIQgAAEJoQA04AABCAAAQhAAAIQgAAEFpkAgU6LDJjuIbCiCXSs2DRVbFMRTkVfiBnSBwQgAAEIQAACEIAABBaXgG5fw/eyU9WNbOtg9rZMVCEAAQhAYBEI0CUEIAABCEAAAhCAAAQgAAEIQAACk09gcWdIoNPi8qV3CKxsAl0/bC+/fpfDqegre4qMHgIQgAAEIAABCEBgNRFIr+fUMeHssC2DiUNCAAIQgAAEIAABCEAAAhCAAAQgMPkEmCEEIAABCKwVAQKd1gofO0Ngwgl0/rDdRolSsKLThH8AmB4EIACB8SLAaCAAAQisPYGynlNHN7657TBjggAEIAABCEAAAhCAAASWnAAHhAAEIAABCEAAAhCAwEwECHSaiQ4+CKx2Ah0/bM/yG/iMqlAZbGNCgGFAAAIQgAAEIAABCMxCIDN1G5tqZVHRT+1634ECAQhAAAIQGDcCjAcCEIAABCAAAQhAAAIQgAAEILCqCaySQKdVfY6ZPATmT6Djh+3Vb+DlcGJFp/mzZU8IQAACEIAABCAAgSUnMKX71/797MDRdXM7UKeycgkwcghAAAIQgAAEIAABCEAAAhCAAAQmnwAzhAAEVjMBAp1W89ln7hCYjUDnD9ttlDilstn6wA8BCEAAAhCAwPgQYCQQWO0EdP/afQfbbV3tuJg/BCAAAQhAAAIQgAAEILBCCTBsCEAAAhCAAAQgMMEECHSa4JPL1CCw1gQ6f9jeM7qYcrbWR6EDCIwNAQYCAQhAAAIQgMCEE9Dtq1LHJLutHQ0xQQACEIAABCAwAQSYAgQgAAEIQAACEIAABCAAAQisXAIEOq3cc7fUI+d4q5FADv+yPSMrEi46/JWTHAIQgAAEIAABCEAAAuNFoL59Td/PDt3H5ngNltFAYHkJcHQIQAACEIAABCAAAQhAAAIQgAAEJp8AM4TAiiVAoNOKPXUMHAJLQKBjxaapYpuKcCr6EoyDQ0AAAhCAAAQgAIGxIcBAVioB3b6G72WnqhvZ1jTsbZmoQgACEIAABCAAAQhAAAIQgMAqJsDUIQABCEAAAhAYVwIEOo3rmWFcEBgHAl0/bC+/fpfDqejjMFDGAAEIjA0BBgIBCEAAAhAYawLp9Zw6RpgdNkwQgAAEIAABCEAAAtMSwAEBCEAAAhCAAAQgAAEIQGCZCBDotEzgOezqJLDiZt35w3YbJUrBik4r7pQyYAhAAAIQgAAEILC6CZT1nDoQ+Oa2w4wJAhCAwDwJsBsEIAABCEAAAhCAAAQgAAEIQAACk0+AGS4PAQKdloc7R4XAyiDQ8cP2LL+Bz6gKlcEGAQhAAAIQgAAEIACBORFYtsaZqdvY1PEtKvqpXe87UCAAAQhAAAIQgAAEIAABCEAAAhCYHwH2ggAEIAABCCwKAQKdFgUrnUJgQgh0/LC9+g28HE6s6DQhJ5ppQAAC40WA0UAAAhCAwGIRmNL9a/9+duAgurkdqFOBAAQgAAEIQAACEIDAYhOgfwhAAAIQgAAEIAABCEBgPgQIdJoPNfaBwGoh0PnDdhslTqlsqVlwPAhAAAIQgAAEIAABCMyXgO5fu+9gu63zPQz7QQACEIDAAhCgCwhAAAIQgAAEIAABCEAAAhCAAAQmn8A8Zkig0zygsQsEVg2Bzh+294wuppytGhpMFAIQgAAEIAABCEBgpRPQ7atSxyy6rR0Nx8bEQCAAAQhAAAIQgAAEIAABCEAAAhCYfALMEAIQgAAEhgkQ6DTMBAsEIFATyOFftmdk5XXR4a+c5BCAAAQgAIFlJcDBIQABCAwRqG9f0/ezQ/exOdQeAwQgAAEIQAACEIAABCAw9gQYIAQgAAEIQAACEIDAKiRAoNMqPOlMGQIjE+hYsWmq2KYinIo+cm80HBsCDAQCEIAABCAAAQisPgK6fQ3fy05VN7ItAPa2TFQhAAEIQAACK54AE4AABCAAAQhAAAIQgAAEIAABCEweAQKd2ueUOgQgsIZA1w/by6/f5XAq+prmaBCAAAQgAAEIQAACEBhvAun1nDqGmB02TBNPgAlCAAIQgAAEIAABCEAAAhCAAAQgMPkEmCEEIDBxBAh0mrhTyoQgsIAEOn/YbqNEKVjRaQFh0xUEIAABCEBgvAgwGghMJoGynlPH1Hxz22HGBAEIQAACEIAABCAAAQhAYMIJMD0IQAACEIAABCCw0ggQ6LTSzhjjhcBSEuj4YXuW38BnVIXKYIPAqiTApCEAAQhAAAIQWIEEMlO3samRW1T0U7ved6BAAAIQgAAEILC6CTB7CEAAAhCAAAQgAAEIQAACEBgzAgQ6jdkJmYzhMIuJIdDxw/bqN/ByOLGi08ScaiYCAQhAAAIQgAAEVgOBKd2/9u9nByasm9uBOhUIQGA0ArSCAAQgAAEIQAACEIAABCAAAQhAYPIJMEMIjBcBAp3G63wwGgiMF4HOH7bbKHFKZeM1YkYDAQhAAAIQgAAExocAIxk/Arp/7b6D7baO3wQYEQQgAAEIQAACEIAABCAAAQiMHQEGBAEIQAACEIDAkhIg0GlJcXMwCKwwAp0/bO8ZXUw5W2FzYrgQgMDYEGAgEIAABCAAgSUnoNtXpY7Ddls7GmKCAAQgAAEIQAACEJgjAZpDAAIQgAAEIAABCEAAAhBYSAIEOi0kTfqCwMIRGI+ecviX7RlZjc1Fh79ykkMAAhCAAAQgAAEIQGC8CNS3r+n72aH72ByvwTIaCEBgNRFgrhCAAAQgAAEIQAACEIAABCAAAQhMPgFmuIAECHRaQJh0BYGJI9CxYtNUsU1FOBV94mbNhCAAAQhAAAIQgAAExobAwg1Et6/he9mp6ka21bG9LRNVCEAAAhCAAAQgAAEIQAACEIAABJaIAIeBAAQgAAEIjE6AQKfRWdESAquPQNcP28uv3+VwKvrqw8KMIQABCIwNAQYCAQhAAAJzJJBez6ljn+ywYYIABCAAAQhAAAIQgMCYEGAYEIAABCAAAQhAAAIQgECfAIFOfRQoEIDAEIHOH7bbKFGKMV/RaWg+GCAAAQhAAAIQgAAEVjmBsp5TBwPf3HaYMUEAAhCAwIogwCAhAAEIQAACEIAABCAAAQhAAAIQmHwC9QwJdKpJUEIAAsMEOn7YnuU38BlVoTLYIAABCEAAAhCAAAQgsDIIZKZuY1ODtajop3a975gEhTlAAAIQgAAEIAABCEAAAhCAAAQgMPkEmCEEIACBVUOAQKdVc6qZKATmQaDjh+3Vb+DlcGJFp3lAZRcIQAACEBgvAowGAhBYTQSmdP/av58dmLhubgfqVCAAAQhAAAIQgAAEIACBySLAbCAAAQhAAAIQgAAEJoUAgU6TciaZBwQWkEBm7xftvWKwaxslTnW7wQbUJokAc4EABCAAAQhAAAKTRED3r7qN7ZhRt7WjISYIQAACEIDAZBJgVhCAAAQgAAEIQAACEIAABCAAgRVCgECntThR7AqBSSOQueYBT6b0zh+294wuppxNGgXmAwEIQAACEHOTylsAABAASURBVIAABCAwsQR0+6rUMb1ua0dDTKuUANOGAAQgAAEIQAACEIAABCAAAQhAYPIJMEMIQGBlECDQaWWcJ0YJgeUh4GCn1pEzsrK46PBXTnIIQAACEIAABFYRAaYKgRVBoL59Td/PDt3H5qxzyJy9zayd0AACEIAABCAAAQhAAAIQgMDKJcDIIQABCEAAAhCAwFgQINBpLE4Dg4DA0hLIHPEhTceKTVPFNhXhVPSlHTtHg8DKI8CIIQABCEAAAhAYBwK6fQ3fy05VN7KtIdnbMlGFAAQgAAEIQAACcyJAYwhAAAIQgAAEIAABCEAAAhBYCgIEOi0FZY4xPQE8Y0MgsyP4qcMUpZ0cTkUfmykwEAhAAAIQgAAEIAABCMxCICM7W0xj5X63kxZGCMyLADtBAAIQgAAEIAABCEAAAhCAAAQgMPkEmCEEloAAgU5LAJlDQGDFEuj8YbuNEqVgRacVe2oZOAQgAAEIQAAC40WA0SwVgbKeU8fBpiIz+9LRABMEIAABCEAAAhCAAAQgAAEIQGCtCdABBCAAAQhAAAJrT4BAp7VnSA8QWNEEMnNo/JlZHvJEDrlkslGiFGo33AILBCAAgQUnQIcQgAAEIACBBSGQmeG/UB4DWw7W1G7AQAUCEIAABCAAAQhAYCkIcAwIQAACEIAABCAAAQhAAAKzEiDQaVZENIDAuBOY//gyBx/ouKfMNbYcegAUUf0GfspKTLGik5EhEIAABCAAAQhAAAIrhIDvX/v3swNj1v3tQD0iM2O2LXP2NrP1gR8CEIDA6ARoCQEIQAACEIAABCAAAQhAAAIQgMDkE2CGsxEg0Gk2QvghMKEEMtc8lMms9Myq7E+5Va3sNkqc1P7Q0/4URU6tyz/GoacOymGqTy//HV8/dTQ5XO3WyH/F4ac25Fv/FUeofoTLTrkxjvhWJUeqnEmOkv+ob/1nzCZHq01fvvmHOPpbEpc9OUbl9PIfccw3KzlW5UxynPxr5Pdx3Dc75JTfx/GyH+9yQH4Xx59SyQkqZ5cb4sRTZpZvyD8kJ/82vnGKxGVPTlI5vfwmTj55NDlF7U45+fqYTr4p3zdPuj76pfWTfh3fbMm3VJ9JTpX/1JOui9nkNLVZI9fGaSdJviHpladLn15+Fad/o5Jvq5xJzpD/jG9cE7PJmWpz5onXRL+0fuLVcWZPzlI5u1wVZ584s5wj/xq5Ms45sSEn9HSV53bKL+PcEyo5T+Uocr7anX/CFTGdfEe+vhx/RRT9+F/Ed1ryXdWnl8vje8ePJt9XuzVyWXz/+IYcd1lcoPoFLjvl53HBcZX8QOVMcqH8Fx73s5hNLlKbvhz707joOInLnvxQ5fTyk/jhsZX8SOVMcrH8a+TSuPjYDjnm0rhE9ktcDsiP45JjKvmxytnlkrj0mJnlJ/IPydEXx0+OkbjsyU9VTi8/ip8dPZr8XO1+fvQPYzq5TL7Ljvph9EvrR10Ul7XkctVnkl/I/4ujLozZ5Aq1WSM/iCuOkhwp6ZW/lD69XBC/PLKSK1XOJlcd+f24Su2uKqX1YblavquP+H70S+tHfC+u7sk1KmeX78avjphdrlWbSr4T1x7RkMN7usrrZL/O5YCcH9cdXsmvVY4i16vd9YefFzPJb+Qv8vXzoirPVSn5+hr5rfTp5Zy44eujye/Ubo2cHb/7ekMOq/Tfq/y97KW03pez4veHVfIfKmeSP8j/h8POjNnkP9WmL4eeEf95mKRZSr9xVvl2/NehM8t/y79GTo//PrRb/ij7H792epTSZZHT4o9fWyN/km4p97K6f9VtbFEHsySwaRAINQhAAAIQgAAEIAABCEAAAhCAwHgSYFQQgAAEILDqCRDotOo/AgCAQEUgMytFeWZWD3qGf9gub8+o4pUf/c/Ycp/fx3P2+Y94zlt+H8+V/ty3/EdU8vvYSratZKvK38VW+/wutu7LDbHNPpae7c3WJSq3lX3bN/82LM9TWclv4nlvrmQ7ldu96TdRy/OlP//N16t+fbis5NfxgjdL3vTr2F7l9i4H5Lp44Zsa8sZr40VvkrhsyQ6q7/DGX8WLm/KGa+LFPXmJype88Zqoyx2l7/jGq6PIG+ryqtjpDZW8VOWQvP7K2Fn2nV325GUqX/b6X0ZTXq56kb1/GbsUuULlFbHr668o5S6v/4V0yd4S6bup3K0ure99ebxiQC6LV+4ted1l8SqVr1L5yp5Yf9Xrfh67N2Wvn6kuUfnqIj+NV+8led3PYg/V93jdT+M1Ftms77HXT+I1PXmtytfudWlU8hOVlktjT9n23FOlZK++/Dhet2cle6m0lPprfxx7q773ay8Jy+t75d57Xhyvf61E5Rss0uvyjdLf+NofxRskLiv5YbzptZW8WeWbX3NRvKnID+PNr7FcFPuovkYujLe8RrKHpJQ/iLfsYbkw3irbW1/zg3ib6m9Taf2te1wQb3uNROXbi3w/3r6H5YJ4h+rvkF7k1d9XXfLq78U7e/Iule969XdV/268q+jfi3ft/t14t2zv7pffiffs3pBXn6/6+fFelUV2Pz/e1ynnxft3XyMfeNW58YHdJa86Lz5Q5Nz4oGxr5Jz40Kskr5SU8uz40Cst58S/y/bv0j9sedXZUZVnxYdfJXnlWbFvkTNVWs6K/VTf75VnqmzIK86Ij7xSovKjRb4dH33FoHxM9Y/t9u1w+fHdTo9BOU310+ITr5DsJlG5v0X6/pJP7nZq7N8T65YDVD9g12/FAbtJdj1VpUT1Tw3IN+PTu1ZyoMoDdzlFdYlK65bPSO/LrifHZ3ap5LPSP7vLSVHL56RbPq/SYv1zL/9GfH4XicqDipwYB718UL6gel9edkJ8sSdfUvmllx2v+vHhssjLj48vy1ak6MepXsnBLzsuDn7ZsUW+orLIzsfGIdIPcVnkmDhk50q+qvKrOx8dlq/1yq++9Kj4WpGj49CXWo5SWclhsh+281FRypceGYftLFH59Z4crtJS1Y+Iw18q2emIOELlETsdHrUcKX1Idvx6HLWTROXRRQ6Lo3as5GiVR+94aBxT5DCVh8Wx0o/d6dCqtL7j16R/LY5TWclX4/gdJS/5WhwnOf4lX41aTpB+wksOiROb8uKvqC558SHxjSJfUVnJSfKd9OKD46R+af3gOFk2yykq18iX45QXV/JNld/c4UtRy7ekf2uHL0YlX1Jp+WKcKtupL/pinKbytBd9IQbloDj9RZYvqLQcFN9WfY18XvXPxxkvquVzceaLLJ+Ps2Q764XSe2L9rBd+Nixnqyyy/WfinBd+Js7e/rOlPMf1npyr8tztD4zzemL93O0/rXol50sflk/Fd7aXvEBSygPiuy+o5HsqLd+Vzzbr33v+AfF92b///E9GLRcUff+44PmWT6q07B8/UN1y4Xb7x4XP/0T8YDuJSusXPv/jcVGRT6j8RPxwu15dpfUfbvcx2T4WP1JZyUfj4u0kz/uobB+Ni1XWcon0S573kfhxQy553n6qV3LptvvFparX5U+k/+R5+8aAbPvh+OnzJCp/1pOfqrRU9X+Pn6v+821cSlReVuRDcdk2g3K56pdv/aH4hcpfbPPB+MXWkn75gbhim4Zs/YH4peq/7Jfvj19u/f64si/vi6u2bshW0ntytcqrt3pvWK5RWcl74pqtJM99T/xKZZGefq3Ka7d6d1wncVnkue9SXaLy10XeGb9+ruVdKi3vjOtV78tz3hG/GZC3q255R/xW9t8+5+1xg2XLunxb3LCl5Dlvi9+p/N1z3hqW36teRLb/sL7lW+P3kr/89g/VqqS6ox1OU8WU2bsPLrUqy8xKIYcABCAAAQhAAAIQgMAKIMAQIQABCEAAAhCAAAQgMOkECHSa9DPM/CAwBwKZWQU41fuoXqt1qRaVmhFKkZkS6RkRloiQKXpqWA9vUjJldbKEM4l8zjNTFknK4OS6pKcWXyiPepMvM0MpIkNbRmaqjHCevbwUoU2+TFnTuqQ4XAlrkWk9VUZERoTqmRkZ2pRl0VKVqDT5QqJUGSIjUxIRGSGpcilOkZl9kRIRqjdF/vCmMlO+jFARqb+wEhEZ3lKlJKUXychMVUKlJKxLqiRDyiLJCCkRzur2Ear1HC5Cm3yZKbv1UJkRykNb0eQL10slIlTPzMjQpiyLluFCeWRmTyIiQ1tGpkSaU6VlhJOkLq1aD23W+2JFNvvUTdRlWikS1SanbSqimKVkZnhzkZXR1UpkzJQ1VbXYr7pq1iQ2ZvRMYSWzV09VQ1kR6xL5lEevkJrSJREqJZERFhVKkZk9iYgMbRmZqTLCeWbJS6Voqmdm8dVZVXMukS+aElFVIyOK9HK1SdVVVAYrlghZLRlhzUVoky8zQykinZxJIlyVZCUZIUWSkSkJbRmR+nMe2tJSfBkqIjIipGRmZERPepoKJRkzMi0RkaEtIzNVRjjPXu6imJVlVlbbot4ySlWuKJvqxaCKbVkqqVovyZiyqQgVEc5KpWiqZYRzF6FNvswMpYh0UmYlouSZVb1XyJiRKYlQKYmMKFLlmRmZlojI0JaRmSojnGcvd5ERkZk9iYgMbakiVYZKifzKS+oZIjMjQ5vKkJaSusxMqRmZWUplRc/IiCJRbfKn6ipChVKqlERIt6RKSUa1qWFmyqZqhkpnkgjpkuLLUKFKhJVM1SMiIyRVLsVJhlQpyQgpEcoyXbFmsS5xkoR8mRkZ2vpZUYot07pEqWeIzIxUc6estYyiydVTIoohImzLyAiJ8/AmY2aGUiWREa5EhDRJL3cR2uTLzFCqJNJGSVSaHClNRW2IzAxvLjJSqkWFk4yZGUoRGdoyMlNlhPPMkleV0KZ6ZhbfmizliFLNtJ7RKyLCuiTqLaVI1CB7vrAucRlha5Vbszm8ScmUJSNUROovrERERkiykoyQIsnIlESolERGFOnlxZehojJIyczw5jwjpUqqFCFfZrqQHtoyqoqKiEj9Oa+LKG0ra6Q9yqxElDyzV+8VtmZm8YW2vpZRbHJFkdAmm/I1dVXsUxE2ZqqBkyWUFZErIjIzyl9GtbkuccVFyhtFotpkzJQ1VbXIl1kUaSGxLlEKb/JlZihFZGhzZolSzbSe0StktC4JbRmR+nMe2tLihhKlKC5lmam8qva17NXt60motDUjIyRpyag2+TJTlggVUTQr0dxkbdgyszgzB8tiJIMABCAAgZVMgLFDAAIQgAAEIAABCEAAAhCAAAQgsMIJjBDotMJnyPAhAIEBApnVw5ramJmRmXW1lJlZbFlqg9nUlH/tLnEqMhW22Wzxz+Truve0rgYy1+16ZZSd1UR16W5Xi6pr2ruFm1ZG2UtSl9pPB1SqDPKX/d3eUju8b5GO9tpHTUvufdWpU0967XsNVFM7d1QdrtleDrVSCx1TLUrVfllKY5nVp2pSbFelaq+Wrssjk/aUX4qSLNJrnwzqR7aZ2jd8aqyk9nUfpSyHLFnVr5q4Jl/Reof3sWopxv+CAAAQAElEQVS/ulRSP8p7Se5ew14hg5LbuDP3JEevsbsufUlRsrM0KjZpTtaLQ7u5jetFirPK3HvxqWqfDljtUvaRV07l9hax7na1VO1lLe20a28/aXVSk55fPg/fDu+vDku10t1GHrVxvRK1cF2t5JWzpNKfMqfaIL20UClTGUvZcU3dNpnUVem09F+0qn3V0LpFfbm9/P32Uqp9Kl/VvtKVq1py7aGDlH1Vd9kTNXDHKmR3Xz2RUUk2tZNTqaG7je1Vr5Wv2MouJavGVDXQnrWiVnbLov2VVLGrV7dqqR3VkKv+ZVOq2quX0r/9M7WXT02Vq38p3r8S72hRd6WQXw7lpa0O6NYqZLFdokrx+bjaq+8vuvqQQWrdvjSVSXXlqpW87Ku+lNRWVim2ld2VuXVxFF1a7Ve9dKCs377s3nOoUFMNUT1IUdLOauD2Raqq91WjUnEb14uUplUn6kFNSl5KZUqqawflla4+605sk1FJmtpIkbenV5pMqluX38eTQamySbFH3bWOX9pqYDKXNq7XVe2hHaokv/uspNdA/lLvVa1XjZU328uvpsqrsegQpVra9youmsdXY7VptO/15zZylEJHUVm1qXWXMirJrk59DGmlbt+ALr/7klNJnnKMqpVz+2Tq+Sq/bTIoqa5Bli6c2aHGSpVPNqXSjbNqHNYkdhSxblFfqntfdyOLCtWqVPpT5lSJvXV7jcFG9aDdlNsuKbZeKYf3WCOyezx1G+tF1MK2fnu3k82+Ynfd0rPpaDq6B9nT7CtSmb2P91UL7VH16twVNZNb+0lRKmZnpb12UCp+2+r2MihpH3VfbMpc8/799r2KC+9b+nN7iXXbtJv6kaZGtlX7qoEcpW6DqtZ7DVXoSP32blCJrAM+deGOK1vpQ9XKaKXS6n6qLtxqTXvX5K8bW/U4KrFTol583EpTy6qR+rBukVc2d6+mSqor7yW1k8d+FbZpj2Krq+VYdsigZpVPiu2q6LBVf64XTb5iV9m02Vfs2mNNUqeqZGa5D5baL61bMtPFhAvTgwAEIAABCEAAAhCAAAQgAAEIQGDyCTBDCEAAAiubAIFOK/v8MXoIzIlA5uDDmcw19cxKz2yUlTp4jOKXw6lIyUqb4oqs/rKYImws0lNDDtej3lIWSaouyXQmXamhqo0MTj23fTbWZaiSRaxJakdat2RkSkJbSiLLX6VFZKYziZLVyMiURL1Zz4gqRaYVS0SocJZSMnqb/Kl6SRmRWbIom9SIrP4yqq32q15UeUOKqn1/hv6yrkqR3zUXKV9I6jJkzFStltCWksjeX6iUyK+8ShkRqmdmZNRbSs9Q5hSZ1i0yqVBebEUNb9YkTkVKZkeEVGcpJaO3uT/VS5Ixs2Q9p4uUS5LWIzKlFLEuiaquPKotZZGkapLMkqkSUdSIkCWshzdVlErdNkvYIF+vKNVM1yROFlkzU3nd0HqGDcojU3mRiJDqLDMrNbQVPcMGqZFpPSNDWy9L1VLVknp+maKoIY8U5cUdqqclrUnkiyLWJSGHxHl4ky9dzwipkp4SIV0S2fsLbRmhRplryowsNmXSpEeolLiNNZkqNSNTEvWWUiRVKj5lEaoXUZaZyqNsmalS4lSkZLIpSQ21TEtG2TKtSJwsxZfKi1uZdUkWNTKlWFy1Gtn7k8FJvmLJCKmSnhIR0iKUpyWj2lz2pLS31XWVqXYqSp6ZEUUiQqqzzKzU8JbKJFWKTCupsjJHSC8S1Wa/6iVlRGbJQrkqoS2lW0KlpOd3pahSMit/eCu66hnySFQPS0QpMuq/qDb5bJE5pEalZ/HVedqaNilTo8w1ZcoXTZHPtsyU2RJR3MoyU3mUrdIybJA5Mq1LQlspMqo/1ZUy03nIGFYzU6Uk6s26JKt6ppQioXahLSNVl1W6U0b5ywiZJT0lQnpoy6j+pDq5kSwlZahwJomQHtpSpSSlOrm9dUmtqoE9ldguLdNKhotIGZRlpnLrEZkZEZIqRaaVjAxtvSxVy141U1qRiKpIlZKoN+sZUaXItGKRqRQZ1V9Um/yuyxhSJRnKomxSI7L3F9WmRpkZMkZVWJdEvWWUv+zVSyNVVGZm8UXJM0JlFJs0lUXvmWVRNSOj2rJoGS6qphmZktCWksjqL0OlRD7lVZLNSmYWX5TNuiSj2DKtSCLCqvLI8hfVVowZMoXVTOuSiKjzlGZzeLNSJKIqslKi3jLKX6ouyXQmXamhqo0MTj23fTbWZaiSRaxJakdat2RkSkJbSiLLX6VFZKYziZLVyMiU/H/2/gPOsqs6EL3XVgAkEBIgIYEEiJwkQCIJUABJCCEUiSYKDMYBJ7AJBolsxmE8HhvG4Hlv5ntvxvY44TDzZuwZJ5KxySCSsckmBwMGlKX61jrnnupTt6tbHaqr6p763z7r7LX3ift/brf696ul0zF8Km8R/RKtVZIR+emaFv2v7NeS26ufg5Fp9Hm3juxE5Kp6tS3qU0kXEX3TIqLlr1jlk+O5U2ut29batra1Pu82WBEgQIAAAQIECBAgQIAAAQK7JmAvAgQIECCwjwQUOu0jWKclsJkFWlv9hzWttWhtFNFWmUb93+4Z/RL1f8fnqt8vxyqppqLy+p/uh3YpB3Op/zm/GxpWNVbbqt+1NZCdLs+2ltlQpd0pu205OLR10u7/zs89cjj36deZ5EguuWPda432Y7V31+u6ta3O0Xdy/0xqrN+j73fbM62x2tbNu+vkYO3fReUVsw3Z5JK75jrvobbkbtn018/RzHPptmWvloraKccyzY390uXdKu+k2orclLvlul/qrLl1WLLNkdyh23V51SV1hYzKM3LJzsr9u1MOG3JT9rt5147Lw6Pz5/bZXl3T7ZLXzsl3W+qw2pBH9Gk32u1Vw91u3fnrmG5brfq9a6+ut5zkIeO8Ns6ihodTdG0N5LYur3YW2eRJunXX1vaK0c11G+vw7r5qQ3VmozXWdZdXXVJ75Vwyr5Nl0w3kann/2fH9Rbv18v61e+6ae6ycd+7QjdW2/rS5Zya5zvFa+v37LM+Z27pjcodKcyQ31T7ZdEvltXG2JdM692zTclPD3R59kmkelyfsusurLukOz615bPZz6QdyZNg/t+QJcp0b+yVvMZPacdbU9rFTHr1i/zwgd6md++Hs5NH9XjmSm2tbRi0Z3fYdXH95/26/3HNoc8MszWy25ECeJs+f/cxzvbxUt6IbGJJsu/1rMPNq8gpdU92aY9fvOjWcc8gDqlu9blvOrPIa6/av7V2nH80jZnv0/e6Y3J5L3meua/9hU+5Z+w/d7nw5VksXuaqxPKp2yai9s9cvy+fLDd1lajXboxvKHWZtbekjT9mPzdZ5qtlQZrl0nbrHitk+/ZG1cZblti6roYo8aHyfdQ/D9n5zrrtj8oSZ1rbap0u7ocoyasmo+x6fr/bvI3fOpbZ1/dy3P22eLZPs5tZaKsvolzpdt3ttyVtdbnJzly+vciBP0++S+fJ4JtWtbZmuOFeN1bb+oG5rt6qx4T5rn357f5/dDrnKXreubcv7586V11hdqN+nsozclutuWd6eY93+eabasN3+ub3bt9uptlZ0O+eqBjP6JZ0qycgt3TG5qr1nI3n6yjJqqVjer5I+cjiP6vMu6QbyLHkfldaW7GXT97p1bsuT5/WH4dwjx7pt3VBlGf2Su46251gOdHvlqr9kHtuN1baKHK1n0aW1U/aH7TVW27p+bauB3J5XyHUNVNRgRi1ddKvasBw5sm3/6tSWbOtWslk+fQ1X1Fht6/KuU1nuVnmfbjtf9mu42z+Toc29c58cGLZnr8a6JscKtObW7TFb1by6Tbmqbcv7D9vz5F2a27tts5PVWLd/bl/elNvqfLWtH6sso1+6rd091MYcq/PtcP/cXtv6feqA+ViK1tp2MezVWhvSbp/ljoQAAQIECBAgQIDAHgo4jAABAgQIECBAgACBPRNQ6LRnbo4isDACrfU/lGmtb4cbb63vt9a6H9a0tkq7Xxt2X25btMwz+iVaq6RFy9F+FdENRf+pvMtyh8qXI3Kgi+jWrbVsM1pEJhktWmtRn2patExbRvRZDrbWIpd+ICpvUZ9at+xHRYv+kzu21iKXiBb5adm0bCPbjNmGWVMD0VqLFvlZXnVJN9Za5hm5RDeQq9ZarvvuctZm/dwWGbn0A9FW/ho2ZNvabNusjWwjPy2j8hb5q2WnixattexEthlReUa/5ECL1ioiokV+cpX9TLpum62HJnJba/1otG17LWe5LWpDbeuiRWsZ0X/6rEX0S7RWScs2Ilrkp0VrGZnV0mctopYuWrSWEflpGdFmvyLbjBb9J9vcLWqw2lZJF91QtFYjGS0iumjRWov6VNOiZZqRSyYROdhaqybzyE+LvpNNRKbZjxa5S3SfTFrLfnXasOqSqHVruc7IJbqBXLXWcp3dltFnlfRZbouMXLqxWrWoX5VlDBta5RUtWsuI/LSMaN2v6NaZ57aYRWstIlq0lhEtYhat2tlYNrPhlm1GRG3NqDwjl6hP7thai1wiWi21yoiobkblGblkJwdbtJYR+WkRLX/VupoWEa216H61iEwyWrSWEf2nz1pEv2TborWMyE/LiBatZWTaKjKPyKyWjMh+ay1a5Gd5lUm/RGtDEplH9xmGus6wysHWWr9Pq8FcZX+WRctfkTEbyjRHspNL5rW0iNwe+emy2YZZE5FJay1aRGQTLX9lFvVpuWqtRWsV1cmIyjMybV306xyuJVprs+g2dqscyTaiRURr3TqTiOjSFq1lRH5aRrTuV65qidZa5GpbRIvWMqJFVGQe9cm2ZT+byCaXlm1GROYVlWfk0g+0aC0j8tMiWv6qdeSnVXTbWmQT0SIik9ZatOg/rctaVJPrbFu0VhERLfLTorWMLotYzlrmGVHbKiI/1Y9aVUSf5bYuy6E+bdFaRgyflklGv+S2vhvZ76K6meeSWQxDXZKniYrIja1btahPrVvr1tE13WDLPCPzGptl2YtoEdFai+5Xi8gkIletVaeyisoz+iVaa7OIiBb5adFayzai1q1161knIrLfWosW+ZmtWt/r1q21iC4iItNatdb6NOrTcpXRL9FaJS3bGm61ijb+VduzH9m2lltat0u0/BXZz160XLVcd9G6TkRua61Fi4hsouWvzKI+rVu1HMlo2emiRWsZQzdan2WTS0Rt6yIi+oFsu6TrtlZ5Ri6zgWitRYv8LK8y6ZdoLZPIyKWayFVrLdfRffqsRQ3kcLRWeYsW+elW0eWzNGpz1CcHWmtdP5vILEdbRmSekYMts2yyExGZtNaiPtW0aJlWRJ/lYGstcukHovIW9al1y35UtOg/uWNrLXKJaJGflk3LNrLNmG2YNTUQrbVokZ/lVZd0Y61lnpFLdAO5aq3luu+21iKql00u0VquM3Kdw7VuseJXbssNueRo5rmO1rp1RLRY+WnR2rZYuW1br7XWdVpr3f7Vaa1VIwgQ+pTXSQAAEABJREFUIEBgbQWcjQABAgQIECBAgAABAgQIEJi+wB7NUKHTHrE5iMA0BFrb9kOZ1tqKH9a0lv1o2010+D/hYynqf6DP6JNc50DtnnssVVSeQ5nnul9yp/o/9buoE8wi9+7O07d5XO6XA7nUSB6a/VmWnW7pt+W5c+kH8lz9eftu5V1Wx3aRZ8idc+mGa5UjebHKMmpDRi557hzOpM6Rh+bG7Nf5M2ZL7pNbun1yW6a107B/dSuvsW7/HOj68/vnxrqHLnJbnjQPyV7muc5ut+7GctXvPdqWO+Rw7jMay15/Q91Ybc6RyvMe8gTdtrqXoVt57tUv3eBs/9xzef9Kclsuecluvfr+eUwe3a27Q3LX7vw7uH7uuN35av8uuo39qs6Zp6hT9vvPOl2Tq37/vFi/R67ziGE82xzI++3HujPmrtnLtEtmm3Mk980l981NOVrn7bMcmm2YNTXQ3UueIfN+rzxDJXlkDtWOGblkp4Zza3Zq/2y6Y7sNOZBL388NuXTDtcoj+nPl4f295J61dJFbc+dMa9faI/cdxvo2T5rb+jzX2e3W3b7Z6fbv2jpPRuUVda1+z36dJ8kl87pY7tdt7/IczrPUMXnSyjJd3pB5jg77Z1o75Fkyy336JffJkW6ffjgHcsmx7NbSZ/3OuVu/LZMcqYvnLrnHrF9jdW/dhuzk8Or754102+roLqmd86hsct0fk9u6JbfnFfqxyjPy8NyUo5V3WR7V5TWWA7Vkv+4lm9xYS528ovKM2pCRS3bygEy6/fs0L1H7ZvTL6Pq1Q0btUcdkmrt027sTZSeHu353vuznrt1eeXdd2g31O/WH5EC/b+3R7dqtul5tq97y/jmaea77awxnnI3lYC65NfuZ5NY6QUaX5Xi2w0Xrmt0+uW/tUZtqj357t87NNZJRO3RReUbeUy19lhv6pd+/zpf9Ol+dpa4zdCuvsdqWu23bvz9ZruuMGXlALt32XPWH9APZze25Z79Unhtq6aJbbds/L1TXzNFu98r7jbnOwa6fN1JnyRP3++S6G++OrU5F7tHtNzsut2WWG/p17d9HDuV5a7Trz7p5dJ/ltlzyUjlS5+s6uSnPt2L/3FbnyOHcN7PsD9trLEeyyYP7JfeppCK3ZJPrbqxLu9Pn9fKI2dJty1UtuWvt1W9fXuf1uo3ZdtfNtvq1vdo8KE+VvRzPdQ7lOTLPJJduZLmtfXPnWvqx3C+XbjgHcqn9Z91+r65T+wzXrrzblKtuLOeUV+yO7XfOdT/QjVWau3Z7dWfPgVy6bbnKnXOpgdxpOF/uXL1sckMtXXSrHO+H86jM84w5nCN5qkoyasmb7M5Vbe5V+1bk3t1+fZtH5b45kEuN5B7Zn2XZ6ZZ+W50nt3WnylWdO4/OLPfJbbnul9yntvWRe2S/NvTnrCyj9s/IJTu1T27NzmzXGsjzZq9fuuvnqpZ+/9o62z93yfFu3W3L4b6fSY1mZ/l8eZU6ModyS27PJJfZaPYr606SR2xblqK1tsOo/Vpr1WyScBsECBAgQIAAAQIECBAgQIDA9AXMkAABAgRWE1DotJqKMQILLtDarv8QprXW/UBnmHJrfb+1FpHLUx6xFE9++PXxA6ddF0869dp44skZp1wbTzj5mi4e/7Cr47EPvWoUV8dFD7kqLnrolbP2qrgw+xfmPhd1cXVc+NCMHLugi8ozcuyCh1wdF+Q+fVTex/m57fyHXhNd5PXOH/oP68fOy21DnD/kD7s2zn1oRu5zXheVj+O6OPdh18Vjcp/H5L6PqXwU58zl5zzs+uji5OuyzTj5+nj0OB62FI/uIsdz30efvBRnZ//saufiUdl/1MkRZ3exFEP/rFMi8yFanHVyRWRbUXnGKRk1nu0jV8R+8chTMk7eL87MtuKRuV+NVV5xxmy88orqn3Hq/nHGKRmn7hdnZJze5dnPtvLTTzkgKh6R+3X9Uw+IR+TYI7I9PaPaIR7e9Q+Mh59acUC2FZX3cVqOn3bqjXK84sDo+qfdKE7NsVOzPW0WlQ9jp55649yekdtOyf1OOe3GsTJukv2KG8fJue3k0yrPePhN4uSK7D/s4TeOh2Vb26pdEblP13/4QfHQVeIhy2MHx0NOy8j+SV1U3sdJDz84Kh4yays/6RE3jSEenPmDH37TWG67/GbxoIdnLG+rvI8HPuJmUfGgbCsqf+Dph+TYLGb5Ax7R96t9wCNuHl3ktq5/+s3j/rN4QLYVQ//E7J94+qFx/0ccGtWuHofFCacf1m0/Ifc94Yzsn3Fo3K9rM8+x+3VxWNwv91uOM24R9z09I/erfe9b/bm4T/aHuO8Zt4z7zOL4bCtW9m8Vx5+RceYt4/gubhXHnTmK3Nb1q6048/C49xkZ1WYcl3HvWdwr23udeUTcu+KRh8e9qv/II+JeFTl2r4x7zscjbx33PDOj2lncI/e/R+bzcfcc6yL3v/sjj4w+bp1txZFxtxxbjrOOirt1cWTc9awj44gH3SQ+8r13xke++874cLYfzvayiln+jUM+G3c56zY7jkfdNu58VsajbhN3rqh8FnfKtqLbPsvv9Kij446zqLxi6HftWcfk9mPi2Nzn2LNq38pXjzs86pi4w9m3y31v17WV3+FRt4vb59jtq+3i9nH7R1XkePXPzjzjdstxu7hd7l/9Y3LsmEffPvsVd4hjzq64fbYVlfdxdI4vx6PvEF3+6GPj6C7uELfNsdtm3sXZx8ZtKx59x7jN2RnDePVncdSsvU2159wxqn/UOXeKLnLsqBw78tHZn0XlRz76zlFx69zvyC7uHLc+p48jZ+3QP6Lr3yWOOKfiztlWVN7H4Tle0W1/zF2i8sOzvVUXd43DH1Nxl+j659w1bjWO3HbLjFtlVHvLx9wt5uMWOXaLc4fxu8ctzs3IscO6qLyPwx5z9zgsty23lZ97jzg047CMag99TN+/+dA/955x8y6G8aF/zzgkxw857165/V5xyHnb+jV2yLn3ipvltptVm9H1s73ZefeOm3Yx297lw1i1x+X2jPPvHQfntoPPOy7b1eOg3HbQ+cfFclt5xk26OD4OOj/jvOPjJtnepNqKyru4T9z4/Irjs62ofBQX3CdulNtvVG3GgeffN250QUa2lVfcqPIcq/zAC+4XB3Rx3zgwx/p8GKv2hNj/gorKKyrvY78cr+i2X3hCVL7fhSdmm1H9Lk6MlmPtgqG9f7QLMkZjkXlceP+oqH1j1l/KsaWL+vGY5cPY0oUPiIrrs+3iogfEclv5RQ+M67t4QFyX/esy7+LCB2a/j2tzbFs8KK69aPu45rEPimty/JrHPjj6eFBcnWNXX5T9WVR+dW6/KvvV9nFSXPXY7ePqxz0k+nhoXPX4h8bVs7jmCSdHxbVPPCWufdKpcd0PnBbXP/nhXSxd9LDYb7/9orW2XUR+Wmu5thAgQIAAAQIECBAgsKkE3AwBAgQIECBAgMCWFNhvS87apAlsYYHW2oof3hRFayvHWuv7P3F+i3/3Q9fHrzznuvi3z742fvkHr4lffvY18QvPvCr+zTOvjNddfEVGtVfGzz/jinjN0y8fxRXxqqd9P+Py5Xjl0y6PIV6R+RAvz3xbXBGXPm31uCTHL3naldHF06+Ml2X+smq7uCpe9vSr4qXbxdXxc09fGS/J/nI845p4ydMzsn3xirg2XvSM7eOFz7gu5uNnc+xnL74u+rg+fubi1WIpXnDxynh+9p9/cUQXz+zbn852ZbT4qWeujJ/M/k8+c7+Yj5/IsZ941n7Rt/vHjz9r+3jesw6I+fixZx0QP/asA/v4wQPjRzP/0WpXxI3iR35wZfxw9n/4B28c43hu9rt49k3iubP4oWzH8ZzsP+fZB8V8PDvHnv3sg6OL5xwcP5j5D1bbxU3jB5/Tx7OyHcczs//M59wshrg48+X4oUPi4udkZPuMFXHzePoPrR5Py/Gn/dChMcRTM3/qcw+NPg7Lto+nPPew2Ba3iCc/d2X8QPaX44dvGT/w3Ixsn7QibhVP/OHV4vB4wg+vjMdn//E/cnj07RHx+B85Ih63Xdw6HvsjK+Oi7F/0I0fGivjRI+PCFXFUXPCj28f5P3qbmI/zcuy8H7ttDHFu5tvH0fGYH1sZ52T/nB87Jrp4Xt8+OtuVcbs4+3kr41HZf9Tzbh/zcVaOnfXjd4iznpeR7SNXiTN//NiYjzNy7Iwfv2MMcXrmp//EHaOPO2XbxyN+4k4xjodn/+E/cecYx2nZ7+In7xKn/URGtqeuiLvGKT+5epyc4yf/5N2i4k6Pv1n8+df/a/z5NzK69rcy7+PPvvFb8elbvSce+lN37+Ih2T7kp+4RQ5yU+ba4Z5z0Uxk/fc948Iq4Vzzop1ePB+b4A3/63jHEAzJ/wPPvHX17XDzg+cfF/beL4+PE56+ME7K/HC+4T5zw/Ixs77ci7hv3fcFqcb+4zwtWxvHZP/5n7hd9e0Ic9zOrxYlx759ZGffK/r1+5v6xIn72/nHPFfGAuMfPbh93/9kHxnzcLcfu9sIHxd1+NiPbu64aD467vHBl3Dn7d37hSTGOO73opLhTjt3pRQ+JIe6Y+TiOzf6xL3pozMcdcuwOL3pYdPHih8XtV8TJ2T85bvfi7eOYHDvmxafEEEdnfvRLTom+PTWOfkkft812W5wWt3nJ9nFUjnXxcw+Po16Ske2R2R5ZbRePiFv/3OpxRI4f8XOnxxCHZ374S0+Pvj0jDn/pGXGr7eLMuOVLV8Ytsr8tHhm3eGnGyx4Zh62Is+LQl60Wj4qbv2xlHJL9Qy55VPTt2XGzS1aLR8dNL1kZB2f/4EvOiRVx6TlxUI4dVG0Xj4mbXLpanBs3vnRl3Cj7y/Hy8+LAVeP8OODlK2P/7O//8gtiRbzigtgvx/artosLo71i+4hXXBTzsZRjS698bCy9IiPb67O9vtoV8bi47pUr49rsX/vKx8c4rnnV4+OaHLvmVU+IIa7OfBxXZf+qVz0x5uPKHLvyVU+KLl79pLhiRfxAXPmaJ8cVq8TlNfbap8YVGZe/5ilxebZXvO5pccXPZ7zu6XHVL1zcxy8+M67+pWfFNb/8g3Htv312XPcrz4mlX31uxL//4RV/R26t//tw5Ke1lut+aa11+/U9awIECBAgsLkF3B0BAgQIECBAgAABAgQIEJiiwH5TnNRezMmhBCYp0Frb4bxa67e11rof2tT/yb4rsf/++0dF7VvtEPP9YXy+PeCAA0Iw8B3wHfAdOKD7s3SHf0jnhvpzlZPfK74DvgO+A/13YP7vlDvr15+fw/bKK6pf7RCt9X8Hbm3X2vxjeadLa22n223cVAJuhgABAgQIECBAgAABAgQIEJi+gBkSIDBBgf0mOCdTIkBgBwKtrf6Dl9ZaV+TU2vbt8EOgaocfDA3t/FiNi/27ogUOHHwHfAd25zuwgz+2l4d351z29d1bm+8AR47T/A6M//5a+WrRWv934vpDuLVWzXbRWq4qBwoAABAASURBVD/eWt9ut4MBAgQIECBAgAABAgQILISAmyRAgAABAgQILJ7Afot3y+6YAIE9EWht2w9hWms7LGxqrd82/NCntRZDPm7nf/hX2+bH6s0D82P6+yuEmr0NbKG/C+bge7yG34H68zN28mmt8V5Db3/2+O+Q78A0vwO78/fO+nN3tWit/3twaztvw4cAAQIECBDYOgJmSoAAAQIECBAgQIAAAQKbTmC/TXdHbmjhBUxgcwu01lbcYGtth0VPq/0AyA8H91dwoODAd8B3YM2/Ayv+YJ7rtNbW/Hr+LPdnue+A78BW+w7M/7225j8ea611xf2tbWtba7Hap7XVx1fb1xiBqQuYHwECBAgQIECAAAECBAgQIDB9ATMksNkE9ttsN+R+CBBYG4HWdv4DmNZaV+A0vlpr/Vj90Ke1bXn1dxT1Q6Kdxe783/U7O49t+yt0UFzjOzDR70D9+Tr+s3g+b6159hN99v7bNvn/tvm9u06/d2/o75v15+z877cam4/W+r//trbjNkaf1tqoF9v93Tp8CBAgQIAAAQIECBAgQGArCJgjAQIECBAgsM4C+63z9VyOAIF1FGht9R++tLZtvLXW/VCmtZXt+Ac/rbXu/3Afjw0/LKqxIdfu7wea6/QDTd+1KXzXzGH8PY6dfFpr/mzxZ4vvgO+A78AafAfq762rRWv934OHba31/da2tTH7tNa6rLW+7Tq5am1lP4csBAgQIECAAAECnYAVAQIECBAgQIAAAQIE1lZgv7U9nbMRILAmAut0ktb6H8i01lYtdmqtHx9+6DO09cP5+XwYq3Yctd+4L9/fDyrX4AeVvke+R1P6DtSfkzv7Y7+15s8Nf274DvgO+A7s5DtQf47O/3dhGFutrbHVorX+776tbWtj9mmtzTINAQIE1ljA6QgQIECAAAECBAgQIECAAIHpC5jhmgrst6ZnczICBDa9QGv9D2laW9nWjbfWVhQ8rfYDoPoh0jA+5OO28orxPtUX+/sB5U5+QOn74fuxlb8D9edl/Rm8o2it+fPDnx++A74DW/Y7sKv/fag/SyvG+w/9aoeo7UM+tK2t/Dtwa30/8tPayjyHur8vVysIECBAgAABAgQIECBAgACBtRFwFgIECBAgsDsC++3OzvYlQGDxBFprO7zp1vptrbXuBzatbWvrBz+trewPY9XOx/wPjaov9vdDST+Y9h3wHdil78AO/6DODa21HZ3DuO+X74DvgO/A3Hdg/u+oQ7/+XjrkQ9ta/3fd+X5rLerTWuv+jjzk1a4WrbXVho0RIECAAAECBAgQWCsB5yFAgAABAgQIECBAYCSw3yiXEiAwUYHWVv7wpbVt/db6vLVtbWut+6FOa31bP/xpbVte/dVitR8grbbf+oztF67DwHfAd2ARvgOttRv8r88izMM9+v3mO+A7sJm+A/X30or5e2qtdX9HbK1va3trbcXffVvb1o/8tNZy3S+tbctrpLWV/RoTBAgQILDeAq5HgAABAgQIECBAgAABAgQITF9g2wwVOm2zkBHYUgKtbfuhTGt93tr2bWtt+Qc/4x8EDXm1Q7TWuh8cDX2tH3j6DvgO+A7s2ncgdvJprfmzdb9dc/R94+Q74DswfAdaW/lnZ2vb+q31eWvb/p7b2rY88tNay3V0fw+O2ae1fmzWXZzGnRIgQIAAAQIECBAgQIAAAQLTFzBDAgQIbCEBhU5b6GGbKoF5gda2/bCmtT5vrXU/0GltZVs/NGqtLf+wvbVt+fy26gs/aPQd8B3wHdj170Ds5NNaW/6zl+mum+6qlf2Y+g5M9zvQ2so/P1vb1m+tz1tb+Xfe1vp+5Ke1lut+aW1b3o9YEyBAgAABAgQIECCwSALulQABAgQIECBAYDoCCp2m8yzNhMBOBVprXQHT/E6tteWh1tryPq31eWurt/VDwda2bav+EK1tG29N3trCGnTfh9bcf2sMWmPQ2r4xWP5DeCdJa/vm2q05b2sMWmPQGoPWpmMw/J202ta2zWu+39q2ba31ef1R3Nq2fOhXOx+ttfkhfQIECBAgsKgC7psAAQIECBAgQIAAAQIECCyMgEKnPX5UDiQwHYHWWlfQMsyotW391rbPW+vHdvTDohoX0307gmfr2foOrP13YPjzd0ct87U3Z8rUd2C634HW+r+rtrbztv7Mba3fZz5frV9jQ7TWhlS7JQRMkgABAgQIECBAgAABAgQIEJi+gBkSILAoAgqdFuVJuU8CayTQWltR1DQ+bWsrt7W2rd9an7e2ra1jW9vWb03eGoPWGLTGoDUGre26Qf15uqNobdfP05p9W2PQ2jobuF73d6vWuLe2eAb1Z29r/X1XPkRrbUi3a1vb8bbtdjZAgAABAgQIECBAgACBqQiYBwECBAgQIEBgkwgodNokD8JtENhMAq217gd2wz211vdb69sdjbfWb29N2xqD1hi01kL4HuzKd2D4c3VH7a6cwz6+a74DvgO+Azv/Dgx/xs47DePVDtsqXy1q+2rjxggQIECAAAECBAgQIECAAAECBAgQIEBgfQQUOq2Ps6usLmB0AwXqhzRD7Og2drR9GNfu/IdpfPj4DvgO7Mp3YEd/Bo/Hd+U89vF98x3wHfAd2LXvwPjP18rHbtWfjxvaPr+/PgECqwoYJECAAAECBAgQIECAAAECBKYvYIYE1kVAodO6MLsIgc0tUD+82dkd1vZx7Gxf2wgQIECAAAECBHZXwP7rKTD+e23lO7v2DW3f2bG2ESBAgAABAgQIECBAgACBlQJ6BAgQIECAwFoIKHRaC0XnIDABgfohzhA3NJ1hP+2uvTWAEyffgb38DrTpH7+zP3dbm/78WzPH1hi0xqA1Bq3te4Od/Zlb21rbdg/VFwQIECBAgAABAusk4DIECBAgQIAAAQIECBDYBQGFTruAZBcCm1lgX9xba21fnNY5CRAgQIAAAQIECGxqgdb8PXhTPyA3R2CLC5g+AQIECBAgQIAAAQIECBAgMH0BM7xhAYVON2xkDwJbUqC1Fq1tH1sSw6QJECBAgAABAgQ2u8Bu3V9r2/89t7W2W+ewMwECBAgQIECAAAECBAgQILDuAi5IgAABAgRCoZMvAQECuyXQWltRALVbB9uZAAECBDZIwGUJECCwtQVa83fYrf0NMHsCBAgQIECAwFYRME8CBAgQIECAAAEC0xdQ6DT9Z2yGBPapQGsrf2jU2gL23fOK4rXWPMPWGLTGoLX1M7ihP6hbW797ac21WmPQGoPWGLQ2HYMb+nPWdgIECBDYIgKmSYAAAQIECBAgQIAAAQIECCy8wA0WOi38DE2AAAECBAgQIECAAAECBAgQuEEBOxAgQIAAAQIECBAgQIAAAQLTFzBDAgQILLqAQqdFf4LunwABAgQIECBAYD0EXIMAAQIECBAgQIAAAQIECBCYvoAZEiBAgAABAgQIbHIBhU6b/AG5PQIECCyGgLskQIAAAQIECBAgQIAAAQIEpi9ghgQIECBAgAABAgQIECBAYGMFFDqth79rECBAgAABAgQIECBAgAABAtMXMEMCBAgQIECAAAECBAgQIEBg+gJmSIDAhgoodNpQfhcnQIAAAQIECBAgsHUEzJQAAQIECBAgQIAAAQIECBCYvoAZEiBAgAABAgT2pYBCp32p69wECBAgQGDXBexJgAABAgQIECBAgAABAgQITF/ADAkQIECAAAECBAgQIEBgLwQUOu0FnkPXU8C1CBAgQIAAAQIECBAgQIAAgekLmCEBAgQIECBAgAABAgQIECAwfQEzJLDnAgqd9tzOkQQIECBAgAABAgQIEFhfAVcjQIAAAQIECBAgQIAAAQIEpi9ghgQIECBAgMAOBRQ67ZDGBgIECBAgQGDRBNwvAQIECBAgQIAAAQIECBAgMH0BMyRAgAABAgQIECBAYOsKKHTaus/ezLeegBkTIECAAAECBAgQIECAAAEC0xcwQwIECBAgQIAAAQIECBAgQGD6Alt2hgqdtuyjN3ECBAgQIECAAAECBAhsRQFzJkCAAAECBAgQIECAAAECBKYvYIYECBAgMFUBhU5TfbLmRYAAAQIECBDYEwHHECBAgAABAgQIECBAgAABAtMXMEMCBAgQIECAAAECCyqg0GlBH5zbJkBgYwRclQABAgQIECBAgAABAgQIEJi+gBkSIECAAAECBAgQIECAAAECm1NgLQudNucM3RUBAgQIECBAgAABAgQIECCwlgLORYAAAQIECBAgQIAAAQIECExfwAwJECCwKQUUOm3Kx+KmCBAgQIAAAQIEFlfAnRMgQIAAAQIECBAgQIAAAQLTFzBDAgQIECBAgACBjRBQ6LQR6q5JgACBrSxg7gQIECBAgAABAgQIECBAgMD0BcyQAAECBAgQIECAAAECBAjsAwGFTvsAdW9O6VgCBAgQIECAAAECBAgQIEBg+gJmSIAAAQIECBAgQIAAAQIECExfwAwJEFh7AYVOa2/qjAQIECBAgAABAgQI7J2AowkQIECAAAECBAgQIECAAIHpC5ghAQIECBAgQGC3BRQ67TaZAwgQIECAwEYLuD4BAgQIECBAgAABAgQIECAwfQEzJECAAAECBAgQIECAAIF5AYVO8yL6iy9gBgQIECBAgAABAgQIECBAgMD0BcyQAAECBAgQIECAAAECBAgQmL6AGRKYE1DoNAeiS4AAAQIECBAgQIAAgSkImAMBAgQIECBAgAABAgQIECAwfQEzJECAAAECW01AodNWe+LmS4AAAQIECJSAIECAAAECBAgQIECAAAECBKYvYIYECBAgQIAAAQIECExMQKHTxB6o6RBYGwFnIUCAAAECBAgQIECAAAECBKYvYIYECBAgQIAAAQIECBAgQIDA9AWmNUOFTtN6nmZDgAABAgQIECBAgAABAmsl4DwECBAgQIAAAQIECBAgQIDA9AXMkAABAgQWSkCh00I9LjdLgAABAgQIENg8Au6EAAECBAgQIECAAAECBAgQmL6AGRIgQIAAAQIECBDYTAIKnTbT03AvBAhMScBcCBAgQIAAAQIECBAgQIAAgekLmCEBAgQIECBAgAABAgQIECCwjgIbVOi0jjN0KQIECBAgQIAAAQIECBAgQGCDBFyWAAECBAgQIECAAAECBAgQmL6AGRIgQGD9BBQ6rZ+1KxEgQIAAAQIECBBYKaBHgAABAgQIECBAgAABAgQITF/ADAkQIECAAAECBNZMQKHTmlE6EQECBAistYDzESBAgAABAgQIECBAgAABAtMXMEMCBAgQIECAAAECBAgQILCrAgqddlVq8+3njggQIECAAAECBAgQIECAAIHpC5ghAQIECBAgQIAAAQIECBAgMH0BMyRAYBcFFDrtIpTdCBAgQIAAAQIECBDYjALuiQABAgQIECBAgAABAgQIEJi+gBkSIECAAAECBHoBhU69gzUBAgQIEJimgFkRIECAAAECBAgQIECAAAEC0xcwQwIECBD5Xz3GAAAQAElEQVQgQIAAAQIECGwRAYVOW+RBm+bqAkYJECBAgAABAgQIECBAgACB6QuYIQECBAgQIECAAAECBAgQIDB9ATPcGgIKnbbGczZLAgQIECBAgAABAgQI7EjAOAECBAgQIECAAAECBAgQIDB9ATMkQIAAAQKTEFDoNInHaBIECBAgQIDAvhNwZgIECBAgQIAAAQIECBAgQGD6AmZIgAABAgQIECBAgMAiCCh0WoSn5B4JbGYB90aAAAECBAgQIECAAAECBAhMX8AMCRAgQIAAAQIECBAgQIAAgekLLMAMFTotwENyiwQIECBAgAABAgQIECCwuQXcHQECBAgQIECAAAECBAgQIDB9ATMkQIAAgY0XUOi08c/AHRAgQIAAAQIEpi5gfgQIECBAgAABAgQIECBAgMD0BcyQAAECBAgQIECAwD4XUOi0z4ldgAABAjckYDsBAgQIECBAgAABAgQIECAwfQEzJECAAAECBAgQIECAAAECBPZWYPMXOu3tDB1PgAABAgQIECBAgAABAgQIbH4Bd0iAAAECBAgQIECAAAECBAhMX8AMCRAgsJcCCp32EtDhBAgQIECAAAECBNZDwDUIECBAgAABAgQIECBAgACB6QuYIQECBAgQIECAwM4FFDrt3MdWAgQIEFgMAXdJgAABAgQIECBAgAABAgQITF/ADAkQIECAAAECBAgQIEBgiwsodNoSXwCTJECAAAECBAgQIECAAAECBKYvYIYECBAgQIAAAQIECBAgQIDA9AXMkMDWFlDotLWfv9kTIECAAAECBAgQ2DoCZkqAAAECBAgQIECAAAECBAhMX8AMCRAgQIAAgUkLKHSa9OM1OQIECBAgsOsC9iRAgAABAgQIECBAgAABAgSmL2CGBAgQIECAAAECBAgQWGQBhU6L/PTc+3oKuBYBAgQIECBAgAABAgQIECAwfQEzJECAAAECBAgQIECAAAECBKYvYIYLLKDQaYEfnlsnQIAAAQIECBAgQIDA+gq4GgECBAgQIECAAAECBAgQIDB9ATMkQIAAAQKbV0Ch0+Z9Nu6MAAECBAgQWDQB90uAAAECBAgQIECAAAECBAhMX8AMCRAgQIAAAQIECBDYMAGFThtG78IEtp6AGRMgQIAAAQIECBAgQIAAAQLTFzBDAgQIECBAgAABAgQIECBAYPoCGzVDhU4bJe+6BAgQIECAAAECBAgQILAVBcyZAAECBAgQIECAAAECBAgQmL6AGRIgQIDAPhJQ6LSPYJ2WAAECBAgQIEBgTwQcQ4AAAQIECBAgQIAAAQIECExfwAwJECBAgAABAgQI7JmAQqc9c3MUAQIENkbAVQkQIECAAAECBAgQIECAAIHpC5ghAQIECBAgQIAAAQIECBAgsKrApAqdVp2hQQIECBAgQIAAAQIECBAgQGBSAiZDgAABAgQIECBAgAABAgQITF/ADAkQILCagEKn1VSMESBAgAABAgQIEFhcAXdOgAABAgQIECBAgAABAgQITF/ADAkQIECAAAECW1JAodOWfOwmTYAAga0sYO4ECBAgQIAAAQIECBAgQIDA9AXMkAABAgQIECBAgAABAgSmKKDQaYpPdW/m5FgCBAgQIECAAAECBAgQIEBg+gJmSIAAAQIECBAgQIAAAQIECExfwAwJTFBAodMEH6opESBAgAABAgQIECCwdwKOJkCAAAECBAgQIECAAAECBKYvYIYECBAgQIDA4gkodFq8Z+aOCRAgQIDARgu4PgECBAgQIECAAAECBAgQIDB9ATMkQIAAAQIECBAgQIDAphNQ6LTpHokbWnwBMyBAgAABAgQIECBAgAABAgSmL2CGBAgQIECAAAECBAgQIECAwPQFzHCzCSh02mxPxP0QIECAAAECBAgQIEBgCgLmQIAAAQIECBAgQIAAAQIECExfwAwJECBAgMA6Cyh0WmdwlyNAgAABAgQIlIAgQIAAAQIECBAgQIAAAQIEpi9ghgQIECBAgAABAgQIrK2AQqe19XQ2AgTWRsBZCBAgQIAAAQIECBAgQIAAgekLmCEBAgQIECBAgAABAgQIECAwfYE1naFCpzXldDICBAgQIECAAAECBAgQILBWAs5DgAABAgQIECBAgAABAgQITF/ADAkQIEBgdwQUOu2Oln0JECBAgAABAgQ2j4A7IUCAAAECBAgQIECAAAECBKYvYIYECBAgQIAAAQIERgIKnUYYUgIECExJwFwIECBAgAABAgQIECBAgACB6QuYIQECBAgQIECAAAECBAgQ2EoCW7XQaSs9Y3MlQIAAAQIECBAgQIAAAQJbVcC8CRAgQIAAAQIECBAgQIAAgekLmCEBAltIQKHTFnrYpkqAAAECBAgQIEBgpYAeAQIECBAgQIAAAQIECBAgMH0BMyRAgAABAgQITEdAodN0nqWZECBAgMBaCzgfAQIECBAgQIAAAQIECBAgMH0BMyRAgAABAgQIECBAgACBhRFQ6LQwj2rz3ag7IkCAAAECBAgQIECAAAECBKYvYIYECBAgQIAAAQIECBAgQIDA9AXMkMCiCCh0WpQn5T4JECBAgAABAgQIENiMAu6JAAECBAgQIECAAAECBAgQmL6AGRIgQIAAAQKbRECh0yZ5EG6DAAECBAhMU8CsCBAgQIAAAQIECBAgQIAAgekLmCEBAgQIECBAgAABAgTWR0Ch0/o4uwqB1QWMEiBAgAABAgQIECBAgAABAtMXMEMCBAgQIECAAAECBAgQIEBg+gJmuC4CCp3WhdlFCBAgQIAAAQIECBAgQGBHAsYJECBAgAABAgQIECBAgACB6QuYIQECBAgQWAsBhU5roegcBAgQIECAAIF9J+DMBAgQIECAAAECBAgQIECAwPQFzJAAAQIECBAgQIAAgV0QUOi0C0h2IUBgMwu4NwIECBAgQIAAAQIECBAgQGD6AmZIgAABAgQIECBAgAABAgQITF/ghmeo0OmGjexBgAABAgQIECBAgAABAgQ2t4C7I0CAAAECBAgQIECAAAECBKYvYIYECBAgEAqdfAkIECBAgAABAgQmL2CCBAgQIECAAAECBAgQIECAwPQFzJAAAQIECBAgQGD6Agqdpv+MzZAAAQI3JGA7AQIECBAgQIAAAQIECBAgMH0BMyRAgAABAgQIECBAgAABAgsvoNDpBh+hHQgQIECAAAECBAgQIECAAIHpC5ghAQIECBAgQIAAAQIECBAgMH0BMyRAYNEFFDot+hN0/wQIECBAgAABAgTWQ8A1CBAgQIAAAQIECBAgQIAAgekLmCEBAgQIECBAYJMLKHTa5A/I7REgQIDAYgi4SwIECBAgQIAAAQIECBAgQGD6AmZIgAABAgQIECBAgAABAhsroNBpY/23ytXNkwABAgQIECBAgAABAgQIEJi+gBkSIECAAAECBAgQIECAAAEC0xcwQwIbKqDQaUP5XZwAAQIECBAgQIAAga0jYKYECBAgQIAAAQIECBAgQIDA9AXMkAABAgQIENiXAgqd9qWucxMgQIAAAQK7LmBPAgQIECBAgAABAgQIECBAYPoCZkiAAAECBAgQIECAAIG9EFDotBd4DiWwngKuRYAAAQIECBAgQIAAAQIECExfwAwJECBAgAABAgQIECBAgACB6QuY4Z4LKHTacztHEiBAgAABAgQIECBAgMD6CrgaAQIECBAgQIAAAQIECBAgMH0BMyRAgAABAjsUUOi0QxobCBAgQIAAAQKLJuB+CRAgQIAAAQIECBAgQIAAgekLmCEBAgQIECBAgACBrSug0GnrPnszJ7D1BMyYAAECBAgQIECAAAECBAgQmL6AGRIgQIAAAQIECBAgQIAAAQKTFVgudJrsDE2MAAECBAgQIECAAAECBAgQWBaQECBAgAABAgQIECBAgAABAtMXMEMCBAhMVUCh01SfrHkRIECAAAECBAjsiYBjCBAgQIAAAQIECBAgQIAAgekLmCEBAgQIECBAgMCCCih0WtAH57YJECCwMQKuSoAAAQIECBAgQIAAAQIECExfwAwJECBAgAABAgQIECBAgMDmFFDotJbPxbkIECBAgAABAgQIECBAgACB6QuYIQECBAgQIECAAAECBAgQIDB9ATMkQGBTCih02pSPxU0RIECAAAECBAgQWFwBd06AAAECBAgQIECAAAECBAhMX8AMCRAgQIAAAQIbIaDQaSPUXZMAAQIEtrKAuRMgQIAAAQIECBAgQIAAAQLTFzBDAgQIECBAgAABAgQIENgHAgqd9gGqU+6NgGMJECBAgAABAgQIECBAgACB6QuYIQECBAgQIECAAAECBAgQIDB9ATMksPYCCp3W3tQZCRAgQIAAAQIECBAgsHcCjiZAgAABAgQIECBAgAABAgSmL2CGBAgQIECAwG4LKHTabTIHECBAgAABAhst4PoECBAgQIAAAQIECBAgQIDA9AXMkAABAgQIECBAgAABAvMCCp3mRfQJLL6AGRAgQIAAAQIECBAgQIAAAQLTFzBDAgQIECBAgAABAgQIECBAYPoCZjgnoNBpDkSXAAECBAgQIECAAAECBKYgYA4ECBAgQIAAAQIECBAgQIDA9AXMkAABAgS2moBCp632xM2XAAECBAgQIFACggABAgQIECBAgAABAgQIEJi+gBkSIECAAAECBAgQmJiAQqeJPVDTIUBgbQSchQABAgQIECBAgAABAgQIEJi+gBkSIECAAAECBAgQIECAAAECiyWwJ4VOizVDd0uAAAECBAgQIECAAAECBAjsiYBjCBAgQIAAAQIECBAgQIAAgekLmCEBAgQWSkCh00I9LjdLgAABAgQIECCweQTcCQECBAgQIECAAAECBAgQIDB9ATMkQIAAAQIECBDYTAIKnTbT03AvBAgQmJKAuRAgQIAAAQIECBAgQIAAAQLTFzBDAgQIECBAgAABAgQIECCwjgIKndYRe3wpOQECBAgQIECAAAECBAgQIDB9ATMkQIAAAQIECBAgQIAAAQIEpi9ghgQIrJ+AQqf1s3YlAgQIECBAgAABAgRWCugRIECAAAECBAgQIECAAAEC0xcwQwIECBAgQIDAmgkodFozSiciQIAAAQJrLeB8BAgQIECAAAECBAgQIECAwPQFzJAAAQIECBAgQIAAAQIEdlVAodOuStlv8wm4IwIECBAgQIAAAQIECBAgQGD6AmZIgAABAgQIECBAgAABAgQITF/ADAnsooBCp12EshsBAgQIECBAgAABAgQ2o4B7IkCAAAECBAgQIECAAAECBKYvYIYECBAgQIBAL6DQqXewJkCAAAECBKYpYFYECBAgQIAAAQIECBAgQIDA9AXMkAABAgQIECBAgACBLSKg0GmLPGjTJLC6gFECBAgQIECAAAECBAgQIEBg+gJmSIAAAQIECBAgQIAAAQIECExfYGvMUKHT1njOZkmAAAECBAgQIECAAAECOxIwToAAAQIECBAgQIAAAQIECExfwAwJECBAaxJCZwAAEABJREFUYBICCp0m8RhNggABAgQIEFgPgf/4H/9j/OZv/uaaxpvf/Oad3vrnPve5Nb3ecP87vejcRl0CBAgQIECAAAECBAgQIEBg+gJmSIAAAQIECBAgQGARBBQ6LcJTco8ECGxmAfdGgMAWEnjOc54Tv/RLvxQ/8iM/smbxute9bqeCl1122Zpda7jvK664YqfXtJEAAQIECBAgQIAAge0EDBAgQIAAAQIECBAgQIAAAQKbQGAfFzptghm6BQIECBAgQIDAGgnst99+8drXvnaNzrYxpznppJPip3/6p8OHAAECBAisrYCzESBAgAABAgQIECBAgAABAtMXMEMCBAhsvIBCp41/Bu6AAAECBAgQWCCBJz/5yXHhhRcu0B2vvNVFL9RaOZsF6rlVAgQIECBAgAABAgQIECBAYPoCZkiAAAECBAgQILDPBRQ67XNiFyBAgACBGxKwncCiCSxqsdBzn/vcOOOMMxaN2/0SIECAAAECBAgQIDARAdMgQIAAAQIECBAgQIAAAQJ7K6DQaW8F9/3xrkCAAAECBAhsMoF73/ve8fKXv3yT3dXOb+ewww5b+H92b+cztJUAAQIECCy8gAkQIECAAAECBAgQIECAAAEC0xcwQwIE9lJAodNeAjqcAAECBAgQ2JoCr3rVq+Ie97jHwky+3kJ1xBFHLMz9ulEC2wsYIUCAAAECBAgQIECAAAECBKYvYIYECBAgQIAAgZ0LKHTauY+tBAgQIEBgMQTc5YYIVPHQhlx4Ny966qmnxvOe97zdPMruBAgQIECAAAECBAgQILDpBNwQAQIECBAgQIAAAQIEtriAQqct/gXYKtM3TwIECBAgsC8EHve4x8UTn/jEfXHqNT3nohRkremknYwAAQIECBDYkgImTYAAAQIECBAgQIAAAQIECExfwAy3toBCp639/M2eAAECBAgQ2EuBzV5E9OM//uNxyimn7OUsHU6AwEQETIMAAQIECBAgQIAAAQIECBCYvoAZEiBAgACBSQsodJr04zU5AgQIECBAYNcF9mzPu971rvGa17xmzw7ex0fd+ta3js1eiLWPCZyeAAECBAgQIECAAAECBAjMCegSIECAAAECBAgQILDIAgqdFvnpuXcC6yngWgQIECCwQ4FLLrkkjj/++B1u36gNVeR06KGHbtTlXZcAAQIECBAgQGARBdwzAQIECBAgQIAAAQIECBAgMH2BBZ6hQqcFfnhunQABAgQIENg8AlVUtHnuJuLMM8+MH/qhH9pMt+ReCBAgMAkBkyBAgAABAgQIECBAgAABAgSmL2CGBAgQILB5BRQ6bd5n484IECBAgACBBRI4//zz46lPfeqmueMNKrzaNPN3IwQIECBAgAABAgQIECBAgMA+E3BiAgQIECBAgAABAhsmoNBpw+hdmACBrSdgxgQITF2giosOPPDADZ/m85///Hjwgx+84ffhBggQIECAAAECBAhsTQGzJkCAAAECBAgQIECAAAECBPaVwOYpdNpXM3ReAgQIECBAgMA6CRx77LFRxU7rdLlVL3P00Udv+D2semMGCRAgQIDAIKAlQIAAAQIECBAgQIAAAQIEpi9ghgQIENhHAgqd9hGs0xIgQIAAAQJbU+BFL3pR3P/+99+wyVeh1cEHH7xh13fhvRdwBgIECBAgQIAAAQIECBAgQGD6AmZIgAABAgQIECCwZwIKnfbMzVEECBAgsDECrkpgIQSq2GgjbvTRj350PPOZz9yIS7smAQIECBAgQIAAAQIE1lLAuQgQIECAAAECBAgQIECAwKoCCp1WZVnUQfdNgAABAgQIbAaBs88+O571rGet+61sVIHVuk/UBQkQIECAwJYXAECAAAECBAgQIECAAAECBAhMX8AMCRBYTUCh02oqxggQIECAAAECeylQRUfr+U/IvfjFL44TTzxxL+/a4QQmImAaBAgQIECAAAECBAgQIECAwPQFzJAAAQIECBDYkgIKnbbkYzdpAgQIENjKAua+PgK3ve1to4qd1uNqd7zjHdftWusxH9cgQIAAAQIECBAgQIAAgb0XcAYCBAgQIECAAAECBAhMUUCh0xSfqjntjYBjCRAgQIDAmgk8//nPj5NOOmnNzrejE1VB1QEHHLCjzcYJECBAgAABAgS2FzBCgAABAgQIECBAgAABAgQITF/ADCcooNBpgg/VlAgQIECAAIHNI1BFSPvybi644IJ4ylOesi8v4dwECGxJAZMmQIAAAQIECBAgQIAAAQIEpi9ghgQIECBAYPEEFDot3jNzxwQIECBAgMBGC+zG9c8444x47nOfuxtH7N6u+7qQavfuxt4ECBAgQIAAAQIECBAgQGBCAqZCgAABAgQIECBAgMCmE1DotOkeiRsisPgCZkCAAAECKwWqGOmwww5bObgGvUsuuSSOO+64NTiTUxAgQIAAAQIECBDYfQFHECBAgAABAgQIECBAgAABAtMX2GwzVOi02Z6I+yFAgAABAgQmJ3DEEUdEFTut5cTudre7xWte85q1PKVzESBAgMDaCjgbAQIECBAgQIAAAQIECBAgMH0BMyRAgACBdRZQ6LTO4C5HgAABAgQIbE2B5z3veXHqqaeu2eTXunBqzW5sl09kRwIECBAgQIAAAQIECBAgQGD6AmZIgAABAgQIECBAYG0FFDqtraezESBAYG0EnIUAgUkKrFVx0uMf//h4whOeMEkjkyJAgAABAgQIECCwpQRMlgABAgQIECBAgAABAgQIENgtgYUsdNqtGdqZAAECBAgQILBJBE455ZSoNzvt7e2sVcHU3t6H4wkQIECAwL4WcH4CBAgQIECAAAECBAgQIEBg+gJmSIAAgd0RUOi0O1r2JUCAAAECBAjspUAVKR1xxBF7fJZXv/rVcfe7332Pj3fgpARMhgABAgQIECBAgAABAgQIEJi+gBkSIECAAAECBAiMBBQ6jTCkBAgQIDAlAXMhsDkFDjvssKhipz25u+OOOy4uvfTSPTnUMQQIECBAgAABAgQIEJiogGkRIECAAAECBAgQIECAwFYSUOi0lZ72eK5yAgQIECBAYMMEnvvc58YZZ5yx29ff0wKp3b6QAwgQIECAAIHpCJgJAQIECBAgQIAAAQIECBAgMH0BMySwhQQUOm2hh22qBAgQIECAwOYR2N2ipac85SlxwQUXbJ4JuBMCExEwDQIECBAgQIAAAQIECBAgQGD6AmZIgAABAgQITEdAodN0nqWZECBAgACBtRZwvn0ocNJJJ8Xzn//82JXPAQccsMf/3N2unN8+BAgQIECAAAECBAgQILClBUyeAAECBAgQIECAAAECCyOg0GlhHpUb3XwC7ogAAQIECOydQL3V6eijj77Bk9R+d7zjHW9wPzsQIECAAAECBAjsCwHnJECAAAECBAgQIECAAAECBKYvYIaLIqDQaVGelPskQIAAAQIEJidw8MEH3+Cbmk444YR48YtfPLm5mxABAhMSMBUCBAgQIECAAAECBAgQIEBg+gJmSIAAAQIENomAQqdN8iDcBgECBAgQIDBNgRua1TOf+cw4++yzd7hbvc1phxttIECAAAECBAgQIECAAAECBDaFgJsgQIAAAQIECBAgQGB9BBQ6rY+zqxAgsLqAUQIECBBIgR0VM1188cVxzjnn5B4WAgQIECBAgAABAgst4OYJECBAgAABAgQIECBAgACB6QusywwVOq0Ls4sQIECAAAECBHYscP/73z9e9KIXrdjhoIMOusF/1m7FAToECBAgsMACbp0AAQIECBAgQIAAAQIECBCYvoAZEiBAgMBaCCh0WgtF5yBAgAABAgQI7KVAvdXp2GOPXT5L9Y855pjl/pZOTJ4AAQIECBAgQIAAAQIECBCYvoAZEiBAgAABAgQIENgFAYVOu4BkFwIECGxmAfdGgMA0BA488MDlNzg9+MEPjhe84AXTmJhZECBAgAABAgQIECCwJgJOQoAAAQIECBAgQIAAAQIECERMvdDJMyZAgAABAgQILITA0tJSPOUpT4nzzz8/XvOa10T152MhJuImCRAgQIDAxgi4KgECBAgQIECAAAECBAgQIDB9ATMkQICAQiffAQIECBAgQIDARgmMC5mGe3jFK14RZ5555tBd0a62/4oddAjsUMAGAgQIECBAgAABAgQIECBAYPoCZkiAAAECBAgQmL6ANzpN/xmbIQECBAjckIDtBNZR4IaKlU444YRdupsbOs8uncROBAgQIECAAAECBAgQ2EoC5kqAAAECBAgQIECAAAECCy+g0GnhH+G+n4ArECBAgAABAmsjUMVJa3OmlWfZV+ddeRU9AgQIECBAYOoC5keAAAECBAgQIECAAAECBAhMX8AMCSy6gEKnRX+C7p8AAQIECBDY1AJVhDTEjm502L4r7a6cY0f7GCdAYK8EHEyAAAECBAgQIECAAAECBAhMX8AMCRAgQIAAgU0uoNBpkz8gt0eAAAECBBZDwF2uJlCFS6uN11htG6L6uxrDMdXu6JidbdvRMcYJECBAgAABAgQIECBAgMANC9iDAAECBAgQIECAAAECGyug0Glj/V19qwiYJwECBAhsOYEdFRvVeMVqIDV+QzE+bth3PDbktW3ItQQIECBAgAABAusk4DIECBAgQIAAAQIECBAgQIDA9AXMcEMFFDptKL+LEyBAgAABAlMU2FGR0fx49cdRFuP+OK9tFTsbq+3jGPYdj8kJECCwkQKuTYAAAQIECBAgQIAAAQIECExfwAwJECBAgMC+FFDotC91nZsAAQIECBDYcgJVXDQ/6RqrGMYrr6h+tbOIavdkrI6pqOMrKhcECBAgQIAAAQIECBAgQIDAphRwUwQIECBAgAABAgQI7IWAQqe9wHMoAQLrKeBaBAgQ2PwCqxUZjccqv6G4/vrru4Kn8X7zYyUxbJ/Ph361Qwz7VjuMaQkQIECAAAECBAhsTgF3RYAAAQIECBAgQIAAAQIECExfYM9nqNBpz+0cSYAAAQIECBBYFlitiGgYq7aidh63la9VjM89n1d/iLrekGsJECBAYAEF3DIBAgQIECBAgAABAgQIECAwfQEzJECAAIEdCih02iGNDQQIECBAgACBGxaowqGK8Z7Vr6ixcVv5jqLe2lQxbP/In39mxZudaltFbR/ayitWu84wNmyv/hCrjQ3bFr11/wQIECBAgAABAgQIECBAgMD0BcyQAAECBAgQIEBg6woodNq6z97MCRDYegJmTIDAOgiMi4iGfNxWPh9D4VK1FR/+80/H7z3/b+L3X/CWqH7F/DE769c0a3u1O4ob2r6j44wTIECAAAECBAgQILDpBdwgAQIECBAgQIAAAQIECBCYrIBCp+VHKyFAgAABAgQI7LpAFQpVDEdUXlH9ancWQ+FStRW179B+9P98Nv7wZ94WLX999M8z/9m3dm92qu1DjPevfBzD9efb2qfGxrHa2Hi7nAABAgQITFPArAgQIECAAAECBAgQIN46xWoAABAASURBVECAAIHpC5ghAQJTFVDoNNUna14ECBAgQIDAhggMxUPjtvL5qKKlYazyio/+RRU2vS2WliKW8letq9jpzS98W/dmp9q/9quovKLyisrnowBqrNqKcV79itXGalxsYQFTJ0CAAAECBAgQIECAAAECBKYvYIYECBAgQIAAgQUVUOi0oA/ObRMgQIDAxgi4KoEqDKoYJCqvqP5qbY1VDMVI1VYMY5VXfPyvPh9/9MK/jaXrI1pERr+O/Hzszz8bf/zid3TFTrXvOOo8O4s8PGp7tRXjvPoVq43VuCBAgAABAgQIECBAgMBWFTBvAgQIECBAgAABAgQIENicAgqdNudzWdS7ct8ECBAgQGDLCgzFQtXuKKpAadhW+RBV5PTmF74jrr/u+vSrdzn1UW906t/uFPHRP/tM/MlLcp/rr9+u4Gk45w21efJuqf26ZLRabWy0WUqAAAECBAgQGAvICRAgQIAAAQIECBAgQIAAgekLmCGBTSmg0GlTPhY3RYAAAQIECGw2gSoEqhjuq/KK6o/b+bz6QwyFTeP2H/76n+OPX/J3sXTdUkS9xKlbtVy3iFpXE/lpLT7255+L//6yd64odKpzj89XeY2NI4/u3uo0jA39asdR28d9OQECeyrgOAIECBAgQIAAAQIECBAgQGD6AmZIgAABAgQIbISAQqeNUHdNAgQIECCwlQUmNvehOKjaippeteOo4qOKGqt2iE+85QtdkdN111wXS92By6vs10hFjWXM0o/+r8/G/7jknSuKnYbz1fl3FHmGrtip2iFq3yEf2tXGhm1aAgQIECBAgAABAgQIECCwywJ2JECAAAECBAgQIECAwD4QUOi0D1CdksDeCDiWAAECBDaXQBX+VAx3VXlF9cftfD4UH1Vb26odxz++9Yt9kdO110drLVqdcLaqpnUjrUb7rE+jtRYf+7PPx/98+d+vKHYaX6Py1aJONh4f+tWOo/YZ9+UECBAgQIAAAQJrL+CMBAgQIECAAAECBAgQIECAwPQFzHDtBRQ6rb2pMxIgQIAAAQJbQGAoBqp2PqqgaRirvKL61Vb849tmRU5XXx+xtJRLRpl1b22qvI/cmNtqnVH75T51nhr86P/8bFfsdN111+1WwVOeYrulO+fc6Gpjc7voEiBAYF8KODcBAgQIECBAgAABAgQIECAwfQEzJECAAAECuy2g0Gm3yRxAgAABAgQIbAWBKvSpGOZaeUX1x23lQ1QRU8W4X3mNDfFPb/9S/OlL3xXXXXN9RPeWphatZUR+Wka05V9RWYv+M9untRxoFREf/7PPxZ+98l0rCp3qOnXNinFe/dWiP3lfSDXkQ1v7D7mWAAECBAgQIECAAAECBAgQWG8B1yNAgAABAgQIECBAYF5AodO8iD4BAosvYAYECBDYhwJD8U+1O4uhyKjaIf7pHV+KP3npu+Kaq66rlzJFDG9wmr2tqe/3w7e+y2E5i26HbHOZpXXN7uDs52Hx0f/5ufjzV70r5t/sVNesfYe28nHkGbulxrokV+M8u92y2li3wYoAAQIECBAgQIDARgu4PgECBAgQIECAAAECBAgQIDB9gbkZKnSaA9ElQIAAAQIEtrZAFfZUDAqVV1R/3Fa+o6jiovmoIqc/fdm749qrrouWJ6sXMw1Jay1yiX4VceRdbhFP+w9nxZk/9cCoT8tVt71rs5edXHL3lhFdsdP/fs17VrzZqe6t7mHcVr6jyFN3S23vktFqtbHRZikBAgQIbFIBt0WAAAECBAgQIECAAAECBAhMX8AMCRAgsNUEFDpttSduvgQIECBAgMAeCQzFPtUOUSca8qGt4qKK6ldb8cm//XJUkdM1V1zbva6p3sRU27s3OGWn8mxy21IccefD4qlveGQceddbxiN/6gFxxo/ff7bb0nJbb3Sq/fvj+lc7ffR/fCb+z2t3v9ip5lBR56q2YpxXv2K1sRpf4HDrBAgQIECAAAECBAgQIECAwPQFzJAAAQIECBAgQGBiAgqdJvZATYcAAQJrI+AsBLaeQBXyVAwzr7yi+uO28iGqiGmcV7+ixqqt+NQ7vxL//ZL3xDVXXJenahG1dFGryE+L1jIyO+JOh8XT33BWHHW3W2avX856wYO6YqfcKVoOtZbrLiL6ZtaPFh/9H5+N//PzK4ud6h4qhnuqdmcRs0/tM0uXm9XGljdKCBAgQIAAAQIECBBYQAG3TIAAAQIECBAgQIAAAQIEFktAodOePC/HECBAgAABAltGYCjuqXaImvyQVztfSFT9ik/93VfiTy95d1x1+bVR+0W9k6l/AVP28yyZ11htO/yOh8XT3vDIOOru24qcco9uqWKn0593YpfXvt3BeWz3VqcazXw4z0f+9DPxF6Nip9q/7qViyKudjzpNRY1XWzHOq1+x2liNCwIECBAgMEkBkyJAgAABAgQIECBAgAABAgSmL2CGBAgslIBCp4V6XG6WAAECBAgQWGuBKtypGJ936I/byocYioaqP+TjtvJP/33/Jqervn9ttDx5a906qlNpReWRyeHHHhpPf8Mj4zb3uFXs6POon3lwPOLHTszd8zx5TAxNtpVHrlpruY6oYqe/fN17o+6jYrjPcV5jO4uYfWqfWbrcrDa2vFGypQRMlgABAgQIECBAgAABAgQIEJi+gBkSIECAAAECBDaTgEKnzfQ03AsBAgQITEnAXBZUYCjiGbeVV9SUqh1ivnCo+hWfftdX449f9u648nvXRL19aSnyV71+KdtuWarhWkXc6naHxNNe/8i4zT13XORU16141M8+OB7+oyfUwRm51CnqvNlmLy+V16kdMz78J5+Kv/w3u1/slId2S82xS3awuqHtOzjMMAECBAgQIECAAAECBKYmYD4ECBAgQIAAAQIECBAgsI4CCp3WEdulxgJyAgQIECCwsQJVqFMxvouhP24rH6KKmObzYazais+8+6vxJy97d1z9vWv7U3dvWWrRWst+Ri1dtLjV7W8eT/8PZ8XR9z48t+3acvYLT4qH/+iJEd05qqkk8tOitYzM+qXFR/740/FXv7D7xU7DHKutc1VbUfk4Vhsbb5cTIECAAAECBCIYECBAgAABAgQIECBAgAABAtMXMEMC6yeg0Gn9rF2JAAECBAgQ2MQCQ9HOuK28om672iGqoKnyasfxmfd8Lf74pe+OK797TR2yHPXCpaV6lVNFdnKJWxxzSDztDWfuVpHTcMKzX3RSnPbcE2L0MqfclFfIgTp3drql8sv+6FPx17/4vt3+Z+y6E+Sq5pnNDpcb2r7DA20gQKAXsCZAgAABAgQIECBAgAABAgSmL2CGBAgQIECAwJoJKHRaM0onIkCAAAECBNZaYF+db744Z+iP28qHqGKm+bzGKmq82s++92vxJy97T1z53Wu7NyuN771lp0Xr1tXc8phD4hlveGQcc9wRObZny6Nf8pA47YdPiDY7bUSL1jJi26dl2qLFZW/+VPzVL3qzU3JYCBAgQIAAAQIECBAgQGATCrglAgQIECBAgAABAgQI7KqAQqddlbIfgc0n4I4IECBAYA8EqjBpfNjQH7eVV9R+1c5HFTZV1Hi1n33f17s3OV3xnavykLk3K3VvWerHIpbisNvcLJ7++kfGMcfveZFTXqRbqtjplOfcL09b727qr1FZtzGvVXndY+4QH/7DerPTymKn2lb3P24rH0d/rjxDzmPIV2vrmNXGjREgQIAAAQIECOy1gBMQIECAAAECBAgQIECAAAEC0xcww10UUOi0i1B2I0CAAAECBBZfYL4YZ+iP28orarZDEVD1Kx+i+hXV/+z7+jc5XfGdayJai/q0qF+VZeRY9VprXZFTvcnpdvfZ+yKnPHO3nPPSh8YpP3RC5nmVvEbLrF9a3kVEay0iMnL58Js/FX/zS+9b/mfs6v6HGOZT7WoR+anxbKLaisrHsdrYeLucAAEC+0bAWQkQIECAAAECBAgQIECAAIHpC5ghAQIECBDoBRQ69Q7WBAgQIECAwMQF5otwhv64rbyiKKoAqPJxDGPVVny23uT0svfG5d+qNznlUfUKpa5Zilk660UcetTB8fTXnxm3v9+tc2xtlyp2Ovk59+0LkEanrntY6u4ks36JD/3BJ+NvfnlbsdMwv5pP5UNb+XzUqWus2h3FDW3f0XHGCRAgQIAAAQIECBAgQIAAgb0QcCgBAgQIECBAgACBLSKg0GmLPGjTJEBgdQGjBAhsDYH54puhP24rryiRcbFP5UPU9iH/3Pu/Hn966Xvjim9fFfXCpIru5UmZtC5i9mlx2FE3jXqT0x1OOHI2tvbNY172sDjl2ffLK287d8u0dSMtqmm5qnu87A8+GW/5t9uKnWpOw9zGbeXzEfmpsWz6wqpV/km7YXvtIwgQIECAAAECBAhsBgH3QIAAAQIECBAgQIAAAQIECExDYGeFTtOYoVkQIECAAAECW1pgvuhm6I/byisKaij6qf4Qw1i1FZ/7wNfjjy95b3zvm1dG1fn0sdTlEdl2UWeLuPmtD+7e5LQvi5z6K0Wcc8nD4qHPus+sW/eRd1M3l/fTLzlW/aWID/3eP8VbfmXvi51mF9uuKbvtBg0QIECAwGYVcF8ECBAgQIAAAQIECBAgQIDA9AXMkAABApMQUOg0icdoEgQIECBAgMBqAvPFNkN/3FZeUcdXEVPlQ1S/ovrVVnz+g9+IP7n0ffH9f7kqWmt1WLYRLX/V0mddL25+65vGxW84M449cd+9ySnmPue+/JR46DOr2Km/h9Za7pHRL9HachKX/d4n463/7v1R8xpimOu4rXw+8qRRY0M75NUfYrWxYdtite6WAAECBAgQIECAAAECBAgQmL6AGRIgQIAAAQIECCyCgEKnRXhK7pEAAQKbWcC9EdikAvNFNkN/3FZeUVOodhzzhT/V//yHvhF/9LL3xPe+cWW9Kmm50KfellTn6NulbJbiZocfFM94/Rlx7P2P6jat5+rcV5wSD7n4+LyPvM3ZupqlvIl6oVPlefO5LMUH/9s/xtt/9QN7XeyUp+7OV+04ynTclxMgQIAAAQIECBAgsKACbpsAAQIECBAgQIAAAQIECGwCAYVO+/ghOD0BAgQIECCw/gLzxTVDf9wOed1dFTFV1FhF5RXj/J8v+2b3z9V9/5tX1SERreVSEREtoiKHIjI55PCD4uLXnxl3fMD6FznF7HPeK0+Nh1x8n7yb4eaiy7t77IZatFYR8YEqdvr3ip3ChwABAgQI7IWAQwkQIECAAAECBAgQIECAAIHpC5ghAQIbL6DQaeOfgTsgQIAAAQIE1lCgipPGpxv643Y+r/4QVeBUUf1qK/75w9/s3uT03a9f2b21qLZlkstSRsyi8qW46S1vHM/49TPjTg+6zfg2NiQ/75WnxIOffnxeeylvMpel/h6zqU7ed/UrXYr3//Yn4h2/9kFvdkotyz4RcFICBAgQIECAAAECBAgQIEBg+gJmSIAAAQIECBCsDWDtAAAQAElEQVTY5wIKnfY5sQsQIECAAIEbErB9rQS6AqTRyYb+uJ3Pq5CpxioqrxjnX/jIv8Qfv+y9UUVOLc/dWuvehJSrXFqORLYZ0eJmtzwoLn7DmXHnB298kVPMPue/+tQ46en3iby9yFvPti23fdINRYuI9//WP8Tbf82bnZLCQoAAAQIECBAgQIAAgX0g4JQECBAgQIAAAQIECBAgsLcCCp32VtDx+17AFQgQIECAwC4IVHHSeLehP27n86GoqcYrrxjnVeT05pe9J/71a1d0p17KdW3Ppl6D1L0Rqc8jDr7FjeMZrz8j7vLg23ZDm2l13qtPjQc99bio++9WldRrnSrqRqtfbcYHfusf4h2/vuNip5r/jiIP32aSndovmxXLamMrdtAhQIAAAQIEtq6AmRMgQIAAAQIECBAgQIAAAQLTFzBDAnspoNBpLwEdToAAAQIECGy8wHzxzNAft/P5UNRU45VXjPMvfvRb8UeXvDe++9Urc4L1vqPo3nrUWp9Htq21auLgw24SF7/+zLjLSZuvyClmnwte+/B40FOO6+43Wg529966tF9F5FBEtPjAf/1E/O3rV/9n7AanslotIj81nk23jPNuIFerjeWwhQCBGxCwmQABAgQIECBAgAABAgQIEJi+gBkSIECAAAECOxdQ6LRzH1sJECBAgACBTS4wK5pZvsuhP27n83GxTuUVtU+1FV/46L9EvcnpO1+5fPaGoqWoNyHluu/Xm5Ay6pibHHKjuPj1Z8RdH7J5i5wGnAt+/uHxgCffu5tLTiSXpZpWtstDuWuNLcX7/svHFTulhoUAAQIECBAgQIAAAQIENpWAmyFAgAABAgQIECBAYIsLKHTa4l8A098qAuZJgACBaQpUodF4ZkN/3M7nVchUYxWVV4zzL37sX+KPL31ffOcrV0S976i1lpfI6JdorZI+Drr5rMjpoZu/yCkn0S0Xvu4RfbFTzqO1nEeOVtNls1WL+hXx/v/y8XjnG7zZKYksBAgQIECAAIEFEXCbBAgQIECAAAECBAgQIECAwPQFtvYMFTpt7edv9gQIECBAYGEFqjhpfPNDf9zO50NRU41XXjHOv/Txb8UfXfK++PaXLu9O3b3BqX/n0bb+Uo1G3OSmB8bFv35G3P3kY7pti7S68N88Ih7wpHtFzb27735K/Wudcr71TqduPFfv+38/Hu/8D4qdksJCgMAUBMyBAAECBAgQIECAAAECBAgQmL6AGRIgQIDApAUUOk368ZocAQIECBCYpsBygc5sekN/3M7nQ1FTjVdeMc6/9A/fij+6dFbk1PoTV9OiZaci+qy1uHEVOb3hjLj7KYtX5BSzz4W/cHo84AfuHTmd6FcRXR6t+xXdp3Xr9/8/H4+/+40PRZkNMbarfEdRJ6ht1VaM8+pXrDZW44IAAQIECBAgQIAAAQIECBBYewFnJECAAAECBAgQILDIAvst8s27dwIECKyjgEsRILBJBOaLYob+uJ3PqzinxioqrxjnX/7Et6Pe5PQvX/h+dC83mq3qzUa1X/eqoxzLJW508AHxzNefEfdY4CKn4VFWsdMJj79n92anmlv/sqpu1r1DrXOwtr33P380/u6Nip0GOy0BAgQIECBAgMBkBUyMAAECBAgQIECAAAECBAgQ2MQCa1TotIln6NYIECBAgACByQj0RUfbpjP0x+18PhQ11XjlFeP8y//47ag3Of3LFy6P1lq05dO3zDNaDeQqlxsffGBf5HTq4r7JqWYzjsf+8plx4hPumXMdRlvmFbP+zKS1Fu/7zx+Lv3+TYqeZjIYAAQJbVMC0CRAgQIAAAQIECBAgQIAAgekLmCEBAgQ2r4BCp837bNwZAQIECBAgMBKo4qRRt3sLUfWH8WorhrHKh6KmIR/61VZ85R+/E3/4svfGNz///TxsqTtnvb0oO7lkv1vnKpbiwBvvHxf/+ulxz9NuVwOTiip2OuFx95jNqeZdsdzN2Udnk+t47//90XjXmy7b7p+xG4yr3VHUGWtbtRXjvPoVq43V+MKEGyVAgAABAgQIECBAgAABAgSmL2CGBAgQIECAAAECGyag0GnD6F2YAAECW0/AjAnsqcB88cvQH7fzeRUy1VhF5RXj/Cv/9J34w0vfF9/6wuURLSJayyUj8tMyouWvyGhx4I37f67uXg+fXpFTzD6P/ZVHRl/sVPOuqA0tEqCWaC3zyMjlvf/pI/Gu31xZ7FS+4yjr1SLyU+PZdMs47wZytdpYDlsIECBAgAABAgQIEFgQAbdJgAABAgQIECBAgAABAgT2lYBCp30lu/vndQQBAgQIECCwisB80cvQH7fzeRXc1FhF5RXj/Kuf/E784SXvjW9+7nv9m4qWliKTXGZvMspuDkT19r/Rft2bnO59+u1XubtpDT32Vx4Z97vo7t28O4LMEqXW2dRIRi0Z7/m/qthp9X/Grqx3FqVW26utGOfVr1htrMYFAQIECBCYgIApECBAgAABAgQIECBAgAABAtMXMEMCBPaRgEKnfQTrtAQIECBAgMDeC8wXuwz9cTufD0VNNV55xTj/6qf+Nf7wkvd1/1xdvaSotRZRES1ay4jh0+KAG+0fz3r9GXHcGdMvchpm/bhfPSvue+Hdow0DM5PWaiSjllnUP2P3nv/rw9v9M3ZlPkTZrxZ1+hqvtmKcV79itbEaF1MXMD8CBAgQIECAAAECBAgQIEBg+gJmSIAAAQIECBDYMwGFTnvm5igCBAgQILAxAlvoqvNFLkN/3M7nVVxTYxWVV4zzr326ipzeG9/43PfqhU3Rv8hpqctrVftmr1Pe/4D94pm/fvqWKnLqJp6rx//7R8XxF9w9s34pk7Ipo3q9U++W23LDu3/zsnjP/716sVMds7PIM+QzyJNUklH7ZrNiWW1sxQ46BAgQIECAAAECBAgQmKKAOREgQIAAAQIECBAgQIDAqgIKnVZlMbioAu6bAAECBKYhMF/cMvTH7Xw+FDXVeOUV4/xrn/lu/OEl749vfPb7idSiXlDUR4vIJbLTWosWEVXk9KzXnx7Hn3mH7G3N5Qm/9qi4z/l9sVNLgta6dRRQay1y6fJavec3Pxzv/U+rFzvVc6ioZ7FaRH5qPJtuGefdQK5WG8thCwECBAgQILCFBUydAAECBAgQIECAAAECBAgQmL6AGRJYTUCh02oqxggQIECAAIENE5gvahn643Y+HxfSVF5R+1Rb8bXP/Gv84cveG9XWeCwt1TKLpZgl2WTeonuT0/GP3LpFTsPDf/yvPyqOP+9u9RKn3ibdqlOGlVaeeN22d73xsnjvf/rIqv+MXb9/ma8edb3ap9qKcV79itXGalwQILCqgEECBAgQIECAAAECBAgQIEBg+gJmSIAAAQIEtqSAQqct+dhNmgABAgQIbE6B+WKWoT9u5/MqZKqxivm8+l//7L/Gmy/9QHztM9+LVr9azr1eR9Qi+maWRIvWWvzg68+I+5ylyClmnye8/uw4/ty7dTa5imi5zKLy7EVrLVpEvPuNH4r3/efVi53qWdQz2lHk4V3BVLUVtV+141htbLxdToAAAQIECBAgQIAAAQIEtgnICBAgQIAAAQIECBCYooBCpyk+VXMisDcCjiVAgMAGCcwXsQz9cTufj4tnKp+Pr3+2/rm6D8RXP/WvOauljIjuTUT1KqLsVr40y3NLPOv1j4j7nn1st5/VNoEnvOHsuPdj7poDhZZS1WQUXfbStFPM7RHv+o0Pxfv+f4qdOgwrAgQIECBAgMBmFnBvBAgQIECAAAECBAgQIECAwPQFJjhDhU4TfKimRIAAAQIEFk1gKGAa7nvoj9v5vIqaaqxiPq/+Nz733Xjzy/sip3rbUOveORTRWouIjFq6qFXEs15/etzv7DuGz+oCT/wPj457n3PX6OiKLKPyGmitzdIW9Xn3f/hQvP//+eiq/4xdPZt6ZjuKOr62VVsxzqtfsdpYjQsCBAispYBzESBAgAABAgQIECBAgAABAtMXMEMCBAgQWDwBhU6L98zcMQECBAgQmJTAfNHK0B+38/m4WGbIqx3i65/7bvz+Je+Pr/zTd7qXDnUvH1qqtw5lZBtdRN9k/qxfe0Sc8GhFTjf0xXrib5wT9zr7LuXWRYebq3o+ZTwMVv73b/hAvP//Vex0Q6a2EyBAgAABAgQIECBAgACBTSzg1ggQIECAAAECBAhsOgGFTpvukbghAgQWX8AMCBDYVYEqkBnvO/TH7Xxe/SGqsKnyaof4xue/G39w6fvja5/8bp669W8ayiy6tw5lv2Un88i2mmf92ulxwjmKnFJll5Ynvekxca9H3yXKLtIwctVay3XMPq1rW4686/UfjA/8F8VOHYgVAQIECBAgQIDABAVMiQABAgQIECBAgAABAgQIEFhvgfUvdFrvGboeAQIECBAgsCkFqkBpfGNDf9zO50MxU41XPrSVV3zjn7/Xvcnpq//03XrPUJ6+3i2UzWhZ6oZylcszf/XhceJjFDmNeHYprWKnezzqzpHIuX//lqzkzHzbkqPZWYq//7UPxAe82SktLAQIENiCAqZMgAABAgQIECBAgAABAgQITF/ADAkQILDOAgqd1hnc5QgQIECAAIGIKlAaOwz9cTufV3+IKmqqvNohvvmF73Vvcqoip9YiWv6KSiKiRXQR+Wmt7138q6fFiefeKUcseyLwpDedG12xU8q21modkW3kp3XRryMbb3ZKkFUWQwQIECBAgAABAgQIECBAgMD0BcyQAAECBAgQIEBgbQUUOq2tp7MRIECAwNoIOMuEBapAaTy9oT9u5/PqV0HTfFtjFd/84ve6Nzl95RP/mqde6gqpcl0VVZlnU6NLNZKR7TN+5dR4wHl3zlHLngpUTVP3Zqez7pTG6Vqvd0rbWbY8lkO5pX+z0wf/q3/Gbk+9HUeAAAECBAgQIEBgogKmRYAAAQIECBAgQIAAAQIEdktAodNucW2Wnd0HAQIECBBYTIEqVBrf+dAft/N59auYab6tsYp/+dL34w8u+UB0RU6tzl6rFvUrat2i/7RWvbj4V06LB56vyKlH2bt126/FE9/4mLj7mXdK2/5cpVxZa5VltOplZFv/jN0Hf+tjUc9tiOG5Vr/yHUWeoSueqrai9qt2HKuNjbfLCRAgQIDA4gm4YwIECBAgQIAAAQIECBAgQGD6AmZIgMDuCCh02h0t+xIgQIAAAQJ7LDBfhDL0x+18Xv35ApjqD/GtL32/e5PTl/7hO7FUd7a8Wn6vUI3OYime/sunxgMvUOQ0A1mTZr8D9osn/ua5cdcz7rjifPUEundpdc8kN83av/vV98WHfnv7YqfVnnWNjSPPotipEMQ2ARkBAgQIECBAgAABAgQIECAwfQEzJECAAAECBAiMBBQ6jTCkBAgQIEBgSgKbaS5VrDK+n6E/39Y+NTZEFTRVXu18fOvLl8fvX/qB+NI//Gu01jLy6JYRLVrLiJadiuiyZ/zSqfGgCxU5Ge1XFQAAEABJREFUxT747H/AfvGkUbFTqbdOvUU1LVf5SKI+rbX4u199f1z2OyuLner5Ds+62h1FnaO2VVsxzqtfsdpYjQsCBAgQIECAAAECBAhMUcCcCBAgQIAAAQIECBAgsJUEFDptpadtrmMBOQECBAisk8B80cnQX62tsSGGwpdxv8Yqvv2Vy+P3L3l/fPFj345YWsqlIifUvTWo8ozuHU/VRjztF0+JB110l9zBsq8E9j9w/3jSm86Nuz7i2JF8+uczyXU+o+5RZVsDS/HOX3lffPh3/2HFP2NXz7ae99BWvlrUHGq82opxXv2K1cZqXBAgQIAAAQJbTsCECRAgQIAAAQIECBAgQIAAgekLmOEWElDotIUetqkSIECAAIH1FpgvNhn6q7U1NsRQ6FLtfHzrK9+PepPTFz/+nYjWMnLJNrNMIj8thl+R2dN/4eR48GMVOcU6fPa/0f7xhFmxUz2DSP98NNF9WkTlrQ1JxDv/7XviI4qdwofAxgq4OgECBAgQIECAAAECBAgQIDB9ATMkQIAAAQLTEVDoNJ1naSYECBAgQGBTCVTR0viGhv5qbY0NUYVNQ15t9Yf49lcvj9+/9IPxzx/9dv9moLpA94KgemdQdjKP6PNaP/XfPCxOetxdc8MeLg7bbYEDb3JAPOGN58adT7tDHpsPJJdM6rH0zVIOdJFDmb7jl98TH/k9b3bqcKwIECBAgAABAgQIECBAYGMEXJUAAQIECBAgQIAAgYURUOi0MI/KjRLYfALuiAABAjsSqAKl8bahv1pbY0NUQdM4r/4Q3/7a5fEHL/9gfOGj346WJ2+t1l0SrbWMyjOiz5/6upPjIY9X5FQi6x0HHnRAPPFN58adTr1D5OPIpX8mkZ/WWsQsWmvRIuJvf/k98dHf/4R/xi4tLAQIECBAgACBzSjgnggQIECAAAECBAgQIECAAIHpCyzKDBU6LcqTcp8ECBAgQGBBBKpQaXyrQ3+1tsaGqIKmcV79Ib7z9Svi9y75QHz+w9+KWMqli27Vdfrj8qo5lAPxlNc+NB76BEVOKbJhy4EHH9i92elOJ98+H9lSdC9xyudTz2roVJ5D9cjiHb/4rvjI73uz04Y9MBcmQGBvBBxLgAABAgQIECBAgAABAgQITF/ADAkQIEBgkwgodNokD8JtECBAgACBKQhU4cp4HkN/tbbGhqiCpnFe/SH+dVbk9IWPfDtP3aJeAdSq6VezfqvhLn/Kax8WD33i3cJn4wVufLMbxRN+87yoYqd6QP0jaxGVRHRN9qL/tHjnL74nPvoHip16D2sCBAgQIECAAAECBAgQILBIAu6VAAECBAgQIECAwPoIKHRaH2dXIUCAwOoCRglMSKAKlcbTGfqrtTW2WgzFTUP7r9+4In730v5NTt2bfyLX/RJ1fHUrKs/hePKrHxIPe5Iip/Fz2Oi8K3Z603lxx4fdvruVelb58GZ59zKnLq9sKR/mO37h3fHRP/TP2M1QNAQIECBAgAABAlMRMA8CBAgQIECAAAECBAgQIEBgTQQ2daHTmszQSQgQIECAAIF9LtAVr4yuMvRXa2tsHFXUVP1qx/Hdb14Zv3fpB+Pzl3072uxXZDtborXWdTPJpXVFTif/wN3DZ/MJ3PiQG8Xj3/iYuONDb989q1xF1OPLZ5hNl9eqtVbD8bf/5t3xsTcrdgofAgQIbCEBUyVAgAABAgQIECBAgAABAgSmL2CGBAgQWAsBhU5roegcBAgQIEBgCwtUkdJ4+kN/tbbGxlGFTdWvdhzf/Zcruzc5fe5D38pT13t+MpbqnU0ZtXTRraLeDvSkVz44TnmyIqfE2rTLQYfeJB73xsfEsQ85pntm0T2+fK51x5nnYD7KWT83vuPn36XYqWz6sCZAgAABAgQIECBAgAABAgSmL2CGBAgQIECAAAECuyCg0GkXkOxCgAABAptZwL1tpEAVKY2vP/RXa2tsHFXYVP1qx/G9b13Vvcnpcx+sIqc6e73lJ6O17GTU0kW3ih945Ulx6lPukdssm13goMNuEo9/43lxh5NuF/Xqpnqk+RS7vFYtB1vMPpn87eveFR//o3+M8fej8uF7U+2Oos5S26qtGOfVr1htrMYFAQIECBAgQIAAAQKbUcA9ESBAgAABAgQIECBAgACBCIVOU/8WmB8BAgQIENhHAvNFIkN/tbbGxjEuVql8iO9/+6r43Us+EJ/5wL+M7rp/y8+wjqV690/G0lI86eUPjlOfeo/RvtLNLnDQLW4Sj3/TuXH7Bx0T+QjrcebDrLuuJ1xReR/5qOPtr/27+PgfK3bqRawJECBAgMBOBGwiQIAAAQIECBAgQIAAAQIEpi9ghgQIKHTyHSBAgAABAgR2X6CKlsZHDf3V2hobRxU1Vb/acXz/O1fF7176wfjMB74VrbX+9F3TomWvzdbVtOz/wCtOitOepsgpKRZuOfiWB3XFTnd48DH1OGNYtdb6dLRurcU7Xvv38Q9/otgpfPZKwMEECBAgQIAAAQIECBAgQIDA9AXMkAABAgQIEJi+gDc6Tf8ZmyEBAgQIELghgd3aXkVK4wOG/mptjY2jCpuqX+0Q1e/f5PTB+PT7vpmnXooaq7f5DK/7yZFurHv1T254wiUPUuSUUou83PRWB8fj3nhu3O6BR3ePtVbLz70efD7nXPrnvrQUb3/138U//Ok/+WfsFvmhu3cCBAgQIECAAAECBDZawPUJECBAgAABAgQIECCw8AIKnRb+EZrAvhdwBQIECBAYBKoQZcirHfqrtTU2jipsqn61FZVXfO/bV8bvveJD8en3/UtEa1GfWldUHtH6Xy3y06KKnB7xjHtmbll0gZsefnD3Zqeu2Kl/yrmezSqfdy7RWq67iHjHq98Zn/jvip1mQhoCBAgQIEBgzQWckAABAgQIECBAgAABAgQIEJi+gBkuuoBCp0V/gu6fAAECBAisk0AVJY0vNfRXa2tsHENhU7XjqH+u7vde/qH41Hv6NznVi3zqGt2bfCrponufU7fpCS99QJx+sSKnjmUiq5secdN47G88Jo65/23zGdez3jax7nuw1K3rhU+5PeJtr3xn/KNip21IMgLrKeBaBAgQIECAAAECBAgQIECAwPQFzJAAAQIECGxyAYVOm/wBuT0CBAgQILAZBKpoaXwfQ3+1tsbGUYVN1a+2ovKKK757dfzuyz8Yn3rvNyNaRLRWS0RUmxH5aRnVz3jCzz0wTn/mvWpgU4ab2nOBQ468WffP2B1z4m3zSdd5ugff5a1VnpFty5Fs4m2vemf84//4pH/GrqgEAQIECBAgQIAAAQIECKyrgIsRIECAAAECBAgQILCxAgqdNtbf1QlsFQHzJEBggQWqKGl8+0N/tbbGxjEUNlU7jsu/e1X8ziUfiE+++5tRL+zpYynz/u093TnqotWNpXjcSx4QZzxLkVORTDUOOaqKnc6L297vNjnFfPD9svydyCSX+o5EthFve8U74p/+P8VOiWUhQIAAAQIECGwmAfdCgAABAgQIECBAgAABAgQITF9gQ2eo0GlD+V2cAAECBAhsboEqOBrf4dBfra2xcVRhU/Wrrai84srvXxP/7dIPxSff881orUXU0kW3ivq0HGyVZDz+JQ+MM39QkVNSTH455DY3i8e+8dy+2Cm/ALlEa906IpvWWuTSRQ287RV/G//0Pz/lzU7hQ4DA4gi4UwIECBAgQIAAAQIECBAgQGD6AmZIgAABAvtSQKHTvtR1bgIECBAgsMACVZQ0vv2hv1pbY+MYCpuqHccV3786frt7k9M3Iro39nSrLu9e05PduuZSbczksS+6vyKndNgyS0700KNvHo/9jXPjtvc9qvsW1Peq+4Lkd6O+F/X2r25DrmrbWy99e3zyfyl2SjoLAQIECBAgQIAAAQIECBBYDAF3SYAAAQIECBAgQGAvBBQ67QWeQwkQILCeAq5FYD0FqoBkfL2hv1pbY+OowqbqV1tRecVVV1zTv8npXd/MU7eo1/K0yF8tIpuMFvW2nkyybfHYF54YZz3n3uGz9QQOPebm8dg3nhe3vc9R3XchouXScp3RIjLJaNFaRrR466XviE/+mWKn8CFAgAABAgQIEJiEgEkQIECAAAECBAgQIECAAAECOxaYSqHTjmdoCwECBAgQILBbAlWUND5g6K/W1tg4hsKmaitqW7VXX3Ft/PbLPhj/+PffiBqryCSXpYyYReVLeemluOhnToizfui4zC1bVaCKnS5647lx5HG3Hr4g+T2p70jfzU4u2Z+92ektL3t7fOrPP+2fsduqXxjzJkBgKwmYKwECBAgQIECAAAECBAgQIDB9ATMkQIDADgUUOu2QxgYCBAgQILD1BLoCpNG0h/5qbY2Nowqaql9txZBffeW18duX9kVOLc/dWovWWkQty211u4G46GdPjEc9V5FT+MRhtzu0e7PTkccdGf33JWK53ZZU1sVbXvq2+NT/3urFTuFDgAABAgQIECBAgAABAgQITF7ABAkQIECAAAECW1dAodPWffZmToAAga0nYMY7FajCpPEOO+rX+HyMC5vG+TVXXRe/fckH4xPv/Hp36u59TUvdOiKbeh9PtV3k6qIXnBBnK3LqrKx6gVvc4bC+2Olet85vSI7l92Y56b5LOTZa3vJzb41PK3YaiUgJECBAgAABAgQIbEEBUyZAgAABAgQIECBAgACByQoodJrso939iTmCAAECBLauQBUujWc/7ldeUdurnY9xYdM4v/qqa6Pe5PSJd34jD20Z0b11p7XKM7JtOZJNt+HCF5wYZ/+wNzmFz3YCtzj2sLjojefFkfe6dQzfl0paq29Q7p5trmsomxZv+bm3xaf/z2f8M3apYSFAgAABAqsJGCNAgAABAgQIECBAgAABAgSmL2CGBKYqoNBpqk/WvAgQIECAwC4KVOHSeNdxv/KK2l7tfIwLm8b5NVdfG79z6Yfi4+/4WnRvbcp1d45c1Tmi3sSTUXk2cf5P3Tce/SOKnJLHsgOBW97xFnHRb5wXR9zjiO7rU6vu+5P7b2uzk9+1+s79zYvfEp/5C8VOJSJ2W8ABBAgQIECAAAECBAgQIECAwPQFzJAAAQIECBBYUAGFTgv64Nw2AQIECBBYC4EqEBmfZ9yvvKK2V9vHUgztuLBpnF97zXXxO5deFh9/x9ej3rfT6gSZVVN5a7nuIqK1Fhf81H3jMT92n/AhcEMCt7zTLfp/xu6eR+Surfv+ZBItVxXZ5NKyn9Ei3vKSt8an/+LT3uyUKhYCBAgQIECAAAECBAjsnoC9CRAgQIAAAQIECBAgsDkFFDptzufirhZVwH0TIEBggQSqYGl8u+N+5RW1vdr5GBc2jfMqcvrtSz8UH3v71/LQpVjq1rnqsujWda4uy43n/eR94jHPU+RUQmLXBG5551vGhb9xXhx+t1t1RXfbH1Xfu4r8li0txVtf8rb4zF96s9P2TkYIECBAgACBvRJwMAECBAgQIDDZVrIAABAASURBVECAAAECBAgQIDB9ATPclAIKnTblY3FTBAgQIEBg3wr0xUbbrjHuV15RW6udj3Fh0zi/7trr4ndefll87G1fi2iRnxatRbT8VevIT6uowRw77yfvG+cqckoRy+4K3Oout4yL3nR+HH63w/OblN+q7jsV0Tcthl850hVDvfXn3haf+SvFTuFDYB0FXIoAAQIECBAgQIAAAQIECBCYvoAZEiBAgACBjRBQ6LQR6q5JgAABAgQ2UKAKl8aXH/crr6jt1c7HuLBpnF933fXx2y+/LD7y1q92b20aVt3xXWcpqsl1V3hy3o/fJyrqOlswTHkNBA6/663iwjeeF7e8yy2771T/3aoT19ucMpa6ke57d/2118dbX/LW+Oxff9Y/Y1dEggABAgQIECBAgAABAgTWQ8A1CBAgQIAAAQIECBDYBwIKnfYBqlMSILA3Ao4lQGBfClTh0fj8437lFbW92vkYFzbN5/XP1X3kLV+N1updOnWGisorKs9oEbnEeT9+3zjvJ/xzdeGz1wJH3O3w/s1Od7lV993qT9gyz2jVy1UtGUvXLXXFTp/7m88pdioaQYAAAQIECBDYcAE3QIAAAQIECBAgQIAAAQIECExfYO1nqNBp7U2dkQABAgQIbEqBKlwa39i4X3lFba92PuYLm2p7jVX81iUfiipyWj62ki6Wov/VdbrVOT96XJz/k4qcOgyrNRE44u6H9292uvMtZ+frv3X1PqfudU6Z5NK99en6a6+Lt7z4LfH5tyh2mmFpCBDYzALujQABAgQIECBAgAABAgQIEJi+gBkSIECAwG4LKHTabTIHECBAgACBxROowqTxXY/7lVfU9mrno4qZaqzainHe/3N1X4torYvWWrTIz2zVWst+6wYe86PHxYU/fb/MLQT2XmB8hiPucURc+Mbz41Z3qmKn1n3nah2ZzZZorUVEiyp2qn/G7vNv/fwuvdkpZp/63ldUd2jn8+pXjLdXXxAgQIAAAQIECBAgQIAAAQJ7JuAoAgQIECBAgAABAvMCCp3mRfQJECCw+AJmQGCFwHzRxbhfeUUdUO18zBc21fYaq6gip8v++qvdm3JyFRW1vd6eE7NV31+Kc37k3oqcClnsM4Fb3/OIuOCN58ctjj0sv35L+XWsL2FGLV10q/yeRlx71bXx1hf/Tfzz2z7f7Vff5yHqO1t5tRWVV1Q+RE2i8morxnn1K1Ybq3FBgAABAgQIECBAYA0FnIoAAQIECBAgQIAAAQIECGw5gS1Y6LTlnrEJEyBAgMAWFpgvthj3K68onmrnYyjuqLaitldb8TuvvCwu+5uvRr0kp7UWfVJNixb5ma1a9s754ePioud7k1OqWPaxwK3v1b/Z6RZ3uEXU1zKi9Us1NdBFDmX/uquui7e+5C3x+Vmx0/j7PeTVDhGzz7hf+Wy4K5ga8qEdbx/GtAQIECCwngKuRYAAAQIECBAgQIAAAQIECExfwAwJENhqAgqdttoTN18CBAgQ2DIC80UW437lFYVR7XxUMVONVVsxzn/nlR+OD/3VV7s34wzHx1K9LSeHss0sk25LPPq5947HvkCRU2mI9RE48rgjuzc7HXr7w/KC+W3sl/yKZpIjkU1+TauJa6+Yvdnp7Z+/wX/Gbvh90J0iT1C/J4a82ophrPIhVhsbtm146wYIECBAgAABAgQIECBAgACB6QuYIQECBAgQIEBgYgL7TWw+pkOAAAECBNZEYNFPMl9cMe5XXlFzrHY+hoKOoa3tlVf8t1d9pC9yihb1cpw6R2stuk62rbVokZ9cPfq5x8Vjf+Z+2bEQWF+Bo44/Mi580/lxWBU75Xcxl2it1nkf2bbWsl95zIqd3hL//I7Pd8VQ4+/7kFdbUb8Hqs0jl/cd8morhu2VD7Ha2LBNS4AAAQIECBAgQIDAxgq4OgECBAgQIECAAAECBAgsloBCp8V6Xpvlbt0HAQIECGxigfmiinG/8oq6/WrnYyjkGLeVV/y3V384PvCXX+4KPHJVyyyGV+QsZT8jT/6oZ98zHqfIKXw2TuCo44/q3+x0zKH5vYyMue9pdrvXOuXqmsuvjre+6G/in2dvdqrfF/WdrxjyaiuGsZpZ9SuGvNqKYazyIVYbG7ZpCRAgQIDAJhZwawQIECBAgAABAgQIECBAgMD0BcyQwEIJKHRaqMflZgkQIECAwM4F5ospxv3KK+oM1c7HUMAxbiuv+N3XfCQ+8BdfjVa/Wp5hFi3b1rpVDka01uLsZ98znvDCE8OHwEYLHHWfo+KCN10Qh97u0O67mavulvJrGvmtjWHVMrn28mvibT/3lvjC3/5z98/Y1e+P+u5XDHm1FcNY5Kf6FZn2xVSVZAxjmS4vq40tb5QsqIDbJkCAAAECBAgQIECAAAECBKYvYIYECBAgQIDAZhJQ6LSZnoZ7IUCAAAECeyEwX0Qx7ldeUaevdj6Gwo1xW3nF7772I/H+//OVPLR/Bc5SNdmLbHPpiztmg2c96x7xhBfNipxqH0FggwVuc9+jujc7HXKbQ/JO6htbb3fKyF59hyur95DVlmu+d3W89cV/E19859oUO9Ul5qN+782P6RMgQIAAAQIECBAgQGChBdw8AQIECBAgQIAAAQIE1lFgv3W8lksRIDASkBIgQGAtBeaLJ8b9yivqetXORxUz1di4rbzi937+o/H+//2VaHlwG9YtO5Vnm0u0luuMs551z3jiixU5lY7YXAK3ud9tujc7HXKbm0d0X9cW+ZXt8lq1lv1oERnLxU5/94VV3+xUv1eGqN8jlUd+qq3ItC/+y2ToZ7pi2dH4ip10CBAgQIAAgckImAgBAgQIECBAgAABAgQIECAwfQEzXD+B/dbvUq5EgAABAgQI7AuB+aKJcb/yirputfMxFGqM28or6k1O7/vzL3cvvam33fRvvcl1dWo023qRU53zrIvvEU96iSKnchabU+C2J942zn/j+XGzI2/WFSLVd7e+xt0bnbKT3+y88fxS5/rq714db33RX8WX/n77Yqf6vVHf+SGGfh42O29/jto+jFU7H8P2+XF9AltQwJQJECBAgAABAgQIECBAgACB6QuYIQECBAgQWDMBhU5rRulEBAgQIEBg/QXmiyXG/fm8+uMYCjTGbeUVv/e6/k1OES1/xexTeUZb7kbL/JFV5PRzipxmKmvcON1aChx9/6PjgjddGIccdUjkVzeGVcukRX36dWXXfPeaeOuL/jq+9K4vLr/ZqX7/1O+Pisrno44bxoZ83FY+jtp33JcTIECAAAECBAgQIECAwFYVMG8CBAgQIECAAAECBHZVQKHTrkrZjwCBzSfgjghscYH5Iolxv/KdxVCoMW4rr6gip/f+2Zf7l93M1j11/6aa5aHsnvH0u8eTX3r/frM1gQUQOPoBR8f5b7wgbnrrm9XLnPKO611OFZkuf7lr01Jc/a9Xx1tf+FfxpXd/sSt2qt8f4xh+jw1j1e/OUm+IyhjycVv5OIZjxmNyAgQIECBAgACBOQFdAgQIECBAgAABAgQIECBAYPoCuzhDhU67CGU3AgQIECCwmQTmiyPG/fm8+uOooozqj9vKK37/Fz4W7/2zr0RrLepXZFvzbrlq0XKdSzfW4syn3z2e8jJFTiliWTCBox94dFzwmxfEzarYKb/XrbVaR2Qb+Wld1Dq6Yqe3veiv48vv6Yud6vdORf1+qah8PvJw/4xdIQgCBNZNwIUIECBAgAABAgQIECBAgACB6QuYIQECBAj0AgqdegdrAgQIECCwMAJVVDG+2XG/8p3FUJgxbiuvqCKn9/zPL+epl/oijXq7zVLm3Uj/hpvq1fnPeOpd4ymXKHJKGsvmF1j1Do9+4DFx3psuiINvddDK7/tSfdczuu9+fuOzvepbV3Zvdvrye760/Gan+n1Qv28qKq8Y53XRGqsY8nFb+TiG/cZjcgIECBAgQIAAAQIECBAgQGCXBexIgAABAgQIECCwRQQUOm2RB22aBAgQWF3A6KIJzBdDjPuVV9Scqp2PoQhj3FZe8Qe/+PF4z//6ckT3EptctdanEcttZTV6xtPuFk+99AHhQ2DRBY550DFx/m9eGAff6qaz73l+w9tsVt3vgRbZRLSIq759Vbz9xX8dX3nvlxQ7hQ8BAgQIECBAgMDiCbhjAgQIECBAgAABAgQIECAwDQGFTjt7jrYRIECAAIFNJFCFS+PbGfcrr6jt1c5HFTPV2LitvOIPfunj8a7/70uxtJRHV4ze5JQjo2UpTn/KXeNpipxGJtJFF7jdSbeP8990QdzklgflVLrfANnWMstnTf22uPKbV8TbqtjpfV9W7FREggABAlMSMBcCBAgQIECAAAECBAgQIEBg+gJmSIDAJAQUOk3iMZoEAQIECExdoIqUxnMc9yuvqO3VzkcVM9XYuK284g9/+R+6IqfWWuQS0SI/LVrLiBaRbeQns3jED9w1nvZyb3JKDsvEBG73kCp2uigOusXB3czq+96idXnk74EW+atlN6OKnd7x4r+Or75/axU75ewtBAgQIECAAAECBAgQIECAwMQFTI8AAQIECBAgsAgCCp0W4Sm5RwIECBDYzAL7/N6qSGl8kXG/8oraXu18VDFTjY3byiuqyOnv//sXo95UU/uM3+jU9fsNtY7TnnSXeMYrH1iXEQQmKXD7h94+zqs3Ox12k+47X78H6jdHtX1kb6liKS7/+vfjbS/8q/jqBxQ7TfLLYFIECBAgQIAAAQIEVhcwSoAAAQIECBAgQIAAAQKbQECh0yZ4CNO+BbMjQIAAgb0RqAKL8fHjfuUVtb3a+ahiphobt5VXvPlXPhF//z++FNFaRi7VZERFrlpruY78tHjEE+8SF79KkVNiWCYucPuH3SHOf9NFcZNDbxKttZxty7aaFlFLxSy54huXx9tf9NfxtQ9+xT9jFz4ECBAgQKAEBAECBAgQIECAAAECBAgQIDB9ATMksPECCp02/hm4AwIECBAgsKpAFSmNN4z7lVfU9mrno4qZamzcVl5RRU7v/NMvRm2PendN95aazLKtbmbdtuqe9sQ7xcWvVuRUzmJrCNz+5DvEeW+6MG50yI36CddvhPqN0bXd745c9Z3Lv1ZvdvrL+NqHFDv1WNY7FbCRAAECBAgQIECAAAECBAgQmL6AGRIgQIAAAQL7XECh0z4ndgECBAgQILD7An0R0rbjxv35vPrjqGKm6o/byive/O8+EVXk1PLUrXXriGxba9VkHvmpvMVpT7hzPPPVD8r+vl9cgcBmErjDKcfGeW+6KG50yI2jfmPk74hqoj6tteg62bbW4oqvXR5vf9Ffxdcv+6o3O4UPAQIECBAgQIAAAQIEdi5gKwECBAgQIECAAAECBPZWQKHT3go6nsC+F3AFAgS2mEAVKY2nPO5XvrOoYqbaPm4rr+iKnP7ki93baOp9NLVfLGWWUXk2ua2uvBSnPO5O8azXKHIqDbE1BY497Y5x3hsviANvemDGp0uBAAAQAElEQVT+NlnKyN8e3W+XbtV1ut83yXP5V/o3Oyl2SgwLAQIECBAgsDcCjiVAgMD/n737AJSkKtM+/hxyzjnnNOSco2LAvPqZVl0VWF2XoBJ03TUBJpAcZjArkkQwK8GAIoI5SxqGCeQweWBI/b3Pqa6ZQ9N3mHBDh3/feuu851R3ddWvud2l/c65CCCAAAIIIIAAAggggAACCLyAAIVOLwDE5m4Q4BgRQACB3hFw4UR5NmW/NXe/DBczuV+2zh1Xn3WHbnaRk3eeklK0KcU6h5Sb6CrigNdtpnedSpGTuPW9wCYHb6ZXjnmtllphKfl3I/+e1ImklJKSqpuLnTyz0yN/W7CZnfxo/962az1WRn2/cowcAQQQQACB/hLgbBFAAAEEEEAAAQQQQAABBBBAoPcFOEME5i1AodO8fdiKAAIIIIDAsAm0FjGUfefzChczeXvZOndcffYduumaSWrUZxJJLPL95dHoeDYnx/6v2VTv/tRe9T1pEeh7gU0P3kyvGP0aLbnsks1fl+YvTMj4dyh6kXlpaOb9M/TLE2/QwwtQ7JT3Eb98bvNeIi9b52XU9yvHyBGYI0CCAAIIIIAAAggggAACCCCAAAK9L8AZIoAAAggg0OcCFDr1+X8AnD4CCCCAQGcItBYvlP3W3P0yXMzkftk6d1xzzp266ep7lZo/ira5KKUkKcJL5Pu/dlMd+eneLXISNwQWUmDTQzbPMzstudySSin/wiiSWJKS4tZcuZl1/0z9+uSf6pG/M7NTyLAggAACCCCAAAIIIIAAAsMuwBMigAACCCCAAAIIIIBAbwtQ6NTbry9nh8D8CnA/BBAYQQEXKZVPX/adzytczOTtZevccc25d+pX354Uu26o/mlOSRP9yDxzTA5p31dvrKMocgorFgTaC2x66OY64qLXaPGlFvcvTw7/7uUZnZqr/HsWv1Mz7p2um076qR75x0Py76LD93XrcO4oc/fr8BE4L1vnZdTbyzFyBBBAAAEEEEBgPgS4CwIIIIAAAggggAACCCCAAAII9L5AT58hhU49/fJycggggAACnS7QWqxQ9ltz98uoiyTK1rnjO+fdqV9dNUn1dDMpkiTfYl0tSslJ0n6v3lRHf2ZvbyQQQGAeApu9aAu9YsxrtfjSS+R7pZSUcuZVijwiVbmLnX7tYqd/zn+xkx/p8O95u9ZjZdT3K8fIEUBgUQV4PAIIIIAAAggggAACCCCAAAII9L4AZ4gAAggg0M0Ci3XzwXPsCCCAAAIIdLNAa5FC2Xc+r3Axk7eXrXPHNefeoRu/NamiKWeaySMxUC3y4/d95cY6+rP8ubpMw+qFBbiHNn/xlnrF6Ndq8SUXz79D8evUVPF8TsqzpdXr6ZOmycVOj/7r4QWa2ck79O9nu9ZjZdT3K8fIEUAAAQQQQAABBBBAAAEEEFgkAR6MAAIIIIAAAggggEAHC1Do1MEvDoeGAALdJcDRIrAgAq3FCWW/NXe/DBczuV+2zh3fOf9O/erb9yqlPK1MtD6qpPpHkTUXucjpPz/HTE7ihsACCmx++JbKMzstubh/nVSvkhRptVbcnM2Y2Cx2uo1ipyBhQQABBBBAAAEEekKAk0AAAQQQQAABBBBAAAEEEEAAgZETGK5Cp5E7Q54ZAQQQQACBDhNwkVJ5SGXf+bzCxUzeXrbOHS5yuvHKSWo0FNGcXSby6Mk9h/PYqL2P2EjvOX2f8jDIEUBgAQQ2f8lWOmL0a5UWj8vp8vfMv4DxG9dc4tetoenjp+jXJ96gyXc8wsxOC2DMXRFAoGsFOHAEEEAAAQQQQAABBBBAAAEEEOh9Ac4QAQQQGDGB+GZmxJ6bJ0YAAQQQQKDvBFykVJ502W/N3S/DxUzul61zx3cvuEs3futeKXkOmaqpMsUtqfqJNJa9j9hY7z2DIqegYEFgkQS2eOlWeWantFiSmr9l1a9g9KtFKTlJmj5hmm460cVOjz6n2Kn8nXbeGoqbx6LJRVNl67yM+n7lGDkCCCCAAAIIIIAAAggggAACCIyEAM+JAAIIIIAAAgggMFQCFDoNlSz7RQABBBBYcIEef0RrEULZdz6vcDGTt5etc8d3L7xLv7hikuSZZBzh6CZPMhN5bJBnc3J/r5dtpP/6PEVOmYUVAoMgsMXLts4zOyn5N62Kcu3f29yPX8pp46bophOv15Q7H51T7OTf4Tp83zJ33+HDHKj1tjLq+5Vj5AgggAACCCCAAAIIdJwAB4QAAggggAACCCCAAAIIIIDAQgostpCP42EjIMBTIoAAAgh0r0Br8UHZb83dL8OFD+6XrXPHnCKnFDYpKaUUiXKbs+YqKWnvl22k951JkZO4ITDIAlsesY1eMeZ18VumiCTFWnHLWf6djCzalJKm3zNFN510g6bc9dicYif/fjv8O+22XcTu5PF2rcfKqO9XjpEjgAACCHSXAEeLAAIIIIAAAggggAACCCCAAAK9L8AZIoDAwglQ6LRwbjwKAQQQQACB+RZoLToo+87nFXXhQ9k6d3z3orv08ysmqdFQDq+8Lx+Y2xiODbmnPV+6AUVOpiAQGCIBFzu9fMxr49fQv3kR1VL1m7+k+fcyxqeOnaybTrxOU8bOLXby73Qdvl+Zu+/woQ/UelsZ9f3KsR7KORUEEEAAAQQQQAABBBBAAAEEEOh9Ac4QAQQQQAABBBBoK0ChU1sWBhFAAAEEEBgcgdZig7Lfmrtfhgsd3C9b547vjR6rn18+qZo3pposRkpOIqQqVdyiu8fhG+q/z9o3OiwIIDCUAlu9YlsdMeZ18RTxi1ct8bvopIqUkpK3xmra2Cn6tf+MXVHs5N93h3/H3baLeHhVPBWJt0czp++8jHp7OUaOAAIIIIAAAggggAACvSLAeSCAAAIIIIAAAggggAAC/SlAoVN/vu79e9acOQIIIDCMAq1FBmXf+byiLnQoW+cOFzn97LKJebamhs/Hqxyx8swxMdZstPuL1tex51DkFCQsCAyLwFav3FYvv+g1+bniN3JuEVL8UubfeW/xBjU09a7JutnFTnc/d2Yn38+/63Vb5+478i5if+1aj5VR378cI0cAAQQQQKAvBDhJBBBAAAEEEEAAAQQQQAABBBDofQHOsC8FKHTqy5edk0YAAQQQGGqB1uKCst+au19GXdRQts4d37/4bv3ssklx+EnKs8MkN5FLTlKq+ikl7f7i9XXcufuJGwIIDK/AVq/aTi+/8LVK8bQpeZ0TpZQinDuq3MVOvznpBk0dN3CxU/n+UOexhzlFVB4r+87LqLeXY+QIIIAAAggggAACCCCAAAIIIIAAAr0vwBkigAACCCDQiwIUOvXiq8o5IYAAAgiMqEBrUUHZdz6vcDGTt5etc4eLnG745sRc3NBQQ5HEElnD4a5bh7TbYetR5LTw/xXwSAQWWWCrV2+nl5z/6vw7Giv/gkZT/X7Gr+zcfvwuT77jUd184g2aes9k+Xe9jtb3AvfL8EG63671WBn1/coxcgQQQAABBBBAAAEEEECgzwU4fQQQQAABBBBAAAEEEOhCAQqduvBF45ARGFkBnh0BBOYl0FpMUPZbc/fLcHGD+2Xr3PGDL4yTi5xSPHlKSf6JlSKVV25TSjnf7bD1dfx5zOQkbgiMsMA2r91eLz3/NfLvqCOl+B2VnEqKvO5HPiUXO12vaeMpdhI3BBBAAAEEEOgQAQ4DAQQQQAABBBBAAAEEEEAAAQR6X6D7zpBCp+57zThiBBBAAIEOFXCRUnloZb/O3bYLFzN5vGydO37wxXG6/pIJedeNWPt+UmTVklN31Who10PW0/vPp8gpmFgQ6AiBbV63vV5y7qvi99SzOcUvrY8qN7GKxd3YmJsptz+qX59wnaaNn8LMTlmEFQIdLsDhIYAAAggggAACCCCAAAIIIIBA7wtwhggggAACHSdAoVPHvSQcEAIIIIBANwpUxUdzj7zs17nbduFiJo+XrXPHD780Ttd/w0VOKe/c65TyWoomxaru7nLIevrABRQ5iVtHCHAQcwW2+bcd9JJzX62U4jc2xbhDSdFVrOuByKUptz+mm0+8TtMnUOwUMCwIIIAAAggggAACCCCAAAIdLsDhIYAAAggggAACCCAw3AIUOg23OM+HAAIISBj0mICLlMpTKvt17rZduJjJ42Xr3PHDL4/TtV+fkCdrqmd88QQwvn/uR6cRWxvR7nzguvrghfuXh0GOAAIdJLDN63fQi89+pSdey+HfYf8u599h/x7Hscavcgw3NPm2R/LMTtMnTmVmp3BhQQABBBBAAAEEuliAQ0cAAQQQQAABBBBAAAEEEEAAgUEW6MBCp0E+Q3aHAAIIIIDAEAq4UKHcfdmvc7ftwsVMHi9b544ffeUeXfu1iUqpmu+lfo4USUp5LUUTi3Y+aF2dMJoiJ3FDoMMFtn3Djjr8nFcp/worKaWUjzjJPzmVYsy9Kbc9Ws3sNGkqxU7ihgACvSvAmSGAAAIIIIAAAggggAACCCCAQO8LcIYIIIDA4ApQ6DS4nuwNAQQQQKCPBFykVJ5u2a9zt+3CxUweL1vnDs/k9JOvTohdN+T75FleoufFeYxGGlksOx6wrk64kD9XFyAsCHSFgIudXnTmK+NY4zc5focjiWVOknP3Yqsm//Nh3XzCdZpx7zSKnUKGBQEEEEAAAQQQQAABBBBAAIGeFOCkEEAAAQQQQAABBBZIgEKnBeLizggggAACnSIw0sfhAqTyGMp+nbttFy5m8njZOnf86Kv36NqvT5SS4paUUkRkUpJvXqecJ+3ULHJKiyVvIhBAoEsEtnvjTnKxU/x6x29z/P46iWOPLK/dptiiiMn/fFi/Oel6zbiPYidxQwABBBBAAAEEEOhLAU4aAQQQQAABBBBAAAEEEEAAgVKAQqdSo3dyzgQBBBBAYAgFXKRU7r7s17nbduFiJo+XrXOHi5x+/JUJeRYneUqXWPm+OY3cz+ncYzvsu5ZOuGg/LbZ48jCBAAJdJrDdm3bWoWe8In6zG/l3Pv9u+xwa0fdotIrWy6N/fVC/OfE6zbyfYicTEQgggAACzxGggwACCCCAAAIIIIAAAggggAACvS/AGSKAQCFAoVOBQYoAAggggMALCbjIqLxP2a9zt/MKFzV5u9s6fvy18frxVyfIE7skJXnxKqVUpapuKZod9ltbJ1y0P0VOYcGCQDcLjHrzzjrsjFfE73iKaJ5J/p2PfrTyaIp1xGN/e0i/OfF6zaDYSQt2494IIIAAAggggAACCCCAAAIIIND7ApwhAggggAACCPSTAIVO/fRqc64IIIAAAosk4OKkcgdlv87dDhR1UZO317nbn3x9vH705fHV5C2N3MxZ+b4xNOdpR+2zlk64cH8tseQgfITP2SsJAgiMlMCot+yiQ08/onj658/o5MmdHI/+5UHdctL1mvngdPm9ow6/TzgvW+d1eOfO27UeIxBAAAEEEEAAAQQQQKDHBTg9BBBAAAEEF3IEfwAAEABJREFUEEAAAQQQQKCHBPiWtIdeTE5lcAXYGwIIIFAK1EUC9VjZr3O3A4WLEBze7raOa78xQT/88gTJs7ckNymnSopbUkoRkUlJ2++9lk68cH8tuRQf3+KGQA8JjHrrLjr0c0fEb7lPyr/zEfG7L4+kWDfDXRc7/eaE6zTrwRlDUuzk9yhxQwABBBBAoM8EOF0EEEAAAQQQQAABBBBAAAEEEOh9Ac6wdwT4prR3XkvOBAEEEEBgiARav/gv+3XudqCoi5q8vc7dXnvJBH3/S+Pl8VjlWZycO5SncWrEcESc16i91tQJF+2nJZfmozs4WBDoOYFR/76rDvrMy+N9wL/zEZ7CyW8E8V7gtHpfqDqP/vkB3XzCtZr10AyKnXruv4SOPCEOCgEEEEAAAQQQQAABBBBAAAEEel+AM0QAAQQQQKBrBPi2tGteKg4UAQQQQGAkBHJxQfHEZb/O3Q4ULmhyeLvbOq775kR9/4vjPUGLUmpO1zKnceInTXnbqL3W0gkX7qulll7cg0RHCXAwCAyewA5v300Hf+blit98pZRixxFecuRVjClve+zPD+iWE6/T4w/PpNhJ3BBAAAEEEEAAAQQQQACBoRZg/wgggAACCCCAAAIIINApAhQ6dcorwXEg0IsCnBMCXS7g4qTyFMp+nbsdKOqiJm+vc7cucvreF+6RJ2vx/r1decqWGPKELXmwWm2z+xo64YJ9tfSyS3iAQACBHhfY4R2766BPvSzeHuLNINbNJb9FOPfp+z3DWx/54/36zQk/0eOPUOxkFwIBBBBAAAEERlCAp0YAAQQQQAABBBBAAAEEEEAAgd4X6JAzpNCpQ14IDgMBBBBAoLMEXEhQHlHZr3O3A4ULmhze7raO6y+bqFzkpKQ8YUs8SUpJuRNtSimnStK2u6+pky7cT8ssR5GTuCHQRwI7/MfuOvhTL4szjjeCalG8NUiRK5KUkpLiFqtH/viAbjnhWj3+6CxmdgoSFgQ6VYDjQgABBBBAAAEEEEAAAQQQQACB3hfgDBFAAAEEhkeAQqfhceZZEEAAAQS6SMDFSeXhlv06dztQ1EVN3l7nbl3k9J0x91Qzs6iRW8/K4vtVHY9Vsc2uq+eZnJZZniKn8rUg70kBTqqNwA7/sYcOPPWlireK5ttDvFvkmd+q94jo5W1ePfyH+3TLCT/RE49R7NSGkiEEEEAAAQQQQAABBBBAAIHOEOAoEEAAAQQQQAABBBAYFAEKnQaFkZ0ggAACQyXAfodbIBcdFU9a9uvc7UDhgiaHt7utoypyGq/kn9R8gmhjUUqxzqHIpW12W1MnXriflltxSXFDAIH+FdjxXXvowNNemt8XUmq+TwRHSkkp2nqVInnk9/frlhOu1ROTKXYyDYEAAggggAACCHSfAEeMAAIIIIAAAggggAACCCCAAALzI9DdhU7zc4bcBwEEEEAAgfkUcHFSedeyX+duBwoXNdXbnNdx/eUT9Z0x42PXnoOl4QlaIo8lurHIj4mVJ2bRVrusrhMv2Jcip+BhQQABacd37an9P/mS/BZRv3n4PcPvHVW/ek/x+uHf3atbPnitZk95nD9jx388CCDQewKcEQIIIIAAAggggAACCCCAAAII9L4AZ4gAAgjMhwCFTvOBxF0QQAABBHpfwIUD5VmW/Tp3O1C4qMnb3JZxwxWT9J3R45Vi56lYR1fuJkkpxTpi613W0Ann76vlV2ImJ3FDAIE5AjsduZcO+ORLpHirULxXpJSUFLfmyk3KI0m52MkzO01hZqcQYkEAAQQQQAABBBBAAAEEEECgpwQ4GQQQQAABBBBAAAGJQif+K0AAAQQQ6HWBFzw/FyiVdyr7de52oHBhk7e5LeOGKyfpmovukWda8ewrVRtrd/yE0cYiP3bLHVfVCefvrRVXWcpbCAQQQOA5AjsdtZf2+/jhijeMWOJ9xFv9BtJ8h6lGYiCWh26dpFtPuE5PMLOTlQgEEEAAAQQQQACB/hHgTBFAAAEEEEAAAQQQQAABBPpAgEKnPniR532KbEUAAQT6W8BFRqVA2a9ztwOFC5u8zW0ZP/3WvbrmwnvkSVaSV1KsnUUkVbdoY9GWO62W/1zdiqsuXY2zRgABBNoI7Hz03trv4y9RSknJ25urFD2HovWiuD186yT99sRrNXsqf8YuOFgQQAABBLIAKwQQQAABBBBAAAEEEEAAAQQQ6H0BzhCB3heg0Kn3X2POEAEEEEBgAAEXKJWbyn6dux0oXNjkbW7LcJHTty8Yp4Z3nldOFH13HFU/BrT5DqvqpAv21UqrUeTUVKFBAIF5COz8n3tr34++2G8fflOJezZyXq9jIC+NeKt56JZJutXFTtOeUPkeVb9vla3zOrwD5+1aj9VR36fud33LCSCAAAIIIIAAAggggAACCCCAQO8LcIYIIIAAAggg0PUCFDp1/UvICSCAAAIILIxA6xf0Zb/O3Q4ULhrwNrdl/Ozb9+nbF96jlFJEHFm0sc55jESaIrwkbbHDqjrx/H26osjJR0wggEBnCOz8nn2030cPl/LbSZLfZmItKck3rz3m/KHfVDM7PTmdYid7EAgggAACCCCAAAIIIDBvAbYigAACCCCAAAIIIIAAAp0uQKFTp79CHF83CHCMCCDQZQIuUCoPuezXuduBwoVN3ua2jJ9/+z5ddd44qdGIxRHP4lxVHmtnsU3abNQqOuH8fbTKGsvEnVgQQACBBRPY+b37aJ+PvCgeFO8szfeZePPJ7y8NjzbH/F714K8n5Jmdnpwxm5mdwoYFAQQQQACBRRDgoQgggAACCCCAAAIIIIAAAggg0PsCnGGHC1Do1OEvEIeHAAIIIDC4Av7Sv9xj2a9ztwOFC5u8zW0ZP7/6Pn3r/HGqJlRJ0aa5aZVJ0Xp08+1X1Unn76NV16TISdwQQGChBXZ5337a+yMvbr6zpNhPUj2Tk5PoRZMUK7nY6bcnXqsnZ1LsJG5DKMCuEUAAAQQQQAABBBBAAAEEEECg9wU4QwQQQAABBEZWgEKnkfXn2RFAAAEEhlHABUrl05X9Onc7ULiwydvclvGLa+7TleeOyzOpyFOpeJVnU4lny/1o89LQJtuurBPO21urrkWRUybppxXnisAQCOz63/tpr/85LN51/GbjaD5JncZ7UX5ziv6Dvxqv355wrZ6a9SQzOzWZaBBAAAEEEEAAAQQQQACBQRdghwgggAACCCCAAAIIIDCkAhQ6DSkvO0cAgfkV4H4IDLWAC5TK5yj7de52oHBhk7e5LePG79yvK84d5wlTcijFs6SklCIijcRrpVhvss0qeSan1ddeNnosCCCAwOAI7HrM/tr7f/xn7PxOo/x+E29ByrdIUkqKRUpSLnY68Vo9/cRTAxY7+b2uNRQ3j0Wj1tZjddTb6j4tAggggAACCCDQKkAfAQQQQAABBBBAAAEEEEAAAQR6X2Aoz5BCp6HUZd8IIIAAAh0h0PrFe9mvc7cDhQubvM1tGZ7J6fJz7pYasTTDuRqNWCJ89s5jcKOtV66KnNahyMksBAIIDK6Ai532+tCh8WaUl/we5Gfwe1cVMe73qXg/euDGcbr1gz/W07OfblvsVL/PVY+L9zK/j0XU+2vXeqwOP67OaRFAYIEFeAACCCCAAAIIIIAAAggggAACCPS+AGeIAAIIILAIAhQ6LQIeD0UAAQQQ6HyB1i/cy36dux0o/IW/t7kt48bveianewIgybOkeLYUh3MPpJTqVJtsvYpOOm9vrbEuRU7ihsAiCfDgeQnsetwB2tPFTnGnlFKspZSizeE8QlX/gRvH67cf/LGeebJ9sZPf99qF4ubxaJ5TTOV+GfV9yjFyBBBAAAEEEEAAAQQQQAABBOZPgHshgAACCCCAAAIIIDCwAIVOA9uwBQEEEOguAY72eQKtX7SX/Tp3O1C4sMnb3JbhIqfLzh6nRvzIkWdJiSxadyPLBQDubrTlyjrx3L205vrLPe/4GEAAAQQGW2C34w/UHicdEu9BzT17JqYc0Y83pfy+Fa3fp+7/xaLP7BR7zYvfK3NSrNqNFZtJEUAAAQQQQAABBBZWgMchgAACCCCAAAIIIIAAAggg0McCfVPo1MevMaeOAAII9KVA6xfsZb/O3Q4ULmzyNrdl/PJ7D8hFTilUk2dGcSR5LU+aosgVSUpJucjpvL201gbLixsCCCAwXAK7v/+gXOyUny/ei1JKfluSUiyRu41MKSU98PNx+u0J7Wd28nvgQKG41dsizYv7OSlW7caKzaQIIIDAkAiwUwQQQAABBBBAAAEEEEAAAQQQ6H0BzhABBPpXgEKn/n3tOXMEEECgZwVav1gv+3XudqBwYZO3uS3jl99/QJeedbc8VYpnRfF9olMtjWjmzJrS0PqbraCTzttLa1Pk1LP/nXFiCHSywO4fOEi7n3BwvF3Fu1W8N8USeX6f8ioOvTkemYudbvWfsXvqGZXvec79Ple3zsuIh8Y+q/04d3i72zLajZXbyRFAAAEEEEAAAQQQQAABBBBAYNAF2CECCCCAAAIIINCzAhQ69exLy4khgAAC/SnQ+oV62a9zt+2jkb/k9zZ/sV/Gr37wgC498+4KNSXln2gVWV5SZO5Hu/7mK+qk8/bW2hsyk5O4IYDAiAns/sGDtccJh0jN96aqiTcpJ0rNH+Wbi53yzE5PU+yUQVghgAACCCCAAAII9LgAp4cAAggggAACCCCAAAIIINCtAhQ6desrNxLHzXMigAACHS7gAqXyEMt+nbsdKFzY5G1uy/jVDx/UJZ+/W41i5859X3k0OvVsKetvuoJOOndvrbvxCsW9SRFAAIGREfCsTp7dyW9Vjka1ioNx5oi0udz/07v12w/+WM8+82wu+izfB/1+577b1vDD6zHnDvfdltFurNxOjgACCCDQQQIcCgIIIIAAAggggAACCCCAAAII9L4AZ4hAlwpQ6NSlLxyHjQACCCDwXIHWL9DLfp27HSjqL/DdlnHTjx7UJWfcrZQ8+4mfM3klr1PKa7njNBc5nbe31tuEIidxQwCBjhHY/cRDtNv7D1J+r6pWUrQppVhrzi1F9kAudvrR8wqd/L7o98+6dV5GPLSv/oydz5dAAAEEEEAAAQQQQAABBBBAAIHeFuDsEEAAAQQQQKAzBSh06szXhaNCAAEEEFgAAX/ZXt697Ne524Gi/uLebRm//tGD+sbpd8euG9UX+JFVMzhFP3Lvr+orz+B04rl7UeQkhQwLAgh0msAeJx+qXY47UPndy1PQOYu2MedA85b8Xnf/DWP12w/OLXbye1393ljnblvDu6rHnDvcd1tGu7FyOzkCCCCAAAIIIIAAAgh0hQAHiQACCCCAAAIIIIAAAgiMiACFTiPCzpP2rwBnjgACgy3Q+oV52a9ztwOFv7z3Nrdl3Pzjh/R1Fzl5ihOl5k/z6JuzoKSUYiBp3U385+r20gabrRh9FgQQQKAzBfb80GHa9TjP7FS9d6WU4r2tPjrlvMMAABAASURBVNYqTynFQNL914/V70/8SS588ntj+T5Z525bIx6cH+Nx544yd9/RbszjBAIIIIAAAr0jwJkggAACCCCAAAIIIIAAAggggEDvC3CGIyFAodNIqPOcCCCAAAKDItD6RXnZr3O3A0Xrl/fuO27+yUP66ufGVseYpzvxTCeOashrD3tk7Q2X00nn7KUNNqfIyS4EAgh0tsCeHz5MuxxzQBxkvIM9Z0anPD+d53nK2yLRvdfeqd+d+OM5f8bO76V+j3TUudvWiB1Q7GQEYt4CbEUAAQQQQAABBBBAAAEEEEAAgd4X4AwRQAABBBAYAgEKnYYAlV0igAACCAy9gL9YL5+l7Ne524Gi/KLeeR0ucvra58aqOalJ1SoppYj8hGnOep0NltfJ5+6lDbegyCmjsBo0AXaEwFAK7Pk/L9IuxxxYvK9Vz+Z3t6QUnYhq0X0/uVO/P+knFDuFCgsCCCCAAAIIIIAAAgggMNgC7A8BBBBAAAEEEEAAAQQWXIBCpwU34xEIIDCyAjw7AnmmkJLBxUx1v87dDhQuavI2t2XcfO1D+upnx8b+1QzPeOI9u41w6mlOGg2ttf5yOuncvbTRlivlUVYIIIBANwns+ZEXaaf37e93tOZhV+9xfm+Md8BqaUQT73f3/uh2ip2aSjQIIIAAAgggMKwCPBkCCCCAAAIIIIAAAggggAACCPS+wAKfIYVOC0zGAxBAAAEERlKg+hJ+7hGU/Tp3O1C4sMnb3Jbxm+tc5HS3lJJ8c5OU5MWrFElSdVtrg+VzkdPGW1HkVImwRgCBbhTY639frJ3+a//moad4l5NSSpIivOTIK9374zv0+5OZ2UncEOgoAQ4GAQQQQAABBBBAAAEEEEAAAQR6X4AzRAABBBBoFaDQqVWEPgIIIIBAxwq4QKk8uLJf524HChc2eZvbMn5z/cP6ymfu9tQlVcSTNBqx8pJbz3TikNZcbzmdfM6e2mRripzMQyDQsQIc2HwJ7P3Rw7Xje/fL9/Xbnd8j442wXvLsdnnap3hTvPeHt+sPH7qWP2OXtVghgAACCCCAAAIIIIAAAgh0hAAHgQACCCCAAAIIINB3AhQ69d1LzgkjgAACUjcaVF++zz3ysl/nbgcKFzZ5m9sybrnhYX3l02OrHaeklJLkJUK+5TYppaQ11llWJ529hzbZZmVvIRBAAIGeENj7Yy/JxU4pzialvJaiiUV110lKSff+4Db98cPPLXaq31vL1nkZilvdjzQv7uekWLUbKzaTIoAAAggggAACCCygAHdHAAEEEEAAAQQQQAABBBBAoNcEKHR6/ivKCAIIIIBAhwm0fvFd9uvc7UDhwiZvc1vGrTc8rC99aqy8rVFNZZJzz17ifp7DyeMxsNpay+jkc/fUZtut0mE6HA4CCCCw6AIudtrhPftW74Hxntdcqn5+Q4x3xGj9ljjx+7fpj/8zt9ipfF/1+6n7blvDR1mPOXe477aMdmPldnIEEEBgEAXYFQIIIIAAAggggAACCCCAAAII9L4AZ4gAAj0mQKFTj72gnA4CCCDQawKtX3iX/Tp3O1DUX7i7LePWnz6iL35qrDxjiVLyoryKXHFzE6NSklZfe1l96Nw9tTlFTuKGAAK9K7D3x1+qHd+zb5xgvPHlRUrJSRUpRSvFmDTpe88tdqrfg/0+67xunZehuNX9SPPifk6KVbuxYjMpAggggAACCCCAAAIIIIAAAggMmgA7QgABBBBAAAEEukuAQqfuer04WgQQQKCvBFq/6C77de52oKi/aHdbxm9/9oi+eNpd2dKzk3jmkqoTvUZEdJqNVltzmfzn6jYf1TKTU9yHBQEEEOg1gb0/8TLtcPQ+8vui3w3ze2Ez8XttPl/3I8nFTh957sxOvo/fb8vWeRnx0DxTlMecO8rcfUe7MY8TCCCAAAIIIIAAAggMqwBPhgACCCCAAAIIIIAAAggg0FECFDp11MvROwfDmSCAAAKLKtD6BXfZr3O3A0X5RbvzOn7380f1hVPHxuE1ZyZRUnOSEjlJqepHo1XXXEYnn72HttxhVXFDAAEE+kVg70++TNsftY9SnLDfC+skpZTTaiVFV/d+9zb96X+vU/0e69bvy62tx8pQ3Op+pHlxPyfFqt1YsZkUAQQQQKADBDgEBBBAAAEEEEAAAQQQQAABBBDofQHOEIFOEqDQqZNeDY4FAQQQQCALtH6xXfbr3O1AUX7B7ryO3/3iUY055a48k0g9XUlD8dNoDWmV1Zeuipx2pMgpvyisEECgrwT2OfXl2u7de1fvl/EeGUks8V4ZCrmb3zv9TtrQxO/8k2KncBlgYRgBBBBAAAEEEEAAAQQQQAABBHpfgDNEAAEEEEAAgWEUoNBpGLF5KgQQQACBFxZw8VJ5r7Jf524HChc1eZvbMn5/46Ma88m7lGLnKeW13HGm6KeUokkxlrTy6kvnP1e31U4UOWlIb+wcAQQ6WWDf047QqHfvrXhzzJFSvEdKVVdVHr3IkiZ955/680evZ2YncUMAAQQQQAABBBBAAIHnCzCCAAIIIIAAAggggAACCAyeAIVOg2fJnhAYXAH2hkAfCrhAaaDTrre5HShc2ORtbsvIMzl90n+uzrOPOBrxNA7nc9LoNLTSqkvlmZy22Xm12MCCAAII9LfAvp96hbZ75175/dHvr1mjevvMaWyIthqYePU/KHYKDRYEEEAAAQQWWIAHIIAAAggggAACCCCAAAIIIIBA7wtwhoMmQKHToFGyIwQQQACBRRGY8wV6sZN6rGydtwsXNnncbRmeyeniU8f6jyzlPXsOkqQUuUNVVqVaadWl9aGz99C2u1DkJG4IIIBAU2DfT1fFTiml/J5ZraToqhpJ8i1Fz8VOf/nYDczsZBBi0ATYEQIIIIAAAggggAACCCCAAAII9L4AZ4gAAggggMD8ClDoNL9S3A8BBBBAYFgFXLTkJyxb5+3ChU0ed1vG7298RGNOHRtfuDeqSUea5U6+bx5oDru/4spL5pmctt2VIie7E10jwIEiMCwC+37mldr2HXvGu2i8e8Z7Z6zViLYRI1XkkVg1NOHbf9dfP0Gx07C8MDwJAggggAACCCCAAAII9IsA54kAAggggAACCCCAAAJNAQqdmhA0CCDQiwKcUzcIuMjIUR5r3S9b5+3ChU0ed1vG73/5qC4+bZwaz0pJ9S3lPKUUAxHVohVXWToXOW23G0VOAcOCAAIItBXY97Ov1DZv30P5LVQpfnw3tw7nEbExRTPhW3/X3z75U5Xvy/V7ddk6LyMeqrrv3OG+2zLajZXbyRFAAAEEEECg3wQ4XwQQQAABBBBAAAEEEEAAAQQQ6H2B6gwpdKocWCOAAAIIdIhA/eV12TpvF/4C3eNuy/jDrx7VxafdrWeefrb6wrw4t0bknn1EciYtv9KSOvms3TVq99VjCwsCCCCAwLwE9j/91dr63/fId6neRb125KH81uqe35vHX/lX/e0Uip2aMjQIjKwAz44AAggggAACCCCAAAIIIIAAAr0vwBkigAACfSJAoVOfvNCcJgIIINBpAv4S3FEeV90vW+ftwoVNHndbxh9vekxjTnWRU3zV7plFHH4STzESbXSV4kcRy63gIqc9tP0eFDmJGwJ9LMCpL5jA/me8Wlu/bXeV76feQ35vTVIsSimvNf4Kip3EDQEEEEAAAQQQQAABBBBAoCMEOAgEEEAAAQQQQACB3hCg0Kk3XkfOAgEEEBgqgWHbr4uW/GRl67xduLDJ427LcJHTRZ+8S08/9azUaOTw/SKLPO+9OdzQsssvrg+dtZt22JMiJ8sQCCCAwIII7H/Ga7TVW3aXZ8irwm+z8W4b7725H231hiuNv5xipwWx5b4IIIAAAggggMAICfC0CCCAAAIIIIAAAggggAACCHSFAIVOi/Qy8WAEEEAAgQUVyIVH/gK8eKDH3C1b5+3ChU0ed1vGn379mEafMlbPPiOl+FFzNpGUck/VrcqXXWEJfejsPbTj3mtWw6wRQAABBBZYYP8zX6Ot37q7/M6a6kfn99yklJJiFRFLpBOu+Kv+ftrPVL5v1+/lZeu8DMWt7keaF/dzUqzajRWbSRFAAIFBEGAXCCCAAAIIIIAAAggggAACCCDQ+wKcIQIIdIMAhU7d8CpxjAgggEAPC9RfTpetc4dP220d/oLcudsy/nTzY7rolLF6+qlGcwIRzyqSHx39GHPajGWW80xOu2unvddojtAggAACCCyswP5nvlZbvWU3qd5B8+3X79We40nuN2P8pX9Z6GIn777ap7PYc0vBrEfL7e4TCCCAAAIIIIAAAggggAACCCAwyALsDgEEEEAAAQQQ6AABCp064EXgEBBAAIF+EPAX0I7yXOt+2Tqvw8VMrbnHyvjzbyZr9Cl36+mnYs9J1QQieSYRyZ2UkpLiFqtlll1CJ5+5u3beZ3hncopnZ0EAAQR6VmD/s16rLd+0a7zXxhtttSilSBThpRnuutjpH5/6+QLP7FR/FritIct8XmP1NloEEEAAAQQQQAABBIZagP0jgAACCCCAAAIIIIAAAggMvQCFTkNvzDPMW4CtCCDQpwL1F9Rl69xhErd1uLDJudsy/nLL5DyT05Ozn/X0HhGx5JlD8ip3/LjoaemlF9fJZ+6qXfajyMm+BAIIIDCYAgec82/a/I07V++7sWO/98qzLsUbcG6i9exOcQfd880/6R+fXvBip9htXvK+c9Z+9ULb2z+KUQQQQACBYRDgKRBAAAEEEEAAAQQQQAABBBBAoPcFOEMEhlyAQqchJ+YJEEAAgf4W8BfOjlKh7petc4fv52Im5446d1vGX26dootOuVtPzW4opeZ0IXOaZqKklJKWWnoxnXzWbtp1/7W8ewIBBBBAYAgEDjz39drijZ7ZSfm9N1aRxJKqULSRKaWk8Zf8Sf/8zIIXO/lzoQ7FrcyjO2fx+JxO1yQcKAIIIIAAAggggAACCCCAAAII9L4AZ4gAAggggAACiyqw2KLugMcjgAACCCCwIAL1l89l69zh/biYybmjzt2W8ZdbJ+uiU8Zq9hPP+iHyfT1LiGcLacSIw7nHllgy6cNn7a7dKHIKmS5eOHQEEOgKgQPPe702f8POz31fjjdlz+pUvy/7PTuGdM83/qR/fnbBi51qCO+nztu1L7S93WMYQwABBBBAAAEEEEAAgREW4OkRQAABBBBAAAEEEEAAgRcQoNDpBYDYjEA3CHCMCHSigL9gdpTHVvfL1rnD93Mxk3NHnbst46+/nazRp47T7MefVZ4cJB6YkrOIvCTV3SWXXEwfOnM37XYAMzkFEwsCCCAwLAIHnv8GbfGGXeK5kuSlGc49kFJqpkn3fP1P+tfnfqHyfb71M8D9dqG4eTyaXFhV5+7X0W6s3kaLAAIIIIBANwpwzAgggAACCCCAAAIIIIAAAggg0PsCnOG8BSh0mrcPWxFAAAEEBkmg/rK5bJ07/BT+ktt5GR4r46+IsK1oAAAQAElEQVS/9Z+rG6fHZz7jh1RfbKuR21h5Aqdoqv7iiyedfOZu2uOgtfN9WSGAAAIIDJ/AgRe8QZu9bsfm+3I0ntLJ0zg137Or1OuGxn3tj4NS7DTQ2flzZaBtjPecACeEAAIIIIAAAggggAACCCCAAAK9L8AZIoAAAgj0uQCFTn3+HwCnjwACCAyFQOuXynW/bJ07/PwuZnJeh/ut8bffTckzOT0x61ml5EdFRJIUP9Eqh3KzxBKL6cNn7aY9D6bISdwQmCNAgsDwChx00Ru12et2yu/LKSUpFq9SJEn1LUVPuudrf9RtZ9zIzE41Cy0CCCCAAAIIIIAAAgggsNACPBABBBBAAAEEEEAAgd4WoNCpt19fzg4BBOZXgPsNmoCLlcqd1f2yde7w/VzQ5LwO91vj77+fogtPuVuzZj4dD2nIc4BEkhfnfqw8Gp3FFks6+fO7UuSUdVghgAACIytw0Og3atPX7ChP6OS3ab9X+1083q7nHJhzj437yu/1r9MX/c/YzdlxS1J9VrQM0kUAAQQQQACB/hPgjBFAAAEEEEAAAQQQQAABBBBAoKsF5qvQqavPkINHAAEEEBg2gdYvket+2Tp3+KDcltFa4ORtf//DVF14yjjlmZw870eqZv/w41OscsSYYluKTzUXOe196DrihgACCCDQGQIHjXmTNnvNjoq3aSlWKaVYS4pWcUs5qvU9X/2Dbvv8L5nZKUxYEBgpAZ4XAQQQQAABBBBAAAEEEEAAAQR6X4AzRAABBLpZIL4S7ubD59gRQAABBDpFwEVJ5bHU/bJ17vD96qIm9x113637jr//oZrJaeaMp+W+Z/yoWu9BzbGqjY4+9PndtM9hFDlVOqwRQGAIBNjlQgocdPGbtMmrdohHxzt5IyIyv2/HO3ie6KkaabircV/+nW47c9GLnfwU7cKfI+3GGUMAAQQQQAABBBBAAAEEEECgKUCDAAIIIIAAAggg0MECFDp18IvDoSGAAALdIlB9aTz3aOt+2da57+W8DBc31eFx5//4Y1XkNGvGM0rxowi3Vai6JfeklJI+dOau2vdFFDmJGwIIINChAgd/4c3a5FU75vfsNOcYk1LkqbnOTfTv+dLvdPtZv2Jmp7BgQQABBBBAAAEEOk+AI0IAAQQQQAABBBBAAAEEEEBg5AQodBoue54HAQQQ6FEBFyaVp1b3y7Y1dyGTxxzO66j7//jjVF1wyjjNmPZMnt2j3v+cGT/qgWZ78hm7aL8Xr9vs0SCAAAIIdKrAwV98szY6YlSexak+xkYkc97f3XE/2nFf/K1uP3vgYid/ZgwUsQt5m9uB4oW2D/Q4xhFAAIEXFOAOCCCAAAIIIIAAAggggAACCCDQ+wKcIQIIjJgAhU4jRs8TI4AAAt0v0Polcd0v29bcRU0eczivo+7/809TdeGpd2vmtGeUUhg53ESblKQ8qHyLnk4+fRftfzhFThmEFQIIINAFAod8+a3a+IjtVb+f+708KUmOaGJR/VY/7gu/1R3n3NR2Zid/fvizY6BQ3Lwtmlz0VOfu19FurN5GiwACCCCAAAIIIIAAAggggAACCy/AIxFAAAEEEEAAgaESoNBpqGTZLwIIINDjAq1fDtf9sm3Nyy+lndfh+zn/15+n5pmcpk95uvmldCA2PKlTo+qr2cZYbNFJn9tF+7+kp4qcfFoEAggg0PMCh3zlrdroZdvFecb7ermO9/dGjhhvtnePuWVQip3iadou/gxqu4FBBBBAAAEEEEAAAQSGToA9I4AAAggggAACCCCAAAIILKQAhU4LCcfDRkKA50QAgU4RaP1SuO6XbWvuQiaPOZw7nDuc/+sv03TBqeM0ferT+TRTSkrOYpVylqKXIotI0omf3VkHvJQip0BhQQABBLpS4JCv/rs2etmoeF9XRLyxe101MZAUHwMRKecudrrzvJuY2UncEEAAgX4R4DwRQAABBBBAAAEEEEAAAQQQQKD3BThDBBZOgEKnhXPjUQgggEDfCrgwqTz5ul+2rbkLmTzmcO4o89v+Oi3P5DT1sarIyfv39kZO5qwi8UhDJ3xmZx30svWiz4IAAggg0M0Ch3ztbdrwpdt5vr44jXiPjyUST+WXG1XTO+X87otu0WAUO+WdtVn5c6fNcGcOcVQIIIAAAggggAACCCCAAAIIIND7ApwhAggggAACCLQVoNCpLQuDCCCAAALtBFq/BK77Zdua10VNHnfuKPPb/zY9FzlNm/yUPHtHft5IUkpVP3kk5TzWOuHTO+vgl1PkZBWivQCjCCDQXQKHfP1t2uil/jN2SaoWxUeA8i2SlFLVj9bFTned/2tmdso4rBBAAAEEEEAAAQQQ6G8Bzh4BBBBAAAEEEEAAAQT6U4BCp/583Tnr/hXgzBFYaAEXJ5UPrvtl25rXRU0ed+4ocxc5nffJsZry6FPNSTsa1SwejUb0HfGMech5Qx84bUcdfARFTqHCggACCPSUwCFff7vWP3yb/BkQb/vxGRBpJP7MqML9+CxQQ2Mv/I3uPH/R/4zdQIB+voG2MY4AAggggEAXCXCoCCCAAAIIIIAAAggggAACCCDQ+wJ9eYYUOvXly85JI4AAAgsm0Pqlb90v29a8LmryuHNHmd/x9+k6/5S7NfWxZ6QUSw6vJKUUS4TilqQUPx84bScd+sr1xQ0BBBBAoDcFDrvkHVWxU5xefAyoiqQqqRv3pbsvvEV3XTA4Mzupzc2fV22GGeopAU4GAQQQQAABBBBAAAEEEEAAAQR6X4AzRAABBBDoRQEKnXrxVeWcEEAAgUEUaP2yt+6XbWteFzV53LmjzO/8x3Sdd8rdmvzoU3GknrJDinWewSMGotOIPMKd2PCBU3fUYRQ5WYNAYHgEeBYERkjgsG/+h9Z/0dbxGdA8gEZ8COSIvtNo8gdGrMZecLPuuvDXg/Jn7Lzb1vDnVusYfQQQQAABBBBAAAEEEECgpwQ4GQQQQAABBBBAAAEEulCAQqcufNE4ZAQQGFmBfnr21i95637ZtuZ1UZPHnTvK/M5/ztB5p4zTlEeeVoofOVJey7N3yLdIUkq5f/wnd9Bhr2ImJ7MQCCCAQD8IHHbpO3OxUz7X/FlQfR74QyF5sLlKKenu82/W2Itufl6xU/2543ag8K68rWydl1FvL8fIEUAAAQQQQKB/BDhTBBBAAAEEEEAAAQQQQAABBBDoPIHBLnTqvDPkiBBAAAEEFkqg9cvdul+2rXld1ORx544yv+tfM3TeJ+/WYw8/Kc/X5G2KLC+eqSPP2pETedtxH99BL37NBgt1/DwIAQQQQKB7BQ677J1a79Ct8meBPw+qj4f8yZE/NrzK43GKY8/79fOKnfz5U0e+X+ygXRsPz89Rts7L8OPKPjkCCMwRIEEAAQQQQAABBBBAAAEEEEAAgd4X4AwRQACBjhOg0KnjXhIOCAEEEBh5gdYvdet+2bbm/kLZYw7njjIfe9tMeSanxx72n6tLyj8pxclGeMmRVzEmHfeJHXT4aylyyhisEECgCwU45EUVOOzyd2n9Q7eW8mdF1SQlVbcUmaPq5WKnMb9hZqeKgzUCCCCAAAIIIIAAAggggMCwCfBECCCAAAIIIIAAAsMtQKHTcIvzfAgggECHC7g4qTzEul+2rXld1ORx544yr2dyeuTBJ6tdy7Ny5Pk4ou8ZnJxHRBoDOvbj2+slFDmZgkAAAQT6WuCwK96ldQ/aojKIz4hYqjx/jlSfJc0BjT3nJo27+JbnFDv586gOfy4NFN6Ht5Wt8zLq7eUYOQIIIIAAAggggMALCLAZAQQQQAABBBBAAAEEEEAAgUEWoNBpkEEHY3fsAwEEEBgpgdYvcet+2bbm/gLZYw7njjIfe9sMnX/qPXrkoaeUfGLNlZuUR5LcxFqetOPYj26vl75uQ3FDAAEEEEDAAi/61pFa96At5Q8Jf1aouUopVamqW4rmrrN/pXFfuPU5xU7+THLUn0/O20U8nD9jZwQCAQSGVYAnQwABBBBAAAEEEEAAAQQQQACB3hfgDBFAYHAFKHQaXE/2hgACCHStgL/0LQ++7pdta15+aezc4fu4ddx9e1Xk9PADs/OXx3kmjubK83D4vlIMeIk45v9G6aX/xp+rK18HcgQQQKCPBeacuoud1jlg8/jEiA+LWPzZ4c+QnDbv5dxjd515o8Z98bnFTv5M8ra6dd4uvCuPl63zMurt5Rg5AggggAACCCCAAAIIIIAAAggstAAPRAABBBBAAAEEFkiAQqcF4uLOCCCAQG8KtH5pW/fLtjUvvyx27vB93DrG3TFT5516jx56wH+uLimliDl8ziNiTEp5+e//204vez0zOWm+b9wRAQQQ6COB+KhwsdO6B2whf2x4lSJJmntznlKsI1zsdM+XfvucmZ382VR/TrkdKLxHbytb52XU28sxcgQQQAABBBBAAAEEhkaAvSKAAAIIIIAAAggggAACCJQCFDqVGuS9I8CZIIDAfAu0fllb98u2Na+/LPZ4a+7+uDubRU73PelJN+JYGnNndIqeB/PMG6rW7/vIdjriDRvlLawQQAABBBBoK7BY0qFXHql19ts8NsfnSnyG+FMkOnlx7s8lf8bEJt35+V9o3JeY2SnjsEIAAQR6WYBzQwABBBBAAAEEEEAAAQQQQACB3hfgDBEoBCh0KjBIEUAAgX4TqL4QnnvWdb9sW3MXMnnM4bw17rmrKnJ68L7ZUjWxhhRJSinWUr1KUqRJ7/uf7fSK/0eRk7ghgAACCLygwGJLLKZDr3x3LnZKKcXniB+SvMp5Ss4jok0xMvbzN+qeL/d3sVPGYYUAAggggAACCCCAAAIIIIAAAj0twMkhgAACCCDQTwIUOvXTq825IoAAAoWAC5WKbp5xyf163K2jHnNehguc6r5zxz13zdK5p9yjBybNjv0popEjstx6tg3PspH7kfzXh7fVK95IkZONiRER4EkRQKALBRZbcnF5Zqc19940Pkl8AvHpUi35syZW8TFTff74c+qu013sxJ+xsxSBAAIIIIAAAggggECfCnDaCCCAAAIIIIAAAggg0EMCFDr10IvJqSAwuALsrZcF/MVveX51v2xbcxcyOTxets4d48fO0rmnjtMD9z4ppVgcdSJFliLUvCX914e30yvfRJFTE4QGAQQQQGABBBZbanEd9q0jtdbem1aPSsqfMSk5cUTfTe5Ld53+C43/KsVO4oYAAggggEBbAQYRQAABBBBAAAEEEEAAAQQQQKD3BXrnDCl06p3XkjNBAAEE5kvAhUrlHet+2bbm7tfhoibnbuuYcPcsnXvKOD0wcXbsuppWoxGNPNdGbp013Ivt0ns/tK1eRZFTtmCFAAIIILBwAosvvUQudlpzr03yDvxx488nf+L4A6fqxyYnMXDnZ39OsVNwsCyEAA9BAAEEEEAAAQQQQAABBBBAAIHeF+AMEUAAAQS6RoBCp655qThQBBBAYNEFqi+A5+6n7re2vofHO5ntKQAAEABJREFU6nBBk/Oyde6YOO5x+c/V3T/JMzkl+SdW8iQaeZW8txRpRKTvOWkbvfrNzOQUFCwI9IQAJ4HASAosvsySOuxbR2nNPTdRigNJKa/lTopV3VUkKSXd9dmfa8LXfyd/fpVRfsY5bxeKm8ejUd06L2Og8fI+5AgggAACCCCAAAIIIIBANwpwzAgggAACCCCAAAIIdIoAhU6d8kpwHAgg0IsCHXVOrV++1v12rcfq8BfBzsvWuWPiPY/rnFPG6d4JTyjP19SIdUR04ktgRTS8Codq/D9P3EaveevG4oYAAggggMBgCSy+7JI69FtHao09Np77uZM/fvzZE88SeWyIJfrRvePTP6PYKRxYEEAAAQQQQGBQBdgZAggggAACCCCAAAIIIIAAAggMk8AIFjoN0xnyNAgggAAC+cvdksGFS+63az1Wh4uZ6tyt+3VMGl/N5HTfhNnKM2Uo5VbJbTOV84hoXeT02n+nyEncEEAAAQQGXWCJ5ZbSIVceqTX32EQqP4eqjyBJSSkl+eb1nS52+sbvmdnJIAQCwyLAkyCAAAIIIIAAAggggAACCCCAQO8LcIYIIIDA8AhQ6DQ8zjwLAgggMGICLlAqn7zut2s9VocLmpy7bY1JeSanezRpvGdyir17FqdolNuG6hmdPOT86BO20usocsocrBBAAIHnCTAwKAJLrrC0Drny3Vp91w2rz6HYa/2x5AF/psXQnOXOT/1UEy+h2GkOCAkCCCCAAAIIIIAAAggggMDQCrB3BBBAAAEEEEAAgUERoNBpUBjZCQIIINCZAq1f6tb9dq3H6nBhU527db+OSffM0rmnjdeke2bnk/bMGCl5Hd1ok+InSZHGSjr6g1vr3962iRb2xuMQQAABBBCYX4ElV1xGh37rKK2+20ZK/knxyBxJKUVENxKvc3PnaT/VxG/+gZmdsggrBBBAAAEEEEBgZAV4dgQQQAABBBBAAAEEEEAAAQTmR4BCp/lR6tz7cGQIIIDAgAIuUCo31v12rcfqcEGTc7etMWm8i5wmaMK4x2PXzZmbnDUa8mPmhqIvHfX+rfRvb+fP1QURCwIIIIDAMAksudIyOuSKI7XazhvEZ1H1WRVJLPFZFceQP6tyG59VauiOU6/XxEspdgoSFgQQ6GwBjg4BBBBAAAEEEEAAAQQQQAABBHpfgDNEAIH5EKDQaT6QuAsCCCDQbQL+Erc85rrfrvVYHS5sqnO37tdx74THdd6nJmriuCeU8s5jXS2SZ8lohnPF+JHv31KvfwczOYkbAggggMAwCDz3KZZaZVkdcuWRWn2XDeXPJK9Sig8nKXerTHFL0U+685TrNemyPzKzU4iwIIAAAggggAACCCCAAAIIINC5AhwZAggggAACCCAgLQYCAggggEBvCbhAqTyjut+u9VgdLmgqc/fruG/i4zrn1PEaP3aWGrFzh+fBiDT31ahGqrahdx+7pf7ff2zqzUQnCHAMCCCAQB8KLLXqcjrkiqO02o4bxNk34iOq+VkVvblLjFefZLrjk9dR7DQXhgwBBBBAAAEEEECgGwU4ZgQQQAABBBBAAAEEEECgDwQodOqDF5lTnLcAWxHoJQEXKpXnU/fbtR5rF3VxU93eN6kqcpow7onYdZInxIh1zmOlFKuUvM5JLnJ647socgoNFgQQQACBERZYarXldNCV79aqO66vlJKSjyfaukkx4lCzdbHTvVf8iZmdxA0BBBDoTQHOCgEEEEAAAQQQQAABBBBAAAEEel+AM+x9AQqdev815gwRQKBPBFy0VJ5q3W/XeqwMFzW577aM+3OR0wTdM/aJ5gROjTwjRqzjqaqZMbz2Yz32rmO2EEVOQcOCAAIIINAxAsusvoIOvvIorbL9unnuJn9m+eA8GaE/u3JEx63vcPvHrlWfFjuZhUAAAQQQQAABBBBAAAEEEEAAgd4W4OwQQAABBBDoegEKnbr+JeQEEEAAAeXio9Jh7pe4LkOau93jreHCJo+5LeOBe5/QOadN0PixTyh5581Vil5yP1o3OU9J7zpmS73p3czkZBOiFwU4JwQQ6GaBZdZwsdPRWnX79ZqfXvXZpOhHJPdj5SXijo9fq/uu/DMzO5mFQAABBBBAAAEEEECgrwQ4WQQQQAABBBBAAAEEEOh0AQqdOv0V4vgQ6AYBjnFEBVykVB5A3W/XeqwMFza577aMB+57QmefNl7j7nw8F1Hlcqm8kie7yFFl1fqd79tCb6bIqXwZyBFAAAEEOkxgmTVd7HSUVhm1bnFk/nBzeCjaasmffbd/7Me671sUO1mGQAABBBBAYI4ACQIIIIAAAggggAACCCCAAAII9L5Ah58hhU4d/gJxeAgggMC8BFykVG6v++1aj5Xhwib33Zbx4P1P5Jmcxt35hJRSLBGKW4qIJYaU4kc5pP/4r831lqOYyUncEEAAAQQ6XmCZtVbUQVccpVW2W1fP/TzzJ1uSqkUpRaKk2z/6Y9131V+Y2Unc5leA+yGAAAIIIIAAAggggAACCCCAQO8LcIYIIIAAAiMrQKHTyPrz7AgggMBCC7hIqXxw3W/XeqwMFza577aMhx6YrXNOnaCxt8+SGp7WohFNhJ8oujHY7LvT0Nvfu7neevRm3koggAACLyTAdgQ6QmDZdVbSQVccqZW2WUf+hMsRn3lu40POS0R8zsVY3EG3/++PdN+3KXbqiBePg0AAAQQQQAABBBBAAIFuEOAYEUAAAQQQQAABBBAYUgEKnYaUl50jgAAC8yuwYPdzkVL5iLrfrvVYGS5sct9tGQ8/OFtnnzZBY+94XCklxUq+pZSUclKtUvRSpC5yett/UuQUFCwIIIAAAl0msOy6K+vgK47Syluvkz/V4qOuOoNIYlFK8UnniFE3d3zkR7r/6r8ys1N4sCCAAAIIIIDAogrweAQQQAABBBBAAAEEEEAAAQQQWBSB7ih0WpQz5LEIIIBAjwm4SKk8pbrfrvVYGS5sct9tGbnI6dQJuutfszx5xdyZLOKJfP9GtHlDrJy7wMnhYQIBBBBAAIFuFFh2vZV14BVHasWt1pp7+PEhF0vL56DnM5Ru/58f6v5rKHaai0WGwBAJsFsEEEAAAQQQQAABBBBAAAEEEOh9Ac4QAQQQWAQBCp0WAY+HIoAAAsMt4KKj8jnrfrvWY2W4sMl9t2XkIqfTJurO2x6XPIGFpJScVJFSUlLcmisXOHk2pxhhQQABBBAYZgGebnAFlt9gVR10xVFaacu14rMuPuiqRSk5cSjn7iq6t3+YYidxQwABBBBAAAEEEEAAAQQQGHIBngABBBBAAAEEEEBgYAEKnQa2YQsCCCDQUQIuUioPqO63az1Whgub3HdbxiMPzdY5n5qoO/45M3bdyFNWNNxUq+g38qwWMRS59O9Hb6p3vLdj/1xdnAMLAggggAACCyaw/Iar6sArjtIKW6yZP+uqj8D45MtJDEUbSyTeb0O3f/gHzOxkCgIBBBBAAAEEEBg5AZ4ZAQQQQAABBBBAAAEEEECgjwUodOqbF58TRQCBbhZwkVJ5/HW/XeuxMlzY5L7bMh59eLbOPm2C7vjnLOWZKpSUFzceaEZKycN661Gb6j/+a3NxQwABBBBAoNcElt9oNR3oP2O3xZqKj72IpFhFxOJUcYtWSvnnjg//QA98lz9jJ24IINChAhwWAggggAACCCCAAAIIIIAAAgj0vgBniED/ClDo1L+vPWeOAAJdIuAipfJQ63671mNluLDJfbdlPPrIbJ112kTd/s9Zedd5pgp59opqwgo/xl3FBudvefcmeuf7KHLKWKwQQAABBLpbYICjX2Hj1XWgZ3babI34+IvPRH8QRhMfhc6qD8jIGjmk2092sdPfVH6+OvfnZt06bxc+BI+XrfMy6u3lGDkCCCCAAAIIIIAAAggggAACCMynAHdDAAEEEEAAgZ4VoNCpZ19aTgwBBHpBoPVLzrrfrvVYGfWXrG7LeOzRJ3X2aRN1xz9m5Vkp7JRSiiaiWpTSnERvefemetcxW8R2ln4Q4BwRQACBfhZYYZNmsdOmawRD9VmYUorPxaorOY+IVjF++8nf1wPfo9hJ3BBAAAEEEEAAAQS6ToADRgABBBBAAAEEEEAAAQS6VYBCp2595TjukRDgOREYVgEXLZVPWPfbtR4rw4VN7rstY/KjT+qsUyfoX3+fpUbsvJqVItaersIjMejUj1Ukb37nxnr3MczkFFQsCCCAAAJ9IrDCpmvooCuP1vIbr5ZncfJnYnwk5tyr3M+fmf7QlG4/6ft64Pt/Z2anPvnvg9NEAIG+EeBEEUAAAQQQQAABBBBAAAEEEECg9wU4wy4VoNCpS184DhsBBHpbwF+ilmdY99u1HivDhU3uuy1j8mNPyn+u7ra/P640Z+cp8ojkgVh5yZH0pndtoiOPZSYnyxAIIIAAAv0lsMJma+Q/Y7f8xqsr+XPRpx+tlJo/qm5J0ZfuOPF7evAH/VTsJG4IIIAAAggggAACCCCAAAIIINDzApwgAggggAACnSlAoVNnvi4cFQII9LGAi5TK06/77VqPleHCJvfdljFl8lO5yOmff5sZu254HopovVR5nqnCo9XkFHrjOzbWURQ5GYhAYMEFeAQCCPSEwIpbrJWLnZbbcDV/Qnoypzgvf246Im0u8dEZ2xu6/YTv6qEf/bPtzE7+bJ5XeFfeXrbOy6i3l2PkCCCAAAIIIIAAAgggMIICPDUCCCCAAAIIIIAAAgiMiACFTiPCzpMi0L8CnPm8BVq/xKz77VqPleHCJvfdljF1SlXk9K+/zVKKH6W8zgfiLEWWUl5L0bzx7Rvp6OOZyUncEEAAAQT6XmDFLatip+U3XE3+jPQqpRRpkmKtuFVZtb7tA9fo4R8/v9ip/lz25/RAEbuSt5Wt8zLq7eUYOQIIIIAAAp0qwHEhgAACCCCAAAIIIIAAAggggEDvC4zEGVLoNBLqPCcCCCDQRqD1y8uB+h5vDX+B6jG3ZUyb+pTOPG2i/v6XGfnLU89B4ft59gkfQu57Hoo8pVND/+9tG+k/37+lNxEIIIAAAgggEAIrbrW29r/8SC23/qrRi0/O+MyMdc5jFZ+iyp+xsY5W+tfx1+jhn/yLmZ2MQ8xLgG0IIIAAAggggAACCCCAAAIIIND7ApwhAggggMAQCFDoNASo7BIBBBBYUAEXH5WPqftu6/D2Oi9bFza577aMqshpkv7xl5lK8aPmDBTOk3eWIyn/JOkNb9tI7/kARU6ZhRUCCIywAE+PQGcJrLzNOtr/8qO07HqrVJ+b+fDiwzNar1PKazUb3fZ+FzsNzsxO/oyPp3nO0m7sOXeggwACCCCAAAIIIIAAAgh0hQAHiQACCCCAAAIIIIDAggtQ6LTgZjwCAQQQGFSB1i8rB+p7PIdnkmiGC5s85raMaVOf0lmfmqS//WmGJ5iI421E25B/Iol+vcR4pK9/60Z6L0VOIcGCAAIIIIBAe4GVt11HB6kEEfEAABAASURBVFxxtJZZd6X4PPV9qs9Qr+d8vroTmxrPNnTb+7+jh69d9JmdYnfyZ73bMtqNldvJEUAAAQQQQKAHBDgFBBBAAAEEEEAAAQQQQAABBBB4nkDPFTo97wwZQAABBDpYoPVLyrrvtg4ffp2XrQub3HdbxvRpT+msT7vIaeacmSWkpJQilCKNkJxFJL3+rRvqv05gJidxQwABBBBA4AUEVt5uXe1/+dFadp2VpfhcVdz8qZqUqiyaFHne1Gjodhc7Xff8Yqf6c9uf4wNF7PA5BU6+n8fKaDdWbidHoNcFOD8EEEAAAQQQQAABBBBAAAEEEOh9Ac4QAQQQaBWg0KlVhD4CCCAwTAKtX04O1Pd4a/gLUo+5LWPG9Kd05mmT9Nc/zMhfjsZ3rHkCJ8804fvPbfOwXvvmDShyGqbXm6dBAAEEhlmApxsigVW2X0/7X36Ulllrxfxh6kmc/Bnrjj93nVet9OwzzzSLnW5T+XntvLpffDLHnQfKfQre5tZR5u472o15nEAAAQQQQAABBBBAAAEEEOgLAU4SAQQQQAABBBDoOwEKnfruJeeEEUCgEwRav5Ss+27r8HHWednWX466LWPGjKf1+VMn6q9/mimlWJqR87yKASmyFCG97s0b6JiTtlJ/3jhrBBBAAAEEFl5glR3W1/7+M3Zrr5Q/U1NKsbOkZiOlWByRNJ55Vnd84Bo9cv3zi53qz/Hyc741V9w8Fk1eyjwPxKrdWAyzIIAAAggggAACCAgCBBBAAAEEEEAAAQQQQACBXhOg0KnXXtHBOB/2gQACQyrQ+mXkQH2Pt4a/EPWY2zJmznSR0wT95Y8zq2NvSI1mKNroxZKT2N7Qa99IkVNAsCCAAAIIILDQArnY6fKjtPSaK8ZHrT9jI2LJO3TriC3+QH72qWd02/uv1iM33M7MThmIFQIIdIwAB4IAAggggAACCCCAAAIIIIAAAr0vwBki0GMCFDr12AvK6SCAQGcLuEipPMK677YOb6/zsnVhk/tuy5iVi5wm6q9/nKWUkh+uSGJJEZKS4paUUoSSXvPGDXTsh5jJKVBYEEAAAQQQmKfAC21cZacNtJ+LndZYIe6aFB+zsSTFR27OcxKdlJL0dEO3v/9qPfrT5xc71Z/r/pwfKBQ3b4smL2WeB2LVbiyGWRBAAAEEEEAAAQQQQAABBBBAYB4CbEIAAQQQQACB7hKg0Km7Xi+OFgEEulig9cvHgfoebw1/Aeoxt2U8PutpnXHaRP359zM9Z4R8HzlrNHIeTdWNMW979f9bX8dR5NTF/xV11KFzMAgggAACIbDqzhtq/8uP1lKrLR+fvfGxGx++sczJnfgz2PHsk8/otuOv1qM/u2O+Z3aKp4hdVJ/rde7W4X26LaPdWLmdHAEEEEAAAQQQQACBBRTg7ggggAACCCCAAAIIIIBARwlQ6NRRLwcH0zsCnAkCzxVo/dKx7Dt3+BFuW8OFTR5zW8bjjz+jM06bpD//fpaU8qKUIlGEl8hjyRtSjL36/22g4z/MTE7ihgACCCCAwCALrLrLRtr/iqO19GrLKz5y5c/fKlL0I6QYS0qSGk8+U83s9PPnFzvVn/P+3K/DY3XuNnaRC5/cOuox53W0G6u30SKAAAIIDLYA+0MAAQQQQAABBBBAAAEEEEAAgd4X4Aw7SYBCp056NTgWBBDoSYHWLxvLvnOHT9xta9Rfbrot44knntEZp07UH383Ix7aiIgvTmPtx0eTO849o4Ri8ytfv57eT5FTpmGFAAIIIIDAUAisuutG2vfyo7TUKsup/vzNSe7EM0YbH8mRSM8+8ZRu98xOv7hzvmZ2yg+KVfXZXu3FeQzlpczzQKzajcXw8C88IwIIIIAAAggggAACCCCAAAII9L4AZ4gAAggggMAwClDoNIzYPBUCCPSfQOuXjGXfucMqbsuoi5o8Vud1O3v2M/Kfq/vT72YqxY9yVOuUkvIt2pSSYtEr/209ffAjW+dhVggg0FkCHA0CCPSWwOq7b6L9/GfsVl1OSpLigzilFE2qcsUtUimp8cTTuvP91+ixG59f7FR/5vs6wNHa95jiVreRqszdd7Qb8ziBAAIIIIAAAggggAACwyvAsyGAAAIIIIAAAggggMDgCVDoNHiW7AkBBAZXoOv31vrlYtl37vBJuh0o6i823fo+T85+VmecOkl/uHWGGs0fRdtcqi85G40Yiq3RHvHadfXB/6XIyc4EAggggAACwyGw2h6baN/LjtKSKy2bP5f9+T0nfADxMR0f1PHR3dDTM2frjvdfo0dvvDPf15/3dfgxzt3W4Yc7yr5zjznK3H1HuzGPEwgggAACCHSQAIeCAAIIIIAAAggggAACCCCAAAK9LzBoZ0ih06BRsiMEEEBgrkDrl4pl37nD93Zbhr/QdHjMbR3ueyan00+bqN/f6j9Xl1T9eC9J0fGilJw7pFe8bj2d+H/biBsCCCCAAAIIDK/A6ntuqn1c7LTiMooPZ/mWUlJykiNFHpGkZ2bO1l0fcLHTHS9Y7OTrAl8TlOHdue/WUebuO9qNeZzoFgGOEwEEEEAAAQQQQAABBBBAAAEEel+AM0QAAQQQmF8BCp3mV4r7IYAAAvMp0PplYtl37vCu3A4U/iLTUW9/8snqz9X97hYXOeVH55kg8qQQkTWX/AWptx7xmnV14v8xk5MtCAQQ6HEBTg+BDhVYY+/NtO/lR2uJ5ZeujrDR8Md1lUfmXvU5Lj09Y7bu/MB39Ngv78qf5f7893WAo87dOjzW3Mmc+7rvbW4dZe6+o92YxwkEEEAAAQQQQAABBBBAoCsEOEgEEEAAAQQQQAABBJoCFDo1IWgQQACBwRBo/RKx7Dt3+HncluEvLR0ec+uo8yeffFqnnzpRv7tlppIf3Fyl6DkUbXNRSkkvf/W6Oumj1UxO4oYAAggggAACIyawxj6bV8VOKyyt+JBWUtyaqxQ9h6JV3J6Z/oTueP+39eiv7lR5HVDmvjZw1GPO64hd5MIntw6Puy2j3Vi5nRwBBBBAAAEEuleAI0cAAQQQQAABBBBAAAEEEECgXwT6udCpX15jzhMBBIZJoPXLw7Lv3OFDcTtQ+ItLh7e7ffrpZ3X6aZP029/MyF9e5pkfmqtqJgh3IqpFL33l2jr5Y8zkZGcCAQQQQACBThBYY9/Nte9lR2vxZZdUfFyrXuXP8YZHIqpFT097Qncef7Um//ru+Sp2qs/P1w0O9+u2NXffUW53n0CgTwQ4TQQQQAABBBBAAAEEEEAAAQQQ6H0BzhABBPpEgEKnPnmhOU0EEBhagdYvDcu+c4ePwG1ruKDJY24ddf7M08/qc6dO1G9/M9MPVUrVvA9K7qZoHFUeHb3slevow5/Y1gMEAggggAACCyDAXYdaYI39ttA+lx2tJZZbqvlU/gyPSHO6/ihXSknPTJ+tO467SpN/PXa+ip183VCG9+i+24HihbYP9DjGEUAAAQQQQAABBBBAAAEEulmAY0cAAQQQQAABBHpDgEKn3ngdOQsEEBhBgdYvC8u+c4cPz21rlIVNZf7MM8/qs6dO1K2/nq5q5odoGp77IfbUiIhB93Ia+UtesbY+/An+XJ1lBj3YIQIIIIAAAoMgsOYBW2qfS4/SYksvEXvzp3h8tkdWL/5M93WCR5+e+rjuOP7bmvKbcfNV7DRnH75WiHC/2lfsrdn3WBn19nKMHAEEEEAAAQQQ6GsBTh4BBBBAAAEEEEAAAQQQQKArBCh06oqXqXMPkiNDoN8FWr8kLPvOHTZy2xplYVNr7pmcbr15hpSSl2YbueKWIpTm/LzkiHX0kU8yk5NVCAQQQAABBDpZYM0Dt9K+V/ynFlt6yfgcV0SSYq245Sw+9+V+tM9MfSLP7DT1lvkrdvJ1huLm1hFp/rO3Zeu8jPp+5Rg5AgggMJAA4wgggAACCCCAAAIIIIAAAggg0PsCnCEC3SBAoVM3vEocIwIIdKRA65eDZd+5wwfutjXKwqZ6m8ccLnL6zU0z4svJahYGb3fHrWd7UHPluSAOf/la+sgpzORkZwIBBBBAAIERFJjvp3axk2d2SksuHh/v/lCPqJaq7xmYIvy5/9TkWbr9uKs0ZYBip0bzfm59DeHWB+LWUedl67yM+n7lGDkCCCCAAAIIIIAAAggggAACCLQVYBABBBBAAAEEOkCAQqcOeBE4BAQQ6D6B1i8Fy75zh8/KbWvUX0S6bY3PnTZJN980U83JHJRSijxCijxC9S3p8Jevo/89lZmcahHaThbg2BBAAAEESoG1DtlG+1x+tBZbavFqOD7qY4nP+ljnz37lPHp6evIs3Xn8VZpy6/NndvJ1RHmdUfcVt3o80qqAKhKPRfO8ZaDx592RAQQQQAABBBBAAAEE5inARgQQQAABBBBAAAEEEEBg6AUodBp6Y54BgXkLsLXrBFq/DCz7zh0+KbetUX8BWbfe7txx+qcm6eZfTo+HVtM6NKKJbyY9rVOMVY2H3HnRS9fU/53KTE62IBBAAAEEEOhGgVzsdNnRSktU/5PMn/G+Lqg++/2577kb48xiw1OPztSdx39bU357j3zN4Ps5nDuct0Y8MnYV+8gXFNX+6jG3reHHt47RRwABBBAYZAF2hwACCCCAAAIIIIAAAggggAACvS/AGQ65QPX/qg/50/AECCCAQG8ItH4JWPadO3ymbluj/iLSbWuc8el79etfzpBSkn9ipUhzv5lEk7foRS9ZSx/71HbihgACCCCAAALdLbDWodtq70uP1mKLL6YUp5JSrJuRUlIsUlLckp5+dKbuOv4qTf1dVezUei1RX3fU4+7HA7uq2MnHSyCAAAIIIIAAAggggAACCCCAQG8LcHYIIIAAAggsqsBii7oDHo8AAgj0i0D9hWF9vmXfucPb3LaGv3T0mFtHmbvI6Ve/mKZG/MS3kbFuKFZOI5xHxIAfc+jha+pjn97WT0MggEB/CXC2CCDQowJrv2g77XXpUWqk+Pj37EvN8Oe+U/kyIFbuP/nwDN153FWa+vvxzOzUo/89cFoIIIAAAggggAACfS8AAAIIIIAAAggggAACCLyAAIVOLwDEZgQQ6AaBoT9Gf7lYPkvZd+7wdret0VrY5O0ec3z+M/fqphunSynJP7GSvEqxzpFX8u2ww9fSJz6znVMCAQQQQAABBHpIYO0Xj9I+l/2nFNcDVThNSopbc5VSTvTUwzN157Hf0rQ/VMVOvp4ow9cZjnrMeewlF0+XeT3mtjXq+7WO00cAAQQQQGDkBTgCBBBAAAEEEEAAAQQQQAABBBDofYF5nyGFTvP2YSsCCCCQvxgsGcov/5w7vN1ta/hLRo+5dZT55z97n375i+nKEzXkdWSxyLnbHLGK5ZAXr6lPfIaZnOxMIIAAAggg0IsCax/eLHZqXgf4miEuAfJlgVd5dqd84g091ZzZadofJjCzUzZhNUeABAEEEEAAAQQQQAABBBBAAAEEel+AM0QAAQT6XIBSiIFOAAAQAElEQVRCpz7/D4DTRwCBeQv4S8byHmXfucPb3bZGa2GTt3vMcebn7tMvfz7dD82zNaTmWslZRIpNOZJc5HTKZ5nJKURYEEAAgUUS4MEIdLrA2i8Zpb2+ebTy9YCvCfK1gFT1o1EMxLji9tSD03XX8Vdp2p8m5GInX1+U4esOh8fcOuJhuYC7zOsxt61R3691nD4CCCCAAAIIIIAAAggg0MkCHBsCCCCAAAIIIIBAbwtQ6NTbry9nhwACiyDQ+uVe2Xfu8O7dtkb9paJbh7e7dZx1+n36xc+mxUPzPA2et6H60jEy36+RW8WYdNAhq+uUzw7LTE5xPCwIIIAAAgggMNIC67xsB+15yZFxHRBXBL5UyOE8Il8juI3rhDjQ2fdP1V3HudhpYi52ytcRjUbOfc1R9us8Htbct3cc+4n712NuW8OPax2jjwACCCCAAAJdLcDBI4AAAggggAACCCCAAAIIINDVAhQ6zdfLx50QQKDfBFq/1Cv7zh02cdsa9ReLbh3e7tZx1hn36xc/m+75GPzwHMnrlGIsIuWOoqODDl1Dp50xStwQQAABBBBAoL8E1n35jtrrkqN8OaB6lVK+SMjdKpMUY0/ePy3P7DT9zxOfU+Dk6w6Hr0McZa64ecwRaS58KlvnZdT3K8fIEehdAc4MAQQQQAABBBBAAAEEEEAAAQR6X4AzRACBbhag0KmbXz2OHQEEhkSg9cu8st+au19G/SWiW4e3uXV4Jqef3zA1f5lYzaFQHX6Vex0Ri9TQgQevrk+dwZ+rq4RYI4AAAgh0jAAHMmwC6xyxo3b/+pG+LIjnbMT1QzTPW2I8rhuevHdKVez0l0kUOz3PiAEEEEAAAQQQQAABBBBAAIEFFuABCCCAAAIIIIBABwtQ6NTBLw6HhgACwy/gwqTyWcu+83mFi5m83a2jzM8+4379/GfTY9dJKUVEJiX55nXKeZJi2wEHr6FPf56ZnNSFNw4ZAQQQQACBwRRY75U7aY+vvTt2mXyJoFjnPFaRK8IjKZKkJ++dmoudplHsJG4IIIAAAggggMBQC7B/BBBAAAEEEEAAAQQQQACBkROg0Gnk7PvtmTlfBDpewIVJ5UGW/dbc/TJaC5u8zWOOsz9/v356w7RiRgbPvuBnytM3yWvf36P7H7iaPvN5ZnKyDoEAAggggAAC0rqv2lm7f/Vdqq8VfL1gl/L6od42e+JkjT3+Kk3/KzM72YhAAIERE+CJEUAAAQQQQAABBBBAAAEEEECg9wU4QwRGTIBCpxGj54kRQKCTBPwFYXk8Zd/5vMLFTN7u1lHm55x5v352w3Ql77y5SilVfY9FpAjF2AEHrqHPnsVMTuYgEEAAAQQQ6F2BBT+z9V69i3b/yrvyA5NSbvMqrh9S9FNK0Y2I5clJVbHTjL/fx5+xCxUWBBBAAAEEEEAAAQQQQAABBEZGgGdFAAEEEEAAgaESoNBpqGTZLwIIdI2AC5PKgy37rbn7ZbQWNnmbxxznnvWAbrhuWnMGhngGT72gRvSbkzvFkBcP77v/qvrsWdu5SyDQ3wKcPQIIIIBAW4H1XrOrdvvSO2ObrxyiyYvzIiJtRDwx4TGNPe5bmvEPip0yEysEEEAAAQQQQACBzhPgiBBAAAEEEEAAAQQQQACBhRSg0Gkh4XgYAiMhwHMOvoALk8q9ln3n8woXM3m7W0eZn3v2A7r+umlSSrE4JCXFLSmGFOucx0r77r+azjhne6cEAggggAACCCAwoMD6r9utWeykuJZwJGlOFrmXHEl1sdPMf96/QDM7KW6+polGra3Hyqi3l2PkCCCAAAKDI8BeEEAAAQQQQAABBBBAAAEEEECg9wU4w4UToNBp4dx4FAII9IBA65dzZb81d7+M1sImb/OY47xzHtB1P5mq+HYwh7d5dgU1jNaI4YjcaWjvfVfVGeeM8gYCAQQQQAABBBB4QYH1Xrebdv3Cf1RXEnGBka8qmq0HI83XGrHSE/c8qjuPvUIz/zX/xU7VdUsjHp4vXJ7Xth6g7986Ngx9ngIBBBBAAAEEEEAAAQQQQAABBHpfgDNEAAEEEECgrQCFTm1ZGEQAgV4XaP1Sruw7n1e4mMnb3TrK/PxzH9R1P5mmlPJ0CtLcJudepZQ8rL33XU1nnsdMTuKGAAKDLMDuEECg1wXWf/3u2vXid0j5miKuK5LiFisvOfIqxqQnx0/WXcdeqZm3PcDMTlmEFQIIIIAAAggggAACvSLAeSCAAAIIIIAAAggg0J8CFDr15+vOWSPQvwJx5i5MimbOUvZbc/fLaC1s8jaPOTyT009+NNWTKVSzH+QpFfKkTnmsXvkxe+2zqs48j5mc5rwIJAgggAACCCCwQALrv2EP7TLm7XF50YiLDT+0avPlR155LDZF/sS4R3WXZ3a6ff6LnXy94j0M1HpbGfX9yjFyBBBAAAEERlSAJ0cAAQQQQAABBBBAAAEEEEAAgZ4UeE6hU0+eISeFAAIIFAKtX8KVfefzChczebtbR5mff+4DuvYn0yVPoCApJSdVpJSiLykpbkl77r2qzjqfmZwCgwUBBBBAAAEEFkFgg/+3p3YdPXdmJ19rxGWHUoqLjlgiiSUpxXPMHveoxh57pWbd8eB8z+zka514aFXAHUlrP4aes9TbnzNIp2MFODAEEEAAAQQQQAABBBBAAAEEEOh9Ac4QAQQQ6EUBCp168VXlnBBAoK1A65dvZb81d7+MsrCpHveY4/zzHtSPfzQtnrM5k4KzhvMqqvt7UNpjr5V1zgUUOYUGCwIIINDJAhwbAl0jsP4b99ROF/77nJmdqkuQ6hpE0cnXIT6bGHpi7MO665grKHayB4EAAggggAACCCCAAAIISBgggAACCCCAAAIIdKEAhU5d+KJxyAggsOAC/pKvfFTZdz6vcDGTt7ttjQvOf1A/+dE0eeKEvP8kxaKUYp0j+tFGT7vvuYrOvXAHdf+NM0AAAQQQQACBThLY8M17a+cL3ibFBUdcdiilZiLlPHqRKG5Js8c+oruP/5Zm3fkQMzuFCAsCCCCAAAIIzEuAbQgggAACCCCAAAIIIIAAAgh0ngCFToP9mrA/BBDoOAEXKZUHVfZbc/fLcGGT+3Vb5+5feMGD+tEPp8auG2rEul6c+36eRcEbnO+2x8o67yJmcqqNaBFAAAEEEEBgcAU2eMve2un8f68uPxpxNRKLn8HXITltrnzV4j9fd/dxV2rmnfwZOxsRCCy0AA9EAAEEEEAAAQQQQAABBBBAAIHeF+AMEUCg4wQodOq4l4QDQgCBwRTwl3vl/sq+83mFi5m8vWydOy668CH96IfTlOJHEUm+zV2nFHkzdt9jFZ0/mpmcLEQggAACCPSPAGc6/AIbvnUf7XTeW5WSr0Pi+aNNKUXfeYQib8bjdzyke46/SrPumvfMTr4WKsN7cb9d67Ey6vuVY+QIIIAAAggggAACCCCAAAK9JcDZIIAAAggggAACwy1AodNwi/N8CCAwbAKtX66V/dbc/TJczOR+2Tp3uMjp+9+fUs2YIM+LENGcJSG6XmJbDDQa2nW3lXT+aGZyGrYXvXueiCNFAAEEEEBgSAQ2fNu+2uGctyguRnL4eiYuSSL308U1S1ypeO2BWbc9oHH+M3ZjBy528rWPo9pPPDLvLB49QOtnKcOPK/vkCCCAAAIIIIBAnwlwuggggAACCCCAAAIIIIAAAoMsQKHTIIOyu8EQYB8ILLpA65dqZd/5vKL+Mq9snTtGX/SQfvCDqfJ8CNVROotIVS82eFFKSbvsurIuHMNMTk0ZGgQQQAABBBAYJoGN3r6fdjznrfnZUkpKzpqrFL3kfrReHr/tAfnP2M26+2H5WsdRXyeVeT1Wt96F83atx8qo71eOkSOAAAKVAGsEEEAAAQQQQAABBBBAAAEEEOh9Ac4QgcEVoNBpcD3ZGwIIdIBA65dpZb81d7+M+gu9snXuGD36YX3ve1MlT9Y05zwb0XU0B5rbdtp5RV30BYqcmio0CCCAAAIIILAwAovwmA3fsZ+2P+vNytc53k9co/gixlctOdXc9eP/ekDjjrtSj4+bW+zkax8/tmzr3OOOvFtmdjIDgQACCCCAAAIIIIAAAggggMDCC/BIBBBAAAEEEFggAQqdFoiLOyOAQKcL1F+61cdZ9p3PK+ov78rWuWPMmIf1/e9NVYof1TMjxJO4X0V0lORl551X0kUX7yBuCCAwtALsHQEEEEBg3gIbv/MA7XDmm315onqVInE0B6IXWUpysZNndnr8nkfmzOzkayBfO9Wt89ZQ3DwWTS6qKlvnZdT3K8fIEUAAAQQQQAABBBB4IQG2I4AAAggggAACCCCAAAKlAIVOpQY5Ar0j0Jdn0vrlWdlvzd0vo/4Cr2ydOy6++GF99ztT8pd3ngUhkuYcCHPnRagmM2hox51W1EUXb6/FFkt9+Rpw0ggggAACCCDQWQIbvesAjfr8m3zREgfmK5kq8kAjr+PSJpK4upn1j/t197FX6PHxjw5Y7ORrI0d5HRU7bu4j9lddFM3pe1sZflzZJ0cAAQQQWGQBdoAAAggggAACCCCAAAIIIIAAAr0vwBkWAhQ6FRikCCDQvQKtX5qVfefzivrLurJ17vjCFx7Rd74zNWCSlJKS4la3kSpGkiNJO+60kkZfvANFTuKGAAIIIIAAAp0ksPG7D9T2Z7wpDin5qiWHYt1clFKSlOTm8X/6z9hdoccnDFzs1O66SnHzeDRzipzqvsfKGGi8vM/g5ewJAQQQQAABBBBAAAEEEEAAAQR6X4AzRAABBBDoJwEKnfrp1eZcEehRgdYvy8p+a+5+GS5mcr9snTtc5HT11VMkT3LgVcMzIARitLFuLt7Y0A47rKgLR4/S4oun5jgNAggg0AUCHCICCPSNwEZHHqjtPvf/4orG1zPV9YtPPmdeFZ1Zf7tP4469QrMnTZ7nzE6+hioj76J5neTxsu+8jHp7OUaOAAIIIIAAAggggAACQyTAbhFAAAEEEEAAAQQQ6CEBCp166MXkVBDoR4HWL8nKfp27bRcuZvJ42Tp3fPGLj+iaa6bmmQ3k2qWUlFIVkWTq6CpGNGr7FXXhmO215JK8pWYYVggggAACCCDQkQKbHH2wRn3ujfn6RbFW3JLDq2gVFzcpJTd6/O/36e5jLtfseyl2Mg2BAAIIINDbApwdAggggAACCCCAAAIIIIAAAgh0j8DCfivfPWfIkSKAQM8KuEipPLmyX+du24WLmTxets4dX/jiI/r2t6fkP7uSJyVoqJk35raeDyHGtxu1vEZfvL2WWoq30/K1IEcAAQQQQACBzhTY+OiDte1n3hAHFxcy1ZKvb+JqJ7e+PvL1j2PmXydVxU73TWFmpxDr44VTRwABBBBAAAEEEEAAAQQQQACB3hfgDBFAAIGuEeCb+a55qThQBBAoBfwl3ED9epvbduFiJo+XrXPHF7/0iK6+eqqUYmlGzvMqBiSlaJKSthu1S/513AAAEABJREFUgi4aQ5GTuCGAAAJ9LcDJI9B9Apu85xBt++k3KC5nvCilJCmpapLTnCclzfrrvRrnmZ3uY2YncUMAAQQQQAABBBBAAIE+FuDUEUAAAQQQQAABBDpFgEKnTnklOA4EEJhvARcplXcu+3Xutl24mMnjZevc8aUvP6Krvj0ldl1Nb+CZDByKrmc5UO5Um7fddgVdNHqUlllm8RhgGVCADQgggAACCCDQkQKbvPdQbXPa6/Nljq+N8kH6msfXO7n1SCSxzPzzRI079grNZmYnoxAIIIAAAggg0E6AMQQQQAABBBBAAAEEEEAAAQSGSYBCp2GCbvc0jCGAwIILzPkirvnQsl/nbtuFi5k8XrbOHV/+yqO66qqp8swFinVeUvSS5Fw5T/KPi5xGjxmlZZelyEncEEAAAQQQQKBrBTZ932Ha9rTXK6VUnUO0KaXoRzc5YpWXpFl/nqR7jrtCs++fyp+xCxoWBBZUgPsjgAACCCCAAAIIIIAAAggggEDvC3CGCCAwPAIUOg2PM8+CAAKDIOAipXI3Zb/O3bYLFzN5vGydO1zkdOWVU4oZDRrNCZwa1SRO0XXix2+9zfK6yEVOy1HkVL4W5AgggAACCCyCAA8dQYFN3neYtjrldXEEvu6pIy6F4vrH1z75GiiukpzP+OME3XPc5Zr9AMVOAcaCAAIIIIAAAggggAACCCCwYALcGwEEEEAAAQQQGBQBCp0GhZGdIIDAUAv4y7XyOcp+nbudV7ioydvd1vGVrz6qK781RcqzFUSTIml2nDrcjS3aeuvlddHo7bQcRU7iNpwCPBcCCCCAAAJDK7DZMS/W1p/8N1XXPSm3ziNT7iiyGEiSZv7BxU5X6MkHpzGzU3iwIIAAAggggAACgyfAnhBAAAEEEEAAAQQQQAABBOZHgEKn+VHiPp0rwJH1hYCLk8oTLft17rZd1AVNbr3dbR1f/dpjuvzKKXN23YisoWrtJmd5JW251XK6aPQorbDCEnEvFgQQQAABBBBAoLcENj32xdr6E6/LUzk1mtc/0clLXsWgh33WM38/Ps/s9ORDFDvZg0AAgWES4GkQQAABBBBAAAEEEEAAAQQQQKD3BThDBOZDgEKn+UDiLgggMHICLk4qn73s17nbeYULm7zdbR1f/XpV5JSUYvcONTPnEXlJSqkqchozZpRWXJEiJ3FDAAEEEEAAgY4UGIyD2vS4w3Oxk69/FNdAiiQWpfhRJKl4kpm/c7HTFXry4enM7FS4kCKAAAIIIIAAAggggAACCCAwlALsGwEEEEAAAQQkCp34rwABBDpWwMVJ5cGV/Tp3O1DURU3eXuduv/aNx3TZ5ZPl8bkzODWzhucqiPAS+eabL6eLLtqOIqfyhSBHoPsEOGIEEEAAgfkU2PT4w7XlR18T10mKiOujuB6KdZXP2Uce0Yxbx+meYy/Xk488v9gpX2fFY33tVed16904b9d6jEAAAQQQQAABBBBAYCEFeBgCCCCAAAIIIIAAAgj0gcBifXCOnCICCMxToDM31l9+1UdX9uvc7UDhL9Uc3u62jq9fMlmXXu4/V5dU/TSfoTlLQUopBiJi2WKL5TR69CitvPKSMcaCAAIIIIAAAgj0h8BmH3iptvroq/O1kprXRiklpTmnnyKPSNLM396j8cderqcenfGcmZ187eXrMEeZu+/wrgZqva2O+j51nxYBBBBAYFEEeCwCCCCAAAIIIIAAAggggAACCPS+QO+fIYVOvf8ac4YIdJ1A6xdaZb/O3Q4U/jLN4e1u6/BMTpdcOllqmKSaiSCn7kY496jvsNlmnslplFZZhT9XFzQsCCCAAAIIINBnApt98GXa8v9e7cuiOPO4SmpUV0nRiaXKYyjnM26pZnZ66rEuL3aKs2FBAAEEEEAAAQQQQAABBBBAAIEeF+D0EEAAAQS6XoBCp65/CTkBBHpLwMVJ5RmV/Tp3O1A8++yzeTYBb69zt1+/5DFdevlUpRR7dyg1f6IfWb326KabLqfRF22nVVelyMkuBAIIIGABAgEE+k9gsxNepi0+8sq4UkpSXETFWtUtKUWSUl7LnZm33F3N7DR5Zr4W8/VXHb4uc7jvtgzFzf1o8p/HK1vnddT3qfu0CCCAAAIIIIAAAgggMDQC7BUBBBBAAAEEEEAAgU4XoNCp018hjg+BPhJo/QKr7Ne524HCX545vN1tHV+/5FFdcumU/OVZnnmgYVTPROCocs/y5OGNN14mFzmtttoC/bk674RAAAEEEEAAAQR6TmDzk47Q5v/ziuo6as7Z+Roqor6wiouoWDT95rG52OlJip3mSJEggAACCPScACeEAAIIIIAAAggggAACCCCAAAIjLDAMhU4jfIY8PQIIdIVAI39RNvdQy36dux0o6qImb69zt9/45mO65LJpeceedMDzDnjWAcUq5VB1S9ImGy+rMaNHafXVKXKqUFgjgAACCCCAAALS5ie/Qlt82DM71RopX0WllGIgolqUUtKMm8dqwnGX66kpzOwUOH24cMoIIIAAAggggAACCCCAAAIIIND7ApwhAgggMLICFDqNrD/PjgACIeDipGjmLGW/zt0OFC5ocni72zq+celj+sY3p0jNIio3nm3AszfFYDSNiOppN9qomslpjTUocqpEWCOAAAIIDLoAO0SgiwU2/9Ar5KhPwddU1ZVUZNUSl1xVMuOmu/LMTk9NncWfsavBaBFAAAEEEEAAAQQQQKB/BDhTBBBAAAEEEEAAgSEVoNBpSHnZOQIIvJCAi5PK+5T9Onc7UNRFTd5e524vuWyyvvHNqVJKsaRoY8m5pOh6lVKKNGmjjZbNf65uzTUpctII3nhqBBBAAAEEEOhsgc0//EptdtIR+SBTrFNcScmR8lopzUk089f+M3aX6alpFDuJGwIIIIAAAgg8R4AOAggggAACCCCAAAIIIIAAAosiQKHTougN32N5JgR6UsDFSeWJlf06dztQuKDJ4e1u6/jmZZP1tW9MVp7BKVbe7qmb3EbXkznF0zZie0MbbLC0Rl+4rdZea6kYY0EAAQQQQAABBBCYl8AWH3mVNjvx5XFpVV1L5QsrT+SUI69iqNo241d3afwxl+npGU8ws9O8UNmGwHMF6CGAAAIIIIAAAggggAACCCCAQO8LcIYIILAIAhQ6LQIeD0UAgYUXcNFR+eiyX+duBwoXNdXbnNfxzcsn66uXTJFS8hKRcq64xZCip3q1wfrLaMxF22nttSlyEjcEEEAAAQS6QoCD7ASBLf731drshCPkaysprq685MirGEpKKULSTP8Zu/++VE/PpNgpOFgQQAABBBBAAAEEEEAAAQTmS4A7IYAAAggggAACAwtQ6DSwDVsQQGCIBFygVO667Ne524GiLmpqbS+9YrK++o0p1a49oYAzT+HkiNxNDEuxWm+9pfJMTuusQ5FT0LD0igDngQACCCCAwDAJbPF/r9YmH3hZPFtcWFVLni3T11mRxNLIqVczfnmnxv/3ZXpm1mxmdgoxFgQQQAABBBBAYJEF2AECCCCAAAIIIIAAAggg0McCFDr18Yvfb6fO+XaGgIuXyiMp+3XudqBwcVO9zXkdl105RV/5+tS8a88fkJIUS6ySUkrRxhJtLFpvvaXzTE5uxQ0BBBBAAAEEEEBgoQS2/NhrtamLnapLrTnXXJHEkpS817ySZv7yDk04xsVOT1LsZBcCAQSGVICdI4AAAggggAACCCCAAAIIIIBA7wtwhv0rQKFT/772nDkCwy7gAqXySct+nbsdKFzU5G1uy7jsW1P0pa9NVp43IM8oEFnDoWo2gchjY87XXWcpjblwW62/3tLloZAjgAACCCCAAAL9IjCo57nFx16rTY5/qS+18rVWrHwBFk1ci/mZ4tosBqIvTfv5bZpw7KV65vGBi518rdcaeTe+novE26KJ/eUdO50T9bY5AyQIIIAAAggggAACCCCAAAII9K8AZ44AAggggEDPClDo1LMvLSeGQGcJtH7xVPbr3O1A4cImb3NbxuVXTdGXvzpFqfkTjRcpxUhyk1fybd11l9boC7bV+utT5GQPAgEE2gkwhgACCCCwoAJbfuJ12uS4l8TlV/O6K1+HJSXvqLmKoeglTf/Z7Zpw7GV65omn2s7s5Os8X/O1Rjx4TnGTt5V953XU2+o+LQIIIIAAAggggAAC7QUYRQABBBBAAAEEEEAAgW4VoNCpW185jhuBkRBYyOds/cKp7Ne524Gi/sLLbRlXXDVVX/zKlGoGgebah5j/fX9eRc//+j9i7bWW0ugLttGGGy4TgywIIIAAAggggAACgymw5Sf/TRsdc7gnb4po5KKkfDmWV3kons6dhqb/9F+aeOylenb2U/l+5fWdrwfdd9sasYN8/3atx+rw4+qcFgEEEEBgIQV4GAIIIIAAAggggAACCCCAAAII9L5Al54hhU5d+sJx2Ah0i0DrF01lv87dDhT1F11uy7jiqin6wlcnZwZPFJDynAGp2U+qZg2IbiRrrbWUxly0rTaiyClAWBBAAAEEEEAAgaER2OrU12vjYw+XL8RSal6PJeVbdJXiRzmk6Tf8S+OPuVTPdGmxk7ghgAACCCCAAAIIIIAAAggggEDPC3CCCCCAAAKdKUChU2e+LhwVAj0h4OKl8kTKfp27HShc2ORtbsu44ttTdPFXpihP4hSrPDdAo5GzaJpt9GPDmmssqTEXbquNN2Imp/K1IEcAAQSGUIBdI4BAHwts6WKn9704z7zk67K4MAsNX5dFRKdaV5dx06//p8Yf80098+TT+f7l9V59Dei2NWKH+f7tWo/V4cfVOS0CCCCAAAIIIIAAAggMugA7RAABBBBAAAEEEEBgRAQodBoRdp4Ugd4XaP1iqezXuduBwl90eZvbMq68eqq+8JWpzbkA7FjNDaDkNiJ5LCL6a665pMZcsI022biTipzi2FgQQAABBBBAAIEeFtjyU2/QRu97kfJlWXOVql6s6ywA4nptxvX/0gQXOz1FsVOIsCCAAAII9JQAJ4MAAggggAACCCCAAAIIIIAAAkMh0FmFTkNxhuwTAQSGXcAFSuWTlv06dztQuLDJ29yW8a1rpmrMlybnf8HfKJ6gyr12VBvWWK0qctp002WrAdYIIIAAAggggAACwyaw1affqA3fe1g1dVM869yrtLlZXNTJvenX/kMT/vubeubpZ2KoofL6r74mdNsasdt8/3atx+rw4+qctoMEOBQEEEAAAQQQQAABBBBAAAEEEOh9Ac4QAQQQGAIBCp2GAJVdItDPAq1fJJX9Onc7UPiLLW9zW8ZV35mq0V+aIqUUS4TiliJicZOUmpm0+mpLacyF22gzipzChAUBBBBAoBsFOGYEekFgq8++qSp2ipOJS7i4Wpt7vZazGHSraGdc909NPOabevaZqtipvB6sc7etEbueU+zk3OH7uC2j3Vi5nRwBBBBAAAEEEEAAAQQQGAkBnhMBBBBAAAEEEC7kJq0AABAASURBVEBgwQUodFpwMx6BAAIDCLR+gVT269ztQOHCJm9zW4aLnC78wuRqRoBGI3+Z5X/9n6cAiGNxHqPRbWjVVZbQ6PO30uabLRtbWHpUgNNCAAEEEEAAgS4RcLHTBkcfEtdvvpSrrth86Pn6zdd1voJzGzHtx3/PMzvV14HldWGdu22NvL94vMedO8rcfUe7MY8TCCCAAAIIINCxAhwYAggggAACCCCAAAIIIIAAAs8ToNDpeSTdPsDxIzAyAq1fHJX9Onc7UPgLLW9zW8a3vztNF31xilJKUixepZSqVNUtRZNiZNVVlswzOW25xXIxwoIAAggggAACCCDQCQJbn/EWudhJcb3mazbVt3xNFyPRKoc0/ScUO9U8tAi8sAD3QAABBBBAAAEEEEAAAQQQQACB3hfgDBFAoFWAQqdWEfoIILDAAi5QKh9U9uvc7UDhwiZvc1vG1d+bpgsunqzqX/zHMziJnu+b0xjy4nzllRfXxRdsra0ocjIJgQACCCCAAAIIdJRALnY68uA4Jl+5ReOl0cxzG7mXiGk/+lv1Z+yefVa+NvS1n1tHnbttjWqXDXncuaPM3Xe0G/M4gQACCCCAAAIIIIAAAggg0IUCHDICCCCAAAII9J0AhU5995JzwggMrkDrF0Vlv87dDhTlF1bO67jm+9N0/sVTpOQlyf/IX0lSJCklJcUtr6SVV15CY87fWlttyUxOocKCwHwJcCcEEEAAAQSGW2DrM9+q9d/tYifla7mUmhdz0SaPpBhvRi52OvbSXOjk60NfS7p11Lnb1lDc6rFI8+J+TopVu7FiMykCCCCAAAIIINAzApwIAggggAACCCCAAAIIINBrAhQ69doryvkMhgD7mE+B1i+Iyn6dux0oyi+qnNdxzQ+m6dzRkyX/6/6Gm+a/zI/cY3l/Psbor7Ti4hpz3lbaZuvlPUIggAACCCCAAAIIdLDA1mf9u9Z750GKy7i4rItrvMjytd2c677q2i82atoP/qKJx1Hs1MEvJ4eGQC8IcA4IIIAAAggggAACCCCAAAIIIND7ApxhjwlQ6NRjLying8BwCfgLqfK5yn6dux0oXNTkbW7L+M4Ppuu80VOUUvOf889pnPgZU96WIl1xxSU05oJttO02FDkFBwsCCCCAAAIIIDDIAkOzu23OeZvWf+dBios6Jf+0ve5LUmyb/oO/atLxlzGzk7ghgAACCCCAAAIIIIAAAgggMFQC7BcBBBBAAIHuEqDQqbteL44WgY4QcIFSeSBlv87dtou6qMnb6rxuv/ODaTpn9GTV/8JfzqLT/Af+ueuVH7v88ovJf65uu234c3Xla0GOAALDKMBTIYAAAggstMDWLnb6jwN9tReXd3HB5yyadtd9U7/3Z937gcspdlpobR6IAAIIIIAAAgggsEgCPBgBBBBAAAEEEEAAAQQ6SoBCp456OTgYBDpfwEVG5VGW/Tp32y5c0FSPOy/juz90kdOUvOv87/f9L/sVmZfIY5G7imT55RfXxedvo1HbUuQkbggggAACCCCAQJcKbH3u27Xe2w+Qr++SUrSxuIlwN3pKKSlJmvrdP+neD15BsVNYsCCAAAKdJsDxIIAAAggggAACCCCAAAIIIIBA7wt00hlS6NRJrwbHgkCHC7hIqTzEsl/nbtuFi5o87rY1vvuj6TrroqrIqfmP+eX7xkq532hE6n/iLy23zGK6+Lyttf0o/lxd+VqQI4AAAggggAAC3Siwzfnv0Lpv22/OtV5c9s3JfSHoa8K4CnSqqdf8Qfd1X7FTN74sHDMCCCCAAAIIIIAAAggggAACCCyYAPdGAAEEEBhGAQqdhhGbp0KgmwX8JVN5/GW/zt3OK1zg5O1u6/jej6fr7Aun5H+pn/eflPOUnDii7yb6yy67mC6+YGvtsD1FTuKGAAII9IQAJ4EAAghI21zwTq37tv3li8C45FNKvvhT3FLOU2TVkjT1mj/q3hOY2anyYI0AAggggAACCCCAQLcIcJwIIIAAAggggAACCAyeAIVOg2fJnhDoWQEXJ5UnV/br3O1AURc1eXudu/3+j6frzAsmx64bnrgp2mrxv9r3ffM/3Y9OLFpm6cU05ryttGM/FTlVHKwRQAABBBBAAIGeF9jmwndqnbfsq2pGpzhdXwDGFaKvCXMaQ16cT736DxQ7GYNAAAEEEOgdAc4EAQQQQAABBBBAAAEEEEAAAQTmW6BrC53m+wy5IwIILJKAv1wqd1D269ztQOGCJoe3u63jBz+ZoTPzTE5JSklJc2/OU8precMySy+ei5x23nEFcUMAAQQQQAABBBDoTYFtR787FzvVl4GKC8GUUqylalU1Hpl29R9134lXqr62LK8169xtayhu9VikeXE/J8Wq3VixmXSYBXg6BBBAAAEEEEAAAQQQQAABBBDofQHOEAEEEJhfAQqd5leK+yHQhwKtX/CU/Tp3O1C0++LJYz+4doZOP/8x5ce1/kv9RjW7k7fFHbTkkkljzttSu+xEkVMf/ifIKSOAAAIIvLAA90CgpwS2HfNurf2mfeTrwFhFU10bxiVjnKfziLhe9LapV/1e951EsVPAsCCAAAIIIIAAAggggEDvC3CGCCCAAAIIIIAAAk0BCp2aEDQIIDD/ArkIKe7udqBwQZPD293W8cPrZuiM8yfL/xJfsXY4T2remv9qP6WkJZdaTF84byvtSpFTE4dmwQV4BAIIIIAAAgh0m8C2Fx+ptd+0bxx2UkoRkVWL84gYk1JeprnY6eRvPWdmp/r6s2ydl6G41f1I8+J+TopVu7FiMykCCCCAAAIIdIwAB4IAAggggAACCCCAAAIIINAvAhQ69csr3e48GUNgAAF/oeOoNzt3uF+2ztuFi5rqced1/Oj6GfrcuZP9D/C9q2Y0om1U/0g/Mi8eWXxx6eJzt9Ruu6zoIQIBBBBAAAEEEECgjwS2/cKRWvuNe8+d0Smfe3XNWK99AenrxqlX/k73f2husZOvPX0t2tp6rAzvsu47d7jvtox2Y+V2cgS6QoCDRAABBBBAAAEEEEAAAQQQQACB3hfgDBHoEwEKnfrkheY0ERgMgfpLHrcDRfmFkvM6fnzDTH3u3Cmq/gF+qg4nmqQUecrrSPKyxOJJXzh/K+2+K0VOGYQVAggggAACCAypADvvTIFtv3iU1n7DXtV1YvIxppzXa3dSDPv6Mhc7ffiqOTM7+RrU16utrcfKiIdXxVT5z+G5p9yvsrlrP2ZujwwBBBBAAAEEEEAAAQQQQKAbBThmBBBAAAEEEOgNAQqdeuN15CwQGBQBf4HjqHfm3OF+2TpvF+UXSc7rcJHTZ85+LH9plL9DilX+l/iN+CJJzhx+FmmxeFe6+LwttQdFThUIawRGXoAjQAABBBBAYMQEtv3yf2rN1+/pi8Y4Bl8zVpEH8rVkZHFtGZeUmnL5rbr/fyh2CigWBBBAAAEEEEBgYQR4DAIIIIAAAggggAACCCDQFQKLdcVRcpAIdKxAfxyYi5p8pm4HChc1eZvbMn58wwx95pzJkv+pfURS3GKVlCLxkiJzSIstluQ/V7fnbszkZBkCAQQQQAABBBBAQNruK+/RWv+2Z1Ck5nVjynl0vCil6HuJdurlv9UDH/k2MzuFEAsCCAy2APtDAAEEEEAAAQQQQAABBBBAAIHeF+AMu0GAQqdueJU4RgSGWMAFSo76aZw73C9b5+3ChU0ed1vGT346Q58+e4p3439qn6PhXl45cbjjf5kvjTlnC+29x0oeJBBAAAEEEEAAAQS6SWCIj3Xbr75Ha75uD0/cFFFdP0biRZ7QKT+9k4gpl96iB/6XYqdswgoBBBBAAAEEEEAAAQQQQACBwRRgXwgggAACCHSAAIVOHfAicAgIdKqAi5d8bG4HChc2eZvbMq792cxc5JSS9xARSUpJsahaVU2M5OSL522lffakyEncEECgJwU4KQQQQACBRRfY7mvv1Vqv3UP5+jHWzUX5+tK7jySl2JqkqZfeqgf+7+pBmdnJu24NX/+2jtFHAAEEEEAAAQQQQAABBBBAAAEEEEAAAQQQGHoBCp2G3phnQKBjBfwFjaM+QOcO98vWebtwYZPH3ZZx7c9n6rQzJ+d/Xe/t/qf2bqvwxE6ewSmiEaGGxpy9hfbZkz9XZ3cCAQQQQAABBBBAYGCBbb/+Xq3xmt3jDo24qIzFTVxTtrvenHLJzRqMmZ2qa9h4onjWcvF42SdHAAEEEHhBAe6AAAIIIIAAAggggAACCCCAAAK9LzDkZ0ih05AT8wQIdJ9A/aWN24HChU3e5raM63KR0xQpxZLDK+duIySlaJKSFDHm7C21394riRsCCCCAAAIIIIAAAvMjsN03/ktrvGo3xaWk8nVlXkU3t77GdB6hpKnfvEULO7OT4ubr3WgGXF5o+4APbLuBQQQQQAABBBBAAAEEEEAAAQQQ6H0BzhABBBBAYFEFKHRaVEEej0AXCvgLGUd96M4d7pet83bhwiaPuy3j+l/M1ClnTo7dNJT/Vb2zSKOJfiT+1/buROpm9NlbaP99KHKyBYEAAggg8AICbEYAAQQKge2++d9a/ZW7+pIzzyKaN/la0+FO83rT6VTP7PTRBf8zdr7ercP7KXP36/B4ndMigAACCCCAAAIIIIDAIgrwcAQQQAABBBBAAAEEXkCAQqcXAGIzAv0kUH9J43agcGGTt7kt44YbZ+mUz09Rih85Ul7L/7BevkWSUqr60V545uY6gCInywxKsBMEEEAAAQQQQKDfBEZdeozWeMWu1fWlTz6uMVOqrzc9EJGkFD/TLvmNHvr4d1Rev9bXtGXrvAw1bx5rpm2bF9re9kEMIoAAAgggsBACPAQBBBBAAAEEEEAAAQQQQACBfhfoh0Knfn+NOX8E5gj4CxhHPeDc4X7ZOm8X/mLI427LuP7GmfrEGY81/0W9//l8hJccXsUzNBryY6PRBWdspoP2WzkGWRBAAAEEEEAAAQQQWHiB7S47RqsdsYt8IVpda/qaM7r5EjSvYpPHGpr8tZv00CcWvNhp7n5jf3GodT/S5ywef84AnZEQ4DkRQAABBBBAAAEEEEAAAQQQQKD3BThDBBDocwEKnfr8PwBOHwEL1F/KuK2jHq/7Lmxy7raMG345U588Y0rc3f9WXkopSYrwksMrSR6PuPCMzXXw/hQ5iRsCCCCAAALDLsATItCbAqMuP1arH7FLXG76utOhyCNU5VWW3NOUr96khz75XWZ2EjcEEEAAAQQQQAABBBDoXQHODAEEEEAAAQQQ6G0BCp16+/Xl7BDIAi5QcuROc1X3y9Z5HS5mas09VsZPfzlLHz/dRU7VTv1v3Buq1m5y5pU3Nxq64PTNdPABFDmZg+hAAQ4JAQQQQAABBLpWYLsrjtVqL9u5nsop2uap5GtRr6qrVI9O+cqv9PApC17sVF8bu/V+3Dqcl9FurNxOjgACCCCAAAIjLMDTI4AAAggggAACCCCAAAJbGIEuAAAQAElEQVQIdLXAYl199Bz8sAnwRL0lUH/5UrbOHT5Tt3W4sMm52zJ+9qtZ+vgZU/K/jK9Wyk31b+VT7sRayStJ531uMx1CkVNIsCCAAAIIIIAAAggMhcCoK4/Tai/dqbr+bF6EuklKUiSxVn2b8uVf6eFTv8fMTjUILQKFACkCCCCAAAIIIIAAAggggAACCPS+AGeIQDcLLNbNB8+xI4DAvAVcoOQo71X3y9Z5HS5mas09VsbPbpqlj50+Wfl+3rn/kbz8r+QjGu5EeMnR0Lmf2VSHHbSKuCGAAAIIIIAAAl0uwOF3uMCoq96vVQ7fsXmdWl2bxrrZbx58XK/GZaomf/FGPXzaghc75Wtg7yPCe6z7zsvweNknRwABBBBAAAEEEEAAAQQQ6BoBDhQBBBBAAAEEOliAQqcOfnE4NAQGW6D+sqVsnTv8XG5boyxwcv6zm2bmP1fXaCRVP36ko+qllKIT4SXi3M9urhcdTJFToLAg0AcCnCICCCCAAAIjL7D9tz+g1Q7fMV+rKtaOFG1S8xbXq85TSpryxV/qkU99n5mdmjQ0CCCAAAIIIIDA/AlwLwQQQAABBBBAAAEEEEBg5AQodBo5e5653wSG8XzrYqXyKT3mftk6r8NFTGXufmv8/Nez9PHTp8YXQXlPzTmcnFfhfxnvfzGv2OLlrE9tqhcfvHK1kTUCCCCAAAIIIIAAAsMkMOrqD2jVF+/QfLa5V6nNAV+q5lmefN06+eJf6OFPMbNTbUOLAAKDIMAuEEAAAQQQQAABBBBAAAEEEECg9wU4wxEToNBpxOh5YgSGT8AFTH62snXuqMedl9Fa5PSLm2fp42dM1bP+nsj/BN7/Kj6lWMceUkQsblIeSXKR00sOZSanYGFBAAEEEEAAAQQQKASGKx11zQe16ot2iKvTJNXXrapuMRJDeS1FM/ULv9TDn2ZmJ3FDAAEEEEAAAQQQQAABBBBAYJAE2A0CCCCAAAJDJUCh01DJsl8ERkCgLlQqn9pj7pet8zpc0FTm7rfGjTfP0sdOn6qnn25U//LdxU6q8mYaTxF9rxsNnXnaJnrpYRQ5BQcLAgggsKAC3B8BBBBAYBAFRn3ng1rlsFH5GjZft3rfcb3q3NfAscGTOkXT0JQxP9fCFDt5P3VUu4/r4ngO52X4PmWfHAEEEEAAAQQQQKCvBTh5BBBAAAEEEEAAAQQQWEgBCp0WEo6HIdANAvWXKWXr3OHjd9sazyty+s0sfeyMqXr6mYZSUoRXiltS9RNpXtyTzjx1E71syIqc8hOxQgABBBBAAAEEEEBgvgVGffdErXLIqLh2bT4kLmpTpCnFOoeUm1hNvfgXeuSzP1B5TezrZffL1nkZat481kzbNi+0ve2DGEQAAQT6UoCTRgABBBBAAAEEEEAAAQQQQACB3hdYuDOk0Gnh3HgUAh0l4C9MHOVB1f2yde7w/dzW4S9u2sUvb3k8z+T01NON5r90jyZSOWLVyOG9VXHGJzfWy1+8atVhjQACCCCAAAIIIIBAhwhs//2TtPLB2805Gl/O+lo4rm7rRXkSptgw5aKfLVSxk/dXh5+ozN2vw+N1vtAtD0QAAQQQQAABBBBAAAEEEEAAgd4X4AwRQAABBP4/e+cBIElR9fFXwJEP7o6cBATJKIoSVLIgIgii8mFAEUSiKDlzB0gQjpxBMkgQkZzvyEkQSQqiIIKAInJ3cHBc2J3v/Wum9mp7Z3dn8+zsb7Zfv1ehq6t+3dvT1fWmuioBHJ2qYiESAoObQBo8ybVsiVqWnJoUTlKMe+iJKRUnJ7Pgf3EJbrvIdstCCBbMP76Sk9PXN8PJyWmwQAACEIAABCAAAQjUIYHVbj3IRmxQdnby21cLIa7NXAVfpaC5Mem8++zdE28bxDM7GR8IQAACEIAABCAAAQhAAAIQgAAEGp4ADYQABCAwNAng6DQ0jzutbhACyUkpb47iFM51slO8wkmSg1OuH3riIzvyxIk2dVqzpXxWMrclMmJJHtacTmYnjVnatsTJSVAQCEAAAhAYDASoIwQgMGQJrHrbQTb/+ivr1jbey/rKb3B9Kfl9rUs5XLYnnjPO/ndS+85OJc/fngiw0pJOtsJJqsWlNDQEIAABCEAAAhCAAAQg0AsEKAICEIAABCAAAQhAoCEJ4OjUkIeVRg1VAmmwJNdFWw5NipPITqKw5GE5OZ00yaZONwshRPGVB3wJLhZXZq6Dy4mjP2FbfZWZnKyBPjQFAhCAAAQgAAEINDKB1W4/2East7KFEMxXLr5EM67MLFgILmY28exx9r+xt1u6Z5bWPbO0RHZ74pub0qTbk87S29uOeAhAAAIQgEBvEKAMCEAAAhCAAAQgAAEIQAACEIDAYCSAo1PXjhq5IVAXBDQgIskrk8K5Ltr5YIzsJMon++E/TLEjTppkH0/VrE2l+Et3H53x3SisX7q7eKiSYCccuZRt/bVRikEgAAEIQAACEIAABCAwaAisesfBNt+XV/T6Vu5zZbmZ7nN1f6ygR9vEs+61/518RxtnJ+XRPbR0e6LtlZZ0shVOUi0upaEHlAA7hwAEIAABCEAAAhCAAAQgAAEIQKDxCdBCCEBgEBLA0WkQHjSqDIEigTQ4kuuinQ/CyE6ifLIfeXKKHTm27OQUfAchBAuuLWq3tFTEXJ9w5NK2zRY4OQkRAgEIQAACEBh6BGgxBAY/gdXuPNTm++KKpnvb4Cu/7Y22uRGCYswsWPxMOusee++UO1o5O+keOonuqdsTFaA06faks/T2tiMeAhCAAAQgAAEIQAACEIBA3xKgdAhAAAIQgAAEIFB/BHB0qr9jQo0g0CGB4iBICue6aGsARnES2UlS+JEnP4ozOX00pTnuW79eV5rmdIq65DFaopTsuMOWsm9uwevqIixWEKhGgDgIQAACEIAABAYFgdXuPsyGr7uC5fe8HvBFd8LeBL//9bWHzSaccbe9d+qdrZyd0na6v052NV0uo1xYSldcLorPw9gQgAAEIAABCAwCAlQRAhCAAAQgAAEIQAACEIAABPqdAI5O/Y6cHUKg+wSKgx8pnOuinQ+6yE6ifLIf++MUGz32A5sypWTB/1S7EFfBQy4hmEUpq+MP+4R9a0tmcjI+EIAABCAAAQhAAAINQWD1ew63+dZdwW95dd+rJoVoB5kVKdvBJp5+t713WmtnJ91Tp3tr6fZERSlNuj3pLL297YiHQL0SoF4QgAAEIAABCEAAAhCAAAQgAAEIND4BWgiB/iaAo1N/E2d/EOgmgeKgRwrnuminQRfFy5bIlsh+7KkpcSanyR81W/k366VYu7iOKw9qNidP1XLsoUvZt7bCycmpsEAAAhCAAAQgAIGeEmD7OiKw2r2H2/C1P2W659VK98vpdljVLNtal2ziaXfZe6ff1WpmJ91ba5ukZVeTWFa8v/a9uFYexeVSLS5Px4YABCAAAQhAAAIQgAAEIACBQUWAykIAAhCAAAQg0MsEcHTqZaAUB4G+IFAc7EjhXBftfJBFtkR5pCWPP/2xHTF2kk3+sGTlCZv0O3WJmdaKM33cCB7zy0OWtG/j5CQiCAQg0C8E2AkEIAABCECgfwmsNu4IG7728ma6/5WYf4KLLx604H8WxWzSqXfZhDPu6rGzk7Xz0X17O0lEQwACEIAABCAAgQYjQHMgAAEIQAACEIAABCAAAQh0jQCOTl3jRW4I9DuB4iBHDHstcl205cikOIlsSW4/8aeP7fATJ0YnJ7OSKc3XshR07aryC3OlHX3QErbd1gv4XlkgAAEIQAACEIAABCDQuARWG3+kDf/CcpX7Y29nycXvjv3WuBLnd80e52ubcPIdNuHMu3vs7KT7bYn2lEu1uDwdGwIQGCIEaCYEIAABCEAAAhCAAAQgAAEIQAACjU+AFnaJAI5OXcJFZgj0L4Hi4EYK57poJ6cmxcuW5PYfnvnYDj+pPJNTuTX6bXpwM5j+fOW2L8FDLsccvKT93zY4OTkRFghAAAIQgAAEIACBOiPQF9WRs9O8n1+u5bbY3ArmH783DrKD21o8PFHOTmf13NlJxVUT3cdXiycOAhCAAAQgAAEIQAACEIAABCAwlAjQVghAAAIQgEBOAEennAY2BOqIQHFQI4VzXbSTU5PiZUty+8lnp9phJ06y9z9otlLW1rKttaSSUCrZmAMWt+1xcqoAQUEAAhAYdASoMAQgAAEIdIdACLb6faNtnjU/2bJ1+S5Za0kl2k1fbOJJt9uEs+9hZqcKFhQEIAABCEAAAhCAQL8TYIcQgAAEIAABCEAAAhAYUgRwdBpSh5vGDhYCck7K65rCuS7ayalJ8bIluf3Us1PjTE7vTy5ZCMGCdhBXZh604H9umT7BV2MOWNK+t+2CbjXqQrsgAAEIQAACEIAABCDQDoFZgsWZnT5XdnZqe78crBzn27shZ6eJ59zbY2cnL63qovv6qglEQgACEIBADQTIAgEIQAACEIAABCAAAQhAAAIQgEAjEaju6NRILaQtEBhkBIqDGCmc66KdnJoUL1uS2089N9UOO2miTZzUZFYq+eIiLqXyyqNMMRLFHLnfEvb9b/G6OrFAIAABCEAAAhCAAASGJoEw26y26vgjbZ7PLuP3z34bne6Y/R5a982634730eWVTfjVrdYbzk7lcn0nBeyKL0T1TpBSIAABCEAAAhCAAAQgAAEIQAACEGh8ArQQAhCAQAMRwNGpgQ4mTRn8BIqDFymc66KdnJoUL1uS208993GcyWni+z5YEoLpp+chBAvmn8pKKniMRE5OP/g2Tk5OhwUCEIAABCBgIIAABIY2gTBsVltt/Gibd41lHITull2Cm1p0T+12CHFlfjttE0+81SaeO46ZnYwPBCAAAQhAAAIQgAAEBhcBagsBCEAAAhCAAAQgMHgI4Og0eI4VNW1wAnJOypuYwrku2smpSfGyJbn9x+fl5PS+vTep2RRvJd9DqRRtmTGsqCglO3yfxWwHnJycBkuNBMgGAQhAAAIQgAAEGp5AmH02W2XckTb3pz/hbY130a59SabfX2u+J91by5xwwi026byeOzvF+3ffTXFpL76YjzAEIAABCECgFwlQFAQgAAEIQAACEIAABCAAAQhAoG4I4OjUZ4eCgiFQO4HiYEUK57poJ6cmxcuW5PbTL0y1w8d+EJ2cglclBF/7Yq5DCBY8rrwy86Ad8YvF7UfbLWh8IAABCEAAAhCAAAQgAIHWBGaZc1ic2Wnu1ZeOCcH8L0TTzG+mgwXXvsh2U85OE3F2sqHzoaUQgAAEIAABCEAAAhCAAAQgAAEIND4BWggBCNQLARyd6uVIUI8hS0DOSXnjUzjXRTs5NSletiS3//TCVDvspPftfxOayj8uL7nSz8srorwe5ZHac8kO/fli9qP/w8lJNBAIQAACEIAABHqZAMVBoEEIzDLX7Lbq+NE212pLWUl/fm/tS3m21Gj47bVr3Wt7sk08/mabeP64Hr/GLpZXyEL8+QAAEABJREFUhWF78VWyEgUBCEAAAhCAAAQgAAEIQKDvCbAHCEAAAhCAAAQg0E8EcHTqJ9DsBgLVCBQHJ1I410U7OTUpvmgr/MyfyzM5RSenll+Wm4UQtIoSQrBg5c+hey9uP8bJqQyDNQQGgAC7hAAEIAABCEBg8BCYZe7ZbdVxo23uVZcy0z2131SHEFemTzRN4RiyScfdYhMvGI+zk3AgEIAABCAAgSFOgOZDAAIQgAAEIAABCEAAAhCAQO8QwNGpdzhSSt8QaOhS5aiUNzCFc1205cikOInsojzzl6l26Env2zvvNVkpTdnk2hcP+9oXN3zRb9DNDvnZYrbTd5nJKT8O2BCAAAQgAAEIQAACEOiIwKzzzmmryNlplSU1cZOmcSqLb6R7cN1yVxJclWzisTfZpAtxdnI8LBDoiABpEIAABCAAAQhAAAIQgAAEIAABCDQ+AVoIgV4hgKNTr2CkEAh0jYAclfItUjjXRVvhJHJwym2Fn31xmh164iT773vN+g25hRB8Fy7lpRx22w1fQnRy2vl7ODk5JBYIQAACEIAABCBQ5wSoXr0RmHX4nLbK+NE298pLmt9cV6Si4j23+Sd4kotbE395s0369X3M7OQsWCAAAQhAAAIQgAAEIAABCECgPQLEQwACEIAABCBQCwEcnWqhRB4I9CIBOSjlxaVwrou2HJkkipcuynMvTbNDfjXR/vuefj9enq1Jec08rCVKXHlUyQ7cYxH7CU5O+WHAhgAEBjMB6g4BCEAAAhAYAAKzDp8rOjvNueLi8R473npXbrlle2TLTKqyJx79e5t0Ec5OA3Co2CUEIAABCEAAAo1CgHZAAAIQgAAEIAABCEAAAhBwAjg6OQQWCPQXgbLz0cy9pXCui7bCSeTglNsKPy8npziTk4+qxKLLvxoPIXgomLmSGULZOHCPRe2nP1jI01ggAAEIQAACEIAABCAAgZ4QmHW+srPTXHJ2Kt9u6/bb0iq4Eazy8fvxSUffaJMuvp+ZnSpIUBCAQO8SoDQIQAACEIAABCAAAQhAAAIQgAAEGp8ALTTD0YmzAAL9REAOSvmuUjjXRVuOTBLF51q25IW/TrODT5xk77zbXP7ReGUHcnnSNvrluBJS+IDdF7Fdd8DJqYIJBQEIQAACEIAABCAwdAj0WUtnGzGPrTx+tM35qcWs5DfevsTbcK0012oMV/Yue+JRN9gHlz6Is1OFCQoCEIAABCAAAQhAAAIQgAAEINCLBCgKAhCAAASGAAEcnYbAQaaJA0+g7HQ0sx4pnOuirXCS5uZmHzQptRoMeeHl6XbISe/bO+/6cEkIFmYWH+0QFONSXuyA3Re13XByyihhQgACEIDATAJYEIAABCDQEwKzjZzXVhk/xub61GKWbsPNgoXgYsFNFzNZLsEmjP6dfXAZzk7GBwIQgAAEIAABCECgnwmwOwhAAAIQgAAEIAABCAx+Ajg6Df5jSAvqnICclfIqpnCui7YcmySKz7VsyQsvT7NDTpxob7/TZCX9lbROe5Ht4nH6Fbkn274/Xdh2/yEzOSVCXdZsAAEIQAACEIAABCAAgU4IzDZqXltp3JE2x3KLxttwrXQ/73fmbpai+Dr+gMEDNuGI6+2Dyx9q9WMG3etrm6RlVxNVRfG5lp1LSs/jsCEAAQhAoBMCJEMAAhCAAAQgAAEIQAACEIAABCBQ9wR67OhU9y2kghAYQALFwYUUznXRVjhJGuCQTvLnv02zQ096395+x4dJgn4ZHuKvwkNLO0M5HBQRbN9dF7E9d1xYAQQCEIAABCAAAQhAAAIQ6EMCwxacz1YeN9rmlLNT+a7c15Ud+r27btFDiGtTwsQjfmvvX17bzE7mn9RPkPZgxWnKWrTickn58rie2GwLAQhAAAIQgAAEIAABCEAAAhCAQOMToIUQgAAE6p0Ajk71foSo36AlUBxUSOFcF+3kzKR42UnLlvzlb5rJ6X176z/NzqXkIxquNGWTi4cUiCJbEzrts8vCtteOzOQUobCCAAQgAAEI9C0BSocABCAQCQxbaL7yzE7LLhTv0nVvHhN8JTvO8OQplcUmHl7bzE7qD6h/kIsX2eLkpHiFi9JefDEfYQhAAAIQgAAEIAABCECgJgJkggAEIAABCEAAAhAYYAI4Og3wAWD3jUmgOJiQwkWt1iuuKGkQQzrJi3+fZoeM/cDeeqfZ9OvvuApaaxXKUVb+BFe/+MnC9rMf4+TkKFjqggCVgAAEIAABCEAAAkOHwLCF57eVx42xOZZZuHKfrjt0i3aorKVka4Inzez0wRW1vcbO/JP3HzyIs5MgIBCAAAQgUCcEqAYEIAABCEAAAhCAAAQgAAEIQKBvCeDo1Ld8ayudXA1FQIMOeYNSONeyc0nOTIqTnbRsyUuvTLeDT/rA/vV2kw9ieOklTeakVcniX0lrj49LyfbeaSH7+c4LxxArCEAAAhCAAAQgAAEIQKD/CQxbdITpNXazL60fH6R7d7+P93t3X5cXt32J9oTDrrMPrnzYdP+fS+obSEuUJp2LWqdwrmXnktLzOOwBIMAuIQABCEAAAhCAAAQgAAEIQAACEGh8ArQQAhDoUwI4OvUpXgofagSKgwcpXNTioriipEEL6SQvvVKeyelf/24yC0GLay3BVy4WKn8WP3vvtLBpNqcYYAUBCEAAAhCAAAQGEQGqCoFGIzBssZEWZ3b6xEJmupc3cxXMzEVLRcrBYBPl7HTVI506OxX7EQqbf4rao1otKb1VJAEIQAACEIAABCAAAQhAAAL9TIDdQQACEIAABCAAgZ4QwNGpJ/TYFgIZgeKgQQrnWnYuyZlJcbKTli156dVpdvBJ79vrbzXFX3lrOqf0i+8YUVIFtCrP6KRX1e3zE2ZyEhUEAg1IgCZBAAIQgAAEIDAICQxbfKStNG60zb7UAjbzzt2t8qJb/EqrFFGyiYdcY5N/g7NTBQoKAhCAAAQgMBQJ0GYIQAACEIAABCAAAQhAAAIQ6IAAjk4dwCFpMBEY2LrKQSmvQQoXtfIorihyalKcdJK/vjrNDjnpA3vjbR/w0Ib6BXgUDwQXC+ZB87WZGz/bcSHbdxecnIwPBCAAAQhAAAIQgAAE6ozAsCVG2Ur3jrY5llzA4v27r8uLh0Klsn5PH0KwEIJNPORam3z1o8zsVEGDgkBrAoQgAAEIQAACEIAABCAAAQhAAAIQaHwCtBAC7RPA0al9NqRAoCYCclDKM6ZwrmUXRQ5Nisu1bMnL/5hmB5/0gf3zrWZTHl/5UqqIuXaxStj1Hj9c0Pb7KU5O+XHAhgAEIAABCEAAAkOSAI2uWwKzL7WgrXjvaJttsZFex5Ju6P2+Xvf0lWBJ9kyZcNBvbPI1ODs5HRYIQAACEIAABCAAAQhAAAIQKBIgDAEIQAACEBjCBHB0GsIHn6b3nEB0QsqKSeGiVhbFJZEzk+xcy5b87bXpdvDYydHJKfiGIfjaxRczX/kiZcH/zAN7/nAhO2BXnJyMDwQgAIEaCJAFAhCAAAQgMJAEZv/Egrby+DE2bLFRZsGXikQ7rjzCzPw234L/TTzwapt87WPM7GR8IAABCEAAAhCAQNcIkBsCEIAABCAAAQhAAAIQaFwCODo17rGlZX1MQI5K+S5SONeyiyJnJsXlWrbk7/+cHmdyeu1fTeVfePsOlNdVDFv8lbeHSi5Wst2+v4AdsFuvOTmpUAQCEIAABCAAAQhAAAIQ6EMCsy+9UJzZadiiI/yO3m/zdW8vUcjv9+OuPexLNCcecJV9eB3OThEGKwhAoLcIUA4EIAABCEAAAhCAAAQgAAEIQAACjU+gYVuIo1PDHloa1pcEWpyPKjtJ4aJWsuKSyJlJdq5lS155fXqcyekf/2r2zYJZebEQ3DD/uA4heFi22W4/WNAO3mMRD7BAAAIQgAAEIAABCEAAAr1HoO9LmmPZhW3Fe8fYsEVGtNzfywgh3e+7VjWCWfC/ifv/xj787ePM7GR8IAABCEAAAhCAAAQgAAEIQAACvUWAciAAAQhAYLASwNFpsB456j1gBOSolO88hatpxSWRM5PsXMuWyMnpoJM+sFden2El/zNJKa5N20Sr5ClRzHb93gI4OeUHARsCEIAABPqPAHuCAAQgAIFeITDHJxeJzk6zLTR/5XZ/5v2++gDeHSjHe9/AU2zCvlfaZJydeoU9hUAAAhCAAAQgAAEI1ECALBCAAAQgAAEIQAACEKhTAjg61emBoVr1SUADDnnNUriaVlwSOTPJzrVsySuvT4szOb3yerPp19oSc6uyWAjBzFx8Mbd/+r0F7JA9FzE+9UmAWkEAAhCAAAQgAAEIQKBWAnMst4itcO9oG7bw/Bb8z/x+X9tKBRlRgsW/YDZpvytt8vXM7BSxsIIABCAwwATYPQQgAAEIQAACEIAABCAAAQhAAAIDQ6A/HZ0GpoXsFQK9RECOSnlRKVxNKy6JnJlk51q25NU39Lq6D+3v/2zyovU7bf1oW7/dlsh2KZtumO2y/Sg7bC+cnBwWCwQgAAEIQAACEIAABBqCwJyfWsw+dc+RNusC85qVKjf/FVVuoALlvoLCkzSz0++e6JXX2KmfojJzqRaXp9dokw0CEIAABCAAAQhAAAIQgAAEIACBxidACyEAAQgMCAEcnQYEOzsdbASKD/tTuJpWXBI5M8nOtWzJP/413Q45ueLkFEQkWHAVKms3y1aQZfaT7Reww3+Gk1OZBmsIQAACEIDAYCZA3SEAAQi0JjDnCovbiuOOstkWGG4heAdA4lmkggVZcW2V9fv7XGEf/f4PPXZ2Mv+ov+Kq1VItrlUGAhCAAAQgAAEIQAACEIBADQTIAgEIQAACEIAABCDQFwRwdOoLqpTZUASKD/lTuJpWXBI5M8nOtWzJa/+abged9IH99R8zTL/PTiv9TltiivAEX0xl7LzdKDtib5ycGurEojHtEyAFAhCAAAQgAAEIDEECc664uK1w7xibZcQ8sQ+gfoEmeIra+wey837ChL0vs49ufBJnpyF4rtBkCEAAAg1DgIZAAAIQgAAEIAABCEAAAhCAAAS6QQBHp25AG8hN2Hf/EpCTUb7HFK6mFZdEzkyycy1b8s83p9tBYyfby681WwjBQssOgttlMbcqi+203Sg78uc4ORkfCEAAAhCAAAQgAAEINDiBOVdaIjo7zTZyXu8OhEprQ7S961AOB/Owi0dMlLPTTU/h7GSN+aFVEIAABCAAAQhAAAIQgAAEIAABCDQ+AVoIAQh0nQCOTl1nxhZDhIAclfKmpnA1rbgkcmaSnWvZktffmm4Hjp1sf/1Hcyxa+TRrUwzoV9pu6Bfb6ZfaO357lI35xaIeywIBCEAAAhCAAAQgkBHAhEDDEphrlSVthXtG26zzz11po3oM5V5CjPCgL3HWJ/UbJu51iX10M85OkQ0rCEAAAhCAAAQgAAEIQKDRCNAeCEAAAhCAAAQg0IYAjk5tkBABAR8uKL8XogWFHKfanCsAABAASURBVJIUqKYVl0TOTLJzLVvyxtsz7KCxH5adnIJKCxaCS9n0ddlO6x2/M8qO2oeZnBwMCwQg0GUCbAABCEAAAhCAwGAmMOeqS9kK9x5ls80/t6X+QYgN8nV5sRDcMBfXk/a61Kbc8kdmdoqMWEEAAhCAAASGEgHaCgEIQAACEIAABCAAAQhAYOgRwNFp6B1zWtwJATkq5VlSuJpWXBI5M8nOtWzJG/+eYQeeNNn+8kpT+ZfX0ZGqFG39GtsqK49xs2Q/3HaEHY2TU34YsCEAAQhAAAIQgAAEIDCkCMy52lK2/N2jLcw7Z+wjxC6EW5Ul9iV8ZRL1QybscTHOTkPqDKGxNREgEwQgAAEIQAACEIAABCAAAQhAAAKNT4AWDjkCODoNuUNOgzsioAGCPD2Fq2nFJZEzk+xcy5b8698z4kxOf3m1yUL8wXVcxd2EECzIqqyCh374zZH2y/14XZ2wIBCAAAQgAAEIQAACfUeAkuufwFyfXtpWGDfGZp13LvOuQ7nCwcwXC8HXUTzs2kM2aa9LbMqtTzOzk/GBAAQgAAEIQAACEIAABCAAgUQADQEIQAACEGg0Ajg6NdoRpT3dJiBHpXzjFK6mFZdEzkyycy1b8uZ/ZtiBYyfbn/8+w+IvrzVzk36KLe0703bRrKx+sM0IO3Z/nJwcDQsEIACBgSbA/iEAAQhAAAJ1QWCuTy9jn7p3jM0y9xwt9VH3QX2JcifD197HiHHNJZu458X2Ec5OLawwIAABCEAAAhCAQCcESIYABCAAAQhAAAIQgAAEBhkBHJ0G2QGjun1DoDxIMLPsFK6mFZdEzkyycy1b8tY7cnL60P7892YL/heX4PsIvvLFXIcQLHiUVt/feqQdd8BgcXJSpREIQAACEIAABCAAAQhAoD8IzPWZZWz5zNlJfYgQ4trMdQhBym2T15N98LNL7KPbmNnJabBAAAI9JkABEIAABCAAAQhAAAIQgAAEIAABCDQ+gcHVQhydBtfxorZ9QECOSnmxKVxNKy6JnJlk51q25O3/NtkBYz+05/82w5RHkmZ0KtulOAAh2y373lYj7IQDcXLKjwM2BCAAAQhAAAIQgAAE6p5AP1Zw7s9+0pa/Z7TNMufs6lrEfoavZvYrSt6z8EVxzTOa7H29xu72P/Eau348RuwKAhCAAAQgAAEIQAACEIAABBqUAM2CAAQgAIG6IoCjU10dDirT3wTkaJTvs72w4nORM5PCuZYtebsyk9PzLzdZ0F/wPQRfaYkSVx5pFkKITk6/OggnJ+MDAQhAAAINR4AGQQACEIBA7xKY+3PLlWd2mmNY7Ev4yqzSvQjRMP+45f0MS85Od+Ds5FBYIAABCEAAAhCAAAT6kABFQwACEIAABCAAAQhAoD8J4OjUn7TZV10RkKNSXqEUlk6i9GQnLWcm2bmWLfn3f2fYgSd/aM/+dYZvWjL9+Sra0vFH1nHlUb5sv+X8duLBODk5iqG40GYIQAACEIAABCAAAQh0mcDca5adnWzYrL5tyVr6GR6SrQj1VzzFStNn2KQ9L7Ypdz7DzE7ig0AAAhAYGALsFQIQgAAEIAABCEAAAhCAAAQgAIFeJFCnjk692EKKgkAVAnrwn0e3F1Z8LnJmUjjXsiX/eXeGHRCdnDSTk1mo/FkoWxY8LopWZv/39fntJJycjA8EIAABCEAAAhCAAAQg0DUCc39+eVv+3qMsDJvNTP2NKGbmXQ2tQghlU+vpTfa+nJ3uerZOnZ2MDwQgAAEIQAACEIAABCAAAQhAAAINT4AGQgACEOg9Ajg69R5LShokBOSolFc1haWTKD3ZScuZSXauZUv+878Ztv/YD+3Zl5q0afwhtfJqRqekFRknc/LVdl+bz04+dLGYlxUEIAABCEAAAhBolwAJEIAABNohMM9an7Ll7xljYdZZLPY54hROylwqh2WqE+K6NG2GTdrjIptyN85OjoMFAhCAAAQgAAEIQAAC9UeAGkEAAhCAAAQgAAEI1EwAR6eaUZGxEQhoACBvR3thxeciZ6ZiWHGSd95rsgPHflRxcgqx+LgOweKfa3MrLsFsuy1G2CmH4eRkfCDQCwQoAgIQgAAEIAABCAxlAnOvvUJ5ZqfZZlV3w9IqhFA2rfwJUtNmxJmdPr7nOWZ2Eg8EAhCAAAQGFQEqCwEIQAACEIAABCAAAQhAAAIQSARwdEokGk/TogIBOSrlUSksnUTpyU5azkyypYvy3/ea7ICxH9rTLzal30qriMwumZVcFOPqW1+dz049bNGYhxUEIAABCEAAAhCAAAQgAIGeEph7nRVsubtHm80STN0OrdR/8e5HS9Fl29cfT4szO318L85OLXAaw6AVEIAABCAAAQhAAAIQgAAEIAABCDQ+AVoIAQhUCODoVAGBamwCetCft7C9sOJzkWNTMaw4ybsTmuyAkz+0p//SZMHHFIIF34XEKpZsF08MHvOtzeez049gJifjAwEIQAACEIAABPqVADuDQOMTmOeLK9ly94wx73a4eO+j0gcx1+afEKW8to+nl2d2Gvc8Mzs5FxYIQAACEIAABCAAAQhAoFEI0A4IQAACEIAABIYKARydhsqRHsLtlKNS3vwUlk6i9GQnLWcm2dJF+d/EJtt/7If2xz83+aYlUz5fm8QjXNvMuFLJvrnZcDsDJyehQSAAgXojQH0gAAEIQAACEGgIAvN8aWVb7p6j1BFp6Yu4EdtW8nVLn8X7J6WPptr7e1xkH4/H2cnRsEAAAhCAAASGBgFaCQEIQAACEIAABCAAAQhAoEEI4OjUIAeSZlQnoIf5eUp7YcXnIscmhZMonOS9SU12wMkfWXRy0o+iLVgIIe4mWIg6rjwuePibm85nZx7JTE6RCSsIQAACEIAABCAAAQhAoM8IzPPlle2Td4+xENQTmbmbIDPGBU9TwEzOTh/scbF9fN8LNc/spC1THynZ0hLFS+dSLS5Px4ZAPRGgLhCAAAQgAAEIQAACEIAABCAAAQg0PgFa2BgEcHRqjONIK6oQKD5UT2HpJNos2UnLoSm3FU4yYVKT7T/2I/vD8zPirE1pVdJPpFVYOSJaPnRgW28y3M4eg5NTBQgKAhCAAAQgAAEIQGBwEqDWg4jAvOuvasveeWShZ6IGqNPi4otCytA8+WP7YI+LbOr9f67J2Un9otRXklY5SRdthSV5usIIBCAAAQhAAAIQgAAEIAABCNQtASoGAQhAAAIQGBQEcHQaFIeJSnaVQPFhenthxbcneoify8T3m23/k6fYH15oshCCi9cquFgwD5qvPRBczG2zrTeZz845Cicn4wMBCECg4QnQQAhAAAIQgEB9EZh3g9Xsk3eO9krN7J+E2EsJZt55CRZc++KqlJydHqjN2Un9J/OPtMRNS7poKyzJ0xVGIAABCEAAAhCAwOAkQK0hAAEIQAACEIAABCAAgXoggKNTPRwF6tCrBIoP0fOwbIl2KJ1LcmpSXLKTnvh+k+039kN74rnp5k/xfSm5eCnx19CyXfST6ChmW2083M7FyckBmRlrCEAAAhCAAAQgAAEIQKDfCcy74Wq27B1HxP2q26J+Tuy1lOLa+zW+eILim9//yN7XzE4P/oWZnSIxVhCAQLcIsBEEIAABCEAAAhCAAAQgAAEIQAACjU+gDlqIo1MdHASq0HsE9JA+Ly0Py5YoXbo9Sc5NSU/8oMkOOGWKPfF8k1kIUUIIFsw/lVUIoRz29ZYbzWvnHc1MTk6HBQIQgAAEIAABCEAAAhCoEBgINe9Gq9uytx3hvRTfe+yzeL8luK0Y1x5lIZSN0qSPyq+xe+hFU18p9YekU1g6iUqR5GHZipPktsKSanGKRyAAAQhAAAIQgAAEIAABCEAAAo1CgHZAAAIQgEDfE8DRqe8Zs4d+IlB8aJ6HZUtUFelc9OBeojjpXCZNbrL9x35kjz47Iz7sN83YpF9AS2Jh5ZUHlWJf33Beu+CYxRWJQAACEIAABCBQOwFyQgACEIBAHxGYd5NP2zK3Hu6ll8oipd5L1Ipywxe3rHnih/bBHr+2jx/qfGYn9ZvUh8pFZSgsLclthSXV4hSPQAACEIAABCAAAQgMCQI0EgIQgAAEIAABCEAAAj0mgKNTjxFSQD0QKD4sz8OyJaqndHuiB/W5vC8np5On2GPPNVnwjUOIazPXIQQpt80/ZfvrGwy3C3/JTE4OhKXXCVAgBCAAAQhAAAIQgAAEuk9g3q98xpa9Rc5OwdSRCeZ/wcqflr5NsBCClSZ8aJP1GrtHXoo/9sj7SOpLKSwtkV0uxGJexSmcdNFWWJKnK4xAAAIQgEAigIYABCAAAQhAAAIQgAAEIAABCECgMwKD39GpsxaS3vAEig/J87BsiSBI56KH8hLFSefywYdNtt/JH9mjz8zwJ/ZxiQ/ufeWBkiuJlxp/+Vyyr355Hvv1sTg5OREWCEAAAhCAAAQgAAEIQKAOCcy76Rq29E2HlvsyVu7PxJlpfaU+kSf44vFe9+b3JtsHu//apj5cfo2d0lN/KdnSEsVL5+JFxLKkJUqTzqVaXJ5e1SYSAhCAAAQgAAEIQAACEIAABCAAgcYnQAshAAEIdEIAR6dOAJFc3wSKD8fzsGyJWiDdnujBfC6TP2q2/U+eYo8+06RNzUJcLAQZEg+77ZYbZpuvN69dcjyvqzM+EIAABCAAAQgMKAF2DgEIQKAzAsO/+llb5qZDy9m8Q+Pdmpn9HI+NYdfmaSU5O+15kU199CVTf0n9KWlJsqUlitNmEoUlyZaWpDjZSarFpTQ0BCAAAQhAAAIQgAAEIFCdALEQgAAEIAABCEBgqBPA0WmonwGDuP3Fh+J5WLZEzZPORQ/hJYqTzuXDKc2239iP7KE/NVmcrCkWYNFWfit5rBbXrmyzL82Dk5MYIRCofwLUEAIQgAAEIAABCEDACQzf/HO29O8PjZ0c79a49p5NNCqm54kdIF81v/t+eWanR/9ak7OT+ky5xKIqZRdthSXKL41AAAIQgAAEeokAxUAAAhCAAAQgAAEIQAACEIBAgxPA0anBD3BtzRt8uYoPw/OwbIlaJd2e5A5Osj+Sk9PJU6KTU/CNg37GLAmmtYUgoywhhOjkdNkJzORkfCAAAQhAAAIQgAAEIACBQUVg+Nc+Z0vfcLD3cbza3reJRuzqBAselVbBjdK7H9jkPX9tUx+rzdlJm0tSPyzZ0u2J8raXRnxvE6A8CEAAAhCAAAQgAAEIQAACEIAABBqfAC2EQGMTwNGpsY9vQ7au+BA8D8uWqOHSRZFDk+Kkc5nycbPte/IUe/CPM3zTksW/+Mtj/brZPOyicEU2WXduu/xXODk5LBYIQAACEIAABCDQOARoCQSGEIHhX/+8feL6g0z9I195h8cX7+94D8gNgYi9Iu8Llaz5nUk2eY9f29THX655ZqdYgspzSXauZecS65FHYEMAAhCAAAQgAAEIQAACEOgrApQLAQhAAAIQgMCgJoCj06BVxzwEAAAQAElEQVQ+fEOv8sWH33lYtkRUpIsixybFSefy8dRm26/FyUlb63fLLkG2i2tfLARfu2yy7jx25Yk4OTkZFghAYIgRoLkQgAAEIAABCDQWgeFbfsGWvv5g886O6ePdHfNej6VVcCOYPqHs7LT7hTb1ib/h7CQkCAQgAAEIQKCBCdA0CEAAAhCAAAQgAAEIQAAC9UwAR6d6PjrUrRUBOSnlEXlYtkTp0kWRY5PipHOZOq05zuR0/1MzLP5yWQW4JVtSCXqMmbbfeJ257aqTqjo5xaysIAABCEAAAhCAAAQgAAEIDCYCw7f6gn3iugNjlTX5UuwHVVYl7wlF07UyNL8zyT7Y/QKb9ofqzk7qMyVRv0u2tpOWJDvXsnNJ+fI4bAjUGQGqAwEIQAACEIAABCAAAQhAAAIQgEDjE6CFdUwAR6c6PjhUbSaB4sPuPCxbotzSRUkP2KVzmTqt2fYZO8Xuf6rJLAQL5h9fBbdCNMtrD2qxjdaex36Dk5OTYYEABCAAAQhAAAIQgEB7BIgfjASGf2MtW+raAyyEYEENqKyChyTm2vwTXOw/cna60KY9+feWmZ3UB0t9LdlJFCdbm0lLkp1r2bmkfHkcNgQgAAEIQAACEIAABCAAAQjUEwHqAgEIQAACEBg4Ajg6DRx79lwjgeJD7jwsW6KipIuSHqxL55KcnO57ckacqSluFwsxK/9q2df6ObOHtGzwhbntmpOZyUmIEAhAAAIQ6AEBNoUABCAAAQjUKYH5tlnHlrx6f3V/1CnyWnqfyENax4hSXJf7T29PKM/s9FTZ2Snva8mO/SvvT0mnsBdY3tbjk51r2blo2zyMDQEIQAACEIAABAYVASoLAQhAAAIQgAAEIAABCPQZARyd+gwtBfcGgeLD7TwsW6L9SBclPVCXzmXqtCbb9+SP7L4nyzM5afsQQuU3yjHktoeDbLMN1prbrj0FJ6cyjb5dUzoEIAABCEAAAhCAAAQgMHAE5vvmOrbU1fubd4jMfBWimH+CuanFQpAdrPT2BJu8+4U27Y+vdDqzU+qrmX+KtkdFByjpoihvMY4wBCDQGARoBQQgAAEIQAACEIAABCAAAQhAAAKNT6CvWoijU1+RpdweEyg+1M7DsiXaiXRR5NikOOlcpk2Xk9MUG/+HZt9UP0l2ccufrFvF8lDLb5ZtvTXnsutwcnImLBCAAAQgAAEIQAACEIBAPxEY0N3Mt+26tuSV+3od1C+SuFnpLanPpH5WnNvJA81vvmeTd7/Apv/pH9HZKe97yVZeiWyJ7Fhayct1SXauZeeStsnjsCEAAQhAAAIQgAAEIAABCEAAAg1AgCZAAAIQgEA3CeDo1E1wbNa3BIoPs/OwbIlqIF2U9ABdOpfpM+Tk9LGNf7LZLJhZ5ZfIwUK0fW3lT1CMrfe5ue3605YoR7GGAAQgAAEIQKBOCFANCEAAAhDoawLzfftLtuSV+3m/SH2j4LuTmIdd1I+S5TqEYKU337MPd7/Apv3p1ejslPpnqS+Wwrk2/6SwmyY717JzSel5HDYEIAABCEAAAhCAQKMToH0QgAAEIAABCEAAAhCoTgBHp+pciB1AAsWH2HlYtkTVky6KHqYrTjqXGTOabJ+TP7Z7n2jyh+i+dclcx5WV9FfS2uPjUrIvfW4u+93pvK4u4mA1uAhQWwhAAAIQgAAEIAABCPQCgfm+8yVb4op91Fvy0tR38j6ULO87Rcu1+l6urOn1d+1DvcbumZkzOykt9clkSxSWlnhRsU+W2ylOuigpXzGeMAQgAIEhS4CGQwACEIAABCAAAQhAAAIQgAAEhiiBIeXoNESP8aBqdvHhdR6WLVGDpIuSHppL59LU1Gz7nlJ2cgrBTGLSceWGmYUQLFj588U15rIbcHIqw2ANAQhAAAIQgAAEIAABCAxZAvNt92Vb4rJ9vP3eWyovFoIb5qLFbV9MwebX37WP9rjQpj/7WpzZSX0y9dmkJbIluW3+UZzEzej4lGvZuaR8eVx7NvEQgAAEIAABCEAAAhCAAAQgAAEIND4BWggBCAxNAjg6Dc3jXpetLj60zsOyJaq4dFHSw3Lpouxz8hS7+/Gm8o+OvQD94thKbmgVA267VtS6n5nTbjyT19U5ERYIQAACEIAABBqXAC2DAAQgUDOB+bdfzxa/9Ocxv/pM6oulgGzvSsW+llZNr71jk3c736Y/h7NTZMQKAhCAAAQgAAEIQAACA0uAvUMAAhCAAAQgAIGGJICjU0Me1sHXKD0gz2udh2VLlC5dFDk2KU66KPuc8rHd/Xizbxp/bmxBf6EctBB8KYsbtu5n5rKbzsLJyemwQGCIE6D5EIAABCAAAQhAAAI5gfm/u74tfsnPLXhkCFpHw0IILrIlsoOV/lmZ2en5fzKzk2NhgQAEIACBeiZA3SAAAQhAAAIQgAAEIAABCEBgMBLA0WkwHrWBrHMf7FtOSnmxeVi2ROnSRZFjk+KkJbIlsvW6ujsfbaq8/qAUtdL0i+OyzIxbe/U57eazFtduEAhAAAIQgAAEIAABCEAAAhAoEJj/exvYohftHftVvjJJ6l+VJ8ut9K88MOPV/5RndnrhdZydChwHVZDKQgACEIAABCAAAQhAAAIQgAAEIND4BGghBAYhARydBuFBa6Qq68F43p48XLQVzkXOTApLS3J7v1M/tjsebbLghYcQ11ZRUcsOFszcWGv1Oe2Ws3FyMj4QgAAEIAABCEAAAjUTICMEhiKBET/Y0Ba/aG9TP8rK3SnzLpWHtVQizCz4X+kf79iHeo3dn3F2Mj4QgAAEIAABCEAAAhCAwKAlQMUhAAEIQAACEKg/Ajg61d8xGTI1kmNS3tg8LLsjKTo2Ka/iJPueOsVuf6QpFl3ytdLM3PLFg/rhcQxq9YVV57DbzuF1deKCQAACEOhFAhQFAQhAAAIQgECDEph/h41ssQv3Uncq9q00W666Wy0Rsd2lGNX86n/Kzk5/eaNLMzupiHI/zkuNO5iplZZLypfHYUMAAhCAAAQg0G8E2BEEIAABCEAAAhCAAAQgAIF+J4CjU78jZ4ciUHwYnYeLtsK5yJlJYWlJbu932sd2+8PNvovgYqZ1CHEdA8FjUvDzq85lt587EE5OxgcCEIAABCAAAQhAAAIQgMCgJTD/Dze2xS78mYXgPazgzZBYsBBcLJhFbfFTeuU/9tHu59uMF/9Vs7OT+nhJVIjsXMvOJaXncdgQqA8C1AICEIAABCAAAQhAAAIQgAAEIACBxidAC/ubAI5O/U2c/VnxIXQelt2RFB2blFdxkv1OnWK3PjTDyr8dLpkbWir7q4RLnurmZ1eaw+44j9fVcTpCAAIQgAAEIAABCEBgwAiw40FNYP4fbWyLnLeH97e8Gd7H8p6W23Fd0R7vi2Ka/va2Td7tPJvxUu3OTr5pXNTnk1HUisslpedx2BCAAAQgAAEIQAACEIAABCBQBwSoAgQgAAEIQKCXCeDo1MtAKa5jAsWHz3m4aCuci5yZFJaW5Pb+p31stz7cbCH+qQ7B3NRiIbhtLlpcPrvyHHb3BczkZHwgAAEIQKCuCVA5CEAAAhCAQL0TGPHjr9hi5+1h5e6Wd7Zi38uDrj1k5U/w5GClv70dX2M3469vtprZKfXrpCWprydbojLa00rLJeXL47AhAAEIQAACEIBAvROgfhCAAAQgAAEIQAACEIBA1wjg6NQ1XuTuAYHiQ+c8LLsjSQ+7pSXKKy3Z//QpdstDTV4z/VZY4macyylO6uRWySNcfPnMinPYPTg5OY9Bv9AACEAAAhCAAAQgAAEIQKAOCMy/06a26Dl7eE28w1VyccuSlu09MimlNL/8ln2omZ1enunspD5d6t9JS1KcbEncvlJmMay0XFJ6HocNAQgMagJUHgIQgAAEIAABCEAAAhCAAAQgAIHGJ9ClFuLo1CVcZO4ugeLD5jxctBXOJT3kTlppsiUHnvGx3fJQs1kw/wQLwcVCtH1VscrhT+PkJCQIBCAAAQhAAAIQgAAEINAwBOqjIfPvvKktcvbuFkIw/ZnrVLMY9kBZB2v+61v20W7n2/ROnJ3U78vFizCFq2nF5ZLy5XHYEIAABCAAAQhAAAIQgAAEIACBwUuAmkMAAhCAQE4AR6ecBnafECg+ZM7DsjsSOTMpXboocnK68YEmf9jt1dbPg63ktovrOJeTx/kS41b/1Ox27wVL5M/bfSMWCEAAAhCAAAQamgCNgwAEIACBfiMwYpev2sJn7uq9Me+TlVwqe5YVxeNSP63pxTdtipyd/vZWy2vs1N9Lfb9cy06iImVX04rLJeXL47AhAAEIQAACEIAABBqUAM2CAAQgAAEIQAACEBhSBHB0GlKHu/8bW3y4nIeLtsK5FB90K01xkoPOmmpyctIPhYOaVVkF018lIpiHzFb/1Bx274VL2Cyc7cYHAjkBbAhAAAIQgAAEIAABCPQmgRE/3dwWOXM374cFl1SybJdQCbtWP675pTdtyu7n2/S/4+xUIYOCAAQg0GcEKBgCEIAABCAAAQhAAAIQgAAEINBIBHD9qH40ie0FAnJMyovJw7I7EjkzKV26KAef9bH9/r4ZsWj9KFizNlllFX8pXE6J61WXnz06Oc3KmR55sIIABCAAAQhAAAIQgAAEINCXBEbsurktdPou5S5a3JF6aWbqu1WCMS329/78hn2063k2/ZW3B3Jmp1gtVhCAAAQgAAEIQAACEIAABCAAAQg0NAEaBwEINBAB3D8a6GDWU1P00DqvTx4u2grnIscmhaUluX3I2VPthvubzfQT4PhL4BBNC+afYCG4WIj2Kp+c3e45f3GbbVYPskAAAhCAAAQgAAEIdIMAm0AAAhDoOoGRu29hi5y2S9wweP8suBVCXJsHtVgIHnYpvfimfbz7Bdb0j//g7GR8IAABCEAAAhCAAAQgMFAE2C8EIAABCEAAAhAYPARwdBo8x2rQ1FSOSXll87DsjqTo2KS8ipPIyen68U2mOF+ZfgYsO/4yOM3o5AH9XnjlZYfZvRcubrMP84fneWWwIQABCPQmAcqCAAQgAAEIQAACEKhKYMQeX7eFT9XMTuqhuXhfrdyJi2vv0nknTnEuTc//0z7a9Vxreg1np6owiYQABCAAgYEnQA0gAAEIQAACEIAABCAAAQhAoG4I4OhUN4eiMSoix6PUEuk8XLQVzkXOTApLS3L70HOn2vX3NVkI5hJXpk8MR6O8ChZs5WVnt3EXLm5z4OQkKAgEIAABCEAAAhCAAAQgAIEBITBiz6/bwqfs4r0076kFVcFX5cVCkFGWEII1P/+6TdntfGv65zvM7CRUg0yoLgQgAAEIQAACEIAABCAAAQhAAAKNT4AWQqBeCODoVC9HogHqIcekvBl5WHZHUnRsUl7FSQ47d6r9dlxT/NlvSTsoaS3xKFe+uBET7FNLz2b3nr+YzTG7PzBXFAIBCEAAAhCAAAQgAIGBJcDeITCkCYzYa0tbcOxOgnKRAAAAEABJREFUmpDXOXjvrbxUZnRSVHm2J4+2pmdfs492Pc+aXv8vzk6OhgUCEIAABCAAAQhAAAIQGFQEqCwEIAABCEAAAv1EAEenfgLd6LuRY1LexjxctBXORc5MCiedbIUPP2+aXTeu2YL/VRazEMzMRYvbvsTgCkvPbuMvXMLmmpPT2vhAAAIQGDQEqCgEIAABCEAAAo1OYOTe37CFT9rZm6lOnKk3ZyGUbTd8CRbMP75qfvY1m7Lbedb0Bs5OToQFAhCAAAQg0EAEaAoEIAABCEAAAhCAAAQgAIHeIYBHSO9wHNKlyDEpB5CHky1dTeTMpHjpohx+/jS75t4Z8Ze+Jf3+t2RuS5JRtjXB0/JLDbNxFyxuc8/pT8bzygx2m/pDAAIQgAAEIAABCEAAAhBoAAIjfv4NW+jEH3snzpfYpYurGFCf0ENuq6Ela/rTqzZFMzu98S4zOwkJMjQI0EoIQAACEIAABCAAAQhAAAIQgAAEGp8ALewVAjg69QrGoVuIHkjnrc/DyZauJnJsUnzSyVb4yAum2TX3NFnQX6jswXX80W95FSNlLrfkbDbu/MVsnrk8Q4xlBQEIQAACEIAABCAAAQg0EgHa0hgERvxia1vwVzua+nEheP8tink4WDD/VFbBQ81/etU+1sxO//ofzk6OhgUCEIAABCAAAQhAAAIQgMBQIEAbIQABCEAAArUQwNGpFkrkqUpAjkl5Qh5OtnQ1kTOT4nMtWyInp9/c3eRF6ze9Eje1uOmLaTtfKcaWXWI2G3/h4jZ8Hk7lCIQVBCAAAQgMRQK0GQIQgAAEIDBoCIzc95u2wPE7epfOe3eanjeqOIdvy4xOHqU5fa3p6Vdsym7n2ox/MbPToDnAVBQCEIAABCAAgb4kQNkQgAAEIAABCEAAAhCAgBPAO8QhsHSdQHQ2yjbLw8mWriZyZlJ8rmVLjrxwmsnJKXjZwUJcm+vgUlkshOBRwZZdYpiNv2Bxmw8nJ+PTEQHSIAABCEAAAhCAAAQgAIF6IjByv2/agsfvaN65ixJCsGD+qaw86GEFgjX/8RWbuvv5NuNNZnZyQiwQgECHBEiEAAQgAAEIQAACEIAABCAAAQhAoPEJmOHoNBSOci+3UU5KeZF5ONnS1UTOTIrPtWzJaDk53aWZnMo/5FU+/a43af2kN/7g11fLLDabjb9gMZt/Xk7h/FhgQwACEIAABCAAAQhAAAIQqEqgziJH7r+tjfrlDt75816f9/E0i5P6fB4RZ3vyWK9xjLWmp/5uH+92rjW99R6vsXMqLBCAAAQgAAEIQAACEIAABCAAgXYJkAABCEBgCBDAS2QIHOTebKKcjvLy8nCypauJnJkUn2vZkjG/nmZXVZycVH6IqxB/xatf85pbcQlmSy82zMZdsJiNGM7pa3wgAAEIQAACEOgVAhQCAQhAAAL9T2DUgd+2BX75QwshWNDuK6vgoaCwaynZzU+9UnZ2ehtnJzFBIAABCEAAAhCAAAS6R4CtIAABCEAAAhCAAAQGPwE8RQb/Mey3FshJKd9ZHk62dDWRM5Picy1bMuaiaXbFnU3lH+9WdlD+3a7WEkW69mWpRWaLMzmNmo9TV1TakwcffNA+//nP90jWX39923rrrW2HHXawE0880VTm5MmT29sl8Y1NgNbVEYF3333Xttlmm1b/37vvvrt99NFHdVRLqgKB+iag77Sefk92d/v2/l/HjBnT6v9a5V9++eW9CrLa9UP7EY9e3VEfFKZrnNipvkl0LVSb+mB3FAkBCPQjgZEHfdtGHf2Dcn/Q+3xxRifffzTLseV1qWTNT/7dpmhmp39PYGYnZ8QCAQhAoA8IUCQEIAABCEAAAhCAAAQgAAEIQKDuCeAt0uNDNDQKkJNS3tI8nGzpaiJnJsXnWrbk6Iun2xV3NlsIwYJ24DqpEGOCB4NbwZZatOzktMD8nLYOpc8XDSi++eab9uKLL9p1111n++67r2288ca288472wsvvBBfJ9HnlWAHEIAABCAAgQ4I/PnPf7bNNtusxUFI31P63upgE5IgMCAEPvzwQzvnnHPs5ZdfHpD9s9OOCaiv8uSTT9oFF1zQcUZS+4zAyIO/Ywsc/QPzjp+Zr9QtVC9QtvknSBTpuvSHymvs/jNxAJydvAIsEIAABCAAAQhAAAIQgAAEIAABCDQ4AZoHAQjUOwE8Rur9CNVB/fTgP69GHk62dDWRM5Picy1bIieny25vMiuVfHHxnSivKw8rWnEunr74wrPauPMWtQVHcMqKz0CJjtuzzz5rO+20kx100EH2n//8Z6Cqwn4hAAEIQGCIE5g0aZKNHTvW3nvvvSFOoo6aT1XaENC901133RVn4rv++uutqcnvfdvkImIgCeh+Vve1e+65p7311lsDWZUhv++Rh2xnI0d/zzmU+4C+jrav4oxO6isqTrr58Zft413PsaZ3cHYSHwQCEIAABCAAAQhAAAL9SoCdQQACEIAABCAAgQEmgNfIAB+Aet+9HiLndczDyZauJhrYUXyuZUuOuWS6RScn/TQ3/mI3Gm5lewvBw8EWX2hWG3/+orbwqFmzRMyBJKBjOH78eNtxxx3tueeeG8iqsG8IDBoCVBQCEOg9AnIWOffcc+3555/vvUIpCQK9TODVV1+NM2EedthhNmHChF4uneJ6SmDq1Kmm10N+5zvfMd3X6v62p2Wyfc8JjDpsexs1+vuxHxhicdm60j90Zear5idetql6jd1/JzGzk/GBAAQgAIF6IkBdIAABCEAAAhCAAAQgAAEIQKBvCeDo1Ld8B3XpclLKG5CHky1dTTRQoPhcy5b88tLpdsltTfFXuZWVKW++r7JdskUXmMXuu2AxWwQnpzKSHqznmWce22KLLWzbbbftVLbeemtbeeWVbdFFF7VZZ23fwey///2v7b///qZXB/WgamwKAQhAAAIQ6BKBBx54wG655ZYubZNnXmSRRTr9Lix+X6677rp5EdFeaKGF7Bvf+EaXyvriF79os802W9yeVWMTkBMNznj1e4zliHbppZeaXtdcv7UcmjUbefj2NvLI75a7ivm6VHIgLr6Y4l03PfrX8sxO776Ps5PTGSQL1YQABCAAAQhAAAIQgAAEIAABCECg8QnQQgj0KQEcnfoU7+AtvOh4lIeTLV1N5Myk+FzLlhx72Qy7+LZmCyG4OJ8gCW67uOmG1hZ8vegCs9l95y9qiy7QvqONZ2OpkcDIkSNt7733tkMPPbRTOeKII+yKK66wW2+91R577DG75ppr7Otf/3pVpye9MkjOThosqrEqZIMABCAAAQh0m8Abb7xhp5xyimk2lu4WsuKKK3b6XVj8vtSsL8X9LbPMMtHht5i3o/AOO+xgs88+e7EowhCoEEBBAAIiMPKI79rIw7/rpnqGFvuHIch2cR0UEzzepfTYX8szO/3vfZydjA8EIAABCEAAAhCAAAQgMDgIUEsIQAACEIAABHpCAEenntBr0G3lpJQ3LQ8nW7ojkVOT0qWTyMnpoltmmJVKvkh8LyWJbBc3PUHr+Jo6OTktthAzHkQgA7iaZZZZbPnll7ejjjrKLrnkEltiiSXa1EYzO5188sk2efLkNmlEQAACEOg1AhQ05Alo5pUTTzzR/v3vfw95FgCAAAQg0OgERo3+no047P9iM8vdRvUZXSr9yTipkyfEfufDf7Fpeo3dex+0cXZSukT9UulcVLjC1bTickn58jhsCEAAAhCAAAT6iADFQgACEIAABCAAAQhAAAIQ6IAAjk4dwBmKScWHt3k42dLVRA+Okyg92dLHXTHDLrq1ySwEF1+kXEziqxCCry1+Fh41a5zJafGFmMkpAqlx1R/ZVlllFTvvvPPsk5/8ZJvdPfnkk3bXXXe1iScCAhCAAAQg0BsEdG9x/fXX2xNPPNEbxVEGBCAAAQgMAgKjxnzfRh76f+W+Yuwzer/RtUWxsop2sKaH/mLTdz/PmiZMbuXspP6ovkMkua2wxPzTnvakVkvK1yqSAAQGgAC7hAAEIAABCEAAAhCAAAQgAAEIQKDxCdDC9gng6NQ+myGXUnxom4eTLd2RpAfH0kmOu3y6XXhzk2k7iz+7jWsPO+KSi8cpTeaCI2e18ecuYkssjJOTyNSjLLbYYjZ69GgbNWpUq+rpeOsVd//5z39axROAAAQgAAEI9AaBP//5z3bppZfGwWuVN8ccc9h8881nfCAAAQgUCBBsMAIjj/qBjThkO+9EqsfojStJu/jiXUmPV5yLLzMeeMGm7nqONU/sO2cn3w0LBCAAAQhAAAIQgAAEIAABCAw8AWoAAQhAAAJDmACOTkP44OdNl6NRe+GUJl1N5OCSROnJlj7+ihl24S3NFrzwEOLazHUw/wtmrlyChRBswflnsfvOW8SWWpTX1Vmdf1ZddVX7xS9+YXqtXV7Vf/zjH/bAAw/kUdgQgAAEIFBXBAZnZd577z077rjj7P33329pwNe//nVbd911W8IYEIAABCDQuARGHr2DjTh4u3IDve/oPUjvQ3owlMWjohFCsNKDf7apu51rzZM+jM6x6pcmUX9VorB0Ll6AKVxNKy5JypPCaAhAAAIQgAAEIFCfBKgVBCAAAQhAAAIQgAAEGpcAjk6Ne2xrblnxQW0eTrZ0R5IeFEsnOf6K6XbBzU3xF7Ylr4229yfHHi65Kkv5F7glGzk82H3nL2qfwMnJSQ2OZcMNN7Q111yzTWXvu+8+++ijj9rED4oIKgkBCEAAAnVHYMaMGfG1qS+//HJL3VZYYQXbbbfdbNiwYS1xGBCAAAQg0NgERv3yhzb/gd9u6UtqYqeyVPqW3rlUn1N9z+b7KzM7vf8Rzk6NfVrQOgh0nwBbQgACEIAABCAAAQhAAAIQgAAEIDBoCdTs6DRoW0jFOySgB8F5hjycbOn2JDk1KT3Z0idcKSen5nLRwcwXC8HXUTws0+LKRs43q91//qK29GLM5GSD6DP33HPbN7/5zTazOv31r3+1f/7zn91qyaRJk+ymm26yPffc07bYYgtba6217POf/3yUTTbZxHbYYQc755xzTDNH6Tzr1k7a2aizfe+000521VVXWW+9mk8D948//rgdddRRtu2229qXvvSl2E61d+2117Ytt9wychAPzWTSTrX7JPryyy9vqYvqs80229i7774b9zV16lS77bbb7Hvf+56pnkrXsTn44IPtwQcfNLUrZuxkJY7iKa6bbbZZq/0prHilv/XWW3Ewq5PiYp6jjz66VTmq2x133NHZpi3puo5VK0PnXEumGowiv/XWW8+eeeaZGrbsvSw6DjoeOi7iKRYSHTMdT513Ov+Urzf2Om3aNHv00UfjjDvbbbed6ZzQ/pJov+mc7spxVZmasSeVI7333nubzsPu1vu6665rc57omNVaXn9fK2qtV0f5dG7rf0nsdX3VsdAxEc8kOmY6dpo1Sdx1TDsqsz/Txo8fb7fcckvLLueZZx474IAD2rxCtSUDxnPuObUAABAASURBVKAgIKfo22+/PX7X5dcpfR9+5zvfsZNPPtleffXVeH3v7Qbp/NZ5rvNd573O//S/IK3/D/2f6P9F/zf6/9H/UWf1ePHFF23jjTduucbceuutrTbRjGS6l9E+kuianL5jW2WuEuirelfZVUuUjtO9995r+j4RE7FJddex+sY3vhHTlGfy5Mkt2/XU6Gi/66+/fss94euvv96lc2TMmDEtx0fHQsckr6uOWWpf0l35jsjLGux2vdZ/1LE/spEHftss71dG2/uWZhbin8WPnJ2m6TV2H0zB2SkSYQUBCEAAAhCAAAQgAAEIQAACEGhNgBAEIACBwUoAR6fBeuR6od7FAZs8nGzp9kSOJhKlSyeRk9N5NzWbfkmbqilb+UyxHoi/vPXEEfOWX1e3zOI4OTmOQbesscYatsQSS7SqtwaMNNDXKrKTgByjDjzwQNNA5zHHHGNPPPGEvfPOO3FAIm0q5wKVe/HFF5sGQOUcdM8997TKk/J2Rcvh5tBDD+10388995ydeuqpttVWW9nOO+8cB1+7sp+UVw4aV1xxhW266aa21157xcF7DdIpPuVpamqyf//735GDeGy++eb2s5/9rNv7TOX2VP/vf/8zOZmMHj3aNLOK6qkydWw0wLnvvvvaj3/8Y5s4caKi24iuAS+88ELkJ47iKa5FRy6FFa90DaD+6Ec/sqefftq0fZtCKxEhBFtnnXXaON49+eSTHW5X2TwqtUPnWAxkq+eff77mWcp0HJ966qlsa7PlllvOPvnJT7aK66uArsN33XWXfe1rXzMdDx0X8Uz70zH717/+Fc87nX/ie/fdd9fMKJWTtP5/dI5utNFG8dy44YYb4nkqlimPtPabzmkd12222cZ+8pOf2F/+8hcltyurrbaarbjiiq3SdQ69+uqrreJqDej4PPzww62yjxo1KjoatoqsElBb+/NaUaUKXY7S+aDrpK6ZOtZir+urjoWOSV6gjpm46hjq//yrX/2q6XorZ4M8X3/bqpPqPX369LhrvTJV12B9/8SIgVmx1x4Q0Dl15plnmr7bjjzyyPhdl1+n9H8qh+arr77a5IQkx1edBz3YZcum+j/uy2tWy4562RiIen/44Yc2duzYeL8iJyd9nxSvHTpWcgJTmvLIYUwOw6pvdxHUsl+dQ/q+1jVK94Pbb7+9deX7vrt1Y7v6ITDyuB1t/v22LXctvW/pNzLRVg1L3t9UlGxFNt33vE3d9Wxrnjwl9hv03ZhE95YShaVz0fYKV9OKS5LypDAaAhCAAAQgAAEIQKChCNAYCEAAAhCAAAQgAIE6JTBLndaLavUxgeID2TycbOlqogfBSZSebOlfXTXDzrupZCHot7QzGxHcDCGuzRN9CTZieNnJ6ZNL4ORkg/SzwAILtHFCMP9o9hqdG252uGg2Gf1KXrMDacaO4sB7RxvLWeOQQw6JDkBywOkob7U01U8zE8kBQI4ete5b5/mzzz5r3/3ud+2iiy6qeQYj1UHOW7vuuqudfvrp9sEHHyiqJtE+H3vssTh7wTXXXBMHaWrasBczaZYGDUj/8Y9/7LDU9dZbz0aMGNEmjwYlTzrpJNOAtfipTW0ytRMhZxi9okqD0yqnnWy26qqr2kILLdQqWQOhcuBoFdlO4LXXXjOdV8VkOaJNmDChGF01rAFfOYHliXLWmW+++fKoPrGnTJliv/zlL+2II46wWuurc/Lwww+3M844o0vnso7ftddeG50ONeuYBru70ihtr/NAjnFXXXWVj0+Wqm4ubl/84hdbpcmZUgParSJrDMhZQo5SeXadN0sttVQe1coeiGtFqwp0M6BzUdcbXSd1bne1GF2jNJuZHNLefvvtrm7eK/l13dGsPv/9739byvvCF74QZ8ELQfcULdEYg4SAHJj0f3/ZZZfV7EAqZ9Mdd9zR5Eyja0d3mqrt+uOa1Z26dbTNQNVbs3Pq3kz3HF25vute6uabb473SJpVUNfPjtpXTNO1/dvf/rZ1db+vvPJKnBmss/sE49NQBEad8OPo7BS/DrSKXwsh9jODWlpZSZXGP29xZqcPP4730frfSqLzVKKwdC4qRuFqWnFJUp4URkMAAhAYOgRoKQQgAAEIQAACEIAABCAAAQhAYGAI4OjUn9zrZF/FB7F5ONnS1SQ9AM61bMmJv5lu596o19WV4qB1y7C1G77EOF+ZZPg8we47dxFbbkmcnOrktOhWNWaddVZbZZVV2myrX/zL6aJNQhYhhxX96l8OFl0ZRMuKiKZmJ9lll13i6+xiRA0rOVhdeOGF8bVxqkcNm7TJosG8888/P852oPLaZChEaMBerwsrOlkUsnUYFKdTTjnFrrzySv830n9Vh9l7LVEzqcg5S6w7KlQz42g2h2IeOaLts88+pleG6VpRTK8lrO00eKpyVF61beTktMIKK7RKkuNSrU4emkWq2nkrJwsNorYquJ3ASy+91PKaP2UZNmyY6RU7svtS5MylWdHESKy6si/ll7PRb37zm5rOK3036ByUA0p3/39S/fR/JGea++67L0W10TqndG7lCffff7/pfyqPq8V+6KGHTI5SKa9mB9LsV7PPPnuKaqX1v93f14pWFehmQI5Jv/jFL+xPf/pTN0uYuZkc9+RA1x3eM0vpuqXzTLNLyfEhba3/8f3228/mnXfeFIUeRATktLrHHntYrdfTvGm61ug8lINkHl+LrXOpv65ZuuYvtthiptkuJXrNb15HXXMWXnjhlnTlUVjxeT7Z/Vlv7S+Jrh9ymH3zzTdTVJe1rrNysuzo2p4Xqrbq9ZS6buk7N0+r1dZ3mb4Dtd+Orlfzzz9/C/9q7HXMdFxy0esya60H+fqXwKhf7WTz7fPN8v2LpgzWbE6u411yZeU9U8Va87hnbZpmdvpoav85O/UvDvYGAQhAAAIQgAAEIAABCEAAAhCAwEAQYJ8QgMCAEJhlQPbKTgeMgAYS8p3n4WRLVxMNICg+17IlJ109w875fXya7MUHK/+5qSWYh13iL22DDZ9bTk4L2/JLzWZ8Bj+BZZZZpk0jNEuMBiXbJFQi5Dxw2mmn2e23316Jmak02CfnqYMOOsg0+8Kdd94ZX7N1wgknxNfLzTHHHDMzVyzNuKP8GpyrRLWrdA7LoePXv/51HOTIM1bbt+oo5yK9Vq+4b537GohXeSo3Lyu3labX1RUdhfL9aXYLtVWiMseMGWOrr756m1exaZ9XX311lxy78rp0x9YraOQgkrbV8dHxEBvVVa/zkoPRWmutZcXzQYON7c0EJUe5ddZZx9RWlZO3XfFKT/tMWjNKqTyVm+KSlrPKZz/72RSMWo5LcmCKgQ5W06ZNa9cpRMxrcVDTcc6dMrS7T3ziE7b88svL7FORM0ruACB2YihnQg0ei63+n/bcc09bcskl29RFbaz1vNK5ICc/bZMXpP8Pzb6UH8+0Xw2aqz6qV76NbDnwyQmh2jFVuuq70koryWwROUpodqaWiBoMlf/444+3yrnooouaZtxqFVkJ6Hjqf7s/rxWVXfdI6dp73HHHxVcIFgtafPHFTa+C1PHTsZHo//iss86K8Rr0L26jsM7rRx99VGa/yR/+8AdTPdN5puulXuHZX6+B7LeGDpEd6b5Azr65E0tq+siRI+P5l74Hdc3StUvfKTruKZ/OBd0/pHCtuj+vWbrey3FUM91JNt5441bVlJOenESVluSCCy6wojOnNurPemt/EvHVawWL11ddu3UN17Vc3yW6dkhkH3DAAW2++1WWru26fuavJVR8NZFDlO4rtE0xXfcV+u5K54f2KwfZb33rWzZ8+PBidnvkkUc6nKVQDtOJvY6FjkleiI5ZSk9a+8rzYNcXgVEn7mzz/+KbZuprmrkKFix9gttlMbea7604O02ZGvsBuq4k0fe+RGHpXMw/CrsqO1W5kcJutizV4loSMSAAAQhAAAIQgAAEIDBECdBsCEAAAhCAAAQg0BcEcHTqC6p1WmbxwWseTrZ0NUkPfHMtWzL26hl29g3NltyczK1SlJkglKZy55kr2H3nLWIrfGLYzESsQU1gwQUXbDPQpF/yVxvMTA3Vq+JuvPHGFGzR+vX82WefbRrM0ivllltuOVP5mh3hK1/5imnwXg4xG264Ycs2ydCg3NixY63aIFnKI10cPFecRANp1fatgX/NyKN9a/BVDk/FgVcNxmtAUuVUEzlg3XHHHa2S9Eou1Te1Va/PUlslco7Zcsst7eKLL44zRilvvrHY6hU+eVx/2dtss41phhsdD7FRXbfddlvTwO7o0aNNg6FW+eh/vpqDl5LlLCXHGjlYqK0qJ2+74pWufMqfixzGNDCs8vN42XqtVZGXZrWRI5PS25OJEyfaa6+91l6y6dVJciBpN4Mn6LhoX262LDquGsRviajN6FEuMRM7Mdxiiy1M/z9iq/8nvTJKA9O77LJLGyc61f/hhx/ucN+aOeqSSy5p838mZ6Hf/va3cXA5P55pv1tvvbWpPpptY+21126zD71iULO9tEnwCDlQadYlN1uWDz/80Dqra0vmivH3v//d/va3v1VCZfXlL3858imHWq8H4lrRugbdC2m2K/2P5FuL4f7772+67spZaM0114zXVh0f/R/LgUHxt956q8mRUDOa5Nvru17XsM7+j/JtemLrmikHhPx6rmuPrr89KZdtB4aArtVyZpSDYl4DfZd+//vfN513Ov90vdQ5qWuWrl1yZrn00kvj7Dv5dl2xB+Ka1ZX6tZd3oOqt67AchfJ66d5M131dw3Ut13eJjpNE9v/93//FGRt1jdG1Jt9W192nnnoqj2pj6/5Nr7bN/9+VSd+dxx57bCxb313p/NB+5QSnmZtuu+0222GHHVrde2hbXev0XScbGRoERo39ic2399axsbrmqO8ZA5U+acm1+qhSzfc8U57Z6eNpODuVIbGGAAQgAIGBJcDeIQABCEAAAhCAAAQgAAEIQKAbBGbpxjZsMggJ6IFvXu08nGzpaqIBTsXnWrbk5Gtm2Fm/bzYLwYL5x1fBrRC09rDbaT3PXLPY/ecuYisuPUxR3RQ2qzcCIfixdsnrpfNFksclW7MDacBM50+Kk5ajhBxo5KgSQlBUVVlkkUVMv/rXwJYGSfNMmnGkOECXp8tRRYOmxcE0DfrLWamzfWvGBc0y8ZOf/KSVk4jKU5s0MJnvL9lyoNHr/FJYerfddouvNAuh/baGEGKegw8+2PQ6HG2XRG2VQ1kK94cWJ71WpjiQqX2HENrU8aWXXjI5vyg9l0033dQ0gN3ZzCxKVz7lz7eXrYFxlS87Fw3Iymkqj9NsR3LiyeOKdvEYzTbbbK2OsWYNmzBhQnGzVuFiGTo/5ZQXQvvHuFUBvRCQE5GYiV17xen47bzzziZntWIeOWp15MwiB5o///nPrTbTvo4//njTbEGtEqoE9P8rp0HNVpYn6/WI1Y5nyvOZz3ymTflyLpSDWsrTkdb1SA6WmuEr5dMYgk/aAAAQAElEQVT/lBydQmh7fAbqWpHq1l2tWauuv/76OHCbytB5uOuuu5qcEWSn+Gpa6d/4xjdM1xzZeZ5//OMfrV77l6f1pq0ZZXQ9lfNDKlfnmBwd9H+Z4tCDh4COpWbhyWus82uvvfay9r5TUl45bp533nmmcyDFdUUP1DWrK3Wslneg6q3ZC+VImuqk66RmzNRxSHHVtI6nrjFyos3Tda83fvx402tK8/hkK14z5xW/o/U9Lofmr371q62+i9N2Scspc++997bDDz/c9N2W4rVfOfy+8cYbKQo9BAiMOnmX6OwUQij3QIMaHaKd1goEjy7d/YxN3/Vsa546PX5n6pxJonsGicLSufimpnA1rbgkKU8Ko3tCgG0hAAEIQAACEIAABCAAAQhAAAIQaHwCtBACXSeAo1PXmQ26LYoPWvNwsqWrSXrAm2vZkpOvnWFn/K7ZH/aai34nW3JDi9sliVCV4+aaI9j95y1iKy0zmyKRBiKgGXw0wJU36YMPPrB33303j2qxH3jggTavXdPro4455hjTzCItGTswNNit15ho5pg8m5wl9Ct+OR7l8cnWa6ueeeaZFIxag2maiWiBBRaI4c5W2rde/bTeeuu1yirnDw1MtoqsBDSjgf5nKkHTjENFR4+UVk1vsMEGJiesPO1f//qXFZ2n8vTetnWM9eqW4ite2tuPrieaAavojKV2y4mi1nKU77DDDjM5WeX7UrkqX/vJ48VWTnN5nF6b8+abb+ZRbWzNOKHzJyVsuummpvMyhTUIW5yNJKUlXSxjoYUWMs12kdL7WutcFisx62xfOo+33357m2eeeVpl/ec//2lylmkVWQloQPrBBx+MA4KVqDgAveOOO7Y7K1LKl+v555/fttpqqzwq2nKGiEaVlWZ4+fznP98q5bXXXjPNPtIqsp2AnNT02sM8ecUVV2z3tXUDda3I69cdWwyL56lmQdEsLCFoaLe2UvUKwuK5q/85/R/UVkL3c8khTdfxVIKcF/bbb78unWNpW3R9EBg3bpzpOpzXRo6W3/ve9yyEzs9L/f9rpjFd3/MyOrMH8prVWd06Su9SvTsoqDvXWjkG50XKOXWFFVbIo9q1QwgmR8nitUNltucIrjQ5QuWF6jjLqXzZZZfNo9u1Qwim+0Hdo+SZdI+kmejyOOzGJzDqlJ/a8L220sRNllbeK4191RihrmmUkjXf+bRN2+VMa5o6Ld7b6F49ie4vJQpL5yKKClfTikuS8qQwGgIQgAAEIAABCEAAAhCAQLcJsCEEIAABCEAAAm0I4OjUBkljRRQfsObhZEtXk/RgN9eyJade12Rn/M6fEvvggohJBQsyXYJbLsFNX+aaM9h95y5sK+Pk5DQabxkxYoTpF/W1tEyzpNx3331tsv7whz+0pZZaqk18RxFy1PjBD35gcibJ8z377LP217/+NY+KtgYONZiWO7MoQc4etcxEo7xJNPCufedOIvq/UPnaT8rXnpYjSVccBrS/NdZYwzSj1Kc//WnTa/30mh+xb28fvR0vznKYqLVcte+xxx5rlV0zQ2i2Bw2+tkroJCDHnZ122qnVbA3aRK8u0yuuZOey/vrrt5pdSsdcTkh5ntzWealX06U4OXWpjPyc1PHVTBcpT1HLCUSvOsvj5dSVO0vlaX1hb7755m1mPepoP8sss4wVB5LFor0B6f/9738mh768TM2gVXRAytPbszU7y1xzzdVecpv4EEKcgUrnUErUcdU5oO+vFJfr3Nax04xEeZyceTSgnsfJ1v+w/pdVvsJJBuJakfZdq5YjZz4bi7bbaKONrKv/c8OHD7ell15am/er6Np92mmnxQHntGNda/WaqhRGDy4CujZqBsK81vru1P+Tvsfz+I5sff/oGtdRnmLaQF6zinXpSrie6q3jp+/zWuuv182ttNJK0XFdMwzqOGsGy/aOtWbm0z7y8nWcdbzzuM7sEEK8Nyp+5+rcK5bfWVmkD34Co07d1ebbMzlUh0q/NHjDXLREiSsr3f2nOLNT0zRmdnJALBCAAAQgAIFBS4CKQwACEIAABCAAAQhAAAJDj8AsQ6/JQ6fFxcHfPJxs6WqiQX3F51q25JRrZ9hp1zeblUplEVKZ0lFKVv4zm3P2YPeds7Ct+slhMYVVXRDo1UpoQE6OO7UUqtfWFZ0N5GSk10fVsn0xj5w01l133VbRGuTXYH+rSA+onkUnDc1U8KUvfclTu75oxgLtP99SzjKaQSCPk73kkktKtYj+j8466yzryitV5OijmU4uvvhi02tkNENLrTNgtey4B8YyyywTHa1qLeK1116zIouVV17Z5KhVaxl5PjkNFbdV+ZotK88nW3UtDnbq2MiJR+lFKZ6XcurSa3qqHd/2ytCMUXq9XV62nDM041ke11e2nIa0v66UL2eDIie9tu7jjz+uWsycc85pu+++u22//fbxOOr8++xnP9vG2bDqxoVIOe/lTkuF5KpBzdSlWZjyRM3SpNma8riiLccl/e/o/y6lyWlwk002ScFWeiCvFa0q0o3A5z73OdNrnDbbbDPTDF+6xhVng6ulWJ23Ot615O2tPPoeOeOMM1rN/CNHCb2mNAQfkO6tHVFOvxLQ7IOaKS7fqa6vyy+/fB7VqR1CMDnA6LrVaeZKBp3DA3nNqlSjy2og663rRl5hOQmdeeaZNb+2MoRgRx11lN1+++129tln2/7772+6HlVzKtX3qV6Xmu9P32XKH0LX/+d1P6nvibw8zXCnme7yOOyhQWDU6bvZ8D229MaqV+pdVu+dai3l3Vbvxmodk610x9M2/adnW9P0GdHRVvcLSdQfbk9865ZylCcPy06S0lIYDYEBIMAuIQABCEAAAhCAAAQgAAEIQAACEGh8AkOuhTg6NeghLz5QzcPJlq4merCr+FzLlpz62xl2umZyEjcfhAghmC+mVTD/VFYhBJtjWDDN5LTacsM8gWUoEdCMONV+va/Zd4qvr9GApwbju8MnhGDVnKT0Ois5N+RlVnO80etY5NSS56vV1qBdcaBWbZPDS7GMZZdd1hZccMFW0Rp4+/73v29jx46Nr/LT/1erDHUW0KuDNABZa7XkgFScEUcz/2h2plrLyPNp1rCiw4aYaaaePJ9svYawOBuEHOzk0KT0oigtf9ViOi/kNJLnlSNTe041L774YquBYB1vOQHl2/elrTYXHeo6219XnVl0zmsAWgPXcrjTQLZeJxVCvPB3trsep2v/moUpL0jHrto5kOfRcX/uuefyKNOMI+3xGshrRatKdiOgQX7NkHfcccfZDTfcYLfddpvJwbAbRfXrJrrnuOKKKyx//aec0fbYYw/r7jWjXxvAztol8NJLL5leZ5tnkOOqrul5XC22nHDkzFJLXuXRNWMgr1mqQ3dkIOuta8iwYa3v2zVboV4Ld8kll9hbb73V4tjRnbbl2+jarGt4HqfrspyV87habX2nFR2ip0yZYrrf6rgMUhuVwKgzdrfhu29puksJlbVU8AaHoHU0LAS37/yjzdj1bGuaUd3ZSfec+q4qipfQ8j+htDwsO0lKS2E0BCAAAQhAAAIQgAAEIAABCPQ3AfYHAQhAAAKNRmCWRmsQ7bGWh62JRf5gNdnS1SQ9xM21bMlpv51hp15X8vK95FJ5P+UyKnb6iazr2WY1u++chWx1nJwc1tBbNDCt15cUWy7nF51LebycSjQ4lcd1xdagWPEVbnI4mjp1aqtiNKtE0fFGsyZotgI5uXRH5FyS70Tlaz95nGwNzlZzyNJsBtdcc0183cp6661nGtSXc0JvDiRq/70hakNXynn55ZfbZJdzSZvILkRoeznR5ZtoViddh/I4nU/Fmbp0fDXgnudL9tNPP53MqDUIP/vss1vx3NLrezQ7RMyUrTQLkl6/k0WZzuuuDMjn23bHliNadxwHurOv7m4jZwcNmB9//PH285//vJVjWK1l6v9ETgApv64nmq2p6NiY0qX1Okv9T8lO8rWvfa3NqxBTmv6H9b+cwtL9da3QvgZKZvjgrpz5dA3acccd7Y477jDrp8ro/+fKK69s2Zv+z3fddVcrOiy2ZMAYNASqOZnoWt6dBugVjJ/61Ke6s2m3tumNa1a3dtzDjXpSbzk6rbHGGm1qICdfzdD0jW98wzbYYAM7+OCD46xNut9qk7nGCH2nTpo0qVVufY+p/vrO7o7oHGlVoAeqnYMezTJECIw6cw+bZ9evee/UO6++rizen/VwZXZi3UdG87anTDM7lZqbY7ruMZIoj2zpogil4qppxSVJeVIYDQEIQAACEIAABOqKAJWBAAQgAAEIQAACEIDAICOAo9MgO2CdVbf4ADUPJ1u6mqSHt7mWLTn9+iY75bcl0w9eJRbMQogr0yea5mEPzDZrsPvPWdg+86nZPcTS6AQ0+KVXDuXt1CC1nE3yONnvvPOOVCtZZpllWoW7GtCsH3KsyrfTfuRElMcV66i0e+65J74KR6/D6aoo/0UXXaRiWkm1/YjFzjvvbJ/85Cdb5c0DcsySE4hmYkkDiYcddpg9+OCDVmxLvl092nL8KQ5eDh8+3BZddNEeVVfOc8VjrYFSzdhQLHillVZqM4vWk08+GQeu8rxydMtnBNJMFhroVR7VV85OsiW6FuZ5FSdRHYqOXZq9Sq9nU/pQEp2rmrlN5+3ll19uY8aMiY58cjzbaKONojPf7373u1avJ+sKH/0PpeOTttNsTZoZJIVzrXNRjlB5nBzQPvOZz+RRrexq/8P9da1oVZE+COgclmOCXuMpRybNKLfnnnvGV0uts846tu2225quQTrPO3Ie682q6XzRqzx1DUzlfuUrXzG9njOF0YOXQPH/SdfY4nW81taFEHr8PVLcV19fs4r7661wX9VbjkZ77bVXh6+q1b7vvfde04x+mjFLIgdWfcfKYbLWNuo1qUWnUjmmfvOb3zTdY3VHRo8e3Wb3xXOwTQYiGp7AAmfvZcN/uoW3M5i6q762EHxdkRCCh80smNltT9m0n55l+g5Uf1nfm0lSWLoovqUprppWXJKUJ4XREIDA4CFATSEAAQhAAAIQgAAEIAABCEAAAhCoLwJ94ehUXy0cQrUpPjjNw8mWriZ6gKv4XMuWnP67GXbydc028xewFajxp6+lcsCVLzarn1H3n7uwrbFC69delDOxbkQCmlFH50neNg1iygEpj5NdbbCp2ivulLe3pb9+0d/efjTjzjHHHGO1OnZpIPGuu+6yfffd1+QgIkepcePGWe4M0NuMOiqv1nqrDA10agBTdpIQgoUQUrDPtZxZNKtSviO9Xq7ogKVXDWoWm5RPzk2prZo5qPh6wueff76N45lmeZKzUypD2xVfs5fSGk3LwUgOTXoNo5yZ1l9/fdtqq63ieXvGGWfYrbfeano1UW+dt3Ie02xMOUfN1qTB8Twu2W+88YbJqSeFpeWEpv9H2dWkvf/hanl7Etcf+9H/4uOPP25ympQzwlprrRWdmn70xpPwlwAAEABJREFUox/ZEUccYZpRTq+Lk/NTT9rS3W1VvwsvvLDVq6XkzPazn/3M+uu7obt1Z7vOCcgJNb82agu9AlWOr7K7I7q/6M52aZv+vmal/fZU92e9NZOanFTlXFxLvXX9kAPr7rvvHmd72meffUyO28V7w2JZek1oMa4vwmKne6q+KJsyWwjUvTHqnL1s3l02r9qfVR9Y3Vr1dZWhdMuT8TV2OoeVJp0khaWLIgiKq6YVlyTlSWE0BCAAAQhAAAIQgAAEIAABCEBgkBCgmhCAAATqisAsdVUbKtNtAsUHpnk42dLVRA9uFZ9r2ZIzb2iyk69VtYJZXIK1+Cq4EUIl7HrWWUJ8Xd1ncXKyofSpNli/xBJL2DzzzDOUMNTU1hVXXNEuu+wyk5NBVwZ69atyOXIcdNBBtuWWW5pmqNH/bE07HaKZ5BAjh5a8+XolWXFgVc5PmtUp5dMxyl9JuOaaa6akqOUUpVnMYsBXOg7333+/6XrpwbjIUWqppZaKdqOu9H8vZxQ5Ncmh6a9//WuXnPDmnHNOm2WW7t2CaDYmObLlbB944IE4+0IeJ/uPf/xjq9mjNJvMV77yFf8eC0puWJFj2XXXXWdyCtPsLHKalDNCrQ3WLHR6fWOt+bub76abborOcGl7/d/utttu1pEjWso7eHTPaipnsJ6V0PnW+j5acMEFO8/YxRy6PubXxi5u3qvZB/Ka1ZOGDFS9v/jFL5peJ6mZ1fR/WWsbdO3Rqyj32GMP22677ezpp5+udVPyQaDPCYw692c270++aroD8K5reX9uhBDMF7Ng/gkmu3TzH2zGbmfH+7t0LdP1TJLC0kXxApjZSRAQCEAAAhCAAAQgMCQJ0GgIQAACEIAABCAAgf4k0L1Rxv6sIfvqlIAesOaZ8nCypatJ8WGtwknk5HTiNaXKw9qSfuAa7fSL15nlae8lu+/sBW3NlXhdnWgMFdEv5DWbTbG9yy67rGnWhmI8YYsOYHIQ0auw9Lqm9dZbz7oyiCgnm8MPP9w0C0p/DID36THr48I//elPtzoPNbvIX/7yl5a96hr2zDPPtIRlrLLKKiYnD9mS4ivwNDtJfs5rhig5SylvEjlY9XTWkVRWvWkxu+2222zHHXe0xx57LA4A1lJHOTXJ+eu73/2uXXrppXb++edbdxnJCUaM8/0+88wzJie0PE7Xp/vuuy+PijOq6Ri3imywwP/+9784o9aJJ55oul7U2jy9smrttdeOMz3JmVIzQNW6bXfy6fjo9Ve650jby0niwAMPNB3fWkWzhqXtpeW4uMMOO7QpQzOPKb2e5ROf+ESb6hXP6zYZeiEiBA3sh14oqXURIYRuOzRaL33q4ZrVnabUQ70XWWSReD3Q/coJJ5xgcjLNvx87a5cci3W/c8stt8T+Q2f5SYdAfxAYdf7PbZ6dNiufk+rUuuj/zVW5r2vlvq+vrenGx216D52dUpu0j2QnXS0upaEhAAEINCQBGgUBCEAAAhCAAAQgAAEIQAACEOhFAjg69SLM3iyq1rKKD0jzcLKlq4kGFxWfa9mSs37fZHJy0rBXCHFtllSLdiOmmd1/zkL2+ZVxcrIh9nn77bctd/pQ8+XQoNcjyS5KNceG/nLWqbZvOQI89dRT1psyZsyYYrOrhvVapnXWWcdOPfVU02w0mn1lp512Mr22SQyrblSJ1P/oJZdcYuPHj6/E1JdS2zRjT14rXWskeVxf22K53HLLtdrNc8891zLzj5yU/va3v7WkyzlPzlEtEW5odie9zs7NuIj9Cy+8EG2tNJCrmaJkS1SGZsKQ3Ygix6Hjjjuuzev78rbOP//8tvLKK9u2224bB8mvvfZae/jhh+33v/+97bfffrbaaqv1yPkhhGCalUmzM1nl8+6779qTTz5ZCZXV3//+d8sd2xSr10COGDFCZrtSb9eKditaJUGvBz3yyCNNr6Orkhyj5Kigc1osdtllF5PDpRybdB06++yzTTO46BjGzKz6lYCuncUd6prTm9dOOWvKGSzfj2bvKl6z8/Tu2roeLrTQQq021znaFQe8Vht3I1AP16xuVNvqqd5ygtQ196KLLjLN1nTxxRebnFaLM+tVa6ecF3WfU3yFqPJWu9ZqJqjevCdTWeeee66pDdonAgERGHXBL2zenb5q5vcTFruzQcrDWoJZDAVfByvd+LjN2P2c6Nita7FE12VJsqWLYv5JcW7GReFoZKs8LovGhAAEIAABCEAAAhCAAAQgAAEIQKBBCdAsCECg9wjg6NR7LPu9pOKD0TycbOlqUnw4q3CSs29ssl9dXYrt0bpk5XVUHht/8eraZLjcf87C9gWcnERkyEnxtVACoEHNonOJ4iULL7ywVCuRo0iriC4Gqg3aasaX4qBWX+y7i1VtN7sGt+WUowE+OTw9+uijJi3Hp2WWWabqdtOnT7drrrnGNGhcNcMARmrQvOgo8cEHH9i///3vHtWq2rHWjBPFY512Mt9880WnmhSW1ivWNOONbJ17uZPSkksuaUXe1crQgK1mh1IZf/jDHyzZClcrQ/GNIG+88YadcsopbV5RJ8eZjTfe2DT4rXN33LhxdsUVV9ihhx4anWZ0PdA50ZsMNCtT8VjJmUqD6mk/jz/+uH344YcpGGdTk3NhS0Q7Rj1fK9qpcozWd724V3NyUps0U9Idd9xh4qJZkE466STbddddTUxGjRplIYRYDquBI6DrR3Hvuu7l15hielfDuhYXy5OTk15f19Wyasmvcy/Pp3tNOZnmcTXYLVn0KreWQCdGPV2zOqlqq+R6rreu5XIIltPqzTffbLrm69ovx6fisU6NkmOd7leamppSVNTVXpeo72Vdy2IGVhDoQwKjLvyFzbPjpqb+rc459XZlx4i4X8WUe8HNv3/Mpu9efo2drmHKLy1JtnRRVEyKky1RWDqXanF5OjYEIAABCEAAAhCAAASGEAGaCgEIQAACEIAABGomgKNTzajqK2PxgWgeTrZ0NSk+lFU4yTk3NdsJv/EHu5UBTw17BgveeJfyYpUkkzH+rIVsrVWGGZ+hR0ADlRo0L7b8s5/9rGm2kGK8wssvv3ybmVxefvnllhl2lKerokExDaLl28nZSjNJ5HF9se+8/N60c8en66+/3jSYqFdKFffxj3/8o83ruop5Biq8wgortNn1Sy+91CauKxH5TEppu2qvekpp0ppdLJ8hS85WOmeUptl+8gH/pZde2qoN9n/uc59T9hbR9u+9916c1ehPf/pTS7yMNddc00aMGCGzn6T/dqP/d/HL9ygHmTPPPNM0O5oGvzUInqe3Z2tGl5446YmxZiTKy9f5lRzXdE3QAHyertcurbjiinlUVXswXSvyBmiGPR2jPE72FltsYbqObLfddqZrYwj+Za6EDkT/F3Kw6SALSX1AQP9Pxe+uN998s1cdWjXTmRxl8+pXcw7O03tiL7vssm02l7Nom8gaIvS6w//85z815Cxn0f9DvVyzyjWqbT2Y6q1rvq79cnzSa02vuuoqk3NrsaWaTTE5Gac03SvqWp7C0npVo5zxZCMQ6GsCo369j83zo029SxtcfG/BxYLpa9LXJiNY5fP7x23GHufGmZ3Ub1YfW1qSbOmiaOsUJ1uisHQu1eLydGwIQAACEIBAmQBrCEAAAhCAAAQgAAEIQAACEEgEcHRKJAaxzh+MJlu6mhQfxiqc5Nybmu24q5orP2YtOZHyr1hVTvx1q0eVKqJM485c0NZZrY5fV+ctYOk7Avfee68VByv1KikNqmuGl2p71mCqBnLztOeff77bM/1odoBHHnkkLy7aclQIoWVoIsZV27ccXboyaBoLqqy078MPP9w222wz22GHHeyYY46xyy+/vI3jkQZmNYPK+eefbwcccICJj16jUimmJqXXw+h1Yauvvnqr/BoM1Cu7WkXWSUDHQOdDXh3NfiQHlDyuVltOMXoFTZ5fDkzaTx5XtFdaaSVbYoklWqI1wC+HKR0/Dby2JLghp6hq564G6vOZJ+QA8s9//tN07sjZzDeNi+qjMmKgwVZyfHn22WfbtOrb3/62dafNcj7Qd0+bArsQsd5665lm3EqbyPlMs8wpLKcnzd4lO8mGG25oc8wxRwq2qwfqWtFuhWpMkAOeuObZde3YbbfduvzaJs2MJZ55Wb1ty6FTr3nUKw57IkVnR113NMNYsczOrhW93b7ulKfjNXLkyFab6nqjY9sqspuBatc9FaVrZHsz4ym9J6KZ1/L/U5Wla3B3vguK11yV1Z7U4zWrvbrm8QNZbzmw65V5Z5xxhu25557x/kZOV3n9OrJDCCZn0rFjx7ZxeNd3eNHRSTNAyfkyL1PfqT053y+44ALbZJNNTI6dY8aMMd176fsg3wc2BHICoy7e1+b+wSZxomL1b0u+Ut93pi7nVlzzDY/ajL3Ow9mpjKQ+19QKAhCAAAQgAAEIQAACEIAABCAAgcYnQAshUCGAo1MFxGBResgqSfWtZiuummhQWfG5li0596YmO/aqkoUQLKTC3ZIdQlybB02m5N4zF7R1cXKyofp59dVX7de//nV80J8zWGONNWwNlzwut/WaMTmN5HEauNSrrvK4Wu3XXnvN5DyT59dsGJpdII+TXW3fb731lslhS+ldlZdffjm+skXOAC+++KLddNNNduGFF5rCeVmaYUYOUUrTAOI777xjcrCRA1SerzNbr4LTjEOd5auX9GWWWabNQKccT4rOSrXWV8zEOc+vAdJqM0fkeRZYYIE48GrZR851Og46hilaA/Err7xyCrbSxXNH18xnnnnGNJtT7mgmZwE5VrXauEECegWcZpbJm6PZr7785S/nUTXZcrYo/t9qQ3HVd5TsWkSve1xttdVaZU2vr3vwwQdNTm0pUQ4kekVbCneki8dbefvjWqH99EQ0U48Y5mXoeizHrTyuFlvXVl278rw6NpI8rie2ZoKRk6hecdgTKV7v9R3w4x//OL46MS9XTlU9qW9/bDtixIg2s+HoPL7//vt9EL7U4yro+1YOvsWCNBNdMa63wksttZTp+yAvr7vfBU8++aTl19y8zKJdj9esYh2rhfuy3ml/uk5U+1+W8/pBBx0UnbafeOKJeD8j5tXyprKqaX3v6rhXS8vjdF9T/N5V+zWLpb4n8ry12Dq/77nnHpPDlu5Tb7311nhfJuepWrYnz9AlMOrS/WyeHTYxC1p8JcMlRLHyxzvAwa3S9Y/g7OQcWCAAAQhAAAIQgAAEIACB+iVAzSAAAQhAAAJDhQCOToP4SOcDD8mWriZpUCPXsiXn3txkx14lEKU4kJYPpcn2WE90q7zY3actYF9cnZmcHMqQXOQgcvTRR5tmmcgBaKaU7373ux3OHKIZIzbaaKN8s2hfffXVpkGpGKhxNWPGDLvoooviQFy+yac+9SmrNnNHb+/7iiuusOKMFNX2rVezLLnkknkVTQPNGuhtFdlJQP/X+n/Ns2nmkjnnnDOPqhtbTkjrrlha0T4AABAASURBVLtuq/powF4OckVnsFaZqgQ0aClHMW2fJ3f0msSUTzM0rbXWWikYtRyc5HCVn8NybmnPIUTnTtGhSrMbyfkgFlhZrbrqqqYB3kqw4VUIwUIIXW6n2D/00ENtttPx0GwmbRLaidA1R7M05ck6tpq9QzPG5PFyhtExzuMyu5Wp492b16larxWtKtFLAc0yFkLXjpFmc1Kdi8einmeQ6yVcA16MnL90XStWRA65OreL8V0Nqxw57eXbaba6vnTQnHfeeW3zzTfPdxmdEHWO6dreKqGDgOp9zTXXdJCj86QQwoBeszqvYfUcIfRPveVMre/uvBZySi06Pebp7dlFRyWd28X7lRCCfeUrXzHdy+TlaBYpfU/kcZ3Zuke64YYbrOjUJCdXvba0s+1Jh8CoS/e3ub+rPop3eCMOaUkMtKx0rpWuf9hm/IyZnVqgYEAAAhCAAAQGFwFqCwEIQAACEIAABCAAAQg0CAEcnQbJgYwPVfXeuEp9Fa6Y0TlJtuKqiZwjFJ9r2ZLzb2kuOzkFlRDiAFCIZlyb1qGylrr7tAXty5/p/NU/KgJpBAIz26BzSL/s32OPPazoRGD++frXv261zJixwQYbWHFWJzk4aNajt99+20vqfJGT09lnn91mNiYN6qseGlitVooG1IoOK2nfb7zxRrVN2sSJw29+85uq+9ZrvIr71kxBRS6asUCvrys6SrXZWRYh5yi9Ai+LMg1IFp2o8vSBtEMIttVWW7V6tZjqo8H6o446yvQaG4U7E+U74YQTTLMw5Xnl5KLy5ciUx1ezNciZvzJRjlaaXSt35NCsEppdotr2ipOzlM4v2RLN5qQBYNlJvvSlL1kt9Un5B5PWILVmm8nrrPNXswjlcZ3Z+j87+eSTTc40neWtJX2dddYxDWSnvJrtRbOrvfLKKykqDqLrlZFdOTYDca1oqXA3DV0PipvKgXTixInF6HbDui+Q42k1R7R2NyKhVwnoOpJfr1S4rll6nZiuhwp3RzRbz5VXXtlm089//vNWfP1fm0w9jKj2va9ruq4FtcxuqHYfe+yxbV4N21G16uWapVc05vXU946cBvO43B7Iessxu+hop9dhXnzxxV26ZuteRedb3i5dp6tdozSb2Be+8IU8a9zXmDFj4uyXrRI6COg7vdr5/bWvfc3ac2JWcfpeyL/bFScHvGnTpslEhhiBUVccaHN/b2PzW1iL/V8ZFQYh6RgXrPTbh23G3ufH2W313an+gbQk2dJFUTEpTrZEYelcqsXl6dgQ6DsClAwBCEAAAhCAAAQgAAEIQAACEIBA4xNojBbi6DTIj2N6CCrdkeQPXWVLzr+lyY6+olR2lIo/WC3bZVNrDzsflWtWsrtOXdDW+wwzOTmSIbVosOfRRx+1n/zkJ7bnnnuaXmlUBKBXSOlVQcUBvWI+hTWrivIWB5bkALPbbruZnKnK55xytxW9muTggw82zQah8zjPsfbaa5sGtfK43Nbg8Y9+9COrtu+f/vSn8VV0xTLz7eWgdOKJJ9pZZ50VBzbyNA0Orr/++nlUiy2nieIA39NPP2177bVXTTNZyclJr2DSYHdLoW7otWEdDeB5lgFdNEvId77znTZ1eOSRR0wOc3LCaJOYRShd+fQqmiw6mnJy0gB9DHSyEqPcwU0zQ+nVZvlmGmgNIQ1j5SllW9vnx1DniRzuyqlmOq81a1AKN5rWa+r0f15sl/4P5bxUjC+G9T+tVyHp/0zHtZje3XA17poNRM4EqUw5cehcTOFa9EBdK2qpW3t59HowOVbm6Zrd6sYbb2xzvcrzJFvXN83Wd84559SUP22H7l0COo7Vvkv0/6PvDM1s1JU9pv+9/fffv80MiPPMM49961vf6nMHTf2fbr/99m2+e2+//XY74IADTN/r7bVJ7VW71f728lSLr5drlq4/ef30/aOZtfLvjzx9IOstpx99t8qROK/TLbfcYocddliHx0n5da7pu/WXv/xldFZSXBLN6lV0BFea9qV7Qp2LCieRE7qOuxxX22OlvHKaveyyy+yII45os0+x33rrrS2EoKxVRdf6Yr3kpPW3v/2tan4jtuEJjLriQJvr/zb0nq/3g0sulRbr/FZI2jvP6hpb6dqHbMbPcXaqIEJBAAIQgAAEIAABCEAAAhBoHAK0BAIQgAAEBgUBHJ3q/DDpYaokVVO2ROFcy64mGoyXKE06yQW3NdvRV5o//HcxHwDwpWwFhaz8KdshBLvjlAVs/TVwcipzGZzrCRMmmGaEOO6446wzGTNmjG233Xa22WabxVma9t57b9OrunT+FFuvgaRf/epXHf5ivriNyt1mm22K0fbmm2/a7rvvbnKOufbaa+2VV14xzdCimZ40MChnn2233daKrwxTQXLCULpeO6Vwe9LevjWopnaq3Zdccon98Y9/jPvW/mWfcsoptuWWW9pvf/vbNk4AGijTtsXBslQHzWD1f//3fynYouXApNf9pcG81F7tU7b2JR4aBBSblg3d0MwL2jaE4KH6XEIItsMOO5gc0Io1VNs18K223XrrrXGmDrX79ddfN4XFRO1TvuK2Kk/pGpQtplUL65xYffXVqyXFOM1UJEemGGhnNXLkyA5nPVlhhRXiDFvtbD7oo0MI9tWvftU0KJ03Rk5LO+20k2kwutrMLHKUfOCBB0x5fvazn7V55WVelpyTOhrQzvMmW+eAZmvKX30kR4KULq3ZZPQ/KrsrMhDXiq7Ur5hX10A5XObxumbLcenAAw+MTpW6F8jTFZYjyWmnnRavb/rf0zZ5ntyWM1Qezm3s3iGgc1oOubrGF0vUbIq6bp566qmdOp3of+mZZ54xfTe1978nJ5A11lijuJs+CWtf1b735cCk73Xdd2iWPH0PvPPOOyaHmUMOOcS++c1vVp1FsrNKhlAf16xq9wV6xZqO4zHHHBPvx84880zTLEJqUwgDW2/NsKRrveqSi+67dJx0n3X33Xe3fGfreMkx6PLLLzedt3Ko02x/+bb6/q1WZsqjc3DnnXdu4win7xQx+sY3vmFipJmidG6kfV500UXx/FCaHJ5SedL6rtJ9gmaSUrg9kYP+XHPN1SpZTuVyylVb0v2yzsdWmQg0NIFRVx1kc223gfeJg0ulqf6/qZArM61CWdm1D1nTLy6IfQN9f+p7VVqSbOmimH9SnJtxUTga2apaXJaMCQEIQAACEIAABAaEADuFAAQgAAEIQAACEIBAPRDA0akejkI36pAeekq3J3rAKlG6dJILb2u2oy4vlX+JWlbR1qoUf786s0KebLefPMo2/OwcMyOxBiUBDVBr9gQNsHUmGuyWA4MGezpqrJxD9OoZOfJ0lK+YpoGlX/ziFyYHhWKawq+99pqddNJJJucgzQKgGQY0i5MG14qDWcq/xBJLmAbDNHOPwh1JLfvWa/F23XVX074lsvW6umqvm9EMKkceeaStuuqq7e3Wx0OC6bV2ctApZmpqajIN3qn+qb3ap2w5kGmGK+XJt9MA3r777mtLLbVUHl2XtgZ5NUuMBk+LFdQ1Sa8vGjNmjGkAVe2WVlhMiu3W9quttpqNHj3aVK7CtYpeH1gczEzb6vV/1ZwKUrp0Z85S6623numVQ8rbqKJjqFdDFtsnJ0qdv5qFRs5BcmiQbLLJJtFRcr/99ouvHtTx1raaUU1Og3JAUjiJrjcff/xxCtasV1llFVtmmWWq5tcsIZr5rGpiJ5EDca3opEodJuu6IIeyolOXuN9///3ReVUs5DSg46NjsM4665jCeuVTfn3T7GWaTU2zy+Q7ldNpHsbuGwK6tusar2Na3IOcP6666irT/6L+x3TMkzOGtGZI0rHVK/A0E+Njjz0WB+CL5Shdzhwh+Gh9MbEPwvp/ktNVte9Bfa/rvkPnnL4HdG+g9ms2v/x7QDxWXHHFmmtXD9csOSBW++7RfY4cRHU/9vvf/97kcJgaNpD11nHaZZddTPVO9Ulax0n3YXJ20ne1jpVEDk5ypJdjsq43Kb+0rkdyGOro1bAhBPve974XZw7V94O2y0XOTZq1SY5LOjfSPvUKYKXleWXrPPn5z39uG220kYIdiq5xSy+9dJs8aquumzo+kvHjx7fJQ0RjE1jg6kNsru+s5z3jme1Uv7iklWJd+2LqZ5euftBm7NPa2Unx+n/ItexcVHIKy25PlKe9NOIhAIG6JEClIAABCEAAAhCAAAQgAAEIQAACEOgHAgPs6NQPLRyku9ADTUmqvmyJwrmWXU30YFWiNOkkv7692cZcrlJ8YEtLRcy1+SqE4Gszc23+uX3sArbR53BychQsGQHNOCFHnIsvvti66uSUipHjiByENGORykvxXdUaNL3gggusK4OfvbVvOVjpNXZyHuis3nLMkePSpptu2lnWDtPlgKDZVzbeeOMO89VT4gILLGCagUQOFdUGMWupq7bT4L2c0BZeeOFaNmmVR44wcmhqFVkJyHlKDmuVYLtKs06oHsUMGsj9zGc+U4xuuLAGwOWoIAeJ9honZyXNPiZJM5TkeUeOHGl6rZGc1eQomafJYSof7M/TOrJHjBjR7oC2nKCWX375jjbvMG0grhUdVqiTRDlcyilU9a6WVYP3Yqzj8+9//9tyJxLl1/mta4scnzQDS7EcvWK0uI22Q3qfgJw0jjrqKCseg3xP+h977rnnTI4YSe677z6rdmzz7fQ9dOyxx3bZYTQvozu2vgflxNyd74LkvCJnylr3XQ/XrJVXXtnWWmutDqusGZA0q2TKNND1ltO47m303Zjq1B2ta/z555/foSN4KldtloOVvhs6OudT/va0vsuPP/74ODNoCKG9bC3xuv/UrGE6v1oiqxh6vaKcDKskEdVlAoNng1HXHGpzf3v9WGGdTVHieeVWefEuc8W4+kFr2vfC6Fia+t1Jp/64dFFUeIor2gonUZ5koyEAAQhAAAIQgAAEIAABCEAAAvVPgBpCAAIQ6HsCODr1PeNe3UN6yCndnhQfqqbwRXc025GXWfzlqa/c8KVUFv0w1S2PLlXMkt120gK28Zqz92r9KWxwE9DgkwaENPuAZo3QbCk9aZEGtvS6kquvvtrWXXfdNq8t6ahsDaBpNim9smSRRRbpKGvVtHzfctzQYFfVjFUixeGHP/yhaZYnOVJUyVI1SoO8GlyWdNVZR4Nw22+/vV1//fX2hS98oWr59RwpZkcccYSdd9551hVmcryQE5Gc6jQA2t1zTrNJaMC5GqPPfe5z1aLbxGnWBzmaFRN0LmpguBjfiGGdwyeeeGJ8HZaOaa1t1KwZcmq88cYb4ysxQwimQXQd31SGXl2nV1elcFe0Ziaqdm7IWaQr9ay2z4G4VlSrR61xclS69NJLTa+LqnUbHYf0fyaHTDknyilNrybNy9CMLRrwz+Owe5FAVlQIwb7yla9YV49lVkQbU/8LmulGM7Dpf7lNhn6IUB30XSCn1WWWWaamPSqfvuu32267slNBTVuVM6lXbzzMAAAQAElEQVSdA3nN0nf3QQcdFK935RpVX2uGpzxloOutexQ5Kel80fU7r1tntvJrO73OrivO8CGEOFPZb3/7W9Osc2LX2b5Suu7h5ECn+0nNLhhCSEmdajmiqb4d7U+z2eHo1CnKhsww6tpDba5vrdfSR1b/2wPqNpeVpniqSOmq+1s5OymvRH3xXMvOReBSWHZ7ojztpREPAQhAAAIQgAAEIDDICFBdCEAAAhCAAAQgAIEeE8DRqccIe7cAPcCUpFJlSxTOtexqogepEqVJJ7n4zpIdcamZHvuH4OsoHq6YMcFXIQRfm91y4ijb5PM4OdkQ/sgxRDMWyVFAs7hcd911pld3HHbYYbb44ov3Khm9IkWDmHfeeadpAFSzNGmQTYPvaUeqz6c//enoYKGZK6655hrTq6/yPClvV7T2ffrpp5tex6J9q716jZkGzVI5GvzSgL9eoafXs9x7772xHtUcK9I27WnVVzOl6DU9V1xxhem1Q3LA0axA+TbFfWqWDr3+pTv7zMsdSDuEYHIq0itobr75Zttnn31Mx7TYdoV1Duj1OLfccotddNFFJqeYEEK3qx9CsA033LCNM92CCy5Y86xkcnJaYYUV2tRBTnoavG+T0KAROjfl6Kf/V72WUMeq+P8qHvrf+u53v2uXXHKJ6RVUcmrMz9+VVlrJdI3JMSlfdxxpNKObHHXysuQAKSfGPK4nttrTn9eKntZVzoG6busYqO46JqlMXYd0zHTsdN3TsSz+nym/zu20jbRmg9L1TzbSPwR07HRs5Ngrp8ru7FX/s3IckQPJDjvsYHLe6045vbVNCCE67Or8VNv03aoZ99L3bjo/9V15zjnnmPLpu6O7+1f7B/Kapf81OQ1pNjt95+l/q9iW119/vRhlA11v7V/ni67Lek1cupbofiyvrNqj81Tp6Xqv7bR9nq9WW9duXZe03xNOOMH0ujrdg+Xl6VzRvZqcAZVn3LhxpllCtW2t+0n5Qgjx1Z5yXv/Wt74V73F1DqZ06cmTJ5tmLJSNDD0Co647zOba9suxjxyC34tGMYuqvDKzYCEEMzk77f9rZnYyPhCAAAR6RoCtIQABCEAAAhCAAAQgAAEIQAACnRHA0akzQnWSLsclVUW6IJbCyalJ4WRLX3JnyQ6/RFM3WctsTdFSVEUqCbGsm381yjb9Aq+rE+/BKvo1+1NPPWU9EQ0a3XTTTabXzGiAUINYfT04KgcXDcZqpofbb7/dNLtLaoPqo4F71UUDXiH4YEIvHiAN3Gnfaq+ckJ544okWfo888kh8NZBmFPriF79os8/ecydADaLJwWmPPfYwOTzJ0Sq1Vbov9lkrLjFWHXLROVXr9p3lCyHEgcTvf//7pmNabLvCOge23XZb686gZXv7Vxvyc0rtk4NHrTNO6LjrFXzaLhfxam+ffREv5yzNjJTXQYPQGmzu6v7GjBnTcp6rPDkz6ryspRztTwPQOlbF/9cHH3wwOifst99+cWahatcODf5rdjjtN4kcMbpzzDUALifEVI70bbfd1saRqpZ2dZanv68VndWnvfQQgum6rWMgRxEdE3GR6P9Ax0zHTtc9XXurlaNzW/lzUVy1vAMV15NzuKt11jUkZyG7u/97Xdm3vi/k2HvttddGp1w5GOp/T9+FOh/zspRX/1v6P9Y1VvV74IEHohNxd/638rJ721Zd5aCo71Zd09L3bjo/NfuhZttRvrRvnX/inkTb6ZqY0jvSA3nN0jVq8803j995+f9iasfhhx/ebtUHst6qlK7fmkkyXUt0P5bqLa326BqjdM0kp/zarqeidsuRSee7HNx1X6T9SXSu6F5NTk7Koxmwero/zdp4yCGHmByxdQ5qP0nk4FnN0bmn+2T7wUNg1PVH2JzbfDH2lVv60V59TeaU96NLHmdX3GdN+1/U4uykvrlE/fJcy85Fm0oUJ92elEql9pKIhwAEIAABCEAAAhCAAAQgAAEIQKBxCNASCECgEwI4OnUCqL+S9UBTkvYnW6JwrmVXEz04lShNOsmld5XssEtKFvyvspj54Kevyktw5WISX8nJabO15jA+EIAABCAAAQhAAAL1RUBOaXJySs4fRacTOWjIiU0OtJo1Tw4qveV4Ul8k2qsN8RCAAAT6hsCo3x1pc23zJS/cO87lxVK3WkYIwYKnxtUV46100CUtzk6pby6d+uvSHYmKSumyc1F8HsaGAAQgAAEIQAACEIDA0CNAiyEAAQhAAAIQGOoEcHSq8zMgPcSUbk/SA1Oly05yyV3NdsjFJdMvTX1tMqJdXnnYl5JEK7Mbjx9hX8XJqc7PCKoHAQhAoJsE2AwCEIAABCAAAQhAoNsERt1wpM251TregfZFXeiWfrX3tt32KE9Q8SVrvvQeazrw4hZnJ/XVJeqr51p2Ltpaojjp9qSz9Pa2Ix4CEIAABIYIAZoJAQhAAAIQgAAEIAABCECgwQng6DTAB1gPKCWpGrIlCudadjXJH5TKTnLp3c126MXB4l9QaS76lanbIcSVeaJF04L9/riR9rV15rSh+qHdEIAABCAAAQhAAAIQgAAEIACBjgiMunFMdHaK/ejyyrMHC8HFrfIi2+WycdZ8cOuZndSnV58917LbE5WX0mTnovg8jF07AXJCAAIQgAAEIAABCEAAAhCAAAQg0PgEaGFjE8DRqU6Pb3poKd2e5A9IZSe57O5mO+Si4C3Tb0olbmpx0xdTefGnph4oudxw7EjbYl1eVydECAQgAAEIQAACEIAABIYwAZoOAQh0QmDUTUfZHF9fu9yv9v60+tbqY0ezsq3skvn6knu65exUKaa8jxRAQwACEIAABCAAAQhAAAIQ6D0ClAQBCEAAAhAY1ARwdBqgwxcfhMrLqLL/PCxb0dLtiZyalCady+X3lOzgi4KFYBb8T2vzT7SDlWOUKMvDv/vlCPv6F3FyMj4QgAAEIACBTgmQAQIQgAAEIAABCJiNuvlom3OLtU3davP+dQjBgvknrizaobI2OTsdemnLa+zUf099+VzLbk/MPynNzZZFcS0BDAhAAAIQgAAEepEARUEAAhCAAAQgAAEIQAAC9UwAR6c6OzrpQaV0ElUx2dL5g1HZSa64t2QH/Vq5zeRDpV+QlsXD+jWpR5Y8WWUow2+PHmFbfYnX1TkSlt4gQBkQgAAEIAABCEAAAhCAAASGCIFRtx5jc2z+Be9sl7x77aJ2q8PtfW+pcoxbvthFd1tzN5ydVKQk9uFlIBCoFwLUAwIQgAAEIAABCEAAAhCAAAQgAIHGJ1DHLcTRaQAOTv6QUrZE1ci17CRyZCraisvlynElO/BCLyW4+FJWwcp/HqGl8ivTEIL99piRtvWXcXISFgQCEIAABCAAAQhAAAIQgEBvEaCcoUNg1G2/jM5OIajnndpdttPaO+VaTM5OpcMv69bMTipZzwSSTna1sOIQCEAAAhCAAAQgAAEIQAACEOh7AuwBAhCAAAQGjgCOTv3MPn8gme86xUsnUXqypeXYlLTsJFeNK9n+F5jph6LlVcWOgRiromKkQteMmd+2/jKvqytDYQ0BCEAAAhCAQD8SYFcQgAAEIACBhiIw6vZjbY7N1oy979Qw9btbZnTySIVjhgvvstLhl/fY2cmLZIEABCAAAQhAAAL1ToD6QQACEIAABCAAAQhAoM8I4OjUZ2jbFlwqxcebLQkpnOvcliOTwpJkS+fym/El2+/CYCG4qOSglXnYxRSQVGw3rx09v227PjM5GR8I1CUBKgUBCEAAAhCAAAQgAAEIDDYCI+84zubYdE2LXXAz8+65Bf9zy/SRrTjZduGdVjryinadndT/b0+0vdJyLVuS4mUjEIDAYCBAHSEAAQhAAAIQgAAEIAABCEAAAhDoLoHB4+jU3RbWyXbFh44dhVOatESOTUnn9m/uK9m+53sDSyVTutyo3FSEhzWBk8ebiyf42q4+cn7bdgOcnBwQCwQgAAEIQAACEIAABCAAAQjUK4FBWK9Rdx1vs2/yWa+59769Y+7raHuX3BcPKa4idt7t7To7pT5/7ON7fi/E+/czt0/hXMuWaBtpBAIQgAAEIAABCEAAAhCAAAQgMCgIUEkIQAAC3SSAo1M3wXVls44eNipNovKkkxQfbiosUbr0Nfeb7Xt+MIs/Cw2uXMxcm3/Ktpm0SzD7zZEj7Nsb4uRkfCAAAQhAAAIQgMAgJ0D1IQABCECgPgmMuvtXNscmn0s9ca+kd8bLi5n33UMIrkK0o7PT6CvbzOyU+vzSEvX/rfJRWKJgUStOkuJlIxCAAAQgAAEIQAACg5sAtYcABCAAAQhAAAIQqE4AR6fqXPo0Nj14TFo7k11N9FBTktJkX31fyX5+nln8cWcpbu12ySqmIsp2XJfsysPnt+9sOEeMZwUBCECgwQnQPAhAAAIQgAAEIAABCAwYgZH3/MqGbfQZ742rhy7xvrtqEzvwbkhL3LRzb7PSmNbOTurzq/+ftOwk2kSisHSSzsIpHxoCEIBAgxGgORCAAAQgAAEIQAACEIAABCAwRAng6NTHB769B44pXro9yR9sypZcfX9zdHIKXu8QV2UjhGDBzfLKzIMW/O+Kw+e3/9s4zeRkfCAAAQhAAAIQgAAEIAABCEAAAhDoQwKjxp1kc2z4Gd9DcDHvmbuok27+cR2Cx2uRdODslJ4V6FlAsqW9lLjkdoxotSIAAQhAAAIQgAAEIAABCEAAAhCAQOMToIUQGJoEcHQawOOuh5ISVUG6muiBZpJr5OR0rj8JLZnpB6DKXzFcFWZ08jyXHzafbY+Tk/AiEIAABCAAAQhAAAIQmEkACwIQgEAfExg5fqzNvsHq3nmPS7nP7h159eMl5n12D8b4cM5t1nzUldFWmiQ9B5DdnqgJSsu1bAQCEIAABCAAAQhAAAIQqBBAQQACEIAABCDQkARwdOrDw5oeOKZdpHDS1eKVVu2B5rUPNNve5+pwBdPPQeMPQMsrDwcLwcX8E1x8uezQ+ey7mzCTk6NggQAEIACBLhIgOwQgAAEIQAACEIBAzwmMvO9kG7b+6ha76eqzV8Rcm0eWlQyzWc6+zUpHX2XVngfoOUGSvFaKy8O53VFang8bAhCAAASGNgFaDwEIQAACEIAABCAAAQhAYDASkOfMYKx33de5+FAxhXMtuyNJDzive7DZ9jpnlvjrzvhbUP3y0wno15/6Fagn+DJzRqdLD5nPvv8VnJwcUV8slAkBCEAAAhCAAAQgAAEIQAACEKiJwKgHTrHZvrxa7MrHDVJHXv16l3Kc1h4482YrHfObFmcnPRPo6JmBtpIoT65lS1K8bKRbBNgIAhCAAAQgAAEIQAACEIAABCAAgcYnQAsHIQEcnQbgoBUfNircnsjJaY+zgn7saSEEr61LXIKHy0EZIXjYg5ccPJ/9YFOcnBwFCwQgAAEIQAACEIAABCDQZwQoGAIQqJXAqAdPtdm/vGo5e+y7e/89mLryvvLFbV97OFg4uZWQSwAAEABJREFU4yYr/fLq8o+ZSqXo9NTe84IUb3wgAAEIQAACEIAABCAAAQj0GQEKhgAEIAABCNQfARydBuiYpAeS0qqCtES/2Ezy2webTE5O+ulnyTMpXbZmcZIt8aefHlVyVbKLDhxuO2yGk5OjYoEABCAAAQgMLAH2DgEIQAACEIAABDICIx86zYatu0rsu6svX/JOflnUn1dGaRc3w+k3WvMvf5Pl9XjPXN6ubHu2VovSFJG0bAQCEIAABCAAgX4gwC4gAAEIQAACEIAABCAAgX4ngKNTPyBPDxqTznepuGryu4dLttuZoZI1WHArhLg2BWSG4GGJR1x04Hz2o83nMj4QGAwEqCMEIAABCEAAAhCAAAQgAIGhRmDkI6fb7OuuYhb78WUVLLhh/gluSdz0JZx2ozUfO3NmJz038Ojo/JS04pIorpoovVo8cRDoLwLsBwIQgAAEIAABCEAAAhCAAAQgAIHGJ9DfLcTRqZ+J6yFjLtp9Hpb9u4eb7aenl5TUIgopzeJ0TnHtDzg92RN+fcBw23FzZnJyGiwQgAAEIAABCEAAAhCAAAQGCwHqOQQJjHz0DBu21kqx5SXvz5cNrUve25fIrsgpN1jzcdd439/jPXP5mYA/D3C7kqOV6iy9VWYCEIAABCAAAQhAAAIQgAAEINBfBNgPBCAAAQj0MgEcnXoZqIpLDxdldybKK0n5bnik2XY5LT3tTLFmwcxCiGs34uJhswsPGG4//hpOTsYHAhCAAAQgAIEGI0BzIAABCEAAAo1JYOTjZ0Znp9TFN3X1fRVC8HXrNpfGXm/Nx1/bytlJzxCStM5dPaS81VOIhQAEIAABCEAAAvVAgDpAAAIQgAAEIAABCECgawRwdOoary7nTg8Uk04FKJxEcbJveLjJdj6lWcGClEyuT8pjsjygH3Cet++8thNOTgVWBCEwRAjQTAhAAAIQgAAEIAABCEBg0BIY+cRZNuuaK0QHJnXz1ddXn9+7+23a1HziddZ0/MyZnfIMcRt/QCCdx2NDAAINRICmQAACEIAABCAAAQhAAAIQgAAEINCKQEM6OrVqYR0F2nvwqHjJTY9Ve6SpBpR/1RlC8ICLL+fvO9x2+fpcHmaBAAQgAAEIQAACEIAABCAAAQgMTQKDudWjnjzHhq25opWncQquJFb103zjo9b84ustaXqG0BLAgAAEIAABCEAAAhCAAAQgAAEINDgBmgcBCEAgJ4CjU06jH2w9jJRU29XF+85i31gnVEuKP/Asb1fSDz1t11M/sAtvm1I1L5EQgAAEIAABCEAAAhAwMyBAAAIQgEAdE5jwhT1sxh9fjn18rTSXs/f429Z4hSVslov3tbDSUnEGqPKzAd+iVDV32+2JgQAEIAABCEAAAhBodAK0DwIQgAAEIAABCAwpAjg69fLhTg8caym2bd6S/Xofsy3Xbru13J9CiGszV8FXu50y2S6+42PjAwEIQAAC3SHANhCAAAQgAAEIQAACEBgYAhPW2avs5BTMYlffgoXgYvoErcryqSUs+IOCsPInyuFO1m2fM3SyAckQgAAEhgQBGgkBCEAAAhCAAAQgAAEIQAACjUQAR6cBPprpIWTSs/jzzAv2brYtvpD/MlO/60y/1vR4LSWPc9nlpPftkr5wdhpgLuweAhCAAAQgAAEIQAACEIAABCDQiAQmrPMzm/7ES+Zdehf17dVKaReZcU5nfwaw3GLWfP7PrLRyeSanmNQXK8qEAAQgAAEIQAACEIAABCAAAQhAoPEJ0EIINBABHJ3q8GDO6kflvL1m2OZrNldqFyy4FUJcmwIyQ/Cwy09O+sAuvZOZnYwPBCAAAQhAAAIQgAAEepkAxUEAAhDoTQITvri3Tf/DS7FI78579179egVDtINMl9InFy07Oa1S20xOvgkLBCAAAQhAAAIQgAAEINADAmwKAQhAAAIQgMDgITDL4Knq0KrpsNmCnbvndNvss02x4SVfl2d9cqu8mH79Wf6hZ8l2PvF9u+zOKZ6LBQIQgAAEINBvBNgRBCAAAQhAAAIQgECNBN6Tk9Njf7FyZ75FuaECNJuTxKx5mUVs2tm7WzNOTgKDQAACEIBAfRCgFhCAAAQgAAEIQAACEIAABOqGAI5OA3goQggWQog1CCG0shU5+7Bg5+w5zb6yxgwLHhFCXJsC0YorM/P4EILtfOIHdsXdzOxkdfOhIhCAAAQgAAEIQAACEIAABCAAAbMJ6/3CZjz+oqX+u3l/3rvxHjaTrVUIwZo/sVB0crLVlzV9QvCMboRQ1m6y1CUBKgUBCEAAAhCAAAQgAAEIQAACEIBA4xOghfVCAEenXj4SIfTs4WMI5e1DKOvZZzM7e/eptvFnplurGZ00q5OmdKqI0jzKfnzC+3blPTg79fJhpTgIQAACEIAABCAAAQhAoLsE2A4CQ5zAe+vvY9MefiH26WPfPfbjzcMS78n74pY1LbmATT1rN2tebelILITyc4EQylqRIcy0FS5KCB2nF/MThgAEIAABCEAAAhCAAAQg0GsEKAgCEIAABCDQTwRwdOon0NpNCMFCKIvCkhDK4RDKulrcnLMHO3PXj22jT0/35GCmJUpceThYCC7mn2C24/Hv21X34uzkNFggAAEIQAACdU+ACkIAAhCAAAQg0LgE3ttgX5vx8AvmnXZfQhRfediX4GJxZc1LLmgfn7mblT69rIUQ2hXzTwjB1xbzGB8IQAACEIAABAYNASoKAQhAAAIQgAAEIAABCPQOARydeodjl0sJIbR5KBlCOS6EEMsLIcQ8IQSba45gZ+w6xTZcbZp+6Gn6wad+BJqM+KtQbaUE1z867n27ehzOTo6CZXAToPYQgAAEIAABCEAAAhCAAAQGJYEJG+1n0x96PnbbyytvRurIe989mh7VvPgo++j0Xaz508u0PAMIYebzAM/SKj6Fkw6hnFfhahJCqBZNHATqjQD1gQAEIAABCEAAAhCAAAQgAAEIQKDxCfRKC3F06hWM7RcSQvmBYghlXcwZQmh5YKm0EMrhWWaZJcYnHUKweeacxU7fdYptsPp081zmUWbBzNwIIVgw/8SVmQfth8e+b9eMx9nJ+EAAAhCAAAQgAAEIQAACEBjUBKj8YCMwYeP9bdoDz8dqB/O/EE0z76wH878QTWteouzkVFrjk5b6/0mHECyE1mL+CSH42mKa8YEABCAAAQhAAAIQgAAEIACBBiJAUyAAAQhAoBYCs9SSiTxdIxBC+aFje1uFEOIDyRBCzBJCaAmHUN1ODzrnmTPYabt8ZOutOs00i5OvTCK75KWVfxFaUpT52n7wy0l2Lc5OToYFAhCAAAQgAIGGJUDDIAABCEAAAnVE4L1NDrCp9z/rNfJeely8d+6d9dhvb9FmTYuOtA9P3dmaqzg5pWcAIcx8RvD/7N0HgCRlmf/x3292l5wUMWKOmM6IZxZRTKgIZlFAWTJGMAcUEwgYzjPrXz29Myue3qln9k7PU89wAooIqEiUJe+y7O70/3net6u7q3tm2TCzO9PzLep93+d9q7u66tN37vtWvV0TO2xdO8j6YLJdqnYts2L346yTEEAAAQQQQAABBBBAAAEEEEBgbgtwdAggcP0CTHS6fqMZe4XtclFycIe2S9V22Wb3y+bCZpaDabutm8lOqxVvktR9j6R4u6SoK5csXSY7ff77K7OBhAACCCCAAAIIIIDAOApwTggggMCcELjs0a/Qqu/9ujsqtyLINUrLrikCrbnJTnWS071vP/Ikpxz/2/W1GWeya922crEdu+mnbCMhgAACCCCAAAIIILAABDhFBBBAAAEEEEBATHTaBP9HYHvKT7Fru+3WBcrBi5gZZ7Lduvi53dbSO5deowfvtkrKZzflr0IjijDzbtGJOJP07Dddri/8gD9jFyCsCCCAwAIU4JQRQAABBBBAAAEEZltg2V6v1Mrv/LKMxzvdPD+zjMpjzJ5xPn558sY7avm7XqDOfe/QGufb7tXtdmy3rxtoaLFdWuxalgoZAggggMACFOCUEUAAAQQQQAABBBBAAIHxF2Ci0yx9x/b0Fxdtl4lN+dH2aGy7XNzMCU6Z7HY92zLtsI3rZKe7ri77s2IpmaIeSVnJVONnvfEKfYnJThpZaEAAAQQQQAABBBBAAAEEEEBgIwSWPeZVuu47/1v2kKNwt8bjkm3lMtk8yak7ySnH9tMl2+V9dr/MfdjteraR1lGAlyGAAAIIIIAAAggggAACCCCAwPgLcIZjL8BEp1n8im339m7X2K5lbrA9ctHSHm1rLnrabk2AyvYdt7VOfsHVeuBdriu/F62Z8keiEeZvSDNFPWrZ+Iyc7PRDnuwkFgQQQAABBBBAAAEEEGgJUEEAgQ0TWPbYV2nlf/wiB96xg4ExeBmH1+ZOp6PJG+2gq08+SJP3q09yyjH9cLLrNYFst2tst8v4kN5quxcPB/b024ZfSx0BBBBAAAEEEEAAAQQWjgBnigACCCCAwHwXYKLTJvwG7f5FRrsf5yHYLpOeBi9mZjxdWrRoUW/S007bWaccvFwPvMsqySpLLRzVTKVJys+Q9MzjrtCp/7kyIlYEEEAAAQQQWEcBXoYAAggggAACCIwILHv8a3Tdf/yv3NviEjd5VhzbOrvsqGve+Xx1dr9Tbyw/3Xg/2233Xmdb9tRJsdiOXOU1YkEAAQQQQACBjRXg/QgggAACCCCAAAIIIDDHBSbm+PGN5eHZ/YuQtsvFSLtdNhc2bZeLm3Yts3045aSnnbaTTlm6XA+40yrl0sksfz1aUqmUn5GW9k5HT3v9Zfrqf/Jkp64MxUYLsAMEEEAAAQQQQAABBBBAYGEJLHvCa7XyGz9TPq2pjLVVl4w7ZSyekbRm5+11zSkHac3971jG9zmmz3F8lmtLdvs6gV3r9VNqbrsEdi1LJTK7XY8mVgRmSIDdIIAAAggggAACCCCAAAIIIIDA+AvM7TNkotMsfz92++KiXet2LfPjbU852cl2uQhq13JtF0Bz2w26k512v/Oq2J8Ue5UiVywltmot9pfRU19/uf71v5jsJBYEEEAAAQQQQAABBBBAYCYE2MeCEVi29+vKJCfF+Nq2nGdeMimqcvwXkTo33F7LT3m+1ux+J61tcpMd71hL0sBi19cONBEigAACCCCAAAIIIIAAAghsSgE+CwEEEEBgswow0WkT8NtufYpd67Zlu7fNdqnnpCXb1zvJafAiaRPHNVTln7G7/x1XK39BWlInH+aUWdRKUbJs1H6vvVxf/zF/xk4sCCCAAAIIIDDrAnwAAggggAAC4yCw7Emv17X/9tMYU9exde+JTlGNxu4TnjqavMG2uvrkA7XmAXcq4/sc669rsl3eY9frBHa7VCy2I1e5jqDuYrtV7zZTIIAAAggggAACm1SAD0MAAQQQQAABBBBAYDYFJmZz5+x73QTs0QuRdm3Li6B2P876dKmZ7LTzDtLJS6/R7ndao3in4u31QCKINepWZM2H0E8AABAASURBVJFijXDf11ymf/sJk53EgsDmFeDTERgrgeXLl+vwww/X/e53v1b64Q9/OKPnecYZZ+iRj3xk6zOynu1r+6C5fnx57Gk17Jemeey5fbqU2/N1w+9dn/ruu++uxz/+8Xryk5+sY489Vp/85Cd1zjnnaHJycrqP3ej2PO5vf/vbeuUrX6m9995bD3jAA3rfa8bZlsdy6qmn6oorrtjoz2MHCCCAAAIIbIjAsie/QSu//tMYUsdgOgfYsuxIvZ1lbHV22lbXnHyQJh94l/Ikp2a8nuP5wTjrw8n2Bk1yEgsCCMwXAY4TAQQQQAABBBBAAAEEEEAAAQQ2QmCeTHTaiDOcI2+13ToSu9btfmm7XiAdKocveg7Why+QNvUb7SCddPA1uu8drut/bid/WxqpE4Ei5ZopXvGUV1+mf/9vJjsFBSsCCCCAAAILXiAnNF188cX661//qu9973t6z3veo6c97Wnac8899dGPflTXXHPNjBnlvk466SQ9+tGPLpOccrLThRdeqDVr1vQ+I+Nsy2M5/vjjtddee+nlL3+5/vSnP/VeQ4AAAgggMC4Cc/c8lu1znK791//O0XR5alMJIus90al76JM7blP+XN3kg+5SJiytbQw/uM2e+pqAXdu7uy/XDZqYEgEEEEAAAQQQQAABBBBAAIH5KcBRI4AAAhsuwESnDbfb6HfaLvuw+6XtctHSnr4cvBCacTO5KePBtMuO0slLV+g+t1+l2Jsiy1W2JUXKtZuyus+rLtM3/2dgYpRYEEAAAQQQQACBvsBVV12l97///dpnn330zW9+c6Of8PSzn/1MT33qU/WZz3xGK1eu+4TrnPj03e9+V89+9rPLe3NilhbKwnkigAACCGwWgWX7vqlMcsqxcwyjZUceawSxWs6jiqyzw9ZafspBWtOd5DQ4Xh+MB8fuGdsuk6Lsfmlbdk2Kxe7HUS3bsmyS7SakRAABBBBAAAEEEJjvAhw/AggggAACCCCAwLQCTHSalmbmN9jTX3S06zbb5WKl3S7zwmeT7LqtqQ+XgxdPb7xTTnZarnvd7rp8lJM6cVr5a1PlU52iUoooy4bInvSKS/Wt/1n3G42xO1YEEEBgzghwIAggsGkELrvsMr3uda/TCSecsF4TlAaPLicqvfjFL9Yll1wy2LxecU6OOuWUU3TiiSdq9erV6/VeXowAAggggMC6Cizb701a8ZX/KmPqGDbX4XQzmI4yx9g5rJ7cLic5PV9rHrxbmbQ0ODYfjIfH8LbL6+1+addxv23lYrtcK8g4k+0seslu13sbCBBAAIExFeC0EEAAAQQQQAABBBBAAAEEFq4AE5028Xdvty8+2v263Y5tlwuZdrtsLoraLhdDsz580XSwfpMbWCcfslz3uv1qWZIdeUkZ16Roiki29aRXLNN//GylWBBAAAEEEEBgfATudre7ad99912ntMcee+gWt7iFdtxxx2kB8ilKX/ziF3XyySev9ySj0047TW9/+9unnCS1/fbba7/99tP73vc+feMb3yjpE5/4hA444ADd+MY3HjmePI4vfelL+ud//ue48Zy3mUdeQgMCCCCAAAIbLLDsqcfr2q/8uIyVI5Ni7BzDZtndQJZtafuttSKf5PSQDZ/kZLvsy66luos9Wu9uKoXtUg5khAgggAACCCCAAAIIIIAAAgggMP4CnCECC1ZgYsGe+WY8cbt9EdLu122XC5t5eHaN7X6Zk5ps9yY42f14cHJTvm6wftOc7LR0ue5521X1V6jlZ6g17HQUQaRoa36J+sSXL9O3meyUKCQEEEAAAQTGQmDPPffUq1/96nVK73jHO3TqqafqO9/5jr7//e/rDW94g3bdddcpHXKS0Xve8x5lH2LKFww1Xn311crXL1u2rLUl+y5Pe9rT9LWvfU2vetWrtPvuu+tGN7pRSTlJ6+ijj9aXv/xlZbnlllu23puTnT760Y/qV7/6VaudCgJTC9CKAAIIrJvApU97s1Z8+b/Ki+u/c50ydo48/t2L5gxyHL3tVlp+8oFa89C7lrH64Fh8MM5/6waT7fJ6u5a5ze6P/+0aa2CxPVBT7/qBWBBAAAEEEEAAAQQQQGBIgCoCCCCAAAIIjKsAE5020zdrT39x0nbvYqVdY7tfNhc/s8xk120ZD19EHazf7IbWKUuX6+9utybO2lKu3ZRxNtjuhtbeL1+m7/7iOrEggAACCCwgAU4VgSGB7bbbTk984hP12c9+Vs95znPKDdmhlyif7PS9731vuHnK+o9//GP98pe/bG3LPswRRxyhY489Vttuu21r22AlJzjlk52OP/54ZTy47ZprrtGnPvWpKZ8SNfg6YgQQQAABBNZFYNkz3qprv/SfdXwcb7CdubKhRCWTOttuqWtOPkBrHna38m/k4Bg8/32bKtmW7fJ6u8Z2v1R3sV0iu12Wxsjs2h4hKwIIIIAAAusvwDsQQAABBBBAAAEEEEAAgXkqwESnzfjF2e2Lkna/brtc+MzDs2ts98u8WGq7XBjNOJNd68MXVgfrN9vZesfB1+iet8knO8VF2U6mzBRLR/kr1ahlY6k//phL9b3/5c/YBUZZyRBAAAEEEFioAjmx6MUvfrGOOuqo0v8YdFi5cqU+8pGPaPgpTYOvyThfl09syicwZb1JD33oQ/WsZz1rZL/N9uEy/7TeoYceOvL6nEB19tlnD7+cOgIIIIAAAuslsOyZb9XyL/ywvKeOketYOQbMMVaONQbNpX2rJVp+8kGafPjdy79Jg2PvHKMP17PNdnntVLHdH/PbVi52u8y2THZtz5g0OwLsFQEEEEAAAQQQQAABBBBAAAEExl+AM5yfAkx02szfm92+OGn367Y3aLKT7d6F07x4mmnwAustbmSdfMgK3eO2q2P/UnxKZlKJSk11qfHjX7ZM3/8lk52qCTkCCCCAAAILV8C2nv3sZ2ufffYZQTjzzDPLn50b2TDQkJOQfvvb3w60qDzBaf/99x95QlPrRUMV29p3331197vfvbXlyiuv1BlnnNFqo4IAArMiwE4RGFuBZc96m1Z8/kcxOu6eYvybkyPjKKTMXAtttYVWnPJ8TT5iwyc52Y5d9pO6i+0S2e2yNJIhgAACCCCAAAIIIIAAAptOgE9CAAEEEEBgTgow0WkOfC12vXjZHIrdr9suFz5zm11ju1/mJCbbU05sGpzclK8brN98Z+nkpSt0t1uvVkexdLNO1EoYTblmnG2Pe+ml+uGvrssmEgIIIIAAAgisVWC8Ny5evFhHHnmk7nGPe4yc6Ne//vW1PtUpJyHlZKTBN971rnfVne9858GmdYrzT+o95CEPGXltTqYaaaQBAQQQQACBdRBY9pwTtPxzP4hX5ig4iu5axsWZxXi5rFsu0fJTDtKaPe4+MhYfHntnPZPt3mvtdmz3x/i2lYvdLrMtk+3eNYKskxBAAAEEEEBgcwrw2QgggAACCCCAAAIIILA5BJjotDnUp/hM261Wu1+33buQadfY7pfDF02buu3ehdRsyzQ42ekWN6qTne5+69WSFYtlR4oogszlyN3NH/OSv+lHv2ayU5CwbowA70UAAQQQmPcCO+64o5773OdqyZIlrXM555xzNPzEpsEXTDUJKSdMbbPNNoMvW+f4Dne4w8hrr7766pE2GhBAAAEEELg+gWXPPVErPvv9GP1aasbFkqJWU7SV2lZLtOKUAzX5yHv0xtuD4+wcdw8n273X2pbdTuoutktk17JUyBCYzwIcOwIIIIAAAggggAACCCCAAAIIjL/AZjhDJjptBvTpPtJuX8y0+3Xb5WJovteusd0v80Kq7d7F06yvS9p1F+mkpSt011uultRRpxMpoggir3G25bbYrL1e9Df956/5M3aBw4oAAggggMCCFth999212267tQwmJyf1/e9/P7oR5bEXrW1ZeeQjH6lnPvOZ2mOPPXSLW9yi/Nm6e93rXrlpxlI+cWrGdsaOEEAAgVkUYNdzRyAnOV3zz98t/37lKDjHwM2/ZE2cpZYs0vKTDtCaR96zN/YenuQ0XLfde61dx/A5VrdrbPdLxWI7cpXxv11jxWK7tEXIigACCCCAAAIIIIAAAgggMI8EOFQEEEAAgZkXYKLTzJtu1B5tt95v9+u2exc27Rrbo2VeNF1bGr7wessbSycdskJ3vfVk2b97R2A5YrvkykqGe734Uv3Xb5jsJBYEEEAAAQQWsED+6bhHPOIRIwL55+muuOKKkfZsuM997qNjjjlG73jHO3TqqafqBz/4gR70oAflpuG0TvVzzz135HW3u93tRtpoQAABBBBAYDqBZQeepOX/8r0Y7nbHvSVy5N13xCDYEXqLxVp+yoGafNTf9SYuDY+th8fhtnuvtS271u0aq7vYLpFdy1IhQwABBBBAAAEEFoYAZ4kAAggggAACCCCAwHoLMNFpvclm/w12++Km3a/bLhdH8yjsGtu1zIuqdj/O+nRp+ILsrW4svePg5brLLVfng5ty9yXlr1jzF63K1qjEqk5kj37RpfrJb/kzdgWJDIFNLsAHIoAAAnND4J73vKe23nrr1sFceOGFOv/881tts1FZvny5fvKTn7R2ncdy17vetdVGBQEEEEAAgekElh10sq75p++U4W43i5fGgDfHvxE1a2eRy5Oc1jbJKcfYmXIMbrfH5Xa/btfY7pf5ObazKON9u8bZYLu0ZUxCAIGFKMA5I4AAAggggAACCCCAAAIIIIDAsMD4TXQaPsN5WrfdOnK7X7fdu9Bp19iu5VQXVbNtqtRchG223fom0klLr9Vut1yj+ADl4sgslzwLRxYfFXVpz6P/pv9mslOxIEMAAQQQQGAhCuy6667aeeedW6d+1VVXKSc7tRpnuJJ/PugLX/iCfvGLX7T2fMc73lF3uMMdWm1UEEAAAQTGWGAjTm3Z80/R8n/6jsr41rkjlzhylUB18aIJrTjlIE3uda/e05mGx9ITExO9bbZ7cbbbscdIg7G6i+0S2bUsFTIEEEAAAQQQQAABBBBAAAEEEGgLUEMAAQSGBJjoNAQyl6p2+2Kn3a/bjmuvLodru8R2LQcvoGa8tjR8gfbWN+noxINX6E63WB377j7LKR/hlL9o7Uh5Y7FXjeCRR12in57Gk50CixUBBBBAAIEFJ7DNNtvoZje72ch5n3feeSNtM9nwve99Tx/84Ac1OTnZ2+2SJUu0//77K/+kXq9xgQecPgIIIIDA1AKXPv8UXfOJ/2iPb2PMW8a7vTLeO9F9ktP1THJqxtW212mSk13H7orFduTqjenVXWyXtm6VAgEEEEAAAQQQQACBaQXYgAACCCCAAAIILDQBJjrN8W/cdusI7X7ddu/Cp11ju5Y5ucnux1mfLjUXZZvtt437le9YukJ3usWkHJ9ul1y1EkVTzfZIexx5iX52xiqxIIAAAvNIgENFAIEZEMg/FbfLLruM7Onss88eaZuJhrwB/e1vf1vHHXecVq5c2drqtYwsAAAQAElEQVTlE5/4RD3sYQ9rtVFBAAEEEEBgWGDZ0ndp+Se/rRzf2s6ixiWyFKUzxbYVJx+gycfeuzd5aXjsnGPops1273XZbsdeIg3GisWu7RHKdhYkBBBAAIHZFWDvCCCAAAIIIIAAAggggAACYybARKd58IXa7Yufdr9uu3dx1K6xXcvBC6oZry01F2frayZ0u5tJJy5doTvcfE3+njWU8nFOUcTaiTCKfLxTTVF5xOEX6+dn8GSnoGBFAAEEEEBgwQjYLjd1NbTkk5ZyUtJQ80ZVc3+f//zn9YY3vEHLly9v7esBD3iAXvjCF2rx4sViQQABBBBAYDqBZYe8W1d/7Jt1c4xr89+WKGJcm00liiDLjuokp/uUf+dynDw8Zh5ss917XbbbdUxu90vFYtd6hCPj+GzLZPdfk/XZT3wCAggggAACCCCAAAIIIIAAAgiMvwBniMB4CTDRaZ58n7ZbR2r367ZHLpLatW3wImvGa0vDF25vf3PphIOX6w43n4zPtlRXxa5Vlghs13qUDz/8Ev3id0x2KjZkCCCAAAIILBCBqSYXXXLJJVqxYsWMCaxevVof/vCHddJJJ408yem+972v3vSmN/En62ZMmx21BKgggMDYCCw79N265mPfjPGr6znFGNZ21KPqSLKiqsjrJKfHrX2SU46t7Xh1pIybZNc2u1+WvXfrTZwlCQEEEEAAAQQQQAABBOaIAIeBAAIIIIAAAvNKgIlO8+jrst06Wrtfty3bZbvtEtu1zAuudo1tt35pmtsG0/Bkpzvuap148HLd7mary69c82lOmdSJagTlF7BNHI0PO+wS/fJM/oydWBBAAIEFIMApIpACN7/5zbOYtZSTnHKC00c+8hHlk6IGPygnOb31rW/VzjvvPNhMjAACCCCAQEtg2eH/oKs/8s0YsdZxrGIsm6kZz+aGTmRZX3HSczX5+Pv2xs3DY+Rm/DxVu90fd9s1zgOx2/Fw21T1bCMhgAACCCAwVwQ4DgQQQAABBBBAAAEEEEBgLgkw0WkufRvrcCy2W6+y+3XbZYJTvsCusV3LvBhru1ystWuZbVOl4Qu2ZbLT0hW63c3WxP5VkpxlyZRL7DKaoh6Vhx56sX7FZKeQYEUAAQQQQGD8Bf785z/P2knmJKcTTzxRX/jCF0YmOT360Y/WySefzCSnWdNnxwgggMB4CCw74r26+sPfUAxYc5Ud49Zush11Sc7VuvYdz9PkE+5Xxs05Vh4eG2dbk2z3XpdttmX303CbYrEdOesYCnBKCCCAAAIIIIAAAggggAACCCAw/gKc4RwSYKLTHPoy1vVQ7PbFUbtft10urua+7BrbtWwutA6WGU+Vhi/o3vEW0glLV+g2N1mTP3zN3edPYWvKWj7VKctI+SvYhx52sX79B/6MXXCwIoAAAgggsOAEsm9he6PP+9RTT9VXvvKV1n5y3/vtt5+OO+44/lxdS4YKAnNVgONCYPMJLDvyH3XVh/4tDqAOWCNvjWdz7JoPd1JsWHHCczS597pNcsp/iwaT7TIOt/tlfGivrYmb0naGJdkurysVMgQQQAABBBBAAAEEEEBg3gpw4AgggAACCGw6ASY6bTrrGf0k26392f267d6FUrvGdi3zYqzt8stTu5bZNlUanOyU8Z12lU7MyU43XaOyxPvt3G/UsoxCVqwuF48fdujF+s1ZTHYSCwIIIIAAAtMJjGn7Lrvsoq233nqjzu7ss8/W8J+ry/7Kvvvuq2OPPVZbbrnlRu2fNyOAAAIIjLfAsqP+UVd/8N/K+FSRd1fF0FVlicB2qV97wv7qPGn3Mk7Of2vWNdn5/rWn/CzbWZAQQAABBBBAYCELcO4IIIAAAggggAACCCAwYwJMdJoxyk2/I7t9sdTu123HBVuXg7JdYruWedHWdrmIa9cy26ZKOcGpac/4TreUTjh4hW5dnuzUUfML2FLmz2A7iry2r14jPfywS/TbP64SCwIbIsB7EEAAAQTmtsCKFSt0ySWXjBzk4sWLR9rWpyH7Ffkkp+F977333jrmmGO0sftfn2PhtQgggAAC809g2Qvfr6s+8PXe2DRHqVGJ8WtE+Qinbsp/b65923M0+aT7l/Hx4Ni3iacrbZf32HWcbY+WisV25OqNydVdbJe2bpUCgQUvAAACCCCAAAIIIIAAAggggAACCIy/wEydIROdZkpyM+3HduuT7X7ddu/CqV1ju5Z5sdZ278Js1qdLOcGp2ZbxXW5VJzvd5iaTig9QLrErxZ4zjJRRJEurVneUT3Y67WwmOwUMKwIIIIAAAmMlsHLlSi1btmzknG51q+gsjLSue8MVV1yhn/3sZ6033PSmN9VBBx3EJKeWChUEEFggApzmeggse9EHdNX7vhbvcBmj2i5xVJShHfWSpJU5yenJ7Sc55Zi3Gf9OV9rujaVtx35Hk2KxHTkrAggggAACCCCAAAIIIIAAAuskwIsQQAABBNZRgIlO6wg1l19mty+e2v267XLRNY/frrFdy7xoa7t3gTbr65Lywm+Z7LT0Wt1qlzUqS3mSU4ki66j+F2Gs15XJThfp9HOY7BQcrAgggMCCFli9evWsn/92222nnXfeeYM+Z64f3wad1Cy+6bLLLlOmwY/IvsQd7nCHwab1js8991ydd955rfftvvvu2nXXXVtttUKOAAIIIIBAFVj24g/oyn/811opo1L18ghyVT7FKV+w8i3P1uQ+m2aSk+38yJJs98bopYEMAQQQQAABBBBAYB0FeBkCCCCAAAIIIIAAAlWAiU7VYd7ntlvnYPfrtnsXUu0a27XMm5G2r3eyU05uytc2Ket3uVVHJyy9Vre8cX2ykxVLN7MtR7VZr1uVf8buYv3u3Nm/wd18JiUCCEgCAYHNJLD11ltrl112Gfn04ckrIy+YgYbm36q17WquH9/ajn0ubfvLX/4y8kSnG97whrrZzW62UYeZT4nKP4s3uJO73/3usgd7F4NbiRFAAAEEFrrAspd+SFf949dU/qXoZlm4tFhZRC7buvb4Z2jyKQ8o4+Cm35Bj3CaerrRd3mO77MceLRWL7cjravfj2kKOAAIIzJIAu0UAAQQQQAABBBBAAAEEEEBggQgs6IlO4/Yd2+0LqHa/brtciM1ztmts1zIv4truXbDN+lRp+MJv1ne7dUcnHHytbnGjNcqnOEWm8pvZTqlFHGv3aU8rrp3Uww69UL//06poZEUAAQQQGGcB2+XfFQ0tM/3EpEsuuURXXnll61NyEtPixYtbbcMV23P6+DQPlnwixn//939rcnKydbS3ve1tdZOb3KTVtr6VqSbE3ehGN1rf3fB6BBBAAIEFIrDsZR/Wle85tTytKYafOSSNM88xaU3ZkGPV3JaTnDr7PbD0A5pxb45tm3i60nZ5j13H0fZoqVhsR15Xux9ni92uZxsJAQQQQAABBBBAAAEEEEAAAQRmToA9IYDAwhBgotOYfc92+8Kp3a/bnpXJTne9TUf5ZKddb5SXjRM0PkeZMo5kRS1SfP6KldLDD71IZ/6ZyU5iQQABBMZc4Fa3utXIGf75z38eaduYhr/97W8jb99pp520xRZbjLQPN8z14xs+3rlWzz9Z94tf/GLksO5xj3tom222GWnfmIYddthhyieEbcw+eW9LgAoCCCAwbwWWHfORMskpT8B2GXtmrIiylinjqOq6Nz1DTHISCwIIIIAAAggggMDCFeDMEUAAAQQQQACBsRBgotNYfI3tk7DdarCnrtuW3U/5y1XbvV+pZn2qNPxr16zf7TYdvX1pPtkpn+pQfzXbTHtSLBnnkx/yl7TXrOjoEYderLP+wp+xCxpWBBCY8wIc4IYKTPXny84//3wtX758Q3c58r7TTz99pC2fJrQuE23m+vGNnNgca8inOZ1zzjmto9p22231kIc8pNVGBQEEEEAAgdkSuOzlH9WV7/pKDjPLR+SYM8eepaIcl+ambOlo5Rufrsmn8iSnakOOAAIIIDC1AK0IIIAAAggggAACCCCAAALzQYCJTvPhW9qAY7Tdepdd6/Zoabs34SknNtle98lOExPltTnZ6e637ehtB1+rm+/cqftTLs5Mmdsll6K8ekWnPNnpj+cx2UksCCCAwJgK3PrWt9b222/fOrt8otNFF13UatvQSv7JurPOOmvk7Xe6051G2qZqmOvHN9Uxz5W2ZcuW6VOf+tTIn637u7/7O935znfe6MN83vOep5///Oe99N3vfle77bbbRu+XHSCAAAIIjI/Asld8TFe888tSDDNjiClFYDtyqcksRWitPO7p6jztQWXsmmPeTDmGzXJtyXZ5j23ZUyfFYjvyutr9OFvsdj3b5m3iwBFAAAEEEEAAAQQQQAABBBBAYPwFOEME5oEAE53mwZe0oYdoty+o2rVuj5a2exdu80Kv7d4F3axPlYYvDGf9Hrfr6G0Hr9BNbzCpTkexRFbXqGdQU/7S9spr1ujhh1yos//KZKeAYkUAAQTGTuDmN7+5bnrTm7bOK//U3M9+9rNW24ZWzj33XA0/UWjrrbfWXe9613Xa5Vw/vnU6ic3wovw3/OMf/7jOPPPM1qcvWbJE++yzj7bccstWOxUEFooA54kAAptOYNkr/5+uOPlLMcZUpE5JEZUyRpwZxsFEuzpa+YanavJpDyzj22Zcm2PXJp6utF3eY/fHynY7Viy2I6+r3Y+zxW7Xs42EAAIIIIAAAggggAAC81uAo0cAAQQQQACBzS/ARKfN/x3M6hHY7Qurdq3bo6XtGZnsdM/bS28/5FrddOdyiVlyWWVnkCnqpbCuXN4pk53OYbKTWBBAAIFxE9hxxx2bp/C0Tu2LX/yiLr744lbb+lbWrFmjr371q7rmmmtab9111111m9vcptU2XWWuH990x70523OS0+c//3nldzh8HPe73/3093//98PN1BFAAAEEEJhRgWWvqpOclGPKkkpWPsPR6BJlZl33+qep84wHa3Bi02DMJKd0IiGAAAIIIDCjAuwMAQQQQAABBBBAAAEEEJh1ASY6zTrx5v8Au3+pN4/GrnV7tLQtu6a86Gu79yvWrE+Vhi8UZ/2et+vo7Uuv1U1uUCc7ZZ43R8tPa6OST3uKolSvuHpSjzjsIv3pgoX6ZCexIIAAAmMpYFuPetSjlE/6GTzBP/7xj/rIRz6i1as3/H/3f/CDH+jf//3fB3db4j322EM77bRTia8vs+f28V3f8W/q7Tmp7KSTTtLJJ5+slStXtj7+hje8oQ477DBts802rXYqCCCAAAIIzKTAZa/5hK54xxdjlzGazDWSeoPLHF7mU5xic6zXvW4/TT6DP1cXFKxzSoCDQQABBBBAAAEEEEAAAQQQQACB8RfgDGdbgIlOsy08R/Zvu3Ukdq3bo6Xt9Z7sNNUEqL+7ff0zdjfeqSPHp9sll6K0nUXEUgaXXzWpRxx6kf584Ybf9BYLAggggMCcE7jXve6le0UaPrAvfelLes1rXqMrZTNF3AAAEABJREFUr7xyeNNa65OTk+VJTscdd9zIZJv8M3mPe9zj1vr+4Y15bJmG2+fK8Q0f16au5yTl888/Xx/60Ie0995767Of/azyaVqDx5F9gP3333+d/2Tg4HunipcvX67DDz9c+YSowZTf+VSvpw0BBMZIgFNBYC0Cy177SV1+4heU48cYTUYZq6WsK8vIbEcuXffa/dR51kN4kpNYEEAAAQQQQAABBBBAAIE5KMAhIYAAAgggsJECExv5ft4+jwRst47WrnV7tLQtu6a8gWl7rU92yqc45eua1NTvdUfprQev0I12nFTeLI1MmTLOH96qo1790ivWlD9j9xcmOwUKKwIIIDAeAvmEn0MOOUTbbrvtyAl95zvf0X777adPfvKTuuKKK0a2DzZcd911yqc4HXjggXrTm96knAwzuD3//TnooIN0y1vecrD5euO5fnyDJ7CxcXq/9a1v1bqkI488Uk960pP0kIc8pJQ50emqq64aOYR0P/jgg/XsZz+79BtGXkADAggggAACMyCw7HWf1OVv/1wMHzsxnKwpKhHncDIGld3BZY4zr3vNvpp81oPL+DX/ncrUjE8zni7ZLu+x6zjYHi0Vi+3I62r342yx2/VsIyGAAAIIIIAAAusrwOsRQAABBBBAAAEEEEBg7QITa9/M1nETsNsXXu1at0dL2+Wmpe3eBd+8KGzXesaDafjicVO/z52kty29VrvsFBeg472yVIoolSky25FLy66Y1B6HXaS/XrxGLAishwAvRQCBOSyQT0x6wQteUP4tGT7Myy67TO95z3u05557aq+99lJOsBmciJP1xz/+8WXCzcte9jKdfvrpw7so+91333315Cc/eWTbujTM9eNbl3NYl9ecdtppyidVrUv66U9/qnyS0/CfqBv8nPx3/tBDD9Xzn/98LV68eHATMQIIIIAAAjMmcNkbPqUr3v55qYwZY9wYZcZyaZLdDSStevVTNPlsnuQUFKwIjLMA54YAAggggAACCCCAAAIIIIAAAuMvsNYzZKLTWnnGc6MdF4IHTs2udXu0tF0uHNsuN5Ltdjk40SnjvOmZZZOaep3stFI77zCp8stbRdHJLFI05C9vs5q1Sy5bo0cccqHOv4TJTulBQgABBOa7gG3lnzY76qijyp+Qme58li1bppxgMzgRJ+sXX3yx8k/WTfW+/PfmOc95jo455pgNnmxjz+3jm+q8N3fbbW5zG733ve9lktPm/iL4fAQQQGBEYLwaLjvu07rsrZ+NEWOcV3lqU1PG6DHWsqFbrnrVPpp8zkNLXyP7B5ma8WjG0yXbvbGu3R//2v1YsdiOvK52P84Wu13PNhICCCCAAAIIIIAAAggggAACsyfAnhFAAIGFLcBEpwX6/dvtC7F2rdvtMnls9yY72TXOi8S2ywXhjAfT8MXkpn6fO3X0tqUrdcMdOoq9KN4uWVIEtmXFEmXkuuTynOx0gS74G5Od0oOEAAIIzHeB/Hfiuc99bpkck5NkZuJ8bnCDG+jNb36zXvjCF27wJKfmOOb68TXHuTnLNLrd7W5X/vTdZz7zGd3//veXXf713pyHtX6fzasRQAABBOaNwLI3/rMue8tny/HmvzZ25lGN0or/nHFNq1+9jyb3fxiTnIKDFQEEEEAAAQQQQEASCAgggAACCCCAAAJjLcBEp7H+etd+cnZeGe6/xq51u1/a7ThvctqW7TLJya5ltg+mZnJT09bU73vnOtlpp+3WKJ/iVH+B2ylxR/mUp8yzlC66dI32OORCJjuFCysCm0KAz0BgtgVsl8kxn/70p/X6179eN77xjTfoI7fffnsdcMAB+spXvlL+3J3tDdrP8JvsuX18w8c7m/X8d/umN72pdtttNz396U/XKaecom9961v63Oc+V8z5U3Wzqc++EUAAAQQuO/5fdNmb/yUguuPDjDoxbowBZI4ja6rjxlWveLLW8CSnEGJFAAEE1l2AVyKAAAIIIIAAAggggAACCCAwnwUm5vPBb8JjH9uPsts3h+1at/ul3Y5z8pLtDZ7sdL+7dPS2Q67TDbcPVkeSZTsD1byEUrRdeOkaPfLQC8ukJ7EggAACCIyFwJZbbqknPelJ+vrXv66vfvWrevWrX6099thDt7jFLbTNNtu0zrGZcHPPe95TS5cu1T/90z/pO9/5jo4++mhtu+22rdfOVGWuHN/DHvYw/fznP2+l97///SNGw+edhvm64feuTz3/ZODXvva14v3yl79ceSw77bTT8EfNSn264z/uuONm5fPYKQIIIIDA3BK47M2f0WVv+hfVseFAHuNDR2sUUmaWVr/iSeo87+Ez/SSn2H3sXOqVisWubRGW1W7XSyMZAggggAACCCCAAAIIIIAAAgjMFwGOEwEE5rEAE53m8Zc3U4duty/Q2rVu90u7HU812cl2ecpTbpsu5Q3r3Hb/u3T0lqXXaqdt8xe6nfJEJ40sddsFf1utPQ69QBctWzPyChoQQAABBOavgG3d/OY317777qt3vOMdOvXUU/XDH/6wNbGnmXDzsY99TIceemh5wlD+O7Ipztqe28e3KQz4DARGBWhBAAEEZk8g/1Tdsjd+WnUkmJ+TkUo9Bo3REPVYs2XVMU9U54BHtMagzXgz+wrTJdvlPbbLRCZ7tFQstiOvq92Ps8Vu17ONhAACCCCAAAIIIIDAeAlwNggggAACCCCAwNwVYKLT3P1uNumR2e0LtXat2/3Sbsd54dh2uTiccSbb5aJxxpmmutDctO2+m/SWpSu143Yq+7BiifdHrozdzRXlBZdMas9DL9DFlzHZSSwIIDB3BTgyBBBAAAEEEEAAgQ0SWPbWzyonOSnGfzks7I8HsyVSNsY2RZmTnHTQHtc79swx6WCyXd5jx96nSYrFduR1tftxttjteraREEAAAQQWoACnjAACCCCAAAIIIIAAAgggsNkEmOi02ejn3gfb7Qu2dq3b/dJux3nR2HZca3a5YNzUs2xSM7GpqQ+WD7hrR29dulLbbzM58Cvd/H1upE4n2iJ1y/MuWqM9D71QlzDZSSwIIIAAAggggAACCCCAwLgIXPb2z2vZGz4dg8A8o/4YsNsQ48KIuuPCVS99goYnOQ2OMaeLbZcxq13Hr/ZoqVhsR15Xux9ni92uZxtpagFaEUAAAQQQQAABBBBAAAEEEEBg/AU4QwQ2lwATnTaX/Bz9XLt94daudbtf2u04LyTbXq/JToOTn3Ky09sOuU47bNPpqTij3KesKKJmKdbzLlqtRx12of52+aRYEEAAAQQQQAABBBCYhwIcMgIIDAhcdsIXtOz1n8rhnprMEVi5DOQxMFzzsieq8/z2k5xyPDo4vsz6cLLNJCexIIAAAggggAACCCCAwCYW4OMQQAABBBBAYJYEmOg0S7Dzebd2vZjcnINd63a/tNtxXki2LdvlAnJTz7JJwxefB+s52emth1yn7bauk536eY2Uv+GNMFb9+YJVetSh5+vSK5jsJBYEEEBg7AQ4IQQQQAABBBBYKAKXnfgFXfraT6pTntYUZ50Dvhj7ZZGpjAO7zWte+gRNHvQIDY4jc6w5XM+2wWS7jFHtOl61R0vFYjvyutr9OFvsdj3bSAgggAACCCCwsQK8HwEEEEAAAQQQQAABBBDYMAEmOm2Y29i/y25fyLVr3e6XdjvOi8m2N3iy09/fraMy2WkbxT4iyVI3OUvXmuIz/nThGj36sAu07MoFNtlJLAgggAACCCCAAAIIIIDA/Be4/KQv6dLX/pNyfGdbVizdLKpRz0omac1LnqDJ5+/BJKcgYl1AApwqAggggAACCCCAAAIIIIAAAgiMvwBnuEECTHTaILaF8Sa7XlRuztaudbtf2u14Yyc7PfDuHb3l4JXaZit1f9Xb6ZXqZFumGpzz11VlstNlTHZqviJKBBBAAAEEEEAAAQQWhAAnOb8FLjv5y7rkVR/PwV1JI090Kk94inFfDAJXvehxmnwBk5zm9zfO0SOAAAIIIIAAAggggAACGybAuxBAAAEEEJhKgIlOU6nQ1hOw60SmpsGudbtf2u14Yyc7PegeHb1l6Uptu7XKr3i7u8+KMrbj8zJJaiY7XX4VT3YKDlYEEEAAAQRSgIQAAggggMCcFbjslC/r0ld9PMZ23XFdKSznEXczR81RX/3Cx0pL9+RJTmHBigACCCCAAAIITCFAEwIIIIAAAggggAACC1KAiU4L8mtfv5O28xJz/z12rdv90q5xvsq2Nnay04Pv0dGbl16nrbfMX/GqLhHGWp7wFFlp60TDH89bpUcfdr6uuHqytJEhsHYBtiKAAAIIIIAAAggggMDmELjsnV/R317xccUwLoZ0keeArhSd0tZk0aSc5NQ55FFMctocXxSficDYCHAiCCCAAAIIIIAAAggggAACCCAwjgLtiU7jeIac06wI2HVik90vbct2+TzbJbZrmROfMtkuk6AyzrRo0aJp6w+5Z0dvOWSVttpCir1kFmUUsQ+VVOMM/3jeaj3m8At05TVMdhILAggggAACCCCAAAIIIHB9Apt4++Xv/mqZ5CQrV9kZ1GRbVizdbPLox4hJTuHBigACCCCAAAIIIIAAAggggMDGCvB+BBBAYAwFJsbwnDilWRCwyxXn1p7t2mb3S9uyXV6XE5ky2S5tGWey3ZrclG2DaXDy00PuOak3L12pLZZ0lL/uLT/4rVm33lFWc9uZf7pOex12ga5ispNYEEAAAQQQQGDjBHg3AggggMDMCVz2nq/q4mM+GjvsjusyyoFcN3WijC1ljLfmqL00eShPcgoiVgQQQAABBBBAAIFNIMBHIIAAAggggAACCMw/ASY6zb/vbLMdse2Rz7Zrm90vbZeJTfliu8Z2LZsJTbZ7k50GJzY12wfbHnYv6S2HrNSW+WQnq+473q9YsogmqZv94U+r9JjDz9fVy3myk1gQmD0B9owAAggggAACCCCAwDoJXPYP/6q/HfMx5dhNioFbXWVnUJNtWdKaI/dS57BH8+fqwoIVAQQQmCMCHAYCCCCAAAIIIIAAAggggAACc06AiU4z/pWM9w7tvPzcPke7ttn90rZslxc2k5dsl7bBehMPTmyaqi0nO+WTnZYs7qj3CKfYeyerUeYTnWJDFB397txVeuwRF+iaFUx2ShoSAggggAACCCCAAAIIILA5BC7/x6/rkpd9pHx0DN2ijLyuMazrBSVeffij1Dl8vk1yilNiRQABBBBAAAEEEEAAAQQQQACBMRfg9BBAYK4JMNFprn0j8+B4bI8cpV3b7H5pu0xsyhfbNbZr2Uxmsr3OT3Z6+L2lNy+9TksWKxZLucb7Yy1xZraj2Trj7FV67OEXaPm1cfFcLAgggAACCCCAAAKbXIAPRACBBS1w+fv+TRe/5MNlfJYQOVJT1LqrbJdqBJo8/NHSkY/hSU5iQQABBBBAAAEEEEBgHgpwyAgggAACCCCAwCYWYKLTJgYfl4+z46L00MnYtc3ul/c1NVMAABAASURBVLbjurXLK22XSU22S9uGTHZ6xH2kNx+ySosnOvkAp/LL33yqk6KaDZ2odEqlo9P/eJ0ee/hftYLJTmJBAIG5J8ARIYAAAggggAAC4ypw+fv/TRe9+EPl9HJ8VlKM1XLMlsO1DHPsFgM6rTl0T3WO3ItJTkWLDAEEEEBgHAU4JwQQQAABBBBAAAEEEEAAgZkVYKLTzHouqL3ZHjlfu7bZ/dJ2mdhkj5aDk51sl4lQixYtKmWzLcvBP233iPt09OZDV2lR/F9vvEVWLN3MUXNUFWWup/9xlR535Pm6dmWZCSUWBBBAAAEEEEAAAQQQQACB2RO44oPf0MUvyic5NZ/hGJpFcrceZRnHRTZ56KOkox6z1vHfxMTEyHbbpc227KmTYrEdeV3tfpwtdruebaTNIsCHIoAAAggggAACCCCAAAIIIIDA+AtwhgjMqMDEjO6NnS04AXv04rBd2+x+abtcgE4g262L0lNduB6c2DTV9j26k53imnf+ILj8MDiz8kth5VInNmX+f2eu1OOOOF8rr8tabiMhgAACCCCAAAIIIDAfBDhGBOaXwOUf+oYuPPoDcdA5MouirDXOpzh1q2UMt2bpI9U5+jHKsV+mZtw3GDdtg6Xt1njSrmNNu18qFtuR19Xux9lit+vZRkIAAQQQQAABBBBAAAEENp8An4wAAggggAAC6yPARKf10eK1UwrYoxeJ7dpm90vbZbKTPVo2F67tuq2pD5bDF7wfed+Ojl9an+wk56FZdiQ5KplUo2j7vz9cVyY7XbeKyU5iQQABBMZFgPNAAAEEEEAAgTkjcPmHv6mLj/5gjMFiLBZjsMjLsbm2yHbUI8XaWfpI6YWPLROW1jbmG9yWse3yHttlf/ZoqVhsR15Xux9ni92uZxsJAQQQQAABBOa4AIeHAAIIIIAAAggggAACCAwIMNFpAINwwwXs0YvFdm2z+6XtckE6P8musV3LvHDdJNvlAvbw5Kbh+p736+hNS6+TlUtHnU6k8vvgTj7gqUbRlpXf/H6lHnf4X7VQJjulCAkBBBBAAAEEEEAAAQQQmG2Byz/yLV145Pt747E6LqufWkdokXfHZZMv2EOd7iSnwfHdYNyMCwdL22WMaFv21Emx2I68rnY/zha7Xc82EgLjIMA5IIAAAggggAACCCCAAAIIIIDA+Atwhn0BJjr1LYg2UsAevWhs1za7X9qe9sL04IXs6eLhC+CPur90/CHXxdHHfpUpwii7q2xHQ6RYf3Pmddr7yPO1anUn2lgRQAABBBBAAAEEEEBgzAU4vVkWuOJj39ZFR75fjv9Uxl6KotRUl4wjWZp8wSOkFz+uTFgaHNcNxlONA22X99iu+56iVCy2I6+r3Y+zxW7Xs42EAAIIIIAAAggggAACCCAwNgKcCAIIIIDAAhJgotMC+rI3xanaoxeP7dpm90vb016gHrywbbtc0B5syzgvhGfKOFMz2amj/E+x1IlMmdeWiOqq/z1jpZ5w5PlavSYa4pWsCCCAAAIILFwBzhwBBBBAAIENF7ji/31bFxz2j4phWOwkxlflqU0ZRhxFXWs8eVBOcnp8Gd8NjuVyPLe2ZLu8x55+DKlYbEdeV7sfZ4vdrmcbCQEEEEAAAQQQWFgCnC0CCCCAAAIIIIAAAuMjwESn8fku58yZ2KMXke3aZvdL2+s02Skvek93IXyw/dG755OdViv2GhaOpIgzZRwpPy9aotAvz1ipvY84X2smxYLA9AJsQQABBBBAAAEEEEAAgSkFLv/4d3ThYe9Tjq8Uwy1FYFv5n6Js3pT1yYMeJr10dJJTjucy5ZhvqmSbSU5iQQCBTSLAhyCAAAIIIIAAAggggAACCCCAwLwR2OCJTvPmDDnQzSJge+Rz7dpm90vbcQ18+tRc7LZdLnA39cFy8ML4o3fv6I1LV6n8pLhTcnXKr4o7pcw4q5l+fvq12vvIv2qSyU7hxYoAAggggAACCCCAAAIITC0w3HrFJ7+rCw95b3eMFVtz7BWDrDLeUnfsFc25rjngodJLn1DGc4Njt8Ex3VSx7fIee/rxomKxHXld7X6cLXa7nm0kBBBAAAEEEEAAAQQQQAABBBCYWoBWBBBAYL4IMNFpvnxT8/A47dGLynZts/ul7SknO011sXu6tsEL5ns9oKPjDl4tuayyI5DVLUqZcbTo56et1BOP+mtcoBcLAggggAACCCCwIQK8BwEEEFhQAlf80/d0wdL3So61m0pcsmiQInIkqXPAQ+Vj9i4TlgbHbDmuG65nW5Nsl/fYsZ9pkmKxHXld7X6cLXa7nm0kBBBAAAEEEEAAAQQ2QoC3IoAAAggggAACCMwRASY6zZEvYlwPwx69uGzXNrtf2pY9fWoueK+tHLxQ/pi/7+gNL1itTsDmr4rjEntZo1onNeWG3Nrp6H/+71o98ci/5iYSAgjMuAA7RAABBBBAAAEEEBgXgSs+9X2d/4L3xOnEgCrXbsqhVRlwxfgqNsbaKZOcxCSnsGBFAAEEFooA54kAAggggAACCCCAAAIIIIDAphFgotOmcZ76UxZIq+2RM7Vrm90vbU852SknN9kuv+jNeG1pcLLTYx9YJzvZlhSprFZTLUFUokX/89uVetJR54sFAQQQQAABBBBAAAEEEEBgVODKf/6BLnjBe2IY5dgYKcdSJdWqZNmRZHWe91AxyUnthRoCCCCAAAIIIIAAAggggAACCIy/AGeIAAKbRICJTpuEmQ+xPYJg1za7X9qWPZpycpPtDZrs9Lrnr1L9dXHknU7viU7lSU9ZV7Z19JNfr9CTj+LJToHFigACCCCAAAIIbFIBPgwBBOa2wBX/8kP99cB3x8ipjqkij7WOo2JIFXGutT65/4OkY/lzdXP7G+XoEEAAAQQQQAABBBDYPAJ8KgIIIIAAAgggMBMCTHSaCUX2sU4CtkdeZ9c2u1/antHJTo97kPTag1ZLjrWbSlyyaJBkW5b0k19fq32OZrJTULAigMDcEeBIEEAAAQQQQACBzSZwxWd+pPMPfLdywJRjJrvktR5xrDWOF3Se82D5FU8qP1AZfNpu/nBluJ5tmWzLdnmPXWN7tFQstiOvq92Ps8Vu17ONhAACCCCAwDwT4HARQAABBBBAAAEEEEAAAQTWQYCJTuuAxEtmTsAevfhs1za7X9ouF7vtdtlcCM+ypolyQXyqePBC+uMfLL3mwNXdXyDH+XQiZa38/DjiKEtThD/+1Qo95YVMdgoKVgQQQAABBBBAAAEEEFjAAld89kf66wHvDIE6Wsq8PBk3WupwKp/iFJXYMPnsB8qvXL9JToPjOLs99rP79fiEMj7MMpPtLHrJbtd7GwjGTIDTQQABBBBAAAEEEEAAAQQQQACB8RfgDBG4fgEmOl2/Ea+YYQF79CK0Xdvsfmm7XMy222VeDLc97QSn3N6kwclOT3iI9KoDVsU+JVlS7MN2FK6xYslQ1o9/ea32e/H50cCKAAIIIIAAAggggMA8EOAQEZhhgSs//186/3nvitFRDJIiz92XKMZQGStK21mo86wHauJVTy5jtMExWI7LhuvZlsnO97q8x66xPVoqFtuR19Xux9lit+vZRkIAAQQQQAABBBBAAAEExlaAE0MAAQQQQAABMdGJ/yPYLAL26MVou7bZ/dJ2XDgfTc2F8SyvLw1eWH/iQ61XHrBanY4i5a+PB1JKZLuiLdKPfr5cT30xT3ZKFhICCCAw3wU4fgQQQAABBBBYd4Erv/Bjnbf/yTEqqmOjGD01axlHRRb12BYDq84zHyi/ev0nOTXjOHt0vGfXtjxi21mUZPfjbLDb9WwjIYAAAggggMDCFuDsEUAAAQQQQAABBBBAYPwFmOg0/t/xnD1De/SitF3b7H5pe4YnO+WTnVYr9irFvhWLXWoR5ZpxJEs/+sUKPe0lYz/ZKU+ahAACCCCAAAIIIIAAAgjoyi/WSU6Su/8pFisqucrOOJMkJjkFAisC80qAg0UAAQQQQAABBBBAAAEEEEAAgfEXGPszZKLT2H/Fc/sE7bhAPnSIdm2z+6XtckHdbpf5K2Db5c8dZLy21Hqy08OkVzxvVfkVsnLJXyJnWVJHnSgzRaEf/myFnvFS/oxdWpAQQAABBBBAAAEEEBhfAc7syi//t/7y7JNjnJQWOS7KVOMm78TYqbzg6X8vv4YnOaULCQEEEEAAAQQQQAABBBBAYD4JcKwIIIAAAvNdgIlO8/0bHIPjtz1yFnZts/ul7Rmd7PSkh1svf94axV6l3LeapbSoySPQD362XM98GZOdGiFKBBBAAIEFKMApI4AAAgiMtcCVX/mpznvWSTn8UZPlmChTt6E021bnaQ+QX7vPlD84GfyByeAPUWz3Xm/HXqdJisV25HW1+3G22O16tpEQQAABBBBAAAEEZlCAXSGAAAIIIIAAAgggMMcFmOg0x7+ghXJ49ujFaru22f3StuzRlBfQbfcunGd9XdKTHy4d89xVyl8lN09wyl8n5++Wsy3jfLxTbvveT6/Rs45hspNYphSgEQEEEEAAAQQQQACB+Spw5ak/1V+ecWJ/XJQDoBgIlXFRlIPjosn97q+J1z2lN/YanNg0GA+Ox2z3Xm+Pjufs2qZYbEdeV7sfZ4vdrmcbCQEEENjUAnweAggggAACCCCAAAIIIIAAAghsXoFNMdFp854hnz5vBOzRi9Z2bbP7pe2Nmuw0fPF9n0dYx+y/Wu5JOeJI7jZEGats63s/Xa79j72gu4ECAQQQQAABBBBAAAEEEJjfAld+9X/0l2e8o5xEDHmUY58mcwSuWxSh/NTdtegN+5ZJSzmuytRMaOrGZVvTlqXtXptt2VMnxWI78rra/Thb7HY920gIIIAAAggggAACCCCAAAIIILBZBPhQBBBAYLMKMNFps/Lz4cMC9ujFa7u22f3S9pQXyIcvpGd9qjR8Ef4pe1gv239N93Dyd8vlN8u13qlx84Snb//kau3/cp7sVHHIEUAAAQQQQGDdBXglAgggMLcErvraz/SXp51QBzxxaJ3u2Kc8xCmyHBlFU26R9r2//PqnlElLw+Op4XozBrNdXp91e+oxnG3lYtdyOJ6qnm0kBBBAAAEEEEAAAQTmrgBHhgACCCCAAAIIIDCbAkx0mk1d9r1BAnb/AnezA7u22f3S9gxPdlKZ7BR7leOD3c2zcNbj81Qq1nd+slzPewWTncSCwEwKsC8EEEAAAQQQQACBTSZw1dd/rj8/9QQpxjmxdkvLiqWbOWqZcpLTxHH9JznlxKXrS7aZ5CQWBBBAAIEpBWhEAAEEEEAAAQQQQAABBBBAYCMEmOi0EXib8q0L7bNsj5yyXdvsfmlb9mjKi+62exfWsz5VGv7l8VP2kF7ynNX1t8v5c+aIuqvKE52yLVLG3/qva5jsJBYEEEAAAQQQQAABBBCYbwJX/dsv9Kd93x5jHEXqlBRZrBHnyZTHOGUcwT731domOQ2PqXLcZbs3FrNHx2sGo08lAAAQAElEQVR2bVMstiOvq92Ps8Vu17NtISTOEQEEEEAAAQQQQAABBBBAAAEExl+AM0QAgQ0XYKLThtvxzlkWsEcvatu1ze6Xtmd0stO+j7Re8uzJ2Gf3BC3FKjvykqIeZdT0Hz++Rge96gKxIIAAAggggAACCGwSAT4EAQQ2UuCqb/yv/rTv26QY0MSwRnY3kCKOpFiiSbK8z/008ab9yqSlqSY0TdVmu7y+mfBkx36mSIrFduR1tftxttjteraREEAAAQQQQAABBBBAYMEIcKIIIIAAAggggMC0Akx0mpaGDXNBwB69uG3XNrtf2pY9mpqL61muLQ1foN9vT+lFz1pTCTrKhzqVXzdHVir5RKdoLvE3fnSVnv9q/oxdxSJHAIHNK8CnI4AAAggggAAC0wtc9c1f6k9Pfmt9QQxoOpHqGCeDGN5EEWsE8ZIn34dJTsHAigACCCCAwNwU4KgQQAABBBBAAAEEEEAAgYUrwESnhfvdz5sztz1yrHZts/ul7bVPdpqY6P2yeKpJT8OTnZ76KOuFOdnJUqyyI+8m21GXZMVifeNH1+gFTHYKC1YEEEAAAQQQQAABBBCYiwJXfetXdZJTjmVyIBNjmQilzErK0LIkP+k+WnT8U8v4aXiclGOpqdpsl9fndtuyp06KxXbkdbX7cbbY7Xq2kRBYbwHegAACCCCAAAIIIIAAAggggAAC4y/AGS5YASY6Ldivfn6duD16sduubXa/tD3lBfXmYnuWa0vDF+yflpOdnjk59ESnjsoTnfKnzplia9b/7YdXa+lr+TN28+v/sjhaBBBAAAEEEEBg4QlwxgtP4Opv/1rnPvHNOXKpY5mIyhrjmRzLRGN5ilOJn3hvTbyZSU4L7/9KOGMEEEAAAQQQQAABBBAYNwHOBwEEEEAAgXEVYKLTuH6zY3hetkfOyq5tdr+0PbOTnR4tvfCZk2WfkSmTHZ+hWBxJlh0pwq9//2od8jomOwUFKwIIIDBfBThuBBBAAAEExkrg6u/8Rufu/WbFoEU5aomhixRRWR1RNmSS5L3vpUVveVp5MtPwj0DyByNTtdkur8/ttmVPnRSL7cjravfjbLHb9WwjIYAAAggggAACsyjArhFAAAEEEEAAAQQQQGCeCjDRaZ5+cQv1sO3Ri992bbP7pe0pL7A3F9+zXFsavoD/tEdLRz59TbCXnzwrf+kcUfnVc2adqMRatn/te1fp0NedH/E4rpwTAggggAACCCCAAAIIzBeBq7/7G53zhOPz4U1xyDliiRRrjmG6jRFGQ6x+wt9p0VufXiYtDY+Hsp5peAxlu7zennr8ZVvNYk8d53a7vy3rJAQQmAsCHAMCCCCAAAIIIIAAAggggAACCIy/wPw8QyY6zc/vbUEftT16EdyubXa/tD2jk52e8RjriKdPKnYaa+5bkhWLFR+lyEscmb72vat12OuZ7JQWJAQQQAABBBBAAAEExk5gHpzQ1d/7P53zhDeXI3XkjhGLMsXgJeMoVJYI/Pi/06K3PaNMWppqQtPwBKes2y6vt/ulHXueJqm72O5GtbDb9dpKjgACCCCAAAIIIIAAAggggMAcEOAQEEAAAQTmpAATnebk18JBXZ+APXox3K5tdr+0LXs0DV6Yz3i6NHyR/5mPsQ5/6ur6RKdOHGUmdWo9y0jRWvKvfucqHfEG/oxdepAQQAABBBaWAGeLAAIIILB5Ba7+wWk6+3Fvqk9rikPJYUt9Ku3A2CUa88m0euw9tOjtUz/JKcdJw2OibLN9vZOc1F1sdyOVsZkGFru/baCZEAEEEEAAAQQQQGCeCHCYCCCAAAIIIIAAAghsDgEmOm0OdT5zRgTs0Yvidm2z+6XtckHdbpeDF+gzni4NX9h/5mOtw5+2Rs6z6GZ2CaKtlrlJ0Xbqd67Skccx2al4kDUClAgggAACCCCAAAIIzJrA1T88Tec89o0aGJnUOMYnjiiK+tmW/Nh7aPEJzyyTlobHPTk+mqrNdnm93S9ty546qbvY7ka1sNv12kqOAAIIjJUAJ4MAAggggAACCCCAAAIIIIAAArMgMMcmOs3CGbLLsRawRy+O27XN7pe2p7zwnhfvbZcL9RlPlwYv8Geck50Oe9qkyqObIiu/hFYuncy6qZNb9JX/uFJHvZHJTl0UCgQQQAABBBBAAAEEEJglgat/dLrO3uu47hNn+x/SKWHmkWLNqve6uxafOPOTnHLfmWxnUZLdj7PBznpGJAQQQAABBBBAAAEEEEAAAQQQGG8Bzg4BBBCYeQEmOs28KXvcxAL26EVyu7bZ/dL2DE92kg596mScbe5XilyKXLG4JEfNUnzuV/7jKr3w+AvFggACCCCAAAIIrJMAL0IAAQTWU+Ca/zqjTHKSLDuScnFmytzdXLktJzm941nT/uAjf9wx/CMQ2+X1dr+0Y6/TJHUX292oFna7XlvJEUAAAQQQQAABBBBYoAKcNgIIIIAAAggggMB6CzDRab3JeMNcFLBHL5bbtc3ul7bjuv5oyov4tsuF+4ynS4MX/DN+1uOkQ/ab7P5iOn8anak+6KnTqU90asovfuMKveh4nuwkFgRmQIBdIIAAAggggAACCPQFrvnx73TWnm+QynAkxiFlLJLbS0NpbsYletRdtXhgklOOawbHP8P13Ga7jJXsfmm3x1XqLra7kcrYSwOL3d820EyIAAIIIIDAtAJsQAABBBBAAAEEEEAAAQQQQGBYgIlOwyLzv75gz8AevWhu1za7X9ouF9xt9y7W2/04L+SvLQ1e+M/42Y+Xlu7XkZXLQB77dLTajg2RYv3iN6/Ui9/MZKcAYUUAAQQQQAABBBBAAIEZELjmJ7/XH/d8Q4w8Ymcx5lBEtiNXb3FG0TbxqLtpycnPLuOgHPPkeCbLJg3Xs912eb3dL23Lnjqpu9juRrWw2/XaSr6RArwdAQQQQAABBBBAAAEEEEAAAQTGX4AzRACBIQEmOg2BUJ3fAvboxXO7ttn90na5MJ9na9fYdusCfl7Uny4N3gDI+DmPl16wb/4Zu45y6ecRdSLlb6ijyPAL/36FXvpW/oxdOpEQQAABBBBAAIHZE2DPCIy/wPKfnqmz9nhd9wmzcb4x5lCMPerTm6LeXbN5Ys+7avEsTHLqfkRvfJV121n0kt2u9zYQIIAAAggggAACCCCAAAIbLcAOEEAAAQQQQGChCUwstBPmfMdfwB69iG7XNrtf2i4X4+12mZObbJdJTxlPl3KCU7Mt4/2fYL3gKTnZSbIUqeaKfVnOBkUYpfW5f7tCL2Oyk1gQQGAzCvDRCCCAAAIIIDCvBZb/zx/0h0e8TjnIsJ1FxFIGdtTlEisWP3I3LT5l5p/kFLuW7ZIyzmQ7i16y2/XeBgIEEEAAAQQQ2DQCfAoCCCCAAAIIIIAAAgggMGYCTHQasy+U06kC9ujFdLu22f3Sdrkob7fLnMBke/0nO+2dk506yl9M119RR9ypKRsjLL+2jkyf/frlOuZt/Bk7sSCAAAIIIIAAAggggMB6CSz/2Vk682GvUY4rMpWxRxlsxG6iLPXuAMR73EVL3vmc3tgmf6SR450mDdez3XZ5vd0v7faYSbHYtS3CstouZZPZ7XrTTonAXBLgWBBAAAEEEEAAAQQQQAABBBBAYPwFOMPxEmCi03h9n5zNgIA9elHdrm12v7S9UZOd8kZAk/Imwf57S89/SkexU8WeFbsvsdwtsiGTpM9+/Uod+3YmOwUFKwIIIIAAAggggMDcE+CI5qDA8p+fpT887DWymwGGIo6krCsWy46U0SPuoiXv2r9MWsoxS45XssyUcaaMB5Pt8nq7X9qxv4GkWOzaFmFZbZeyyex2vWmnRAABBBBAAAEEEEAAAQQQmHMCHBACCCCAAALzSoCJTvPq6+Jg11fAHr24btc2u1/arjcDhsq84G+7XOjPeKo0fHMg68/dWzpon0l14r9clVkn8pIyU1nyl9b/8q9X6BUnXFjqZAgggAAC80mAY0UAAQQQQGDTCiz/xR915kNek6ML5VgiRhh1bYYYUWZD2fbwO2vJu6ee5DTVuMauY6LcZruMgezaZvdLxWLXeoRltV3KJrPb9aadEgEEEEAAAQQQmJ8CHDUCCCCAAAIIIIAAAgjMJQEmOs2lb4NjmRUBe/Qiu13b7H5pe0YnOz3vidZBT45Tyv3KKmsWUc84G2yX8J//9XK98sQxm+wkFgQQQAABBBBAAAEEEJgpgeX/e3aZ5JQDCMdO7ZJLUdrOImLFYi16+F20xXueWyYr5cSl/DFGlk0arjftWdou77Nzn+2kWOzaFmFZbZeyyex2vWmnRACBMRbg1BBAAAEEEEAAAQQQQAABBBBAYPwF5tAZMtFpDn0ZHMrsCdijF9vt2mb3S9txg2A0DV7wz3iqNHyzIOvPe5J0wJP6T3bqdFR/eZ2BOiWOpmiUPn3qZXoVk51m7/8I2DMCCCCAAAIIIIAAAptBYCY+cvkvz9bvH/yq2FWMHupaxhKRxViiO66I9hhiaOJhd9Li90z/JKccpwyOZ+w6/sk220xyEgsCCCCAAAIIIIAAAggggAAC6y/AOxBAAAEENp0AE502nTWftJkFbI8cgV3b7H5pe0YnOx3wZOt5T4q7DlbsN1M3kKJuWbF0s0+ferlec9JF0cCKAAIIIIDAghDgJBFAAAEErkdgxa/O0R8e+to6bsjXxtghVtmRl6QSR00TD72TlvzDuj/JyXaZ2MQkJ7EggAACCCCAAAIIzK4Ae0cAAQQQQAABBBBAYMYEmOg0Y5TsaD4I2Hn5v32kdm2z+6XterNgqBy8AZDxVGn4F9JZP/DJ1nP3zl9ax2fn05w6UcbaibiE3SyLT355mV57Mn/GLnhYBQECCCCAAAIIIIDAQhZY8etz9fuHvkadNWvyYU09ihw35FhC2RqVEj/4DlryXiY59ZAIEEAAgXklwMEigAACCCCAAAIIIIAAAggggMC6CszfiU7reoa8DoEhAdtDLSqTmhSLXbfZLm32aJmTm2z3fvmc9eGUk5sG27J+0FOs5z4x7kLEe2VJUdqWFUs3y8LR8skvXa7XncJkp5BhRQABBBBAAAEEEEBgQQqs+E2d5KTVk3H+OUqIIsYKTW47wkhRTjz4DtryfQf0xig5/hgejwzWbfdea9fYtux2Uix2bYuwrLZL2WR2u960z2jJzhBAAAEEEEAAAQQQQAABBBBAYPwFOEMEEEBgHQWY6LSOULxsvATs0Yvxdm2z+6XtkYv9tstNAbuWgzcMBuOpbi7kZKdnPyFuVHQ6UqT85XVEESuWjpr/suETX7hMb3gnf8YuYFgRQAABBBBAYC0CbEIAgfETWPGbP+n3D3utOqvySU7dUUIzcIgy1hhORB5jiokH3l5bMMlp/P6PgDNCAAEEEEAAAQQQQGBIgCoCCCCAAAIIIIBAFWCiU3UgX4ACtkfO2q5tdr+0PaOTnV6w74Se/YT60Xbsu4aRZ1yT5LJ+By5FqQAAEABJREFU/AvLdNy7mOwkFgQ2XIB3IoAAAggggAAC80pgxW//rDMf/jp1Vq7uHrdjdBDJvWrUJduaeNAdtMX7eZKTWBBAAAEEEJAwQAABBBBAAAEEEEAAAQQQWCACEwvkPDnNKQVotJu7BX0Lu7bZ/dJ2uZFgt8t8gpPt8oSnjKdKUz3Z6QX7Wc96fKf8CrujZol6hE2u2BCrPva5S/XGdzPZKWhYEUAAAQQQQAABBBAYa4Gc5JRPcpq89rocDnTPNUcFdZRQGqIaq/yA283qJKfyWd3Mdjeqhd2u11byuS3A0SGAAAIIIIAAAggggAACCCCAwPgLcIYILAwBJjotjO+Zs1yLgD16kd6ubXa/tD2jk50Ofmp9spPz2LpZFpajJVJdZVsf+9wyvendF0Y7KwIIIIAAAggggMCMC7BDBOaAwLWn/UW/zyc5XXudYhCgGA5EmWtGrvXMLS16wO205QcPLD+4yB9WZBr80cVw3XZ5bb7GrrFt2e2kWOx+W1TLa7Jsku0mpEQAAQQQQAABBBBAAAEE5pcAR4sAAggggAACYyHARKex+Bo5iY0VsEcv1tu1ze6XtsuFfrtdDt4wyHiqNHyzIV+TT3Z6xuPj6PMn2cpfadekiLtreepT1j/62WV68z/wZKfQYkUAgU0swMchgAACCCCAwOwKXHv6efrdI16nyeUro/8fvf9OjgviM2OckFFJEccWTdz/ttpiYJJTjisG0/C4w/Z6TXLSwGJ7oKYyFhILAggggAACCIytACeGAAIIIIAAAggggAACCMwHgYn5cJAcIwKbQsBuX8TPz7Rrm90vbZcL/HYpe3HeXLDdu4mQ9eE0eNOhiZc+1XrG4xRL7E81KcruKtuSIsX64c8s01vey2QnsSCAAAIIIIAAAgggMCYC157xV/3+Ea/X5NUrpdL3r4XVLFb5zyqTnLb88EFlzNGMJwbHHFO1Ndttl/fZlt1OisXut0W1vCbLJtluQkoEFqoA540AAggggAACCCCAAAIIIIAAAuMvwBnOAwEmOs2DL4lD3HQC9ujFe7u22f3Sdrnwb7fLvIlg17aMp0qDNx+aeOnTrKc/Nn+nnb/Rzp9qZ8o4Ug0jCIdORx/650v1ViY7BQYrAggggAACCCCAwNwR4Eg2RODa3/21PMlpzdUr4u3R8Y/+fgS171+CzKJdHfl+t1EzyWmqccZwm90fl9i+3klOGlhsD9RUxj5iQQABBBBAAAEEEEAAAQQQQEAQIIAAAgggsPkFmOi0+b8DjmCOCdjti/p5eHZts/ul7XLB326XwzcYpqo3E5xyWxMf8vSJMtkp9hYf6UhS5rF7lSUC24pVH/qXS/X2911cmskQQAABBOaBAIeIAAIIIIDAkMC1vz9fv3/kGzR5VU5ykrKjb2d/3yVWLFGV47+J+95GW3Wf5DQ4hmjiHFNkyvpwsn29k5zs+JRIisV25P3Vbtf7W4gQQAABBBBAAAEERgRoQAABBBBAAAEEEEAAgVkXYKLTrBPzAfNRwB69mG/XNrtf2pY9mvLmgl3bM54qDd6IaOKc7LTfXp0gi1RXdfJX3ZGyrEnRJr3/U5fo7e8bjz9jFyfMigACCCCAAAIIIIDAghG49swL9Ls9Xq/Vl11T+vbKvn+rz59Pe40U7b7PreqTnBYtKhOWmrFDjjEG46xnsvvjENvlPXZts/ulYrEdeX+1117vv5IIAQQQ2DAB3oUAAggggAACCCCAAAIIIIAAAuMvMNtnODHbH8D+EZivAnb7In+eh13b7H5pe9rJTnmjYW1p8MZEEx/2zAk99TGW6io7A0cpZdatKlr0gU9fqhPfz2QnsSCAAAIIIIAAAgggME8Erv3DBfr9Hq/XmsuvUdO3lxWrI4tAUmmXNXHvW9UnOS1eVCYsNWOGHGMMxlkfTna8f2JCtkeSYrH77VEtr8mySbabkBIBBBBAAAEEEEAAAQQQQAABBGZOgD0hgAACCGykwMRGvp+3IzDWAvboxX27ttn90na5MWBPXw7feGjqgzcomvjQZ1j77aX8YbfyKU4FuRN5+ZV3lpFya7S975/+pnd8gMlOKUJCAAEEEBhnAc4NAQQQmP8CK8+6UL/b4w1afdnVpbMf3fno78d5ZVD69yUo23yvW9ZJTksWr9MkJ9tlTJLjDNvlPXZts/ulYrEdeX+1117vv5IIAQQQQAABBBBAAIHZFmD/CCCAAAIIIIAAAgisXYCJTmv3YSsC5WbBMINdbwTY/dJ2ea3dL/Mmw7qkZoJTvraJ88lO+z267qt8fm+/UXMkRVZW633/dKlO/tDF2UhaqAKcNwIIIIAAAggggMCcFlj5x4v0uz2P05plV8dxlo589Oit6OZLlhSB7Sy0KJ/k9KEDNbHFuk1ympiYKBObsrRdYjv31U6Kxe63RTU+z1n0kt2u9zYQIIAAAgjMDQGOAgEEEEAAAQQQQAABBBBAAIEFLrAgJjot8O+Y058BAXv0Yr9d2+x+abvcKLCnL/Pmw1SpmeCU25r4sGdZ+zwqT6Cj/Kl3Pt2pE2H5sXfJOpFHisZ/+PglTHZKKhICCCCAAAIIIIAAAnNMYOXZF+mMR75Bqy65Mrr1vQ59iaMrH339WCPI/r7vsau2+MABWrTVFmXCUjM2yHHCdMl2ea3dL+32mESx2I68v9prr/dfOX8ijhQBBBBAAAEEEEAAAQQQQAABBMZfgDNEAIGFLTCxsE+fs0dg3QXs9k2AfKdd2+x+aXtkstN0NySG2wdvYjTxEc+e0D6PshSryr4lReySWYrSJUnv/fglOuXDPNlJLAgggAACCCAwlQBtCCCwGQRWnnNxeZLT6kuujF67ZFtSpFy7qVatiXvuqq0/dKAWbT06ySnHB5mGxxB2vG9iQna/tF3qdi0Vi11j21FT2a6Bxa7tA02ECCCAAAIIIIAAAgggMD8FOGoEEEAAAQQQQGCsBSbG+uw4OQRmWMAevfhv1za7X9ouNw7s6cvhGxRT1ZsbGTnZ6cl7On/mrU73B+BRKWvNOsrmPN1/+H+X6F0fvSRDEgIIrJcAL0YAAQQQQAABBGZWYOW5l5RJTqsuuqLsOPvsteceUV1r/z62+u4319YfPFAT22xZns7UjAWmGic0bbbLa+1+abs1FlEstiPvr/ba6/1XEiGAAAIIIDCOApwTAggggAACCCCAAAIIIIDAfBZgotN8/vY25bHzWT0Bu31TIDfYtc3ul7ZbNxhsj9yEaG5QDJbDNzSa+pHPmVBOdordSFYsVsaRKwOrv7znoxfr3ZH6LUQIIIAAAggggAACCCCwKQVW/ukS/e5Rb9SqC69Q9tcVS/bZLdcoCkecffqJu91C23zoQE1sO/Ukp2ZMMDhusD0yvrBjjwNJsdiOXLLbpbqLXdu7VQoEJAwQQAABBBBAAAEEEEAAAQQQQGD8BThDBOaxABOd5vGXx6FvPgF79GaAXdvsfmm73FCw+2XenLDduimRbYNp+EZGUz9y/wntvYfKr77zl+CdTsmjnqW6S8YdvesjF+s9H+PP2HVRKBBAAAEEEEAAgRkRYCcIrIvAdX/+m87Y84267vxlyt55dNhLJ74Tb84+fFTqGv1573YzbfWB52liu63KGKHp+zfjg+F6ttsur7X7pd0fc9hWLvbUZW7LZNftGZMQQAABBBBAAAEEEEAAAQT6AkQIIIAAAgggMHcFmOg0d78bjmyOC9ijNwXs2mb3S9tTTnbKGxRrS8M3NJr60c9dpCc+Uoq9RmapRI5c3SXjSJbe9ZFL9N6P82fsujAUCCAw+wJ8AgIIIIAAAgte4Lq/XKrfPfpNWnX+ZdFHd6QuSY4LIrSduXLDorvdXFt/6AAt2mHrMnGp6fM344TherbbLq+1+6Vt2f2kWGxHrtKuWOxaj7CsdrteGskQQAABBBBAAIF1E+BVCCCAAAIIIIAAAggggMBmE2Ci02aj54PHQcAevTlg1za7X9qWPZqaGxW2y82KrA+m4RsbTT0nOz3hESq/Aq9Z+Z14NNS1E0UnM3V0ygcv0j8y2SlEWBFAAAEEEEAAAQQQmF2B6867VGc86o1a+ZdL44Oyj54pwu6aXfTa0pHvcjNt/YHnadEO25SxQNPXb8YDw3W7jidyu+3yHru22f1SsdiOXExyEgsCm0uAz0UAAQQQQAABBBBAAAEEEEAAgfEX4Aw3lwATnTaXPJ87NgJ2vYkweEJ2bbP7pe1yo8Ful3mjIpPtcrMi48E0fIOjqb/wgEXKyU6xN8WOZfWXjO2SKzec8qGL9L5P8GQnsSCAAAIIIIAAAghsfoExPYLr/rpMZzz6TcrJTtkHV2S2I1csjqQSO/KJO99M237weZrYcd0mOQ2OD2yXcYMdexpKisV25JLdLtVd7NrerVIggAACCCCAAAIIIIAAAgggMDsC7BUBBBBAAIFZEmCi0yzBstuFJWCP3iywa5vdL22XGw52u2xuXNguNy2aelM2k5sG69mWk50e+/COOp1IapYaZ1t52lMn8kgnfeBCvf+TFzcvokQAAQQQmKMCHBYCCCCAwPwTuO78y3R6PsnpT3+Lvnkcf/S/oxcece2bZxwVZbPvdBNt/YHnamKnbUvfP/v1TT8/y+G6XccOuc12eY9d2+x+qVhsR64y5lAsdq1HWFa7XS+NZAgggAACCCCAAAKbRYAPRQABBBBAAAEEEEAAgQ0TYKLThrnxLgRGBOzRmwZ2bbP7pe1y48Ful3njIpPtcvMi48GUNzwyDbe9+MDFevzDJ2Q1i0tsOxoi5VqSddIHLtYH/2leP9kpzokVAQQQQAABBBBAAIG5I7Dqgsv0u72O13V//puyCx5db6mbOQKru8TGiTveRNt84LladMPtSp9/qv79YH/fdnldttk1ti27nRSL7chVtikWu9YjLKvdrpdGMgQQQGDuCnBkCCCAAAIIIIAAAggggAACCCAw/gIbdIYTG/Qu3oQAAlMK2KM3D+zaZvdL2+UGhN0u8wZGJtu9GxpZv770ogMn9NiHWc2SvxRvPdEpNpR6bDjxfRfqQ59islOQsCKAAAIIIIAAAgggsFECqy68XKc/+nhde85FzUObylObmiyf59TpfkJvktPO25e+/sZNcvKU4wnb5dPsWpZKZHa7Hk2sCCCAAAIIIIAAAggggAACCCAw5wU4QAQQQACBqQSY6DSVCm0IbISAPXoTwa5tdr+0PeXNieub1DTdDZEXH7SoN9nJcfx2yaUoYpUdeawR6MT3XaQPf5rJTmJBAAEEEBhPAc4KAQQQ2AQCqy66QqfvdbxWnnOxHP+VNfrcsSrjzOzcYi3KJzm9f38tutHMT3JSLLYjr6vdj7PFbtezjYQAAggggAACCCCAwFgIcBIIIIAAAggggAACC1KAiU4L8mvnpGdbwB69mWDXNrtf2pY9mnKyk+3yS++Mh1NOdsrUtDdxTnba66H5Y/KOyhOc8qfknaiXVLJSyW1vf++F+ug//00sC3j9xgcAABAASURBVE+AM0YAAQQQQAABBBDYOIFVF9dJTteedVHpd2f/unS9O91+eHS9o+Ndtk3cfhdt9Y/P0aJddij9+6bvPtyXb+q2y+uybtfYHh0z2FYudi2H46nq2UZCAAEEEFg4ApwpAggggAACCCCAAAIIIIAAAuMowESn9rdKDYEZE7D7Nxyandq1ze6XtjdoslPe+Bi8SdLEL33+Yu31kInYZ36qpVxLKlnULTuSpLf9wwX62L8w2SkoWBFAAAEEEEAAAQQQWCeBVZdcqTMe82Zde9aF0a9WJGemXKKbLcd/uSqyidvtom3et78W32THMnmp6bNnXz7TcN12eV1us2tsxx6nSIrFduR1tftxttjteraRWgJUEEAAAQQQQAABBBBAAAEEEEBg/AU4QwQQGEOBiTE8J04JgTkjYI/eXLBrm90vbcseTc0NDtu9Gx7ZNpgGb4408UtfsEiPerCVvyIvvyzPqNMpVUWZvziPWrRKb33PBfp/n2GyU8EgQwABBBBAAIGuAAUCCEwlsOpvV+n0vd6sFWdeUPrWnXxR9K+zj90LSyD5Njtrm3yS002nnuQ02KfP2Havz2/X2PaU4wTFYjvyutr9OFvsdj3bSAgggAACCCCAAAIIIIDAqAAtCCCAAAIIIIDA/BNgotP8+8444nkmYI/eZLBrm90vbU95EyNvelxfaiY45eua+GUHL9ajHxL/L24pVtmRxxpBrJYVS8nqZKdPfO7SaGBFAIF1EuBFCCCAAAIIILDgBFZfepXOeOxbdO2Z50df2mq61zWwlGs3LbrtjbTd+5+rxTe/QW/yUvbVB1PTb882273X2TW2LXs0KRbbkdfV7sfZYrfr2UZCAAEEEEAAgQ0U4G0IIIAAAggggAACCCCAAAJzTmBizh0RBzTvBTiBUQF79GaDXdvsfml7ypsZzc0P270bINk2mAZvlDRxebLTg1x+YJ5PceoGUXTyQU/lV+iZ5Y/Qj3/nX/WJz/FkJ7EggAACCCCAAAIIIDAksHrZ1Tr9MW/R8jPOi7506UFHGX3qTsTZmS4pY2ni1jtr6/c+W4tuvlOv7970z5v++2Dddu91do1tj4wL1F1sdyOV12hgsfvbBpoJEZg1AXaMAAIIIIAAAggggAACCCCAAALjL8AZIjDXBJjoNNe+EY5nbAXs0ZsOdm2z+6XtcsPCbpfNTZG1lYM3TJr4ZUsXa88HT5R9RqZMduxbsTiSHP8pkvXmd16gT36eyU5iQQABBBBAAAEENl6APYyJwOrLrtHpj81JTn8tfeboStcziyBW2VZkkaRFt95Z27z3OVq86w17k5eafnnTjx+s2+69zq6x7djd9EndxXY3qoXdrtdWcgQQQAABBBBAAAEEEEAAgVkWYPcIIIAAAgggsIkFJjbx5/FxCCxoAXv05oNd2+x+aXutNzds926INDdMmnLwxkkTH7N0kfZ4oFUe49TJX55HUiydSLFmUVs6Ov6U8/VPX2CyU7CwIoDArAqwcwQQQAABBOa+wOrLr9Fpj3mzlp92Xhxsp5uiyDWrpcygo4lb3lBb/8OztDjKqfrm2db0zzO23evT2zW2PTIOUHex3Y1UXqOBxe5vG2gmRAABBBBAAAEE5oAAh4AAAggggAACCCCAAAIIzKwAE51m1pO9IXC9AvboTQi7ttndMkrb5QaG3S/zhsi6pMEbKE187CGL62SnZn95pM5M8TmRlJVM0vEnn69Pf/FSsSCAAAIIIIAAAgggsFAFVl+xXGc87m1acdp5ii60HP+ppMyjZtUlNuYkp+3e+xwtufWNepOXmn54038frNvuvc6usW3Z7aRY7NoWYVltl7LJ7Ha9aadEAIF5IsBhIoAAAggggAACCCCAAAIIIIDA+AtwhjMqwESnGeVkZwism4A9ejPCrm12v7Q9crPDdrkpYtdtzY2T4XLwRkoTH3voYj3iAVYnn+qkWPLH5+p061FG3F113DvO0z9/iclOocSKAAIIIIAAAgggsJkENtfHrrlyeflzddf85k9xCNFPjn5z7UN34+g0l3q06+Y7atv3PKv82bqmT970v4frdrsPb7vVt7frdtvKxXYZD2ScyXYWvWS3670NBAgggAACCCCAAAIIIIAAAgjMIwEOFQEEEEAAgfURYKLT+mjxWgRmUMAevSlh1za7X9ouNzfsdtncNFnXsrnZ8vLDFusRfz8h987FETtqrqUjzDU+77h3/FX/8mUmOyUHCQEEEJiDAhwSAggggMAsCKy5aoVOe9zbtPw3f+7u3dFPjjD6xxlFEZVYI1i0607a/r3P0eLb7lImLGXfvOl3Z5xpuJ5tmWyX99ix16GkWOzaHmFZbZeyyex2vWmnRAABBBBAAAEEEBg7AU4IAQQQQAABBBBAAAEEBgQmBmJCBBDYxAL26M0Ju7bZ/dK27NHU3CCxXW6SZH0wDd9Uaeo52emhD7CaJX+ILmWeqdvaferTG044T5/9yrJu43wqOFYEEEAAAQQQQAABBNZPYM3V1+r0x71N1/zq3NI7bt5de8mZZ6qtEzfbUdu855lafLvpJzk1fXPbpT8/WM/Yru12v8y927WecSbbWfSS3a73NhAggAACC1KAk0YAAQQQQAABBBBAAAEEEEAAgfEX6J8hE536FkQIbBYBe/QmhV3b7H5pu9wcsdtl3iBZW2omNzWvaeqvPHyJHrq7yznHLuX4TyXV3K4tivL1J5ynz53KZCexIIAAAggggAACCIytQJnk9Pi36epfnRtd4KYvXE83usSqLS4NOclp2394lpbc/ia9Hxw0/ezBfvdwW26zXd5jW3Y7KRa7tkVYVtulbDK7XW/apy3ZgAACCCCAAAIIIIAAAggggAAC4y/AGSKAAAILSICJTgvoy+ZU566APXqzwq5tdr+0PXIzxHbrRknePBlOwzdYmvorj1iih9zf6nTyeU4d5X+KJarRlrVIsbET6bVv+4s+/1X+jF3wsCKAAAIIjJEAp4IAAgikwJprVuq0nOT0i3OiY9ztA+eG7BhHGd3h0leOLfJNdtC273mWltyhP8lpuP+ddbvfd896Jtutvrvdf41isWs9wrLaLmWT2e16006JAAIIIIAAAggggAACaxdgKwIIIIAAAggggMD4CDDRaXy+S85kngvYozct7Npm90vb0052ypsn06VmclOzvam/6sg62Sn2qkzJ6JK51G1LJUmvfdt5+gKTnbSAFk4VAQQQQAABBBAYe4HJ5dfptCe8Tdf87zlSdH0zs11D1cWlsCbKJKdnaskd25Ocmr5109eeqrTj/RMTsj2SFItd2yMsq+1SNpndrjftlAgggAACCMyAALtAAAEEEEAAAQQQQAABBBBAYN4ITMybI51zB8oBITDzAvbozQu7ttn90vbIzRHbrV+HT3VzZfgGTFPPyU4Puq9iqT9ZL3nJsimDSLlGevVbz9MXv8afsQsZVgQQQAABBBBAAIF5LjC5Iic5vV1X//xs5VObFP1dRZZPNC1h9/wynrjxdtr23c/UFne+Wel3N/3tpk/d1KcqbZf32KP9eMVi1/YIy2q7lE1mt+tNO+WmEuBzEEAAAQQQQAABBBBAAAEEEEBg/AU4QwQQmC8CTHSaL98Ux7lgBOzRmxh2bbP7pe1pJztNdXOlaRu+EdPUX3XUFnrQ/er/JDi0Y/eRxxqBZZU1i0ivfstf9KWvM9lJLAgggAACCCAgYYDAPBWYvHaVTtv7BF31s7Oiq2tFt1eypAhsy4qlZNLELttru5zkdJcNm+RkW/Zoik/otWecyXYWvWS3670NBAgggAACCCCAAAIIIIDAphTgsxBAAAEEEEAAgTkiUGc1zJGD4TAQQKAK2KM3M+zaZvdL270bI/bUcTPBabBsJjc1bVlftGhCrzhisR543wnlL9bLr9g7HTVlNka11DN+1fF/1peZ7FS/MHIE1iLAJgQQQAABBBCYewKTK1frt094u6767z/kA5xKHzf7vRFEvdsHzsOOjrFvtK22e/cztGS3m5enMk1MTJRy0aJFpWzqU5V27aPnNrvGdi1z97az6CV77fXeCwkQQAABBBBAYM4JcEAIIIAAAggggAACCCCAAAKbRmBi03wMn4LAlAI0rkXAbt/kGHypXbfZnnKiU95IaZLtKW/ADN+YyfqSxYuUf8bugfeJ/2mI99l1//EhkmPNVALFYr3q+L/o1H+/LGJWBBBAAAEEEEAAAQTmh0DnutU6/Ykn6OqfniVFf1fZxy2pZFI02I48op2303bveoYW73azVp86+85Nf3u60o59RMrtdo3tWioW25FLdrtUd7Fre7dKgcB8F+D4EUAAAQQQQAABBBBAAAEEEEBg/AU4QwQ2icDEJvkUPgQBBDZIwG7f3LD7dbvGtsvNEXvqsrmxkuVwGr5Bk/XFiyf0yiOX6O/v7XxwU/lFe2R17ZSil3XiFS9/45/01W8w2WmDvmDehAACCCCAAAIIFAGyTSXQWbVGv937BF3x4zNVnuAU/dnuGvU4iujvZme3bLvhttruXU/XkrvdQtlPbvrSg3HTNlzatW+e7XaN7VrGp5T++1RltmWynQUJAQQQQAABBBBAAAEEEEBgrAQ4GQQQQAABBBCYCQEmOs2EIvtAYBYF7PZNDrtft2tsu9wssdtl3lhpku3Wr9Cb9qlu1CxZkpOdtiiTnWLHir0qMsUuSpIVi2VHiignO/3rN5nsFBSsCCAwGwLsEwEEEEAAgRkQ6Kxeo98+8QRd+eMz5difXXJlxZE1VUUwkZOc3vl0Lbn7LdZrkpMde+qm7G/b/bpt5WJPXea2THbdnjEJAQQQQAABBBBYUAKcLAIIIIAAAggggAACCCCwDgJMdFoHJF6CwOYWsNs3O+x+3a6x7bgnM31qbrRkOZwGJzs18RZbTOgVR2yh+/+dVX7R3lGUmTJIkU7UI9VQx77hXH39W0x2Sg4SAggggAACCCCAwNwS6KyZ1GlPPFFX/ufvFZ3YfIhTFNmvzZRN0a/t1Hhip2203Tufri3uuWtrktNwH3q4brv8sMDul3a/f65YbEeu0m9XLHatR1hWu10vjWQIIIBAV4ACAQQQQAABBBBAAAEEEEAAAQTGX4AzvH4BJjpdvxGvQGBOCNjtmx52v27X2Ha5aWK3y7wJY7t14yXbBlMzwSnbmnjLLSf0yqOWaPd7L5Ica0mZKRZHU6YIy2od8/o/6d/+g8lOhYMMAQQQQAABBBBAYFMKTPtZncmOTnvSO3TFj35XXxP9YkdkR16SVIrIJm6wjbY95WlaMsUkp6aPnP3l4WS71de2HfvsJ8ViO3KVdsVi13qEZbXb9dJIhgACCCCAAAIIIIAAAggggAACgwLECCCAAAIIiIlO/B8BAvNIwG7f/LD7dbvGtsvNE7td5s0Y260bMNk2mAZv3jTxVlsu0suPWKz7/92Eyo/cO1L5CXxknZKi3l1z00tfd67+/dtMduqSUCCAAAJzRIDDQABhut7BAAAQAElEQVQBBBaoQHRgf/vEE3XFD06PnmvfIPut5aml2RqVWKXtt9K2Jz9VW9zrliNPcmr6xoN95ya23epj2+1+uGKxHblKP12x2LUeYVntdr00kiGAAAIIIIAAAgggsN4CvAEBBBBAAAEEEEAAgfEXYKLT+H/HnOGYCdjtmyB2v27X2Ha5iWK3y7wZY7t1IybbBtPgTZwm3nqrRXrFkVvo/vdaFPuVZMVi2ZEikjNTKRz5S1/7p/k12UksCCCAAAIIIIAAAuMo8NsnvUNX/uAMqem3qi6Owi65FMXE9ltpu1Oepi3ufavSV56ufzzYnrHt8nq7X9qWXZNisR25SptisWs9wrLa7XppJEMAAQQQmB0B9ooAAggggAACCCCAAAIIIIAAAvNe4HonOs37M+QEEBhDAbt9M8Tu1+0a2y43U+x2OdUNmWwbTM0Ep2xr4q23mtArjlii+9zd/Sc6dfKZTgFcfgKfcaRoyxe89DXn6pvfvTw2siKAAAIIIIAAAgggsOkFcpLT5d87TdFDVT69qXRZ8zCiv5pxtsUGabstyySnLe976zJpqen/DvaFMx5Otsvr7X5pu9cHVyy2I1dpUyx2rUdYVrtdL42bMeOjEUAAAQQQQAABBBBAAAEEEEBg/AU4QwQQQGC+CzDRab5/gxz/ghWw2zdF7H7drrHtclPFbpd5k8Z268ZMtg2mqW7wbL31hF559Ja69z0syd3/1F269divYkuuL3n1OfrW95jsJBYEEEAAgXEQ4BwQQGAeCfz2ySfp8u+eFkfskhydU0dU1uivZmxb+SSn7fNJTkxyEgsCCCCAAAIIIIAAAggUATIEEEAAAQQQQACBOS7ARKc5/gVxeAisTcDOWzT9V9j9ul1j27JHU05qsr3WyU75miY1E5+2yclOR9XJTuXX8eov5ZfxqnkWGb3olefoP77PZKe+0rhGnBcCCCCAAAIIIDA3BH67z0m6/Du/HTiY7JVmz7XflC3edgttd/J+2vJ+tyl94qa/2/R/pyttl9fb/dLu97cVi+3IVfrhisWu9QjLarfrpZEMAQQQQACBeSHAQSKAAAIIIIAAAggggAACCCCweQWY6LQp/PkMBGZRwG7fJLH7dbvGtstNFrtd5s0b260bNdnWpOGbPU19220m9Iojt9S97z4hK5aSqcTu5llYUuxeOdnp29+/QiwIIIAAAggggAACCMymwGn7nlInOWVHND8oSstSdEojV7NM5CSnk/bTFve/bekLN/3c6frBTbvt8nq7X9qO3dekWGxHrtKmWOxaj7CsdrteGsnGR4AzQQABBBBAAAEEEEAAAQQQQACB8RfgDBFAYLMKTGzWT+fDEUBgRgTs9s0Su1+3a2y73Gyx22XetLHdumGTbdOl5ibQdttO6OVHbqG/u1v8z0j+JF71V/KdTlYi5VpSZtILX/FHfecHTHYSCwIIIIAAAgtYgFNHYDYFfrvfKVr2rd8ou6MlRf+0rtFPjYboldaP32qxtj/pqdryAbcrfeCmf9v0f4frTbvt8nq73Z+2a12x2I5cpd+tWOxaj7CsdrteGskQQAABBBBAAAEEEEAAgTET4HQQQAABBBBAAIHZFJiYzZ2zbwQQ2HQCdvumid2v2zW2XW662O0yb97Ybt24ybZMU93oadq2326RXn5Ud7KTYp+SbEuKlGtJmUmK9qNfcba++0MmO4kFgakFaEUAAQQQQACBDRQ47anv0mXf+j9ln1PZ/cxUAsXiiDJFuNUS7XDyU7XFAzb8SU62W/1m28rFnrrMbZnsuj1jEgIIIIAAAggsaAFOHgEEEEAAAQQQQAABBBBAYCMEJjbivbwVgU0owEeti4Ddvnli9+t2jW3LHk05qcl2uWnTxHatNxObsr1JTdsO2y3SK47aUvfczfmD+Uj5W/lIdS2/qFcunWzo6Khj/6jv/YjJTklCQgABBBBAAAEEENh4gdOe/m4t++avVTqepc8Z+4yuZ+TRlnlWIm25WDuctJ+2fODtS5+36c8O92+belPaLq+3ax862+0aq7vYLpHdLktjZHZtj5AVAQSuV4AXIIAAAggggAACCCCAAAIIIIDA+AtwhghsuAATnTbcjnciMCcF7PZNFLtft9ux7dakp+amTZbDafhGUG5v2rbfbkIvP2pL3WO32J8cLpHqqviIqMcage1SP+rYs/X9/2SyU6iwIoAAAggggAAC6yfAq1sCpz/jPVr277+qbaWvWfubpdMZrdGkaJG3XKLt37GvtnzQzE1ysmPP3RQfJdtZ9MpSicyu7RGyIoAAAggggAACCCCAAAIIILBuArwKAQQQQAABBKYVYKLTtDRsQGD+Ctjtmyl2v2673Hyxpy5zApPt8qv1Jrb79WybKu24wyK9/Mgtdffd8n9WOuXX8+UH9SWLapSdkmp8xMvO0g+Y7CQWBBCYWQH2hgACCCCwcAROe+Z79Lev/1LZx1R2P0tfsxP12t+MKOLYsGSRtjvxKdrqIXcsfdxmsn7Tpx2uZ7td+8rTxY2y7RLa7bI0RmbX9ghZEUAAAQQQQAABBGZQgF0hgAACCCCAAAIIIIDAwhXIGQkL9+w5cwTGWMBu31Sx3Ttbu7/N9sjEp+aGTpaDaaqbQINtO+24SMcesYXufpdFkmMtKbOMs4wkKT5Sjv+OeNkf9cP/4slOYkEAAQQQQAABBBBYL4HTnvUPuvTrv1TpV5ZMETsz5VKbLC9ZXJ7ktNVD132S02D/1459RMo2u8Z1/+24acuySbabkBIBBBDY1AJ8HgIIIIAAAggggAACCCCAAAIIjL/Agj3DiQV75pw4AgtAwG7fXLH7ddv1ZlA42DW2+2VzMyfLTHbdNjixKdszDbbdYKdFOubILXS3O0/kD+vV6cQH5JpBphJnVtPhLz1LP/zxlbVCjgACCCCAAAIIIIDA9Qic/pz36tKv/a+ys5ldzaaLWTqeTSU3LJ7Q9vkkp4fVSU7Zb61pYsonO+U2u/Z5p4vz0Oz6miYeLDPOZDsLEgIIIIAAAggggAACCCCAAAIIbDYBPhgBBBBAYFwFmOg0rt8s54VAV8Bu32Sx+3Xb6zXZqbnhMzixKdsyDbbdcKdFevlRW5bJTvER9UgisPPzohpl5JJztY54yVn60U+Y7CQWBBBAYC4IcAwIIIDAHBY4ff9/1N+++r9xhKUjmd1JNV3LDGxnIS2e0A4n7qutHn6nMqlpuL862HfNbZls915r537aSbHYtS3C+Bxn0StLJTK7tkfIigACCCCAAAIIIIDA3BXgyBBAAAEEEEAAAQQQmKcCE/P0uDlsBBBYDwG7fbPF7tdt927O2DW2++XwTZ+mPtXNocG2fLLTsUduqd3uGP8zk7+o73TUKSkOPMvuT/CjNaKODnvxH/Sf82CyUxw9KwIIIIAAAggggMBmEDjtue/TJaf+vPQdm8c51W5m5LlmHzNT9GW3f/s+2uoRGzfJKfu9mZpTtWsfOeu2s+j1o0uFDAEEEEBgrAQ4GQQQQAABBBBAAAEEEEAAAQQQmJsCEzN4WOwKAQTmsIBdb8Y0h2j367Z7N2nsGtv9Mm/w2O79wn2qerZlGpzsdMMbLNKxR22pu9wp/qcm3h8fIiuWyFyjUsnYEeVkp//6b57sFBSsCCCAAAIIIIAAAgMCZxzwAf3tKz+PHqRLUuTdVbZrNUpPWDu+Y19t/ci7KPummQb7p1kfTrZ7r7Vd9mfXUrHYNbYdNZXtisWu9QjLaru3rTSMd8bZIYAAAggggAACCCCAAAIIIIDA+AtwhggggMCcFJiYk0fFQSGAwKwI2G7t1+7XbfduzNg1tvtl3hCy3bsJlPXp0uDNpJ1v2J3sVJ7slM9vUvkBfuTdtRNltz2iQ1/0B/34p0x2CgpWBBBAAIF5K8CBI4DATAqcfuAHdPGX/qfsst9zjKiu6kRZN3a0/QlP0VZ73LnXZx3sl07Vd7VdXmv3+712bVMsdr89qq3+ctZJCCCAAAIIIIAAAgggsJAFOHcEEEAAAQQQQACBzSHARKfNoc5nIrAZBWy3Pt3u1223bt7YtW7XMm8O2S43gzJeWxq8qXSjGy7SMUduqTvfYSL2L9WsFrHnElj95dAX/kE/+R8mO/VFxizidBBAAAEEEEAAgXUUOP2gD+qSL/6P1O0sZuFScWmLXNE9VS47nPgUbb3n2p/kNNhHtd3q19qOfdU2xWLXuu2oqWxTLHatR1hW271tpYEMAQQQQAABBKoAOQIIIIAAAggggAACCCCAAAKzIDAxC/tklxshwFsR2BQCtlsfY/frtns3auwa2/0yJzfZbt0Uyrap0uCNpF12XqRjj9pKd7r9hDqdfIJTpFapupQ2aelRZ+q/mexUTcgRQAABBBBAAIEFKHDGCz6ki7/wU5UHNnWz6EGWvmR5RGi0Rdex1Ld/25O19aN26/VRB/uhTT+1abNr3zbb7Rrbtcy2pLZr3XZWW/3j0kCGwAwIsAsEEEAAAQQQQAABBBBAAAEEEBh/Ac4QAQRmXoCJTjNvyh4RmBcCdr1p0xys3a/bbt3MsWvdrmXeALLdu5GU9elSc0Mpt+9yo0XlyU452Sn2JMlSJJekusR+HZFtLT36D/rpz66KGisCCCCAAAIILDABTneBC5xx8Id10ed+Kttyz8IRR4o2RVRWSzu+7cnaZq+79vqmg/3P7INeX7It2+X9isWuddtRU9mmWOxaj7CstnvbSgMZAggggAACCCCAAAIIIIDA+grwegQQQAABBBBAYL0FmOi03mS8AYHxEbDdOhm7X7fdu3Fj19jul3nDyHa5IZTxuqYb77K4THa6w22tunSiyN/mR9FdS0v+PF8dHXzk7/U/P2eyU5eGAoGuAAUCCCCAAALjK3DG0g/ros/+d5xg9BGjT5h9w6jEGvWBPLqK2uEtT9LWj7nbOvVJbZf+bfZb7Rrb/TJ2Xbbbta2pD5YZkxBAAAEEEEAAgU0nwCchgAACCCCAAAIIIIAAAggMCzDRaViE+vwX4AzWS8B26/V2v2673OzJF9g1tvtlc5Moy7Wl4V/V3+TGi3XM0VspJzvF3mL3NY+grI7cLrkUxcFHnqn/+QWTncSCAAIIIIAAAgiMucAZh3ykTnKKPqCiI2g7cqnJLEVY8x1zktNj25OchvudU/VRbZeJUbZlt2O7tikW25GrvEYDi+2RtoHNhAggsCkF+CwEEEAAAQQQQAABBBBAAAEEEBh/Ac4QgSEBJjoNgVBFYCEK2G6dtt2v2+7dyLFrbPfLvHlku9wsyni6NHzT6aY3XqyXHbWVbnsbKX+b3/ulfgSxqtOJvKTYHuULDv+dfsZkJ7EggAACCCCAAALrKjDfXnfGYR/Vhf/yk24/MI8+eonRD4xeYXQIu/Vuz3GHNz1BWz9u4yc52c4dl/6u7VJmg+0sevVSIUMAAQQQQAABBBBAAAEEEEBgDgpwSAgggAACCCw0ASY6LbRvnPNFYBoBu97MaTbbSv7ItAAAEABJREFU/brt3k0eu8Z2v8zJTbbXe7LTzW6yWMcetbVuf5tFsrpLBLHKjrwkRZzJesERv9fP/5cnO4kFAQRmQoB9IIAAAgjMIYHfHf7/dOE//7jX71N0BRWZ7cjVXTK2dnzj3trmCfdo9T2HJ9Vn/3Q42S7vsWM/kXK7XWO7lorFduSSXUt1F9sjbd1NFAgggAACCCCAAAJzV4AjQwABBBBAAAEEEEAAgTETYKLTmH2hnA4CGyNgu/v2Wtj9uu3ejR27xna/bG4UZbm2NHwT6mY3XayXHbmlbnvr/v8c5a/2yxOdFFFd1Ykyq88/7Hf6xS+Z7FS/IXIEEEAAAQQQQGD+C5xxxP/TBZ/+z/LUpuzzZcp+XzZknzC7gc1Z7nDcE7TN3hs/ycl22aXt0se13atnYNd6xiQEEEBgvAU4OwQQQAABBBBAAAEEEEAAAQQQGH+B8TrD/syC8TovzgYBBDZQwG7f1LH7ddvlRlDu2q6x3S9zgpPt8kv5jKdLw5Odbn6zxXrZUf3JTpa6nxNRWR11SZYU+3/+Yb/X//7qarEggAACCCCAAAIIzG+B3x/1CV34qf+S47+yWoruXmSKxRFHikiWdjzu8drmiTMzycm27H4qHxH1wTJjRWbX10XIigACCCCAAAIIIIAAAggggAAC4yjAOSGAAAIIzCsBJjrNq6+Lg0Vg0wjYbn2Q3a/bLjeF8gV2je3RcrpJTk378GSnW9xsiV565Ja6zS1dfsCfv94vj3HqKIpOSd0NJT7wkDP0y18z2Sm/BxICCCCwuQT4XAQQQGBjBH539Cf010/+sPTtat8v+32ZSgcwdl37gFHTjq/PSU73bE2oH+5PNv3MwdJ2eY892l+1a5tisR25ev1csSCAAAIIIIAAAggggEBPgAABBBBAAAEEEEAAgbkkwESnufRtcCwIzCEBu97saQ7J7tdt924C2TW2a9ncWLJdbio19anK4ZtTu958iV561FZlspNtxYdEijVDlUyK0nbk0oFLz9Cv5u5kJ7EggAACCCCAAAIITC3wuxd+Uud/4kfRp4t+XfTtVJK6hWsgy7Z2eN1jtc2TNv0kJ7t+vlgQQAABBBBYuwBbEUAAAQQQQAABBBBAAAEEEEBgEwpspolOm/AM+SgEENhgAdut99r9uu1y4ylfYNfYHi2nmuA02DY82emWt1iilx65lW61q2PXHeVTnDq1KHFm+Yv/aIrt0gFLT9evf8OTnQoGGQIIIIAAAgggMA8EfveiT+r8j/8wunWd7OqVMrK6Ricv1hJntv1rHqPt9rlXawL9cP9xsG/ZxLbLe2yXPqs9WioW25Gzzq4Ae0cAAQQQQAABBBBAAAEEEEAAgfEX4AwRQACBTSfARKdNZ80nITAvBez2zR+7X7ddbhzlidk1tmuZN5nsGtsuN5qybao0fLPqlrvWyU63vuUiybHG+2ONQFIEtmXF0s0OPOR3+vX/MdkpRFgRQAABBOabAMeLwAIT+P1LPqXz/98PS1/OdilVSku5dlPGO+Qkp6fM/iQn27KtZrHdqjftlAgggAACCCCAAAIIIIDABgvwRgQQQAABBBBAAIEZE2Ci04xRsiMExlfAduvk7H7ddu9GkF1ju5Y5qcl2meRk1zLbpkrDk51udcslevERW+qWt5hQeYJT81inKEtdsZSf+0uTk53yZ+x+81smO4XKWK2cDAIIIIAAAgiMj0BOcjrvo98vJ5TduNqn67T6etHVK/UdXrWXttv33qUf2fQdh/uLTftgabu8x679UXu0VCy2I2dFAAEEEEAAgbkiwHEggAACCCCAAAIIIIAAAgggsK4CTHRaV6m59zqOCIFNKmC3bwbZ/brt2ZnstOtivfSorXTLXSfq/p2n7BI7w27KuDMpHbT0DP3fb6/ptlIggAACCCCAAAIIzBWB37/s0zrvoz+Q47/eMWUfMuq2pZJqUSY57XfvMmGpmcQ0G5OcbMfHWs1iu1Vv2ikRmAMCHAICCCCAAAIIIIAAAggggAACCIy/AGeIAALrKDCxjq/jZQgggMDIjR/bPRXbve12je1a5g0q2+VmlV3LbJsqDd7EyvhWuy7WS47cSre4maX86X9k9df/6i3Z3In2NWs6ev4hZ+i3pzHZqYdDgAACCCCAwNgLcIJzXeD3x/yLzvtwPsmp9tp6x5uPb8pKKWNbrDu8ci9t/9T7lH5j01fMPmETT1faLu+xXfqk9mipWGxHzooAAggggAACCCCAAAIIIDD/BDhiBBBAAAEEEECgCjDRqTqQI4DAOgrY7ZtDdr9uu9xYyl3ZNbZrmTelbPduQGV9ujR4MyvjW98yn+y0tW5x8/ifrNiHHftULI4UaxaWS7Rq9aSef+gZOu10JjsFCCsCEgYIIIAAAghsRoEzX/4Znfeh7yq6b3L8p5JqbltlidLRvuMrH63tnrrpn+SUx2A7CxICCCCAAAIIIDB/BThyBBBAAAEEEEAAAQQQQGCBCEwskPPkNBGYUoDGDROw2zeC7H7dtmyXHdsusV3LnNhke8MmO92qPtnp5je1ek906iiWfJaTum0RR9t1103qoENO1+lnMNkpgFgRQAABBBBAAIHNIvD7l39Gf/nAd+Kzs48WSU2Kvlu2drr1KLc/dk9t97TN8yQn23E0rAggMO4CnB8CCCCAAAIIIIAAAggggAACCIy/AGe4MASY6LQwvmfOEoEZF7DbN4Tsft12meCUH2rX2K7lxkx2us2tF+slR+WTnRbJufOSXOPcf0RRlNbrruvoBYeeoTN+x2SnAkKGAAIIIIAAAghMLzDjW/7wqs/pvJzk5Ny1s5eWQSldosii4+Zo2fHYPbX9M+5bJsNnXzFTPtUzy7Ul2+U9duxlmqRYbEdeV7sfZ4vdrmcbCQEEEEAAAQQQQAABBBBAAIExFeC0EEAAAQQQGAsBJjqNxdfISSCweQTs9o0hu1+3LdvlwGyX2K5l3rCy3bsxlfV1SXnD67a3XqwXHbGlbnoTq1k6Jcg8U6mUxwSsuHZSLziEyU5dEQoEENhgAd6IAAIIILA+Ame+6nP60z/+h0rPrGSla9bdRbcha/kkp5c9Uts/836lX9j0B7PP18TTlbbLe2y3+pl2v65YbEdeV7sfZ4vdrmcbCQEEEEAAAQQQQGAhC3DuCCCAAAIIIIAAAgggMB8EmOg0H74ljhGBOSzgoRtEdv+Gke1y4ykP366xXcu8aWW7d4Mq61Ol4RtdWb/dbZbopUdvo5vepP5PmCU5/stcsWQcuy4tOdnp4EPP0O9+vzy2sCKAAAIIIIAAAgjMpsCZr/m8/vy+b8vOHll8kiPFGlU5/lNJNc8nOe3wLCY5iQUBBBCYLwIcJwIIIIAAAggggAACCCCAAAIIjL/APDjDOktgHhwoh4gAAnNXwHbr4Ox+3bZsl+22S2zXMic22d6gyU63vc3i8mfsbryLy9MCOpFniiLWiDqZpE6Uy5ev0QsOOU2/P5PJTmJBAAEEEEAAAQRmSaBMcvqHb2UHrPTByrObull0yWofLfL8+B3G8ElOeV4kBBBAAAEEEEAAAQQQQAABBBAYbwHODgEEEEBg8wsw0WnzfwccAQJjIWC7dR52v267THDKF9g1tmu5MZOdbnfbxXrpC7dRTnay6n9R5CqV/WfhzLR8+aSWHnaGzvwDk53EggACCGx6AT4RAQTGXOAPr/+i/vze/1D2wTLZlhVLN4tqqThad3zpHtqeJzmFBysCCCCAAAIIIIAAAmMnwAkhgAACCCCAAAIIIDDrAkx0mnViPgCBhSNgu3Wydr9uW7bLdtsltmu5MZOdbn/bxXrJ0dtol10sdZ8Q0H1wQNRjLY8PKC266qrVOvjQ0/WHOTfZKY6TFQEEEEAAAQQQmKcCOcnp3Hd/szzFqXTHov+VT9UsPbCSRS+tlB1t/+KHa7uhSU7ZF7y+ZLv3FFDbrb6kXeuKxXbkdbX7cbbY7Xq2kRBAAAEEENi0AnwaAggggAACCCCAAAIIIIAAAghsrMDcn+i0sWfI+xFAYJMK2O0bSHa/brvclMoDsmts1zJvbtnu3cDK+lRp0aJF5TXNtqzf4XaL9eIjt9Yuu0wol9hjfE5GkWKftqVco7z66jXlyU5nncWTncSCAAIIIIAAAghspMAfjvuScpJTdLVkRx5rBLE6UuzckWLNTTu86OHa4Tn3V/bfmr5clsP1bBtMtkv/z3bsc+qkWGxHXle7H2eL3a5nG2kOCnBICCCAAAIIIIAAAggggAACCCAw/gKcIQIIILCRAnVWwEbuhLcjgAACgwJ2+0aSPX3ddu+GVd7Qst27kZX1qdLwzbCs3/EOS/SiI7bSjXa2OvlfeZJAPj0gahFHU3nKQIZXXrm6THb64x+Z7CQWBBBAAIF5I8CBIjDXBM5645d17ju/ER2uWDuZSpZBr9+VfbBo0PZHP0w77L87k5zm2pfI8SCAAAIIIIAAAggggMCcE+CAEEAAAQQQQAABBNYuMLH2zWxFAAEENkzAduuNdq3b7k1ssl1eY7vXlhObbG/QZKc73XELvfiobXSjneN/2mIfsZb9RqZcSr0E0hVXrNYhh52hP569IltI81+AM0AAAQQQQACBTShw1pu+onNO+ff4REu5llSyqFt2JMViaccXPlw7PJdJTqHBigACCCCAAAIbL8AeEEAAAQQQQAABBBBAAAEEFrjAxAI//wVy+pwmAptHwI47WwMfbY/W7dpmu94Qi3LjJjst0YuO2lo73yCf7CQpH+GUqQmjbJ4scNnlq3TIoafp7HOY7JQsJAQQQAABBBBAYF0Ezjr+Kzr75H8v3azobDVr1POJTrGH6Ht1MkW4w1EP0/ZMcgoJVgQ2lQCfgwACCCCAAAIIIIAAAggggAAC4y/AGSKwsAWY6LSwv3/OHoFZF7Dd+gy71u1+abdj260nOtm1nhOghlP+2brBtqzf+Y5L9OKjtymTnRTvtWP/uUYZqxRxZo7g8stX67DDz9A5THYSCwIIIIAAAmMvwAlutMAf3/JVnX3Sv0cvSrItKVJdZfeCEu941MO0w/N4kpNYEEAAAQQQQAABBBBAAAEENq0An4YAAggggAACYy3ARKex/no5OQTmhoAdN70GDsWudbtf2u3Y9sZNdrpTPtlpG93gBu49XaA8WaCj8tSBzDrK/6RLL71Ohx5+us49lyc7hQ7rAhbg1BFAAAEEEFibwFlv/ar+eOLX4yXZh4rU6Xasooi12+eKKNp3OOIh2uEAJjkFFisCCCCAAAIIIDDnBDggBBBAAAEEEEAAAQQQQGA+C0zM54Pn2BHYhAJ81EYK2HUiU7Mbu9btfmm3Y9sbNdnpLndeohcdubVueMP6P3WxO5VP6GaOmlWXSy9dpcMOP11/+hOTnaoIOQIIIIAAAggg0Bf449v+VWefkJOcss2lF2U7KpHqKjsDa/vDH6IdDnyA8kmbw0/eHKwPx7Z7fT/bZX92u1QstiOvq92Ps3GqSxcAABAASURBVMVu17ONhAACCKynAC9HAAEEEEAAAQQQQAABBBBAAIHxF+AM57FAvfs/j0+AQ0cAgfkjYLdvPNm1bvdLux3b7t3wypthdq1nfH0pb67tdpctdPQRW2unnSbUyQcMKJYoB5/oFC1lveRvq3ToYafrz3++ttTJEEAAAQQQQAABBKSz3v41/TFS6UKpimTcUc2zKFF0tnY47MHa6fl/zySnykSOAAIIIIAAAggggAACCCCAwDwV4LARQAABBBCYuwJMdJq73w1HhsBYCthunZdd63a/tNux7XWa7JQTm4YnP2XbXXfbQi8+epsy2Sl2JZXdW3YkWSqp5n/72yodfsTp+vNfmOwkFgQQWH8B3oEAAgiMmcDZJ/6bzn7b16TSb1JvqT2omiuKWLXj4Q/Rjkxy6hkRIIAAAggggAACCIyxAKeGAAIIIIAAAggggAACm01gYrN9Mh+MAAILTqA5YTtvhTU1ya51u1/a7dj2Ok92yslNwxOedrvLEr3oqG20w/ax33zkgDrqdCJFmU93ikqNou2ii1bq8MNO01+Y7CQWBP4/e/cBJklV/X38/BbYvEvOQYKSEUUwoGKWP4oRQVERzIQFSYbXiAQTEhZUkgKSBLMYUFRY4pLzkhHJOUsO/Z5zb1dXV3dPz4bZCT3f2rqxqqurPr1d1c9zz3MHAQQQQACB0Stwy/5/s5v2+5P/RvLfTP4bKf2EShzejl7vy7+jzKZ+cWOCnJINGQIIIIAAAgggMDIFOGsEEEAAAQQQQAABBBBAYKQIEOg0Uj4pznM4CnBO8yAgqfJqKbelspSqdUkpKEpSJeipNagp2s3BTkV97bUWsi/tPMmmTpWZqf7P8uLHlNeklNt99z+XZna6805mdnIWVgQQQAABBBAYZQL/+fFpdvO+p5rVfxtJMlmxyOueFG3lIKfPvoE/VxccJAQQ6FUBrgsBBBBAAAEEEEAAAQQQQAABBHpfgCscIQIEOo2QD4rTRKAXBaQ0Ota4NCm3pbKUqvUIYookqd9gp9ivSEWw0zprL2S7TJtoU6bE/AMxG4E1lpilIPd4zdd773nWdtzxWrvrLoKdGkhUEEAAAQQQQKDnBf5z4N/tpn3+5NfpP4h8jV9NxeyX3ulr/ReTb5v6+dfbIp8jyMlRWBFAAAEEEEAAAQQQQAABBBDocQEuDwEEEEAAgeEhQKDT8PgcOAsERq2AlAOZCgApt6WylKp1SSblFIFMklLQU9SbUxHcVPQV7XXXGWtfmjbJpkweY7JYylypRxaFJLsnBTtdZ3ff/ayxIIAAAnMlwIsQQACBESTwn4P+YTft/UeL30Lmv4Us/SyKTFG1vOT6wp9/gy3y+Y2ZySmjkCOAAAIIIIAAAgiMdgGuHwEEEEAAAQQQQAABBAZFYMygvAtvggACCPQhEN2SomgkKbelspSq9SJ4SVIKcpJyWfQXZQQ3RWpuR33ddcfaLjtPtEmT4ri1PFGBeVHzunmK1eu+2t13PWM77jDL7iHYyYVYEUAAAQQQQKBXBf5z8D/sxr3+EJM31VP6QeS/jGre9tS48JpN+ezrbJEvbJx+h8VvqyI1/+4q+ppLSek1kkzqnMwXSZ7nVSrr0SNV29FHQgABBBAY/gKcIQIIIIAAAggggAACCCCAAAII9L7AYFwhgU6Docx7IIBAvwJSdcBKym2pLKVqXVJjgCwG0CSlgbOot6bmQbeivt66Y+1Lu0zOwU4y89WklKdGVCOZd911V/wZu1kWMzwZCwIIIIAAAggg0GMC/5l+egpyMv/x42sUJv9n0TCvean6NU/9zOtt0S++Mc3kVPyuit9ezfVotyZJ6beaJJM6J/NFkud5lcp69EjVdvT1SOIyEEAAAQQQQAABBBBAAAEEEECg9wW4QgQQQACBARAg0GkAEDkEAggMjIBUHbiSclsqS6laLwbQJDUGzoq+1rJ58K2or7fuQrbLzpNs4gSzmkXKeTRSLWW+wTvuvPMZm7bTtXbvvc9GBwkBBBBAYNAEeCMEEJifArce+k+78Tt/iB9CnmoWM1r6Tx9/S/8h5Kt3+ur93jP106+1Rbd/Y/rd1fxbq/ht1dzXXJeUXiOJICdjQQABBBBAAAEEEEAAgc4C9CKAAAIIIIAAAggg0L8AgU79G7EHAggMooCkyrtJuS2VpVStS2oMmMWAmpTbUW9NzYNwRf2V641NwU6TJvrrTP7+ntIq80OZycy8IsnuuCMHO9133zAKdjIWBBBAAAEEEEBg7gRu/cm/7IZv/T6/2H/rSIqfPWYys3pdplRfeLvX2qI7vCkFLBW/o+K3VnM92q1JUnqNJJM6J/NFkud5lcp69EjVdvSREEAAAQQQGHUCXDACCCCAAAIIIIAAAggggAACCFjPBzrxGSOAwMgTkKoDWVJuS2UpVevFgJqkNJBWtDuVzYNxRX399cfZtJ0m2vgJ5kvNYhaDWq3WmNEg16Nds9tue9p22nGW3X//c74vKwIIIIAAAgggMDIFIsjp+m/+zn/v+G8f//FT/t7xn0Le1Wj7timf2tAW3ZEgp5H5SY+es+ZKEUAAAQQQQAABBBBAAAEEEECg9wW4QgQQQIBAJ/4PIIDAsBSQciBTcXJSbktlKVXrkhqzBESAk6Q+g56KAKfYr6i/6lXjbOdpk2zCeL81yvxYOVnUU+YVM/PD2u23PWM773StPUCwk7EggAACCIwIAU4SgYrArT/7t0WQU/y6kVKefuOkzJvRJZOZV2Imp8V2enP6XVX8borfUP0lSek1kvwwnZP5IsnzvEplPXqkajv6SAgggAACCCCAAAIIIIAAAn0KsAEBBBBAAAEEEOh5AR/N7/lr5AIRQGCECkjVgS0pt6WylKr1GHCTlAbTinqUnVLzQF1Rf/WrxtlO0ybauHGyWprJwPG8NPMsOryZql7eeutTNm2nWfbAA8zs5BwjfOX0EUAAAQQQGD0Ct/7sDLv+679NF+y/cPw3T+TejCJ+76TS2/6jZ+EuMzkVv586/c6SRJCTsSCAAAIIIIDA8BPgjBBAAAEEEEAAAQQQQAABBEa6AIFOI/0THIzz5z0QGEIBSZV3l3JbKkupWo/BNkmVYCdJabAttvWVisG6DV49znbZeZKNGx/HMDOZmb9eksU/S6Wl5b+3Pm27TLvWHnyQYKcEQoYAAggggAACw1rgv4cXQU5K5xm5FLk3vZQUP3XMZDZ1mw1t0Z3enH5DFb+T+vodVfRLMknpNVKuS+2l+SLJ87xKZT16pGo7+kgIIDAIArwFAggggAACCCCAAAIIIIAAAgj0vgBXiMAIFyDQaYR/gJw+AqNBQKoOdEm5LZWlVK3HYJukxkBbtDul1kG7ov3qV+c/Y7fQQi6cZjWopdkOPDevWHT5Fi9rdsstT6Zgp4ceItgpTEgIIIAAAgj0qsBIv67/Hn6mXfu136TfL/6Dplj9p038svFfObUimU35xGtssZ03SQFLxe+j4rdUa7vol5T2j7aUf4dJ7aX5IsnzvEplPXqkajv6SAgggAACCCCAAAIIIIAAAggMlgDvgwACCCCAAALDW4BAp+H9+XB2CCBQF5CqA15SbktlKVXrzYNsrfVoF6l1sK5ob7DBONt558k2dlwc15Mf33OzorRYZPHvlpuftC9Nu9Yefvj56CQhMBoFuGYEEEAAgWEs8N8jZ6Qgp/jdEsn8F0x9NUlmJsuFbOonNrDFdyHIyVgQQAABBBBAAAEEOgnQhwACCCCAAAIIIIAAAggMqQCBTkPKz5uPHgGudCAEJFUOI+W2VJZStR7BTJJ84E6NGQairzUVwU1Ff9F+zWvG2bRpk2yhsWYWsxx4EWUUOdVnQPDGTTc9abvsNMseIdjJNVgRQAABBBBAYLgIpCCnr/zaT6eWZnOK3H/YeDvn/hMn1X2jLfzxDWzxL70l/W4qfg+1/j4q2kUpKe0fbSn/7pLaS/NFkud5lcp69EjVdvSREEAAgZEnwBkjgAACCCCAAAIIIIAAAggggEDvC3CFQylAoNNQ6vPeCCAwxwJSdQBMym2pLKVqvXnQrbUe7b5SMbiXg50m20ILjUkBU56l8463kcnrSrl5HsFOX5o2yx59hJmdjAUBBBBAAAEEhlzgtp+fZdd+9dfmP1PMPItfLZGibr4oUmReTv34BrbYl+bzTE7+PrFK9TeNhiep2vYuVgQQQAABBBBAAAEEEEAAAQQQGKkCnDcCCCCAAALzUWDMfDw2h0YAAQQGRUDKA2NSWUrVegQzSTJJjRkHoq85FYFNnfo23HCc7TRtoi2wgFmtFvMgeKp53byM5PVoedVuuPFJS8FOjxLsZCwIIDBHAuyMAAIIDKTAf39+ll2z5yn+28WPWv+tUv/lkju8z1ffXrOpH3u1Lb7rW/y3zgIpdfo91NwXdUmN31VS/p0ltZfmiyTP8yqV9eiRqu3oIyGAAAIIIIAAAggg0MsCXBsCCCCAAAIIIIAAAgjMvcCYuX8pr0QAAQQGVaDxZlL7YJiU+6SylKr1YkBOUhqUk9QW+NQt2GmjjcbbzjtPtgUX9NeZLC/ymiflljditRtueNJ23flae+yxF+obKBBAAAEEEEAAgcETuP3oc2zWnqeYJFO8bT2TtxRtL+urLRxBTru9Jf0+it9LzanTb6PYLqmxvySTOifzRZLneZXKevRI1Xb0kRBAAAEERr0AAAgggAACCCCAAAIIIIAAAggg0PsCc32FBDrNNR0vRACBoRSQ2gfFpNwnlaWkysBbMTAnqTE4F33NqdOAXtG34UbjbNq0yf5aqy/lvAipo5bmdUozI1x/7RO267Rr7PHHCXZKNmQIIIAAAgggMCgCtx9zrl29+8npvWppJkqv+m+U+JWSf7l4O6ah9GLyluvb4ru/1X/bjGEmJ/cYGStniQACCCCAAAIIIIAAAggggAACvS/AFSKAAAII9CVAoFNfMvQjgMCwF5DUdo5S7pPaS0kp6CmCmqTO9dgWqQhsinqRir6NXjvOpu0yxQcEzfwo9WS+yLwRq0lRl1133ZO2286z7AmCnYwFAQQQGBQB3gSBUS5w+7Hn2dW7/8rMf4qY/x6RZDJf6pm8Fcm8nLLl+rbknm/z3zQEORkLAggggAACCCCAAAIIjCwBzhYBBBBAAAEEEEBg1AoQ6DRqP3ouHIHeEJDUdiFS7pPaS0kmKQ3oSWU9gpmk3B/1vlIR7PTa146znXaebI2ZEeqzJMTkCFGN2ROs5jVPs655wnaNYKcnhn5mJz9hVgQQQAABBBDoUYHbf3meXbXrSf4TJP8G8Yqvtfh5Ej9Z/KqjntPULV9JkJOLsCKAAAIIINCrAlwXAggggAACCCCAAAIIIIAAAr0qQKBT+clSQwCBESogqe3MpdwnVcvYUdJsBTsVQU2tQU9F/+teNz7N7ORH8+PFkT3JzFeTPE/J215ee80TtvvOs+x//yPYyVgQQAABBBBAYMAF7jju/BTk5D87yt9c5gZ4AAAQAElEQVQh/i6STF4Wmbwy9SPr2xLM5BQqpNErwJUjgAACCCCAAAIIIIAAAggggEDvC3CFCCDQowIEOvXoB8tlITDaBCS1XbKU+6SylGRSmSKIScrtqEeSlGZ8inoR1BT1Tul1rx9vO06blGdKsLzUvChndLLGTArXXP2E7b7Ltfbkky/6HqwIIIAAAggMVwHOa6QJ3HH8+Xbll070Hx2++g+R/DskX0XUvcs3RLtmU7ZYz5b88tz9uTop/2aSOpfxDpKiSEkq69EhVdvRR0IAAQQQQAABBBBAAAEEEBgqAd4XAQQQQAABBBAYmQIEOo3Mz42zRgCBDgJS++CZlPukahkvl5SCniKASSrrRTvKSJ2CnZr73rDxBNtp2hQ/pDyZRS55Xk+SzNe04eorH7c9dpllTz1FsJON1IXzRgABBBBAYBgJ3HHCTLtyl5PMf22YZxa/OSSlejQkRZHaUz/8SlvyK29vBHTH75wiNf+2KfqilFTZX4rjtSfzRZLneZXKevRI1Xb0kRBAAAEEEEAAgWEtwMkhgAACCCCAAAIIIIAAAggMSwECnYblxzJyT4ozR2CoBaT2QTQp90llKckH/cpUDORJagzmSXl7bOs0+Nfc94aNx9sOO01KsyXErAkxe4LVvOYp6l6kbZFdecVjtvvO19jTBDsZCwIIIIAAAgjMvcAdJ15gV+x8gv/kqFn888zr/msjfnjUU/E7ZMoH17Ulv1oGOTX/jmmux++eIklKv4uk/JtI6lyaL5I8z6tU1qNHqrajj4QAAiNfgCtAAAEEEEAAAQQQQAABBBBAAIHeF+AKERiOAgQ6DcdPhXNCAIF5EpDaB9Ok3CdVy3gjSSnoKQb1pLIe7UiS0iBfp0HA5r6N3zjBdpg22WRmkucpRd2T+eJdZjJJdtUVj9vuu8yyp59mZidjQQABBBBAoPcE5vsV3XHShXbFtBPMf1mY/7Tw95NZrCmlzGKRZFM/uK4t9bV3pN8z8dum+fdLcz22FUlS2l8qS0kmVZP5IsnzvEplPXqkajv6SAgggAACCCCAAAIIIIAAAgj0iACXgQACCCCAAAJDIECg0xCg85YIIDD/BaT2QTUp90llKVXrMbgnKQ3iRb1IktJgX9FuLpsHCCPY6Ys7TraYPcEza8ysYL7UPHlHbIvqlZc/ZnvuMsueeeal2EBCYBQJcKkIIIAAAvMicMevLrQrdjreDxHzOPmvCl/zjw7PvR6/Nfwnh283m/L+tW2p/9c5yKn590xzXVL63SOVpZR/H0llab5I8jyvUlmPHqnajj4SAggggAACCCCAwGgS4FoRQAABBBBAAAEEEEAAgYEXINBp4E05IgLzJsCrB0xAah9ck3KfVJZStR4DfZJSsJOkNNBX9EXZX3rjmybY9jtOMT9ASlIcy8xkvsgkT14zk11+2WO255dm2bPPEuxkLAgggAACCCDQr8CdJ19kV+x4vP+KME/xm0JeUap7Zv4zw5O8z2zq+9expb7+zsZvmebg7KhHav1dIyntL5WlpHRMqSzNF0me51Uq69EjVdvRR0IAAQQQaBGgiQACCCCAAAIIIIAAAggggAACvS/AFQ64AIFOA07KARFAYDgJSO2DbFLuk8pSqtZj0E9SGuiLenPqNCjY2vfGN0+wL2w/KU2rELMq1GrmdU9Ws9SOqtejuOySR22PXa6x554j2Ck8SAgggAACCCDQWeDOUy6yy3Y4Lm1MPy38B4b/sqj/tvCeWFOq2ZTN17alvtF3kFPzb5uiLin99pHKUtKQBTkZCwIIIIAAAggggAACCCCAAAII9LwAF4gAAggggMCcChDoNKdi7I8AAiNOQFLbOUu5TypLqVqXVBnYax0ELNpF2Rrs9KZNJtoXdpiSjxFnoJxJMkW1nqJ+2SWP2Ze/NMueJ9iprkKBAAL9CLAZAQRGmcCdv77YLtv+OP8NEb8c6hefflPIJHmHp1g9TX3f2rb0NzsHORW/W1pLSf0GOVl9kfxNOtSjSyq3RZuEAAIIIIAAAggggAAC8yTAixFAAAEEEEAAAQQQQKBFgECnFhCaCCDQCwLt1yC1D7pJuU8qSynX4wiS0sChpMrAX+vAYHO7Pdhpgn1u+8l57qaa+VKzmpe+ej2vuV6zSy56JP0Zu+efZ2anLEOOAAIIIIAAAiFw528uscu+eFxUPeVfDl7xNepNyauT37uWLf3Nd6XfLvEbpfW3SWs79pGU9pfKUip/B0nVutUXSfVaLqRqO/eSI4AAAgggMD8FODYCCCCAAAIIIIAAAggggAACCPS+QPUKCXSqetBCAIEeFpDaB9+k3CeVpaRGgJNU1psHAqPeV2odQHzzJhPs89tPMZP5IvNDmuep7pnXzZPMPL/kokftK7vOshde8JFKY0EAAQQQQACB0S5w128vscu++Etr/H6IiqPkXw45N1P6N+W9a9oy3xr4ICerL5LqNTOprJsvUrXtXazDQYBzQAABBBBAAAEEEEAAAQQQQACB3hfgChFAAIFRJkCg0yj7wLlcBEa7gNQ+CCflPqksJaUBPKlaRnCTpDTrQdT7Sm3BTm+ZYJ/9wmQzixmdPHkZde/ItVruq3l50QWP2Fd2vcZefJFgp/AhIYAAAvNLgOMiMNwF7vrdpXbp53/pPxn8d4L/RvDc4rdC/EJIqalv8mZr2DLffnfjN0rrb5HWdvyGkZT2l8pSqv72kcq21RdJ9VoupGo795IjgAACCCCAAAIIIIAAAsNDgLNAAAEEEEAAAQQQ6C0BAp166/PkahBAYDYEpPbBOCn3SWUpaUCDnTZ560T7zBem5GM2naeiHu9lMi+8JbtwZgQ7zbKXXophTO8a/JV3RAABBBBAAIEhFLjr95fZpZ871kzmi0ySl2aRR7JYvE/eM3WzNW2Z7wx8kFO8RSRJUaQklfXokKrt6CMhgAACCCCAwIgS4GQRQAABBBBAAAEEEEAAAQQQGFECBDrN1cfFixBAYKQLSO2DclLuk8pSkkntqXkWhKj3lVpnT3jL2ybapz83Oc3iVBjmUKbIPflqsdXLC8572L7ypWsIdiqgKBFAAAEEEBglAnf94TK75LPHxC+C9LMgspr/Nmi//JpN3nR1W2avgQ9yksrfP8X7SiqqqZSq7dRJhkDPCXBBCCCAAAIIIIAAAggggAACCCDQ+wJcIQIIjCQBAp1G0qfFuSKAwIAKSO2Dc1Luk8pS0sAGO719on3681P8WuTJLHLVc4v3MqVOr9oF5z9iX911lnUe3DQWBBBAAAEEhlaAdx9wgbv/eLld8tljTZInP7w8mcyb5rk35Mm8bjbl3WvYst/dNP35uQi6bg2wbm3HPpLS/lJZSjKpTFZfJNVrlrZb0yKV25q6qSKAAAIIIIAAAggggAACCPSiANeEAAIIIIAAAggMIwECnYbRh8GpIIDA4AtI7YN0Uu6TylJSGuCTqmXzgGHU+0qtA41vfftE2+7zk9MFxwQNtVrN4l9ENOXSouqpZjPPfci+uus1aV+ykSXA2SKAAAIIIDAnAhHkdPGnj04/AtJvg/QjIY7gvw7qvxW8Fh02+d2r27J7D3yQk1T+1klv5Jkkz8tVqrbLLdQQQAABBBBAAIHRKcBVI4AAAggggAACCCCAAAIIDJ4AgU6DZ807VQVoITBsBKT2wTop90llKWnAg522/exkU0jEsaOWG5aqXpdSZuef85B9bTeCnYwFAQQQQACBHhW4+9Qr7OLPHGOWnv1RyGS+1DMpVbxPNqUpyCmCqSM1B1u3tmObJGZyMhYEEBgiAd4WAQQQQAABBBBAAAEEEEAAAQR6X4ArRGDQBAh0GjRq3ggBBIazgJQHD5vPUcp9UllKMqk9NQ8gRr2v1Drw+LZ3TrJtPjPZ37Y+ZUMU5pmvUVjNK776DnbuWQQ7hQMJAQQQQACB3hIwu/vUK+2i7Y72x3489D3F6r8BvLD0e8Azb6bLnvzO1RozObX+rojfH536JPUb5CSVv2+svkiq13IhVdu5lxwBBBBAAAEEEEAAAQQQQAABBPoXYA8EEEAAAQQQGCgBAp0GSpLjIIDAiBeQ2gfvpNwnlaWkAQ12evu7Jtk2n57ifjI/sCn+ycwLTzJ/u3opO++sh+wbe8wyFgRGjQAXigACCPS4wD1/iSCnX5j8OqWUm3kpKQqvm0XFmzblHS+35fbdLAUtdQpoau2T4hhK+0tlKeV+KZdWXyTVa+ZvWdbNF6na9i5WBBBAAAEEEEAAAQQGToAjIYAAAggggAACCCCAAAKzKUCg02xCsRsCw1GAcxp4AanvQTwpb5OUBv+k9jJmUpCUBhSj3ldqHYh8x7sn2Se3m5RmcqjVZ22ImRtqnkXyDb7GFrOzz3yQYCdjQQABBBBAYOQL3POXq+zCT/0izdoUszcVz3x/6Pvqz/3U6dfpvwcmvW01W26/HOTU+vsifldEau0v2pLSbxOp/beLVPZZfZFUr+VCqrZzLzkCCCCAwGAK8F4IIIAAAggggAACCCCAAAIIIND7Alzh7AkQ6DR7TuyFAAKjSECqDuZJZVvKdUkDH+y06WT75Kfjz9jJLNaUUmax+FtGd1RTsNM392Rmp4RBhgACCCCAwAgUuOevV9uFn/p5PvN43HtNikokM0km88WzyW9bzZb/Xhnk1BzU1FxvDmyS1Ahuin5JJlWT1RdJ9ZqlfaxpkcptTd3Drcr5IIAAAggggAACCCCAAAIIIIBA7wtwhQgggAACCCQBAp0SAxkCCCBQFZCqg3pS2ZZyXVIaDJTay2JAMcpuqXVw8p2bTraPbzspz+yQZnHwrObJTy+KXPOG1eysMx6wb315VjRICCCAQBcBNiGAwHATuOdvV9sF2xzlT/PyzOIZX87o5D8F/MEffZPfupot//33pKCl+E3R/NuhuR7bWpOk9Dqp/beKVPZZfZFUr+VCqrZzLzkCCCCAAAIIIIAAAggMTwHOCgEEEEAAAQQQQACB0SFAoNPo+Jy5SgQQ6EugS79UHdyTyraU65IGPNjpXf8XwU6T/bh+cn78esULfy/vMuVMXjnr3w/ad756bXSQEEAAAQQQQGAECNx72jV2wSd/7k/xeJLLzziSedtT8dz3UpJNSUFOzORkLAgggAACCAyEAMdAAAEEEEAAAQQQQAABBBBAAIGeEOga6NQTV8hFIIAAAvMgIOXBx+IQUtmWcl2SSZ1TzKwgKc2mEPW+UuuMDO/abLJt/anJ1pjZwWqpHjM7eNXMM+9J+Zn/vN++89VZ3seKAAIIIIAAAsNZ4N6/X2MzP3GUn2L9KV6LJ7unvKZnvWf+mK/Z5E1WseV/MGdBTsXvDEnpt4fU+feJlPutvkiq13IhVdu5l7zXBbg+BBBAAAEEEEAAAQQQQAABBBDofQGuEAEEEOgFAQKdeuFT5BoQQGC+CkjVwT6pbEu5Lmk+BTtNMT+wxSL5e6RKzqKlqJrszH8+YN/9GjM7JQ4yBBBAYOAFOCIC9CGo6QAAEABJREFU8yxw7z9m2cyPR5BTHEr+9PakqHvy0leTPPc06c2r2PI/7Pzn6opgpuZSUgpsij4p1yWl40llafVFUr1maR9rWqRyW1M3VQQQQAABBBBAAAEEEEBgNAhwjQgggAACCCCAAAIjQIBApxHwIXGKCCAw9AJSddBPKttSrktKg4VSe9k88Bj12U3vfs9k+9g2kxNAzO5Ui1o9y3NBNDrs36ffb3t/fSiCneIcSAgggAACCCDQl8C9p19rM7c+0tIjPO0UT3Fraud6POsnvfFltuL+720ELrXO+tjaltTYV8p1qf23iFT2WX2RVK/lQqq2cy85AggggAACCCBQCFAigAACCCCAAAIIIIAAAgggMPQCBDrN78+A4yOAQM8ISNXBP6lsS7kuaZ6CnVoHLyMgKoKdPrrNlHzc0FTOZPmfeWm+yNO//36/7fON67zGigACCCCAAALDQeC+f+YgJ4vfCHFC8cA2+T/zJDPPzZeoTXnzKrbijzdvBC61/i5obcfvhCJJSq+TZFI1WX2RVK9Z2seaFqnc1tRNFQEE5kSAfRFAAAEEEEAAAQQQQAABBBBAoPcFuEIEEBhyAQKdhvwj4AQQQGAkCUjVQUCpbEu5LikNHkrtZQxGSkoDkVHvlDoNYr77PZNsy09MyjM/pOkgYiaInNIcEN7nq8VMEP/627227zeY2clYEEAAAQSGlcBoPJn7/nWdnffRI9LzOZ7R8awuHubpKV6LHk++xkxOK8zBTE7xG0JS+k0hlaXU/vtDyn1WXyTVa7mQqu3cS44AAggggAACCCCAAAIIIIDAnAvwCgQQQAABBBBAYH4LEOg0v4U5PgII9JyAVB0MlMq2lOuSBjTYKYKfNn3vZNvqE/nP2Jn58VMyX2RejdWkqMv+edp99r1vMbOTjZyFM0UAAQQQ6DGB+/59vZ231RHmD2eLRZIpKinJ656UGjY5/lzdHM7kJKnfICerL1L9jbwtlXVvmlRtRx8JAQQQQAABBBBAYL4JcGAEEEAAAQQQQAABBBBAAIF5FCDQaR4BeflgCPAeCAw/Aak6KCiVbSnXJaXBQ6m9bJ6FIeqdUgQ3NfdHe9PNJ9tHPh7BTmkeiDwpROS1NK9TmjEiaXn7H3+5l2CnhEGGAAIIIIDA4Arcd8b1dt6Wh/ub+gM5zdoU1Xh2e5nWqEcym/SGl9mKB8zZn6uT1G+Qk1T+/rD6Iqley4VUbedecgQQQGAoBXhvBBBAAAEEEEAAAQQQQAABBBDofQGuEIF5EyDQad78eDUCCIxiAak6OCiVbSnXJQ14sNP/vW+ybfnxqeZHTsk8r68mydLipSQ7/a/32g++w8xOyYQMAQQQQACBQRC4/8wbcpBTPJL9WewPZ1+94XXPzeqZvDL59SvZSgfOfpCT4hieIhBaUiPYSfKjNSWrL5LqNTOprJsvUrXtXawIIIAAAggggAACCCCAAAIIIDAcBDgHBBBAAAEEEOgqQKBTVx42IoAAAt0FpOogoVS2pVyXlAYXpfayeaAy6p1SzOTU3B/tTd83ybbYerLluSBitojmGZ2i7Vtqkcz+firBTt0/Rbb2igDXgQACCAy1wP0zbrBztjjM/BFcT83PZH8uxwl6Vzy1J71uRVvpoPelYKV4zsfzPcoitbaL/iglpddJ7b8tzBcp93s1rZJSWWRStV30UyKAAAIIIIAAAgggMBIEOEcEEEAAAQQQQAABBBAY3QIEOo3uz5+rHz0CXOl8FJCqg4VS2ZZyXdKABzv93/sn2xZbT/Erk1leTfKKeYrV676mbRHs9KPvXm8sCCCAAAIIIDB/BO4/68YU5JQew+k5bCbVK2ap7i2LZdJrV7KVDp79ICdJ6fUEOYUeCQEEEECgHwE2I4AAAggggAACCCCAAAIIIIBA7wuM6isk0GlUf/xcPAIIDJSApMqhpLIt5bqkNEgptZfNA5dR75RaZ3aI9mbvn2wf+uik9N4xQUQtppCIljeinppej5kj/vbHu21/gp1Ch4QAAggggMCACtx/9o12zod/Fo/bdNzG8zcqkaLXy3gkT9poBXvZ9NkPcmr+TSCJmZxsXhdejwACCCCAAAIIIIAAAggggAACvS/AFSKAAAII9LIAgU69/OlybQggMKgCkirvJ5VtKdclDXiw03s+OMU+uNUkk7+7FHmqmCRPUfdkUZf97Y/32I/3ZmanECEhgEAHAboQQGCOBR445yY750OH+etk/rj1VeaP4FSPihRteVs2OYKcDnl/ClaKgOVIzYFMrW1Jfgil/aWylHK/lEvzRSrr3kyvi7JIkooqJQIIIIAAAggggAACCIx2Aa4fAQQQQAABBBBAAIERLECg0wj+8Dh1BBAYXIHZeTepOogolW0p1yWlwUepvYzBTklpQDPqnVLrIGi03/uhqfaBrSZbzOLkmUWKei2mjvBUM//nDc/tL3+42w7Yl2AnY0EAAQQQQGAeBR4452Y764M/88euP2zTszYewf609aY/dlN/fh7XbOJrlrOXNQU5tT7j43ne2le0JaXfBlL7bwfzRcr9Xk2rpFQWmVRtF/2UCCCAAAIIINBZgF4EEEAAAQQQQAABBBBAAAEEEBi+AgMV6DR8r5AzQwABBAZZQKoOJkpKgU1xGpKiSG1JHcsY1JSUBjSj3im1DoZG+70fipmdppgf1JOvysmiTJlXzLwm+8vv7rYD97vBWBBAAAEEEEBg7gQeOO9mO+tDP/PnqpkUz1h5aWYyixRdqlcmvWZ5W/nQD/T5bI/nePPzXvJXeoo+Sel1Uu6TytJ8kXLbq2mVlMoik6rtop8SgXkQ4KUIIIAAAggggAACCCCAAAIIIND7AlwhAgggMGwFCHQath8NJ4YAAiNZQGofVJRyn1SWkkxqT80Dm1HvlFoHRaP93g9PsfdvOcmsMZOEK3q90eHNqEfXn397lx20HzM7JRIyBBBAYMAEONBoEHjgvFssZnKyWi0euZ7iyerJ13T9UUbyLRNfvayt/JMyyCme183P9dZ28zZJBDkZCwIIIIAAAggggAACCCAwHAU4JwQQQAABBBBAAIGhEiDQaajkeV8EEOh5AUlt1yjlPqksJQ1osNPmH55q79tycv2YfgryZDLJk8kslZaWP//2bpv+/RtTfVAy3gQBBBBAAIERLvDgzP/Y2R8+zOylfCH+ZDX5P4ukyGX+qI2KTXz1crbKTz+YgpUigKk1qKm1LcVrlfaXylLK/VIuzReprHvT31NRNJJUbTc2UEEAAQQQQAABBAZDgPdAAAEEEEAAAQQQQAABBBBAYD4JEOg0n2Dn5rC8BgEEek9Aah9klHKfVJaS0gClVC1jUFRSGvCMeqfUOkga7fdtMdU232JSTDRhVou15nVP3qjVZ58wX6Lnj7++w6b/gD9j5xysCCCAAAIIdBWIIKf4c3UvvfCi7+cP2Hoez9b0tPWuqPuj1iasv6yt8rPOQU7xrI7U6bkefZLSs1+q/i6Qqm2rL5LqtVxI1XbuJUcAgeEkwLkggAACCCCAAAIIIIAAAggggEDvC3CFCCAwfwQIdJo/rhwVAQQQaAhI7YONUu6TylJS12AnSWnQMwZAW1PrYGm03/eRCHaabKZYI5NXi2T1Jbf/dMqddugPmdmpjkKBAAIIIDC0AsPy3R+84FY768OHWe35l/x5GqeoyFJdirqsXtjE9Ze1VQ/rO8ip9TkebUnpOS+VpRTHLJPVF0n1mvl7lnXzRaq2vYsVAQQQQAABBBBAAAEEEEAAgeEowDkhgAACCCCAAAJzJUCg01yx8SIEEEBgzgSk9kFHKfdJZSkpDVhK1TIGQPtLEdzUvE+037/lVHvvhyf7yaYpJmI+p1z3PK/e75WYeeIPJ99hh/6QmZ2cY5ivnB4CCCCAwGALPHhhDnJ66bkX0rO0/vRMpxH1mCExZnTyjTZxvWVs1cPnT5CTlH8fpDf2TJLn5SpV2+UWaggggAACCCCAAAIjT4AzRgABBBBAAAEEEEAAAQQQ6CRAoFMnFfpGrgBnjsAwFpDaBx+l3CeVpaQ+g52kvK05oKm5HsFNre0U7LTFlHxMk5kfw3zxmsn/edUkeSH7w8l32k/3v8nrrAgggAACCCAQAg9d9F87e4vDLYKczGSSJ5NXPZlFzVPUlWdyOuJDaWameB63PpejrzVJSvtLZSnJpDKZL1JuezWtklJZZFK1XfRTIoAAAj0rwIUhgAACCCCAAAIIIIAAAggggEDvC3CFCHQQINCpAwpdCCCAwPwSkNoHIaXcJ5WlpMoAp5TbxeCopDQoWrSby9ZB1WhHsNNmH5psMeNErRZ5mncityP3vtRTM/vdibfbz/bnz9gZCwIIIIDAqBd46OL/pj9X98LTz6fHZGT5OeoPzHh2RuFK0TdxvaW7zuQUz+Pm53XUJaXnuVSWUn7mS7k0X6Sy7s30GyHKIkkqqo2SCgIIIIAAAggggAACCCCAAAII9L4AV4gAAggggMBoFCDQaTR+6lwzAggMqYDUPhgp5T6pLCWlgUypWsbAaCRJaXA06q2pdTA12h/Yaqq950NTzI/myepLbvmhvC2LDVH/3Ul32GEHEOxkLL0qwHUhgAAC/Qo8dMltdtYWh9uLzzwfj0crMnlFVl+84qtNXHdpW3UOZnKSZJLSc1wqSyn3S7k0X6Sy7s30uiiLJKmoUiKAAAIIIIAAAggggEBVgBYCCCCAAAIIIIAAAgj0oACBTj34oXJJCMybAK8eDAGpfVBSyn1SWUpKA5pStWwNbOrUjuCm5v5of+CjU+3/PjjJao2LrKV6TEoRs1REI7bFzBS/Pf52gp0aTlQQQAABBEaTwEOX3m5nf+QIe+HJ5yyekfFsjGdkPCvjyZnadZDxay9pqx314RS0FM/deN5GWaTWtqTGvlKuS9XnvCSLRVL6HRD1SJKiaCSp2m5soIIAAggggMBsCbATAggggAACCCCAAAIIIIAAAgj0vkDvXSGBTr33mXJFCCAwQgSk9sFJKfdJZSkpDXJK1TIGUCU1Bkuj3ZpaB1ej/cGPLWz/94HJFosf0eQVKeUWjVSLtqffnnCHHXHgTcaCAAIIIIDAaBF4+LIc5PT8/5619Fz056GvqR6ZJO+WmecT1lrSXv7zLRrP4njONj+LW9uSGvtKuS7JpGoyX6Tc59W0SkplkUnVdtFPOYACHAoBBBBAAAEEEEAAAQQQQAABBHpfgCtEAAEEEBhxAgQ6jbiPjBNGAIFeEpDaByml3CeVpaS2QVBJabBUymXzwGpzvXWQNdof2joHO+VZKTyP6Spiqoqa5Zkrol1Pvz7uNoKdjAUBBFoFaCPQiwIPX36HzdjiCHvu8afrD8Qo4jnpV+vPSG/5c9Lb/swcv+YS9vJfEOTkMqwIIIAAAggggAACCCDQwwJcGgIIIIAAAggggAACw02AQKfh9olwPggg0AsCc3QNktr2l3KfVJaSBjTY6YNbL2ybfmCK+VHND+3nIFVZDGUAABAASURBVLNYU0qZt2WS7DfH3WZHHszMTsaCAAIIINCzAg9fcYfNiD9X98Qz6dnnmZl8jWS+eGneIU8T11zKXnH07Ac5NQcgS2oEKkt+tKZkvki5z6tplZTKIpOq7aKfEgEEEEAAAQSGRIA3RQABBBBAAAEEEEAAAQQQQACBQRYYgkCnQb5C3g4BBBAYAQJS+6CllPukspRkUnuKAVRJaeA06p1SzOTU3B/tmNnpXe+bZDF5U8xSYbWUe7tRSXVv2a+Pvc2OItjJWBBAAAEEek/gkSvvtLM+cqQ9/+jT8ShMz770RPQHYDwjvUjNyMavsYS9/OgPp2duPEsjtT5fm9tRl5T2l8pSqj7PzRcp93k1rZJSWWRStV30UyIwfAU4MwQQQAABBBBAAAEEEEAAAQQQ6H0BrhABBBAYXAECnQbXm3dDAAEE+hSQ2gcvpdwnlaWkAQ12+vAnFrF3vW+yn5fM8mpSo5Lq3krbTjn2Nvv59JuNBQEEEEBgAAQ4xLAQeOSqu2zGljnIyfyB56tJKTfzQpL5muoT1ljSXnFMnsmpNcApApo69UkiyMlYEEAAAQQQQAABBBBAAIFRLMClI4AAAggggAACCAyoAIFOA8rJwRBAAIF5E5DUdgAp90llKckHXdtTDLJKSgOqUe+UWgdho73FJxexd7x3YkxUYWnmipx5u+ZtT+ZLfTqLk4+51X5+yPz/M3b+jqwIIIAAAgjMV4FHrr7LZnzkCHv2oSctPe38+edrevZ55s9BX73DVxv38sUIcjIWBBBAAAEEEEBg4AU4IgIIIIAAAggggAACCCCAAAJzIkCg05xoDZ99ORMEEOhhAUltVyflPqksJQ1YsFMERH1km0XtnZtP9mOaJ0VmsUgypUrO5K1Tjv6vHX0oMzuFCAkBBBBAYGQKPHrN3XbWlkfZcw8/Zf6oyxfhFV+9LfPMYon2+JcvZmv8cssUSBwBwvHcbE6d+iSl/aWylOSHLZP5IuW2V9MqKZVFJlXbRT8lAgiMGgEuFAEEEEAAAQQQQAABBBBAAAEEel+AK0QAgTkQINBpDrDYFQEEEBgsAal9UFPKfVJZSqoMmEq5HYOvktIAa9Q7peZB2aK+xTaL2NvfM9lqMXVFJKvPZOGl1Wd0iiLSr35xK8FO4UJCAAEEEBhCgbl76whyij9X98yDT/jjLZ5q9eN41dfKc3D8aovbGsd1DnKK52ek1uespPQMlspSys9oKZfmi1TWvZme6VEWSVJRpUQAAQQQQAABBBBAAAEEEEBgFAtw6QgggAACCCCAQClAoFNpQQ0BBBAYVgJS++CmlPukspSUBkalahmDrlLui3qn1Dw4W9Q/8qlF7B3vnWJ+0JQkP4b5Ik8m86Z57g1ZBDsd8xNmdnKM4blyVggggAACbQKPXnuPzdjqKHv2wf+l51nxTEulzPs8pYedbPxqi9nqx30kBS21PkeL52Zrv6S0v1SWkkwqk/kiyfNylbq3yz2pIYAAAggggAACCCDQIkATAQQQQAABBBBAAAEEEBhFAgQ6jaIPm0utCtBCYCQISNVBzzhnKfdJZSmpMoAq5Xbr4GundvNAbVGPYKe3bTYppnNKs1rE7BZWz2K2p1pqpA476ee32rE/JdgpPhsSAggggMDwFoggp7O2Osqeuf8Jf775Y86fZ/FMazzb/NEWExpGe/wqi9oax+eZnOL5WTwjW+vRLpKk2Q5ykvKz2nyR5Hm5StV2uYUaAggggMDcCPAaBBBAAAEEEEAAAQQQQAABBBDofQGucPQIjBk9l8qVIoAAAiNTQGof7JRyn1SWkkxqTzH4KuX+qHdKnQZvt9x2UXvrZpPzMYNOOZPFv1wv8hOPutV++bNboklCAAEEEEBgWAo8dt29dtZHf25P3/t40/nFM82TosuzWD1NWHUxW+OE+RfkFO9WJElFNZVStZ0652/G0RFAAAEEEEAAAQQQQAABBBBAoPcFuEIEEEAAAQR6RoBAp575KLkQBBDoZQGpfdBTyn1SWUoyqT11Cm5q7esU7LTVdovaWzadZLXATVnMfpFTJa/V7MQj/2PH/YyZnYKK1EsCXAsCCPSCwGPX32czPvpze+qex1ouJx5ukaLbS1/HrbzIfA9ykhRvmJ7ZqVLPpNxfb1IggAACCCCAAAIIIIDAoAnwRggggAACCCCAAAIIIDBSBAh0GimfFOeJwHAU4JwGVUBqH/yUcp9UlpLSwKlULSOwScp9Ue+UOgY7fToHO5ny5fohvBqNSOZ1T9FpZicceasdfzgzOzkFKwIIIIDAMBF47IYIcjrKnr7nsfTMsvozKwqZ/CxzktfHr7yIrXniVunPz8VzstNzMfqbk6S0v1SWkh+tKZkvkjw3k6ql1Rcp99ebFAgggAACCAwvAc4GAQQQQAABBBBAAAEEEEAAAQR6X2CEXCGBTiPkg+I0EUAAgRCQ2gdBpdwnlaWkNJAqVcvmgdm+6p0GdT/6mcVsk3dP9lOoWa3mKc3xVEuTOnme+6Lf0/GH3UKwk0uxIoAAAggMvcDjN95vZ33sF/bUXY/mZ5WfUn6O+SPMH2D5iea5P7/GrjTV1jyJICcnYp0LAV6CAAIIIIAAAggggAACCCCAAAK9L8AVIoAAAggMDwECnYbH58BZIIAAArMtIKltXyn3SWUpqWOwk1T2z1mw06K2ybunmL/aU5yCLCqeeymTcvJKCnQ64QhmdjIWBBAIARICQyLw+E3324yP/dyevPMRf//6MyrVzGTFIq/Lxq+0sK31q4+mmZni2dgp6Df6m5OktL9UlpIfrymZL5I8N5OqpdUXKffXmxQIIIAAAggggAACCCCAwEgV4LwRQAABBBBAAAEEEBgUAQKdBoWZN0EAAQT6Epi7fql9UFTKfVJZSkoDq1JZNg/Sdqt3GuT96GcXtTe9e1Kaz8ma81otX0gqve7rcT+7xU48kmCnDEOOAAIIIDCYAo/f/IDN+Ngv7H+3P1J/XOVZm9rPoWZjV5hqa51MkFO7DT0IIIAAAgggMLACHA0BBBBAAAEEEEAAAQQQQAABBAZCYHgHOg3EFXIMBBBAoEcFJLVdmZT7pLKU1BbsJFX7+gp46hTs9LHPLmZvftdkf295MotcitzMvJTJS1+9iGCnk476j7EggAACCCAwWAJP3PKAnbX10fbk7Y+YP5bM/HlkXpFkMl+89NyiGLf8wrb2KZ2DnPp6NkpiJidjQWA+CHBIBBBAAAEEEEAAAQQQQAABBBDofQGuEAEEEBgAAQKdBgCRQyCAAAJDJSClIdvK20u5TypLST6gW00xgCspDdZGfXZSEfj0sc8tZm9850SLpeZZrVaz+GdRevJGVD3V7Jc/ucl+dRQzOzkTKwIIIDDXArxw9gSe+M+DdubWR9sTtz6YnkHxSIpnkjd8TU+qVMbRFlp2iq11ylaN52DxjCueh63t6JeU9pfKUqo+X80XSZ5bevaaL1JuezWtUrWdOskQQAABBBBAAAEEEEAAAQRGvQAACCCAAAIIIIAAAv0LEOjUvxF7IIAAAsNaQGofLJVyn1SWktKAq1SWMWgbScp9UW9NrQO9RXvrzy9ub3zHJFPoxOuj5qWlZPXCt3r72J/cYif/fL7N7GQsCCCAAAIIPHHrQzZj66Ptf15afvyYP4LMvB6ZlCqpOW75qWkmp+KZVpTFM7C1Hf2SCHIyFgQQQAABBBBAYEgFeHMEEEAAAQQQQAABBBBAAAEEjECnnv9PwAUigMBoEJDy4G3ztUq5TypLSSa1pxjA7ZZaB3yL9tZfWNze8PZJZmnKDH/3VNa8HXVPsXozOo459CY7+RcEOwUJCQEEEEBgYAX+99+H7KyPH22P3/KAH9gfPHnNjyevx3MoZh/0jbbQspNtrV9tZQssuEAKXFpggVwWz8HWdvRLSvtKZSlVn6fmiyTPLT1rzRcpt72aVqnaTp1kCCCAwIAJcCAEEEAAAQQQQAABBBBAAAEEEOh9Aa4QAQTGQIAAAggg0BsCUvvgqZT7pLKUlAZgpWpZDORKSoO50W5OrQO/RfvjX1zcNn77ZEuLv9aP6sf3lnLyrlSRZMcecpOdcjTBTg7CigACCCAwQAL/u+1hm/HxY+zxmx/w50/58JH5P/mbpCSTP4fGLjPZ1jn5o7bAQgukZ90CAxTkJMkk+ZtZW2n1Rcrb600KBBBAAAEEEEAAAQQQQAABBBCYHwIcEwEEEEAAAQR6XmBMz18hF4gAAgiMIgGpfRBVyn1SWUpKA7FStWwObOpU72tA+OPbL26vf+tEi9kycjKvR6p5GVNp5DJqx0y/yX5NsNOw+1/JCSGAAAIjUeB/tz9sZ378aHvsxvstnjHxDPIHTzyAvMjPnvoGW3CpSTnIaeyCsxXkJOVnZDwPJaXXSLlPqpbmi5T7vJqesVEWSVJRpUQAAQQQQAABBBBAYEgFeHMEEEAAAQQQQAABBBBAYKQLEOg00j9Bzn8wBHgPBEaUgNQ+mCrlPqksJaWBWKlaFgO6ktKgbrSbU1/BTp/YYQl7/dsmmR/Uk6/yZJF5MvOaPFlajp5+k/3mmFtTnQwBBBBAAIG5EXjyjkfszJjJ6cb7LR4wMjPJ85SiHinaZgstFTM5bWULjJv9IKfi2ScpPQ8lpeNL1dJ8keR5XqWyHj1StR19JAQQQACBYSvAiSGAAAIIIIAAAggggAACCCCAQO8LcIUjXGDMCD9/Th8BBBBAoIOA1D6oKuU+qSwldRy0bR3cLdpF2Vew0yd3WMJe95aJFrNn1GJqjVTJJ1jzeupKzZr94uAb7bfHEuyUOMgQQAABBOZIIAU5feIYe+yG+xqvi2dMmtHJnzf11eJZtNASE22dk7e0BccvlAKWWp9hxbOtKCWl/aIt5brU+XlpvkjyPK9SWY8eqdqOvpGdOHsEEEAAAQQQQAABBBBAAAEEEOh9Aa4QAQQQQACB4S1AoNPw/nw4OwQQQGCuBaT2wVUp90llKWlgg512XMJe99ZJfkw/dT+2yUvPJHnudXnyWhS/OOhG+90vCXYKEVIPCHAJCCAwKAJP3vmozfjksfbY9ff506R8y3iuSCm32CDPxqY/V7eVLThhbApe6hTk1NwnKe1HkJOxIIAAAggggAACCCCAQF8C9COAAAIIIIAAAggggMCQChDoNKT8vDkCo0eAKx0aAUltbyzlPqksJZnUnmKgN5KkxsBvtIvUPDgcfUX7kzsuYa/dZJKlmTViOg2rpXrMtuFViymfvCf1/fzAGwh2chFWBBBAAIH+BZ6861E78xPH2CPX3pOeIem5Un9Z1BvPHW8stPgEW+ekLW3BiTnIKZ5Tral4bkW/pMazTsp1qf3ZKMlikXLZWu/Ujj4SAggggAACo0WA60QAAQQQQAABBBBAAAEEEEAAgd4XGMorJNBpKPV5bwQQQGAQBKRyILZ4Oyn3SWUpaWCDnXaKYKfJ5gc1s/qxrVi8Xe8zLyPY6ffH/ddYEEAAAQTxiW7VAAAQAElEQVQQ6Evgqbsfsxnb/NIeve5e36X+HPFascorkueeFlx8gq190kdswUllkFNzUFMENjUnSXMV5CTJJFnzIlXbzduoI2BmICCAAAIIIIAAAggggAACCCCAQO8LcIUIIIAAAvNRgECn+YjLoRFAAIHhIiC1D7pKuU8qS0lpwFaqlsVgsKTGQHDRF2Xr4HHR3mbaErbhmyZamsGpFnM4eTWtuV7kMcvTUQdcb384nmCnxEOGwKgV4MIR6Czw1D2P2ZmfPNYevvrueKT4TvEEieTV+lrzMmZ0WnDR8bbuSVvaQlPGN55ZxXMpnlnNScrPu6JPUnqNlPulsrT6IinVpFymRj2T2vvqmygQQAABBBBAAAEEEEAAAQQaAlQQQAABBBBAAAEEEJh7AQKd5t6OVyKAAAKDKzCP7ya1D75KuU8qS0kmdU4xECwpDQJHvTm1DiIX7U/tvKRt+OZJ+ZjmizyZ/J95kpnn9dWO+vH19scTCHYyFgQQQACBhsDT9z6eZnJ65Jp74nFhRSYpV5vyhRadkIOcpvYf5NT8DIu6pPR8k/y4Lcl8kXK/Vzuukjr204kAAggggAACCMyxAC9AAAEEEEAAAQQQQAABBBBAAIE+BXom0KnPK2QDAggggEBDQGofhJVyn1SWkkyqphgELpKkNBhctIuyCG5qbUew0wZvnBATN1Vn4qil+TdSX1RjJo4jf3Sd/enE24wFAQQQQACBp+97ws7c5pf20JV3WTwjavEkiUeHl7kdRt7h64KLjLd1TtzCFlp47oKcpOpzT8pt80Uq695Mz8goiySpqFIigMAgCPAWCCCAAAIIIIAAAggggAACCCDQ+wJcIQIIINCXAIFOfcnQjwACCPSogNQ+GCvlPqksJaWBXKm9jEAmSXMU7LTtLkvZhm+aZHnxY5onP4Z5mVZ5LdqejvjhtfbnXxHsZCwIIIDAnAv0zCuevr8McoqL8seDPy78YRGNVJPnqWELLTLe1j7hwzZ20YmNZ1Nr8G08uzolSY3XSDKpTOaLlNteTaukVBaZVG0X/ZQIIIAAAggggAACCCCAAAIIzEcBDo0AAggggAACCIxaAQKdRu1Hz4UjgMBoFpDaB2Wl3CeVpaTKgK+kxmBwDBZL1Xb0RWodXC7ar3rrPfbw0zMtpnCqNeXmDV8tZnXy7rQe9v35EeyUDk2GAAIIIDDMBZ554H925jbH2UOX3+GPjHhC+Al74atXYo25nSKZLTh1XApyGrfYpMYzqnjuxDOpW5Lan3NS7ot3kcp60Y6ySJKKKiUCCCCAAAIIIIDAsBLgZBBAAAEEEEAAAQQQQAABBHpVYEyvXhjXNRcCvAQBBEaVgNQ+OCvlPqksJbUFO0m5LwaPJTUGlqNdpNZB5mgff/zxdvFN37V7Hz3bZOYp516J1fxQlhavSLLDf3Ct/eXk21MXGQIIIIDA6BB45sEIcvplDnLyZ4Gk/HyIMgiUM0m24JSxts4JH7Zxi89dkFPxzJLk71Gm9A7eF2WRJBXVVErVduokQwABBEaKAOeJAAIIIIAAAggggAACCCCAAAK9L8AVItCjAgQ69egHy2UhgAACsyMgtQ/SSrlPKktJlQFgSZXgJqnaLgaOF1hggcZ+v/vd7+zPf/6zxXLl7d+3ex49y2ppCqeapRmdooi2l77B15ons8O+N8v+egrBTuFGQgABBHpd4JmHnrQzP3WcPXDpHekZEM+JnPxR4c8IfzJ4JRRqNmbSQrbOCVvYuCUmN541xfOnv1Jqf65JuS+OLimK9OyLipTbUY8kVdvRR0IAAQQQQAABBBBAAAEEEEAAgZElwNkigAACCCCAwMgUGDMyT5uzRgABBBAYKAGpfbBWyn1SWUpKA75SexkDypL6HGi+55577JhjjrHmJYKd7nv8HO+SWawpRWZmfixJJvPFs5/tN8v+9muCnVxjOKycAwIIIDBfBJ59uB7kdMnt5o+AevKHQGpYblu0zRacPM7WOf7DNm6JcianeBYt0BRgG+1OSVLjeSXJpDKZL5I8t9Rvvki57dW0StV26iRDAAEEEEAAAQQQQKD3BLgiBBBAAAEEEEAAAQQQQGBYCowZlmfFSSEwYgU4cQRGpoDUPmgr5T6pLCWlgV+pLJsHkSU1Bo+L/hh0Pvroo+26666z1uWK275n9z52Tpqdoz6RU94lZu2IFK3Y4OVP9yXYyRlYEUAAgZ4UePaRp+yMTx1vD1x0W7o+fwSksj6tU3pOpNn/vHeBiQvZ2sd90MYvNdniGdP8vCnqnUqpfHZJ7XU/dHrGdSqjL5KkKEgIIIAAAgiYGQgIIIAAAggggAACCCCAAAIIIND7AlzhcBQg0Gk4fiqcEwIIIDAEAlL74K2U+6SylJQGgqX2MgaWJVWCnc4880yLQCfrY7nitv3svsfPNfl2f6nnvnpFkvlqJktL1H+27yw77Td3pDYZAggggEBvCDz76FM2Y9t6kJPf8321uOenq/OKpNz2csGJC9k6x33Ixi89ZY6CnMaMGZOeTZIapRTHzcl8keS5+XtVS6svUu6vNyn6E2A7AggggAACCCCAAAIIIIAAAgj0vgBXiAACCCCAwBAIEOg0BOi8JQIIIDBcBaT2QVwp90llKSkNBEtlWQwiRykpDSS/+OKLdtRRR9kLL7xg3ZZ1N7nD1nvtRKvFFB71FPWo5hk8ammb5/aTfa62v/+WYKdunmwb/gKcIQIIZIHnHn3aztz2BLv3glu9w+/yNfP7faSiHmUkszHjF8hBTstUg5ziudMtSWo8s2I/qWxL8ve1tN18kapt70qrlPtTgwwBBBBAAAEEEEAAAQQQmE0BdkMAAQQQQAABBBBAAIGBFyDQaeBNOSICCMybAK8eYgGpfTBXyn1SWUpKA8NSe1kMJB955JF2xhlndL2i5ZZbzvbccw/bbrelbL3XTjI/qMUi+XFTxSzXZJZqsp/sfbX943cEOxkLAgggMIIFnnvsGTtju+Pt/pm3pru7RZ5v9V6V+WPAk1J9gQkL5iCnZduDnJr/fF08f5qTpBR4K5WlpHRcSRaL1LmMbZGkvD3qJAQQQAABBBAYUAEOhgACCCCAAAIIIIAAAggggAACvS8w4FdIoNOAk3JABBBAYOQLSH0P6kp5m6TGQLFU1mOAWZJdffXVdthhh/WL8eUvf9kmTZpkCy60gH16j6Vt3Q0npNekGZ2iVmtkXolGLSZ5skO/e7Wd/nuCnRyFFQEEEBhxAs89noOc7jv/1nRPz3d2v8f7mi6mUdZszLgFbJ1fftAmLDe18ufqxowZ09aOviJJIsjJWEa2AGePAAIIIIAAAggggAACCCCAAAK9L8AVIoAAAgjMqQCBTnMqxv4IIIDAKBGQVLlSSSmwKTolRZHaktrKGGSOIKe777477ddXttlmm9mHP/zhxkD1gguOse32WNrW2XBi/Zj+Snkymb+NeW7mFVleDt3ravvnH+7MDXIEEBhdAlztiBV4/olnbcanT7AIcoqLiHu6TF71lFfzW723zcaMW9DWOfYDNmH5hRvPijFjxqQAJmZySkRkCCCAAAIIIIAAAggggEBvC3B1CCCAAAIIIIAAAgi0CIxpadNEAAEEEOgBgYG6BEl9HkrK2yT5gHQ1nXzyyXbiiSf2+drYIMn+3//7f2mwOgatiwHrheozO629wXirxYwenmKmjzzDk9e807viEL69ZtO/c5X98w/M7JRAyBBAAIFhLvD8/561Mz59gt19zi3mN3E/W7+vN+UxvVPc4/1Wb1pojK37yw/axBUXIcjJjVgRQAABBBBAAIFOAvQhgAACCCCAAAIIIIAAAgggMNoERmOg02j7jLleBBBAYJ4EJFVeLykFNkWnpChSW1Iq77vvPvvpT3+a+rtlX//612311VdvBDpVgp3GLmDb7bFMmtnJZL56lnLVc8tLvKfXDvnO1favPzKzk1OwIoAAAsNW4Pknn7MzP32C3XvOLX4vL04z7uvmbZl5Hqv5MmahMbbeLz9oE1ac+5mcJJlUTX7o1NepjL5IkqIgIYBAbwhwFQgggAACCCCAAAIIIIAAAggg0PsCXCECCIwyAQKdRtkHzuUigAACcyMg9T3oK+VtktLgcQQ5XXrppV3f5tWvfrXttttuKcipmMkpAp0iFe2x4xawbXdb2tbeYGLjWMW8H42OeiVme5r+7Svt338i2KlOQoEAAgjMhsDg7fLCU8/ZmZ850e4+62aLe3bM2lS8e9Qb93dvaIExtm78ubqV5n4mJ0npGSPlZ5Mki0XqXMa2SFLeHnUSAggggAACCCCAAAIIIIAAAr0hwFUggAACCCCAAAK9JTCmty6Hq0EAAQQQmF8CUnXwV1IKbIr3kxSFnXHGGXbooYemerfsW9/6VhqAHjNmTCqL4KbW9rjxC9i2uy9ta20w0d/LTP7P6u9lvshTrFLUZAd/60o749S7omveE0dAAAEEEBgQgReefj4HOc24yY8nv4178ppXIjd5riJfcIytd+wHbOLKi871n6uTlJ4tkh+1nswXSZ6bSdXS6ouU++tNCgQQQAABBBBAAIHRIsB1IoAAAggggAACCCCAAAIIjCiBMSPqbDnZYSPAiSCAwOgUkPoeBJZkhxxyiD399NNdcT73uc/ZO97xjjTQXAQ2Rdkt2Gm7PZa2NV81wWLGjzQTSC2/RapHb807UjI76BtX2BmnMrNTFiJHAAEEhlbghWeetzM+faLdecaN5rdrPxm/k/v92u/a3o7c27nXNEa27jEfsImrLGrxXGhOrc+I5m2S0v6SGs8WKdclWSxS5zK2RZLy9qiTEEAAAQSqArQQQAABBBBAAAEEEEAAAQQQQKD3BbhCBEaSAIFOI+nT4lwRQACBYSAgVQeDJaWB5Qhy+utf/9r1DJdeemnba6+90oB0DFJLatSj3TqQXbTTzE57LGNrvmqi+buZv8zS4pXclqXOenHwN660M//MzE7GggACCAyhwIvPvmAzPnOS3X3mjX6Ljht0nIws/4t6pGiZSbJ1j32/TVo1BzkV9/8xY8a0zewUfUWSlJ4jkh/HU/RLuW71RVKqSdUydXom5X6vzs3KaxBAAAEEEEAAAQQQQAABBBBAoPcFuEIEEEAAAQQQGEYCBDoNow+DU0EAAQRGioBUHRS+5ppr0mxO/Z3/d7/7XVtsscXSgHYMRkeSlAapo94tjZ+wgG23xzK2xvrj86Qglpc0H0gt5RYbolrzykFfv8Jm/IVgp6w0VDnviwACo1XgxedesDM/c5Ld8a8bLN2X67fpuFHHPTqahU3U1z0mgpwWS8+DgQpykpSeN/E+kqJotFPDMyn3e5UVAQQQQAABBBBAAAEE5lqAFyKAAAIIIIAAAggggAACgydAoNPgWfNOCFQFaCEwwgWkcnD40EMPtVtvvbXrFb3nPe+x7bbbLg0yR0CTpDSg3VpvHuCObc3t8RMXsG33WDbN7GS+xBmk5Mcy81qsKUVmmNpFtwAAEABJREFUduDXr7Cz/kqwk7EggAACgyjw0vMvNoKc0q05bsmeom6eSfLczLw0X9Y75v02+eWLp2dC8z2/uR7PgyJJ/npP0Zba635IP3TuL+rNZdQjSYqChAACCCCAwPwX4B0QQAABBBBAAAEEEEAAAQQQQKD3BbjCQRMg0GnQqHkjBBBAoPcEJNkpp5xiRx11VL8Xt88++zQGniWlAW0pl8VgdZSRWge3m9sTJi1gn9p9aVv9lROsVot5QSyVnnnF11qklEXFDvja5XbW3wh2MhYEEEBgEAQiyOmMz5xkt59+fboHW3k79nacgN+36/fuuG+vd/T7bPIr5izIKZ4TkSSl50pzPd5Byv1FvbmMeiRJUZCGiQCngQACCCCAAAIIIIAAAggggAACvS/AFSKAAAIIIDBQAgQ6DZQkx0EAAQRGocCDDz44W3+y7tvf/ra98pWvTAPSkhplMTgdZSRJKQAq6s3BTa3tiZMWtG33WMZWX3+iycwkz1OKuiert72UZAd+9XI7+7S7jQWBESjAKSMwYgReeuElO/Nzv7I7Tr/epPp9uCi8tEieSfLcbL1fvM8mr75E474f9/puSVJjX8mP4Sn2l3LdfJGqde8ySVE0klRtNzZQQQABBBBAAAEEEEAAAQSGToB3RgABBBBAAAEEEEAAgdkUINBpNqHYDQEEhqMA5zTUAocccojNnDmz62msv/76FoFOktJgs1Qti0HqKCNJagxkdw12mrygfWr3ZewV6+WZndJUITFziKVaIytmfTrgK5fZOQQ7uQ4rAgggMPACtRdzkNNtp10XkzhZ3HvTjTjuy/WUNngW29Y9anObvEYZ5NR8v2+ux3MhkqTGs0HKz5GiX5LFIik9Z4p6cxn1SJKiICGAAAIIIIDAiBPghBFAAAEEEEAAAQQQQAABBBBAoPcFZu8KCXSaPSf2QgABBBBoETjrrLNs+vTpLb3tzX333bcy8CwptaWyLAaro4wkqTGg3Trg3dyeNGVB22b3Zezl604wM9VXmb881aMiedt8kdmPv3KZnft3ZnZyDVYEEEBgwARqL9XsjM/9ym4/7Tozv9f6alLKc9urRTM61jtyc5uy1pId7/PN9/h4HkSS1NhXUjp20S/JYpGU+ot6cxn1SJKiICHQmwJcFQIIIIAAAggggAACCCCAAAII9L4AV4gAAgggkAQIdEoMZAgggAACcyoQszk9/vjjXV/22c9+1t7znvekfaQ8wCwpDUZL1bIYtI4ykqTGwHbrwHdze/LUBdOfsVt17XF58pBaLc8k4qVXfPW2+VLzZDXb/8uX2bn/INgpNEgIjBYBrnM+Cvi99szPn2z//du1fof1G623464bszb5Dbh+X/bC+30HW+fwzWzK2p2DnOLe35okNZ4FUn5uxD5SrpsvUrXuXek5E2WRJBVVSgQQQAABBBBAAAEEEEAAgR4V4LIQQAABBBBAAAEERocAgU6j43PmKhFAAIG+BOaq/2c/+5n9/ve/7/raxRZbzJpnc4qdpTzQLCkNQkvVshi8jjKSpMYAd3NwU2xrbk9eeCHbdo9lbdW1x/txzfyonsksan6MqFla5D1mP97zMjvv9HtSDxkCCCCAwNwLnBFBTn+Zle6t6Sjpnuv3Wi8tJcuF11/24zfbwusuPVv39bjPS2rsK+VjFv2SLBZJfnxFta1MnZ5JebtXWRFAAAEEEEAAgdEswLUjgAACCCCAAAIIIIAAAggg0BMCBDp1/RjZiAACCCDQKnDDDTfM9p+sW3rppdPLpXKQWarWJaXBaSmXxSB2lJEkNQa6m4ObYltze8oiC9mn9lzWVllrvMVsIp6ZeRazitS8VqxRj+3773GJnU+wU8FCiQACCMyxQAQ53frna/x1cWf1Ilav+mpx7417sN+GvW627yPH2amXnz5b9/O4v0tq7CtVnw+SLBZJ6flR1JvLqEeSFAUJAQQQmA0BdkEAAQQQQAABBBBAAAEEEEAAgd4X4AoRQKAXBAh06oVPkWtAAAEEBlEg/mTdjTfe2PUd3/3ud9sOO+xQ2UcqB5slpcFpqXPZaZA7+iI1Bze1tqdGsNMey9iqa08wk5kVxzdfol0vZEq1H+1xic38JzM7OQYrAggg0F2gZesZXzjZ/vvna/xumu+nsVneqq8mybs8+fq9R4+3W56/y04++WS7//77rdt9PO7rkghyMhYEEEAAAQQQQAABBBBAAAEEhkCAt0QAAQQQQAABBEaAAIFOI+BD4hQRQACB4SIQf64u/mxdf+ez3377pV0kH+FOtZxJZVuq1iWlgXEpl50Gu6MvUrdB8qmLjrVP7bGsrbzmOItpRGJWkZhdJGYV8Y5URF/Uo/HD3S+xmf+at2CnfHXkCCCAwOgQOOOLp9itf7o6brF+G4058iLFXdXvtrV63cvY4fuPHG83P39ngrn33nvtV7/6VSOIqdP9XFJju1R9HkiyWCSl50VRby6jHklSFCQEEEAAAQQQQAABBAZUgIMhgAACCCCAAAIIIIAAAggMvQCBTkP/GfT6GXB9CCDQIwJPPPHEbP3Juq9//eu24YYbNq5aqg42S2VbUmWwWsptKZcxCC6pMugdfZG6BzstZJ/aYzlbec3x6fiyYpHJq1LKLRpR++Ful9gF/77XWBBAAAEEugucuf2vU5CT+Q007p+5lLcsL35/ldck2Q8ePcFuqgc5eVdaTzzxRLvtttvSfb31Pi4p9cc9XpJJuS3luvkiVevelfaLskiSiiolAggggMDgCvBuCCCAAAIIIIAAAggggAACCCDQ+wJcIQJDLkCg05B/BJwAAgggMDIEDj74YDv77LO7nuxaa61l++yzT9s+UnXQWSrbkhqD1FKuS2VZDHhHGUnK26LempoHzRdeLAc7rbT6OKs1nVHU6/ONpN5oxw4/3PViu/AMgp0SChkCCCDQQeDMHX5tt/zhqpi6KW1N98+4gaaUutK26P/hIyfYjc/fUe8si0ceecROOOGEtj9fJ2kUBDkZCwIIIIAAAggggAACCCCAAAII9LwAF4gAAggggAAC81uAQKf5LczxEUAAgR4QOP/882drNqf4k3URfNTpkiVVuqWyLWmOgp3iPSS1DZRHfyXYafGF7FN7LmsvW328mSwt/jKvRiOSpXr0mS8/+NLFdtGZBDs5xeCvvCMCCAxrgTN3/I395w9X+z3TTzPfPi3unTI1OhR1mf120fPthudv9/7O6/HHH2/XX399JbAp7t+RJJmktE3KdfNFqta9K+0XZZEkFVVKBBBAAAEEEEAAAQQQGK4CnBcCCCCAAAIIIIAAAgggMI8CBDrNIyAvR2AwBHgPBIZa4JBDDrGHHnqo62lss8029qEPfajrPlJ1EFoq25Iag9ZSrkvtZQyEF0lSGgwv2kXZHOy0yOJjbZs9l7WVXjHeYqqRWs3zyGIGkqh7WfN2kb6/80V2McFObsWKAAIIZIEIcrrld1dauk96l98y487pbb+f5prnub72ge+0Tbbb1Pfqe33qqafsuOOOS/dvSamM+7fUfs83X6Tc79XKcyLaRZJUVCkRQAABBBAY0QKcPAIIIIAAAggggAACCCCAAAII9L4AVzhvAgQ6zZsfr0YAAQR6XuCoo46yU045pet1Tp482WI2p6471TdK1cFoqWxLqgxiS7ktKQ2ES7kdA+LNqTmwqehv7lt0ibH2yd2XsZVeMcFkZlLKvZJWz5T6JKX69yLYacZ9xoIAAgiMdoEZO/3Wbvn9VeY3SV/9HmnmpSfL9VxTaq1z0LtssY2Wt4985CO20UYbWbflmGOOscsuuyzd2+O+Lfkx6inaxWul3B9tSVGYlMvU8Eyqtr2LtXcFuDIEEEAAAQQQQAABBBBAAAEEEOh9Aa4QAQQQQACBrgIEOnXlYSMCCCAwugX+85//zPafrFtxxRVnG0uqDkpLZVtSYxBbynUplzH4LZX1aEeS1Bgsj3aRmoOdFltqnH1yj2VthVeMs5r/i7lHzJeap9RMpbdiqhKvf2/ahXbJWQQ7OQXriBHgRBEYWIEZ035nN/32yny79HtjzOiU3sFvlalMWTRqts6B77JFN1yucS/edttt09a+spdeeski2Cnu11K+r0tKrzdfpLLPm5XnQrSLJKmoUiKAAAIIIIAAAggggAACo0SAy0QAAQQQQAABBBBAYHQLEOg0uj9/rh6B0SPAlc6VQPzJulmzZnV97Vvf+lbbZZdduu7TaaNUHZyWyrakyqC2lNuS0iC4lNsxQN5fqgY7xcxOy9qKL48/YyeLJXI/XFTN39RX74nV0/d2utAuPZtgJ2NBAIFRJzBj59/Zzb+9wu+Jful+P4yKJJM3c2bmTZP/W/vH77RFNyqDnOK++/73v9/e8pa3WLflhBNOsHPPPdckP4qnuJ/H/lJuS4pm2h4VKbejHkmqtqOPhAACCCCAAAIIGAQIIIAAAggggAACCCCAAAIIINDTAinQqaevkItDAAEEEJgrgT//+c+zPZvTXL2Bv0iqDlJLZVtSZXBbym1J8xTstPjS4+yTuy9ry682Ns1SkuYiSTOVmLdrlmYs8U7vMm/ZfjteaJcR7OQ4rAggMFoEZuzye7vp11f4PTBui8UN0e+IfmP0lt8nQyLaZmvv/3Zb7HXLp/tyBCpFkFOUkT796U/Hjl3TL37xi3Svj/1jR6m81xft5jLqkSRFQUIAgbkQ4CUIIIAAAggggAACCCCAAAIIIND7AlwhAggg0MsCBDr18qfLtSGAAAJzKfDss89azObU38v33HNP23jjjfvbret2qTpYLZVtSWkAPA4g5bqUyxgUl8p6tLul5sH3xZcZZ5/cYzlbfrVxpnxw80NZylKlXjXf6uu+Eex0zv3GggACPS8w6i/wrC/9IQU51W9/JvlNsJ4kr7tQLmRr//BtttjrV+gY5BT3480228wi+Uv6XH/zm9/Yv/71r7RdUno/SY12VKTcjnokqdqOPhICCCCAAAIIIIAAAggggAACcyDArggggAACCCCAAAIjWIBApxH84XHqCCCAwPwSOOiggxoDz+V7VGurrbaa7bPPPtXOuWxJ1UFrqWxLSgPfcWgp16VcxkC6VNaj3S01Bzstscw4+/juy9hyq463NG1JvEGt5nVPXo+qF96OvGb77jDTLj+XYKfQICGAQG8KnLXrH+yGUy7zi/P7YF7z7E1ej0qa8c63xj1z7R++3RbfeMU+g5yK++3nPve5eEXXdNRRR6X7vJTv57GzpChSf6rUMyn315sUCCCAAAIIIIAAAvNFgIMigAACCCCAAAIIIIAAAgggMHwFCHQaqM+G4yCAAAI9InDxxRfP9p+sGz9+/IBdtVQdvJbKtqTGYLeU61IuI7BJKuvR7paKwffYZ6nlJtjHd1vall91XL6O+nG88PfzLlkuTSbJ9t1+pl1xHsFOxoIAAj0ncNZuf7QbT77c/G7n1ybzSqzmt75Uj4okk5mt9YO32eIb9z2TU21xcSoAABAASURBVPN99m1ve5ttscUW/qq+11NPPdUiSXF0M6laWn2Rcn+9SYEAAggMnQDvjAACCCCAAAIIIIAAAggggAACvS/AFSKAwLAVINBp2H40nBgCCCAwNALxJ+vuvfferm/+0Y9+1CJ13WkuNkrVQWypbEuqDH5LuS0pzSgi5XYEMM1JWmr5Cfbx3Ze1ZV421mK2kpzM65FqqfSal143s322n2lXnk+wk1OwIoBAjwictfsf7YZfXRoTNaV7XdzzohEz28U90Tu9y++B3rHW999qS7yx+0xOxT1YUro/f+ELX7D+liOPPDLtIqlSpoZnUu73KisCCCCAAAIIIIAAAggggAACCAwDAU4BAQQQQAABBBAYKgECnYZKnvdFAAEEhqHAscceayeccELXMxs7dqztt99+XfeZl41SdTBbKtuSBiTYqXm2kRiQX2r58fbJPZazZVceZ/4GFou/lfm7mWdmnkVd5kvNbN/tL7ArZz7gjTleeQECCCAwrATO3uNPdsNJ8efq5Hc6M0lm5inWlFLmXbK19nuLLfGmlVLwUtw7W++lzW1Jjf023nhj22abbazbcvrpp9spp5ySdpH8PVMtZ1K1nXvJEUAAAQQQQAABBBAY1gKcHAIIIIAAAggggAACCCCAwHwSINBpPsFy2LkR4DUIIDCUAnfddZfFbE79nUMEOa222mr97TZP26XqoLZUtiWZpHR8Saku5TIG3qWyHu2+UvOAfOyz1Arj7RMxs9NKC6Vj12qpsJjVJLKaV4qul16q2X7bz7SrCHaqI1EggMBIFDh7z1PtuhMvbZx63OPSDE5+v6uvaTKnqK+971tsyU1e1ghear2HNrclNfaTcn377be3/pYjjjgi3dOb95PU3KSOAAIIINAzAlwIAggggAACCCCAAAIIIIAAAgj0vgBXiMD8ESDQaf64clQEEEBgxAkcfPDBdvnll3c975iVY8899+y6z0BtlKqD21LZltQYDJdyXcplBC1JuS6pMdge/a2peWA+ti294gT7+B7L2TIvG+fHt7woCnnbU1RNKX/pxZrtt8NMu/oCZnZKIGQIIDCiBM7+8ql2/YmX1u9o+dTj7ial3GJDqnm21j6b2BKbzPlMTpLSPViSbbDBBtZfsNPZZ59tRx99tBWL5G9eNEZbyfUigAACCCCAAAIIIIAAAggggEDvC3CFCCCAAAIIIDBXAgQ6zRUbL0IAAQR6S+Dvf/+7TZ8+vd+Litmc+t1pAHeQqoPcUtmWZJLSu0lKdSmXEbQkqTHAHu2+Umuw0zIR7LT7srbUimMtZnHyzNKMTrXUSvWY4iRmPnnh+ZfseztcYFdfSLCTwwzayhshgMC8CZz9lT/bdcdf4rey4r4Wx8v11hmd1vzum23Jt/Y9k1PzvVVSuu9Gn5TrUr4vS0qBTuPGjbNuS8zq9NJLL3XbhW0IIIAAAggggAACCCAwSgS4TAQQQAABBBBAAAEEEECgkwCBTp1U6ENg5Apw5gjMsUAMasefrHv++ee7vnaXXXaxt771rV33mR8bJVUOK5VtSSnAKXaQcl3KZetAe7T7Sm3BTitNsI/vvpwtvaIPyCsd3ZT+Rd1TvEcqZM8//5J9f4cL7JqLHvQeVgQQQGB4C5zz1RzkZHFPq9/LLC1xlzOTZGaefF1zrzfZUm9buRG81HqvjHakuLdKauwn5bokk8q09tpr24477mjdlosvvtgi2ElSt93YhgACCCCAAAJmGCCAAAIIIIAAAggggAACCCCAQO8LcIUdBAh06oBCFwIIIDCaBA488EA77bTTul7yCiusYHvvvXfXfebnRqk64C2VbUlpID3eX8p1KZfNg++SGoPw0d+aisH6on/Zl02w+DN2Sy0/1tKMTpZnO/FGWmNGp9xTs+eefdG+t8NMm3UxwU4JhwwBBIalwDlf+4vN+uXFcUvz8/M7WGOmOm/62nxfW/M7b7Kl375K477Zeo8s7pVRSmrsJ+W6lO/DUrWMQKdFFlnEui2HH364Pfnkk912YRsCsyHALggggAACCCCAAAIIIIAAAggg0PsCXCECCCCAwGgUINBpNH7qXDMCCCBQF7jyyitn60/Wfe9737OFF164/qqhKSRV3lgq25Lma7DTksuPTcdXOoMyl8l7PPn6fD3Y6dpLCHZyFNbhLsD5jTqBc/7fX+3aX15skt+wfDWTSZ6sXORVmWzNb7/Jln5H30FOEfQUaU6DnCTZKqusYjvttJO/U9/r1VdfbRHs1PcebEEAAQQQQAABBBBAAAEEEJgtAXZCAAEEEEAAAQQQQKAHBQh06sEPlUtCAIF5ExhNr54+fbrdcccdXS/5Qx/6kG2zzTZd9xmsjZIqbyWVbUkmKW2XlOpSLpsH4yU1Zh6J/tZUDN4X/cuuHDM7LW9LLLuQxWwnFnmaBSXPhpLbnvvGZ59+If0ZO4KdjAUBBIaRwDlf/6vNOuYi81uXJ79ZRcXvZfGnS71VP1O/p3ltzW9tbEu/s+8gp+LeGKWkxv1UynUp33el9tJ8kZT+fN2yyy7rrb7XCHR68EECR/sWYgsCCCCAAAIIDIQAx0AAAQQQQAABBBBAAAEEEEAAgZEnMKeBTiPvCjljBBBAAIGOAieeeKIdc8wxHbc1d+63337NzSGvS6qcg1S2JaUAp9hBynUpl82D8pIag/PR35pag52WW2WCfXzP5SxmdrJY/PV+1Pp7ySzWlGTPPP2C/WDHC+y6Sx8yFgQQQGCoBc79xt9s1jEXW+M+VVS8VEpWX2RrfuMNtvS7Vm3cH1vvhXGvLPokNfaTcl3yI/aRzBdJnptFkFN/szrdfPPNzOqUtMgQGFIB3hwBBBBAAAEEEEAAAQQQQAABBHpfgCtEAAEERpwAgU4j7iPjhBFAAIF5F3jggQfskEMO6fdAEeS01lpr9bvfYO8g5cHy4n2lsi3JJKVNklJdymUM0ktKg/NSLqOvUyoG84ttMbPT1rsvZ0ssN9ZiiVlQYjYUM6/FWk/RfPrJ5+37O55v119GsFNYkRDoTYHhf1XnfvNvds0vLvTbVNyg/HxTkbLUiDmcvOV1szW+/gZbZtPV0v0x7nut98CiTyrvp9EnKb1Gyv1Se2m+SPK8XCPQadVVVy07OtRiVqf+Zh3s8DK6EEAAAQQQQAABBBBAAAEEEBhAAQ6FAAIIIIAAAgggMNwECHQabp8I54MAAggMgsBBBx1kF110Udd3es1rXmNf//rXu+7T58ZB2CBVB82lsi0pBTjFaUi5LuWydWA+2n2l5oH+qC+/6kT72O7L2eLLjjX5waWUWzSiGinq5pVnnnzRfrDTBXbD5QQ7GQsCCAy6wLnfOs2u+YXf5/1+JCluS2aKNWVm3pDkuaUgp2X/b7UUsBT3w7jfRdmcOvVJSq+R/Dh9JPNFkudmklIyXxZeeGGbNm2a1/pe77rrLmZ16puHLQgggAACCCCAwPAQ4CwQQAABBBBAAAEEEEAAAQQQGGQBAp0GGTzejoQAAggMpcC///1vmz59er+n8L3vfa/ffYZ6B0mVU5DKtqTGgLqU61IuY/BeUmOAPtp9pdbB/eVXnWAf32M5W2yZhayvGZ18g681e/Lx5+wHO860G6542FgQQACBwRI471un2dVHXZDeLu5TORUTO9VyxWrpPrXG195gsxPkJJX3z7hfSmrcQ6W8TaqW5oskzzuvMavTOuus03ljvfeII46wG2+8sd6iQAABBEaeAGeMAAIIIIAAAggggAACCCCAAAK9L8AVIoDA4AoQ6DS43rwbAgggMOQC8Sfrnnrqqa7nsf3229u73/3urvsMl41SdRBdKtuSBjzYKQKfllt1QprZabFlxjqDzGKtp6hHh6RUffKJ5+2HO860Gwl2MhYEEJj/Aud9++921c8vNEnpzSQvUzLv82T1tpdrfPX1tux7BncmJ6svkmzs2LH9zur00EMPWQQ71V9GgQACCCCAAAIIIIAAAggggAACI0+AM0YAAQQQQAABBAZUYMyAHo2DIYAAAggMa4EIcjr11FO7nuNSSy1le++9d9d9httGyQfum05KKtuSTFLaKinVpVy2zkoS7b5SBDgV26K+wsvzn7FbdKkFzWKCFH+HmpdRj440g4r3Rft/jz1nP5o20266ck5mdooXkxBAAIHZFzjvO/+wqxozOdVfFzemlLzt96ha3JS8XP0rr7Xl3vvyNCtT3NvivhZla5LK+2Vsk5ReI+V+qb00XyR53nmVym0RWLvhhht23rHee/jhh9tVV11Vb1EggAACCCCAAAIIINBrAlwPAggggAACCCCAAAIIIIDAnAgQ6DQnWuw7fAQ4EwQQmGOBa6+91iLQqb8Xxp+sW3LJJfvbbdhtl8qB8zg5qWxLSgFORb+U25IaA/bNA/hR75SaAwGivuIrJtrH9ljeFlt6rMnM/HCemUVFUhSpbr488WgEO11gN1/1iLdYEUAAgYEVOH+vf9hVR+Y/Vyc/tN+CPPfVK5Lq9yPzUvaKPTey5Td/Rbr/xb0u7mdR9pckpddIcbzOyXyR5Lml95Jy3eqLVG1H97Rp06LoM8UshBHs1OcObEAAAQQQ6G0Brg4BBBBAAAEEEEAAAQQQQAABBHpfgCtEYA4ECHSaAyx2RQABBEaywPTp0+2WW27pegnvec977LOf/WzXfYbzRqk6gC6VbUlp0D3OX8p1KZcxuC+pMYAf7b5Sc0BA1CPYaavdl7WFl1jQYhanmCzFK77WPJlF5rUo7LGHn7Ef7nS+3Xw1wU4uw4oAAgMkcP53T7crjpjpR/O7Tc1vO1Gred1vSHFfysn7fdvqe7zWVnj/6ul+F/e5uI9F2V+SlF4j5fum1F6aL5I877xKnbdtu+229uY3v7nzi+q9Eeh04YUX1lsUzQLUEUAAAQQQQAABBBBAAAEEEECg9wW4QgQQQAABBBAoBQh0Ki2oIYAAAj0r8Otf/9qOPPLIfq8vZnPqd6dhvoNUHUiXyrak+RLstNLqk9LMTossuZCZzBfP4r28Fm1FFnUvH3/4OfvRTufbLdcQ7JRI5m/G0RHoeYHz9z7drjx8pt9d5Ncq81uPl756xVvelnnmyWz1PTay5d9fzuTUX3BTsV3SHAU5SfK3lDUvUrXdvC3q/c3qFMFaEewU+5IQQAABBBBAAAEEEEAAgRYBmggggAACCCCAAAIIIDCKBAh0GkUfNpeKQFWA1mgReOyxx2brT9Z9+9vftvXXX78nWKTqgLpUtiU1BuClXJdyGYP6khoD+tHuKzXPghL1ldaIYKcVbOriC5pZzdeYTSVXPa+v3u/bHn3oWdt/2kz7D8FOdRcKBBCYG4Hz9/mnXXHY+X5X8VtOPW8cJ2430ah5xdPqu25oK3xg9XR/K+5rce8q6n2VktJrpHyflNpL80WS551Xqe9txSu22more/e73100O5bHHnuszZgxo+M2OhFAAAEEEECgmwDbEEAAAQQQQAABBBBAAAEEEECg9wWMtnQOAAAQAElEQVRGzxUS6DR6PmuuFAEERqnAgQceaOedd17Xq19vvfXsu9/9btd9RtpGqTqwLpVtSfMp2Glimtkpgp0kf49A8zIVnuWenD/ywDO2/84z7T+zHvUtrAgggMCcCczc918pyMks31OK3HxRpMi8NL8Hrb7bhrbCh9ZIAUtFQNP8CHKS5G+neNdGkqrtxoYOlf5mdYqXHHHEEVGQEBhYAY6GAAIIIIAAAggggAACCCCAAAK9L8AVIoAAAgj0jACBTj3zUXIhCCCAQLvAOeecM1uzOfXCn6xrv3rrOuAuqbFdynUplxEIICkFBUi5jL5OqTlYIOovW3OSfWyPFWzKYgum+VWsFjM7RcozrkTNuyyWh+97xvafdr7dei3BTuFBGp4CnNXwE5i537/ssp+eFzcVP7l0V/H7TS3VvRKr33qibfbyXTYYlCAnf/O2VVJbX7eO973vffaBD3yg2y528skn29///veu+7ARAQQQQAABBBBAAAEEEEBgzgV4BQIIIIAAAggggAACI0WAQKeR8klxngggMBwFhv05TZ8+3R599NGu5/npT3/aNt988677jOSNUnWgXSrbkgYk2Kk5ACoFO601yT66x/I2dbEFzRSrZ2ZeVU6yvHj5yP3P2I93nmn/va7755RfQI4AAqNdYOb3/m2X//R8v5e4hN9DzGuqp6h71WKRZC/feQNbaYs1U9BmcZ+Ke1RR76uUlF4j+ZH7SOaLJM/NJKVkTYukptbsV2dnVqfDDz989g/InggggAACCCCAwMAIcBQEEEAAAQQQQAABBBBAAAEEEBgmAvMx0GmYXCGngQACCIxSgcMOO8x+97vfdb36RRZZxPbZZ5+u+/TCRqk64C6VbUmNAXop16VcRhCApMaAf7Q7pdbAgWivXA92mrzIglYsMe9KfQqW3JUnXLEH73kqBztdT7BThiFHAIFOAjO//2+77NBz02xN6fZRz6Jovb+8fNoGttJH5n+QU6fzlNSpe7b63vnOd9rHPvaxrvv+6U9/sj/84Q9d92EjAggMtgDvhwACCCCAAAIIIIAAAggggAACvS/AFSKAAALDQ4BAp+HxOXAWCCCAwIAK3HLLLbP1J+v2228/W3755Qf0vYfrwaTqwLtUtiXNn2CntSenmZ0i2MnfwvxdnEeeYpVFX6p55cF7nrYDdp5pt93wWHSREECglwQG4Fou+MEZdtmh51ncOCS/f5gv8mQyb5rn3pAns1dEkNOWgxPkJOX3TG/smVRte9ccr8zqNMdkvAABBBBAAAEEEEAAAQQQQGA4CHAOCCCAAAIIIIAAAoMiQKDToDDzJggggMDgChx00EF2/fXXd33TmDVjxx137LrPYGwczPeQqgPwUtmWZJLS6UhKdSmXMYuTpLma2WmVdSbbR/dcwSZOXcBixpWUYvqVaHnpa5qdxTN74K6n7MfTzrfbCXYyFgQQKAUu+OEZdsn0cyzuE5FqtbiT+Pa4gaR7SbSjUbPVdniVrTSCg5z8quyNb3yjxZ9VjXpf6fTTT7eTTjqpr830I4AAAggggAACCAxDAU4JAQQQQAABBBBAAAEEEEAAgYEQINBpIBTn3zE4MgIIIDDHAn/84x/tpz/9ab+vi9mc+t2pB3eQVLkqqWxLSgFOsYOU61Iu5y3YaZJ9bM8VbdLUBc2PZn7IeAszpdWkqEQye/Dup+yAXWbaHTcys5OxIICAXfCjM+3S6eeW9wk3kWTyssjklUgR5LTyx9ZOQZlxz4oUf0ozym5JUnqN5EfpI5kvkjzPq1TWo0eqtqNvXtLszOp0xBFHzMtb8FoEEEBguAlwPggggAACCCCAAAIIIIAAAggg0PsCXCECCAyAAIFOA4DIIRBAAIHhIvD000/b9OnT+z2dr33ta/ba17623/16dQepOiAvdW5LMqlMESggqREQEO1OqTWwINqrrDspzew0Kc3sZHmpmflqMTuLZ6lR84777ngyBzvd9HjejxwBBEalwIX7z7BLDjon3x783pBuGC4R94xo5nbM5mS22vbrW68EOfkl2gYbbGDVWQejt5rOPvtsO/roo6udtBBAAAEEEEAAAQQQQAABBBBAYAQLcOoIIIAAAggggED/AgQ69W/EHggggMCIETjggANsxowZXc93jTXWsL322qvrPqNho6TKZUq5LbWXkhoBTxHYJGmugp1WXW+ybbXnCmlmJ4tFZr6a5HlK3vbSV4tgpwN3Od/uvHk2gp2MBQEEek3gwh/PsIsPOsesuD14GXXzG4Qkk/lSz17+xfVt5a17YyYnv6rGGrM6jR8/vtHuVDn88MPtxRdf7LSJPgQQQAABBBBAAAEEek+AK0IAAQQQQAABBBBAAAEEEDACnfhP0PMCXCACo0XgggsusEMOOaTfy40/WTdu3Lh+9xsNO0gpSqBxqVJuS+2lJJNymudgpz2Wt4lTFsgzOPm7x+wsecoW76rVvFrzitm9t/3PDtxlpt11C8FOzsSKwKgRuPDHZ9lFB5zt15vvBX5bqN8Xop3vEV5L94lVP7+erfzx3gty8ou3tdZay3baaaeo9pkuvvhii2CnPndgAwIIIIDAqBLgYhFAAAEEEEAAAQQQQAABBBBAoPcFuEIECHTi/wACCCDQIwLxJ+seeOCBrlfziU98wrbYYouu+4y2jZIqlyzlttReShqQYKfVXjnFttpjBZswZQGTv7vkeUpmuYi2+aIy2Ok/T3ibFQEEel3gogPOsosPPNvvBX4fME+xppSydPmSYotFkNMqn1gnzTAXAZiR4k9lRtktSUqvkfw4fSTzRZLneZXKevRI1Xb0zY8UgU6LLrpo10NHoNOTTz7ZdR82JgEyBBBAAAEEEEAAAQQQQAABBBDofQGuEAEEEEAAgZ4XINCp5z9iLhABBEaDwM9//nM7+eSTu17qxIkTbZ999um6z2jdKFUH7KXcltpLSSZVUwQUSEqBA1FvTZ0CD1ZbPwc7jZ80pmmmFvO6J/OlPl1LzPZ0961P2EG7nG93E+zkMPNr5bgIDL3ARQeebRcecJbF179Wz6NI7ZTlc4z7wqqfXc8iyKn5/tJcb70PFW1J6V4lVe9jUtk2XyR5nleprEePVG1H3/xKq6yySr+zOl1zzTV22GGHza9T4LgIIIAAAggggAACCCDQUwJcDAIIIIAAAggggAACCIx0AQKdRvonyPkjMBgCvMewFrjjjjtm+0/WxYDxsL6YITw5qTpwL+W21F5KSsFOnQIHir7WsjkAoai//FVTbMs9VrQJkxYwP2BKUhzbzGS+yCRPXrv7P/+zg3edaffc+oS3WBFAoNcELjroHLvox2f5ZeXvfJGbLFbzW0GjsloEOW2zjhX3krjfNNej3SlJGlFBTlZfYlan5ZZbrt7qXBxxxBH24IMPdt5ILwIIIIAAAgjMvgB7IoAAAggggAACCCCAAAIIIIBA7wuM8Csk0GmEf4CcPgIIIHDggQfa1Vdf3RVik002sV133bXrPmw0k2TNi5TbUnspKe0vlWUEFkhKgQRRb03NgQhF/RWvjmCnFWz8RH8k12oWM7VEillcYm6nqMdELlG/8+bH7aAvzbR7/kuwk7Eg0EMCFx18jl2w/4z6197vA16L7358773q9wWv+f0hKqtst46tMoqCnOJjXmaZZfqd1enmm2+2+BN2sT8JgfkpwLERQAABBBBAAAEEEEAAAQQQQKD3BbhCBBBAAIHhLeCjqsP7BDk7BBBAAIG+Bf7617/O9mxOfR+FLc0CkpqbKZgpOqTcL5WlpLS9CGiSlIKcpFwW/X2VjWCnDabaR/ZYwcZNGOPHM/OjRmYWNT+WrFzuuvlxO/hLM+3e2/5XdlJDYHgIcBZzIXDx9HPtwh+d5d/2+ovTd14myTs8xZqSbJXt1rXVtl131Mzk5ACNNWZ1Wm211RrtTpUIdIpZDjttow8BBBBAAAEEEEAAAQQQQGDABDgQAggggAACCCCAAAJDKjBmSN+dN0cAAQRGjcDAX+hLL71k06dPtyi7HX333Xe3N73pTd12YVuLgKRKj5TbUnspKQUkSGUZgU2SUtBT1JtTEdxU9BXt1SPYac8VbKFxY2ICFyuymNUlz+hkaYn6HTc+Zgfvcr7ddzvBTgmFDIERKnDxIefazB+e6Wcf32wv0tp5RqdVPrW2rbbd6AxyCpaFF16431md7rrrLmZ1CiwSAggggAACCAyxAG+PAAIIIIAAAggggAACCCCAAALzU2B4BDrNzyvk2AgggECPCuy///72z3/+s+vVrbLKKrbXXnt13YeNnQUkVTZIuS21l5JSsFMRvCQpBTlJuSz6i7IIbmptr/GahW3LPVewseNl5mtkknK1KZdkd9z0uE3/0ky77w6CnYwFgREocMmh59kFP5zh32z52Ucyr5sv8tKTf8/Na7Guuu3attqn1xuVMzlZ0xKzOq277rpNPe3VmNXpxhtvbN9ADwIIDB8BzgQBBBBAAAEEEEAAAQQQQAABBHpfgCtEAAEE5qMAgU7zEZdDI4AAAvNL4PLLL5/tP1k3ZcqU+XUaPX9cSZVrlHJbai8lmVRNEcgk5b6oN6c+g502jGCnlWzBheTvXbNyRqc840vk0RdTPt12/aMp2On+O570fVkRQGCkCFzyk/Ps/O+fUf9++/fcIsW32sw7U6v4nq/8ibXagpya7yV91SU1Ai4ltd2fJFksUi5b653a0TeUaezYsf3O6vTwww8zq9NQfki8NwIIIIAAAggggAACCCCAwGwJsBMCCCCAAAIIIIDA3AsQ6DT3drwSAQQQGDKBgw46yO6+++6u77/lllva1ltv3XWfEbZxSE5XKoMA4gSk3JbaS0kpmKAIPJCUAg2Kdn9lEfy0xoZTbasvr5T+jJ3kx7RykVellJt5cXsEO+16vj1wJ8FOxoLACBC45Kfn2/nfjz9XJ5OUzlgW/1LVzPuiJckiyOkVn3tl232kuFf0dU+RlF4j+ZH6SOaLJM/zKpX16JGq7egbDmn77be3jTbaqOupxKxOV155Zdd92IgAAggggAACCCAwrAU4OQQQQAABBBBAAAEEEEAAAQT6FCDQqU+akbaB80UAgdEicNxxx9nxxx/f9XIXXHBB23vvvbvuw8bZF5CqA/5SbkvtpSSTqimCEaTcF/UidQpWKPrW2GiqfWSPFdPMTjGLU3G2UW/M/eINX+2/1z5qh+w60x64i2CnwokSgeEocOlhM+28/c4opm6KyZvqpxnf5Ho1zedktvLH17QiyKm4L8S9o7ke7dYkqWeDnKy+xJ+wq1c7Fk8//TSzOnWUoRMBBHpHgCtBAAEEEEAAAQQQQAABBBBAAIHeF+AKEUCgLwECnfqSoR8BBBAYhgL33XefTZ8+vd8z22+//WzNNdfsdz92mH0BSZWdpdyW2ktJKdipCECQlAIPinZz2Slooehb87UL20f2jGCneFzLYolcJq968uPK617Yrdc+YofuOtMevPsp38aKo8QGTQAAEABJREFUAALDTeCywy+w8/Y9w+L7avKz84qvXvVGVKLLk3nPKluvaa/4fJ7JqbgfxH2juR7t1iQp3WskmdQ5mS+SPM+rVNajR6q2o2+4pW233dY22WSTvk/LtxxxxBF24YUXeo0VAQQQQAABBBBAAAEEEEAAAQR6UoCLQgABBBBAAIFRKxAjp6P24rlwBBBAYKQJHHDAAXbZZZd1Pe3Xv/719pWvfKXrPmycOwGpGgAg5bbUXkpqCzSIoAQp90e9SJ2CF4q+FOy0xwo2ZsF8zjHvS60Wczp5LcpGMrvlmoftkF3Pt4fu6TvYKR+FHAEEBlMggpzO2ftflr67+atr3vA1f5dTv5+Qb7KVP7aGveILBDk5R9e1v1mdwjT+hF3Xg7ARAQQQQAABBBBAAIEeFuDSEEAAAQQQQAABBBBAAIFeFSDQqVc/Wa5rbgR4DQLDWuD000+3Qw45pN9zjNmc+t2JHeZaQFLltVJuS+2lpBTsVAQ0SUqzrRTt5rIIbGruK+prvX4R23LPFW3MAn48s3TMVFPUzbwjVk+y/1zziB2620x76F6CnYwFgWEgcNmRF9o5+/zb/Avqq39pzbw0X7zu9wSvmNI/s5d9dHVb/YvrW3z3F1hggVRGvb8kKe0r+ZH6SOaLJM/zKpX16JGq7egbzmmrrbayTTfdtOspHnvssTZjxoyu+7ARAQQQQGDUCnDhCCCAAAIIIIAAAggggAACCCDQ+wJcYY8KjOnR6+KyEEAAgZ4TiD9Z9+yzz3a9rmnTptnb3/72rvuwcd4FpGpAgJTbUrWMd5JkUjVF0IKU+6JepNbAhuZ2Cnb68komf3LHTCVmtWJNZTStFn01u/nKh+zQXWfaw/c+HadAQgCBIRK4/MiL7Oy9/unvnr+b+bubm+mL693e8rVmL9tqdVtj+1dZ3A+av/ud2tEXSSrvI1KuS+2lv0G6D0UZSVIUjSRV240Nw7zS36xOcfrM6hQKc5N4DQIIIIAAAggggAACCCCAAAII9L4AV4gAAggggMDIFPDh0pF54pw1AgggMJoEDjroIPvb3/7W9ZKXX35522uvvbruw8aBE5CqgQFSbktlKVXrrYEJ0W5N3QIc1nr9wrbll19mCywYj28/dlpl6W3k1+YVKSpmt1z1sB262/n2yH0EO7nMwK4cDYHZELj8qIvs7O/+07+f8Z305N9NSd72F8uTybxpntvLtlzd1thhzoOcivuH5EfpI6V38m1RRpIURSNJ1XZjwwiovO9977MPfvCDXc/0lFNOsdNOO63rPmxEAAEEEEAAAQQQQAABBDoK0IkAAggggAACCCCAAALDUiBGSofliXFSCCAwMgU464EXmDVrlsVsTv0dOf5k3eKLL97fbmwfQAGpGiAg5bZUllK1HoEJkkxSmrlFKuuxLdICLX+yqrm91hsWti32WNFfb/UJYWrFRE7ejnqeIiZmjrnpiodysNP9BDu5FisCgyZw+c8vtrO+88/6RGv+nazPthbfy3rVzyV/X1f6yCtsjR0JcnKQuVqZ1Wmu2HgRAggggAACAyLAQRBAAAEEEEAAAQQQQAABBBBAoPcFhuMVEug0HD8VzgkBBBBoEjjwwAPttttua+ppr37gAx+wbbfdtn0DPfNdQFLlPaTclspSyvXYUVLHACcp90egU6Tm4KbW9tobL2IfjmCnMTKZL575y80ii2SWq2YWwU4/2W2mPfrAM95iRQCB+S1wxS9ykJPF99LfTIpKTpKi27yILbbSh19ha+70qnRP6Padj3tAkSSl/aMt+fH6SOaLJM/zKpX16JGq7egbiemd73ynbb311l1P/dRTT7Xf//73XfdhIwLzQYBDIoAAAggggAACCCCAAAIIIIBA7wtwhQgggAACQyBAoNMQoPOWCCCAwOwK/OpXv7Kjjz6639333nvvfvdhh8ETkHIAgVSWkkxSOglJKVBBUuqLgIVIUrXdLfBh3Tctah/efYU0Y0zKapZmdErTO9WrXnif2Y2XPWA/2e18e+xBgp2SCdkwEOjNU7ji6EvszG+f7hcXX8j09fOvZK57xdda+rpGtuKHVrO1dn51uhd0+67HvaFIktL+0Zby/UJqL80XSZ7nVSrr0SNV29E3ktPszOp0xBFHjORL5NwRQAABBBBAAAEEEEAAgREqwGkjgAACCCCAAAIIIDDwAgQ6DbwpR0QAAQTmTaD+6kcffXS2/mTdPvvsY6985Svrr6IYCgGpPWhAyn1SWUpKgU1xjpJSwIKU+yJwoUhS3hbtbgEQ6755MUszO8nMUpJJkbzppfmSC9mNlz6Yg50eItjJWVgRGHCBK4+51GZ863Tzb6AfW57M657ylzAqJsmT2UofermtvcsG6R7Q7Tse94AiSUr7R1uK43RO5oskz/MqlfXokart6Bvp6Y1vfKN95jOf6XoZp59+up100kld92EjAggggAACCCAw6AK8IQIIIIAAAggggAACCCCAAAIIzLHAiAt0muMr5AUIIIDACBXYf//97cILL+x69htssIF985vf7LoPGwdHQGoPHpByn1SWkkxSOilJKXBBUuqLAIYiSXlb0W4umwMj1kvBTitZrWaeavVUr1uUnpn3e7r+kgfsJ7ueb48T7BQoJAQGTODKYy+1M775d/+W+Xctvoxeq6/pO+lZ+jLWfNuK71/N1tqFmZwGDL9+oNmZ1enwww+v702BAAIjRYDzRAABBBBAAAEEEEAAAQQQQACB3hfgChFAAIE5FSDQaU7F2B8BBBAYBIEZM2bYIYcc0u877bvvvv3uww6DJyCp7c2k3CeVpaQU2BQ7S+o32CkCmyL1Fey07psXtQ/vsVI+ph/PfIlCXuZVlv+Z3RDBTrudb088/GzeRI4AAvMkcOUvL7MzvvEPP0b+lsV3z/wbV19NkjdzWvH9q9rau26QvvPdvtPN33VJaf/ok5SOJ6WyUjdfJHmeV6msR49UbUdfL6UI/O0v2Omcc86xX/ziF7102VwLAggggAACCCCAAAIIIIBA7wtwhQgggAACCCCAAAItAgQ6tYDQRAABBIaDwMEHH2z/+9//up7KF77wBdtss8267jN6Nw7dlUvtwQRS7pPKUlIKUijOVMptKZcR1BBJUiPIIdrNqTlQYr1NFrUP7bZimjXGfKnFDE9e5rVm+V9uXX/RA/aTCHZ6hGCnLEKOwNwJXHncZfbvr/+9/uL4lvlXMLX8C+hl5DGLU/SusPkqts5ur0nf5+bvbnynW9vRF0lS2r+oS/n+IFVL80WS53mVynr0SNV29PViikCn8ePHd720mNXpxRdf7LoPGxFAAAEEEEAAAQRGkgDnigACCCCAAAIIIIAAAgggMNoECHQabZ94XC8JAQSGtcBPfvIT+9Of/tT1HJdccknba6+9uu7DxqETkNqDCqTcJ5WlpBTsJCkFM0i5HUENzUnK2zsFQzT3rfeWxeyDu61ksUh+rFTJWbQimSmt1190v/10t/Ptf48S7GQsCMyFwFXHX25nfP0f8Y2yIvNvl1dzbr6kmn8XV9h8VVt3d4KcnGS+rmuttZZNmzat63tccskldthhh3Xdh40IIIBATwlwMQgggAACCCCAAAIIIIAAAggg0PsCXCECo0yAQKdR9oFzuQggMLwFbrrpJps+fXq/J7nffvvZsssu2+9+7DB0AlKEOFTfX8p9UllKMklpR0mpLpVlEfAk5b7mwKZiW3PfK9+6mH1g1xUtZpGJ2WSsntW8EilmlvFqrHbtBffZT3Y935587Ln0/mQIIDB7AledcLn962undf6exXRq8Q3z756vtsJ7Vm4EORXf2aJs/u4WfVFKqgQ/Svn7L1VL80WS53mVynr0SNV29PV6ilmdFl100a6XecQRRzRmTey6IxsRQAABBBBAAAEEEEAAAQQQQKAnBLgIBBBAAAEEEOgtAQKdeuvz5GoQQGCECxxwwAF28803d72K+HN1n//857vuw8bhISC1BxlIuU8qS0ltAU6SUqBDBD20pr6CI4r91n/b4inYSeZLPZPFP297WV9Nkl134f32k13Psycfbwt2ip1JCCDQInD1iVfYv76W/1ydVHyvYqeoe1Kum5crbLayrbvnho3vcvN3t7lefHejlJT2l8pSkknVZL5I8jyvUlmPHqnajr7RkFZeeeV+Z3W65pprLP6E3Wjw4BoRQAABBBBAAAEEEJgNAXZBAAEEEEAAAQQQQAABBEaUAIFOI+rj4mSHjwBngsDAC/z2t7+1mGWivyPvvffe/e3C9mEkILUHG0i5TypLSW2BDFLZFwEQkaTcF/Xm1Bo0EcFO7991pTSBU2Qxm1PMLhP1+mQzaTaaaF878z776a7n2VMEOw2j/zmcynAUuPqkK+z0r/zNvzb1b1MtvlnFmeZ6fYst/38vs/W+3DnIqfm721yXRJCTzfuy44472nLLLdf1QBHo9OCDD3bdh40IIIAAAghkAXIEEEAAAQQQQAABBBBAAAEEEOh9Aa5wJAkQ6DSSPi3OFQEEelbgqaeemq0/Wfetb33LNtxww5516NULk9TnpUl5m6Q+A52aAyGKemtgU/S39q3/tsXsfbus6O/tx7aczMv6apLMzJOX186833662/n29BPPGwsCCLQLXP2rK+2fXznNpPyd8YqvMsWu9SwKec/ym65sr/zKRiloqfW7Gd/TSNHfnCSl/aWylPxoLcl8keR5XqWyHj1StR19oy0ts8wy/c7qdMstt9hhhx022mjmz/VyVAQQQAABBBBAAAEEEEAAAQQQ6H0BrhABBBBAAIFhJECg0zD6MDgVBBAYvQL777+/nXvuuV0B1l13XYtAp647sXHYCkjV4ANJJimdr1SWklK/1LksAiMkpaCIol2UrQEUr3rH4rb5zitYzDUTybxm9Vloal5GPVLUrznvXouZnZ7+H8FONkALh+kNgWt+daWdvuff4qviqeZfo5zie+M1b8d1xjesZsu9eyV75Vc3bHw/W7+TxXe1uZSU9pfKUmq/B5gvkjzPq1TWo0eqtqNvtKaY1Wm11Vbrevkxq9Mdd9zRdR82IoAAAggggAACCCCAAAKzI8A+CCCAAAIIIIAAAgggMHgCBDoNnjXvhAACVQFadYGZM2fO1mxO++67ry200EL1V1GMRAGp7yAEKW+T1GegUwRGSEoBEVHvK7UGVrz6nUvY5tNWNFl98WNEXfI8JbNUePOa8++1n+16nj3zJMFOxoKAC1xz8lX2jy//zcy/H+l7UlTMTJLJikW23LtWsvW/1nkmp/i+tn43o09S+k5LZSnJpGoyXyR5nleprEePVG1H32hOCy+8sE2bNq0rwd13382sTl2F2IgAAggggMCACXAgBBBAAAEEEEAAAQQQQAABBBDofYFBu0ICnQaNmjdCAAEEOgsceOCB9sgjj3TeWO/dbrvt7AMf+EC9RTGSBaRqMIKkFNAQ1yQpitSW1LFsDoyIel+pNaDi1e9awt47bcV0/PSDgmwAABAASURBVDSpk9diNpo0FU3N83qKbVefe0+a2emZp17wvVgRGL0C15xylf1jj79mAP+OxPcj5m2ymA3Ne+M7FN1eteXesaK96v+9NgUtxfey9TvY2o59JKX9pbKU2r/75oskz/MqlfXokart6COZxaxOMRtiN4sjjjjCbrzxxm67sA2BQRDgLRBAAAEEEEAAAQQQQAABBBBAoPcFuEIEEEAAgYESINBpoCQ5DgIIIDAXAjHA+tvf/rbrK6dOnWrf+c53uu7DxpElIPUdlCDlbZI6BjpJqgRGRLBEX6k1sKIR7CQzX01KeWpI8raZyXyRXXNuntnp2acJdnIQ1qEUGKL3nvXrq+0fe8RMTvKvhSf5iXiSUmbmpSSTWQ5y+gZBTk4xrNaxY8f2O6vTww8/bPEn7IbViXMyCCCAAAIIIIAAAggggMBoFOCaEUAAAQQQQAABBBCYTQECnWYTit0QQACBgRa47bbbZutP1n3ve9+zlVdeuePb0zlyBaQIjyjPX5JJSh1SWUpK/VK1jOAmSSnoKep9pU7BTu/ZcYWYmMZiNhrPLBpRT5PUpOlpat5ds6vOvjv9GbvnCHYyltElMOs3V9tpu/3FLzp/F4rvR3xHou5fEP/e5G3Lvn0Fe1UfQU7x/YvU+v2UlL67UllK1e+41RdJ9Zqle4E1LVK5rambapPAF7/4Rdtoo42aetqrEeh05ZVXtm+gBwEEEEAAAQQQGEYCnAoCCCCAAAIIIIAAAggggAACCGSBXg50yldIjgACCAxTgQMOOMCuu+66rmf39re/3Xbaaaeu+7Bx5ApIfQcpSHmbpBTcILWXETwhKQVMRL2v1BposcGmS9pmOyyfjuuZmXytp6h7yySZzOyqs+6xn+12nj33zIveYkWg9wVm/fYaO223v5oU3wB56dccdVmqy5QrZrbc21a0V3/zdek7GN+zSH19D4t+SWl/qSwlmdQ5WX2RVK/lQqq2cy95J4Fp06Z16m70Pf3008zq1NCggsCIFeDEEUAAAQQQQAABBBBAAAEEEECg9wW4QgQQQCAJEOiUGMgQQACBwRU49dRT7dBDD+33TffZZ59+92GHkS0gVYMVpLIt5bqkPoMgInhCUgqciHpfqTUA4zX/t5Rtuv3yZmk6J89rOUXTaxaz1nhX2n7ljJjZ6Vx7/lmCnRyEtYcFrv3dNXbarjGTU/oW5CtNXwTPfI2OWnxJajVb5i3L26u/lf9cXev3K76Hnfokpe+qVJZS9ftt9UVSvWbp+29Ni1Rua+ruUh3dmz71qU/ZJpts0hUhZnW64IILuu7DRgQQQAABBBBAAAEEEEAAAQSGtwBnhwACCCCAAAIIjA4BAp1Gx+fMVSKAwDASeOGFF+zggw/u94y++tWv2sYbb9zvfuwwjwLD4OVSNWhBKttSrktKwQ5SexlBFZJSAEXU+0qtgRev+b8l7f+2X9H8wL7Gcc1M5otM8mQy89J8uSoFO51nLzxHsJNzsPagwLW/n2V/2/Wv6cr8f77J/+VG1DwptUySLfuWFew133l9+s61fq/i+9epT1LaXypLSel4Untp9UVSvZYLqdrOveT9CfQ3q1O8PoKdoiQhgAACCCCAAAII9KgAl4UAAggggAACCCCAAAIIINATAgQ69cTHOP8ugiMjgMDAC/zoRz+yM888s+uBX/GKV9i3vvWtrvuwsbcEpGrwglS2pVyX1GdQRARXSEqBFFHvKzUHYET9NZstaZt+cfk8g1PMWBPJarntpVciT+mKM++0n+16nr3w/EvGgkAvCVz7h1n2113+bOn/u38HfPWqfw/8f36a3azmde/0wpZ583K2wXdel75r8R1q/q5FO1JzX9Qlpf2lspSq32erL5LqNUvfd2tapHJbUzfV2RDYcsstbdNNN+265y9/+UubMWNG133YiAACCPSyANeGAAIIIIAAAggggAACCCCAAAK9L8AVItALAgQ69cKnyDUggMCIEbj00ktt+vTp/Z7vfvvtZ5MmTep3P3boLQGpGsQglW0p1yWl4AepvWwOqIh6X6k1ECMHO63gx3VPeTLP4vhR9eQtz2OVXXHGXXbYrufaiy8Q7BQipJEvcN0fr7W/7fyX+F/vFyPz//pe+uoVb+W2om227JuXs9fs1Xkmp9bvVfH9k9RvkJMkf5+crL5IqtdyIVXbuZd8TgTmcVanOXkr9kUAAQQQQAABBBBAAAEEEEAAgZEpwFkjgAACCCCAwAgQINBpBHxInCICCPSOwIEHHmj3339/1wvaeuutLWae6LoTG3tWQKoGM0hlW8p1SY2gCKlaj+AKSSmwIup9peagjKhv+N6l7F2fX96sZr54VqvlqrfK1fu997J/3Wk/+9K59uKLRbBTuQc1BEaSwHV/us7+Mu1U/19d/H+P/+PFFdTr9WLpjZe113x34IOcrL5Iqtcsfb+taZHKbU3dVOdQYPPNN7cPfvCDXV91yimn2GmnndZ1HzYigAACCCCAAAIIIDB6BbhyBBBAAAEEEEAAAQQQQGDoBQh0GvrPgDPodQGuD4G6wNFHH20nnXRSvdW5GD9+vO21116dN9I7agSkalCDVLalXJeUgiGk9jKCmyTNUbBTvCYFO31heTOrH9NL8+OYL0qpnntx+b/vssO+dJ699GI9CsS3syIwkgSuPzUHOZnJJE8ms5RyrnrdfFsEOW20zxvSdyoCA+P7UqTWdtEvKe0vlaXkR+0jWX2RVK/lQqq2cy/53Aowq9PcyvE6BBBAAIHZEmAnBBBAAAEEEEAAAQQQQAABBBDofQGucMgFCHQa8o+AE0AAgdEgcO+99872n6xbffXVRwMJ19iPgFQNbpDKtpTrkkzqnCLYQlIKtIh6X6k5SCPqG22+tL3zc8tZLc3oVDOvmOf1VPPSU3R47bJ/3pH+jF3tpdRhLAiMFIHrT73eTt3xVP//HWcc/6c9+f/pekeu+Xcg2ku9fmmbH0FO8c6RJEWRklTWo0OqtqOPNG8C73jHOyxmTux2lFNPPdV+//vfd9uFbXMpwMsQQAABBBBAAAEEEEAAAQQQQKD3BbhCBBBAAAEE5rcAgU7zW5jjI4AAAi6w//7721VXXeW1vtc3velNtvvuu/e9A1tGnYBUDXKQyraU65IGNNgpAqI2et/S9q7Pr2BK4qqX0Yi6J0Xdk5eNYCdinRxknlZePEgC1//5evvzTn/K/6/9/7B5TSmZL/KUV0m21OuXtdfut3HHgMEIDIzvS2uSlPaXylKSSZ2T1RdJ9VoupGo795IPhMBOO+3U72EOP/zwfvdhBwQQQAABBBBAAAEEEEBgLgR4CQIIIIAAAggggAACCMyjwJh5fD0vRwABBAZBYGS/xT/+8Y/Zms1p7733HtkXytnPFwGpGuwglW0p1yX1GUQRQRiSUuBF1PtKzUEbUd9w86XsHZ9bwWJGG8/qaz2aqV6kaW98yyX/uN0O3/Ucr7EiMLwFbvjLDXbqDn+Kicryf9/0f7nm9Uhx7qkjKrbka5ey1+6X/1xdfG/iexFlpOZ6tIskKX3XpLKUqt9Pqy+S6jVL319rWqRyW1M31QESeOMb32if+cxnuh7tn//8p5144old92EjAggggAACCMwPAY6JAAIIIIAAAggggAACCCCAAAK9LzBvV0ig07z58WoEEECgX4EDDzzQXnzxxa777brrrva2t72t6z5sHL0CUjXoQSrbUq5LSsESUnsZQRiSUgBG1PtKzcEbUd/ofUvZOz4bwU5mMvMUuZn5sTzLhZmXskv+cYcdvuu5xoLAcBW44a832J92+JP5f1hf5cnMZL7IJE8mMy/Nl6Veu7S97vtvbHxn4vtQfG+a60VflJLS/lJZSvJD/n/27gNAqvLc//jzExGkqYBYUVRiMBpji4pJLNhjiQVvci2J10QNkJt/TGIC2GIaWAO5CWBJYu9g7wWNBaMxEI2KGhW7IlEQrKD7f59zdnZmdnfO2V1mZ2fOfMd5z1vnPe/7OeO93svDO60na3xJaizFmVRcj1u5lluAU53KLcp8CCCAAAIIIIAAAggggEC9C7B/BBBAAAEEEEAAgUoJEOhUKWnugwACdSngP1l3xx13JO59/fXXt5NOOilxTGY72VibBaTi4AcpX5fisqSSQRWFgRheLpUKgzi8/OX9B9mIo9YxP+fGz7yJUkOohRTe8ck4jYVHb32JYKc2P1EGVlLgmVueteuOvc4av7AhC9/k8DWOvtjh0hC+w6El6l99m0G23YT8z9X5vwel/n3JtUtKDXKyxpekxpJF/75awUvK9xU0U+wEga222srSgp0eeOAB+9Of/tQJd2dKBBBAAAEEEECgDgXYMgIIIIAAAggggAACCCCAAAJlEiDQqUyQnTENcyKAQG0LPPHEE236ybrf/OY31r9//9reLKuviIBUHAQh5etSXJYUBU9ILXMPypAUBWR4uVQqDOzw8rbfWMNG/M86Zhbm9CSzkEUpTGdSaPBkZn+/7WU75zhOdgoUvKtE4Nlbn7Xrj72u6HvqX9fwrTVrvCgUZGYe5LT9aaVPcvJ/H5r/eyMp+ndKyueSTMonCy8prodi9JYU5bmLVFzPtZN3noAHOq288sqJN5g2bVrqqYyJE9CJAAIItFGAYQgggAACCCCAAAIIIIAAAgggkH0BdogAAuURINCpPI7MggACCLQQOOuss+y1115r0V7YcPDBB9thhx1W2EQZgUQBqTgYQsrXpbgsqSjIQsrXPUhDUhSY4eW2JA/u2PaANWyXI9c2i06/CZm/G7wWUoMXQgptfjLOI7e8ZOf+mGCnwMG7iwWeve05u/bo68K3tvF7GpW8HJKvLfra+llODTZgq9WtVJBTqX9PJEX/Lkn5XMr/+ybJ/CUp+nfSy54kedaUpOJ6UweFnECn5JtssknqqU5///vfberUqZ1yfyZFAAEEEEAAAQQQQAABBBBAAIEiASoIIIAAAggggECbBAh0ahMTgxBAAIH2CVxyySV24YUXJn7I/+D8F7/4ReIYOhFoTUAqDIqwVgMoJEXtUsvcv3uSogANL7eWPLipsN3r2x24pu185DphXgsvmcVvk7wQJ0kmM/Ngp/N+8mAo8UagawSeuz0OcvIvpH8npehqUT2Uwzsq+2XglqvbDmd8tenfCf++N//+F9a9LCkaL+VzSSblk4WXFNdDMXpLivLcRSqu59rJKyPgpzqlnaropzotWbKkMgviLggggAACCCCAAAIIlBSgAwEEEEAAAQQQQAABBBBAwAUIdHIFUnYF2BkCXSDwzjvv2KRJk1Lv7D9Zt9lmm6WOYwACrQlIxcERUr4uxWVJRUEXUr5eGKjh5dZSa8EeHuy003fik538cJz4MKcGs7gQsgZvDnWzv930op33U4KdWnt+tHWuwHN3/Numf/facBP/boavo2eN31H/gvrJY1718oAtBtoOZxLkFLDq8j1kyJDUU52efPJJTnWqy28Hm0YAgZoTYMFd91kAAAAQAElEQVQIIIAAAggggAACCCCAAAIIIJB9AXaIQBAg0Ckg8EYAAQTKKXD66afbY489ljjltttua2PHjk0cQycCaQKSioZI+boUlyWVPdhp+4PWsp2+vbaZwjtK0SVUwtvvZ+EVmiwMeOTGeXY+wU7Gq3IC/77z3zbju9da+CqGm4Yvor+jFF3M8pkN3GKgfeUsgpyszl9+qtM666yTqOCnOr399tuJY6q9k/UhgAACCCCAAAIIIIAAAggggED2BdghAggggAAC9SBAoFM9PGX2iAACFROYOXOmTZ48OfV+v/zlL1PHMACBtghIKhom5etSXJZkUuvJT3KSFP0El5dbS62d7LT9wWvZjkesbf7y03HMj8dpPDUnZOYn5fjFyw/f+KL96fiqPtnJt0HKgMC/73w+OsnJzxXz755/B/276OXoe+p7DBX/uvb/4gDbgSAnF6n7tMYaa6Se6vTCCy9wqlPdf1MAQAABBBBAAAEEEMiAAFtAAAEEEEAAAQQQQACBDAgQ6JSBh8gWEOhcAWZvj8DZZ59tH330UeJHRo8ebXvuuWfiGDoRaI+ApKLhUr4uxWVJZQ92Gj5yLfva4WtH84aLeZLCfSy8FJLJQtXC1R6+YZ79+WcPeSMJgU4R+Pddz9uM710bxdz5d86ThW9f49skWfQK+YAvDrCvTvpaU4Bfa8F8zYP+JEXjpXwuKZpXinMLLylfDtWo3/NckpQrkleRgP/v5qFDhyau6JxzzrFXXnklcQydCCCAAAII1LYAq0cAAQQQQAABBBBAAAEEEEAAgewL1P4OCXSq/WfIDhBAoEoEJk2aZDfddFPiatZaay076aSTEsfQiUBHBKTi4AkpX5fisqQo6EJqmXtQh6QokMPLraXWgkGGH7KWffWwtSyKLmloCFlIFl4NIVkoe1vIwwCbdd0L9uefE+zkMqTyCjx/9wvRSU6ffeZfvPC9C9+5+ASnUPd3lKKL9d90NYKcysufidlWWWWV1FOdXn/9dU51ysTTXo5N8FEEEEAAAQQQQAABBBBAAAEEEMi+ADtEAAEEEKh6AQKdqv4RsUAEEKgFgWeffbZNP1n361//2tZcc81a2BJrrEEBSUWrlvJ1KS5LKnuw0w7/tbZ97Yh1ontLYf6o5Bcve/JySDJ7+LoX7C9jCXYKGpl7d9WGnr/nBZvuJzlFQU6+Cln0j+JyqFj4WoYk67/ZAPva5B2bAvpaC95rHuQnKRov5XNJ0XxSnFt4SflyqEb9nueSpFyRvEoF/FSnL37xi4mrmzZtmvn/zk8cRCcCCCCAAAIIIIAAAgggkGEBtoYAAggggAACCCCAQFcLEOjU1U+A+yOAQCYEzjjjDJs3b16pvUTt++23nx111FFRmQsCnSUgFQdTSPm6FJclRUEYUsvcgzwkRYEdXm4ttRYcEp/stHb+RCfzV+PJOl5sTA0hf2jG83YBwU5BgvfyCrww80Wb/r3r7LNlnxVMVfi9C9+4+G2rDlvVvjb5a03f7da+x82/75Ki8VI+l4r/vbHwkuK2UIzekqI8d5GK67l28uoSWGmllVJPdXr33Xc51am6HhurQQABBBBAoNoEWA8CCCCAAAIIIIAAAggggAACCHSyQBUEOnXyDpkeAQQQ6GSBq666ys4///zUu5xyyimpYxiAQDkEpOKgCilfl+KypLIHO+3wzbXtq4etbfJNNF4khbpCiycL5ZBC20PXvmAXjptlvBDoqMAL975o04++zj5b+qlZ+E5ZeMWZLPePhZK/Vxu2mu30h52ioCUPZiLIyXiVEDj22GNt2223LdEbN/upTv/85z/jClcEEGinAMMRQAABBBBAAAEEEEAAAQQQQCD7AuwQAQQQ6FwBAp0615fZEUAg4wJLliyxSZMmpe7y1FNPta233jp1HAMQKJeApKKppHxdisuSTGo9eTCIpKbAEK83T60Fi3iw0w6HrmXWYOHVYA0NIUWVqCEuhbbQYQ9O/7ddOJ5gpwDFu50CL9w3z6753nW27ONlTd8p/4b5V8u/fNG3Lqo02KqfX9V2+kON/FxdOx0Y3jkCY8aMSZz4o48+4lSnRCE6EUAAAQQQQAABBBBAAAEEEgXoRAABBBBAAAEEEFguAQKdlouPDyOAQL0LnHbaaTZrVnKgxhZbbGHjx4+vd6rl3j8TtF9AUtGHpHxdisuSyh7s9JVvrWM7/Pda4d5hbvMUiiHPXSWZRcnsoenP20UnJP87ZLwQKBB48a/zbMYx19unH38avkbhuxT6/OopFMNbFv0js9U2XtV2/iMnOQUU3u0Q+Pa3v2077bRT4ifOOecce/jhhxPH0IkAAggggAACCCDQMQE+hQACCCCAAAIIIIAAAggggECSAIFOSTq108dKEUCgCwQefPBBmzx5cuqdf/nLX9qKK66YOo4BCHSGgKSiaaV8XYrLkkxqPfkpTpLafbLTV/57HRv+rTXj03bMX37ejp+1E1LjSTve2RAuD1z9b7v4RIKdXImULPDi/S/ZNUdfb0s/WBoGhm9P9F0KxaJ3aA/fq1U/t6rtNIUgpyIaKm0WSDvVySfyn7DznIQAAghUWIDbIYAAAggggAACCCCAAAIIIIBA9gXYIQIIJAgQ6JSAQxcCCCCQJHDWWWfZ4sWLk4bY9773Pdtvv/0Sx9CJQGcLSCq6hZSvS3FZUtmDnb566Lq2w7fWMoV/LErxVZKZ10OukIfMPNjpkpM4HcV4lRSY98BLNv2Y623Zh0stfG1CCt+e8OUJ16hs4RWqfrVVh65iO08lyClg1OG7PFs+5JBDbK+99kqc7MILL7SZM2cmjqETAQQQQAABBBBAAAEEEEAAAQQ6Q4A5EUAAAQQQQKCeBQh0quenz94RQKDDAlOmTLFrr7028fMDBgywk046KXEMnQhUSkCSWcHNJDXVpLgsyaTWU4dPdjp0Hdv+m2uFezWYxW9raGiIUriEt5dDV+j765XPGsFOgYp3C4F5D74cneT0yZJPwncm/r54IfouhS9WnMftq2zYz3aZtnPTKWTdunVrKvv3uHnd2yRFY6R8LhX/u2DhJcVtoRi9JUV57iIV13Pt5LUpwKlOtfncWDUCCCCAAAIIIICAmYGAAAIIIIAAAggggAACCGRYYIUM742tIdAuAQYj0FaBefPm2aRJk1KH//rXv7b11lsvdRwDEKiUgFQchCHl61JcllT2YKevHubBTmubKXqbpCiZQj2U4zyUQ+H+q56zS0/mZCfj1STgQU7Tj7nBPnn/E/Ovi0XfG+9uKnhTlDzIacS5BDm5Dmn5Bfbdd1878MADEye66qqr7NZbb00cQycCCCCAQPUJsCIEEEAAAQQQQAABBBBAAAEEEMi+ADvMrgCBTtl9tuwMAQQ6SeD000+35557LnH2Pffc077//e8njqETga4QkFR0Wylfl+KyJJNaT7nTbyRFJ+B4vXlqfmKO1z3YabtD1rIG81N3omso+DuUwzvq8Eso//WKZ+2yUwh2ClR1/37poVds+rE32MeLP/Ivi39Doryp0BC+MI1K/TboZwQ5NWKQlU2gLac6TZ06tWz3q5KJWAYCCCCAAAIIIIAAAggggAACCGRfgB0igAACCCBQswIEOtXso2PhCCDQFQLXX3+9teUPNE855ZSuWB73RKBNApKKxkn5uhSXJSUGOzUPbmpe9+Cmwjavf+2Idc2DnSSF+4cUcln4R3HVvO5lk/31iufssl/8LXRU25v1VErgpVmNQU7vfRxuGb4Y/v0I342QWchCkkkhmVnfIX1t1/M4ySlQ8C6zwK677mqHHnpo4qw33nijzZgxI3EMnQgggAACCCCAAAIIIFBrAqwXAQQQQAABBBBAAAEEqlWAQKdqfTKsC4FaFMj4mpcuXWpnn3126i5POOEEGz58eOo4BiDQlQKSim4v5etSXJYUB5K0knsQkxT3e7m15MFNhe1e92CnL49c08xP4gmpIUq5akNo9hN64vy+y56xy08l2KnoQdVJ5eWHXzU/yenDRR81fSdCIbz9uxF/X0IlvBusz3p9bLfzd2nzCWP+nZQUjZfyuRR/n6U4t/CS8uVQjf598DyXJOWK5BkWaMupTtOmTcuwAFtDAAEEEECgFQGaEEAAAQQQQAABBBBAAAEEEEAg+wJVukMCnar0wbAsBBCoPoEJEybYX//618SFfeELX7Dx48cnjqETgWoRkIqDNKR8XYrLkqLgDqll7gEjniRFQSNebp48uKmwzes7fnuwfXnkWmYK7/DZOM+VQ6NZaFJIZvdd+oxdQbCT1dPr5b+9atO/f4N9uPCj6DsgKWw/JH+HcnibJzNZ3/X62u5/HlH0/fPvWO47V1j2NkkmKRov5XMpbpfi3MJLypdDNfqc57kkKVckz7jADjvsYN/97ncTd3nnnXfapZdemjiGzvoSYLcIIIAAAggggAACCCCAAAIIIJB9AXaIAAIIINA1AgQ6dY07d0UAgRoTePTRR23y5Mmpqz711FOtV69eqeMYgEC1CEjFwRqSmgI6JEXLlBS1SS1zDx7xJCkKHvFy89Q82MTrO35nsH35oDWtIfzj7zg1WJSbZ6Eccn/fe+lcu+KXf/MiKRsCJXfxyiOv2TXH3mAfvPNhNMa/BX7ql38j/Lvh35eGqNGsz+Detvufi09y8u9W7vtXWPY2SU3fUSkuSy2/0xZeUtweitFbUpTnLlJxPddOnl2B0aNHR/9zMGmHnOqUpEMfAggggAACCCCAAAII1KEAW0YAAQQQQAABBBBAoFMECHTqFFYmRQCBrAmceeaZ9s477yRu69vf/raNHDkycUx6JyMQqLyA1DJoQ4rbpHwuKfqDfqk49yAST5KaAkm8XpiaB514fccj17MvH7hmmNPMZGbh8+FtZjJJFr2iTHbfJc/Ylb96JGrikk2BVx59zaaPutE+jIKcogdvfpWiq1nIZeEfmfVZt7ft8Zf2neSU+z5Kir6nkkwqThZeUtwWitFbUpTnLlJxPddOnm2BrbbaytJ+wu6BBx6w888/P9sQ7A4BBBBAAAEEyijAVAgggAACCCCAAAIIIIAAAggg0BGB2gp06sgO+QwCCCCwnAL+h5ZXXXVV4ix9+/a1k046KXEMnQhUs4DUMnhDitukfC6pRXCIpChwxANJpHzZ64XJg5ua13f8n/Vs6wPWMD+lx0/u8eSn93juB/f4KT5RPRRmXvS0XfVrgp0sg69X/v66Tf/+jbbk7ffDk/YNhqcfv8N3wwtx8u9Fr7V62R4XlA5yKvyOeVlSi++n1PJ7bOElxe2hGL0lRXnuIhXXc+3k9SHgpzqlndropzp9+umn9QHCLhHobAHmRwABBBBAAAEEEEAAAQQQQACB7AuwQwQQQKADAgQ6dQCNjyCAQP0IvP766zZp0qTUDf/617+2oUOHpo5jAALVLCC1DOKQ4jYpn0tKDHby4JJSqbVgp52OWt+2PnANC7OahbktvNSYQhbesugfmc28uHz3xAAAEABJREFUaK5d/RuCnQJKZt6vPva6+UlOS97+IH7OuZ2F5x3eJoVrlMz6rN3b9rpo16bAJf+eNf9OeVsuSWoaK8VlSdGcUj638JLieihGb0lRnrtIxfVce1fl3LfyAptssknqqU6PPfaYTZkypfKL444IIIAAAggggAACCCCAAAKZFGBTCCCAAAIIIIAAAi0FCHRqaUILAggg0CRw2mmn2ZNPPtlUb62wyy672A9/+MPWumjrGgHuuhwCUstgDiluk/K5pBbBIpKioBIpznPBJs3z5oEpXt/Zg50OWNMPbzJ/NYSLp5CFd4PF/4RiKN1zwdMEOzlFBtKr/3jDrvGTnN56P+wmfsr55x5/HfwUJy/1XrOX7XlR+klO/n2S4u9n7rsnqem7KcV9UpxbeEn5cqhG323Pc0lSrkhe5wJ+qtOAAQMSFc455xxbsmRJ4hg6EUAAAQQQQAABBMoiwCQIIIAAAggggAACCCCAAAJ1KECgU909dDaMAAJtFbj11lvt97//ferwU045JXUMAxCoJQGpZVCHFLdJ+VxSFBAiFeceXCIpCizxcmvJg1EK272+03f9Z+zWNLPG+Sy8FJLXG5OF3N8zL3zarvnto8ardgVem/2GzRh9ky3xIKfccw7fm6joDzlszcuSrNcavWyvi9t2kpOkou+eFNclmVScLLykuC0Uo7ekKM9dpOJ6rp28PgWGDBmSeqqTB0hPnTq1PoHYNQIIVJkAy0EAAQQQQAABBBBAAAEEEEAAgewLsEME6k+AQKf6e+bsGAEE2ihw1llnpY48/vjjbaeddkodxwAEak1AahncIcVtUj6X1CJ4RFIUaCLFeWFAU2HZg5ua1z3Yaav91zA/xSc62afxEp310+CVkPwd0t1/edKmTyDYyWrw9drsN+2aUTfZotcXW3iUlrs0PXdvCB3hbT1X72l7X9K2IKfC75OXJTV9F6Xi76qFlxS3hWL0lhTluYtUXM+1k2dEoIPb8FOd1l133cRPT5s2zd5+++3EMXQigAACCCCAAAIIIIAAAggggEAFBLgFAggggAACCGROgECnzD1SNoQAAuUQmDhxot19992JUw0dOtTGjx+fOIZOBGpVwNcttQzykOI2KZ9LKmuw085Hr29b7b+myRcRJYVySOE+FkrRW6EU6nf/5SmbMZFgJ6uh1+tz3rTpo2+y995YbOERWniUlrsoFGSNr1DotXpP2+ey3aJgJQ9c8tQ8QM7bWkuSos9JMqk4WXhJcVsoRm9JUZ67SMX1XDs5AmussUbqqU4vvPCCcaoT3xUEEEAAAQQQQACBWhBgjQgggAACCCCAAAIIIIBArQkQ6FRrT4z1VoMAa8i4wOOPP26TJ09O3eWpp55qq666auo4BiBQywJSy2APKW6T8rmkFsEkkpoCTVoLRMm1tRa44sFOW+y3hsUvP8/JD/3x831Cit/RqU/ef9efnrQZp/3di6QqF3j9n2/ZNaNvskWvvecPNDzDKGu6+JMOjzfaRc8BPezrBDlFFlyqT8BPdfrc5z6XuDA/1enll19OHEMnAggggEDVC7BABBBAAAEEEEAAAQQQQAABBBDIvgA7rDEBAp1q7IGxXAQQ6HyB008/3d58883EG33rW9+yQw89NHEMnQhkRUBSi61IcZuUzyWVJdgpF/i0yzFDbIt9PdgpzBtWkLuazN8mhYKFV8jv/tOTdu3pfw8V3tUq8Prjb0UnOS16bbGFhxclSSYLr8aLpKi+8sCVbd8rdo8C5ZIC4nJ9hbmk6HNSmKtZsvCS4vZQjN6Sojx3kYrruXZyBAoF+vXrl3qq0xtvvFEHpzoVqlBGAAEEEEAAAQQQQAABBBBAAIFsCrArBBBAAAEEqkuAQKfqeh6sBgEEuljg4osvtksvvTRxFT169LATTzwxcQydCGRNQGoZ/CHFbVI+l2RSy+SBKJKiABQvt5ZyAU7elyvvcuwQ+9I+gyw66afBz/oJyd9Rii7mxwI1hL47z/uXXVdNwU7GKyfwxhNv2TWjbrJ3X3kvPK7i5xZq4Rn6yPCUw3PsOaCn7XP5rkXfldz3wb8bSUlS9Dmp5XfQwkuK20MxekuK8txFKq7n2skRaE1g1KhRtvnmm7fW1dTmpzo9++yzTXUKCCCAAAIIIIAAAgggkEEBtoQAAggggAACCCCAAAIVFSDQqaLc3AwBBHIC1ZgvWLDAzj777NSl/epXv7JNN900dRwDEMiagNQyCESK26R8LqmswU4jvr+BbbHvmmFOF5WZv6MUXRrr8ma78/x/2XVncLKTVdHrjX/Nt2tG32wLX33PwlcjJFm4mL+iuheiJFt5QE/b94rdomClXEBTOYOcots0XqSwjsayZ1Jx3dtICCQJrLTSSqmnOi1cuNCmTJmSNA19CCCAAAIIZF6ADSKAAAIIIIAAAggggAACCCCAQPYFKrlDAp0qqc29EECgqgUmTpxoc+bMSVzjV77yFTv++OMTx9CJQJYFJLXYnhS3SflckkktkwevSHG7l1tLhYEtubKf7LT51/1n7Bqi03/CtfFkoLCcUPETnUIW9d157hN2/ZmPhQ7eXS3w5pPz7ZpRN9u7Ly+Kno2vx59VeHhejLLouYVaj1W7d2qQkxR/78Ktou+m57kkKVckR6BdAsccc4xtt912iZ8555xz7J///GfiGDrrWoDNI4AAAggggAACCCCAAAIIIIBA9gXYIQIIIIBAGQUIdCojJlMhgEDtCtx99902efLk1A2ccsopqWMYgEDWBaSWQSFS3Cblc0lRQIlUnLcW3NS8LRfg5O258ohRG1gU7CSz8DYpXMM7FMJbIZmZLLxkHux0w1kEOwWMLnu/+dTbds3oW+zdlxeGxyLzx+WLkWRRJcpkMrMeq65k+1+9RysnOa1Q1Obfh+ZJUjRGkknFycJLUrjm31JyPT+SEgJtExg9enTiwI8++simTp2aOIZOBBBAAAEEEEAAAQQQQKC+Bdg9AggggAACCCCAAAJtFyDQqe1WjEQAgQwLnHnmmbZs2bLEHf6///f/bPfdd08cU9FOboZAFwpIxcEivhQpbpPyuaQWwSeSigJTmgeu5Oq5ACev58oe7LTZnqtbQ4OFFF28EJW9zUJTaIjqt0973G44m2An64LXW0+9bVePutnemfdueBbRE4nz8HyaTnRqLK+0igc57R59J/xZe8o9by8nJUnR56SW3zMLLynfHqrRd9HzXJKUK5Ij0GGBb3/727bzzjsnft5PdXr44YcTx9CJAAIIIIAAAgiUFKADAQQQQAABBBBAAAEEEEAAAQSaBDIb6NS0QwoIIIBAisDZZ59tt912W+KowYMH2/jx4xPH0IlAvQlILYNEpLhNyueSogATqThPCmDJ9RUGvOTKu/1gI9tsr9WjOcPFTOHtc1t4hbKFBjWmO6Y+YTf+7h/Gq3ICbz29wK4ec4u9O29huGl4EgqZv0MeHpNJuYJZz1VWsm9c03lBTn7bXJLCfXOVkEvF9dDEG4EOC6Sd6uQTc6qTK5AQ6BwBZkUAAQQQQAABBBBAAAEEEEAAgewLsEMEEEAgJ0CgU06CHAEE6lJg7ty5NmnSpNS9//KXv7RBgwaljmMAAvUmILUMFpHiNimfS4oCXKTSeS64qXmeC3Dy9lzZg5023XP1mLvxZKCQ+dFBoa0hOtgpd719yj/tJoKdgkvnv+fPXWBXj77Z/vPCu+EZ+BMJKbyjOzfmuROdVuq7ku3fiUFOUvxd83tL8qwpScX1po5sFthVBQQOOeQQ23vvvRPvdNFFF9nMmTMTx9CJAAIIIIAAAggggAACCCCAQAcF+BgCCCCAAAIIIFA3AgQ61c2jZqMIINCawGmnnWavvPJKa11NbQcddJAdeeSRTXUKWRJgL+UQkFoGjUhxm5TPJbUIdvLgpbakXICTj82VPdhpsz0GWZg0vH1uM5OFlyzcysLVzAtm5sFON0/iZKdA0Wnv+c/8x/wkJw9yUriLTNHVM4VL46MwSbZSv5XsgOnFJzn5s21LkpT6c3VW8JJUULPo/sYLgU4Q4FSnTkBlSgQQQAABBBBAoGwCTIQAAggggAACCCCAAAIIIJAVgRWyshH20QkCTIlAxgWuvPJKu+CCC1J3eeKJJ6aOYQAC9S4gFQeTuIcUt0n5XFIUaCKVzksFu+QCnLw/V971fze0TXcfaH5KUIOfGOTJzxIKlehEJ89DW3jbrX+YYzdPJtjJn0250/xn/2N+ktOCf7/j+iFZ/ExCKTwCv4a6t5l1771iq0FOuWfqz7dUkkp/b3xPkjyLvmNekOK6lz1JxXVvIyFQLoF9993XPDg6ab6rr77abrnllqQh9CGAAAJdI8BdEUAAAQQQQAABBBBAAAEEEEAg+wLsEIGMCKyQkX2wDQQQQKBdAosXL7azzjor9TO//vWvbcstt0wdxwAEELCm4BIreElxYImUzyVFY6V87oEtkppO6vF6WsoFxuz2w6G26e6DTBZeTReFuqKGMG3IwzsUbvvDP+2W388OFd7lEnj7uXfsmtG3mAc5+ZwK8lEevL0cMq+aN6/Up7sdeO0e0XMufL65Z1nY1rwshdlC8nYpLktxbuElKVzNpOLcGl9S3N5YJUOgXQJtHdyWU52mTZvW1ukYhwACCCCAAAIIIIAAAggggAACFRTgVggggAACCCBQGwIEOtXGc2KVCCBQZoEJEybYo48+mjjrNttsY+PGjUscQycCCFgRgdQymESK26R8LikKSJHyeS6ApTD3cmFqHhCTq+/2/zayTXZb3cyPbooufp6TVzzllhiXPdDp1v8j2Cmnsjz52/9+x64afbPNf+4/kXrhXP4EogcSs1v3Xivagde2/Lm63DMsfM7Ny1L8PfF2KS5Lce73lORZ9J3yghTXvexJKq57GwmBzhDYdddd7bDDDkuc+sYbb7QZM2YkjqETAQQQQAABBBBAAIEqFGBJCCCAAAIIIIAAAggggEBVCBDoVBWPgUVkV4CdVaPAAw88YJMnT05d2imnnBKdOpI6kAEIIFAkILUMKpHiNimfS4oCU6R8ngtkKcy9XJiaB8bk6rv/aGgc7GSN84XcohRfQ6v5S5Ld8vs5dusfCHZyj46mBc+/a1ePucXefvYdkxp1Q+7zKVxkiq6eEeQUKHjXjUBbTnWaOnVq3XiwUQQQQKB+BNgpAggggAACCCCAAAIIIIAAAghkX4AdVoMAgU7V8BRYAwIIVFTg9NNPtw8++CDxnt///vdt3333TRxDJwIIlBaQPMiluF+K26R8Lsmk4uRBTZKiQEMpzr2tMOWCm3JtuXoU7LTr6tbQ4OcJ+VFCnkfnCjW1eV+o2C2TZtttf5hjvNovsOCFd+OTnOb+J3w4GEfeXiw0j8vdenaLTnLKPaPmzyxXby2X4u+G90lxWYrzcLfou9Na7m2eJHlGQqCiAjvssIN973vfS7znXXfdZZdeemnimMx1siEEEEAAAQQQQAABBBBAAHt5I/MAABAASURBVAEEEMi+ADtEAAEEEECgAgIEOlUAmVsggED1CPzxj380/8mYpBWtscYaNn78+KQh9CGAQBsEpJZBJlLcJuVzSVHAipTPc4EthbmXC1OpwJndjxtqm+w6yMJsYZXxNRTMfH4LdZlZKFvIb5n8D7tjyj+tq1+1dP//vLjQrh59i81/5j/mhn6RFBfNX/JLqMtW7LmiHXz9HlbqWRU+z+ZlSSapKeBNiuuSzF9S67n3eZLifi+TEKi0gJ/qJCV/BznVqdJPhfshgAACCCCAAAIIIND1AqwAAQQQQAABBBBAAAEEll+AQKflN2QGBBDoXIGyzf7CCy/Y2WefnTrfL3/5Sxs8eHDqOAYggEC6gNTyD/qluE3K55KioBYpn3vgi6SmQBevN0+lAmg82OnzIwZafJZTyAreDX7QkIWLv0O68ey/2x1TCXYqICpZ9CCnq0bfbG8+vcAPxWrkLTjRqeCTK/RYwQ66fvd2BzlJLb8DUr7NbyHJs+g74wUprnvZk1Rc9zYSApUU2HLLLe0HP/hB4i0ffPBBO//88xPH0IkAAggggECdCbBdBBBAAAEEEEAAAQQQQAABBBDIvsBy75BAp+UmZAIEEKgVgYkTJ5oHOyWtd5999rFjjjkmaQh9CCDQTgGpZdCJFLdJ+VxSFLgi5XMPbJLUoWCnPX78Ofv8LqubvxQunkIW3cNMFqZtTLKbzn7M7pz2uPEqLfDOvIV29ZhboyAnKfYz+XiZFJLJLOQWXiv26GYjb2j/SU6Sip61pDBlPll4SQpXi9otvKS4HorRWyquR41cEOgCgVGjRlmvXr0S7zxt2jT79NNPE8fQiUBegBICCCCAAAIIIIAAAggggAACCGRfgB0igAACCKQJEOiUJkQ/AghkQuDaa6+18847L3UvJ510UuoYBiCAQPsFpJbBJ1LcJuVzSVEAi5TPlyvY6Sefs413HujnN1lDQ0PIQwp5qPi7MTWYF24881G76xyCnVp7uu+8tMiuHH2LvfHk/GAV3sEwvEPBR8em4RrqDbZCd9nBN3TsJKfmz1rKfw/8TpI8i74jXpDiupctXKTiemjijUCXCWyyySappzo99thjNmXKlC5bIzdGAAEEEEAAAQQQQAABBGpOgAUjgAACCCCAAAII1L0AgU51/xUAAIHsC3z88cd25plnpm705JNPtu222y51XC0OYM0IVIOA1DIIRYrbpHwuKQpkkfJ58wAYrzdPpX7Gbs+fbmwb7zTQwqQWZrQwbVQ25bLGQmi48cy/E+xkxa93X15kV/lJTk8tMHO8Ri4vWiiHRpNkMrMVuq9gh9y0Z3QqU+Hzaf5sCvu8LCn6jJTPJZkUJwsvSeFqUZuFlxTXQzF6S8X1qJELAl0s4Kc6DRgwIHEVfqrTkiVLEsfQiQACCCCAAAIItFWAcQgggAACCCCAAAIIIIAAAghkXYBAJ7OsP2P2h0DdC0yYMMEeeuihRIfNN9/cxo0blziGTgQQWH4BqWUwihS3SflcUhTQIuXz1gJivK0wNQ+oydX3PL4x2ClsITqJyPwUp+gAolCKy6FmfurTDWc8anefy8lOgcrefeU9u3L0rfb6v+ZHNm4UwEI5lAKbl0Mp1BtM3WQjb9g9CljKufuzKSx7vXmSFH1GyudS/rlbeEkKV4u+ExZeUlwPxegtFdejRi4IVIHAkCFDbMyYMYkreeqppzjVKVGITgTKKsBkCCCAAAIIIIAAAggggAACCCCQfQF2iAACGRcg0CnjD5jtIVDvAo888ohNmjQpleGUU06xnj17po5jAAIILL+A1DIoRYrbpHwuKQpskfK5B8lIKgqM8bbC1DywJlfPBTtJMrOQ/B0lv5hZaJdkMjMPdrrnvCdCqX7fC199LzrJyYOc3ESKruZAXvTkZW9YodsKdsiNe1i3FbtZt27douezwgorFJW93jxJisZK+VySSXGy8JIUrha1WXhJcT0Uo7dUXI8auXRQgI91hsDo0aNt3XXXTZzaT3V6++23E8fQiQACCCCAAAIIIIAAAggggEB5BJgFAQQQQAABBBCobYEVanv5rB4BBBBIFjjttNNs0aJFiYOOOuooO+iggxLH0ImAQVBWAallcIoUt0n5XFIU4CLlcw+WkVQUIONthakw2KawfY/jN7ahX+1v5sc6NTRmUTmu+IlOoRQ6zK4/7W92z/n1Gey08LXF0UlOrz3+VrBoiA5ucptQid8Bydm8Q36S0427W7fu3awbQU7GC4HmAmussUbqqU4vvviiTZ06tflHqSOAAAIIIIAAAgh0hQD3RAABBBBAAAEEEEAAAQQQqGqBFap6dSyuZgRYKALVKHDeeefZjBkzEpe22mqr2fjx4xPH0IkAAp0jIKnFxFLcJuVzScsd7FQYgLPX2GE29GsDzBTeUYouZqFBUrha40t2w8RHbOaf6ivYadHri+3KMbdaFOTkEo0mkkItJH/nUjfZITfsbisS5BRseCNQWsBPdfrc5z5XekDo8VOdXn755VDijQACCFS3AKtDAAEEEEAAAQQQQAABBBBAAIHsC7BDBKpZgECnan46rA0BBDos8Nprr9lZZ52V+vlTTz3VNtpoo9RxDEAAgc4RkNRiYiluk/K5JJOKk5/UJKnNJzs1D3baaIf+8cFOfjRRg4VXQ6iHFEq5tzdfN+Fvdu+f/5VrynS+6I0ldsXoW+3VOW8W7dMdmp/o5ANGXrerrbhSN05ycgwSArFAq9d+/fqlnur0xhtvcKpTq3o0IoAAAggggAACCCCAAAIIIFB1AiwIAQQQQAABBLpQYIUuvDe3RgABBDpNYMKECfbMM88kzr/77rvb//7v/yaOoRMBBMop0Ppcklp0SHGblM8llTXYae/xm9hGX+kfzWkKS8jNH4pRPeRRc6hc99u/2b1/yXaw03tvLIlOcnp1zlthx77zABBKuavkbSH5O5QPuX43696zO0FODkRCoA0CfqrT5ptvnjjST3VK+++XxAnoRAABBBBAAAEEEECgKgRYBAIIIIAAAggggAACCCDQeQIEOnWeLTMj0D4BRpdN4Oabb7Y//vGPqfOdeOKJqWMYgAAClRGQ1OJGUtwm5XNJJhWn5TrZadww23CH/mbRqU4NIQvJV9IQX7yWO8noul8/bPdlNNjpvTeX2BVjbrVX/uEnOUW7tojAr8HGy5FDKHuTn+TUfeXyBTm5tidJnkXP2AtSXPeyJ6m47m0kBGpFoHv37qmnOi1cuJBTnWrlgbJOBBBAYHkE+CwCCCCAAAIIIIAAAggggAACCGRfgB12mgCBTp1Gy8QIINAVAv4H8WeccUbqrceOHWs77rhj6jgGIIBA5QSklkEsUtwm5XNJUSCMlM87GuzkP2e311gPdhoQNto4XyjF71C3kOS1cAnv637zsP31gie9ITNp8Vvv25VjbmsMcvJtyXcdkpdDcucok1koH3LdbrZSr/IFOUkK08bJwktSuFrUZgUvKW4vaKKIQM0JHHPMMbbddtslrttPdfrnP/+ZOCbrnewPAQQQQAABBBBAAAEEEEAAAQSyL8AOEUAAAQQQ6KgAgU4dleNzCCBQlQL+k3X33Xdf4tqGDRtmHuiUOIhOBBDoEgGpZTCLFLdJ+VxSFAgj5fMOBzut2M32HDvMNhjeP3+iU7R7P9nI/ACjUPMzjeLyjF89ZH+9sMuCncJayvdePP/96CSnlx97o2BS37enxqaw9fCObEbOGGEr9S5fkFPjHaJn6WVJnjXVo0q4SHF7KPJGoOYFxowZk7iHjz/+2KZMmZI4hk4EEEAAAQQQQAABBBDIvAAbRAABBBBAAAEEEEAAgRICBDqVgKEZAQRqT2DOnDn2u9/9LnXhp5xyiq2yyiqp4xiAAAJdIyC1DGqR4jYpn0uKAmKkfN6WYCcfk0t+opOXV+zezfYe78FOA0y+7caLZ4pa5K1xKdzv2l/Nsvsvqu1gpyVvf2BXjLnNXv77GxZtzMzC1sxMjf9YeMlCxd82csau1qPPSpYzc7e0JMl8jJTPJZkk85ekonKuzfNckpQrkiOQCYEjjjjCdt5558S9nHvuufbwww8njqETAQQQQACB+hZg9wgggAACCCCAAAIIIIAAAgggkH2B1ndIoFPrLrQigEANCkycONEWLFiQuPLDDz/cvvWtbyWOoRMBBLpeQGoZ3CLFbVI+lxQFykj5vHlgjdcLU/NAnVy924rdbK9xw2z97VaLj24yP9UopIboPKOoLSp5PaQZpz5kD1z8VNdjdWAFSxZ8YJePudVeevT1sMuwtbCx8LawrTBb2HNo9XroCe8GO/iaXaxn35ZBTjm7Qt9cWVJTkJOUfz6SzF+SomeXKxfmXvYkyTMSApkTGD16dOqepk6dmjqGAQiUFKADAQQQQAABBBBAAAEEEEAAAQSyL8AOEUAAgToVINCpTh8820YgawIXXnihXXnllYnb6t27t40fPz5xDJ0IIFA9AlLpIBcp7pMUBctIxbkH20hqCrTxemFqHqCTq8cnO33BhmzX38zCnJ7CPF4ORX+bpFCNUxTsdMlTVkuv9//zYXSS00uPvhHvJSw+2lLILWzLwkVRsug18poR1rNfjxYnOeXMCl1zZUlN9lJx2cJLCncIKRRNkmdNeVQJFyluD8Wyv5kQga4WOOSQQ2zvvfdOXMZFF11kM2fOTBxDJwIIIIAAAggggAACCCCAQGkBehBAAAEEEEAAAQSyKUCgUzafK7tCoK4E3n77bTvzzDNT93zqqafaJptskjquzgewfQSqSkAqDnaR1BQQIylaq6SoTSrOPehGUlPAjdcLU/NAnVx9xZW62Z7jhtmQbfubn2rk5xtZVIqvDfGxR6ESekJ5+ikP2oM1Euz0/jsfRic5zfvb603rN3/5RpvysK/G/R585c7WcxWCnJyGhEC5BTjVqdyizIcAAggggAAC7RRgOAIIIIAAAggggAACCCCAAAI1KUCgU7seG4MRQKAaBSZMmGD/+te/Epe200472U9+8pPEMXQigEB1CkgquTAp7pNU1mCn7j1WbAp2CjOH+yskM79KfjWzkEvyzKb/4kF76NKnrZpfH7wTn+QUBTkprDRau6L1xxdrzEKbyQ66cmdbebWenORkvBDoHIF9993XDjrooMTJr776arvlllsSx9CJAAKdJcC8CCCAAAIIIIAAAggggAACCCCQfQF2iAACtShAoFMtPjXWjAACTQJ33XWXTZo0qaleqnDiiSeW6qIdAQRqQEBS0SolmaSoTcrnkqJ2KZ/7KU6S2n2yU/eeK9oeY4fZetusZuYnHDVEV/MTnTyFQng3hBTaQ9/VJ99vD11WncFOH7z7kV0+5jZ7YdZrYb3xmkMhvOOy7ydsIdTDVsNeD7piJ+tFkJNjkEoJ0F4WAU51KgsjkyCAAAIIIIAAAggggAACCHSWAPMigAACCCCAAAJVKECgUxU+FJaEAAJtFzjttNPCH8z7H8+X/sxxxx3mEVxyAAAQAElEQVRnu+22W+kB9CBQZgGm6xwBSSUnluI+SS0CnSQVBTlJcd0DoHIp97N1zesrrbyi7Tl+E1tvm/5mit4mKUrhEt4yf4UmU/jnmpMfsFmXP+1NVZM+XPiRXf6D2+yFh18zX6dfcrmXfaFelxdCOvjyna1Xf05yChS8Eeh0gV133dUOO+ywxPvcdNNNNn369MQxdCKAAAIIIIAAAgh0jQB3RQABBBBAAAEEEEAAAQQQqLwAgU6VN6/3O7J/BMomcNZZZ5mf6JQ04YYbbmjjxo1LGkIfAgjUkICUC8eJFy3JJEUVKZ9LitqlfO5BTJKKgp68LZfSgp0Gb72aeViln35k/mrw05C8JVQaMx9w9Yn328NXzA2NXf/+cNHHdpmf5PTQq+Zri5bplyiFS9hDtMpQ9PzAS3e0XgMIcnILEgKVEuBUp0pJcx8EEOgCAW6JAAIIIIAAAggggAACCCCAAALZF2CHCFRcgECnipNzQwQQKIfAU089ZR7olDbXySefbKuvvnraMPoRQKCGBCSVXK0U90lqEegkqSjISYrH5AKdPE8OdvqCDd5qtWhe81fj50NmJjNPUTkUrj7hfnv4yq4NdvrovY/t8h/cbi889JpZWFP8lkVrlJkXJJksvMLlwEu+Zn1WX9lKGbhP8ySpyVQqLlt4STJJoWQtcmt8SXF/Y5UMgToSiLe6ww472Pe+9724UuJ6991326WXXlqil2YEEEAAAQQQQAABBBBAAAEEEKheAVaGAAIIIIAAAuUWINCp3KLMhwACFRGYOHGivfHGG4n3+q//+i/7zne+kziGTgQQqFKBlGVJxcExkloE0khxm1Sce7COpChAp3nZ66UCfXr0WtH2GDfM1tlyVTM/CSkkP90pZI1VP+HJwivk1mBXjf+r/a2Lgp0+WvyJXTbmdvv3A6+EtflxTSFF77C2aMG+zLgcmu3Ai75mfQb1IsgpsPBGoCsE/FQn/58/SfeeOnVqUjd9CCCAAAIIIIAAAgjUpgCrRgABBBBAAAEEEEAAAQTaKUCgUzvBGI5ANQjU+xouv/xyu/jiixMZunfvbuPHj08cQycCCNS2gKSSG5DiPklRAJRUnHtAgaR2Bzv17LOS7TFuE1t3y9UsTBzeMn+FqUzhH39buHhZZubBTo9c9UwoVe798ZJP7PLGICdfgxRdLSzL3yaFeniHQnjLDrz4a9ZnDYKcjBcCXSiw5ZZb2pgxYxJX8OCDD9r555+fOIZOBBBAAIHsCbAjBBBAAAEEEEAAAQQQQAABBBDIvgA7bJ8AgU7t82I0Agh0scCiRYvsjDPOSF3Fqaeeal/60pdSxzEAAQRqW0DyiJ38HiRFwTveIsmzqC6pRd7RYKeV+65ku/vJTl9apfG0pHAbPxYpZBblDSGLCt5iV467zx65ujLBTh+//0l0ktNz978c3dtX4auxsKLGd1hz6Io6GuyAC79qfdfo1RTw5Saemp9q5W25JCkaL8Wm3i7FZQsvqbgcmiJ7z3NJUq5IjgACjQJ+qlPv3r0ba61nfqrTsmXLWu+sz1Z2jQACCCCAAAIIIIAAAggggAAC2RdghwgggAACCBQJEOhUxEEFAQSqXWDChAk2e/bsxGUOHz7cxo0blziGTgQQyI6AVDpoRor7JEXBNlJxngvS8dyTpCiIx8uemgf85Oor9+the4z/gq2zxaphXjOTmafwcbNQkLzBml5Xjb3PHr2mc4OdPvlgqV0+5g577q9xkJOZhZV48rWEFL1l0dJkdsAFX7W+a/aKfq4ut6/W9uxtuSQp8pEU5ikuW3hJcXsoRv2FuZc9SfKMhAACzQSGDRuWeqrTP/7xD/Ngp2YfpYoAAggggAACCCCAAAJ1LcDmEUAAAQQQQAABBBCoLwECnerrebNbBGpa4K9//av97ne/S93DiSeemDrGGIEAApkSkIqDZ6R8XYrLkqLgG6k49yAeSVEAT/Oy1wuDgLyeSyv385+x+4Kt9UU/2cmsoaEhSqEU5X5okvnL263BrvjZvfbo9M4JdvIgp0vH3G7P3PdSuJPf1FNYT8h8Xb4m7/CypwP+/BXrt3bvpj3n9lRqr94vKRovxX65NknmL0mRb65cmHvZkyTPSAggUEJg1KhRNnDgwBK9cbMHOi1ZsiSucEUAAQQQQACBdAFGIIAAAggggAACCCCAAAIIIIBApgRaDXTK1A7ZDAIIZEZg4sSJ9sknnyTuZ8yYMfb1r389cQydCCCQTQGpOIhGyteluCwpCsaRivNc0I7nniRFQT1ebp4Kg4FWXmUl2+OEL9jam69iYUaz8DkLLy8r5NE7tMnCPyG/8mf32d9nPBs1l+uy9MNldtkP7rBn733ZpHCfponjsqTQEpK/Qzrgz1+1fuv05iSnoMIbgWoTGDJkSOqpTk8//bRNmTKl2pbOempYgKUjgAACCCCAAAIIIIAAAggggED2BdghAgggkCUBAp2y9DTZCwIZFvi///s/u/XWWxN3uO666/KTdYlCdCKQfQFJRZuU8nUpLkuKA4Ka5R7QJKkpwEnKlwuDm3xcYb3XKvHP2PnJTn5qkoWXn6XUdKJTaPSyn6TkJytd8dOZ9liZgp2WfrTMLv3B7fbMzJfiu0anR4Vi4zu6b7i/39ezb/zpK7bKur2b9uh78VS4H68XJknReCl28z4pLlt4ScXl0BT5ep5LknLFWstZLwIVF/BTnQYPHpx432nTptnbb7+dOIZOBBBAAAEEEEAAAQQQQACBNgswEAEEEEAAAQQQQKCGBAh0qqGHxVIRqFeB559/3s4888zU7Z988sm2zjrrpI5jQLkEmAeB6hSQioNqpHxdisuSomAcqTjPBfF47klSFOTj5ebBQIX1Xqv2sN3Hf8HW/uIqZhbmjJI1vrxuJsnMQgrvK46faY9d+5wtz2vZx59GJzlFQU5hTgtzSwpXa3oplBS1yL5x/vCmIKfCtReWfZ+FSVK0fynMEpL3SXHZwksqLocmk+RZU5KK600dFBBAoFWBNdZYw0aPHt1qX67xxRdf5FSnHAY5AggggAACCFRAgFsggAACCCCAAAIIIIAAAgggUD0CBDp11rNgXgQQKJvAhAkT7OWXX06c74ADDrCjjz46cQydCCBQPwJScXCNlK9LcVlSFJQjFee5YB7PPUmKgn283DwoqLDee7Uettu4TWzNzfpZ0YlO0SlLoSXkuZOVvHj5T+62f1zXsWCnZZ98apeOud2evnueRSdF+dFNftcwcVQ0f4V7hsz79z93e1t1vb7RPgrXXFj2/RUmSdF4KfbxPikuW3hJxeXQFHl6nkuSckVyBBBoh4AHOm288caJn/BTndL++yhxAjoRQKB8AsyEAAIIIIAAAggggAACCCCAAALZF2CHCCBQNQIEOlXNo2AhCCDQmsCMGTPsT3/6U2tdRW3jxo0rqlNBAAEEpOIgGylfl+KypCg4RyrOc0E9nnuSFAX9eLl5cFBhvXf/nrbH+E1trU1XMVnjK3xWoSYpNITk7yjJLv/JPTb7+vYFO326ND7J6el75plPKZP52y+S4qL5Ky5/49zhttr6LYOcfC+lkqRov1KYIyQfJ8VlCy+puByaTJJnTUkqrjd1UKg7ATbcfoF+/fqlnur05ptv2tSpU9s/OZ9AAAEEEEAAAQQQQAABBBBAoBMEmBIBBBBAAAEEEKiUAIFOlZLmPggg0G6BDz/80E477bTUz/3iF7+wbbfdNnUcAxCoQgGW1MkCUnGwjZSvS3FZUhSkIxXnueAezz1JioJ/vFwY3NS83rt/D9t9/Ka2xhf6We7lpyw1WHz1LCpFF7PLjrvbZt/w79zQxPzTZZ/ZpWPusKfufDE+HCrMEd5R2S9+elNUb5xl/2nb22pDWgY5+fo9+dqbJ0nRPqXYw/uluGzhJRWXQ1Pk53kuScoVyRFAoIMCfqrTl770pcRPe6DTM888kziGTgQQQAABBBBAAIGqEGARCCCAAAIIIIAAAggggAACZRIg0KlMkEzTGQLMWe8CEydOtEceeSSRYeutt7axY8cmjqETAQTqW0AqDrqR8nWpuCwpCtqR4jwX5OO5J0lREJCXmwcKFdZ7D4iDndbcdBXzl8JFpujqWVSKLt4ku/y4u23OjcnBTp8t+8wu+8Ed9tRd88zCOsI7ZArJzGThJZNCCiV/7zd1O1ttg5ZBTr72UklStD8pzBOSj5PisoWXVFwOTdE9Pc8lSbkiOQIILIdA9+7dU091WrRoEac6LYcxH0UAgWoSYC0IIIAAAggggAACCCCAAAIIIJB9AXaIQHkECHQqjyOzIIBAmQUefvhhO+uss1JnPfHEE61Hjx6p4xiAAAL1LSAVB99I+bqkpmAdKS5L+TwX7OO5J0lRMJCXC4Obmtf7DOxpu439gg0a1tf8NCc/bclCKXo3hFKDX8wL5n2X/r+7SgY7ffZpg13ygzvsX3e8GI0NF3+HFGaO5glzhYl9Hi/tN2U7G7BhP/P1efK15VLzeq5dUrQvKd67t0tx2cJLKi6HpiY3L3uS5BkJAQTKJHDMMcfY9ttvb5Yw37Rp02zOnDkJI+hCAAEEEEAAAQQQQAABBBBAAIGaEGCRCCCAAAIIINAmAQKd2sTEIAQQqLTAhAkT7P3330+87dFHH20HHHBA4hg6EUAg+wJt3aFUHIQj5euSmoJ2pLgs5fNc0I/nnqS4z8vNU2EgUZ/Ve9ruJ2xqa2yySuP8MvN3lPxi4SWTQgqly350l/3zpudDKf9u+KzBLv3BHfbkHS+aQrMUrlEyi7PGuskk2f5/3M4GbNQvCnJKWlthnySCnIwXAtUp4D9hl7Syjz/+mFOdkoDoQwABBBBAAAEEEMiMABtBAAEEEEAAAQQQQAABBFyAQCdXICGQXYGa3Nk555xjN9xwQ+LaBw0aZOPGjUscQycCCCDQXEBSUZOUr0uKAoV8gBSXpXzugUGSooAgL+eSBzZ5ytU9L6z3XX1l223cF2z1z/c1s4b47VlIXvWG3ElMXr/0h3fY4zfHwU7eHp3kdPsLPix8PmS5E5zC56Oit4Zy6LF9/29bGzCUICcnISGQFYEjjjjCdtlll8TtnHvuueanYSYOohMBBBBAIOsC7A8BBBBAAAEEEEAAAQQQQAABBLIvwA6DAIFOAYE3AghUj8Arr7xiZ5xxRuqCTj75ZNtggw1SxzEAAQQQaC4gqahJytcltSvYSYrHe3BT81QU7DRoZdtt/Ka2+sZ9zRTejcnL1jhHaAodFl6yS//3Tnv8luft0h/caf+67QXzvjAs9JlJoRYlL8fJQtO+v9/WBn6uZZCTr8NT8/V5XVIUuCXJpOKyhZcUt4di1F+Ye9mTJM9ICCDQiQJppzr5radMmeIZqaQAHQgggAACCCCAAAIIIIAAAgggkH0BdogAAgggUA8CBDrVw1NmjwjUkID/ZN3zz8cnmZRa9te//nUbM2ZMqW7aEUAAgVQBqTg4R8rXJRUF9UhxoQVhgwAAEABJREFUXYrzwgAhL+dSa8FEhW391oiDnQYO7WPRSUzRJSw15H5yU+OhTN5gDeEfP8npiVufj8d6q49rzHONoSkUG2yfydvYoGGrtvi5usL759aZyyU1BTmtsMIKTWUp3qcU5xZeksLVmlys8SXF7Y1VMgQQ6CSBkSNHmv/3T9L0F198sc2cOTNpCH0IIIAAAggggAACCCBQ7wLsHwEEEEAAAQQQQACBDAgQ6JSBh8gWEMiKwE033WRTp05N3U6lf7IudUEMQACBmhSQioN0pHxdUlNQjxSXpZZ5YdCQpBaBRt7vwUaevNxvzV622wmbmZ/sJMksvP0iKVc0CyWveYrKsvjVOEYKDVEy82zfyV+2NYatFgUq+T1yKXfPXL0wlxSNl/K5pDCfLPeS4rJUnDfvz9XJEUCgcwVGjRqVegNOdUolYgACCCCAAAKJAnQigAACCCCAAAIIIIAAAggggED1CyxvoFP175AVIoBATQh89tlnNnHixNS1epDTV7/61dRxDEAAAQTaIiDFQTy5sVK+Lqkp8EeKy1Kc54KGJEUBQ4X1UgFG3u5p1bV7m/+M3YChfcwaLLwaolOZGouhHjeH1lCOWkMe3o1FP/0pfCAatM/vtrE1NilfkJMU709SuKEV7d8KXlLcX9BEEQEEOllg3333tYMPPjjxLtdcc43dcsstiWPoRGA5BPgoAggggAACCCCAAAIIIIAAAghkX4AdIoAAAlUvQKBT1T8iFohAfQj4T9Y9+OCDiZvdbLPNzAOdEgfRiQACCLRTQCoO2pHydUlFwT5SXJeK81ygk+eSioKfvK15WiUKdtrMomCnMF7y+czCzcxfCheZomu4xCWvhooUCiF5kNOam/YvupcHUnlqfr9cXVI0XsrnkkyKk4WXpHC1qM3CS4rroRi9peJ61MjFzEBAoPMF2nKqU1tOx+z8lXIHBBBAAAEEEEAAAQQQQCCrAuwLAQQQQAABBBBAoKsFCHTq6ifA/RFAwGbPnm1nnnlmqsSJJ55offv2TR3HgCoUYEkIVLmAVBy8I+XrkoqCfqS4LqkpaEiKy7mAIs894KgweVthWm3dPrb7iV+0ARv1MT+lqcFPbIov5qc5efJjm7wp7mpsCQ37nr2NrbVZHOSUdI/C+0nxGqV8LuX3YuElKVytaL9W8JLi/oImigggUEGBXXfd1Q4//PDEO9500002ffr0xDF0IoAAAggggAACnSbAxAgggAACCCCAAAIIIIAAAgh0sgCBTp0M3JbpGYNAvQv4aU4LFy5MZPjOd75j3/zmNxPH0IkAAggsj4BUHMQj5euSioJ/pLguqWSwkxT35YKNCgOSvOztq67TOwp2GrhRX5OFV9NFoa6oIUwT8vAOBW/Zf9K2ttYX+1tuDp8nLUlqWqePlWRSPll4SQpXi9otvKS4HorRWyquR41cEECg4gKc6lRxcm6IQFkFmAwBBBBAAAEEEEAAAQQQQAABBLIvwA4RQKBzBQh06lxfZkcAgRSBv/zlL3b11VcnjlpllVVs7NixiWPoRAABBMohIBUH80j5uqSiICAprkuKgohyAUSetyV5oJKn6GSnkza3/hv28QOcrPESneqUK4fGqLjv2V+Ogpxy8/vncynX1jyXFK1PyudSfu0WXpLC1Yr2ZwUvKe4vaKKIQGcIMGcbBHbYYQf73ve+lzjy7rvvtksuuSRxDJ0IIIAAAggggAACCCCAAAIIdJEAt0UAAQQQQAABBJZLgECn5eLjwwggsDwCb731lp1++umpU5xyyik2bNiw1HEMQCDbAuyuUgJScVCPlK9LKgoGkuK6FOceZCQpCixqXvZ6LnlwUmG5/3p9bc9TtrQBG/U1szCXWdPVwksh7f+7bW2dLw2ITnLyz3vKzeG51z15OZckRWuRZFJxssaXpKgkFedRIxcEEKhKgdGjR0f/bictburUqUnd9CGAAAIIIIAAAghUrQALQwABBBBAAAEEEEAAAQQQSBIg0ClJh77aEWClNSngP1k3d+7cxLXvuuuudtxxxyWOoRMBBBAot4AUB/3k5pXydUlR0JD3SXFZyuceZCQpCkLwcmHyQCRPuTYve/J6//X62J4nb2H9N+gTnebUEK5+jFNDg9l+Z29r6245MApy8rG5z+RybyuVpPxapPw6pbhs4SUpXK1pX9b4ktSirbGLDAEEulBgyy23tDFjxiSu4KGHHrLzzz8/cQydCCCAQE0KsGgEEEAAAQQQQAABBBBAAAEEEMi+ADtEIEGAQKcEHLoQQKDzBO644w6bPHly6g3Gjx+fOoYBCCCAQGcISCqaVsrXJTUFAElxWcrnHnQkKQp2kuLc2wpTYZCSlz0NGNLP9j51axuwYT8Ls5mF6z6/3cbW23pQySAn/1zhvLmyFGYIyetSXJZkuZcUl6XiPNdPjgAC1S3gpzr17t27xSILG/xUp2XLlhU2UUYAAQQQQAABBBBAAAEEEEAAgQwIsAUEEEAAAQTqWYBAp3p++uwdgS4UmDhxYurdf/KTn9iIESNSxzEAAQQQaKNAu4dJcRBQ7oNSvi7JJEVdkqKylM89wKhUygUnee4pN87LAzfoZ18/dWvrP6SP7fzjL9rQHdduEeSUG988l9QiuErKr0nKly28JIWrRWu3gpekFm0F3RQRQKAKBIYNG5Z6qtM//vEP82CnKlguS0AAAQQQQAABBBBAoJIC3AsBBBBAAAEEEEAAAQQyLECgU4YfLltDoH0ClRt9xhln2MyZMxNvuPHGG9u4ceMSx9CJAAIIVEJAUtFtpHxdUlNAkBSXpeLcg5EkRQFIXs4lD2oqLOfqng/ccBXb5zfb2hYHb1gU5OR9uZT7bPNciu8lFa/DGl+SopJUnEeNXBBAoKYE/FSngQMHJq7ZA50WL16cOIZOBBBAAIF6E2C/CCCAAAIIIIAAAggggAACCCCQfYHs7pBAp+w+W3aGQFUKPPnkk+aBTmmLO/HEE23AgAFpw+hHAAEEKiIgxUFBuZtJ+bqkNgU7eUCSpKKAJw9a8nZPXvaUKw/aaNWiICdvb55y471dys8txWuSWuYWXpLC1ZrWbY0vSS3aGrvIEECgCgXWX3/91FOdnn76aU51au+zYzwCCCCAAAIIIIAAAggggAACCGRfgB0igAACCNSsAIFONfvoWDgCtSkwYcIEe/vttxMX/61vfcuOOOKIxDF0IoAAApUWkFR0Sylfl9QUICTFZall7gFJzZMHK3nKtXvZU2Hdy97myculktTynpKidUut51FnOy4MRQCB6hIYNWqUDR48OHFRfqpT2n9/JU5AJwIIIIAAAggggAACCNSdABtGAAEEEEAAAQQQQKBaBQh0qtYnw7oQyKDAZZddZpdeemnizlZeeeVa/sm6xL3RiQACtS8gxcFCuZ1I+bqkVoOdSgUltdZeGMjkZU/Nx3mbJ2+X4ntKpXNfqyTPitYXNTReJDX1NTaRIYBAjQisscYaqac6zZs3z6ZMmVIjO2KZCCCAAAII1IQAi0QAAQQQQAABBBBAAAEEEEAAgS4SqGCgUxftkNsigEBVCCxcuNAmTpyYupaTTz7ZNt9889RxDEAAAQS6SkBS0a2lfF1SFDAktS33YKW2pFxgU26spKKfwMu1ey7l723hJRXXQxNvBBDImICf6rTxxhsn7spPdXr55ZcTx9CJQPkEmAkBBBBAAAEEEEAAAQQQQAABBLIvwA4RQACBrhEg0Klr3LkrAnUn4D9Z98QTTyTu+2tf+5qNHTs2cQydCCCAQDUISCpahpSvS3FZUhT05AOluCypKEBJKq57oFLzoKbmdan4M1J+bqn1sjW+pLi/sRqtT1KuSl4pAe6DQJkF+vXrZ6NHj06c9a233uJUp0QhOhFAAAEEEEAAAQQQQACBMgswHQIIIIAAAggggECnCBDo1CmsTIoAAoUC9957r5155pmFTa2Wx40b12o7jfUlwG4RqBUBqThASMrXpbgsqSmYSGpZ9sAmKW73sidJJYOhpHyflP+cFJelfG7hJSlc47eUL8ctXBFAIEsCHuj0pS99KXFL06ZNs2eeeSZxDJ0IIIAAAggggEClBLgPAggggAACCCCAAAIIIIAAAh0RINCpI2pd9xnujEBNCvhP1n322WeJa//f//1f23vvvRPH0IkAAghUm4BUHDwkKQps8nVKcVlqPU8LavL+XJLUFPwkxfN5nxSXpTi38JIUrta0DgsvKW4Lxegtqag/auSCAAI1LdC9e/fUU50WLVpk/hN2Nb1RFo9A/QiwUwQQQAABBBBAAAEEEEAAAQQQyL4AO0QAgQ4IEOjUATQ+ggACbReYPHmy3X777YkfGDJkiHGaUyIRnQggUMUCklqsTsq3SXFZUhRcJJXOPXjJk5Qf43VPUtxWWJbiNknRGqTi3BuluM3LnqTiureREKg9AVbcmsAxxxxj22+/fWtdTW0e6DRnzpymOgUEEEAAAQQQQAABBBBAAAEEqleAlSGAAAIIIIAAAi0FCHRqaUILAgiUSeC5556z008/PXW2E0880dZaa63UcQxAAIE2CjCs4gJSy+AhKd8mxWVJrQY7NQ9e8nouSfnPeJuUr0uK9iqpaF5vlOI2L+eSpFyRHAEEMirgP2GXtLVPPvmEU52SgOhDAAEEEEAAAQRqSYC1IoAAAggggAACCCCAAAJ1KECgUx0+9HrfMvuvnMCECRPs9ddfT7zhQQcdZN/97ncTx9CJAAII1IKA1DKISMq3SYqCkXwvUlyWOp63No+3eZLkWVGSWrYVDaCCAAKZEDjiiCNsl112SdzLueeea7NmzUocQycCCCCQBQH2gAACCCCAAAIIIIAAAggggAAC2Rdgh/UnQKBT/T1zdoxARQSuueYa+8tf/pJ4r27duvGTdYlCdCKAQK0JSC2DiSQ1BTj5fiR5FiVJTX1SXJZK5/4hKd+fq3vuSYr7vFyYJBVWKSOAQMYF0k518u1PnTrVMxICCCCAAAIIIIAAAggggAACCGRbgN0hgAACCCCQOQECnTL3SNkQAl0v8MEHH9jEiRNTF3LyySfbNttskzqOAQgggEDlBTp+R6n1oCIp3y4pCnCSFN1IUlNdSi77B6T8GK97kuRZiyS13t5iIA0IIJAZgZEjR9rXv/71xP1cfPHFNnPmzMQxdCKAAAIIIIAAAgggkH0BdogAAggggAACCCCAAAK1JkCgU609MdaLQDUIpKzBf7LuscceSxy13XbbcZpTohCdCCBQywJS68FFkqKApsK9SXGblM870l/4mVxZUq5IjgACdSbQllOdpkyZUmcqbBcBBBBAoN0CfAABBBBAAAEEEEAAAQQQQAABBLIvUGM7JNCpxh4Yy0Wg2gVmzZplZ5xxRuoyx40bZ927d08dxwAEEECgVgUkRUFNklpsQVLJPh8slaff5yIhgEB9Cuyzzz528MEHJ27ef2r4lltuSRxDZ7IAvQgggAACCCCAAAIIIIAAAgggkN4dPLEAABAASURBVH0BdogAAgggUF0CBDpV1/NgNQjUvICf5vTxxx8n7uOYY46xb3zjG4lj6EQAAQSyJCCp5HYkNQU9SXG5tcFS3Cepte6oTVI0V1Tp+gsrQACBLhYYNWpU6go41SmViAEIIIAAAggggAACCCCQLEAvAggggAACCCCAAAIVFSDQqaLc3AyBbAtMmzbNbrzxxsRNrr322vxkXSTEBQEE6k1AansQkhSPlfJ5kpcUj0saQx8CCNSfwK677mqHH3544sZvvvlmmz59euIYOhFAAAEEEEBgeQT4LAIIIIAAAggggAACCCCAAAIIlFOgOgOdyrlD5kIAgYoIvPTSS3baaael3uuEE06wIUOGpI5jAAIIIJBVAal8QUlS+ebKqjf7QqDeBTjVqd6/ATWwf5aIAAIIIIAAAggggAACCCCAAALZF2CHCCCAQBkFCHQqIyZTIVDPAhMnTrR58+YlEuy77742evToxDF0IoAAAvUiIMVBSlKct2XfUjxWivO2fIYxtS3A6hFYXoEddtjBjj766MRp7rnnHrvkkksSx9CJAAIIIIAAAggggAACCCDQeQLMjAACCCCAAAIIINB2AQKd2m7FSAQQKCFwww03mP9sXYnupuZx48Y1lSkgUAYBpkAgUwJSHLwklc4ztWE2gwACFRPwU526deuWeL+pU6cm9tOJAAIIIIAAAgh0oQC3RgABBBBAAAEEEEAAAQQQQKBJgECnJoqsFdgPApURWLZsmU2YMCH1Zv6TdX6iQOpABiCAAAIIIIAAAgiUVWDLLbdMPVXzoYcesvPOO6+s92UyBBColAD3QQABBBBAAAEEEEAAAQQQQACB7AuwQwQQyAkQ6JSTIEcAgQ4JeJDTww8/nPhZ/8M1TnNKJKITAQQQQAABBDpLgHkjgdGjR1ufPn2icqmLn+rkQeyl+mlHAAEEEEAAAQQQQAABBBBAoGoFWBgCCCCAAAII1I0AgU5186jZKALlF3jsscfs9NNPT53Yg5x69+6dOo4BCCBQeQHuiAACCCBQHwLDhg1LPdVp9uzZ5sFO9SHCLhFAAAEEEEAAgfoSYLcIIIAAAggggAACCCCAQFYECHTKypNkH50hwJwpAn6a05IlSxJHHXnkkXbIIYckjqETAQQQQAABBBBAoPMF/FSn1VdfPfFGU6ZMscWLFyeOoRMBBBDIoABbQgABBBBAAAEEEEAAAQQQQACB7Auww4wIEOiUkQfJNhCotMCf//xnmz59euJtBw4caH6aU+IgOhFAAAEEEEAAAQQqIrD++uunnuo0d+7cVk51qsjyuAkCCCCAAAIIIIAAAggggAACCHSpADdHAAEEEECgNgQIdKqN58QqEagqgTfffNMmTpyYuqYTTjjBNt5449RxDEAAAQRqWoDFI4AAAjUk4Kc6rbfeeokr9p+vmz9/fuIYOhFAAAEEEEAAAQQQqDsBNowAAggggAACCCCAAAJVIUCgU1U8BhaBQG0J+E/WPffcc4mL3n333e1HP/qRJQ6iEwEEEEAAAQQQQKCiAoMGDUo91WnevHmc6lTRp8LNEEAAgWwIsAsEEEAAAQQQQAABBBBAAAEEEMi+QDXskECnangKrAGBGhK4/fbb7fe//33qivnJulQiBiCAAAIIIIAAAl0iMGrUKPv85z+feG8/1enll19OHENnuwQYjAACCCCAAAIIIIAAAggggAAC2RdghwgggAACFRAg0KkCyNwCgSwJ+GlOafs5/vjjbZdddkkbRj8CCCCAAAKNAmQIIFBJgX79+qWe6vTWW2/ZlClTKrks7oUAAggggAACCCCAAAKZF2CDCCCAAAIIIIAAAggsvwCBTstvyAwI1I3A6aefbvfdd1/ifjfddFMbO3Zs4hg62ynAcAQQQAABBBBAoMwCfqrTFltskTirn+r0zDPPJI6hEwEEEEAAAQTKKMBUCCCAAAIIIIAAAggggAACCCCQKlDzgU6pO2QAAgiUReCJJ56w0047LXUu/8m6/v37p45jAAIIIIAAAggggEDXCXTv3t082ClpBe+99x6nOiUB0VdxAW6IAAIIIIAAAggggAACCCCAAALZF2CHCCCAQJoAgU5pQvQjgEAk4D9Z984770TlUpdDDz3UDjvssFLdtCOAAAIIIIBA5wkwMwLtFjjmmGNs+PDhiZ/zU53mzJmTOIZOBBBAAAEEEEAAAQQQQACBiglwIwQQQAABBBBAoO4FCHSq+68AAAikC1xyySV2+eWXJw7s16+f+WlOiYPoRKDLBLgxAggggAACCLQmkHaq09KlS82DnVr7LG0IIIAAAggggED1CbAiBBBAAAEEEEAAAQQQQACBrAsQ6JT1J9yW/TEGgQQBP8XJT3NKGBJ1nXDCCbbZZptFZS4IIIAAAggggAACtSFwxBFH2IgRIxIXe+6559qsWbMSx9CJAAI1IsAyEUAAAQQQQAABBBBAAAEEEEAg+wLsEIGMCxDolPEHzPYQWF4BD3J66qmnEqfZaaed7Gc/+1niGDoRQAABBBBAAIFqF6jX9aWd6uQunOrkCiQEEEAAAQQQQAABBBBAAIEsCLAHBBBAAAEEEKhtAQKdavv5sXoEOlVg5syZduaZZ6beg5+sSyViAAJZEGAPCCCAAAIZFRg5cqR9/etfT9zdxRdfbPfcc0/iGDoRQAABBBBAAAEEMiHAJhBAAAEEEEAAAQQQQACBqhYg0KmqHw+Lqx2BbK7UT3NK29kPf/hD23PPPdOG0Y8AAggggAACCCBQxQKjR49OXR2nOqUSMQABBOpCgE0igAACCCCAAAIIIIAAAggggED2BdhhNQsQ6FTNT4e1IdCFApMmTbI777wzcQVDhw41TnNKJKITAQQQQAABBBCoCYF99tnHDj744MS1XnPNNXbLLbckjjF6EUAAAQQQQAABBBBAAAEEEEAg+wLsEAEEEEAAgS4UINCpC/G5NQLVKvDss8/axIkTU5fnQU5rrrlm6jgGIIAAAgjEAlwRQACBahZoy6lOU6ZMqeYtsDYEEEAAAQQQQAABBKpCgEUggAACCCCAAAIIIIBA5wkQ6NR5tsyMQM0K+E/WvfXWW4nrHzlypB111FGJY9rZyXAEEEAAAQQQQACBLhQYMWKEHX744YkruPnmm2369OmJY+hEAAEEEEAgRYBuBBBAAAEEEEAAAQQQQAABBBDIvkCn7ZBAp06jZWIEalPgqquusgsuuCBx8T169LCxY8cmjqETAQQQQAABBBBAoPYERo0albpoTnVKJVrOAXwcAQQQQAABBBBAAAEEEEAAAQSyL8AOEUAAAQQ6KkCgU0fl+BwCGRRYsmSJteUn60488UTbeuutMyjAlhBAAAEEql6ABSKAQKcK7LDDDnb00Ucn3uOee+6xSy65JHEMnQgggAACCCCAAAIIIIDAcgnwYQQQQAABBBBAAAEESggQ6FQChmYE6lHAf7Ju9uzZiVsfPnw4pzklCnVtJ3dHAAEEEEAAAQSWV8BPderWrVviNJzqlMhDJwIIIIAAAp0uwA0QQAABBBBAAAEEEEAAAQQQqFeBegp0qtdnzL4RaJPAgw8+aKeffnrq2HHjxtmKK66YOo4BCCCAAAIIIIAAArUpsOWWW9qYMWMSFz9r1iw777zzEsfQiUAXCnBrBBBAAAEEEEAAAQQQQAABBBDIvgA7RACBOhUg0KlOHzzbRqC5gJ/mtGzZsubNRfXvf//7tt9++xW1UUEAAQQQQACBWhNgvQikC/ipTn369EkcOHXqVEv778fECehEAAEEEEAAAQQQQAABBBDoRAGmRgABBBBAAAEEsilAoFM2nyu7QqBdAv7TIzfffHPiZ9Zbbz3z05wSB9GJQBYE2AMCCCCAAAII2LBhw2z06NGJErNnzzb/78jEQXQigAACCCCAAALVKsC6EEAAAQQQQAABBBBAAAEEalKAQKeafGxdt2junD2BefPmmZ/mlLYzD3LyYKe0cfQjgAACCCCAAAIIZEPAA51WX331xM34qU6LFy9OHEMnAgjUpgCrRgABBBBAAAEEEEAAAQQQQACB7AuwQwRqUYBAp1p8aqwZgTIKeJDTq6++mjij/1yd/2xd4iA6EUAAAQQQQACB+hGoi52uv/76qac6zZ071zzYqS5A2CQCCCCAAAIIIIAAAggggEC9CbBfBBBAAAEEEKhCAQKdqvChsCQEKiVw/fXX27nnnpt4O0n8ZF2iEJ0IINBSgBYEEEAAgawI+KlOaad6+s/XzZ8/PytbZh8IIIAAAggggAACbRZgIAIIIIAAAggggAACCCBQeQECnSpvzh3rXaBK9r906dI2/WTdCSecYMOHD6+SVbMMBBBAAAEEEEAAgUoKDBo0KPVUp5deeolTnSr5ULgXAgjUjgArRQABBBBAAAEEEEAAAQQQQACB7Auww4oLEOhUcXJuiEB1CPhP1v3tb39LXMzWW2/NaU6JQnQigAACCCCAAALZF/BTnT7/+c8nbtRPdfKAp8RBzTqpIoAAAggggAACCCCAAAIIIIBA9gXYIQIIIIAAAuUWINCp3KLMh0ANCDz66KM2ceLE1JWOHTvWevXqlTqOAQgggAACZRdgQgQQQKBqBPr27Zt6qpP/dN3UqVOrZs0sBAEEEEAAAQQQQACBGhFgmQgggAACCCCAAAIIINBOAQKd2gnGcASyIOBBTh9++GHiVo466igbOXJk4piu6+TOCCCAAAIIIIAAApUUGDVqlG2xxRaJt/RAp2eeeSZxDJ0IIIAAAgi0T4DRCCCAAAIIIIAAAggggAACCCCQfYH27ZBAp/Z5MRqBmhc4//zzbcaMGYn7WHPNNfnJukQhOhFAAAEEEEAAgfoS6N69e+qpTu+99575T9jVl0wX75bbI4AAAggggAACCCCAAAIIIIBA9gXYIQIIIIBAkQCBTkUcVBDItsDrr79ufppT2i7HjRtnQ4cOTRtGPwIIIIAAAlUtwOIQQKC8AkcffbQNHz48cVI/1WnOnDmJY+hEAAEEEEAAAQQQQAABBMopwFwIIIAAAggggAAC9SVAoFN9PW92W+cCEyZMsOeffz5RYc8997Qf/vCHiWPozIQAm0AAAQQQQAABBNot4D9hl/ShpUuXcqpTEhB9CCCAAAIIVF6AOyKAAAIIIIAAAggggAACCCCQKQECnVp9nDQikD2BW2+91f7whz+kbsxPc0odxAAEEEAAAQQQQACBuhQ44ogjbMSIEYl7P++882zWrFmJY+hEoHoEWAkCCCCAAAIIIIAAAggggAACCGRfgB0igECWBAh0ytLTZC8IJAj4aU4J3VHXz372M9tpp52iMhcEEEAAAQQQQMAgQKAVgbRTnfwj/hN2npMQQAABBBBAAAEEEEAAAQRqQIAlIoAAAggggAACNSRAoFMNPSyWikBHBSZOnGj3339/4sc322wz4zSnRCI6EWghQAMCCCCAAAL1KDBy5EjbZ599Erd+8cUX2z333JM4hk4EEEA7u1+CAAAQAElEQVQAAQQQQKBWBFgnAggggAACCCCAAAIIIIBA9QgQ6FQ9zyJrK2E/VSLw+OOPW1tOc/Igp1VXXbVKVs0yEEAAAQQQQAABBKpZgFOdqvnpsDYEKi7ADRFAAAEEEEAAAQQQQAABBBBAIPsC7BCBqhEg0KlqHgULQaBzBDzI6b333kuc/LDDDrNDDz00cQydCCCAAAIIIIAAAh0RyOZn/ESngw8+OHFz11xzjd18882JY+hEAAEEEEAAAQQQQAABBBBAIBsC7AIBBBBAAAEEKiVAoFOlpLkPAl0g4D8ZcsUVVyTeuX///vxkXaIQnQgg0KkCTI4AAgggULMCo0ePTl371KlTU8cwAAEEEEAAAQQQQKAOBNgiAggggAACCCCAAAIIIFAmAQKdygTJNAh0hsDyzLlgwYI2/WTd2LFjbdNNN12eW/FZBBBAAAEEEEAAgToUGDFihB1++OGJO/cTnaZPn544hk4EEEAAATMMEEAAAQQQQAABBBBAAAEEEEAg+wLssDwCBDqVx5FZEKg6gYkTJ9rTTz+duK5ddtnFjj/++MQxdCKAAAIIIIAAAgggUEqgLac6TZkypdTH29rOOAQQQAABBBBAAAEEEEAAAQQQyL4AO0QAAQQQQKBNAgQ6tYmJQQjUlsDdd99tZ511Vuqix40blzqGAQgggAAC1S7A+hBAAIGuExg+fLgdffTRiQu455577JJLLkkcQycCCCCAAAIIIIAAAgikCdCPAAIIIIAAAggggAACLkCgkyuQEMiYwIQJE1J39KMf/ch233331HE1P4ANIIAAAggggAACCHSqgJ/qtOKKKybeg1OdEnnoRAABBBAohwBzIIAAAggggAACCCCAAAIIIIBA9gXCDgl0Cgi8EciSwNlnn21+olPSnjbeeGPjNKckIfoQQAABBBBAAAEE2iqwxRZbmAc7JY2fNWuWnXfeeUlD6OtkAaZHAAEEEEAAAQQQQAABBBBAAIHsC7BDBBBAoB4ECHSqh6fMHutGYO7cudaW05w8yGnQoEF148JGEUAAAQQQSBGgGwEEllNg1KhR1rdv38RZ/FSnZcuWJY6hEwEEEEAAAQQQQAABBBDoRAGmRgABBBBAAAEEEMiAAIFOGXiIbAGBnIAHOS1YsCBXbTU/5JBD7Mgjj2y1j0YEWhegFQEEEEAAAQQQSBYYNmxY6qlOc+bMMQ92Sp6JXgQQQAABBBDoOgHujAACCCCAAAIIIIAAAggggED1CxDotLzPiM8jUCUCV155pV100UWJq+nduzc/WZcoRCcCCCCAAAIIIIBARwX8VKe0U0OnTp1qixcv7ugt+BwCXSvA3RFAAAEEEEAAAQQQQAABBBBAIPsC7BABBKpegECnqn9ELBCBdAH/wyI/zSltpP9k3ZZbbpk2jH4EEEAAAQQQQKDdAnwAgfXXX9882ClJYu7cuZzqlAREHwIIIIAAAggggAACCCBQ5QIsDwEEEEAAAQQQ6GoBAp26+glwfwTKIOBBTv/85z8TZ9phhx04zSlRiE4EOlWAyRFAAAEEEKgLgdGjR5sHPCVt1k91mj9/ftIQ+hBAAAEEEEAAgVoVYN0IIIAAAggggAACCCCAAAKdLECgUycDM31bBBizPAKzZs0yD3RKm8NPc1phBf6VT3OiHwEEEEAAAQQQQKDjAv7TdWmnOr300kvmwU4dvwufRACB2hVg5QgggAACCCCAAAIIIIAAAgggkH0BdohA5woQ9dC5vsyOQKcL/O53v0u9h//N+n333Td1HAMQQAABBBBAAAEEulAgI7f2//YcNmxY4m6mTJliHvCUOIhOBBBAAAEEEEAAAQQQQAABBLIowJ4QQAABBBBAYLkECHRaLj4+jEDXClxzzTV29dVXJy5iyJAhNnbs2MQxdCKAAAK1IMAaEUAAAQRqQ6Bv376WdqqT/3QdpzrVxvNklQgggAACCCCAQKUFuB8CCCCAAAIIIIAAAgggkCRAoFOSDn0IVLlAwWlOJVfqP1k3ePDgkv10IIAAAggggAACCCBQbgE/1WmLLbZInNZPdZo7d27iGDoRQAABBFoI0IAAAggggAACCCCAAAIIIIAAAtkXYIcJAgQ6JeDQhUA1C0yaNMkeeuihxCXuv//+dswxxySOoRMBBBBAAAEEEEAAgXILrLjiiubBTknzLl682Mp/qlPSHelDAAEEEEAAAQQQQAABBBBAAIFsCLALBBBAAIF6FiDQqZ6fPnuvWYHXX3/d2nKa03HHHVeze2ThCCCAAAKdIMCUCCCAQAUFjj76aBs+fHjiHf1Upzlz5iSOoRMBBBBAAAEEEEAAAQTaKcBwBBBAAAEEEEAAAQQyLECgU4YfLlvLroAHOb388suJG/S/Qb/zzjsnjqGzWIAaAggggAACCCCAQHkF/L9Jk2ZctmyZTZs2LWkIfQgggAACCJRdgAkRQAABBBBAAAEEEEAAAQQQQKB2Bdoa6FS7O2TlCGRM4JFHHkk9zWn11Ve3H//4xxnbOdtBAAEEEEAAAQQQqDWBww8/3EaMGJG47D//+c/25JNPJo6hs6IC3AwBBBBAAAEEEEAAAQQQQAABBLIvwA4RQACBmhUg0KlmHx0Lr1cBP83p008/Tdy+BzlttNFGiWPoRAABBBBAAIGOCPAZBBBor8CoUaMSP7J06VLzYKfEQXQigAACCCCAAAIIIIAAAhUV4GYIIIAAAggggAAC1SpAoFO1PhnWhUArAtdee61dccUVrfTkm7baais77rjj8g2UEKikAPdCAAEEEEAAAQSaCYwcOdL22WefZq3FVQ90evHFF4sbqSGAAAIIIIBA9QqwMgQQQAABBBBAAAEEEEAAAQS6SIBApwrCcysEllfAT3NKm8ODnHr06JE2jH4EEEAAAQQQQAABBComcMwxxyTea+HChfaXv/wlcQydCNSSAGtFAAEEEEAAAQQQQAABBBBAAIHsC7BDBBDoGgECnbrGnbsi0G6B//u//7P7778/8XP777+/HX744Ylj6EQAAQQQQAABBLpYgNvXoYD/d+oee+yRuHM/1Wn+/PmJY+hEAAEEEEAAAQQQQAABBBCoGQEWigACCCCAAAIIdIoAgU6dwsqkCJRX4K233rK2nuZU3jszGwIIVF6AOyKAAAIIIJBNgaOOOipxY6+99hqnOiUK0YkAAggggAAC2RJgNwgggAACCCCAAAIIIIAAAh0RINCpI2p8pusE6vTOHuT04osvJu5+9OjRtvPOOyeOoRMBBBBAAAEEEEAAga4S+OY3v2lf+9rXEm/vpzq9//77iWPoRACBOhFgmwgggAACCCCAAAIIIIAAAgggkH0BdohABwQIdOoAGh9BoJICjz32WOppTquvvrr9+Mc/ruSyuBcCCCCAAAIIIIBAFwrU6q2/+93vJi792WefNQ92ShxEJwIIIIAAAggggAACCCCAAAJ1IsA2EUAAAQQQQKClAIFOLU1oQaCqBPw0p08++SRxTR7ktNFGGyWOoRMBBBCoIwG2igACCCBQpQLf+c537Mtf/nLi6v7yl78k9tOJAAIIIIAAAggggECjABkCCCCAAAIIIIAAAgjUoQCBTnX40Nly7Qhcf/31dumllyYueKuttrLjjjsucUxxJzUEEEAAAQQQQAABBLpO4Kijjkq8+ezZsznVKVGITgQQQKCtAoxDAAEEEEAAAQQQQAABBBBAAIHsC9TfDgl0qr9nzo5rSMBPc0pbrgc59ejRI20Y/QgggAACCCCAAAIIVIWA/3zdZpttlriWipzqlLgCOhFAAAEEEEAAAQQQQAABBBBAIBMCbAIBBBBAIHMCBDpl7pGyoawI/OlPf7L77rsvcTv777+/HX744Ylj6EQAAQQQQKAjAnwGAQQQ6CyB7t27mwc7Jc3/wAMP2JVXXpk0hD4EEEAAAQQQQAABBBAogwBTIIAAAggggAACCCBQawIEOtXaE2O9dSNwwQUXpO7VT3NKHcSAzhBgTgQQQAABBBBAAIHlEPBAp6FDhybOwKlOiTx0IoAAAghURoC7IIAAAggggAACCCCAAAIIIIBAlQl0QqBTle2Q5SBQgwLTp083/1vsSUsfPXq07bzzzklD6EMAAQQQQAABBBBAoCoF+vbtm3qq0+2332433XRTVa6fReUEyBFAAAEEEEAAAQQQQAABBBBAIPsC7BABBBCoLgECnarrebAaBCKBCy+8MMpLXVZffXX78Y9/XKqbdgQQQAABBBCoBgHWgEBGBT755BNbuHDhcqf//u//tgMPPNB22mmnksmD/xeW4V61PEdGv0ZsCwEEEEAAAQQQQACB7AiwEwQQQAABBBBAAIGKChDoVFFuboZAusA999xjN954Y+LAY4891jbaaKPEMXQiUO0CrA8BBBBAAAEEalfg+eeft+VNCxYssBNOOMHOOuuskumQQw5Z7vss7zq78vNvvvlm7X5JWDkCCCCAAAKNAmQIIIAAAggggAACCCCAAAIIlFOAQKdyapZvLmaqY4G005z8Zz6OPPLIOhZi6wgggAACCCCAAAIIIIBAZgTYCAIIIIAAAggggAACCCCAAAIIZF+AHSKAQBkFCHQqIyZTIbC8ArNnz7aLLroocRoPcuI0p0QiOhFAAAEEEEAgMwJsBAEEEEAAAQQQQAABBBBAAAEEsi/ADhFAAAEEEEAAgbYLEOjUditGItDpAmmnOfkCPNDJcxICCCBgECCAAAIIIIAAAggggAACCCCAQPYF2CECCCCAAAIIIIAAAggggECTAIFOTRQUsiZQa/uZN2+eXXDBBYnL/s53vmNbbbVV4hg6EUAAAQQQQAABBBBAAAEEEKgnAfaKAAIIIIAAAggggAACCCCAAALZF2CHCOQECHTKSZAj0MUCHuS0aNGixFUceeSRif10IoAAAggggAACCCDQTIAqAggggAACCCCAAAIIIIAAAghkX4AdIoAAAgggUDcCBDrVzaNmo9Us4AFOF154YeISDzjgANt5550Tx9CJAAIIINBeAcYjgAACCCCAAAIIIIAAAggggED2BdghAggggAACCCCAAAIIZEWAQKesPEn2UdMCfpqT/3Rd0iaOPPLIpO7O6WNWBBBAAAEEEEAAAQQQQAABBBDIvgA7RAABBBBAAAEEEEAAAQQQQACB7AtkZIcEOmXkQbKN2hZIO81pxIgR9o1vfKO2N8nqEUAAAQQQQAABBBCoUQGWjQACCCCAAAIIIIAAAggggAAC2RdghwgggAACtSFAoFNtPCdWmWGBiy66yGbPnp24Q05zSuShEwEEEECgawW4OwIIIIAAAggggAACCCCAAAIIZF+AHSKAAAIIIIAAAgggUBUCBDpVxWNgEfUskHaa09Zbb21HHHFEPRPV+N5ZPgIIIIAAAggggAACCCCAAAIIZF+AHSKAAAIIIIAAAggggAACCCCAQCUEujbQqRI75B4IVLHAjTfeaPfcc0/iCjnNKZGHTgQQQAABBBBAAAEE2e+UkwAAEABJREFUEKgFAdaIAAIIIIAAAggggAACCCCAAALZF2CHCCCAQAUECHSqADK3QKCUQNppTkOHDjUCnUrp0Y4AAggggEB2BNgJAggggAACCCCAAAIIIIAAAghkX4AdIoAAAggggAACCCy/AIFOy2/IDAh0SOCBBx6w6dOnJ372f/7nf6xPnz6JY+hEoA4E2CICCCCAAAIIIIAAAggggAACCGRfgB0igAACCCCAAAIIIIAAAgggkCpAoFMqUbUPYH21KnDBBRckLn3QoEGc5pQoRCcCCCCAAAIIIIAAAgggUE8C7BUBBBBAAAEEEEAAAQQQQAABBLIvwA4RQCBNgECnNCH6EegEgVdeecWuvPLKxJn9J+vWXnvtxDF0IoAAAggggAACCDQKkCGAAAIIIIAAAggggAACCCCAQPYF2CECCCCAAAII1L0AgU51/xUAoCsE/CfrlixZUvLWPXr04DSnkjp0IIBARwT4DAIIIIAAAggggAACCCCAAAIIZF+AHSKAAAIIIIAAAggggAACWRcg0CnrT5j9tUWg4mNmzJiReE8/zWmTTTZJHEMnAggggAACCCCAAAIIIIAAAgi0S4DBCCCAAAIIIIAAAggggAACCCCQfQF2mHEBAp0y/oDZXvUJ3HfffXb//fcnLuy//uu/EvvpRAABBBBAAAEEEECg/ALMiAACCCCAAAIIIIAAAggggAAC2RdghwgggAACCNS2AIFOtf38WH0NCvjP1iUte/jw4TZixIikIfQhgAACCHSFAPdEAAEEEGgSuO222+zYY49tkSZNmmQffvhh07hyFl555RU7/vjjW9zztNNOs/fff7+ct2IuBBBAAAEEEEAAgXoWYO8IIIAAAggggAACCCBQ1QIEOlX142FxWRNYtGiRpQU6HXTQQTW5bRaNAAIIIIAAAgggUD8CO+20k2288cYtNjx37lz761//ag0NDS36lqfho48+smuvvdbee++9oml69uxp/t/PvXv3LmqnggACCCDQeQLMjAACCCCAAAIIIIAAAggggAAC2Reo5h0S6FTNT4e1ZU7Ag5xef/31kvvq0aNH9Ac1JQfQgQACCCCAAAIIIIBAFQisvPLK0X+3Ng8w8gCnu+66y1599dWyrvKBBx6wp556qsWce++9tw0dOrRFexc2cGsEEEAAAQQQQAABBBBAAAEEEMi+ADtEAAEEEOhCAQKduhCfW9efwIwZMxI37X8bfcMNN0wcQycCCCCAAAK1K8DKEUAgSwJDhgyxPfbYo8WW/NQlP33JT2Fq0dmBBv/Juttvv73FKVF+opSfLCWpA7PyEQQQQAABBBBAAAEEEOg8AWZGAAEEEEAAAQQQQKDzBAh06jxbZkagSGD27Nl28803F7U1r3igU/M26nUkwFYRQAABBBBAAIEaEpBkHmjkAUfNl+2nL/kpTM3b21v3YCkPmvLgqcLP9uvXzw4++GDzk6UK2ykjgAACCCBQEwIsEgEEEEAAAQQQQAABBBBAAAEEOixQM4FOHd4hH0SgSgT8Z+uSljJs2LDoD2uSxtCHAAIIIIAAAggggEA1CXig0f777289e/YsWpb/hJ2fwuSnMRV1tLPiwVIeNFX4MUm222672frrr1/YTDlDAmwFAQQQQAABBBBAAAEEEEAAAQSyL8AOEUAAgY4KEOjUUTk+h0A7BPwPetrys3WS2jErQxFAAAEEEECgDgXYMgJVJzB06FAbMWJEi3X5KUw33nijLV26tEVfWxo8SMqDpfy/pQvH+18Q2HHHHU3iv50LXSgjgAACCCCAAAIIIIBApgTYDAIIIIAAAggggEAJAQKdSsDQjEA5BTzI6emnn06ckp+tS+ShE4E2CjAMAQQQQAABBCotIMUnLG244YYtbv3444/brFmzWrSnNfCTdWlC9COAAAIIIFDvAuwfAQQQQAABBBBAAAEEEECgXgUIdKqnJ89eu0wg7Wfr9tprL9t66627bH3cGAEEEEAAAQQQQACB5RHo3bu3eeB+az9hd/PNN9sbb7zRrukfeeQRa+0n6/bbbz8bPHhwu+ZiMAJ1KcCmEUAAAQQQQAABBBBAAAEEEEAg+wLsEIE6FSDQqU4fPNuunMDzzz9vaYFO/odClVsRd0IAAQQQQAABBOpbgN13jkCpn7BbuHChXXvttW3+CTsPivLgqOY/Wbf55pvb8OHDO2fxzIoAAggggAACCCCAAAIIIJA5ATaEAAIIIIAAAtkUINApm8+VXVWRgAc5ffLJJyVXNGjQoOhvv5ccQAcCCCBQWQHuhgACCCCAQIcEJNkuu+zS6olL/hN2jz32WOq8S5cujYKiPDiqcHD//v1t5MiR1r1798JmyggggAACCCCAAAIdF+CTCCCAAAIIIIAAAggggEBNChDoVJOPjUV3nUD77zxjxozED/lpTgMGDEgcQycCCCCAAAIIIIAAArUg0K9fPzv44INbBCT56UzXX3+9zZ8/P3Ebs2bNMg+KKhwkyb7xjW+Y/wWBwva0st/zxRdftKuuusp+8Ytf2A9/+EM79thjozRq1Cg78cQT7cILL4x+Iu/TTz9Nm65N/e+++67ddddddtppp9lPf/rT6F65e/74xz+O1uHreeGFF6xc92zTwhiEAAIdEOAjCCCAAAIIIIAAAggggAACCCCQfQF2WIsCBDrV4lNjzTUjcOedd9rf/va3xPV6oFPiADoRQAABBBBAAAEEEKg2gYT1DBs2zHbaaacWI9555x274YYbSgb4lPrJuh122MG+/OUvt5ivVIMHOD366KM2btw4mzhxot19993mc3/88cdNH/nss8/s7bfftoceesgmT54cBSXdcccdbf55vaaJGguvv/66nX766dE9r776avNApsWLFzf2xtn7778frcPX44FQP//5z+3ee+/t8D3jWbkigAACCCCAAAIIIIAAAggg0IkCTI0AAggggEAVChDoVIUPhSVlR8B/ti5pN9tuu63tvvvuSUPoQwABBBCoQQGWjAACCNSzgCTbc889W/0Ju9mzZ9s//vGPFjx+utHNN99sCxcuLOrzU5y+/vWvW7du3YraS1Xee++9KHDp/PPPNz9dqdS45u0ffPCB+X+7//a3v42CkZr3l6p7UNXMmTPNP/f888+b10uNbd7ugVCXX365nXXWWbZgwYLm3dQRQAABBBBAAAEEakCAJSKAAAIIIIAAAggggEDlBQh0qrw5d6wTAf9Dmrb8bF2dcBRukzICCCCAAAIIIIBAxgVK/YTdsmXL7JZbbmkR0OTBTx4EVcjSvXt389NPBw4cWNhcsuynNp1xxhn29NNPlxyT1uEnM02aNMnmzZuXNjTqnzNnThQgtXTp0qjekYv/vN4f//hH+89//tORj/MZBBBAoJoFWBsCCCCAAAIIIIAAAggggAACCGRfoOI7JNCp4uTcsF4E/G92+89hlNrviiuuGP3BTal+2hFAAAEEEEAAAQQQqGWBz3/+8+Y/O9d8Dx5MdN999zWdfuR/QcCDnzwIqnDs8OHDbfPNNy9sKln2IKFzzz3X5s+f32JMr169bMcdd7Qf/vCH5j8Z5z8xd8opp9gBBxxga665Zovxvp4LL7wwNfDI73XVVVe1+Om53P2+//3vRyc9+f08/eQnP7HddtvNvD++af7qJvfcc4+150So/KcpIYAAAggggAACCCCAAAIIIIBA9QqwMgQQQACBcgsQ6FRuUeZDoFHg3nvvbSy1nvnfTv/c5z7XeietCCCAAAII1LsA+0cAgZoXWGGFFcx/dm7ttddusZf77rvPXn755Siw58477zQP9Ckc5J/Za6+92vSTdX6a0pVXXtliDr//LrvsYhMmTLDDDjvMNt10U1t11VVtlVVWMZ9/7733tl/84hc2atQo69u3b+Hto7kuvfRS++ijj4raCyuPPPKIvfPOO4VNttVWW9lvfvOb6H5bbrmlDRgwILqf33PjjTe2Qw45JOr3cUUfDBU/0ar5fKGZNwIIIIAAAggggAAC2RZgdwgggAACCCCAAAIItFNghXaOZzgCCLRRwE90Shrqf3CT1E8fAkkC9CGAAAIIIIAAArUg4IFFBx54oPnP0BWu9/3337ebb77ZnnzySXvggQcKu6Kx/hkPEirqKFF54oknonkKu/1+RxxxhH3zm9+0nj17FnYVlSXZFltsYX7a0qBBg4r6nnrqKfOfpitqbKx8/PHH9u9//7uxFmcePHXooYe2emJTPCK++olO3/72t80Dn+KW+OqnUjWfM+7higACCCBQzwLsHQEEEEAAAQQQQAABBBBAAAEEigWyGOhUvENqCHSBwGOPPWb+By5Jt/afz0jqpw8BBBBAAAEEEEAAgSwIbLbZZq3+hJ0HOf35z39ucWqS/9ydf6Yte/cTl/x0qOY/e7fvvvua//SdpLZMY2uttZZ5kJIHSOU+4D8j53N/+OGHuaam3O+7YMGCproX1l9//RYnQ3l7a2nllVe2Pffc0/znrAv7n3322cIq5XQBRiCAAAIIIIAAAggggAACCCCAQPYF2CECCCBQJECgUxEHFQTKI5B2mpP/4c1GG21UnpsxCwIIIIAAAggg0KoAjQhUh4D/hFxrP2HnwUl+slPhKgcPHmwepOSfKWwvVX7ttdds3rx5Rd1+stJXvvIVk9oW5JT7sJ+w5Kc75eqe+/yevJyW3n333RZBW0mfWXfddW3gwIG2xhpr2DbbbBPte7vttrPPPvss6WP0IYAAAggggAACCCCAAALNBKgigAACCCCAAAL1JUCgU309b3ZbIYF777038U6c5pTIQycClRHgLggggAACCCBQMYFVV13V9t9//+hn6Urd1E9TOvjgg61fv36lhrRof/7551sEF3mwUt++fVuMTWvo1q2bffGLXywa5j9R5ydPFTWGiv8cnu8pFJvezzzzjPn/HeAnQTU1JhT886eeeqr98pe/tKOPPtr222+/6Ofs2hrklTA1XQgggAACCCBQKEAZAQQQQAABBBBAAAEEEEAgUwIEOmXqcZZvM8zUcQH/W+lpJzoR6NRxXz6JAAIIIIAAAgggUJsCm2++efRzcqVWv/vuu9uwYcNKdbdo9xOhnnvuuaJ2/ym4z3/+80Vt7amss8461qdPn6KPvPrqq+b3Kmzs0aOH+elThW0e4HTttdfaxIkTzX/KurWfvCscTxmBahFgHQgggAACCCCAAAIIIIAAAgggkH0BdohAlgQIdMrS02QvVSFw22232QcffFByLf7zFHvssUfJfjoQQAABBBBAAAEEqkaAhZRRwE9M2muvvcx/Wq75tBtuuKHttttu7fq5uY8++sjeeecdK3yttNJK9umnn9qiRYs6lHwuP63J81zye/i9cvVcvv3221vv3r1z1abcf0rv3HPPtR/96Ed2wgkn2FVXXWVz585tESzV9AEKCCCAAAIIIIAAAggggAACXS3A/RFAAAEEEECghgQIdKqhh8VSa0PgrrvuSlyon+bkf6pGC1UAABAASURBVMiTOIhOBBBAoCYEWCQCCCCAAALtExgwYICtv/76LT605ZZbtho01GJgQYMHNPlPyxU0RX/h4Pe//7397Gc/61D61a9+ZQsWLCic0vwefq+ixlBZb731bM8990wMzvK57r77bvvd735nP/jBD+wXv/iF3XrrrTZ//nzzE6DCNLwRQAABBBBAAIEaEGCJCCCAAAIIIIAAAggggED1CBDoVD3PgpVkRODee++Nd1Li6oFOJbpoRgABBBBAAAEEEEAAgTYKLFy4MApsauPwDg/z01r9Xs0nkBSdQuWnta6wQvr/ae2BTW+88YZdd911dtJJJ0WBWFdffXUU9NR8buoIIFBjAiwXAQQQQAABBBBAAAEEEEAAAQSyL8AOq0Yg/f8bWzVLZSEIVL/Av/71r+hnKZJW6n/rO6mfPgQQQAABBBBAAAEEsiSQ5b34Sa0HHnigHXfcceY/vyepzdt97733zE+DPfnkk23atGnm9TZ/mIEIIIAAAggggAACCCCAAAIIVJkAy0EAAQQQQKBSAgQ6VUqa+9SFwG233Za4z0033dSGDRuWOIZOBBBAAIG6EmCzCCCAAAI1LiDJNt54Y/v5z39uEyZMsAMOOMAGDhzY5l35SU+zZ8+2M844w/zEpzZ/kIEIIIAAAggggAACtSTAWhFAAAEEEEAAAQQQQKBMAgQ6lQmSaRBwgTvuuMOzkomfrStJU6KDZgQQQAABBBBAAAEEWhdYaaWVbMUVVyzq/NznPme///3v7ZxzzilbOvvss2399dcvuk+pymqrrWZ77723/eY3v7GzzjrLjjnmGNt6662tR48epT7S1D5//ny77LLL7MMPP2xqo4AAAgjUjwA7RQABBBBAAAEEEEAAAQQQQACB7AuUZ4cEOpXHkVkQsKVLl9rMmTMTJfbaa6/EfjoRQAABBBBAAAEEEECgbQK9evUyD3YqHP3OO+9UTaBQnz59oiAnD3by4Ktc4NNWW21l3bt3L1x2U/m5556zJ598sqneVKCAAAIIIIAAAggggAACCCCAAALZF2CHCCCAAAJtEiDQqU1MDEIgXcB/tm7ZsmUlB/ofZhDoVJKHDgQQQAABBDoswAcRQKA+BXr27NniJ+KWLFliCxYsqEqQXODTsccea5MnT7Zvf/vbLU568p+xe+KJJ8zzqtwEi0IAAQQQQAABBBBAoAsFuDUCCCCAAAIIIIAAAi6wgl9ICCCw/AIe6JQ0i/9sXfO/cZ40nj4EyiTANAgggAACCCCAQCYF/Ofg1lprraK9ffzxxzZ37tyitvZUnn/+efvpT39q48ePt2nTptmVV15pjz/+eHR6a24eD0Lyn5l78MEH7ZJLLrHf/va3dsopp7QrwKpbt272la98xQ499FCTlJs6yhcuXGi+j6jCBQEEEEAAgbYLMBIBBBBAAAEEEEAAAQQQQACBuhCo80CnunjGbLJCAmmBTnvxs3UVehLcBgEEEEAAAQQQQKBeBDbZZJMWgUJ///vf7d133203wWeffWYPPfSQLV682P7zn//Y7Nmz7Z577rGHH37YPDApN6Eku/322+2iiy6y+++/31566SV766237PXXX88NaXPugVr+E3xt/gADl0OAjyKAAAIIIIAAAggggAACCCCAQPYF2CECCNSDAIFO9fCU2WOnCzz77LP2wgsvJN6HQKdEHjoRQAABBBBAoCsFuDcCNSqwwQYbmAcLFS7/jTfesLvuusv85KXC9rSyn+bkQVKF4yTZVlttZSusUPx/Om+88caFw6J7PfLII/bpp58Wtbel0nydfgrsiiuu2JaPMgYBBBBAAAEEEEAAAQQQaJ8AoxFAAAEEEEAAgQwIFP9/azOwIbaAQFcIpJ3mNHjwYNtss826YmncEwEEyiDAFAgggAACCCBQnQJ9+/a1HXfcscXi/CSmO+64IwpAatHZSoOf4HTZZZfZRx99VNTrgVR+alRRY6gMHTrUBgwYEEr5t58A9Y9//KPN9/SgqAceeMA++OCD/CShtP766xuBTgGCNwIIIIAAAl0gwC0RQAABBBBAAAEEEEAAAQSqX4BAp+p/RtW+QtYXBPxvb4es5JvTnErS0IEAAggggAACCCCAwHIJbLvttrbhhhsWzeE/Q3fttdfahRdeaO+//35RX2HFT1OaO3eunX322S1+es6DjUaMGGG9e/cu/EhU7t+/v2255ZZROXdZtmxZdD8PsFq6dGmuudXc+2fMmBH99F3hgH79+kUnSBW2UUagigRYCgIIIIAAAggggAACCCCAAAIIZF+AHSJQ9QIEOlX9I2KBtSAwZ86cxGUS6JTIQycCCCCAAAIIIJABAbbQVQIeiPTNb37TPEiocA0exDRr1iz7+c9/buedd549+uijNn/+fFu0aFGUe9/pp59ukyZNsgULFhR+NCrvsMMOJYOOJNkuu+xigwYNisbmLrkAppNOOsk8kOmpp56yhQsXRvdcGPInn3zSrrrqKvP+1n5e76tf/WqLn+LLzU2OAAIIIIAAAggggAACCCBQDQKsAQEEEEAAAQS6WoBAp65+Aty/5gU++eQT8z+wSNrI9ttvn9RNHwIIIJB9AXaIAAIIIIBAJwoMGTLEvvvd77YIdvJbevDR3//+dzv//POjAKOf/exnUX7BBRfYCy+80OpPzW2zzTZ20EEHWbdu3XyKVtPAgQOjMd27d2/R/+6779rtt99ukydPjgKt/J4ecPX73//e7r77bvP+5h/yn8jbY489TFLzLuoIIIAAAggggEDtCLBSBBBAAAEEEEAAAQQQQKCTBQh06mRgps++QNppTmuuuaatvfbaiRB0IoAAAggggAACCCCAwPIJDBs2zH784x8v1397S7LddtvNjjzySFt55ZVTF+Q/X3fssce2+vN2qR9uHCDJvvKVr9j3v//9Nt2z8WNkCCBQowIsGwEEEEAAAQQQQAABBBBAAAEEsi/ADjtXgECnzvVl9joQSAt02nrrretAgS0igAACCCCAAAIIILDcAss9wVprrWXjx4+3//7v/7bVVlutXfMNGTIkCpQaOXKktXZKU6nJvvjFL0YnRH35y1+2FVZo3/+J7X8h4kc/+pEdccQR1rNnz1K3oB0BBBBAAAEEEEAAAQQQQACBLAmwFwQQQAABBJZLoH3/X9jluhUfRiCbArNnz07c2FZbbZXYTycCCCCAAAJtE2AUAggggEBbBDxIaeedd7YJEybY2LFjoxOa1l9//RanLvXt29c23HBDO+SQQ+w3v/lNNHbjjTfu0E/HeVDV9773PTvzzDPtf/7nf8z/ssOAAQNaBEw1v+fJJ59sw4YN69A922LBGAQQQAABBBBAAIFaFGDNCCCAAAIIIIAAAgggkCRAoFOSDn0ItEEg7UQnAp3agFiOIcyBAAIIIIAAAgggUBMC/rNw55xzjhWmPfbYo+xrl2QbbLBBFMjkpzydffbZRff0oKSf//znUSDUwIEDyxJs1Lt3b9t+++3tmGOOsd/+9rf2hz/8odPvWXY4JkQAAQSqXYD1IYAAAggggAACCCCAAAIIIIBA9gUSdkigUwIOXQi0RSDtRCf/29xtmYcxCCCAAAIIIIAAAggggMDyCvB5BBBAAAEEEEAAAQQQQAABBBDIvgA7RAABBOpZgECnen767H25BZ5++mn7+OOPS86z+uqr2+DBg0v204EAAggggAACFRXgZggggAACCCCAAAIIIIAAAgggkH0BdogAAggggAACCCCQYQECnTL8cNla5wuknebEz9Z1/jPgDuUUYC4EEEAAAQQQQAABBBBAAAEEEMi+ADtEAAEEEEAAAQQQQAABBBBAoHYFCHRq67NjHAKtCMyZM6eV1nwTP1uXt6CEAAIIIIAAAggggAACCNSEAItEAAEEEEAAAQQQQAABBBBAAIHsC7BDBBCoWQECnWr20bHwahBIC3TiRKdqeEqsAQEEEEAAAQTKKcBcCCCAAAIIIIAAAggggAACCCCQfQF2iAACCCCAAAIIVKsAgU7V+mRYV00I8NN1NfGYWCQClRTgXggggAACCCCAAAIIIIAAAgggkH0BdogAAggggAACCCCAAAIIINBFAgQ6dRF8fd42W7t+9dVXbcGCBSU31b9/f9tggw1K9tOBAAIIIIAAAggggAACCCCAQDYF2BUCCCCAAAIIIIAAAggggAACCGRfgB0i0DUCK3TNbbkrArUvwGlOtf8M2QECCCCAAAIIINAlAtwUAQQQQAABBBBAAAEEEEAAAQSyL8AOEUAAAQQQQKBTBAh06hRWJq0HgTlz5iRuc6uttkrspxMBBBBAoHUBWhFAAAEEEEAAAQQQQAABBBBAIPsC7BABBBBAAAEEEEAAAQQQ6IgAgU4dUeMzCASBtECnrbfeOowq+5sJEUAAAQQQQAABBBBAAAEEEEAg+wLsEAEEEEAAAQQQQAABBBBAAAEEsi/ADjsgQKBTB9D4CAIuwE/XuQIJAQQQQAABBBBAAIGuEOCeCCCAAAIIIIAAAggggAACCCCQfQF2iAACCCCAQEsBAp1amtCCQKrAokWL7MUXXyw5rl+/fjZ06NCS/XQggAACCCDQqQJMjgACCCCAAAIIIIAAAggggAAC2RdghwgggAACCCCAAAII1KEAgU51+NDZ8vILpJ3mxM/WLb9xZ87A3AgggAACCCCAAAIIIIAAAgggkH0BdogAAggggAACCCCAAAIIIIAAAtkTaB7olL0dsiMEOkHgpZdeSpx1q622SuynEwEEEEAAAQQQQAABBBDoYgFujwACCCCAAAIIIIAAAggggAAC2RdghwgggEDmBAh0ytwjZUOVEJg3b17ibTbccMPEfjoRQAABBBBAoNoFWB8CCCCAAAIIIIAAAggggAACCGRfgB0igAACCCCAAAII1JoAgU619sRYb1UIpJ3oNHjw4KpYJ4tAoNMEmBgBBBBAAAEEEEAAAQQQQAABBLIvwA4RQAABBBBAAAEEEEAAAQQQqDIBAp064YEwZfYF0k50ItAp+98BdogAAggggAACCCCAAAIIIIAAAggggAACCCCAAAIIIIAAAtkXYIcIIFBdAgQ6VdfzYDU1IsCJTjXyoFgmAggggAACCHSlAPdGAAEEEEAAAQQQQAABBBBAAIHsC7BDBBBAAAEEEECgogIEOlWUm5tlRSDpRKdevXrZgAEDsrJV9oEAAp0mwMQIIIAAAggggAACCCCAAAIIIJB9AXaIAAIIIIAAAggggAACCCBQTgECncqpyVzlE6jimV555RX77LPPSq5wvfXWK9lHBwIIIIAAAggggAACCCCAAAIIFAhQRAABBBBAAAEEEEAAAQQQQACB7AuwQwTKKECgUxkxmao+BJJOc3KBwYMHe0ZCAAEEEEAAAQQQQGC5BZgAAQQQQAABBBBAAAEEEEAAAQSyL8AOEUAAAQQQQKDtAgQ6td2KkQhEAi+99FKUl7oQ6FRKhnYEEECg7AJMiAACCCCAAAIJQ1znAAAQAElEQVQIIIAAAggggAAC2RdghwgggAACCCCAAAIIIIBAkwCBTk0UFBBom0DtnOjUtv0wCgEEEEAAAQQQQAABBBBAAAEEalmAtSOAAAIIIIAAAggggAACCCCAQPYF2GFOgECnnAQ5Am0U4ESnNkIxDAEEEEAAAQQQQCCzAsOGDbNqTr/73e/sqKOOilMr+eLFi6t6/TlbTovN7L9CbAwBBBBAAAEEEEAAAQQQQKDcAsyHAAIIIFA3AgQ61c2jZqPlEuBEp3JJMg8CCCCAQDUIsAYEEECgvQIrrbSS9e7du6rTggUL7PHHHy+ZPNCp2veQW197nw/jEUAAAQQQQAABBBBoTYA2BBBAAAEEEEAAAQSyIkCgU1aeJPuomAAnOlWMuhpuxBoQQAABBBBAAAEEalBg5ZVXTlz1Bx98kNhPJwIIIIBA3QmwYQQQQAABBBBAAAEEEEAAAQQQqBGB5Qh0qpEdskwEyixAoFOZQZkOAQQQQAABBBBAAIEyC/Tq1Stxxg8//DCxn87mAtQRQAABBBBAAAEEEEAAAQQQQCD7AuwQAQQQqA0BAp1q4zmxyioReP311+2TTz4puZrVVlvN+vTpU7KfDgQQQAABBBDIoABbQgCBqhNIO9GJQKeqe2QsCAEEEEAAAQQQQACB6hdghQgggAACCCCAAAJVIUCgU1U8BhZRKwKc5lQrT4p1VpMAa0EAAQQQQAABBCotwIlOlRbnfggggAACCJhhgAACCCCAAAIIIIAAAggggEAlBAh0qoRy6XvQU2MC8+bNS1zx4MGDE/vpRAABBBBAAAEEEEAAgc4X4ESnzjfmDu0W4AMIIIAAAggggAACCCCAAAIIIJB9AXaIAAIVECDQqQLI3CI7ApzolJ1nyU4QQAABBBBAoJoEWAsC5RUg0Km8nsyGAAIIIIAAAggggAACCJRHgFkQQAABBBBAAIHlFyDQafkNmaGOBDjRqY4eNltFoJoEWAsCCCCAAAIItEuAn65rFxeDEUAAAQQQQKBaBFgHAggggAACCCCAAAIIIIBAqgCBTqlEDKh2gUqujxOdKqnNvRBAAAEEEEAAAQQQ6JgAJzp1zI1PIVDtAqwPAQQQQAABBBBAAAEEEEAAAQSyL8AOEUgTINApTYh+BAoEFi1aVFBrWRw8eHDLRloQQAABBBBAAAEEEOh8Ae5QIMCJTgUYFBFAAAEEEEAAAQQQQAABBLIkwF4QQAABBBCoewECner+KwBAewQ+/PDDxOFpf6CS+GE6EUAAAQQ6UYCpEUAAAQTqSYATnerpabNXBBBAAAEEEECgUIAyAggggAACCCCAAAIIZF2AQKesP2H2V1aBDz74IHG+tD9QSfxwV3ZybwQQQAABBBBAAAEEMiSQ9hcQ0v67PkMUbAUBBBAoFqCGAAIIIIAAAggggAACCCCAAALZF8j4Dgl0yvgDZnvlFeBEp/J6MhsCCCCAAAIIIIAAAp0hkPYXEEr9d31nrIU5EUAAAQQQQAABBBBAAAEEEECgugRYDQIIIIBAbQsQ6FTbz4/VV1gg7Q9E0v7meIWXy+0QQAABBBAopwBzIYAAAjUjkPbf5Wn/XV8zG2WhCCCAAAIIIIAAAgiUX4AZEUAAAQQQQAABBBCoagECnar68bC4ahNI+wORtL85Xm37YT3lFGAuBBBAAAEEEEAAgWoRSPvv8rT/rq+WfbAOBBBAAIFqFGBNCCCAAAIIIIAAAggggAACCCDQlQKVCXTqyh1ybwTKKJD2ByJpf3O8jEthKgQQQAABBBBAAAEEECghkPbf5Wn/XV9iWprbIsAYBBBAAAEEEEAAAQQQQAABBBDIvgA7RAABBLpQgECnLsTn1rUl8NFHH9lnn31WctHdunWzlVZayXghgAACCCCAAAKlBGhHAIHKCHCiU2WcuQsCCCCAAAIIIIAAAgi0LkArAggggAACCCCAQOcJEOjUebbMnDGBtL/1nfa3xjPGwXYQ6AwB5kQAAQQQQAABBMoiQKBTWRiZBAEEEEAAgc4SYF4EEEAAAQQQQAABBBBAAAEEOixAoFOH6Sr9Qe7X1QJpgU5pf5jS1evn/ggggAACCCDw/9m7DwA5iiv/468IxhgMJuccRM5ZIokcRA42NsYcYII5+382wQkjwDkhwBjhdDiffU6HbXLOOSqRhETOSSKJMP/3q56SSs3srnY1uzvT8x3163pVPdPh07PN3e27WgQQQKBTBHr6f0Lo6X+27xQnrhMBBBBAAAEEEEAAgWoKcFUIIIAAAggggAACVRag0KnKd5dra6pAT78M6emXKU09GXaGQH8IsE8EEEAAAQQQQKAiAj39PyH09D/bV4SBy0AAAQQQQKCxAKMIIIAAAggggAACCCCAAAIItLEAhU6zePN4GwJvvPFGtwg9/TKl2w+zEQEEEEAAAQQQQAABBJomMPfcc3e7r3feeafb7WzsbAGuHgEEEEAAAQQQQAABBBBAAAEEqi/AFSKAQPsKUOjUvveOMx9ggZ7+v76Z0WmAbwiHQwABBBBAAIHBEOCYCCCAAAIIIIAAAggggAACCCBQfQGuEAEEEEAAAQQQaFkBCp1a9tZwYq0mQKFTq90RzgeBVhTgnBBAAAEEEEAAAQQQQAABBBBAoPoCXCECCCCAAAIIIIAAAggggMBgCVDoNFjynXjcNr/mngqd+NN1bX6DOX0EEEAAAQQQQAABBBBAAIHmCLAXBBBAAAEEEEAAAQQQQAABBBCovgBXiMAgCVDoNEjwHLb9BHoqdOJP17XfPeWMEUAAAQQQQACBwRDgmAgggAACCCCAAAIIIIAAAgggUH0BrhABBBBAAAEE+keAQqf+cWWvFRR44403ur0qZnTqloeNCCCAwKwK8D4EEEAAAQQQQAABBBBAAAEEEKi+AFeIAAIIIIAAAggggAACCPRJgEKnPrHxoU4UaI0ZnTpRnmtGAAEEEEAAAQQQQAABBBBAoNMEuF4EEEAAAQQQQAABBBBAAAEEEKi+AFfYFwEKnfqixmc6UqCnQidmdOrIrwUXjQACCCCAAAIIIDAYAhwTAQQQQAABBBBAAAEEEEAAAQSqL8AVIoAAAggg0ECAQqcGKAwh0Eigp0Knj3zkI40+xhgCCCCAAAIDLsABEUAAAQQQQAABBBBAAAEEEECg+gJcIQIIIIAAAggggAACnShAoVMn3nWuuU8Cb7zxRrefY0anbnlaaSPnggACCCCAAAIIIIAAAggggAAC1RfgChFAAAEEEEAAAQQQQAABBBBAoIICpUKnCl4hl4QAAggggAACCCCAAAIIIIAAAiUBuggggAACCCCAAAIIIIAAAgggUH0BrhABBBCongCFTtW7p1wRAggggAACCCCAwOwK8HkEEEAAAQQQQAABBBBAAAEEEKi+AFeIAAIIIIAAAggg0HYCFDq13S3jhBFAAIHBF+AMEEAAAQQQQAABBBBAAAEEEECg+gJcIQIIIIAAAggggAACCCCAAAKtJkChU/PvCHtEAAEEEEAAAQQQQAABBBBAAIHqC3CFCCCAAAIIIIAAAggggAACCCBQfQGuEAEEWkyAQqcWuyGcDgIIIIAAAggggAAC1RDgKhBAAAEEEEAAAQQQQAABBBBAoPoCXCECCCCAAAIIIDCwAhQ6Daw3R0MAAQQQQKAQYI0AAggggAACCCCAAAIIIIAAAtUX4AoRQAABBBBAAAEEEEAAAQSaKkChU1M52VmzBNgPAggggAACCCCAAAIIIIAAAghUX4ArRAABBBBAAAEEEEAAAQQQQACB6gtwhQg0U4BCp2Zqsi8EEEAAAQQQQAABBBBAoHkC7AkBBBBAAAEEEEAAAQQQQAABBKovwBUigAACCCCAQC8EKHTqBRZvRQABBBBAAIFWEuBcEEAAAQQQQAABBBBAAAEEEECg+gJcIQIIIIAAAggggAACCCAwQ4BCpxkWZAhUS4CrQQABBBBAAAEEEEAAAQQQQACB6gtwhQgggAACCCCAAAIIIIAAAgggUH0BrnC6AIVO0ylIEEAAAQQQQAABBBBAAAEEBlpgypQp9uCDDzY90nV01fbHMV999dWuDsc4AggggAACCCCAAAIIIIAAAgj0owC7RgABBBDoHAEKnTrnXnOlCCCAAAIIIIBAWYA+AgggMOgCH/3oR+0zn/mMDRkypKnR04U1+3iHHnqoLbjggj0dlu0IIIAAAggggAACCAyGAMdEAAEEEEAAAQQQQKAyAhQ6VeZWciEIINB8AfaIAAIIIIAAAgggMBAC3/zmNwfiMP16jCpcQ78CsXMEEECgpQU4OQQQQAABBBBAAAEEEEAAAQQQaBeBvhc6tcsVcp4IIIAAAggggAACCCCAAAItLTB8+HA7+uijW/ocuzu5I4880nbaaafu3tLe2zh7BBBAAAEEEEAAAQQQQAABBBCovgBXiAACCLSJAIVObXKjOE0EEEAAAQQQQACB1hTgrBBAoDkCmhFpoYUWas7OBnAv+tN7OvcBPCSHQgABBBBAAAEEEEAAgUEQ4JAIIIAAAggggAACrSFAoVNr3AfOAgEEEKiqANeFAAIIIIAAAgjMksCiiy5q7VgwpHNeYoklZukaeRMCCCCAAAIVFuDSEEAAAQQQQAABBBBAAAEEEBgQAQqdBoS5q4MwjgACCCCAAAIIIIAAAgggkASOO+4423bbbVO35duhQ4fa5z//+ZY/T06wFQQ4BwQQQAABBBBAAAEEEEAAAQQQqL4AV4gAAgMhQKHTQChzDAQQQAABBBBAAAEEEOhagC0IZAKaISnrtnTaTufa0pCcHAIIIIAAAggggAACCHSGAFeJAAIIIIAAAgg0QYBCpyYgsgsEEEAAAQT6U4B9I4AAAggg0EkCw4YNs+OPP77lL/nYY4+17bbbruXPkxNEAAEEEEAAgfYR4EwRQAABBBBAAAEEEEAAAQR6FqDQqWcj3tHaApwdAggggAACCCCAAAIIVExAMyUtvvjiLXtViyyyiOkcW/YEOTEEqinAVSGAAAIIIIAAAggggAACCCCAQPUFuEIEehSg0KlHIt6AAAIIIIAAAggggAACCLS6QLXOb8EFF2zpQiIVOS288MLVQudqEEAAAQQQQAABBBBAAAEE2kCAU0QAAQQQQAABCp34DiCAAAIIIIBA9QW4QgQQQACBthM46qijbMcdd2y5895+++3tmGOOabnz4oQQQAABBBBAAAEEzAwEBBBAAAEEEEAAAQQQqLwAhU6Vv8VcIAI9C/AOBBBAAAEEEEAAAQRaUUAzJ7XaebXiObWaEeeDAAKtK8CZIYAAAggggAACCCCAAAIIIIBA9QWqfoUUOlX9DnN9CCCAAAIIIIAAAggggECbCmy++eb2xS9+caDOvsfjfP7zn7etttqqx/fxBgQQQAABBBBAAAEEEEAAAQQQaFkBTgwBBBBAoM0FKHRq8xvI6SOAAAIIIIAAAgMjwFEQQACBwRHQDErLLrvs4Bw8O+qSSy5pFfMhbQAAEABJREFUOpdsiBQBBBBAAAEEEEAAgQoKcEkIIIAAAggggAACCLS2AIVOrX1/ODsEEGgXAc4TAQQQQAABBBBAoF8E5p133pYoMFKR00c/+tF+uUZ2igACCCDQRgKcKgIIIIAAAggggAACCCCAAAIIDKrAgBQ6DeoVcnAEEEAAAQQQQAABBBBAAIG2FjjssMNst912G7Rr2Hnnne2II44YtOO304E5VwQQQAABBBBAAAEEEEAAAQQQqL4AV4gAAggMpgCFToOpz7ERQAABBBBAAAEEOkmAa0UAgdkQ0IxKs/Hx2froYB57tk6cDyOAAAIIIIAAAggggMBgCHBMBBBAAAEEEEAAgX4UoNCpH3HZNQIIIIBAbwR4LwIIIIAAAggg0LXARhttZCeffHLXb+inLSeccIJtuumm/bR3dosAAggggEAnCnDNCCCAAAIIIIAAAggggAACCPRdgEKnvtsN7Cc5GgIIIIAAAggggAACCCDQ4QKaWWmllVYaMIXll1/edMwBOyAHQkACBAIIIIAAAggggAACCCCAAAIIVF+AK0QAgT4LUOjUZzo+iAACCCCAAAIIIIAAAgMtwPE6W2CuueYa0MIjFTnNM888nY3O1SOAAAIIIIAAAggggAACgyDAIRFAAAEEEEAAga4EKHTqSoZxBBBAAAEE2k+AM0YAAQQQQKDyAocccojtvffe/X6de+yxhx166KH9fhwOgAACCCCAAAII9EGAjyCAAAIIIIAAAggggAACHStAoVPH3vpOvHCuGQEEEEAAAQQQQAABBKogoJmW+vs6BuIY/X0N7B+BzhXgyhFAAAEEEEAAAQQQQAABBBBAoPoCXGGnClDo1Kl3nutGAAEEEEAAAQQQQACBzhSowFWvs846dsopp/TblXzlK1+xDTbYoN/2z44RQAABBBBAAAEEEEAAAQQQ6HcBDoAAAggggEBFBSh0quiN5bIQQAABBBBAoG8CfAoBBBBAoD0ETj/9dBsyZEjTT3aVVVYxZnNqOis7RAABBBBAAAEEWk6AE0IAAQQQQAABBBBAAIH2FKDQqT3vG2eNwGAJcFwEEEAAAQQQQAABBFpG4Iwzzmj6uajIaY45+F+Vmw7LDhFAoN0EOF8EEEAAAQQQQAABBBBAAAEEEKi+QFteIf/X27a8bZw0AggggAACCCCAAAIIIIDAgQceaAcccEDTIPbdd1/7+Mc/Pgv74y0IIIAAAggggAACCCCAAAIIIFB9Aa4QAQQQQKAVBSh0asW7wjkhgAACCCCAAALtLMC5I4AAAgMooBmYmnW4Zu6rWefEfhBAAAEEEEAAAQQQaFkBTgwBBBBAAAEEEEAAgUEQoNBpENA5JAIIdLYAV48AAggggAACCCDQPIEhQ4bY6aefPts7PPXUU22ttdaa7f2wAwQQQAABBJIALQIIIIAAAggggAACCCCAAAIINF+g1Qqdmn+F7BEBBBBAAAEEEEAAAQQQQKDSAqeccoqts846fb7GNddc00aOHNnnz/PBPgnwIQQQQAABBBBAAAEEEEAAAQQQqL4AV4gAAgg0XYBCp6aTskMEEEAAAQQQQAABBGZXgM8jgEBvBWbnz87Nzmd7e568HwEEEEAAAQQQQAABBBCYIUCGAAIIIIAAAggg0FsBCp16K8b7EUAAAQQGX4AzQAABBBBAAAEESgJ77723HXLIIaXRnrsHHXSQ7bfffj2/kXcggAACCCCAwMALcEQEEEAAAQQQQAABBBBAAAEESgIUOpVAqtDlGhBAAAEEEEAAAQQQQACBThTQzExzzTVXry5dn+nVB3gzAi0kwKkggAACCCCAAAIIIIAAAggggED1BbhCBBCYWYBCp5k96CGAAAIIIIAAAggggEA1BLiKDhRYaaWVrDeFS3rvaqut1oFSXDICCCCAAAIIIIAAAgggUBkBLgQBBBBAAAEEOkyAQqcOu+FcLgIIIIAAAoUAawQQQAABBKopcPLJJ9uGG27Y48Wtt9569rWvfa3H9/EGBBBAAAEEEECgvQU4ewQQQAABBBBAAAEEEECgWgIUOlXrfnI1zRJgPwgggAACCCCAAAIIINC2ApqpqaeTn5X39LQPtiOAQAUEuAQEEEAAAQQQQAABBBBAAAEEEKi+AFdYKQEKnSp1O7kYBBBAAAEEEEAAAQQQQKB5Au26p913390OO+ywLk//U5/6lI0YMaLL7WxAAAEEEEAAAQQQQAABBBBAoJMEuFYEEEAAAQTaSYBCp3a6W5wrAggggAACCLSSAOeCAAIIINDCApqxad555/3AGX7oQx8ybfvABgYQQAABBBBAAAEEEGgswCgCCCCAAAIIIIAAAgi0kACFTi10MzgVBKolwNUggAACCCCAAAIIIDB4Assuu2zDgiYVOa2wwgqDd2IcGQEEEKicABeEAAIIIIAAAggggAACCCCAAALVF2idK6TQqXXuBWeCAAIIIIAAAggggAACCCDQRIEvfvGLtvnmm0/f48Ybb2wnnnji9P6AJBwEAQQQQAABBBBAAAEEEEAAAQSqL8AVIoAAAggMmACFTgNGzYEQQAABBBBAAAEEygL0EUAAgf4W0AxO6Rh5nsZoEUAAAQQQQAABBBBAoP8FOAICCCCAAAIIIIAAAs0SoNCpWZLsBwEEEGi+AHtEAAEEEEAAAQQQmE2BHXfc0Y466ig7/PDDbZdddrFarTY9ZnPXfBwBBBBAAIFmCbAfBBBAAAEEEEAAAQQQQAABBBCYRYE2LnSaxSvkbQgggAACCCCAAAIIIIAAAh0pkIqazjjjDFOUEdL28jj9VhPgfBBAAAEEEEAAAQQQQAABBBBAoPoCXCECCCAwawIUOs2aE+9CAAEEEEAAAQQQQKA1BTgrBBCYPkNTKlxKbaJZfPHFbemll07dD7Tp/eX2A29kAAEEEEAAAQQQQAABBBAYLAGOiwACCCCAAAIIIBAFKHSKDKwQQAABBKoqwHUhgAACCCCAQLUFVJzUX1fYn/vur3NmvwgggAACCHSqANeNAAIIIIAAAggggAACCCDQGQIUOnXGfe7qKhlHAAEEEEAAAQQQQAABBNpWYFYLkfS+RjErF67Pzcr7eA8CLS7A6SGAAAIIIIAAAggggAACCCCAQPUFuEIEOkKAQqeOuM1cJAIIIIAAAggggAACCHQtwJZ2E1DxkaKr89a2PJr1vq72wzgCCCCAAAIIIIAAAggggEA7CHCOCCCAAAIIIFAFAQqdqnAXuQYEEEAAAQT6U4B9I4AAAggg0CICqXipq9NptD2NddXm+0rvycfyvKft+XvJEUAAAQQQQACBthPghBFAAAEEEEAAAQQQQACBNhCg0KkNbhKn2NoCnB0CCCCAAAIIIIAAAgj0v4CKjBodReMp0vbUV5vGumr1nhTpPamvNo3lbVfj+XvIEUCgegJcEQIIIIAAAggggAACCCCAAAIIVF+AK2x9AQqdWv8ecYYIIIAAAggggAACCCCAQKsL9Ov5dVVYVB5XX5FORvmsRPn9qa9Wn1dbjq7Gy++jjwACCCCAAAIIIIAAAggggECFBLgUBBBAAAEEBl2AQqdBvwWcAAIIIIAAAghUX4ArRAABBBDoq0CjgiKNKdI+lSvUVzs7ke9DuSLtT3keGs/75AgggAACCCCAAAKdLsD1I4AAAggggAACCCCAQH8LUOjU38LsHwEEehbgHQgggAACCCCAAAIINBBoVEiUjylX6KNqmxn5PpUrtH+1eTQay7eTI4AAAghkAqQIIIAAAggggAACCCCAAAIIIFB9gX6+Qgqd+hmY3SOAAAIIIIAAAggggAACCPReoFEBUT6WcrWN4v3337c0rrxR5NtTXm515hpTq8hz9RWNxjTe2+D9CCCAAAIIIIAAAggggAACCCBQfQGuEAEEEEBg9gQodJo9Pz6NAAIIIIAAAgggMDACHAUBBDpIoFHhUBpT25tQgVN6/5/+62r78xevmakAKm2b1Va3Qe9Vm0ejsXw7OQIIIIAAAggggAACCMySAG9CAAEEEEAAAQQQQKBbAQqduuVhIwIIINAuApwnAggggAACCCBQDYFywZD6Cl1do1ZjKVJRk9py/OmL19i4Syfb2Esm2f9+6Rorb1df+0mt8hTdHVvbUuj9KadFAAEEEECgfwTYKwIIIIAAAggggAACCCCAAAKdLdAZhU6dfY+5egQQQAABBBBAAAEEEECgLQTKhUJ5P+Vqy5EXJylX6D2p/cuJ19m4SydZrf5PxU5/9bH8PXqvQmOKPFc/hSCVq1XkeaO+xogBFOBQCCCAAAIIIIAAAggggAACCCBQfQGuEAEEOlqAQqeOvv1cPAIIIIAAAggggEAnCXCtCLSyQHcFQ2mb2q5ChUkp9J6U/+Wk623spZP90oOlf+aZip3+dvL102d2yj+jz6rfVZi/tM2buOS5Bsp9jREIIIAAAggggAACCCCAwEAJcBwEEEAAAQQQQKDKAhQ6Vfnucm0IIIAAAr0R4L0IIIAAAgggMEgC5cKgvJ9ytSl0milv1KpQSfHXk2+wsZdMNqvFT3hTzOkUB3xs7MWT7B9fvmGmYqdG+9NY3EPNP1+P1FerSO9Rrij3NUYggAACCCCAQEsIcBIIIIAAAggggAACCCCAAAJtLEChUxvfvIE9dY6GAAIIIIAAAggggAACCDRfoFwQlPeVNwoVMfUUf//qTTb+ssctTD/l4LlCA8G8o8XGXTLZLvzqjdOLnbrbb6Nz0ZjVX3muoXJfYwQCrS/AGSKAAAIIIIAAAggggAACCCCAQPUFuEIE2leAQqf2vXecOQIIIIAAAggggAACCAy0AMdrqkC5ECjvK1fogGq7inJh0nvvvWcqchp78WSLn9EOYtTqMzqpU0uTOsX36L0Xfu1G02fL+4v7qM/iVM7jnurblCv0HrUpyv00TosAAggggAACCCCAAAIIINDCApwaAggggAACCLSsAIVOLXtrODEEEEAAAQTaT4AzRgABBBBAYFYFygVAeV+5QvtS2yhSQZK2pVyFSheecquNu/Rx/2iwEDw8s1CsgicK87a+WAjB9Bp38WP272/cMlOxU75v5Y1Cn03jyhXqq01R7qdxWgQQQAABBBBAoF0FOG8EEEAAAQQQQAABBBBAYLAEKHQaLHmO24kCXDMCCCCAAAIIIIAAAgi4QLnwJ+8rV/jb4mxLysuhwiaNqc3jwm/camMunmz+Qf94zRsPz6xWrNRT+BvSEt9TdGo29t+TYrFTvk/l6VhqG0XcOzM7iYFAAIFCgDUCCCCAAAIIIIAAAggggAACCFRfgCscJAEKnQYJnsMigAACCCCAAAIIIIAAAp0oUKvFqqPpl67CodRRrlBfbTlUdKTQuNo8/nnqbTbukseLGZrqszSFECxoZ/VV8J7CvK0vFkIwMw8tno+/eLJdNPJWy/etPD+m8nKYv9KYp3FRPyb1VblfH6ZBAAEEEEAAAQQQQAABBBBAoIICXBICCCCAAHmtV4oAABAASURBVAL9I0ChU/+4slcEEEAAAQQQQKBvAnwKAQQQqLBAudAn7ytX6PLVlqNcbKR+in+ddruNuegxq6mGSiu1vqO4D28bzujk43qb3uNpfVKnWtzHuH9NsotP+2Cxk46n96dWeR7aT+orV6ivNkW5n8ZpEUAAAQQQQAABBDpMgMtFAAEEEEAAAQQQQACBPglQ6NQnNj6EAAKDJcBxEUAAAQQQQAABBNpToFzgk/eVK3RlasuRCovyVrlCRU5jL3rc4qRMwcyCr3xRG0KwYP6qr3b6wqamsGI0rkOIG30oWAgKMwtm4/412S49/baZZnbSeemYeas8D/NX6nsaF/VjUl+V+/VhGgQQQACBTIAUAQQQQAABBBBAAAEEEEAAAQSqL9CXK6TQqS9qfAYBBBBAAAEEEEAAAQQQQGCWBcqFPXlfuUI7U1uOcmGR+in+fcYddv+/H7Oa/4tLzUyf95USb+IWz812/PzGttMXNomhPL7fD/qB9/s+im01G/PPR+3SM/pW7OS7jsdXq4jHUVKPcr8+PKsN70MAAQQQQAABBBBAAAEEEEAAgeoLcIUIIIAAAg0EKHRqgMIQAggggAACCCCAQDsLcO4IINBKAuWCnryvXKHzVVsOFTRpLG+VK/79zTttzL8ftxD0aV9piRFXGvRtwYJnO/7nxrbz/9vUs2LZyfMdPr9J3BaCvyOGb/PWF9OGEFfBxv5zsl32zdt7PbOTzjuF1V/q19PYlPtxkBUCCCCAAAIIIIAAAgjMogBvQwABBBBAAAEEEOhEAQqdOvGuc80IINDZAlw9AggggAACCCAwQALlQp68r1yhU1FbDhUzaSxvlSsu+taddv+/JvtHa3G2prhSGkMr3+SLPj/8cxvZzv81o8jJh+Oise19m94TB/xjVqtpibuLK++rHXvho30qdor79dX0Y5Ry7/rxdGBlBAIIIIAAAk0WYHcIIIAAAggggAACCCCAAAIIVFCAQqfSTaWLAAIIIIAAAggggAACCCAw+wJ5cY/2lveVK9K48jxUzKS+2nJc9O277P5/PmZxxiVfW1AWzLTE0Mr8FWyHz21ku35pM88bL7t8aXMb/rmNi43aTwzv+i7MdxhC0NrTYCp2uuLbdzCzk1XnxZUggAACCCCAAAIIIIAAAggggED1BbhCBBCongCFTtW7p1wRAggggAACCCCAAAKzK8DnEZgtARUp5TvI+8oV2q62HCps0lhqU66+ipzuu3CyaQ4kjdc8S62npgmY1Fcy/NgNui1y0vEVu5ywuW137Eamz+iz2kfcl69if3prdv8/JtoV3+l9sZOOE/cVd66eDqerKHKttV0tgQACCCCAAAIIIIAAAggMoACHQgABBBBAAAEE2k6AQqe2u2WcMAIIIIDA4AtwBggggAACCCDQlUC5YCfvK1fos2rLoWImjaktx8XfudtU5KTPhrgKcbalEIL3PLTECDb82A1ttxM39/FZW3b196rYKYRgvpgFLVp5eCfEsPi6/+8T7crv3jnTzE7pXNO5qy2HPpzGlCvUV5ui3E/jtAgggAACCCAwWAIcFwEEEEAAAQQQQAABBBBAoNUEKHRqtTtShfPhGhBAAAEEEEAAAQQQQKAjBcqFOnlfuUIwasuhYiGNpTbl6l/83bvtnv+bpI/GKOZC0tojzpKkVrMkmW1/9Aa9KnKKO/TVridtYdsevaEmdvId+YAV+yw6NfU06FGz+/72iF31vRnFTjpXhc41b5Xn4R/2/fu+4jmr53vPco3o/WoJBNpCgJNEAAEEEEAAAQQQQAABBBBAAIHqC3CFCLSYAIVOLXZDOB0EEEAAAQQQQAABBBCohkCnXUW5QCfvK1fIRG058gIh5Xlc8r177N7/m1yfUyloF56bh3KPEIo8mA0/egPb/aRZn8nJSq9dT97CtjtmQ/MdmvnKd621p8Fbiy9lwbP7/qpiJ/6MnVOwIIAAAggggAACCCCAAAIdLcDFI4AAAggggMDAClDoNLDeHA0BBBBAAAEECgHWCCCAAAIVElDhUn45eb+cq5+HiprUT23K1b/k+/fY3X9/tJgFyWrxn45T85XeF0dqcW3bHrme7X5y34ucfJdx2fXkLW3rozaIx5r5GHFzMa61H3d2ip20N+1frSLPG/U1RiCAAAIIIIAAAm0owCkjgAACCCCAAAIIIIAAAk0VoNCpqZzsDIFmCbAfBBBAAAEEEEAAAQTaQ6C7Ah1t6y5UzKTteatcURQ56c/VBQvBwzmCh5bYxrHg28y2PXJ9G/GVLbWpKbH7V7aybY7SzE7B9xes+OdpXIqeH957wVTsdPX3Z/wZO517+ZrU7y58R3HRe2JSX5X79WEaBBColAAXgwACCCCAAAIIIIAAAggggAAC1RfgCpspQKFTMzXZFwIIIIAAAggggAACCCDQQQLlQpy8X87Vz6NRQZDGFJf84B6762+TzDR1U332pJjWbYtc65pt8x/r2YivbFHf0rxm969uZcOOWN93WBxHa+/4ohmkzGpxwFe+3PuXh+3qH/S+2Ml3Fhe5xMRXee5dP44fQAmBAAIIIIAAAggggAACCCCAQFUFuC4EEEAAAQR6IUChUy+weCsCCCCAAAIIINBKApwLAgggMJgC3RXkaFt3oWImbc9b5YpLf3iv3f23yRZnTAq6wuC5hwXvKKyehVjktNfXmjeTk5Vee3xtqA07YgMzP5niyOavYEFrHzNl3vHF7vvfh+2aH95luoYU5WtUv7uw+kvvqaexKffjICsEEEAAAQQQQACBjhHgQhFAAAEEEEAAAQQQQGCGAIVOMyzIEECgWgJcDQIIIIAAAggggEA/CZQLb/J+OVc/DxUBqZ+3yhWX/uheu/Mvj8ZZjOKMSXEyo1rRN3UUFrOtD1/X+rPIKdHt8fWhNvTw9eIxizE/H+/pGuKZ+CnpXNW/908P2jU/Ymanwok1AgggMGACHAgBBBBAAAEEEEAAAQQQQAABBKovMP0KKXSaTkGCAAIIIIAAAggggAACCCDQk4AKevL35H3l3YWKmbQ9b5UrLv3xfXbnXyZZnCQpBDUx1yqEet+K1zafWdf2/nr/zeRUHGXGeo9ThtnQw/Vn7DSmc/EIRa4T9dOzEHzA494/PWzX/rhvMztpj/JRq8jzRn2N9Ry8AwEEEEAAAQQQQAABBBBAAAEEqi/AFSKAAAKdI0ChU+fca64UAQQQQAABBBBAoCxAHwEEeiXQXeFNvk15OVTMpLG8Va647Mz77I4/TzSLUyOp0axJfmo1jzh7ko8p9Rj26bVt71MGrsjJDxmXPb8xzLY8bF3Pi3PTqcaz8nP0xU/d1754Yvf88UG7jmInt2JBAAEEEEAAAQQQQKBFBDgNBBBAAAEEEEAAgcoIUOhUmVvJhSCAAALNF2CPCCCAAAIIIIBAElCRUsrV5n3l3YWKmbQ9b5UrLht1v93x50enz4jkiS/Bw48SPCxYCGbB/6nIad9Th9pgvUaM3Ma2PGw9PxOzEIKZeRSLhTA9ibmKna4/827TNaYoG6jfXVj9pffU09iU+3GQFQIIIIAAArMhwEcRQAABBBBAAAEEEEAAAQQQaBcBCp36fqf4JAIIIIAAAggggAACCCDQEQLlwpq8X87Vz0NFPurnrXLF5aPut9v/Z6IVEyH5WtMkeej93sQJk7RSf+iha9lgFjmlG61ip80PXdd0Tjo3nbzONfaLJG7zq7G7//CAXT+q98VO6Vhxn/VOnmuo3NcY0W8C7BgBBBBAAAEEEEAAAQQQQAABBKovwBUigECbCMzRJufJaSKAAAIIIIAAAggggEBLCnBSVRcoF9TkfeXdhYqZtD1vlSsuP2uM3faniWbTJ0JSovChEDTsifkr2NBPrW37jRy8mZz8JGZa9jp9G9vi0/ozdsF0on66FoJyDwsWgof5K5jd/fsH7Iazel/sJLcUvqe4qB+T+qrcrw/TIIAAAggggAACCCCAAAL9IMAuEUAAAQQQQACB1hCYozVOg7NAAAEEEECgogJcFgIIIIAAAm0sUC6kyfvlXP08VMykft4qV1xx9hi79X8eKWRqcV6kOAuSr2JHn/PhmG/1yTVt/9Nap8jJ6q+9Tt/WNv/UOvEcda46Z83upAHlGiv6Znf97gG74ey7e/1n7OqHcpa4t9jVvmNSX5X79WEaBBBAAAEEEBhoAY6HAAIIIIAAAggggAACCCAwIAIUOg0IMwfpSoBxBBBAAAEEEEAAAQQQaE2BcgFN3lfeXaiYSdvzVrniinPG2q1/nGghXravi8VCUFJECMH7ZlsesqYdcPqw+M5WXO11xra22SfXseAnF4KvfTFvQwgWfKxYmXnX7v7tA3bjOfd0Wewkr57C6i+9r57GptyPg6wQaDEBTgcBBBBAAAEEEEAAAQQQQAABBKovwBUiMBACFDoNhDLHQAABBBBAAAEEEEAAAQS6Fmi5LeXCmbxfztXPQ8VM6uetcsXl54yxW/7wsNX0L05S5KtiKWYtqqnjW73d4uA17MAzWrfIKd20vb+1nW3yibU/cP5+JZrcyd9WXI+v7a7fjO+y2Ek+CtmVw3cSF43HxFd57t3i+EoIBBBAAAEEEEAAAQQQQACBVhXgvBBAAAEEEECgCQJzNGEf7AIBBBBAAAEEEOhHAXaNAAIIIDCQAt0V0Ghbd5EKddSW44qfjLVb/zDRLyVY/Bc81eKtLxaCr2OYbfnxNeygb22trW0R+3x7e9v0E+uYX0SMEIIF81d9FbynMG9V7HTTT+7tcmYnuXVnrG1Wf+W5hsp9jREIIIAAAggggED7CHCmCCCAAAIIIIAAAggggEDPAhQ69WzEOxBobQHODgEEEEAAAQQQQACBJgmUC2XyfjlXP49UoJNabVOuuOLcsXbz7x+pn6XmNlLUu95o9iO93zST00HtVeTkpx+Xfb6zvW1y8Fqma9C16JosrnzI31FccTFw56/H2U3ndv1n7GQW9+Eeeeu7iYvGYuKrPPeuH744hnICAQQqJsDlIIAAAggggAACCCCAAAIIIIBA9QW4wh4FKHTqkYg3IIAAAggggAACCCCAAALVF+iuYEbbuotUmJO3yhVX/nSc3fL7iRZE6KvgWQrz3PwVFCHYFgetYQd/u28zOfkuBn3Z57vDbZOD17YQggWdTVyZedeC//PM9Aq+uuuC8XbzT5nZySlYEEAAAQQQQAABBBBAAAEEEJhlAd6IAAIIIIAAhU58BxBAAAEEEEAAgeoLcIUIIIBAtwIqYsrfkPfLufp5qJhJ/bxVrlCR002/fTjOMhTnGfKVZjaKUfOOpjzyxhfb/IDV7eDvtG+RU/Lb53vDbaMD19SVFVM5eSafeM2e15docsevxtrN5/W+2CkdS/ttlGss36Y+gQACCCCAAAIIINARAlwkAggggAACCCCAAAKVF6DQqfK3mAtEAIGeBXgHAggggAACCCDQuQLlgpi8r7y7UDGTtuetcsVV5423m37/kna1AAAQAElEQVRX/Lm6EEKcz6hQVu4Rip42bLb/avbx725TH2j/Zt/v72AbHbCm6dq0CkXi66CuxZdMPO781Ti7ZfR9JrMUZVP1u4u4P1/pPd5MX8r96RtIEEAAgY4V4MIRQAABBBBAAAEEEEAAAQQQQKDdBXoudGr3K+T8EUAAAQQQQAABBBBAAAEEGgqUC2HyfjlXPw8V5aift8oVV40ebzf+5iGzOGuTH9pbzdrkmS/T5zby3GzT/VazQ763bcyrtNrvhzvaBvutES8pv/Y4oJWbqJHRHb8cY7f2odgpft5Xug/exCXPNVDua6zLYAMCCCCAAAIIIIAAAggggAACCFRfgCtEAAEE2lyAQqc2v4GcPgIIIIAAAggggMDACHAUBKomUC6AyfspV9soVMyk8bxVrrj6/Al2428eNgvBFw8LRW7pFXxEYbbpvqvZJ79fvSKndKX7/2gn22D/NcwprLjiEDdpHYLW3vU2+NbbfznGbju/bzM7+V5M90OtIs8b9TVGIIAAAggggAACCCCAQGMBRhFAAAEEEEAAAQRaW4BCp9a+P5wdAggg0C4CnCcCCCCAAAIItJFAd4UwaZvaRqFiJo3nrXLF1T+bYNdfoJmcNJlTLRbf+LreJqA4Ypvss6p98gfVLXJKV6tip/X3HWK6aleJw5rhSYYai61md/LB234+xm49/94+/Rk77Vj7UqvI80Z9jREIIIAAAgj0QYCPIIAAAggggAACCCCAAAIIIDCoAhQ6DQg/B0EAAQQQQAABBBBAAAEEWkOguwKYtE1to1Axk8bzVrnimp8/YDdc8JCF4NfpESyYxY6aYMHSK9im+6xmn/rhdmmg8u3+P97ZNth3Db/OQiGu3Sa4SgjBLEbR3PHzsXbbz5jZydr2xYkjgAACCCCAAAIIIIAAAggggED1BbhCBBAYTAEKnQZTn2MjgAACCCCAAAIIINBJAlzroAuoSCk/ibyfcrWNQsVMGs9b5YprfvGAXferB63mO9fkRDHRKnaKQW3zzDbZaxX71A+rP5OTrjWP/c/c2dbbZ0gcihaZTZzpyQfT0O0/G2O3/Zxip4jFCgEEEEAAAQQQQAABBNpPgDNGAAEEEEAAAQT6UYBCp37EZdcIIIAAAgj0RoD3IoAAAggg0J8CKlLK95/3U662UaiYSeN5q1xRFDk9ZKaJiXylyYm88X6wEIrwxIKZbTxiZTv0x50zk5Nf8kzLAaN2tnX3Wj1ahCAR3+xt0Egw89RXZub57eePsdt/cT9/xs54IYAAAgggUD0BrggBBBBAAAEEEEAAAQQQQKDvAhQ69d2OTw6sAEdDAAEEEEAAAQQQQACBPgqoSCn/aN5PudpGoWImjeetcsU1v3zArv3lg75rTUdkpvfFWYnU9aTo1+L4hnuubJ8+c3t/b2cvB569q60zYvVokvukCbA05hsdqWa3jb6PYieXYOk4AS4YAQQQQAABBBBAAAEEEEAAAQSqL8AVItBnAQqd+kzHBxFAAAEEEEAAAQQQQACBgRbo/fFi4Uz2sbyfcrWNQsVMGs9b5Yprf/WgXffLhyyE4Hv38MU8ZnRTx2yjPVa2z4yiyMmh4nLgObvauiNWtxBCDF+ZBV8UKfE2eNw++j6781djmNnJeCGAAAIIIIAAAggggAACnSTAtSKAAAIIIIBAVwIUOnUlwzgCCCCAAAIItJ8AZ4wAAgggMJOAipTygbyfcrWNQsVMGs9b5Ypr//tBu+YXD2oSIo+aH8LDF++kyYjqYzXbcPeV7DNnUeTkIDMtB/5kN1t7j9U0DZaPO54Whffk6Bu8qXmY3frTe+3O/6bYSTQEAggggAACCCAQBVghgAACCCCAAAIIIIBAxwpQ6NSxt54L70QBrhkBBBBAAAEEEECgcwRUpJRfbd5PudpGoWImjeetcsV1Fzxk1/z8objr4OtgIa7VhBDMF7NgZp5suPvKdvjZw41XY4GDzt3N1t5zdQv+Ly7BzNl8Zf4Knnt4ZsHs1nPvtbsuGPuBmZ10nxS6N2obhXahcbWKPG/U1xiBAALtLcDZI4AAAggggAACCCCAAAIIIIBA9QU69QopdOrUO891I4AAAggggAACCCCAQGUFuitkSdvUNopUMJO3yhUqcrrqZw+4WzH1kK9N+9DsQ5p6SHktDpptsOuKdvjZLTmTk59/6ywqdlprt1ULQreToSw1oNyHlPoJ1+yWn9xtd/165mIn3ReF3pta5eXwHdTvlTLfZbxRRa613q+WQAABBBBAAAEEEEAAAQQQQKAiAlwGAggggEBFBSh0quiN5bIQQAABBBBAAIG+CfApBBBod4FywUreT7naRpEKZfJWueL6Xz9kV//sQU0u5ETBlPjaQojrou+puuvvsoL9xznM5GSz+DrovN1NxU6yCxZMi1YhhCI1vZQHu/Wce+zu34z7wMxOuke6p6lVXg7tRWNqFXneqK8xAgEEEEAAAQQQQKCqAlwXAggggAACCCCAAALtKUChU3veN84aAQQGS4DjIoAAAggggAACLSzQXeFK2qa2UaQCmbxVrrj+Nw/blec/YLX4TwBxniHvmYdyj2Kx9XZawY44dwe9ieiFwMGj97A1dlml+IRbRtmaxIuh2PdUI7ecfZfdXZrZSfdU9ypvlZfDd8HMTkIgEEAAgZ4E2I4AAggggAACCCCAAAIIIIAAAi0p0NRCp5a8Qk4KAQQQQAABBBBAAAEEEOgAARW05JeZ91OutrvIC2WUK274bVHkZBYsBA8LZjGKdYh5iJ31Y5ETMzlZH1/Ti52c09w1hOBrs7QKZp4W61vOudvu+e3Mf8ZO91b3TG13Yf7Sdm/ikucaKPc1Vg76CCCAAAIIIIAAAggggAACCCBQfQGuEAEEEGhFAQqdWvGucE4IIIAAAggggAAC7SzAuSMw4ALlwpS8n3K1jUKFMSm0PeVqb/jdI3b5eQ9oMiG/plqcCcjXMbdaMazPKFt3h+XtiJ8MtxBUiONvYem1QAjBYrHTTiv7Z106zejk1jL2kXgPlMv/5lFdFzvp/il0fxqFH6C+L2W+Rz9WkRVrfabIWCOAAAIIIIAAAggggEAXAgwjgAACCCCAAAIIDIIAhU6DgM4hEUAAgc4W4OoRQAABBBBAoJkC5YKUvJ9ytd1FKohRm+KG3z9iV5w3wWLZUn0VvBfSyXvii4UQbN0dVrAjz93BwhwaSW+g7YuADA8evacN2WkVC/Ff2kvRCyH4gIcWj1vOutvu/d04S/dNre51apV3Fb4jip2EQCCAAAII9JMAu0UAAQQQQAABBBBAAAEEEECg+QIUOjXfdPb2yKcRQAABBBBAAAEEEEAAgVkUUAFL/ta8n3K1XYWKYRTarjaFipwuP3eCaZKf+mRCfpg4n5AmEvK8WLRtneHL2RE/2d7mmDMUg6xnWyC45UGj97DVd1wp85a/eV/qHsUS79HNo+6ye3/fuNhJ91T3t6vQyWqbWkWeN+prjGiSALtBAAEEEEAAAQQQQAABBBBAAIHqC3CFCCDQdAEKnZpOyg4RQAABBBBAAAEEEEBgdgX4fM8C3RWkpG1quwoVwCi0XW2KG/7wiF3+0wfMgi8hmC+emL88tyLMW/PXOtsva/pzdXPOxf9q6RxNXWQai52Gr2QFt+yVBjMNeOOLxftjZjefeZfd94fxDWd20r3Vfe4q/OOmbWoVed6orzECAQQQQAABBBBAAAEEEGiGAPtAAAEEEEAAAQR6K8D/Nbq3YrwfAQQQQACBwRfgDBBAAAEEOlygu0KUtE1tV6HCF4W2q01x4x8m2mU/mWBWn8pJ25VaTeA1b4rwN9ja2y5rR/5kuM01N/9rpXT6I+ace047+Pw9bbXtVvTdF/a6J/L3m1HcJt0g3R9vb/rRHRQ7uRQLAggggAACFRLgUhBAAAEEEEAAAQQQQAABBEoC/F+kSyB0qyDANSCAAAIIIIAAAgggUF2BotBlxvXl/ZSr7SpSUZO2p1ztjX+caJedO8FCCOYr0yumMSlWwfTPYpHTUecOt7k+NKc2EP0oMKcbH3T+CFt1u5WifgjBj+ahJYZWGgoWQrCbf3SH3f8/zOzkIiwdIcBFIoAAAggggAACCCCAAAIIIIBA9QW4QgRmFqDQaWYPeggggAACCCCAAAIIIIBAywqoOCk/ubyfcrUxajUrtypoUmhcbYqb/udRu/ScCZokyPxDRfiBfBf1Me945nu0NbdZ1o44Z3ubax6KnKQyECFr/Rm7VbZdId4Fv0FpibcrnoPfLN1XTe500w8odoomrBBAAAEEEEAAAQQQQACBThDgGhFAAAEEEOgwAQqdOuyGc7kIIIAAAgggUAiwRgABBNpNQEUs+Tnn/ZSr7SpSUZO2p1ztTX8qipxCMPPFV8FCCN764q0vnpi/gq219bJ21E+2tw/NO5f3WQZSYO5557aDRu9pq26rP2NXvz9+AvH+eOs3zZfg4Z1gpmKnMX+aYLrHKfJ7r7yr8D2YtqlV5HmjvsYIBBBAAAEEEECgVQU4LwQQQAABBBBAAAEEEKiWAIVO1bqfXA0CzRJgPwgggAACCCCAAAItJNBdoUnapraraFToorGb//yoXXzW+DhLUPFZiwUuyn2wnjtEzWzNYUvbkRQ5OcbgLXN/ZG478Lw9bZVtlvcb5Yvfl5nvVc3vWX3cb+CN37/NxvyZYqfBu2McGYG2EOAkEUAAAQQQQAABBBBAAAEEEECg+gKVukIKnSp1O7kYBBBAAAEEEEAAAQQQqJpALGTJLirvp1xtV6GCJoW2q01x8/9OsovPmlDMAKT9hxDzEILFxCw23rM1hi5lR56zvc3zkU6bycla7vWh+ea2A87b01baevni/sT7ZRb8n3kezNRY8H+e2Y3fu93G/u8DzOxkvBBAAAEEEEAAAQQQQAABBBDoSoBxBBBAAIF2EqDQqZ3uFueKAAIIIIAAAgi0kgDnggAC/S6g4qT8IHk/5Wq7ChU1pW3KU9zyl0l20ahxvuuaR33x1BfT+30VB2s+MGSrosjpw/PPHcdYDb7APPN/KP4ZuxWHLp9ulZ+U3yy/Yb42iysfikvNbvzurTb2Lx8sdtK91ndCbVehXWibWkWeN+prjEAAAQQQQAABBBComACXgwACCCCAAAIIIIBACwlQ6NRCN4NTQQCBaglwNQgggAACCCCAwOwIdFdQkrap7SpSAYvaPG7562S76Mzxlmb8sZgFNZ55E5QrzIZsuZQddc72Nu9HP2S8Wktgno/OYweO3tNWGrpccWJ+30II5otZsPhSHtTx5Mbv3Grj/jpzsZO+F/r+pFZ5o9DONK5WkeeN+hojEEAAgU4S4FoRQAABBBBAAAEEEEAAAQQQQGDgBAar0GngrpAjIYAAAggggAACCCCAAAJtJtBdIUnaprarSIUravO49a+T7d8/Hhcn/Kn5OkacBahmmhrIU2+KfPXNl7Qjz97O5l2AIqdW/fp8eIF54p+xW3HL5er3duhqvwAAEABJREFUz++o3z6/tb4o91DmN1bDN3x7UIqdWpWP80IAAQQQQAABBBBAAAEEEEAAgeYJsCcEEEBgwAQodBowag6EAAIIIIAAAggggEBZgD4CHxRQ8VI+mvdTrrarUGGTtqnNQzM5/evH+nN1pjl+zHyt2X5CsOLliS8WQrDVtyhmcprvY/MU21i3rMC8H/vw9GKnEIIFnamvQsyC94JnCk99UbHT+L89aPl3Q3n6zqjtKvzjRSGcEg+9z5vpS7k/fQMJAggggAACCCCAAAIdLwAAAggggAACCCCAQLMEKHRqliT7QQABBBBovgB7RAABBBBAoMMEyoUieT/laruKvGBFeYpb/jrJUpGTSDW7j5nWCo14eOqLrbrJ4nEmJ4qc3KRNlnkX+rDtf96ettxmy8S7WqzSyeuuaman1De7/lu32Pi/U+w0Q4QMAQQQQGDQBTgBBBBAAAEEEEAAAQQQQAABBGZRgEKnWYRqxbdxTggggAACCCCAAAIIIFAdARUv5VeT91OutqtQUZO2qc3j1r9Ntn+fOcGCdh7iOuahvjZvlWvTapssYZ/9yfY2/0LM5GRt9vrIwvPageePsOU3W8b8lppeuqe6t+ZJ0ICHWsUN37zFJvzjIWZ2cpN2WDhHBBBAAAEEEEAAAQQQQAABBBCovgBXiAACsyZAodOsOfEuBBBAAAEEEEAAAQQQaE2BSpyVCpTyC8n7KVfbVaiwSdvU5nHr3yfbP380Lv65sTivT03r+lxOnmueH31O7cobL25Hnr2tzb/wh/NTIW8jARU7HTB6hC23iWZ28rua3+Pi1s/0Xbj+9Jtswv9R7NRGt5hTRQABBBBAAAEEEECgkwW4dgQQQAABBBBAIApQ6BQZWCGAAAIIIFBVAa4LAQQQQKDVBVRolJ9j3k+52q5ChU3apjaPW//xmP3zR+N918FC8IiZr3wJHj5oQf+C2SobL26fPXs7W2DRebWFaGOB+Rb9iO0/ek9bfpNl/Cr85uoeK5T6iKXvgrfKVez0wIUUO4mGQAABBBBAoL0FOHsEEEAAAQQQQAABBBBAoDMEKHTqjPvMVXYlwDgCCCCAAAIIIIAAAoMooAKl/PB5P+VquwoVNmmb2jxu+7/H7MIfjCumbrI0s8+MIxWT+2hds5U3XNyOUpHTYhQ5zRBq72z+xeaz/UePsGU3XtovpLjPWnsnLsr1vYlfEO9cN/Ime5Bip2jDqsICXBoCCCCAAAIIIIAAAggggAACCFRfgCvsCAEKnTriNnORCCCAAAIIIIAAAggg0GoCRaHJjLPK+ylX21WosEnb1OZx+4UqchqvyXrMNItPCBaCh/krePiiJlioFzltawtS5OQq1VrmX3w+2/+8PYtip3T/65cYvA0hrs2/BhZCsOtOu8ke+CczOxkvBBBAAAEEEEAAAQQQQKDCAlwaAggggAACVRCg0KkKd5FrQAABBBBAAIH+FGDfCCCAQNMFVKCU7zTvp1xtV6HCJm1Tm8ftFz5u//jeONM2hdX8KLVsRif1NeSx4vqL2JFnbWsfW+Ij3mOposBHl5zf9vvpnrb0BkvGr0K8Rn0fPCm+H/6F0KIxj+tPvckepNjJdVgQQAABBBBAoEMFuGwEEEAAAQQQQAABBBBoAwEKndrgJnGKCLS2AGeHAAIIIIAAAggg0BuBWGCSfSDvp1xtV6HCJm1Tm8cd/3zc/vH9cWbBlxhamb+CheDhWVpWXG9R++zZ29lCS1LklEyq2i6w1Edt//NG2DIbLFlcYv27EEIw/2J4+BJTrcyuU7HTvx62/LulPH3n1HYV5i9t8yYuea6Bcl9jBAIItJMA54oAAggggAACCCCAAAIIIIAAAtUXaP0rpNCp9e8RZ4gAAggggAACCCCAAAIVESgXeuT9lKvtKvKCE+Up7vjXE/a37451JU3PY3H2npqnMfFV3J9v1bLCuovYUWdtYwstNZ+6RLMEWng/Cyz9UdvvpyNsqfWLYqf41UhfEO/4Yqmrb89137jBHr7oEYqdWviecmoIIIAAAggggAACCCCAAAKDJMBhEUAAAQQGXYBCp0G/BZwAAggggAACCCBQfQGuEAEEzFRslDvk/ZSr7SpU1KRtavO4899P2N+/O9ZCCL57j7gE7xddJSF437srrKuZnLa1RZaZ33ssnSSw4LILxJmdll5vSQt+4SHEtakTfJW65kkIwa79+vX28MUTKXYyXggggAACCCCAAAK9EeC9CCCAAAIIIIAAAgj0twCFTv0tzP4RQACBngV4BwIIIIAAAghUXEAFSvkl5v2Uq+0qVNikbWrzuPOiJ+yv3x5rxYw8vta0PLGpFYVVnnviS82WX7uYyYkip/xOdFauYqd9z9vTllx3ifid8JXpy6PvlqLoF98dfXWu/dp19sglFDt11reEq0UAgX4WYPcIIIAAAggggAACCCCAAAIIIDCbAm1Q6DSbV8jHEUAAAQQQQAABBBBAAIEWEogFJfXzSbnarkKFTdqmNo9U5GTBtFgIShTej01cmVmwFdZexD579ra26LLM5GQd/vrYcgvafueNsKXWXcIsfmdSo++LhwULwcOK1zVfvc4eubR/ip2KI+RrcgQQQAABBBBAAAEEEEAAAQQQqL4AV4gAAgjMngCFTrPnx6cRQAABBBBAAAEEEBgYAY7SlgIqUFKkk2+Ua6yrUGGTtqnN486Ln7C/fHts2q0m5TG9r5iex9c1D231dtk1F7KjztrGFl2OIieREGYfW35B2/e8EbbEWovFL0p9IrCYa6Xvkn91plNd85XrbGI/FDvF4+jg049EggACCCCAAAIIIIAAAgYBAggggAACCCCAQLcCFDp1y8NGBBBAAIF2EeA8EUAAAQQQaCcBFXjofNV2FSps0ja1edx1yZP212+Ns6Ad1EN5CHFt2hBCMF9MRU5Hn7WNLbb8R40XArnAQit8rF7stLh/V4rviwV/h39xQggxLVYWm1jsdNmjln8XlafvqNquwvylbd6wIIAAAgggMNsC7AABBBBAAAEEEEAAAQQQQKCzBSh06oz7z1UigAACCCCAAAIIIIDAAAqoqEORDqlcoX7eKm8UeQGJ8hR3Xfqk/e83x1gt/tPePGqag8dDM+PEKPJlVv+YffasbWzxFRfwN7Eg8EGBhVdaKBY7LbbGosWMYP5d8sQXfcP8/erXG31Pr/7yNfbo5bNf7KR9KXzXcVGuiB1WsyvA5xFAAAEEEEAAAQQQQAABBBBAoPoCXCECHS1AoVNH334uHgEEEEAAAQQQQACBThIY/GtNxRxquwoVNWmb2jzuvvQp+98z9OfqNNuOon49weKMOyEoUZgtO2QhO/rsbW0JipyMV/cCC69cFDstvsZiFr9Ivgoh+Nqmv4JnIQQfC3bNl6+1iU0odvJdsiCAAAIIIIAAAggggAAC/STAbhFAAAEEEECgygIUOlX57nJtCCCAAAII9EaA9yKAAAIIzLaACpQUaUfKFernrfJGocImjavN4+7LnrI/nzFGu/HQNDv1GXe8pyWOaDYnq9kyq2kmp61tiZUW0CYCgR4FFlllYdv3vL1ssdUX9ff6d8u/S/pOeScuyn3Uc1/7tmu/cq09egUzOzkICwIIIIAAAu0pwFkjgAACCCCAAAIIIIAAAm0sQKFTG988Tn1gBTgaAggggAACCCCAAAJ9FVDxkj6rtqtQYZO2qc3jnsuftj/HmZx8D8HirDoWZ9cxf/lAfR1CsKVXWyj+ubolV17QR1kQmHWBRVZd2PYdvZctNmQx/3oFC/poXJn5V8uC//PM4ut9s1jsdOUky7+rytN3WG1XoX1om1oCgVYU4JwQQAABBBBAAAEEEEAAAQQQQKD6Alxh+wpQ6NS+944zRwABBBBAAAEEEEAAgRYRUNGGIp2OcoX6eau8UeQFIspT3HPF0/Y/p91v8TNWs2IpZtXxnu/e18ViS668gB09amtbapV+LXLyY7JUVUDFTvucN8IWXnVhfdXi902rmr5jvvJvnrq+rWbvv/u+Xfvla2xSE4qd4vfb959cy/00TosAAggggAACCCCAAAIIIDBgAhwIAQQQQACBlhWg0Kllbw0nhgACCCCAAALtJ8AZI4AAAjMLqGBDI2q7ChU1aZvaPO69UkVOxZ+rmzGjjvamuXUUyj2C2VIqcjprG1tqVYqcXIRlNgQWXW2R+GfsVPRU7CbEuZzMv4QxC8Wo+rX3aqaZnSZdPYmZneosNAgggAACCCDQKQJcJwIIIIAAAggggAACCAyWAIVOgyXPcRHoRAGuGQEEEEAAAQQQqJiACpQU6bKUK9TPW+WNQoVNGlebx71XPWN/PPV+szTLjWbU0U5j1OKMOj4Ue0uutIAdfdY2tszqH4t9VgjMrsBiQxaNxU4Lr7Jw3FXxXdNaEYf8u1m077/znl178jU2uQnFTvpZUBR79kP49z/vp3FaBBBoAwFOEQEEEEAAAQQQQAABBBBAAAEEqi8wSFdIodMgwXNYBBBAAAEEEEAAAQQQqK5AKs5Q21WosEnb1OZx39X1IifNoBPDndR6Y3E2neCNwmyJWOS0NUVOsmmjaIdTXWyNxWyf8/ayhVde2L9v5hHMfG3+Ct76V9IzXzypvVsz/Rm7yddMZmYnJ2FBAAEEEEAAAQQQQAABBBBAQAIEAggggED/CFDo1D+u7BUBBBBAAAEEEECgbwJ8CoG2EFCBkiKdrHKF+nmrvFGosEnjavNQkdMfvqGZnGbMZlOr1XNTEo/gWc0WX+GjdvSorW3ZIQtpkECg6QKLr6lipxG20EoLmb6vmkvMv3y+eOZfTF+KcU/em/a+XXvy1fbYtZPjWP691mfVV9tV6OS1LbUpb9TXGIEAAggggAACCCDQ9gJcAAIIIIAAAggggAACfRKg0KlPbHwIAQQQGCwBjosAAggggAACrSyQijPUdhWp4ENtHipy+uPIMcXlBbMQ4sr0iql5Xx1vl1hhATvmrG1suTUocookrPpNYPG1Fi9mdlppIf/m+XewWMz8S+mLNxrwMLP333nf9GfsHrvusVjspJ+B9B1PudquwncRP6eWQAABBBBAAAEEEEAAAQQQQAABBBBAAAEEGglUq9Cp0RUyhgACCCCAAAIIIIAAAgg0SSAVaKTd5X3lGlfbVajoQ9vUplD//muesT+MHGPvv6+ZcrQXj5pmcPLw1OqN0sWWmy/O5LTcmgupSyDQ7wKLr7247X3e3rbg8gvGY8WvY1x5N/ueKn337fdMMzs9fv1j/n1+PxYuvf/++zPl+s53Fb7H+JnU6n3KFcoVyo0VAggggAACCCCAAAIIIIAAAghUX4ArRAABBBoIUOjUAIUhBBBAAAEEEEAAAQTaWYBzH3iBVHyhNoXOIuVqVeyR2pSrf981z9gfTxtrtfdrpnlxNEuOPmuehBDUWLEyW2y5+eNMTsuvRZGT8RpQgSXWWdz2Gb2XLbjcx8y/leZfzeL4noQQzLTU49233utswxIAABAASURBVLU4s1MXxU763udh2Uvj6qZWOYEAAggggAACCCCAAAKNBRhFAAEEEEAAAQQ6UYBCp06861wzAggg0NkCXD0CCCCAAAK9FlDRhSJ9ULlC/bxVniIvZkq52jzuv/aZOJPTe+++b5q1STPi6PNFrtmdFL7JNyyyzHx29KhhtsLaC+uwBAIDLrDkukvGYqcFll3A9D31r2W9rfmX1Bc1cdDsnTem2XVfvtrymZ30mfT9V56i0ZguTttTm/JGfY0RCCCAAAIINBBgCAEEEEAAAQQQQAABBBBAoIICFDpV8KbO3iXxaQQQQAABBBBAAAEEEJhVgVR8oTaFPptytSriSG3K1b//umft96eOsfffrflHNBVOvZk+O47GPHx40WXmt2PP2tpWXGcR77EgMHgCS663pO09em9bcNkFLX5Vi1U8oZiaf2d9MW/fff1du+4r19gTNz0e/3Rd+v6rVejnoBxWf2lcaWqVE80WYH8IIIAAAggggAACCCCAAAIIIFB9Aa4QgeoJUOhUvXvKFSGAAAIIIIAAAggggMDsCtQ/ryILRb07Y/YaH0jjavPICzhSrlah96kde8Nz9vtT77f33q2Z/pmvtfhu/Rhae8SZcWq2yNLz2TGjhtmK61Lk5CosLSCw1PpLxmKnBZZewL+6tSL8vOJX1tviu6xvds2mTZ1m1510tT3Zi2In/ZykiLvTjj3Jx7zrPyt+jPo29QkEEEAAAQQQQAABBBBAoNcCfAABBBBAAAEE2k6AQqe2u2WcMAIIIIAAAoMvwBkggAACnS6gggsZqE1R7qugSdvUKlI+7sbn7XffuN/ee6dmmvgm1Ndqgu9Es+J4Y+bJIkvNZ8eM2tpWWo8iJ+PVUgJLbbBUUey0zAL+VfVvrhaFztJbs2AheJjZtKnv2LUqdrr5iW5ndko/J/pZ8Y/FJeWpjYOsEEAAAQQQQGDABDgQAggggAACCCCAAAIIINBqAhQ6tdod4XyqIMA1IIAAAggggAACCLS5gIoqFOkylCvUz1vlKfIijZSrVeg9ajWT029Puc/enfa+76oWJ77RNlNW83U91P3Y4vPaMaOG2crrU+TkWCwtKLDUhkvZXuftbfMtMb9/eX3R91fn6a33ihmX1Pcv9LQpb9u1J11lT90y68VO+tlIod0oT23KG/U1RiAwQAIcBgEEEEAAAQQQQAABBBBAAAEEqi/AFbaYAIVOLXZDOB0EEEAAAQQQQAABBBBoXYFUXKE2hc425XmrwqbUVz7uxufs9yPH1Iuc9KlitpsQgnc8tNTjY0vMa8eeNcxW3mBR39auC+fdCQJLb7R0nNlp/iXnN32V/StsVl8FT4LVX77xnSnTimKnW5/sdman9HOjtv7pWDSlPB9Tn0AAAQQQQAABBBBAAAEEEBhsAY6PAAIIIIDAwApQ6DSw3hwNAQQQQAABBBAoBFgjgEBLCqiIQpGfXOrnrfIUKmJKuVr1FXk+7qbn7XenjrFpb71ncbKb+gGU1+d10gQ4cduCi33Yjh01zFbdcLH6u2gQaG2BZTZZxvbWzE6Lzx+/w2ml77a+4+nslb/9mmZ2utKevq3rYif9/Cj0M1QO7UtjeatcoXGFcgIBBBBAAAEEEGgZAU4EAQQQQAABBBBAAAEEmipAoVNTOdkZAgg0S4D9IIAAAggggAACrSCQiibKbTo3jeeh4gyFxtQqxt/8fJzJadpb71sIwYI+7G1sfBXiSDA1H1t0Xjt21Na26kYUORmvthJYZtNlba/Re9v8i89n+i5rFUIo0mytkWmvToszOz19+1OzPbOTftaMFwIItLUAJ48AAggggAACCCCAAAIIIIAAAtUXaOYVUujUTE32hQACCCCAAAIIIIAAAm0poGIJRX7yqZ+3ylOoiCnlatVX5Pn4W56PMzm9/cZ7vuta/PNbmtXGk6JvxZimc1pgkQ/bMaOG2WobU+TkOCyFQFutl1Wxk2Z2WnQ+P+/iux2/7/4913deuX4+9H1/++W37NoTr7SnmNnJrVgQQAABBBBAAAEEEEAAAQQ6XIDLRwABBBDohQCFTr3A4q0IIIAAAggggAACrSTAuSDQfwJFMYZZudURNZYKmpQr8r5yxYRbX7Dfjxxrscgp6JPBin/KFUUvhGALLDKvHTdqmK2+CUVOkiHaV2DZzZeLMzvNt+h8M3/f/Xse/LJCiGvzjTbtlbfs+pOvsqdvf3KmmZ3KP1Pqp7D6S32l5VZjBAIIIIAAAggggEDVBLgeBBBAAAEEEEAAAQRmCFDoNMOCDAEEEKiWAFeDAAIIIIAAAj0KqEhCkb8x9fNWeQoVMaVcrfrlmHDbC/bbU8fYm1Pf1Vw2llY1TzSrTTqe8vkX+pAdO2qorb7p4mmYFoG2FlCx04jR+9iHF57Xv/EzLkXfd/3MxB8I79Q83npJxU5X29N3PDW92Cn/edL7U195ObR3jeWtcoXGFcoJBBBAoNICXBwCCCCAAAIIIIAAAggggAACHSTQsYVOHXSPuVQEEEAAAQQQQAABBBCYRYFUFFFu9XGNqeBCbYq8r1zxwO0vxj9X99br75omr1GYJrHxVQjB1743b31t839snjiT0xCKnMRBVEhguS2KmZ3mXWhev6rgYfG7H4JyDy2e+2JvvfSm3XDyVfbMnTOKnRr9jKUxtVZ/pbzc1jfHhhUCCCCAAAIIIIAAAggggAACCFRfgCtEAIHOEaDQqXPuNVeKAAIIIIAAAggggEBZoGP7KopQ5ACpn7fKuwoVNZXjwdtftN984357c8q7xaQ1NW80bY23nsU/hVekNZtvwQ/ZcaOG2hqbL5GfBjkClRFYfqsVbC/N7PSxefzrr/nM1OgnwEOL/2z44oNmb77wRvwzds/e/TQzO1XmG8CFIIAAAggggAACCLSQAKeCAAIIIIAAAghURoBCp8rcSi4EAQQQQKD5AuwRAQQQQKBTBFTMpGstt2lM43mowCn1lSsevOMl+82pY+ytqe+ZaZqaOGONUiXmr2DFP6sXOQ2zNbegyMlhWCossPxQFTvtax/+2Lz+/TcLIZiZh5Z6qKuxN194064/6Sp77p5nphc75T9nKc9bq780prTcaoxAAAEEEECgZwHegQACCCCAAAIIIIAAAggg0C4CFDq1y51qxfPknBBAAAEEEEAAAQQQaDMBFUEo8tNO/bxVnocKmRQaU1uOh+5UkdP99kacyanmu/fQUg/zVtPWaE6bj3z0Q3bcmUNtrS0pcnIolg4QWH7YCjZi9D42zwLz+I+Cfhg8isXSjE76+VDnjedet+tOvNKeu3dGsZN+3tLPXt4qL4c4NZa3yhUaVygneinA2xFAAAEEEEAAAQQQQAABBBBAoPoCXCECbSJAoVOb3ChOEwEEEEAAAQQQQAABBJovkIoeyq2OpLFypIILjStXPHSXipzG2JuvvVufmCZ4G8xXpslrFOZdDcw7/9x23FlDba2tljReCHSSwApbr2gjRu9r88w/j1+2/0DEJdj0nw9PQlA/2JvPv2HXn3ilPX/fs9NndtLPWvq5y1vlCt9pXFJebuNGVggggAACCCCAAAIIIIDAbAjwUQQQQAABBBBoDQEKnVrjPnAWCCCAAAIIVFWA60IAAQRaQkBFD4r8ZFK/UasxhYorFHmufopY5PSNMfb6q++Y3pOHacaaGFqZfXi+Oe24UUNtbYqc8ttA3kECK2yzou05eh+be7656xM41fznxgH0I1JTPiNef3aqXXfiFb0qdtLPn+/N9+k79KTc96G4aFwRO6wQQAABBBBAoFkC7AcBBBBAAAEEEEAAAQQQGBABCp0GhJmDINCVAOMIIIAAAggggAACgyGQihwatRorhwqb0phyxcN3v2S/HTk2FjnFa6jPRhNCsDhNzfQm2Ifnm8s+N2qYrTtsKeOFQCcLrLTdyjbi/H1t7vk+VPyY+M+JeYS4imuLP0IW7I1nXrfrT7rSXrj/uVme2Uk/p/LtqtU2AoHBEeCoCCCAAAIIIIAAAggggAACCCBQfQGucCAEKHQaCGWOgQACCCCAAAIIIIAAAoMmkAoe0gmkfqNWYylUzKRcbTkevucl+82pY23qy9PSbs00I4339BnvFEvN7EPzzmnHnTnU1t2aIifnabww2lECRbHTPjbXvHPrxyb+rMRV/WdIs6ElkNefnmLXn3SFPX//rP8Zu+Jn0Pfo+9N+yn2NKdK4cgIBBBBAAAEEEEAAAQQQQGAABDgEAggggAACTRCg0KkJiOwCAQQQQAABBBDoTwH2jQACfRcoFzKkfqNWYylU2KQ8tSlX/5F7X7bfjhxnU19+x08seJjFdQixDSGYKfNmnnnnsuNHDbP1tqHIyXghkAmstP0qxcxOH5nb9ONi/nMTQrBg/vLW1zEPvn79qal2w8lX2gtjmj+zk362dSwCAQQQQAABBBBoBQHOAQEEEEAAAQQQQAABBHoWoNCpZyPegQACrS3A2SGAAAIIIIAAAg0FygUMqd+o1VgKFTMpz1vlChU5aSan116cZrX6Px28Flf1Ec0i4/Gheea0z43aytbbliIn8RAIlAVWGr6K7Tl6H5trnrk0/ZLp527Gz5IP+QfqP1U29YkpdsNJV9gLYyl2chYWBDpVgOtGAAEEEEAAAQQQQAABBBBAAIHqC/R4hRQ69UjEGxBAAAEEEEAAAQQQQKDdBFQwkZ9z6jdqNZZCxUzK81a5YuJ9r8SZnFTkFOLOg+lfTLUK6nl4O3cschpq62+7tLYQCAyAQHseYuUdVrU9z9/X5lSxk//sBF2Gr3xR5hHiz5lvsqlPTrEbT7rSXhxHsZPDsCCAAAIIIIAAAggggAACCHSkABeNAAIIIDAHBAgggAACCCCAAAIIVF6AC+woARUq5Rec+o1ajaVQMZPyvFWumHj/K/brU8fYqy+8HXcdZ50xrRVxKE4/o96ccwX73Jlb2QbbUeRUl6FBoFuBlXdc1fYcva/NOfcc8aeqWKWP6KdK8zoV/SmPv2Y3qNhp/POmn80U5Z9d9fPQp9Vv1GpMkbYrJxBAAAEEEEAAAQTaVIDTRgABBBBAAAEEEKi8wByVv0IuEAEEEECgRwHegAACCCCAQFUEyoUKqd+o1VgKFUsoz1vlikfHvGLxz9W9MM0sWHxpdpkQO6Hoe66xueaaw44fNdQ2HL5MHGeFAAKzJrDKzqvVi53mNNMPk1lsggUzD63VempTH38tzuz00gSKnYwXAggg0EsB3o4AAggggAACCCCAAAIIIIBAuwtQ6NTzHeQdCCCAAAIIIIAAAggg0AYCKlTKTzP1G7UaS6FiJuV5q1wxaeyrdsGpY+2V598uJpnR5DKe1bzVHDMx6nmYM9jnztzSNtqBIqf8PpAjMKsCq+yyuu0xel/Tz1L+s5XyNG2a/8jZa5NfsetPvMJeeqCpxU7xVPU8iAkrBBBAAAEEEEAAAQQQQAABBBCoogDXhAACbS5AoVOb30BOHwEEEEAAAQSkc8+VAAAQAElEQVQQQACBgRFo7aOUCxNSv1GrsRQqZlKet8oVk8YVRU6vPj/NQggWphOEeq7WI5jNMecc9p+jtrKNd1x2+rtIEECg9wKr7rp6nNlpjjnntOIV/OfNIxQ972ixEIJNfew1u0HFTg++wJ+xq/PQIIAAAggggAACCCAw+wLsAQEEEEAAAQQQaG0BCp1a+/5wdggggAAC7SLAeSKAAAIIDJqACpXyg6d+o1ZjKVTMpDxvlSsmj3vNLvjGWHvl2bfNajVfPLKDaEYZ3+AjtVhwcfyZW1Lk5BosCDRDYNXdhsRipzBH8N3VYmjtSfyxU66fXf/BtCmTXrUbT7jcXqbYKfKwQgABBBAYAAEOgQACCCCAAAIIIIAAAgggMKgCFDoNKn/nHJwrRQABBBBAAAEEEECgPwRisUO249Rv1GoshYqZlOetcsXkca/ar0eOtVeee9tMdRYhWAge5q/g4Yt3Lfg/T+34UVvZJjsxk5MsCASaJbDq7kNsz/P3892FGFqbfuY88cVC8HU9pkwuZnZ6+aEXmdnJBv/FGSCAAAIIIIAAAggggAACCCCAQPUFuEIEBlOAQqfB1OfYCCCAAAIIIIAAAggg0GcBFSrlH079Rq3GUqiYSXneKldMHv+qXTBynL349Fum9/jKFMo1i4zVVzVvNcfT8WduZZvuPMtFTvnpkiOAQA8CKnba4/x9/cfOf9r8Z85/GNPiP5Y+EH8Qta1mrz36it100hX2ysMUO/XAymYEEEAAAQQQQAABBBDofwGOgAACCCCAAAL9KEChUz/ismsEEEAAAQQQ6I0A70UAAQRmXUCFR/m7U79Rq7EUKmZSnrfKFY9NeM1+fdp4e+mZt6yYKGbGjDEhBAs6YH2l5vgfb2Wb7bqcRgkEEOgngdX3XNP2GL2f+Y9gcQT/4fPF+77WYGyCBd/66sSX7UYVOz3yEjM7uQcLAggggAACrSvAmSGAAAIIIIAAAggggAACfReg0KnvdnwSgYEV4GgIIIAAAggggAACUUCFSjGpr1K/UauxFCpmUp63yhWPPfBaMZPTU29mM8b4AWqKYsYYpRZXZsf9eAvbfDeKnFyHBYF+F1h9xJq2+3n7Fsfxn0Ffshmd/Ee25j+j2uobXn34pWJmp4kUO4mEaFMBThsBBBBAAAEEEEAAAQQQQAABBKovwBX2WYBCpz7T8UEEEEAAAQQQQAABBBAYaAEVKuXHTP1GrcZSqJhJed4qVzz+4JQ4k9OLT73luw6mqWF8bZosxupJCCGmWn3uR1vYFrstb7wGR4CjdqbA6nutZbv/dF/Tz2AwsxB8XY8QgvfNLJi/gqnY6eaTrrBXH32ZmZ1chAUBBBBAAAEEEEAAAQQQaEcBzhkBBBBAAIGuBCh06kqGcQQQQAABBBBAoP0EOGMEKi2gQqX8AlM/b5XnoUImhcbyVrni8QeLmZyef+LNYoYYTdlU0wwxiulJ3OY9O+4HW9gWu1PklN8HcgQGSmD1vdey3c7dRz+l8WfSV/pB9aYWI27wlX7eX37wRbvpxMvt1UkUOw3U/eE4CCCAAAIIIDCgAhwMAQQQQAABBBBAAIGOFaDQqWNvPReOQCcKcM0IIIAAAggg0K4CKlzIzz3187acq5BJY4qUq01RFDmNNxU5aSKYEOLaNCuM0hC8X48QQixy2nIPipyMFwKDKDBkn7Vtt5/sYyGkn0/z3MPUN38FC8HDs1dU7HTC5fbaZIqdnIMFgQ4T4HIRQAABBBBAAAEEEEAAAQQQQKCqAjMKnap6hVwXAggggAACCCCAAAIItLWACpXyC0j9vC3nKmbSmCLlalM88dAUu+C0oshJ+9ZsTXqvmWfFMmOGmFrNjvnuZrbVnhQ5yYqogECbX8KQfde2Xc7ey39cix9W/xHVT673dWHF7E6+RR1TsdONsdjpFf6MXRRhhQACCCCAAAIIIIAAAggg0DECXCgCCCBQUQEKnSp6Y7ksBBBAAAEEEEAAgb4J8KnWEiiKj2acU+rnbTlXMZPGFClXm+KJh+tFTo+/OX3HwbMQ4trMG18sBF/7csz3Nrehe61gvBBAoHUE1th/Xdvl7L3Nf1B9CR5mFsxfwULw8MwsmF6vPqA/Y3eZTXmMYid5EAgggAACCCCAAAKFAGsEEEAAAQQQQACB9hSg0Kk97xtnjQACCAyWAMdFAAEEEEBgwARUqJQfLPXztpyrmEljipSrTfHkI1PsgpHj7dnH3ihmgIkHqMVcn4lTwtR8HaNmR39nUxtGkVNUYoVAqwmsccC6tvOoEXH2Nc3qFH+QfaWfZf8R9tOdsX55/At244mX2ZTHX2VmJ5dhQQABBGZBgLcggAACCCCAAAIIIIAAAggg0JICFDo19bawMwQQQAABBBBAAAEEEGiGgAoV8v2kft6WcxUzaUyRcrUpnpo41S44bYI9+9ibFuK/dAT1zEIIZuahxeOY72xmW++9ovFCAIHWFVjzwPVs57P20k+upVUIoUiteAVvQgj2yvgX7aYTL7OpT7zahGKnoojKdx0XPXdiwgoBBBBAAAEEEEAAAQQQQAABBCokwKUggEArClDo1Ip3hXNCAAEEEEAAAQQQQKCdBWbz3MsFA6mft+VcxUwaU6RcbYqnHp1q/z1yvD0z6Q0/OxUoFLM4eScucSRNCeOdz35rU9t6H4qcIg4rBFpcQMVOO545wsx/drXScyCm9fNWXvzE1+zlsc/HmZ2mPvkaxU51HxoEEEAAAQQQQAABBPoswAcRQAABBBBAAIFBEKDQaRDQOSQCCCCAQGcLcPUIIIAAAl0LqEAh35r6eVvO1U+hwiblalM8PSkrcgpmwf9ZiGtLr+BJCHFtR397U9tmX4qcnIQFgbYRWOvg9W0nFTtZsBA84pmH6etgwXMP3/bK2BeKmZ2eotjJUVgQQAABBPpRgF0jgAACCCCAAAIIIIAAAgg0X4BCp+abssfZE+DTCCCAAAIIIIAAAh0qoAKl/NJTP2/LeSpm0rjy1CpXPP3oVPvVqePt6UffsDijS01rj9imo3nfU332qDM2psjJLVgQaEeBNQ9e33b40R6mn2XN4qTZnXQdyosxz/Sz7/HS/c/ZTSdcZq8/PYWZnYQ0OMFREUAAAQQQQAABBBBAAAEEEECg+gJcIQJNF6DQqemk7BABBBBAAAEEEEAAAQR6K6AihPwzqZ+35Vz9FCpqUq42RZzJ6bQJ9vSkNyxoIhfTysPbECMdUT2zo87YxLbbf6U0OMgth0cAgb4IrP2JDW2HH+7pP+EzPh2U+kMgaDR4px4vj1Gx06U29WlmdnIVFgQQQAABBBBAAAEEEBgUAQ6KAAIIIIAAAr0VoNCpt2K8HwEEEEAAAQQGX4AzQACBSgmoQCm/oNTP23Keipk0rjy1yhXPTH7d/vu0CfbUxNeLSV00kYvFlR9KMzgpPK0vR5y2sW1/AEVOdQ4aBNpaYO1DNrThP9hj+jX4T74/B7T28CVuUOvx0n3P2i0nXm6vP/MaMztFGFYIIIAAAgi0mACngwACCCCAAAIIIIAAAgiUBCh0KoHQRaAKAlwDAggggAACCCDQLgIqUMrPNfXztpyrn0JFTcrVpnjmsVTkpJmcgoXgR/AIFkyLViGEIjWzI0dubMMPpMjJKVgQqIzA2p/cyIZ/vyh2Cn5VIcS1mbfB/F8w88YjmIqdbo7FTh/8M3Z6vij0fFGbh/lLfW/in8vLW+WKtF05gUB/CLBPBBBAAAEEEEAAAQQQQAABBBCovgBXOLMAhU4ze9BDAAEEEEAAAQQQQACBARIoFwCkft6Wc/VTwUHeKlc8+/jr9qtTx9uTj0yNhQd6f61WTOYS53BSxzzz1oftiJEb2fCDKHIaoFs+0IfheB0usPanNrLtv7eH/8TrGeA/98riz77n/gDwdPpz4sV7nrFbTrzMXn92ykwzO+m5otCzJLXKU4hYeaNWY4q0XTmBAAIIIIAAAggggAACCCDQdAF2iAACCCDQYQIUOnXYDedyEUAAAQQQQACBQoA1AoMrUP7Ff+qXW52lxlKkQoO8Va547ok37Fcj9efq3vCPBQshmK+0FGFF3wc9C3bEqRvZDgetbLwQQKC6AuscupFt/93dLYRg+ucrX4L5ynzIQ7mHmb147zN2y0mX2xvPTZ2p2Ck9f7pq/aOxYKpRqzGFPquWQAABBBBAAAEEBl6AIyKAAAIIIIAAAgggUC0BCp2qdT+5GgQQaJYA+0EAAQQQQACBfhMo/8I/9fNWeTlUzKSxvFWueO7JN+yXp463Jx5+3TRLSzx5JR6+mCZyiauattTs8FM2sB0PpshJGgQCVRdY59Mb27bf3s0v0x8AcYmr+EiID4z4kPCuD79w19NxZqc3X3h9pmInPWfy0LMoD9+578p34InGvZneV65I48oJBBBoIQFOBQEEEEAAAQQQQAABBBBAAAEE2kqgT4VObXWFnCwCCCCAAAIIIIAAAgi0jED5F/2pX251whpLoQID5XmrXPH8k8VMTipy0rwsmqVFnzdPQghqzIL5y1e+HP71DW2nT6zifRYEEOhJoCrb1/3MJkWxk54J/kDwxrzxCBZCmN56Zi/c/bTdcsKl9taLb8xU7KRnUHdh/tJ2b6YXOaW+xhTlvsYIBBBAAAEEEEAAAQQQQAABBAZbgOMjgAAC7SRAoVM73S3OFQEEEEAAAQQQQKCVBDiXXgqUf8Gf+nmrvBwqZtJY3ipXvPDUm/bLkRPs8QenmmZt0nwqeq/Var6k8E2+wXv2ma9uYDsfQpFTL28db0egEgLrfmZT2+abu9afDfXnQv1Z4YO+6Cnhl+rPi+fvfMpuPuESe+ulmYud9NzRM0atQnke/um4n0atxhR6v1oCAQQQQAABBBBAoG0EOFEEEEAAAQQQQACBFhKg0KmFbganggACCFRLgKtBAAEEEEBghkD5F/upX271CY2lSIUEeatc8cLTqcjpdf9YMCsWC0FJmN5a8E0eh39tQ9vlkxQ5GS8EOlhgvf/Y1Lb51q6Wngsh+MNBYWZqvGfFK9gLd9Rndnr5zZlmdtLzJz2jGrX6vMYbtRpTpO3KCQQQQKD9BbgCBBBAAAEEEEAAAQQQQAABBAZOgEKngbOe+Uj0EEAAAQQQQAABBBDoEIHyL/RTv1GrsRSpmCBvlStefKYocpr8wFQr5mCpmSdarOZppFUSw+ywr6xPkVNEYYUAAuv9x2a2zem7xmdGfGDoOeEsatLjQxv1bHnu9iftlhMusbdfaVzspOeRIj23Uuu7810Xe6tpxz6gbd5MX8r96RtIEEAAAQQQQAABBBBAAAEEEECg/QQ4YwQQGDABCp0GjJoDIYAAAggggAACCCDQeQLlX+SnfmrzVnmKVDiQt8oVLz37lv1y5AM2ecJU0+wrob5WE5xYs7J4Y+ZJCME+/eX1bNdPrWq8EEAAgSSw3pGb2bDTd7H0nDB/hRAseJtWwRPF87c9ZbeccKm91UWxU3pu9H5LyQAAEABJREFUlVvtSmONWo0p0nblBAIIIIAAAggggAACVRbg2hBAAAEEEEAAgWYJUOjULEn2gwACCCCAQPMF2CMCCCDQ1gLlX+CnfqNWYylUzKQ8b5UrXnz2TfvFyPE2afwUt9F8K0Vo9hVN56T5U/RZ9dV+6qR1bfdPr+bvZUEAAQRmFlj/qM1t6MidZ5p5Sc8QPUviM8QTPWGUP3fLE3brCZd2O7OTnjnl0BE11qjVmCJtV04ggAACCHSsABeOAAIIIIAAAggggAACCCAwiwIUOs0iFG9rRQHOCQEEEEAAAQQQQKBVBcq/uE/9Rq3GUqiYSXneKle89Oyb9qvTHrBJ46aaBfNX8KYI86y+WAjBzIJ9+uT1bI/DKHIyXggg0KXABp/dwoaO3CVu16NDTw9/fHg/eKPw1DMtz9/6hN164qX29qtvmZ5JeeTPLeV5aA/qN2o1pkjblRONBBhDAAEEEEAAAQQQQAABBBBAAIHqC3CFCMyaAIVOs+bEuxBAAAEEEEAAAQQQQGAWBcq/sE/9Rq3GUqhoQHneKle8/Nxb9svTHrCJY6fYzDOuaK4VjSiUe3j6qRPX7Zwip1m8L7wNAQQaC2xw9BY29FTN7OTPD73FnyHKav60iam39cWevflxu+WES+zt196i2ElWBAIIIIAAAggggAACCAycAEdCAAEEEEAAgShAoVNkYIUAAggggAACVRXguhBAYGAFVKiUHzH1G7UaS6FiJuV5q1zx8vNv2S9Om2ATx021EOozrAQdJVjwJtTXnsbs0BPXtT0/s5q6BAIIIDBLAhscs6UN/cbO8RmSVnq2KEwDIa4thGDPxz9jd4lNm0Kxk/FCAAEEEECghQQ4FQQQQAABBBBAAAEEEOgMAQqdOuM+c5UIdCXAOAIIIIAAAggg0DQBFSrlO0v9Rq3GUqiYSXneKle88sJb9ouRE2zimClmtZovHjpInGZFeRG+MS6f/NK6tufhFDmJiEAAgd4JbHDslrblKTvFZ4lWxdNFDxuPYonPIF/Zczc9Hmd2mjb1bWZ26h0z7x48AY6MAAIIIIAAAggggAACCCCAAALVF+iIK6TQqSNuMxeJAAIIIIAAAggggED/CqhQKT9C6jdqNZZCxUzK81a54tUX37ZfxD9XN9UsBNMrhGBBSYzgeRHm2SFfXNtG/MdqxguB3gvwCQQKgQ2P28q2+NqO3imeLcEz8+dLfbEQfCSG2fM3PW63nnCJTXv9bUvPMT27FKmvthzmL415Ez+Xt8oVabtyAgEEEEAAAQQQQAABBBBAoFkC7AcBBBBAoAoCFDpV4S5yDQgggAACCCCAQH8KsG8EehAo/0I+9Ru1GktRLgZQP8WrL71tPx85wR6+b0pRCFArTiJ+tkh9rflWinlXPvFfa9neRw7xMRYEEEBg9gQ2On6obfHVHUxPmOLR4+tiKZ5HviUuPvbsDY/ZbSdeGoud0vMrtXpeKVdbDp2hxhq1GlOk7coJBBBAAAEEEEBgQAQ4CAIIIIAAAggggAACbSBAoVMb3CROEQEEWluAs0MAAQQQQKCTBcq/iE/9Rq3GUqRf/uetcsVrL0+zX4x8wB6+f4rFiVPiSsrB+x5F6usiP+T/rW37UOTkHiwIINAsgY3+c5ht8dUdrXjKBPNEi4XguXl4G0IwX+zZ6yfbbSdcau+8OS0WQuk5lkLPPOVqy2H+0pg38XN5q1yRtisnEEBg8AU4AwQQQAABBBBAAAEEEEAAAQQQGHyB/i50Gvwr5AwQQAABBBBAAAEEEECgXwTKv4BP/UatxlKkX/rnrXLFlJenxZmcHrrvNU3V5L/896ZW08qvoeZ9D880m4oP2se/sJbtc9QQjRAIIDC4ApU7uoqdNvvycL8uPYP0xPFIzyNvi2dasfmZ6x6dXuykZ1keep/6asvhn47PtUatxhT6jFoCAQQQQAABBBBAAAEEEEAAgRYQ4BQQQACBQReYY9DPgBNAAAEEEEAAAQQQQKDyAtW7wPIv3lO/UauxFOmX/XmrXDHllWn289MesIfuneJgwUxLjLgyvUIIGjatPv75tW3fz1LkZLwQQKDfBDb+wta2+Zd3MD1zgpmF4OsYRa7UfMh79sx1k+y2Ey6xd99+JxYv6bmWQs9A5WrLYf7SmDfxc3mrXJG2KycQQAABBBBAAAEEWlmAc0MAAQQQQAABBBDobwEKnfpbmP0jgAACCPQswDsQQAABBNpKoPwL99Rv1GosRfolf94qV0x99Z1Y5PTAPZrJqeYeHlrqUczgVMym4kN28H+uZfsdTZGTQ7EggEA/C2z0ha1ts5OGx8eQnmfxcP4gUl7zNm7QyjtPX1Of2ektip2iEysEEECgLEAfAQQQQAABBBBAAAEEEEAAgdkUoNBpNgEH4uMcAwEEEEAAAQQQQACBVhHQL/bzc+mqr/E8VMykft4qV0x9tZjJ6cG7X6tPjBK8DeYr02wpCvOueRJCsIOPX9P2p8jJeCGAwMAJbPxf29imJ27vjyE9jPy4/iwKIXhfuYcp9/D2mVjsdHGfZnbSc1J7S9FTP72PFgEEEEAAAQQQQAABBBBAAAEE2keAM0UAgdkToNBp9vz4NAIIIIAAAggggAACHSPQ1S/cNZ5CGClPrYqZlOetcsXU11Tk9KBNuOvV+Cebaub/akV46mPFLE5WqymxA49bww44dg0dhkAAAQQGVGCTL25rm5ywXXwW6eGk55o/rryvpXhu+do31ezpqx+1W0+42N57573Y13v1zFOkXG05dEH5WOqrTaHtKadFAAEEEEAAAQQQQKCCAlwSAggggAACCCDQrcAc3W5lIwIIIIAAAgi0iQCniQACCPSvQPkX6131NZ5H+Zf66qd4fco79ovTH4pFTvHsNTuKBQshmK88fIlpXNmBx63pQZGT8UIAgUET2ORL29kmJ2xvVjyWTI8rUx5Xnph5FjzMnrnqUbv1SxfZe+++Z3ru6dmoVpFyteUwf2nMm+lLT/3pbyRBAAEEEOgAAS4RAQQQQAABBBBAAAEEEOhsAQqdOvv+d87Vc6UIIIAAAggggAACfRbo6hfsGk+hnac8teVf5quf4o0p79jPRj5g4+94RR+tR5wLxWzGFCkx1f4OOGaIHfQ5ipzqUDQIIDCIApucsJ1t/MXt6s8nP5GaR5qCTqny2Jo9feUjdtsXL7L333u/T8VOev4ptLvUKleU+xojzAwEBBBAAAEEEEAAAQQQQAABBBCovgBX2NECFDp19O3n4hFAAAEEEEAAAQQQ6F6g/Iv0rvoaz0MFTernrXLFG1PfsZ+d9qBNuPM1P3jwsDj7idZB2YwpUkzpgceuYQcfv6bxmn0B9oAAAs0R2PTE7WOxk55RFrTPYCF4WDDz1vzlmQX/9/SVE+3WL/47FjrpGZiejXmusXL4LkxjalP01E/vo0UAAQQQQAABBBBAAIHOFuDqEUAAAQQQqLIAhU5VvrtcGwIIIIAAAgj0RoD3IoBASaCrX6hrPIU+kvLUln95r36KN19/NxY5jbvjFSvmb4pToXjue6rVR7w1jfim/Y8eQpGT07AggEDrCWx60va20f/bNj6utIrPwPjs0rNMIwrlNXvq8kfsVs3s9D4zO7XeneSMEEAAAQQ6UIBLRgABBBBAAAEEEEAAgTYWoNCpjW8ep47AwApwNAQQQAABBBDoJAH9wj6/3q76Gs9DBU3lvsYUb72hIqcHbNztr1oIIe4+WIhtXPlY8H4IwbvB9vvs6vbx/2QmJ8dgQQCBFhXY9OThtuEXtvGz8+eWP7t8HfOi9VTPNIUPPH35I3bbly5iZiexEC0uwOkhgAACCCCAAAIIIIAAAggggED1Bdr3Cil0at97x5kjgAACCCCAAAIIINAvAipUynec+mpTaHvKU6tiJuVqy/HWm+/a+ac9YGNve9U/WrM4aZNnmu8kNnHl42p9435HrmaHfGEt9QgEWkuAs0GgJLDZV3awDT+/tT/O6s8wzeo0/T21mPljzduaPXXpw3b7CX0vdtIzVuE78+dosW/lijSunEAAAQQQQAABBBBAAAEEEJhNAT6OAAIIINCyAhQ6teyt4cQQQAABBBBAAIH2E+CM21+g/Ivyrvoaz0OFTeW+xhRvv/Ve/HN1scgpyChYCGbB/2lt/goxQhzZ96jV7ZD/R5GTk7AggECbCGz21R1tw89v48+wYKYHnJl55qG153HMc19isdOJFzOzk/FCAAEEEEAAgXYW4NwRQAABBBBAAAEEEBgsAQqdBkue4yKAQCcKcM0IIIAAAgi0tIAKlfITTH21KbQ95alVMZNyteWY9tZ7dv7IB+z+W16xOKNJnICk5rmHpTDPPPwN+xyxmn2SIicxEwgg0GYCKnZa//hh9eebP9P8/NNTTs9I3xAH/VFnT178oN0+G8VO2p/CD+G7jQ9WpTHSeOywQgCBwRLguAgggAACCCCAAAIIIIAAAggg0E8CLVTo1E9XyG4RQAABBBBAAAEEEECgR4HyL8a76ms8DxU2lfsaU0x7+z07//QH7f5bX7UQggWdRX0VQkx8LHhog9k+R6xun/ovZnIqNFgjUGWB6l7b5l/fyTY4fuvpzzXzTE+5+MgLZt415SEEe+qSh+zOL1/KzE7GCwEEEEAAAQQQQAABBBBAoJoCXBUCCCDQPwIUOvWPK3tFAAEEEEAAAQQQQKBvAoPwKRUq5YfN+8oV2q42DxUzpb7yPGKR02kP2n03vWxWq/niEXdSrHxIiUcxE8k+h69mh36RIicHYUEAgTYXULHT+scNq19F8Yyb/szzri/xmegre+JfE+zOky/pc7GTnsH1A/nutOfU06N35v6MLWQIIIAAAggggAACLSHASSCAAAIIIIAAAgj0SYBCpz6x8SEEEEAAgcES4LgIIIAAAs0VyH9Jrj3nfeWKNK68UeQFTsrfmfae/ez0h+y+m1+x+tQl3gQPMwvmr2AhmAX/p/Ven1nVDv0SRU7GCwEEKiOw+Td2tvWOHepPuRCvKQS1HsViISgp4smLHrS7vtL3mZ30XI4H8VWee/cDxU8aIxBAAIF2EeA8EUAAAQQQQAABBBBAAAEEEGgkQKFTI5X2HePMEUAAAQQQQAABBBCYZYHufiGubQrtTG0eKmZSaExtHtOmvWujT3vQ7rnp5eIX7JrGxEPv9cYsTjBSi9t8bSMOW9kOO2FtHYZAAAEEKiWwxam72DpHb+WPPX/apQegPwOV6pnoD0J/JhbbHv/nBLuzd8VO/nHfmYtpXwpP45LnGij3NUYggAACCCCAAAIIIIAAAggggEBbCHCSCCDQQIBCpwYoDCGAAAIIIIAAAgggUHWB8i++875yhQzUdhV5gZPe884779nPTn/Y7r3pFQv+4RB8XY8QQhxLqxCCjfj0KvaZE9fxdzZ7YX8IIIBAawhsedqutt7RQ80feX5CwUxLjLjyfrAQPMzsyX9NsLu+eil/xs4tWBBAAAEEEEAAAQQQmC7fnjsAABAASURBVDUB3oUAAggggAACnShAoVMn3nWuGQEEEECgswW4egQQ6HgBFSXlCHlfuULb1eaRCps0lvLUvjPtXTv/9IfsnhtfNqvFZfpsI574UtNwscGzPT+1sh1+EkVOciYQQKDaAluctqut89mt/CKLh6Ov4zPRV/5M9GdjzcO3+qPRnrhwvN39NYqdxEEggAACCDRBgF0ggAACCCCAAAIIIIAAAhUUoNCpgjeVS5o9AT6NAAIIIIAAAghUWUBFSvn15X3lCm1X21Wk4ia1es+7775n55/xsN1zwyv+0WBWLBaCJ+Yvb0MI3ldutuehq9jhJ1Pk5BosCCDQIQJbnr6brXPUVmYhLhaCkiJCCBbMX/XVExdOsLu/fhkzOzlJfy/sHwEEEEAAAQQQQAABBBBAAAEEqi/AFVZPgEKn6t1TrggBBBBAAAEEEEAAgYYCKkrKN+R95QptV5uHCpoUGlOrUK5499137fzTH7a7rn/J1DdNSVKL66JfU6cWc6V7fHJl+w+KnMTc6sH5IYBAkwW2PGM3W+fILf156M9IPRDroWenPyl9UAcsnpeP/2McxU7iIBBAAAEEEEAAAQQQQKC/Bdg/AggggAACbSdAoVPb3TJOGAEEEEAAAQQGX4AzQKD9BPSL9Pys875yhbar7SpU4KTQdrXvvfeenX/GI3bX9S9b0L+gPfiqWCwEJUWEEGz3Q1ayI77MTE5SIhBAoDMFtvzm7rb2EZtnz0eLuT8prXgFK/6ZPfGP8XbPKZfPNLNTev7mrfI8tJ/UV65QX22Kcj+N0yKAAAIIIIBAWYA+AggggAACCCCAAAIItJoAhU6tdkc4HwSqIMA1IIAAAggggEBLCZR/oZ33lSt0wmrLoYImjalV5Pno0x+2O699yT9a0zxOMeKUJLW4Nr3XV96p2W4fX9GO+uq6/l4WBBBAoLMFtvr2nrbm4ZvHZ6MenHpW+mOzjjLz8/Txv4+1e74xo9gpfw7rc6mvPA/tLPWVK9RXm6LcT+O0CPRKgDcjgAACCCCAAAIIIIAAAggggED1BVrsCil0arEbwukggAACCCCAAAIIINBMgfIvsvO+coWOp7Yc6RfoahXarlYxo8hJn9b8IxZnIdHaEy0WQvBusN0+sZId9TWKnIxXxwlwwQh0JTD0O3vaWip28udkCMGC3lhfedf76ijMnvjbWLv31Cumz+ykZ3B6Huet8jy0y9RXrlBfbYpyP43TIoAAAggggAACCCCAAAIIzLoA70QAAQQQGFgBCp0G1pujIYAAAggggAACCBQCrAdAoPwL7LyvXKHTUFuO/Bfp5Xz0GQ/Z7de8qIlI9HEPzUDiUdOcJB7FYtrnrgevYJ+lyMmNWBBAAIGZBbb67ghb87BN47PSH5tWPFSLZ6mv/c1xNA4/9pf77d6RFDs5CgsCCCCAAAIItJ8AZ4wAAggggAACCCCAQFMFKHRqKic7QwABBJolwH4QQAABBBCYPQEVGeV7yPvKFdquthx5YVPapjHF+d982G6/+iULIVjQDmIEzz2COr4qFtv14JXs6K+vp0ECAQQQQKCBwNDv7WVrHraZP0N9oz87zbMQw/wVPMx7Hv7MffwvY+y+0/pW7GT+0vPcm7jkuQbKfY0RCCAwUAIcBwEEEEAAAQQQQAABBBBAAAEEeiPQnoVOvblC3osAAggggAACCCCAQIcJlH9hnfeVK0SithwqZtKY2nL87FsP221XvaiPmtWK+UbqnTjjyPS5RzzZ6YDl7ZhT+HN1hQ9rBBDos0AHfHDo9/eyIYdu4s9VXWzxbPXHqHdmrPVc9gF77M/3232nX9nrP2Onz6fQfhTqq01R7qdxWgQQQAABBBBAAAEEEEAAAQT6XYADIIAAAr0QoNCpF1i8FQEEEEAAAQQQQACBVhJodC7lX1TnfeUKfU5tOVTYpLHUplz9n3/7Ebv1qpfMQvAlFK35y1Oz4P9mrHc+cHk77tT1jRcCCCCAwKwJDPvhPkWxkz9N/TGrtX8weJjnHho0f3n7+J/vt/vP6H2xk386Lnq2x8RXee5dK/c1RiCAAAIIIIAAAggMvgBngAACCCCAAAIIIDBDgEKnGRZkCCCAAALVEuBqEEAAgY4TKP+COu8rVwhFbTlUzKQxteXQTE43X/Fi8QtwzeSUIu6sWGkOEn1+p/2Wo8hJJAQCCCDQS4FY7PTJjeOzVs/UOMVTLa6LsfTs9Xby/9zXp2InPadTpNNTP+Vqy32NEQgggECLC3B6CCCAAAIIIIAAAggggAACHSRAoVMH3eyZL5UeAggggAACCCCAQJUEyr+YzvvKFbpeteVQYZPGUpty9X/x3Yl2y1UvWQhmwf+ZEjNvYs+Kl/JgO+2/vH3uNGZyKkxYI4AAAr0XGPbjfW3IJzexED/q62Ix82dvCEFNzC2YPfan+2zMN6+ahT9jV5upUMrqLz3r62ncnnK1+Tb1CQQQQAABBBBAAAEEEEAAAQQQaHUBzg+BzhGg0Klz7jVXigACCCCAAAIIIFBRgfIvpPO+coUuXW05VMykMbXlUJHTTZe/UJ9ORI2mFvHwnekzReYdq9kO+y5nx7djkZNOn0AAAQRaSEDFTqt9YmM/o+IpG9c1rT180dPYH7uxmfzHe2zMt3pf7BSf4b5PtX6guOS5Bsp9jREIIIAAAggggAACCLStACeOAAIIIIAAApURoNCpMreSC0EAAQQQQKD5AuwRAQRaX6D8i+i8r1yhq1BbDhU2aSy1KVe/KHJ60YL+Bd+DRwhxpRELIVjwYS077rO8/efpzOQkCwIBBBBohsDWo/az1WOxk8VnbQh64np4G3zEm7TBHvvjvTb221czs5PxQgABBBCYHQE+iwACCCCAAAIIIIAAAgi0iwCFTu1ypzjPVhTgnBBAAAEEEEAAgUEVUGFSfgJ5X7lC29WWQ8VMGlNbjl98b6JpJidtL8KsVlPEldX0zwe8Z8P3Wtb+8wyKnORMIIAAAs0UGDZqP1v1oA39iVs8f/U81sNYrT+ClXr4E9k7k35/t439Tu+LnYp9FftI566xlKst9zXWgcElI4AAAggggAACCCCAAAIIIIBA9QW4wjYRoNCpTW4Up4kAAggggAACCCCAQC5Q/sVz3leu0PvVlkOFTRpLbcrV/+X3H7WbLnvRPxqsmDGkaJV7ZsWgmhCLnL7wrQ2MV6cLcP0IINBfAtucc0AsdgrBn8AeegaHEMy0xIgr02vy7+6xcd/tfbGTPqvQfwvUKvK8UV9jBAIIIIAAAggggAACCHSaANeLAAIIIIBAawhQ6NQa94GzQAABBBBAAIGqCnBdCPSDQHe/gNY2hQ6rthwqZtJY3ipX/PIHj9oNl75gNf+nzxeN9zR1k0IDtZjYdnsuY/+PIqfIxAoBBBDoTwEVO61yYL2o1J/B/lQ2PY5nCj8BjT/627tt3Peu6fLP2On531X4LuIMUWoVep/aFOV+GqdFAAEEEEAAgboADQIIIIAAAggggAACCAyIAIVOA8LMQRBAoCsBxhFAAAEEEECgdwLlXzTnfeUK7VFtOVTMpLG8Va741Q8ftRsueUGThHgE7cIsBIv/gpknHp742PZ7Lmv/9e36L92NFwIIIIBAfwts85MDbZUD/Lnrz+DgD2RvzJsYMfdOCNpiNum3d9n47zcudtLzXqH/FjQK85fGvYlLnmug3NcYgcCsCvA+BBBAAAEEEEAAAQQQQAABBBCovsBAXCGFTgOhzDEQQAABBBBAAAEEEGiCQPkXzHlfuUKHUVuO9IvtvFWuUJHT9Re/EGcI0XxN+qw6aovwnm9Qvu3uS9t/fcd/2a4DEQgg0CwB9oNAjwLbnHugrbz/+nHWpVp8JuvZXIt9z2Lrw0rt0V/faeO/fy0zO/WoyhsQQAABBBBAAAEEEEAAgQEV4GAIIIAAAk0QoNCpCYjsAgEEEEAAAQQQQKA/Bdi3BFRkpDZF3leu0Da15VAxk8byVrniv380yWKRkwWrLxaC5xas3hTjwWy7PZa1L313Q+OFAAIIIDA4Atv+9CBbZf8NzPyZrGd0SImZZ7FnxSvYpF/faRN+0LjYSc9/hf7b0Ci0D42rVeR5o77GCAQQQAABBBBAYPYF2AMCCCCAAAIIIIAAAj0LUOjUsxHvQAABBFpbgLNDAAEEEKi8QHe/YNY2hRDUliP9IjtvlSv++8eT7NqLnrc4A0i21j7ilCDFhphuvetS9qXv+i/XdSACAQQQQGDQBLY57yBbaZ/14rM5rurP6po/x+upn5t6ZhMvuMPG/6Dxn7HTs7678J3EWaLUKvRetSnK/TROiwAC/SjArhFAAAEEEEAAAQQQQAABBBBAwCpf6MQ9RgABBBBAAAEEEECgnQXKv0jO+8oVuj615VAxk8byVrnigjMn27X/fsFC0AwgwXehMNM6hLj2TvB+sK13XdpO/P5GxgsBBBBoZYFOOrftzv94Uezkz2tf/NL9ee1J8Mwf3L4OsdF60gV32fgfdj2zk/470VX4jih2EgKBAAIIIIAAAggggAACCCDQMgKcCAIIIEChE98BBBBAAAEEEEAAAQRaVEC/eM5PLe8rV2i72nKomElj9dbUpvj1qMl2zb+e94/W4i+wfR1zq8W5QeKYMn1+6M5L2kk/4M/VORALAggg0FIC2/7s47biXuvO9Mz2x7ge336eerJ71DRSs0m/usMm/IhiJ4dhQQABBBBAAAEEqi7A9SGAAAIIIIAAApUXoNCp8reYC0QAAQQQ6FmAdyCAAAKtJ6Aio/ys8r5yhbarLYcKmjSWt8oVvz7rMbv6n89bnOrDV5rtI5hevi4WC8ETC7b1LkvZyT9kJifpEAgggEArCmz380/YinutF08t+HM7xEyrEHshBO94+BKLnX583UyFr+m/Ffrvg/KuwndSL6hSZjPlGtHn1BIIIIBA6wtwhggggAACCCCAAAIIIIAAAu0uQKFTu9/BgTh/joEAAggggAACCCAwoALlXxjnfeUKnZDacqRfVuetcoVmcrrqwuc0cZP/ljruwfOaR5GntUaG7rQkRU4CIRBAAIEWF9juF5+wFUes689yPb3TyRZ5WvtGLfboL263B87sptip5p/oIrRn/TdHrSLPG/U1RiCAAAIIIIAAAggggAACCCCAQAsKcEoItLkAhU5tfgM5fQQQQAABBBBAAIFqCXT3i2NtU+iK1ZZDxUway1vlil+fNdmu+tcLFkLw8D0EDwsWgocF7ygsZkN3XMq+/CNmcrLSiy4CCCDQqgLb/fKQWOwUn+T1lZoQn+rB1Pja/JEfi50ePOsGZnYyXggggAACCCCAAAIINBZgFAEEEEAAAQRaW4BCp9a+P5wdAggggAAC7SLAeSKAQBMEVKSU7ybvK1dou9pyqJhJY3mrXPHrsybZVRc+bzZ9lg7fS83D6jN3eOsb47LF8CXsKz+myEk6BAIIINBOAip2Wm73teKzXCt/wvtjXw97Dy0x4somnn+zw3iUAAAQAElEQVSLUezUTneXc0UAAQRaSoCTQQABBBBAAAEEEEAAAQQGVYBCp0Hl5+CdI8CVIoAAAggggAAC3QuoSCl/R95XrtB2teVQMZPG8la54jdnT7ar/vmixWk8zGKjWT2svgqeBNMr2BY7LGFfG7WxOgQCCCCAQBsKDL/gUFtexU7x2R4shOBX4aElRlyZefPoz261h87u28xO+m+OwuqvPNdQua+xzgmuFAEEEEAAAQQQQAABBBBAAAEEqi/AFQ6mAIVOg6nPsRFAAAEEEEAAAQQQcIHyL4TzvnKFvy3OzKE8DxUzqZ+3yhW/OWeyXXHhC/FzvtIuYlNTVl/FGT+8v8X2i9vXKXJyCZZ+FWDnCCDQ7wLbX3CoLbfrmvW5+vSw9ygW/29ASizmj4y+xR4658Ze/xk7XYT+26NQrsjzRn2NEQgggAACCCCAAAIIINAhAlwmAggggAAC/ShAoVM/4rJrBBBAAAEEEECgNwK8tzMFuvvFsLYpJKO2HCpm0ljeKlf89ieP2RX/94Im7bAQgvnKwxfPffHE/BV8ONgW2y1hXz9rY++zIIAAAghUQWD4bz5ty++6pvlT3i8nmCdaLIQi98SX4GE2cfTN9vBP+lbsZP7Sf4e8iUuea6Dc1xiBAAIIIIAAAmYYIIAAAggggAACCCCAQN8FKHTqux2fRACBgRXgaAgggAACCFROoPwL4LxfztXPQ8VM6uetcsVvz33MLv/H86bpPGqavKNY1fs1U1fbNLDZNovbKWdT5FS5LxcXhAACHS+w/W8+bcvuvIY76D8E/sRXo/8A1EP/DVGq/x488tOb7KEGxU56j/67orar8AP4f1d850o89D5vpi/l/vQNJAh0LcAWBBBAAAEEEEAAAQQQQAABBBCovkCfr5BCpz7T8UEEEEAAAQQQQAABBPouUP7Fb95PudpGkX7pnLfKFb/76eN2+d+f9xMLZlpixJXplSbz0LbNtl3CvnEORU5yIRBoHwHOFIFZFxj+u8Ns2Z3XND3z4/O/WHk/WAge5q/gYcEm/vRme/jcmWd20n9X8mj03ySNaQ+pLeeN+hojEEAAAQQQQAABBBBAAAEEuhNgGwIIIIBAVwIUOnUlwzgCCCCAAAIIIIBA+wm0yRnnvwzWKef9lKttFPqFs8bzVrlCRU6X/e057dKjZpqlw9elmTbisG0ybDE7lSInd2JBAAEEqi2gYqdldhii/yT4fw/q11rT7H4e6uo/FHGr2SPn3mQP/3TmYif9N2dWIu7K96tWoc+oTVHup3FaBBBAAAEEEECgTwJ8CAEEEEAAAQQQQKBjBSh06thbz4UjgEAnCnDNCCCAAAKDL1D+RW/eT7naRqFiJo3nrXLF70c/YZf9rT6Tk4X4z1daLIRQXLi3IQTbdNhidtq5mxRjrBFAAAEEKi+wwx8PNxU7+X8Cimv1JITg/33wbvCwYN41X9vEc2+2R867yfTflq5C/y1qFNqTxtUq8rxRX2MEAgj0jwB7RQABBBBAAAEEEEAAAQQQQKCqAhQ6zbizZAgggAACCCCAAAII9KtAd7/wTdvUNgr9slnjeatc8YfRT9glf3nOtF3zc6RWE3Rocg31faMpNt5qUTvtpxQ59euNZucIINDqAh15fip2Wnr71eN/C/TfA/23Qf+NiP+t8FXs19uHz77xA8VO2q7/5uSt8nIIV2NqFXneqK8xAgEEEEAAAQQQQAABBBBAAIF+EGCXCCBQUQEKnSp6Y7ksBBBAAAEEEEAAgdYS6O4XvWmb2kZR/sWy+in+eP4TdvFf6n+uLmguDo+ga/eVlhhxZRsPXcxOP6+nIid9lkAAAQQQqKLADn/6D1t6+BCz+J+FoKbIYxbMvA2KYPbIOTfaxPNvnmlmJ/03Sv/9yVvl5TB/acybuOS5Bsp9jREIIIAAAggggAACAy3A8RBAAAEEEEAAgfYUoNCpPe8bZ40AAgggMFgCHBcBBBDog0D5F7p5P+VqG0X5F8rqp/jD+Y/bRf9bL3KK5xXnc4qZWS0tpv1utOWidgZFTnUbGgQQQKBzBWKx03arx/82+H8p4n8r6itH0YjCU18ePusGip3cgQUBBDpUgMtGAAEEEEAAAQQQQAABBBBoSQEKnVrytrTvSXHmCCCAAAIIIIAAAjMLqMjo/7N3F/CSXGXex/8nrhN3dxcIFtxZFniBZRd2WZZlIQECSwRZZNkIMpkEiRAXCBAiM0lwiwGLw2K7WARLSCY+7tLv8z/V585J597J2L235ddTT53nnOqurvr2fD5dNfV0TT1S90vudrhwQZPH69a548qL/qqvT7lfSkl+lHlSim47oolJjz1yG33oAu7kFDBMCCCAAAIh8JzJb9COz9xX+SvEXxRKch7zWJoiJM8df3Cx00U/4s5O4oEAAggggAACCDy6AM9AAAEEEEAAAQQQGH0BCp1G35h3QAABBBBYvgBLEUAAgb4VcJFSvXN1v+RuhwsXM3m8bp07XOT01cn3+Z5N+Y4cfo98/41Wc0cnvy7fnSMGD3vClhQ5GYhAAAEEEHiYwLMnv17bPW3v/HXhmb87/C2S83hmfIXk7xi3t5/x3/rTxRQ7BQsTAgisngCvRgABBBBAAAEEEEAAAQQQQGC1BSh0Wm3C0V4B60cAAQQQQAABBBDoRQFfMK63u+6X3O1w4WImj9etc8dVl9ylr06+Xyn5PhtSM1fziLEUI9FEP+nwJ26liRc+Xk0/hpgQQAABBLpYYGw3LaWk5045Stu72Ekp3jzFPLXbaDzFc/JItLef8V396ZIfc2cnuxAIIIAAAggggAACCCCAAAIIrLIAL0QAgdUVoNBpdQV5PQIIIIAAAggggAACHQIuUqqH6n7J3Q4XLmbyeN06d7jI6StX3RerbuW7bETSMfm+Gw7psMdvoQ9f+DiltXyJuuNpvdhlmxFAAAEE1riAvyOeM+UobffUvfK649sl2uZ7JJKhyd9LvtPT7R/7jv586SOLnbzc4e8qt8OFV+Zxt446H67vMQIBBBBAAAEEEEBgAAXYZQQQQAABBBBA4FEEKHR6FCAWI4AAAggg0AsCbCMCCHSPwPIu3JZlboeLcoG4bp07rr70bn3l6vsk1y2lpJQilKIfISm6SvEnMh36+K3yf1e3FkVO4oEAAgggsHyBtHbScya/Qds/Zc/4FkmSv1AkRZZD8Uip3YsmFzt98uHFTv6ecvi7rbTOOyNW9bBCXS/3WInOfhmnRQABBBBYJkCGAAIIIIAAAggggAACCAy6AIVOg/43YDD2n71EAAEEEEAAAQTGRKDzAm3dL7nb4aJcGK5b546rP3m3vnTlvXFxOHbDN9potSKPUIRzD8e413vIEVvow+cfoXXW4VA/WJgQQAABBFZAYK1119azJx+lbZ+8R/P94u+UeJ2/V+KbJo/FzDd1ys1tH/m2/vypnzziv7HLz4/vJX93lbyzjdXGOuINnER4eTRDU2d/aMGKJTwLAQQQQAABBBBAAAEEEEAAAQT6X4A9HHABrn4M+F8Adh8BBBBAAAEEEEBgzQh0Xpit+yV3O1yUC8J169wx+VNNkZNvppG8qe1ZSjnJd9toMumQx22pD1/wOK2zLof5piI6BegjgAACIwustd7ayv+N3ZF7qv0VIydJ8SdJ8mC0TZN0+0e+rb9c9vBiJ39vOfxdV1rnnaF4eCyaPNW5Bzr7HiMQQAABBBBAAAEEEEBgRQV4HgIIIIAAAv0twBWQ/v582TsEEEAAAQQQWFEBnofAagh0XpCt+yV3O1yUC8F169wx5bK79cUr7h26g0a+/0V75nXVm3zQYzbXh84/QuuuxyF+7UKOAAIIILDiAmutt46ePfkN2uaJuz/sRa32d4+ide67PDm/7bRv6S+X/ZQ7Oz1Miw4CCCCAQNcLsIEIIIAAAggggAACCCDQ0wJcBenpj4+NR2DsBHgnBBBAAAEEEBheoLPgqO6X3O1w4WImj9etc8c1n56qL3zuvnjT5vYZKaV8Mw0lDyWlFBFpJHKR08QLHqf111/bIwQCCCCAAAKrLLD2Buvq2VOOzsVOqb2WlJxFeMrhWSyM8dtP/5bu+PTDi538Pebvt0eLWAP/jZ0RuizYHAQQQAABBBBAAAEEEEAAAQQQ6H+BXt5DCp16+dNj2xFAAAEEEEAAAQTGVcAXcOsNqPsld7u8KBeD3ZZwkdN1l9/bXPzNt85o5dyp76ARnZhiLN78gMM204fPf5zW34Aip+BgQmC0BVg/AgMhsM6G6+rZk4/S1o/frf21M3Qrp/j+UUTpx3dRfDndOulm3fGZ/3nYnZ38nebvv9I6Hy4M6nG3jjofru8xAgEEEEAAAQQQQAABBBAYZQFWjwACCCDQxQIUOnXxh8OmIYAAAggggAACvSUwWFu7vAuxZZnbkcIXfh1e7rZEKXJKwZlSzHNIKaUISUnxSEop6cDDNtfE8x+nDTakyClQmBBAAAEE1qDAOhutp3xnp8fvlr9zYialmHLkmRQDKaWYS7edepPu+CzFTuKBAAIIIIDAQAiwkwgggAACCCCAAAIIjJ8AhU7jZ887I4DAoAmwvwgggAACfSPg4qR6Z+p+yd2OFKWoyctL7vaaz0yV7+Tkdbdi5uXyvTSi04q2FW00XqL9D9lMHz7vCG24EUVOAcKEAAIIIDAKAutsvJ6edfUbtPURu8ba40uomVR/H/m7KoZjuXTbxJt05+U/485OWYPZQAuw8wgggAACCCCAAAIIIIAAAgggMGoCXVPoNGp7yIoRQAABBBBAAAEEEFiDAr6gW6+u7pfc7UjhgiaHl7stce1n79F1n703Vp0ilO+OkZLziGhTjESTF+znIqfzj9BGm6wjHggggECvCbC9vSWw7qYb6FmTj9JWj91V8VXkSeX7yElK/oaSlJQft334Rt35OYqdMgYzBBBAAAEEEEAAAQQQQGCABdh1BBBAYLQEKHQaLVnWiwACCCCAAAIIINB3Ai5Oqneq7pfc7UhRipq8vORur718qq75zD2+Q0asvlVu4hR95034Nb6Dxr4HTcj/Xd3GFDmFFRMCCCCAwFgIrDthAz178lHa8vBd4rspvqb8hdSO/P3kjYivq1gi34Hw1g/eoL9eQbGTWQgEEEAAAQQQQGAEAYYRQAABBBBAAAEEVlGAQqdVhONlCCCAAALjIcB7IoAAAuMn4Au59bvX/ZK7HSlc0OTwcrclrvvcPbrm0/cp+U9qv0O0MSmlmOdQ5FIucjrvCG2yKXdyEg8EEEAAgTEVWHezDZs7Oz1mF6X4I38/KbJo09CWJI8opaRbP3ij7qTYaUiGBAEEVlaA5yOAAAIIIIAAAggggAACCCAwvACFTsO79OYoW40AAggggAACCCAwKgIuTqpXXPdL7nakKEVNXl5yt5//3D2acpn/uzrf/8Kx7F18Yww/33fHUHT2PmCCJp53hDbdbN1lTyJDAAEEEBhMgXHa6/W32EjPvPoobXHYiQsRbAAAEABJREFUTvnryTN/V8XX1NAWOW++0Vq67YM36M4rubPTEA4JAggggAACCCCAAAIIIIAAAisjwHMRQGBYAQqdhmVhEAEEEEAAAQQQQACBRsAXcJusmdf9krsdKVzQ5PBytyW+cOW9muwip+T1pnz3i+RUy+YpOU/a58AJOvX8IzRhc4qcMtGjzFiMAAIIIDB6AutvuZGeNeVobelip/ieSik131ypeU83KY+kPHD7B27QX6/6ucr3X2nL96LbkcIr8DK3jjofru8xAgEEEEAAAQQQQGBwBNhTBBBAAAEEEBhMAQqdBvNzZ68RQAABBAZXgD1HAIGVEFjeBdWyzO1I0Xkxt/Rd5HTVJ+/xjZp8M4zYopbyOiLLA608z2N777+pPnzuYylyyjbMEEAAAQS6QWD9LTfWM3xnp4N3zN9V8bXVfHHFN5tzf6flgejEpFtP/ibFTt3wwbENCCAwaALsLwIIIIAAAggggAACCCDQlwIUOvXlx8pOrboAr0QAAQQQQAABBBqB5iJtk3te90vudqQoRU1eXnK3X7zqPrnIKSXl+10oP1LkjtxRdDxpr/2aIqfNt1xPPBBAAAEEEOgmgQ223kTPnHyUtjh4x/yd1Wxb812WUopuRDNJ0b/tlOt19+RfdtGdncQDAQQQQAABBBBAAAEEEEAAAQT6XoAd7EcBCp368VNlnxBAAAEEEEAAAQRWS8DFSfUK6n7J3Y4ULmgqy5yX+OLV9+nKS6c2q27le100eb4DRivm7W40e+yziSaed4S22Ioip+BgGmsB3g8BBBBYAYENttlUz5x8tDY7cIehZ8fXW3yfNXMPOosBp7rlxK/r7ikUO2UMZggggAACCCCAAAIIdIMA24AAAggggEAPClDo1IMfGpuMAAIIIIAAAuMrwLv3t4ALlOo9rPsldztSlKKmzvZLk13kdI9SSjlipuQ3as9SSk0/5i5yOvX8I7Tl1hQ5mYhAAAEEEOhegQ223VTPmvJGbd4udkqxqSm+y5TD8+glNY/4rrv1xG/o7mt+xZ2dGhHmCCCAAAJdLsDmIYAAAggggAACCCCAQPcJUOjUfZ8JW4RArwuw/QgggAACCPSsgIuX6o2v+yV3O1K4uKksc17iS1ffq89dfI/KsqHWt7ho3+qiGZN233tjTTz3MRQ51R8EOQIIIIBAVwtssN2mevrVR2mz/bePb7ZW/r7L9y2M77jo5X7zPRe9Vku3vP9rmnotxU5d/aGu2MbxLAQQQAABBBBAAAEEEEAAAQQQ6H+BrttDCp267iNhgxBAAAEEEEAAAQTGQ8AXYOv3rfsldztSuKjJy9zW8eUp9+lzl96rlBSRZ/Ij9xV9d6JNEbvvvYlOPfex2nrbDfIoMwQQ6GUBth2BwRLYaIfN9IzJR2vz/XdQSil2PqKZFAMxpRwxkx+52Om6/+XOTsYgEEAAAQQQQAABBBBAoIcF2HQEEEAAgbEWoNBprMV5PwQQQAABBBBAAAGpywxcoFRvUt0vuduRwoVNXua2Dhc5XX7xPfmmFl6/n6NWy2lumszdlnbdc2Odeu5jtPV263uAQAABBBBAoOcENtpxs3xnpwn7bRfb3nzL5Xn7u6/58ssj+bvxlvd9VVM/T7FTYDEhgAACCCDQvwLsGQIIIIAAAggggAACa1iAQqc1DMrqEEAAgTUhwDoQQAABBMZOIBcfVW9X90vudqRwYZOXua3jK9fcLxc5JcWf1LxBSpFExKSUkpKHY7brHhtr4rmHa5vtuZOTSQgEEEAAgd4V2GinzfX0q47ShH1c7KT8XZdSfNkpHtGmlBSTlCTHrRQ7icdgC7D3CCCAAAIIIIAAAggggAACCCCwcgK9WOi0cnvIsxFAAAEEEEAAAQQQWEEBFyyVp5bc7UjhwiYvc1vHV669X5+9aGq+W0VL8cc3r4jwc303C9/YwnkMaZfdNtLEcx+j7XbYsLw1LQIIIIBAI8C8RwU23mULPf3qo7Tp3tvEt2B8HcYXn7/3mu/A5nsxhqLb5Le89yua+oXRubNTjxKy2QgggAACCCCAAAIIIIDAIAmwrwgggMBKCVDotFJcPBkBBBBAAAEEEECgXwR8wdVR9me43GMjhQubvMxtHV+97n599sJ7YrVJvlOF4lHuXJGSxyLaYy5y8n9Xt/2Oq1LkFCthQgABBBBAoEsFNt51Sz3j6jdq0722keL7L6X4/isheUgp/niKnm59z1d1zxf/T/V3qvPyXet2pFA8vCyaPHXmdT8/gRkCCCCAAAIIINBTAmwsAggggAACCCCAQC1AoVOtQY4AAggg0D8C7AkCCCCwEgL1BdCSux0p6guvzkt87fP369MX3KNW/JHDt2yK7fBdK6KJoRhod3baZSNNPOdwbb8TRU7ZhhkCCCCAQN8JbLzbls2dnfbcutk3fwc63IuvRDf+uowvyGha+v27vzwqxU75fZghgED/CrBnCCCAAAIIIIAAAggggAACAyVAodNAfdzLdpYMAQQQQAABBBAYVIFSvFT23/3O3GMjhYuavMxtHV//wgO67Px78o0p8h0qnCXFPMk3sJAfkaSUtNOuG2niuYdrx1028iiBAAIIIIDAqAmM94o32X1rPf3qo7XJHlvLX4gptb8Xk6SI6EqRpJRiLt3y7q/oni/9mjs7iQcCCCCAAAIIIIAAAggggAACKy7AMxEYJAEKnQbp02ZfEUAAAQQQQAABBEYUcPGSF7odKVzY5GVu63CR06fOmxovb9/LKd+tIvKW5Oe720RLO+y8oU4953D5jk7xAqbxFeDdEUAAAQTGQMBFTrnYafetHvG96O/H+LZsxvO2tHTLu76oe7+8Zoqd8iqZIYAAAggggAACCAy6APuPAAIIIIAAAn0kQKFTH32Y7AoCCCCAAAJrVoC1IdBfAk3BUWtop+q+cy9wO1K4sMnL3NbxjS8+qKbIyWto7kaRUopOUruRUkwRO+zULnLalTs5iQcCCCCAwEAJbLLn1nra1Udr4922yvvt78iUvyDddeZwHhELb3nXl3TvV1a/2Mnf3Y5Ya56cO3KHGQIIIIBAW4AGAQQQQAABBBBAAAEEEOgdAQqdeuezYku7TYDtQQABBBBAAIG+ECgXO92OFC5s8jK3dXzjSw/q0nPv1rLyKd+TwuGRiJgyUrTb7bhBvpPTzrttlIeYIYAAAgggMGgCm+61TVPstOuW/rJsdj++I91pxbdpTpvR6Em/f8cXde9XfzPsf2Pn7+XlhVfj5W5XO1gBAggggAACCCCAAAIIIIAAAgj0vwB72DMCFDr1zEfFhiKAAAIIIIAAAgisioAvcjrKa5073K9b58OFC5s87raOXOR0zlSl1L4DRbReZ4pZUspzNylm2++4gSadc7h23WPjGGdCoL8E2BsEEEBgZQQm7LNtLnbaaJctFV+Rar4+/W3p0NAjRZZS0i3v+KLu+9oji53Kd7K/o+uIlzX/DV7zf+LlvHNsuL7HCAQQQAABBBBAAAEEEBhZgCUIIIAAAgh0iwCFTt3ySbAdCCCAAAIIINCPAuxTFwv4oqg3z+1I4YuoXua2jm98+UFdes7UeHkrX0DNd6DIF1Sj79F27ttRbLP9+vlOThQ5BQwTAggggAACITBh3+2aYqedNo/v0RiIL0x/g+bv09x1T7HMIy39/oQv6L6v/3aF7+zUrCLWkb+Py3o8SiCAAAIIIDBqAqwYAQQQQAABBBBAAAEExkiAQqcxguZtEEBgOAHGEEAAAQQQGD0BFyg5yjs4d7hft86HCxc2edxtHd/8SrvIybeaUFJKEV5pjiZPKUUvadvtN9CpnzhMu+3JnZwChAkBBBBAAIEhgQn7baenXnW0Ntp58xhLav5E6im+R1O0KeW5YqFuefsXdP83HlnsVL6j/Z1dh+JR+pG2i6aaoiePe8zh3OGcGE0B1o0AAggggAACCCCAAAIIIIAAAv0vMDZ7SKHT2DjzLggggAACCCCAAAJdIlAuZrodKXzR1Mvc1nH9Vx7UxWdPjYulsTO+yYTvQNFqxTz67cnDHtlmu/U18ROHaY+9N2kvoUEAAQRGEGAYgQEV2OyAHfTUK4/WRjtuFt+l/vZcBlG+TxVL8hTft/nOTsMUO/k7u4S/t0vutXXmHiMQQAABBBBAAAEEEEAAgXER4E0RQAABBNaIAIVOa4SRlSCAAAIIIIAAAgiMlsDKrre+oOnX1n3n9Zj7nVEukLqt44avPaSLPjFVKaWIWEuKUFJKEUpStIpHZNp6m/XznZz23IcipyBhQgABBBBAYESBzQ7cId/ZacMdNpO/Q1XNU85THoq5XGl86zu+qPuv/90j/hu78p3t73Xnbh2Kh1tHpLEKl1B5Va2hvIyX57hPIIAAAggggMDYC/COCCCAAAIIIIAAAgisiACFTiuixHMQQACB7hVgyxBAAAEEVlCgXLx0O1KUC6Nu63CR04Vn3h1XRWNq+cJovGm+Tuo8ornVRB7ccuv1KHIKCSYEEEAAAQRWVGCzg3bMd3Zaf7sJ8ZL4gvV3bXy3+vs6vnmbKQ/Hd+7ipbrlhM/rget//4hiJz+/hL/HSx4rzUVN7pfcLYFAjwmwuQgggAACCCCAAAIIIIAAAgggEAJ9XugUe8iEAAIIIIAAAgggMBACvnjpKDvr3OF+3TofLsoFUbd13Pj1h3ThWVMl37EpDTWRKB5JzZ9IY9pyq+ZOTnvvt2n0mBBAAAEExk6Ad+p1gc0P2UlPu+qN2sDFTvGdm79fo1V80+YpReZ+tK3FLd3y9i/ogRseWexUvsP9Xe/crUPxcOuINBc+lbaMDdf3GIEAAggggAACCCCAAAIIINAtAmwHAgggIFHoxN8CBBBAAAEEEEAAgb4WKBcv3Y4U5UKo2zpu+sY0nX/m1PbFUN9KQpFHWCy6zlq+40T0t9hqPU36xGHaZ/8uLHKK7WNCAAEEEECg2wU2P3Sn/N/YbbDNpvHtGt+yLX/ZRnhqR14Qs6WLFuv3J1ynB268Jb6b49s4nuvveX+Puy1R98v+e5nz0jonEEAAAQQQQACBvhBgJxBAAAEEEEAAgQEQoNBpAD5kdhEBBBBAYPkCLEUAgd4W8EVKR9kL5w7369b5cFEugLqt46ZvTtN5Z9ztm0gopRSri/DUDkWrmKWUtMWW7SKnAyhyEg8EEEAAAQRWQ2DzQ3fWU69+o1zslJK/bCM8tSO+eqUYTykGFvm/sXOx07I7O/m7vnyfO3e477YzFA+PRTNULOXc4XGHcwIBBPpHgD1BAAEEEEAAAQQQQAABBBDofYG1en8X2INRFmD1CCCAAAIIIIBATwqUi5NuR4py4dNtHTe7yOnjd/tWEmrF3vv1cQU0+jHFQCsiL4jZZpuvq1PPPlT7UuQUUkwIIIAAAj0s0DWbvvlhO+vJVx6l9bfaOLYpvnQ95fDMQ+07ODlduES/P/46PXjzrSrf5f7ervPSd+uIl+Wp5KXNg8wQQAABBBBAAAEEEAlIvd0AABAASURBVEAAAQQQ6G8B9g6Bnheg0KnnP0J2AAEEEEAAAQQQGEwBX5R0lL137nC/bp0PF74A6nG3dXzr+uk610VOXlFKStGmFPMcUm6iq4gJ7SKn/Q+aIB79LsD+IYAAAgiMpcCWj9lVT77qjVpvy43l79zm+ze+fGPyQErJw07VysVO1+qBm29Z4WInHwOUUDycRyO3DucO5w7nBAIIIIAAAggggMAgCLCPCCCAAAIIINDtAhQ6dfsnxPYhgAACCCDQCwJsIwJdJFAuRrodKVzY5GVuHSW/+fppOudjdy3bm6EbR0SiCE/t2HTCOjrt7MN0wMEUOS0DI0MAAQQQQGDNCWz52F31FBc7bb6Rv4VV31HR393xlay8IN5y6fzFusV3dvrWrQ8rdvLzynd9Zx4vy5PHnZTWOYEAAgggMIIAwwgggAACCCCAAAIIIIDAOAtQ6DTOHwBvPxgC7CUCCCCAAAIIrDkBX4R0lDU6d7hft86Hi3Kx022JJUuWyEVO535saqwmRUgp/rQnpZQkRXiKfMKEdTTp7EN1wCEUOYkHAggggAACoyiw5RG7NXd22nwjxVewFN/FiiSl5Cb6SX543nKx0wnX6cFvLyt2Kt/1bstxQZ2XMbdeT92WvIzXfY8NF4whgAACCCCAAAIIIIAAAggggED/C7CH4yuw1vi+Pe+OAAIIIIAAAggggMCaESgXH92W8JpL7rZc2HTrKGPfumGazvnYVLXKn5ZvEOFZjOQmzzyojTdZW6eefagOOnQzr55AAIEVF+CZCCCAwCoJbPX43fXkK4/WOhM2zN/FvrWTv8ObOzzFd3X5/o52ydyFzZ2dvnMbd3ZaJW1ehAACCCCAAAIIIIDAaguwAgQQQAABBEZVgEKnUeVl5QgggAACCCCAwIoK8LxHE2guaLaGnlb3nXuB2zpKMZPHSu62jm/fOE2f+Kjv5OQ1JOU/yXlE+24RKcVAxCabrqPTzj5UBx9GkVPoMCGAAAIIIDBmAls9YY/839itu9mG8Z5JKUVEpqSYYhbzJktaOnehbj3+Oj3038uKnervfh8XODzmtjMUD49FI7cO5w7nDucEAggggAACqybAqxBAAAEEEEAAAQQQQGB1BCh0Wh09XosAAmMnwDshgAACCCAwgkC52Oi2hJ9acrflQqZbh8cc37rhIZ39kVLklF8l3xfCWY5WuXFESxtttJZOPfMQHXw4RU7ZhhkCCCCAAAJjLLDVE/fQkVccpXU2Wa8pQPL7x3e1mybccUhL5izQLcdfq4e+ezt3dmpwemfOliKAAAIIIIAAAggggAACCCCAQP8LrMYeUui0Gni8FAEEEEAAAQQQQGD0BVyQ5Cjv5Nzhft06L1EXM5XcbR3fvmlaU+Tkm0DEylJuk/wnujElRceTNtp4HU06+1Ad+tjNxQMBBBAYTwHeG4FBF9j6yL305KvepHU2WT9/R6v5Ald8a0c082K0dHb7zk7fW1bsVB8LDHfcUMbcej11W/IyXvc9RiCAAAIIIIAAAggggAACa0qA9SCAAAIIjCxAodPINixBAAEEEEAAAQQQ6GKBcnHRbTvy1pbcrS9mlrbk7n/n5uk687S75Xs+tDyLVzat7+fkiAEvjcENNlhLk846RIdR5GQUAgEEEEAAgXEX2PrJe+nJV75Ra2+0nhTf1f7m9td508bcndjKWKTFs+br1uOu1bTv/WG5d3by8UGJeGme3HdSWucEAggggAACCHSFABuBAAIIIIAAAgggMMACFDoN8IfPriOAwKAJsL8IIIBAbwn4oqKjbLVzh/t167xEXcxUcrd1fOfmaTrjtLuVUlKKlUUTc+Xc8xRZUvPYYMN1dNrZh+rwI7iTUyPCHAEEEEAAge4Q2Pope+c7O7nYKcV3t7fKbY7kXkS0MWnJrAW69YRrNe37y4qd6mMDH0eUvvPOiDXJY6Ut+XB9jxEIjL8AW4AAAggggAACCCCAAAIIIIBA/wpQ6FQ+W1oEEEAAAQQQQACBnhAoFxfdlvCGl9ytL1aWtuTuf/fb03XGpKnN3R9aLd+zKXK/ujS+BYRDWn9938npYB3+OIqcGiHmCCCAQJ8IsBt9I7D1U/fWkVccrbU3WDfvU/PN3nyPtweaJr7zF0+fp1uPv1bTfvBH7uyUVZghgAACCCCAAAIIIIAAAn0uwO4hgEDfClDo1LcfLTuGAAIIIIAAAgj0poALkhxl65073K9b5yXqYqaSu3X4OW5d5PSxU+9WvulDSkopQvGINubRl5qRpPXWXzv/d3WPffwWGrQH+4sAAggggEAvCWzz9H115FVvzMVO5Xvc2++8/RWvlJJipsUz5um2E67V9B8uK3byMUKJcszgvvPOUDw8Fk2+w1PJh+t7jEAAAQQQQAABBLpZgG1DAAEEEEAAAQR6VWCtXt1wthsBBBBAAIFxEOAtEUBgHAXKxUS3Jbw5JXdbLky6dZQxFzl9dOLd+aJkzOTwMt/zoWlbHlLMtc660qQzD9YRT6DIyb4EAggggAAC3S6Qi52uPFpp3bXyd3krvuD9nd58x/tr3wMOadFDc/Odnab/6E8Pu7OTjxsc+TWxgrot++8x56V1TiCAQN8KsGMIIIAAAggggAACCCCAAAJdKkChU5d+ML25WWw1AggggAACCCCw6gK+aOgoa3DucL9unZeoL0iW3K3Dz3H7ve/M0EdPvds3coho7uggJaWU5IebpORU66yzlk478xA97okUOWUQZggggAACCAwr0H2D2zxjPx151Zu01rpry9/teQsj8Td8SjHPobxs8UNzddvx12r6j0cudvIxhMPHE52heHgsGrl1OHc4dzgnEEAAAQQQQAABBBBAAAEEEOhtAbYege4UoNCpOz8XtgoBBBBAAAEEEECgLVAuFrot4UUlr1tfkHR4zO33/3uGPjLxLqm5iUNcjIxXRu4BPyd6TnOz9tpJp511sB5/5Ja5zwyBVRbghQgggAAC4yKw7bP215FXvlFp7fY/d+Xv/Piqb0WSw3lEbN2iB+fkYqcZP/kzd3YKDyYEEEAAAQQQQACBVRDgJQgggAACCCAwLgLtf/kZl/fmTRFAAAEEEEBgAAXYZQQ6BVxw5KjHS79unZdwEVOdu1/C486//9/T9ZGJd8dqfRcHKflPkqKJSEopQvFI0lrtIqcnUOQUIEwIIIAAAgj0rsC2zz4g39nJxU7xVZ93JKWk+OKPiCnymCKRFj3QLnb66cjFTj6mcPj4ojMUD49Fo9I6d7jvcE4ggAACgyrAfiOAAAIIIIAAAggggAACoyFAodNoqLJOBFZdgFcigAACCCAw8ALlomDdOncYx21n+AKkw+Nuf/C9GfrIqVO1dGkrXhLhqdVqLkJGHklM0Y+lKSVNOuMgPfHJ3MkpOJgQQAABBBDoeYFtn3OAnnjF0XJxU/O1H/M4Dsh3eIzWxwvOfW+nhffP0m3HXaMZ//OXOG5YmsPLly5dlrtfh9oPjzntbD22AsFTEEAAAQQQQAABBBBAAAEEEECg/wXYw1EQoNBpFFBZJQIIIIAAAggggMCjC/iioKN+ZunXrfMSvuhY5+6X8LjzH35/pj4ycapaSxXXN5OkCE85PJOUUkxNnHbmQTryqVuJBwIIdJMA24IAAgisnsD2zztIT7ryjVqr/Z0fX/xSismRE8UjKaWkRffP1u3HX6OZPxu52MnHGA4fb3RGrEgeq1vnDo87nBMIIIAAAggggAACCCDQKUAfAQQQQACBlReg0GnlzXgFAggggAACCCAwvgJ9+u7lImDdOnd4l912hi84OjzutilyultLljR3a/K479bguza0YiWtPGsSL6PIKSyYEEAAAQQQ6FOB7Z5/kJ5wxdFNEZIPAuI4oN3kwwPPfDwQw1p47yzdeuwUzfz5HfmuTj6u8DK3DuedUdg87ryz9RiBAAIIIIDAagnwYgQQQAABBBBAAAEEEHiEAIVOjyBhAAEEel2A7UcAAQQQ6G4BXwR01FtZ+nXrvER9gdF5HX6O+z/6wSydPvFuLV7sy5VSkpRSnkfiKUVfUpIU46edeYie/DTu5CQeCCCAAAII9LHA9i84WE+68k3yd7/iGCClpJiir3g4j4hMSlp032zddtwUzfzFyMVOPuZw+PijMxQPj0XTFFc5aYfHHe0uzRoSYDUIIIAAAggggAACCCCAAAIIIND/Ap17SKFTpwh9BBBAAAEEEEAAgTEVKBf96ta5wxvitjN8gdHhcbc//qGLnO4aKnLKd2iIF3u583xHp1aruegY7akfO1BPefqW8QwmBBBAoG8F2DEEEGgLbP83B+sJlx/VHBLEcUA+Psh10c2xQU59sBDPX3jPLN127BTN+sWdD7uzk1/jYw63nREvy5PHnXS2HiMQQAABBBBAAAEEEEAAgVESYLUIIIDAwAlQ6DRwHzk7jAACCCCAAAIIjI+AL/o56ncv/bp1XqK+oOi8RL38Jz+apdMm3qXFi6Sk8kg5TynFQISnHEmnfvxgPe2ZW8c4EwIIIIAAAggMisAOf3uonnD50fKhQVKSJ89SSk2q5pGiWeRip+OmaNYv/zpU7FSOQdz6OMStw3lnxCqa4upIvCyaocl9x9AACQIIIIAAAgiMsgCrRwABBBBAAAEEEOg3AQqd+u0TZX8QQACBNSHAOhBAAIExECgX+erWucNv77YzygVFt44f/2imTvvwXVq0sKXmj1/ZhO/O4Nc3t2/Ic0386IF62jP57+oaIeYIIIAAAggMlsAOLzpUj//MUXHMEPvtA4XIfKyQ0xjy5NzHFAunztDtx0/RrF8tK3bKz221cvFTyevWr3d4bLjWYwQCXSfABiGAAAIIIIAAAggggAACCCDQYwIUOq3CB8ZLEEAAAQQQQAABBFZcwBf7HPUrSr9unTv8PBcxOXc4L1H3f/LjWfrIxKlauMivSEopwmk7UrQp5bkUzYdPP1BPfxZ3chIPBBBAAIEVFuCJ/Seww4sP0+M//Qb52MCzlFKTqnmkaFIeSVpw13T94fhrHlbs5GOScjxSt847I1bFnZ2MQCCAAAIIIIAAAggggAACXS7A5iGAQG8JUOjUW58XW4sAAggggAACCPS8gC8Ceifq1rnD4+UCovslyphbx09/PEunT7xb8xcsbW7V9Ig7MrRiJBa1mvsyfOi0A/XM51DkZN81GKwKAQQQQACBnhTY8f8drsd96vWx7XG8EMcKPlqITp6c+/gjjiLyNP+v03S7i53+d9mdnXws4ud0th5z5BXFrOSdbSxiQgABBBBAAAEEekmAbUUAAQQQQAABBLpKgEKnrvo42BgEEEAAgf4RYE8QQMAC5cKec0fp123JvbxcMPSYw31Hnf/0xzN1+qlTtWBBS/mOC8mvTEopwmmOJk8p6YOnHahnPZcip8zCDAEEEEAAAQSywI4vfYwe96k3dBw/SElSSnkeSZ604K/T9IcTrtWs/7sr/7d1PjZxlOOTunVeQvFwHs0UsconAAAQAElEQVRy7+zk5QQCCPSyANuOAAIIIIAAAggggAACCCAwlgIUOo2lNu+1TIAMAQQQQAABBPpeoFzYKzta+nXbmbtfwhcQHe67dfz0JzN1+qR7NG9ecyenllfenvl5OfVYhPNTTt1fz6bIKTSYEEAAAQQQGCeBLn7bHV/2GD32ktflu0CWzfTxQyuPRNZM+c5OC/7ykPJ/Y/drip2KFS0CCCCAAAIIIIAAAggggAACQwIkCIyhwFpj+F68FQIIIIAAAggggMCACLjoqN7V0q/bztyFTB5zOHfU+c/+Z7Y+MulezZ/XUnOjhdRu/U7OI5y24wMT99dzn79Nu0eDQHcKsFUIIIAAAuMrsNPfHaEjLv232IgUIXme2nPFAYfzaPKCBXc8pD+dcK1m/+Zu7uwkHggggAACCCCAAAIrI8BzEUAAAQQQQGDNCVDotOYsWRMCCCCAAAIIrFkB1tajAi5Oqje99Ou2My9FTR537qjzn/9stk6bOFVz5izJ//VLq6V2m5N4u1bTj8zTKR/eX899AUVOtiAQQAABBBBAYPkCLnZ67CX/mp8URxb5mCKONGKK4wtFxIFHTHl83p8e0O3HTdbs31LslMGYIYAAAmtGgLUggAACCCCAAAIIIIAAAissQKHTClPxRAS6TYDtQQABBBBAoPsEXJxUb1Xp121nXoqaPO7cUee/+PlsTZp4t+bOXaqUkmIWEZNTeRYRbcohnfzh/fW8v6HISTwQQAABBBBAYIUFdnrF4/TYi18XRxNSSklSRDNFmuShlFLOF/z5If3huCma/bupY3RnJ/FAAAEEEEAAAQQQQAABBBBAAIG+F2AHV1SAQqcVleJ5CCCAAAIIIIAAAssVcHFS/YTSr9vOvBQ1edy5o85/8fM5OvXDUzVntu+vEGtvbqcguRsRU5PHQCvixA/up+dT5BRQTAgMkAC7igACCKwhgZ3+/nE6/MLXxhGFjzAimqk51ohc5Tgk3m/+nx7UH46brLm33EOxU3gwIYAAAggggAACCCAw6gK8AQIIIIAAAm0BCp3aEDQIIIAAAggggEA/CozVPrk4qX6v0q/bzrwUNXnceWf88hdzmjs5zfGdnNprb99JwY18UwUPR6vonPSB/fQ3f7uteCCAAAIIIIAAAqsqsPMrn6DHXOD/xi4OMPKUVI47nKQU/Vh5SkkL/vigbj92subeei/FTmHChAACCCAwvgK8OwIIIIAAAggggAACgyJAodOgfNLsJwIIDCfAGAIIIIDAGhBwoVK9mtKv287cRU0eczh3OHc4/9UvmyKn2bOWqrmBgueSl8fMUxNeGotOPGVf/c2LKHKqPwdyBBBAAAEEEFg1gZ1f9QQdfv6/xIGHp1YcczhiXS23ETlt2vl/eEC3v+1qip3CpMsnNg8BBBBAAAEEEEAAAQQQQAABBPpEYK2R94MlCCCAAAIIIIAAAggsXyAXHlVPKf267cxdyOQxh3NHnf/qV3N16sSpmjWrJSXlR0pNklK0OaSmSXr/yfvohS+myEk8EEAAgVUW4IUIINApsPM/PlGHnfcvSl4QBx0xSZ45pCZVPOIJLnbK/43dbfdxZ6cgYUIAAQQQQAABBBBAAIFuFWC7EEAAgf4QoNCpPz5H9gIBBBBAAAEEEBhzARcn1W9a+nXbmZeiJo87d9T5r37V3Mlp5swlsepWRDO1SuokR4zH2H+etI9e9JLtNKoPVo4AAggggAACAymwy6ufpEPPeY1v69SOOPjwcYg1InXjm0t64bzb7tMfjr1ac2/jv7HLLswQQAABBBDoRQG2GQEEEEAAAQQQQKAnBCh06omPiY1EAAEEuleALUMAgcEUcHFSveelX7edeSlq8rhzR53/7//O0Wmn3qOZM5YqxR/laObtmydEJ5ZEJya5yOnF/48iJ/FAAAEEEEAAgVET2OWfj9RhLnZK8RZxAJJSUkxqZqWJMSXNv+1+/fH4KZp7O3d2Eo++FGCnEEAAAQQQQAABBBBAAAEEEOgGAQqdRvdTYO0IIIAAAggggEDfCbg4qd6p0q/bzrwUNXncuaPO/+9/52jSxHs0ffpitdp/fHcE3zTBN0zwc3MeM+fvef/eosip/hTIEUAAAQTGWYC372OBXV5zpA4569XyMUgTcZTiY5LY52g8bx+9tDTvlnv1x+Mma+4fKHYKGCYEEEAAAQQQQAABBBBAoN8E2B8EEOgCgbW6YBvYBAQQQAABBBBAAIEeEfDFvXpTS79uO/NS1ORx5446/7//m6tJp96r6TP839U1d0TwXIp5UvNISTFFJL33/XvrpS/bvhln3iMCbCYCCCCAAAK9LbDra5+iQ8/6Z8XBiPzIxyVOcsRxihy5k4ud/nTcFM374/3ycU+JcvxTt85L+NXOh2s95ijLnRMIIIAAAggggED3CbBFCCCAAAIIIIDA6AtQ6DT6xrwDAggggAACyxdgKQI9ItB5Ya3067Yz94U9jzmcO+r81792kdM9emjaYsm3boqZG9/VKQ+4Y592+5737aWXvpwiJ5MQCCCAAAIIIDC2Arv+61N0yBn/lN+0uZNTTmPmIxdHpJ7iuGXu7+/Jd3aa96cHKHayCYEAAo0AcwQQQAABBBBAAAEEEEAAgdUWoNBptQlZwWgLsH4EEEAAAQQQGH8BFyfVW1H6dduZl6Imjzt31PlvfjNXp06cqmnTlih55e2Zm5RHktzEXL5rwrvft7de9ncUOYkHAggggAACfSrQC7u16+ueqkPOeHUcm/gIRdEqHknNn0gja0+a97t79KfjJmvenyl2sgyBAAIIIIAAAggggAACCCCAgAUIBFZXgEKn1RXk9QgggAACCCCAQJ8LuDip3sXSr9vOvBQ1edy5o85/+9u5mjjxHj300BJ5vOU3aM98PwRHuaOTh9/1nj318r/bzs8iEBhUAfYbAQQQQKBLBHb9t6fqoI++Sj5Gae7s5CMXhzcwRpspH+PM/e3d+uOxV2veXx7kzk7mIRBAAAEEEEAAAQQeTYDlCCCAAAIIIPAoAhQ6PQoQixFAAAEEEECgFwTYxtEScBFSve7Sr9vOvBQ1edy5o85/+9t5Q0VOUlJKEYpHilAa+qPIPP3Hu/fSK/5+B/FAAAEEEEAAAQS6RWC3NzxdB3/0H+VjFc+aIxg1j6Q8nFIkkc377VT96birNf8Oip3EAwEEEFhtAVaAAAIIIIAAAggggAACgy5AodOg/w1g/wdDgL1EAAEEEEBgFQRcnFS/rPTrtjMvRU0ed+6o89/9bp4mnjpVDzywJN+wyTMvb/mN8swjDndaetd/7KlX/AP/XZ15CAQQQAABBBDoLoHdjnq6Djr9VbFRvpuTI9L2lI9k8u2eIotp7v81d3aaf+dDo3tnp/b70yCAAAIIIIAAAggggAACCCCAQB8LDPiuUeg04H8B2H0EEEAAAQQQQGA4ARcf1eOlX7edeSlq8rhzR53//vcucrpHDz6wRO0bHMhJSklJ8Yg25jlPMX/Hu/bU37+SOznZhEAAgTUjwFoQQACBNS2w29HP0IGnvSqOXHz0kmL1DkU/Ih/bRN9T5PN+fXdzZ6e/UuwkHggggAACCCCAAAIIjKIAq0YAAQQQ6G8BCp36+/Nl7xBAAAEEEEAAgRUVGHqei5OGOpGUft125qWoyePOHXWei5wm3qP771ss39zAy9pJNO07IHiBnLf09nfuoVe+iiKn4GdCAAEEEEAAgS4X2P1Nz9QBk/4hH8X4vpRxcBN5ZD62ydHkTuf+6i796dirNf+uadzZqcs/VzYPAQQQ6GMBdg0BBBBAAAEEEEAAgZ4WoNCppz8+Nh4BBMZOgHdCAAEEBkMgFyBVu1r6dduZl6Imjzt31Pnvb/GdnO7VffcvkW9vkNp3NZATJaUUoXikCCW9/R176lX/SJGTNQgEEEAAAQQQ6A2B3d/8LB046ZXNxraPbVKKg5scUm6iqwgXO/352Ku14G6KndSVDzYKAQQQQAABBBBAAAEEEEAAAQS6WWDNFDp18x6ybQgggAACCCCAAAIrJODipPqJpV+3nXkpavK4c0ed//73c3Xqqffq3nsXxapb8u0NfDcDh3MP+PmxxKmOP2F3/eM/UeQUWEwIIIBAdwqwVQggMKKAi532n/j3+ZjGxzY+xikdH/s4yvHPnF/e2dzZiWKnET1ZgAACCCCAAAIIIIAAAuMowFsjgAACXSxAoVMXfzhsGgIIIIAAAgggMFYCzYW4Ze9W+nXbmZeiJo87d9T5LbfM06TT7tO99y5WSilWHuGpHYpWMZ5SUoqlLnJ69T/vGFnvTmw5AggggAACCAy2wB5veY72n/iKfGyTko9wIjxFHpPygpillDT3F3/VX46brAVTZ/Df2IkHAggggAACvSXA1iKAAAIIIIAAAgiMnwCFTuNnzzsjgAACgybA/iKAQJcKuDip3rTSr9vOvBQ1ebwzd//WW+fp1NPu09Spi9Tyn3ILg5bk1K+L4dxxftzxu4sip/pTIEcAAQQQQACBXhXY463P1X4fekUc88SBjw94ovHxjo+B3FXMcj/aOT+/Q39625VacA/FTr36ebPdwwowiAACCCCAAAIIIIAAAggggMCoCVDoNGq0K7tino8AAggggAACCIy9gC+y1e9a+nXbmbuQyWOOkrstcdtty4qclJLyn2gVWZ5SZO5HG5mOO353/fNruJOTeCCAAAIIDIgAuzkIAnv8+3O1/4deEbsaBzye2uFjIcUspRRzxcN3drpTfz72Ki28dyZ3dgoRJgQQQAABBBBAAAEEEECgPwTYCwQQGC0BCp1GS5b1IoAAAggggAACXS7gQqV6E0u/bjtzFzN5zFFytyVuu32eJk66T3ffvWho1a3I/HwpMk/tcPdtx+6q11DkFEJMQwIkCCCAAAII9InAHm97nvY95eXNIVB1/OMBHxvFUOxpM5/zszvynZ0W3jeTYqdQYUIAAQQQQACBARBgFxFAAAEEEEAAgVUUoNBpFeF4GQIIIIAAAuMhwHsisKYEfHGtXlfp121n7mImjzlK7rbE7X+Y3y5yWpxXnfJc+W4FKbkX4akd//623fTa1+4kHggggAACCCCAQL8K7Hnc87XfKS9XSiki9jJFKCmlCCUpWsUjMs392R3NnZ3un0WxU5gwITDoAuw/AggggAACCCCAAAIIIIDA8AIUOg3vwmhvCrDVCCCAAAIIILACAi5Uqp9W+nXbmbtfwoVNzt2W+IOLnE69V3fdtUit/Mf3Koh3aTU9Pz+PtGIe8da37qp//Vf+u7oQYkIAAQQQQACBlRfoqVfscfwLtM9JL1McFikOk2Lb4/goOjGPvucOpy3N/umfm2KnBx5Z7OTjKYePv9zWESuN9cdBViQej2ao79xRxp0TCCCAAAIIIIAAAggggAACCPSAAJuIwLACaw07yiACCCCAAAIIIIBAXwp0XuAq/brtzN0vF9Tq1rnjj3+crw9Puk9/vbvcySkpFb2UQzBpWQAAEABJREFUIo+IVpF5cpHT617HnZzEA4FRE2DFCCCAAALdJrDnCS/Qvie+VD4W8iylOD5S8xjK8ljSnJ/8SX859motenD2w+7s5OMuR31s5ryE1+Z8uNZjjrLcOYEAAggggAACCCDQ6wJsPwIIIIAAAoMpQKHTYH7u7DUCCCCAAAKDKzDAe955Yav067Yzd7/zgpr7Jf74p3aR018XqblDgZvmbgIN9bI7FHjJW47ZRf/2bxQ5NTbMEUAAAQQQQGCQBPZ8xwu1z/tfGrscx0f5jk6RPmzyMVRETLN//Md8Z6dFD815WLGTj81KLF26NN+1qfTdenUjtV7mKMudEwgggEBfC7BzCCCAAAIIIIAAAggg0JcCFDr15cfKTiGw6gK8EgEEEECgPwU6L2iVft125u6XC2h169zxpz8v0MRJ9+lOFzkFW0pSav9RPFKEcj/msfCYN++q179+Z/FAAAEEEEAAAQQGVWDPdzbFTiml5igpWlukmKUYkSMpHklzfvRH/eXYq7Ro2sOLnXwc5qiP1ZyXiBfnAqjhWo85/Fy3BAIIIIAAAggggAACCCCAAAII9LdAP+4dhU79+KmyTwgggAACCCCAQCXQeSGr9Ou2M3e/8wKa+yX+/JcF+b+r+8sdi+JCmt/MdybwPZuilcN5jOe7FbT0pjfurDe8gTs5hQgTAgj0hgBbiQACCIyawJ7v+lvt9d4XN0dM+VipOW7yEVSOlt86smhn/eAPudhpYUexU8uvW07kNcTy4VqPObwOtwQCCCCAAAIIIIAAAgMswK4jgAACCPSgAIVOPfihsckIIIAAAggggMCKCnRewCr9ztbr81gJFzQ5r1vnjr/8pSlyuuOORb7ngJobEaRlrSL3Ch2x8E1v3EVHH82dnMxBIIAAAggggAACFtjr3S/W3u99SaTLjpuc5Ugx7CnaOJTS7B/8QXced7UWTX/knZ3K8ZqP0ZzX4VW4P1zrMUdZ7pxAAAEEEEDgkQKMIIAAAggggAACCCDQfQIUOnXfZ8IWIYBArwuw/QgggECXCHReuCr94VqPlSgXyurWuePPf5mvD026T3/+80Ll53tfW54p+m7dcTiX3nj0zjmaHnMEEEAAAQQQQACBIrDXe16svd7zotJt7vAUc095sH1I5WOuWd+7Ld/ZadGMufIxWR1ePlJ4PV42XOsxR1nunFhJAZ6OAAIIIIAAAggggAACCCCAAAJjLjDmhU5jvoe8IQIIIIAAAgggMIACnResSn+41mMlfNHMed06d/zljgWaeNoD+vNfFkkpxeSQlCRHDEXT7qgpcnrTG7mTU1AwIYAAAgMpwE4jgMCjC+z13pfId3dqjqCaueKgKin+pOb1KUUSMfv7f9Adx16lRTOHL3by8ZrDx3J1eC3uD9d6zFGWOycQQAABBBBAAAEEEEAAgZUR4LkIIIDAWAtQ6DTW4rwfAggggAACCCAwygKdF6pKf7jWYyXKhbG6de64404XOd2vP/5pQXPrplZLzetKt91XtBFveP1OoshpuR80CxFAAAEEEEAAgSyw1/teoj3e9bfNsVUcR+VjrNwuO86Khbkz67u36S9vu1KLZs3jzk5ZjxkCCCCAAAJdL8AGIoAAAggggAACCKxhAQqd1jAoq0MAAQQQWBMCrAMBBFZVwBfG6teW/nCtx0q4mMl53Tp33PnXBfrQJBc5LVRKzR0FIokp8nizPKTInUT/qNfvpLccs0tkTAgggAACCCCAAAIrIrD3+1+qPd/1ojiiSmofUkkpphx5Jj+8bM53b9cdx16pxbPnD1vs5OM3H9d1hl/vseFajznKcucEAmMjwLsggAACCCCAAAIIIIAAAgggsHICFDqtnFd3PJutQAABBBBAAAEEhhHovDBV+sO1HitRLobVrXPHX0uR0x8XqhXv6de0E+U8xnK/3b7h3yhyMgWBAAIIIIDAGhFgJQMlsPd/vVR7vOOFqo+tDJCPuVo+EotF0cSk2d/xnZ2u0OI5FDvZiEAAAQQQQAABBBBAAAEEelqAjUcAgZUSoNBppbh4MgIIIIAAAggg0J0C+QJYtWmlP1zrsRIuZnJet84df71roT502v36wx8XKd9RQFJKvqOAFElMKUJSUn782+t21Fvfwp2cMgazMRHgTRBAAAEEEOg3gb1PfJl2f/sLY7eSfNgVSbRJMcuRUlJSPGLmYqd8Z6c5C7izU5AwIYAAAggggED/CrBnCCCAAAIIIIBALUChU61BjgACCCCAQP8IsCcDJOBCpXp3S3+41mMlXMzkvG6dO+66e6E+NOk+3Xb7wlh1S76zQMybuzj5jgIRfm00MSa97l930NveSpFTYDEhgAACCCCAAAKrJbDPyS/X7se/IB9jNcdacRTWJDHW8mFZPjbzbNa3btEdx16hJfMWUuy0Wuq8GIGeFmDjEUAAAQQQQAABBBBAAIGBEqDQaaA+bnZ2mQAZAggggAAC/SHgYqN6T0p/uNZjJVzM5LxunTvunuoip/t1+x8WKaUUq49opqbvsYiUklIsfd1rd9Sx/75rZEwIIIAAAggggEC3CfTm9uxzyt/JxU5xuKWU4ogrh3IevUgUjyT/me1ip7ddoaXzF1HsFCpMCCCAAAIIIIAAAggggAACgyjAPg+SAIVOg/Rps68IIIAAAggg0FcCLlSqd6j0h2s9VsLFTM7r1rlj6j0L9cFJ9+vW2xfmuwU09wxo5bfx3K9rFsSSVkv/8poddNzbuJNTBmKGQC8KsM0IIIAAAl0rsM8HXqFd3/b8fBenmPkGTtHEMZi32AdmcVDmxjHr5t/rL2/7nJYuWJSf4+O6Ej5+c+62M/Kq4phuuNZjDr/GLYEAAggggAACCCDQwwJsOgIIIIAAAn0kQKFTH32Y7AoCCCCAAAIIrFmBbl5b5wWn0h+u9ViJcpGrbp077rl3kT446YFc5OR9TzFLSnkesyZr301A0b72NTvohOO4k5NtCAQQQAABBBBAYDQE9v3Q32v3Y58vH3s5UkpKikd7Ft3ou5M066bf6463XaHF8xfmYicf//kYz1Fyt50Ra8vPH671mMOvcUsggAAC/SrAfiGAAAIIIIAAAggggEDvCFDo1DufFVuKQLcJsD0IIIAAAuMk0HmhqfSHaz1WovMil/slmiKn+/X7WxfkuwV45vsF+LXO1crz5iJYq6XXvHp7ipzG6fPnbRFAAAEEEEBgsAT2+dA/aNe3Pi8OxuLoLI7D4rAschuUvkciYpp54++aYqcFi/J/Y+djuXK8V3K3nZHXFuserpXk4eY4MGfMEEAAAQQQQAABBBBAAAEEEECgDwV6ZpcodOqZj4oNRQABBBBAAAEE4ppW+wJUsfBFKufDtR4r4QtczuvWuePe+xbpg6e5yGmhfD8Ar0+RJUdSPGLWTEop6TX/vIPecTx3cgoYJgQQQEASCAgggMDoC+w78R+0278/L47FpDgsU/NIkTuaXnQ8afaNv9Odx16hJYsWU+zUpqFBAAEEEEAAAQQQQGD1BVgDAggggEC3CFDo1C2fBNuBAAIIIIAAAgg8ioALleqnlP5wrcdKuJjJed06d9x730L5v6v73e8X5F/pt4beoOWbOOWQ57EgJr36VdutXJHT0PpIEEAAAQQQQAABBFZHYJ+Jr9Qub36Oj8zaq/HxmqPdjcbHaz7um3X9b3THv39OSxcvodgpXJgQQAABBMZAgLdAAAEEEEAAAQQQQGCMBCh0GiNo3gYBBBAYToAxBBBAYEUFfMGqfm7pD9d6rISLmZzXrXPHffcv0odOe1C/vWWBlFJMESqPJi9zJenVr9pe73rHbuUJtAgggAACCCCAAAJjLLDvaf+oXY95jnxs5llKqUmreUpJiv6s63+rO972OS1dQrGTuuDBJiCAAAIIIIAAAggggAACCCCAwJoR6OZCpzWzh6wFAQQQQAABBBDocQEXKtW7UPrDtR4r4WIm53Xr3HH//Yv0gUn369e/my/5v8OL8HN9F4DmvXx3gIgYjyfon165nf7jHfx3dY0NcwQQQACBNSzA6hBAYCUEXOy0yxufHa9ojtWa47eYN1Mc2kXi+z7FcdzMr/9a+c5OS5dyZ6cQY0IAAQQQQAABBBBAAIFxFeDNEUAAgTUiQKHTGmFkJQgggAACCCCAwOgIuPioXnPpD9d6rISLmZzXrXPH/Q8s0gdOe0C//f1Cpfij9q/+U8q99ts5j4ixV/3Ddnr3O7mTUxtmHBreEgEEEEAAAQQQeLjAvh/5J+38xmcrjtYi2suScp5SJM6iSSlp5jd+rTv939hR7CQeCCCAAAIIdLcAW4cAAggggAACCCCwIgIUOq2IEs9BAAEEEOheAbYMgT4WcKFSvXsj9T1eh4uZ3K9b544HHlykD572gH792wW+UZNa8ceTO36Nf/9f3tP5K/9+W733XRQ5FRNaBBBAAAEEEECgWwT2++irtdPRz2wO5dob5eM3H9P52M4LyrHezK/9n+70f2NXFTv5eT4+rFvndXi17rst8Wj98jxaBNa4ACtEAAEEEEAAAQQQQAABBBBAIAQodAqEfp7YNwQQQAABBBDoTYGRLiB5vIT3rOSl7bxY5X6JBx9anO/k9OvfLlRK8eqIlDxznmIsIlIlz6RXvWJbve8/KHJqNJgjgAACCCDQ3QJs3WAK7Pexf9bORz0rdr45gPM8pTyXok2KP0mKRrnY6dgr8n9hV44PS+tjSeduO0PxqMei2/7v8Zw14eVNxhwBBBBAAAEEEEAAAQQQQGA0BVg3AghIFDrxtwABBBBAAAEEEOgygc4LRSP1PV5HuThVt84dD01brA9MekD/++sF+cJUq6VoHUNJ9PNv/mNQ+vuXb6P3vZsipy77q8HmrLoAr0QAAQQQQKBvBfb7+D9rx9c/PR/DxZFdPqaLWfTj2C4O+mJqd1ua+ZVf6c7jlhU7lWNJHy86L63zOoznvtsSj9Yvz6NFAAEEEEAAAQTGUIC3QgABBBBAAIEBEKDQaQA+ZHYRAQQQQACB5QuwtJsERrpg5PES3t6Sl7ZclKpb545p09tFTr9ZoJTi1Z5F2zTtREkpRcRiFzn913t3j4wJAQQQQAABBBBAoBcE9j/zX3KxU4qNTSnmOZSP7zTUbZKZX/6V/nr8ldzZSTwQGEQB9hkBBBBAAAEEEEAAAQQQ6H0BCp16/zNkD0ZbgPUjgAACCCAwRgIuWqrfaqS+x+twMVNn32MOFzmdfOr9+uWv5zerbn7mL+XWTSQx5azV0t+9bBtR5NRQMUcAAQQQQACBARPo8d3d/6zXaofXPV0+LvSxnY/3Ws0sd/Msjve8mzO+9Ev99YRlxU5+jcPHj3XrvA6/1n23JR6tX55HiwACCCCAAAIIIIAAAggggEBXCLARPS9AoVPPf4TsAAIIIIAAAgj0g8BIF4g8XsL7WfLS1hejnNcxfcYSnZL/u7qFSvHHr1f+dX/0UvQiUvLMedIrXratTnofd3IKDRYQNX4AABAASURBVCYEEBhGgCEEEEAAge4X2P/s12qn1z09NtTHeEn5T2q6iuO+lJLyn2hnfvHhxU71caSPNd132xmxtlxMVcZL320JLys5LQIIIIAAAggggEBvCbC1CCCAAAIIdLsAhU7d/gmxfQgggAACCCDQCwKrtY2dF4JG6nu8js6LT+6XmDFziU6edL9++b8L/Dv+fDHKv+L366PjqR2tGG7p5S/ZSie9b7fV2g9ejAACCCCAAAIIIDD+Avt94l+1w788JR/j+djPN3Fy+OAv9+PosGklFzvd9farhv4buzweT/YxpfPSOq/De+m+2xKP1i/Po0UAAQR6XIDNRwABBBBAAAEEEEAAgXEWoNBpnD8A3h6BwRBgLxFAAAEERhIY6YKQx0v4tSUvbbno5LYzZsxc3C5yWigl5UdKTpKaJkmeHJG87CXb6JT37yEeCCCAAAIIIIAAAv0hsP+5/6Yd/uWpSikf8EXr/XIeEWmS/0QS04wv/EJ3vfPqoWInH1v6mLOz9Vgd8VI9st/y8FB4+VCHBAEEEEAAAQQQQAABBBBAAAEE+kRgfHeDQqfx9efdEUAAAQQQQGCABTov/IzU93gd5aJTGXO/xMyZi3XKaQ/q579aELLLLjQNZTmJWUyKeOmLt9YH/ov/ri6wmBBAAIHRF+AdEEAAgTEU2P+8f9P2//xk+Zgvh2dx/NdswlAS3ZZmXPez1Sp2ipUMTT5GHepE0tmPISYEEEAAAQQQQAABBPpbgL1DAAEEEBhVAQqdRpWXlSOAAAIIIIAAAsMLdF7wqfvOHX6l2zpc0FT6zuuYNWuxTjm9KXJqfqOfvAp57mg6KfoRSXrJi7bSB0/sniKnvH3MEEAAAQQQQAABBNaYwP7nv17bv/rJigPAiKTmBk8p54qH+1LKf2Ze93Pd/R+TV+vOTmo/fLzaTnPT2c+DzBBAAAEEBlaAHUcAAQQQQAABBBBAYHUEKHRaHT1eiwACCIydAO+EAAJ9JNB5oafuO3d4d93W4aKm0ndex6zZS3TSpAf0P7+Y3/wXIv7FfkSr1f4RfySt3I955C9+4Vb68En8d3V2JhBAAAEEEEAAgX4WOODCN2i7fzyyOUaM48A4Gmzy2Onoeu6jxDw245r/odgpRMZ54u0RQAABBBBAAAEEEEAAAQQQQGA5An1S6LScPWQRAggggAACCCDQRQIuVKo3p+47d3i52zpc1FT6zuuYNXuxTp70gH72q4Xx0uYX+Z7Lv81Pyo+UknuKRi5ymngyRU4ZhhkCCCCAQI8JsLkIILAqAgdcdJS2/8cjlQ8GJSUph/IjRR6R3ElysdPUd0/hzk7mIBBAAAEEEEAAAQQQQGCcBHhbBBBAYGQBCp1GtmEJAggggAACCCCwRgVcqFSvsO47d3i525GiLnDyc2bPWaxTTntQP/3FgubWTc3v8fO8PeBVtvvSi16wlU49hSKnjNKPM/YJAQQQQAABBBAYQeCAi4/Wdq98Ul7ayvMyy/d4iuNF92NJTNOn/FRT30Oxk0UIBBBAAAEEulKAjUIAAQQQQAABBAZYgEKnAf7w2XUEEEBg0ATYXwTGU8BFSfX7133nDi93W0cpbPJYyd26P3v2Ip2ci5wWyndqUvtX+CmlSFOszqHIHUkvesGWmvQBipzEAwEEEEAAAQQQGFCBAy5pip1Sah8n5ibF8WITiqw9acbkn+qe917DnZ3EoxcF2GYEEEAAAQQQQAABBBBAAIH+FaDQqX8/25XdM56PAAIIIIAAAqMk4KKketV137nDy92OFC5uKuHnzJmzWCef/pB+8rMFcr/VijU41Gr60eY7OsVYTHrh8ylyCiEmBBBAAAEEEJAwGHCBAy59o7b9+yc0R4s+UIwsjiDzMeTQ8WOM+xhz+lU/1tT3Uew04H9l2H0EEEAAAQQQQAABBBDoTQG2GoG+FaDQqW8/WnYMAQQQQAABBLpBwBeI6u2o+84dXu62M1zY5DG3DueOefOW6OTTH9SPf7ZA+Rf3yb/Al5x75p7Ducde+LwtdPoHuZOTeCCwQgI8CQEEEEAAgf4XOOCTb9K2r3hCe0d95BiR3I2Zpxx5phlX/Vj3/Oe13NnJPAQCCCCAAAII9JEAu4IAAggggAACvSpAoVOvfnJsNwIIIIAAAuMhwHuulICLkuoX1H3nDi932xmlsMmtw8vdzp23WCdOekA//On8/IN7tX9tH03TjwHn/lW+B17wnC30kQ/t6bchEEAAAQQQQAABBBAYEjjwsjdrm797fPR95OiINI4l21P7Dk8xFgeX06/4ke55P8VOocGEwOAIsKcIIIAAAggggAACCCCAQJcKUOjUpR8Mm9WbAmw1AggggAACRcCFSSV3W/edO8q48zpc0OS+W0fJ5y9YopNPe0g/+p8FSsm/sI81RJtSir7zCDV5zOUip49NpMjJKgQCCCCAAAIIILAmBfplXQd++hht8/In+Agyh2LenpRSUn5Em1LSjCt+pHv/6zru7JRRmCGAAAIIIIAAAggggAACCAyCAPvYnQIUOnXn58JWIYAAAggggEAPC7gwqd78uu/c4eVuO6MubKrzBQuW6KRJD+oHP5mvVksReeYk5x7zr+9jIPef9+zNRZGTlQkEEBgHAd4SAQQQQKCHBA78zDHa+mWPy8eQPpb0MaWPLX2cGoMx1IrGIU2//Ifc2amHPls2FQEEEEAAAQQQGGUBVo8AAggggMC4CFDoNC7svCkCCCCAAAII9KtAviBU7Vzdd95qtfLSktdtXdhU5y5yOvG0B/X9nyyQUkw58kx+pJQ8rDJ7/rO30Bmncicn8UAAAQQQQAABBBBYIYEDP/sWbfOyx8Vzk3xMGYeXSsl5hBR5hOIR3Rmf+5HuOZE7O4UGEwIIIPAoAixGAAEEEEAAAQQQQACB0RCg0Gk0VFknAgisugCvRAABBHpYwEVL9ebXfecOL3fbGXVhU50vXLhEJ572gL734/nx0pbyL+yd5Z/ZRxJTXle0XvbcZ21OkZMtCAQQQAABBBBAAIGVEjjw8rdq6//32Icfb7bXMHToGYejfsKMz/5g9YudhtadV9ruxdr9ZkM9EgQQQAABBBBAAAEEEEAAAQQQ6GmBUdh4Cp1GAZVVIoAAAggggMDgCbjYqN7ruu/c4eVuO6MubKrzRYtc5PSgvv/jhUrxR46U50ppKMm5u895xuY6axJ3chIPBBBAoA8E2AUEEEBgPAQO/Ny/a6uXPFZxpKmUPI+tiDalFH3nEXKeNPOzP9S9J39ePn4t0Wq1cr9undfhNZS+c4f7bkt09ss4LQIIIIAAAggggAAC/SbA/iCAAAIIrLwAhU4rb8YrEEAAAQQQQACBhwl0Xoip+84dfoHbzvBFIY+5dZR80eIl+q9JD+q7P5qvlv/ERSNFm6dWZO63w6951tM209mnD0yRkzkJBBBAAAEEEEAAgVEQOOjKt2nLFz1GPsaMmQ88o4kj0jgG9bFoDDT96Mz49PcpdhqFz4BVIoAAAggMCZAggAACCCCAAAIIIPAIAQqdHkHCAAIIINDrAmw/AgiMpUC+AFS9Yd137vBit51RFzbV+eLFS3TipIf03R8tiJcm/2ZeKaWcKxqnKZVEevbTN9c5H9krljMhgAACCCCAAAIIILD6Agddday2etFjpXzM6SYpKR7tWYqeQ9G62Om+U76Q7+TkY1qHj3s7W4/VoXiUfqR5cj8n7Vlnvz1MMyRAggACCCCAAAIIIIAAAggggMDgCQxeodPgfcbsMQIIIIAAAgiMkkDnhZe679zht3bbGfWFnzpfsmSpTjztIf33D+f7pREtNT+eb+bu5CzfzUl61lM30zkf4U5OAcWEAAIIIIDAwwXoIYDAagkcdPWx2vKFh/sGTu07OMXqfCAaB6RuylFqjGr6Zd/TfR+g2MkWBAIIIIAAAggggAACCIyxAG+HAAIDJ0Ch08B95OwwAggggAACCKwJARcu1eup+84dXu62M+rCps78xNMe1Hd+6Ds5Sf4BfcyVpIhmHoknpZT0zKdtpnM/yp2cxGOVBHgRAggggAACCCDwaAIHTT5OW73w8HzsGYefkg9JY+Y8RSsnkpKkGZ/6nu7/0Je4s1NYMCGAAAIIINBNAmwLAggggAACCCDQbwIUOvXbJ8r+IIAAAgisCQHWgcByBVy4VD+h7jt3eLnbzqgLm8oyjzn+67QH9a3vzx/6xbxv2hSd/Jt5P7f5OX3MW9LTnzxB532UOznZmUAAAQQQQAABBBAYPYEDpxyvLV5wqA9L40DU79OKPCKOUiPx5CzalqZd+h3d/2GKnaxE9IwAG4oAAggggAACCCCAAAIIINBjAhQ69dgH1h2by1YggAACCCAwuAJNwdGy/a/7zh1e6rYzXMzksbp17vB/V/et77fv5BQr8K/io5FSUv6TFI+YxeQipws+zp2cAoQJAQQQQAABBEZVgJUj0AgcdM0J2vL5hyoOTKWYpRyKR2QpGk/t49bpl3xHD0z88ird2cmr8fGyW0edD9f3GIEAAggggAACCCCAAAIIILC6Arwegd4SoNCptz4vthYBBBBAAAEExlFgeRdavMzhzXPbGS5m8ljdOnecdPpDuvl789q/kB9qvKqI5tfyrci85GlP2lQXnkGRU+ZghsB4C/D+CCCAAAIIDJDAQde9XVs895DY44cfn8ZAe2qOWH17p2kXf1v3T1z5Ozv5eNkrK21nPlzfYwQCCCCAAAIIIDCqAqwcAQQQQAABBLpKgEKnrvo42BgEEEAAAQT6R6Df9qS+2OJ9q/vOHWXceR0uZnK/bp07TvrIQ7rpe/Ml/wI+RaOklJL8KPOk5s9TnzRBF525txcRCCCAAAIIIIAAAgiMucBBn39HLnZKqTk+VRynKh4ph+dO3CbNuPg7euDUke/s5OPjkSLWkv8rPLcOP89tic5+GadFAIHxEeBdEUAAAQQQQAABBBBAAIGxFKDQaSy1eS8ElgmQIYAAAgj0kEDnhZS679zh3XHbGS5m8ljdOnec/NFpuvG/58dFnHh1qxVthCKceyjCd3GKET3liZvq4jO5k1MmYYYAAggggAACCPSOQN9t6UFfeKc2f/bBPmqNffORqo9YI/IxbPSjjQNbT5p24bd1/wjFTj4edvhYebiIlcc62neJio6fE83Q1NkfWkCCAAIIIIAAAggggAACCCCAwNgL8I5jKECh0xhi81YIIIAAAggg0HsCnRdQ6r5zh/fKbWeUCzd169xxyseaIqeUJEfMo42OpJT/qP1IesoTJuiSsyhyaoPQIIBAXwmwMwgggAACvShw0BffqS2efXBsuo9co4kpJecRKXcUh7SKIc248Nt64LSvyMfAJXzc7Nzt8kLx8PJo8lTnHujse4xAAAEEEEAAAQQQ6EYBtgkBBBBAAIE1J0Ch05qzZE0IIIAAAggg0GcCnRdO6r5zh3fZbWeUCzd169xxysen6fpvz8u/gvcP3iOJ1fjX79FltpXYAAAQAElEQVTkqf3L9cif/PhNdenZFDkFBRMCCCCAAAIIIIBAFwkc9KV3afNnHTi0RXE02+T5UDZmMXnA49PP/9aIxU4+PnZ0Hk+Xfl5HPmh21tw5qsmauZ/XZMwRQACBHhZg0xFAAAEEEEAAAQQQQGCFBSh0WmEqnogAAt0mwPYggAACoynQecGk7jt3+P3ddka5UFO3zh0fOGO6rv/2fPnn7UnxJ0nRRCT5F+8xz7ni8aTHbaJPfoIip6BgQgABBBBAAAEEEOhCgYO+/B/a7BkHKsW2pTx34iwiRR5TSpHENP2Cb+nBj3x1le7sFKvhv7EzAoEAAggggAACCCCAAAIIIIBAHwus6K5R6LSiUjwPAQQQQAABBAZGwIVL9c7WfecOL3fbGS5m8ljdOnd88Izp+sbNc/0z9Bx+nn+c7ogrNzH59+4RMfDEIzbRZefs7bchEEAAAQQQWJ4AyxBAAIFxFTj4q+/WhKcf8LBj2fo413kszMe/0869acRiJx8v+7kjhXfSy9w66ny4vscIBBBAAAEEEEAAAQT6SIBdQQABBBBoC1Do1IagQQABBBBAAAEELLC8CyZe5ijPc15HuThTt84dHzxjmr7xrXlKKSlmETE5l3I35jHFMkkucvr0uRQ5BcUamFgFAggggAACCCCAwGgLHPy192izpx+g5D8p3s3HudE2TTvJy5Kmu9jpo18b9s5OPm6uj68781izPObWUefD9T1GIIAAAggMigD7iQACCCCAAAIIIDAoAhQ6DconzX4igAACwwkwhgACDxNY3oUSL3P4BW47o1yUqVvnjg+eOU1f/9Z8teLFfp2cRafJPRjRHnvCYzbRZyhyMgiBAAIIIIAAAggg0EMCB3/9vZrw1P3yoW6exfFuc4gbSSsiOj7+dTb9nBv14Me+TrHTWH6+vBcCCCCAAAIIIIAAAggggAACfSJAodNyPkgWIYAAAggggMDgCPiiS723dd+5w8vddoaLmTzmtjM+dNZ0ff3mBX6pUsxTynMp2pSSm8glJ49/zCb67PncyUk8EEAAAQQQGGMB3g4BBNaMwMHfeJ8mPHX/WNmy49yUknys60gpKSkeMZv+iRv00Me/QbFTcDAhgAACCCCAAAIIIIDA2AjwLggg0B8CFDr1x+fIXiCAAAIIIIDAagi4SKl+ed137vByt53hwiaPuXXU+YfPmq6v3jQvXtpa9qN2/5q9HX5uO9URh26ky8/fK57LhEDXCbBBCCCAAAIIIIDACgsc/M33adMj91E5zvUxb+k4jyPjfGzs2bSzv6mHzqDYaYVxeSICCCCAAAKjK8DaEUAAAQQQQACBnhCg0KknPiY2EgEEEECgewXYsl4X8MWWeh/qfmfufh2dhU1e5jHHxLNd5DS/+cW650meKyUnjuhHHpOOOGxjXXHhPuKBAAIIIIAAAggggEA/CBxyw/s14ch949hXSvFHPuhVZNEmlUfyiKaf9U09eAb/jV1Roe1mAbYNAQQQQAABBBBAAAEEEECgGwQodOqGT6Gft4F9QwABBBBAoIsFXJhUb17dd768cDGTl7t11PnET8zQl2+cJ/9a3eFfq/t9nPt5uR+dVjzjMYdspCsv5L+rsw+BAAIIIIAAAj0swKYj0CFw8I3v1yZP3CeOePOBbyyNo99WRGRliiWxXJpx1vV68Ezu7FRcaBFAAAEEEEAAAQQQQACBrhVgwxDoAgEKnbrgQ2ATEEAAAQQQQGDsBZqCo2XvW/c7c/frqAubyrjHHKee0xQ5yb9PT3kuRa54RFcp5bki0WMO2VhXXcSdnMQDgQEQYBcRQAABBBAYRIFDbvovTXhiHO/mQ+AUh8ARhkieSW5Sez7jzG/qobO+KR9Tl/Cxdp27P1woHh6PJk917oHOvscIBBBAAAEEEEBgNARYJwIIIIAAAgiMvgCFTqNvzDsggAACCCCAwPIFxnxp54WOuu98eeELLV5et84dk86doS9ePy/fsMkzP6/5zXrL3fxrdY+p1dLhB22oqy/iTk5j/uHzhggggAACCCCAAAJjKnDwzSdqk8fvFcfDcWQcx8FxZBy5NyH6cYScj4+j9TT9jG9Q7GQaAoH+FWDPEEAAAQQQQAABBBBAAIHVFqDQabUJWQECoy3A+hFAAAEE1qRAcyFl2Rrrfmfufh0uZnK/bp07Tjtvpr54/fz8e/Rm7f5tuqPpeUGKNKWkww7eWFdfvE/0mBBAAAEEEEAAAQQQKAL92x5y84na9PF7K6WkNLSbKfKI5IGYNZNmnPENTT/nBu7sZBYCAQQQQAABBBBAAAEEEECgDwXYpdUVoNBpdQV5PQIIIIAAAgj0jICLlOqNrfvOlxcuZvLyunXucJHT578xV16ef6Ge36T9C/WcNzMvO+SA5k5OcY2nGWSOAAIIILBiAjwLAQQQQKB3BeLg13d22vixe/jGTe398PFy++ZO7VEfL/uYetpHv0axU1uJBgEEEEAAAQQQGDgBdhgBBBBAAIFHEaDQ6VGAWIwAAggggAAC/SHgCyb1ntT9ztz9OlzM5H7dOnecfv5Mff6b86S4eJNSUlI82rOUUvRTGdAhB2yoyZfso7VG4Qgs3oQJAQQQQAABBBBAAIHuFVgr6ZBvnaRNHruH4iBZillzpNzMFY+cxTF0pMrFTufd+Ig7O9XH5c6HC7/e424ddT5c32MEAggg0CsCbCcCCCCAAAIIIIAAAoMuwGW2Qf8bwP4jMBgC7CUCCAy4wPIubHjZ8sLFTF5et84dp58/Q9d+fa7UauXw8yKL3OCtGI7Iv05v6eD9NtTki/bW2hx9GYdAAAEEEEAAAQQQGESBOBg++OaTtPHhu8feN8fKPobOB9BxIB1TPoaOWQy1NO20r2h6R7GTj8P9mtI6ryJeGuv18bnfod1GmsfdlvBrSk6LAAIIIIAAAggggAACCCCAAAK9I7CW1Dsby5YigAACCCCAAAIrK9B5AaPud+bu11EuntStc8fpF8zUdd+Yr5SSYiY/UkpKTnKkyB3SQS5yunhvrbNOykuYIYAAAgggMD4CvCsCCCAw/gJp3bXVFDvt0Rwv50PkmDWTUnLSREopFzvNOP+mh93ZycfjPm4vrfPhwnvrcbeOOh+u7zECAQQQQAABBBBAAIHeF2APEEAAgf4W4J4C/f35sncIIIAAAggMtMDyLmR42fKiXDSpW+eOj1w4U9d+bV629TrU/qW4c/8KPS9QK/5IB+67oSZfvLfWXTcu1jQLmHerANuFAAIIIIAAAgggMCYCab11crHTRoftlo+ZVc19TJ03Io6xSz5t0pc14wKKnbILMwQQQACB1RdgDQgggAACCCCAAAI9LUChU09/fGw8AgggMHYCvBMCvSZQLoqU7a77nbn7dbiYyf26de746EUucvKdnJo1p5SkdqSUlBSP9sxFTldftJfWo8gpUJgQQAABBBBAAAEEEFgmkNZfRwfddKI2PnT3GMwH0PlYOqUmV7QpJTdSklzsNJ1iJ43Fg/dAAAEEEEAAAQQQQAABBBBAoJsFKHRaM58Oa0EAAQQQQACBLhJwkVK9OXW/5G6HCxczebxunTs+dtEsTf7KPHl5q6VoHUNJ9Ju7OPkH6fvtvb6uvnBPbbA+h1v1Z0GOAAIIIIBAjwuw+QggsAYF1tpwvVzstOHBO8eBdZ7yMXXMohPH1nHQHVO729L0U7+k6RdyZ6c1+BGwKgQQQAABBBBAAAEEEBhegFEEEOhiAa68dfGHw6YhgAACCCCAwMoLuAipflXdL7nb4cLFTB6vW+eOj108S5O/Ok8pxdrb4Tyl6Dg8HG30tN9eG+iai/bWhhtwqBUsTAMlwM4igAACCCCAAAIrJ7DWRuvp4JtP1kYH7yIfS6cU83akFHmszk3y0kimT/ySZlx0s3yMXkd9HO98uIhVyeNuHXU+XN9jBAIIIIAAAggMJ8AYAggggAACCCAwfgJcfRs/e94ZAQQQQGDQBNjfURdY3oWKssztcOGLJB6vW+eOj18yS1d/ZW5sv+/eFI2nSHNTfmIeHb9+nz3X1+SL9tSGG3KYFSRMCCCAAAIIIIAAAgg8qsBaG6+vA286URseuPOyQqQ4zvbxdX5xPvaOWUzuT/vwFzXjYoqdbEF0qQCbhQACCCCAAAIIIIAAAgggMGoCXIEbNVpWvLICPB8BBBBAAIHVERi6CNJeSd0vudvhwsVMHq9b545c5PTlecq/II+5J8UsJeVHSpG0Y989N9CUi/bSxhutnZcxQwABBBBAAAEEEHikACMIDCew9qYb6sCbT9JGB+7SLI5j7JSSYpKS4pHkPOZyTP/QFzXjkm9xZ6eQYUIAAQQQQAABBBBAAAEEulGAbUJgtAQodBotWdaLAAIIIIAAAmMm4CKl+s3qfsndDhcuZvJ43Tp3nHHpLF315XnyD8dbZZ470Yu2lSPPtPfu62vyhXtpk40pcqo/C3IEEFhpAV6AAAIIIIDAwAo0xU4nasP9d5LiYNvH6dE4jaNxH4NHNFnMpekf/IJmXEqx08D+hWHHEUAAAQQQ6G0Bth4BBBBAAAEEVlGAQqdVhONlCCCAAAIIIDAeAo98T1/8qEfrfsndDhcuZvJ43Tp3nPHJWbryS/OHVu1fjcu/HU9SNDnyL8pjtvcezZ2cNt2EQyvxQAABBBBAAAEEEEBgNQTWnrBRvrOTi51S8sG35CYpNUm0KYfyY/oHvqCZn/w2d3bKGswQ6CcB9gUBBBBAAAEEEEAAAQQQGF6Aq3HDuzCKQG8KsNUIIIDAgAm4SKne5bpfcrfDhYuZPF63zh1nfnKWrvjivFh1K6KZ/NvxnJWhdrvHruvp6gv21ASKnDIPMwQQQAABBBBAAIExEOjzt1h7s410wE0nav19tm/2tH3snW/jlGdlwItbmnbK5zXzU9+h2MkcBAIIIIAAAggggAACCCCAQP8IsCfDClDoNCwLgwgggAACCCDQ7QIuUqq3se6X3O3ywkVNXu62xFmfmq0rvjS/+Y24fzoeb5JyeO4k5WVetMcu6+uaC/fS5hP47+pChgkBBBDoGgE2BAEEEECg9wXW2WITHXjzydpgnx0UB+A5fAzuo3E5kZTkR8rt9JOv08zLvkOxk0kIBBBAAAEEEEBgQATYTQQQQACBwRSg0GkwP3f2GgEEEEAAgZ4WcHFSvQN1v+Ruh4tS0OTWy92WOOtTs3T5F+bK4/kOTq08b34znvPou43Ybef1NOWiPbX5Zj1X5FTTkSOAAAIIIIAAAggg0LUC62y5iQ68+SStv9f2zTF6HIfHEXmTx1bn+zpVY9NPulYzL/tvip3ChgkBBBCQBAICCCCAAAIIIIAAAn0pQKFTX36s7BQCCKy6AK9EAIFuF3ARUr2Ndb/kbpcXLmzycrclzrpsli7/4vxYtX8R7og0phThKaWk/CdJu++yvqZcuKe2oMjJNAQCCCCAAAIIIIAAAqMmsM5Wm+qAm07ShnttL8UxueKR5D+Rsvs1BQAAEABJREFUeIox91JK0UuaftI1mvWZ765AsVOrKZhyoVQ7YgV5zK3D5wxuS3T2yzgtAggggAACCCCAAAIIIIAAAgiMncDKFTqN3XbxTggggAACCCCAwCMEOi8s1P2Sux0pSlGTl5fc7dmfnqXPfn6+8q2bYhaXPGL+8Lf3mJ+w607rafIFe2irLdZ5+BPoIYAAAggg0E8C7AsCCCDQRQLrbjNB+990kjbYY9u8Vc2xeU5j1vR8jO/jdR/IT3v/FIqdQoYJAQQQQAABBBBAAIFHFeAJCCCAQA8KUOjUgx8am4wAAggggMAgCjQXLpbted0vuduRwgVNDi93W+ITn56tz35+gdo/AI83SJFHKEl5MBpJKf7sutP6mnLBntp6S4qcNOAPdh8BBBBAAAEEEEBgbAXW3XYz7X/Tydpgj+3iyDzlNy9ztynluWKhnE7/rymadfn3uLOTeCCAAAIIrI4Ar0UAAQQQQAABBBDoPgEKnbrvM2GLEEAAgV4XYPsRWOMCLk6qV1r3S+52pChFTV5ecrfnfGa2Pn3dvPzfU7Ra8Q4OtZp+tJHEYP5duHbafh1dff7u2mYripwyCjMEEEAAAQQQQAABBMZYYN3tNtN+N56o9Xbb2kfrOXzMHkfw0fhgPsJTjpamv28yxU6j+xmxdgQQQAABBBBAAAEEEEAAAQTGXIBCpzEn5w0RQAABBBBAYGUEXJxUP7/ul9ztSOGCJoeXuy1xzmdn67Lr5ksppnY4j55SSkryo5nvvP26mnLhntpu63U9SCCAAAIIIIAAAisgwFMQQGA0BNbbYQv5v7Fbf9etm9XnY/eklFL0Izzl8Ey52Gn2577PnZ1ChwkBBBBAAAEEEEAAAQRGQ4B1IoDAWAtQ6DTW4rwfAggggAACCKywgIuT6ifX/ZK7HSlKUZOXl9ztuZfP1qeumRer9k+9Jd/NydH+SXj0/ZvwWBwDO263rqZcsIe232ZdDxAIILCmBFgPAggggAACCCCwigLr7bil/N/YrbfLVrGG5ti9zOMQ3lMc0+dFeTbtvVdp9hUUOwUGEwIIIIAAAmMvwDsigAACCCCAAAJrWIBCpzUMyuoQQAABBBBYEwKsw8VHrYcxuFipDJTc7UjhgiaHl7stcd7n5uhT18yvfvGdcl5+AC61+9HuuN16uubCPbX9thQ5iQcCCCCAAAIIIIAAAl0ksN5OW+qAm07WejtvHUfuikhSzNuTho7vI0kpafp7rtLsK3+wQnd2Ujx8HlEiunLu1lHnw/U9RiCwogI8DwEEEEAAAQQQQAABBBBAYOUEKHRaOS+e3R0CbAUCCCCAQJ8LLO/CQVnmdqQoRU1eXnK3539uji6dPDcuUrQLqXwbpwg/L5oYNGwrlre0/bbraPL5u2uHaD1KIIAAAggggAACCIy5AG+IwHIF1t15K+1340lad6ct8zF8PqBvxTxHnuVOPt6XNP3dV2r2VY9e7ORzh/yaOEkobby8/R7OvNpYf5PmuZ+XE2YIIIAAAggggAACCCCAAAIrK8DzEVgpAQqdVoqLJyOAAAIIIIDAaAt0XiCo+yV3O1L4ooTDy92WuOCKObpkyjz5p90pucmzSGJyqnhEKyVtv816mnL+Htppe+7kJB4IINDFAmwaAggggAACCKy/69ba/8aTtP5OW0pxLJ+nOK5PKc+kGEgpxVzybPp/XKk5V/+QOzuJBwIIIIAAAgj0jgBbigACCCCAAAK1AIVOtQY5AggggAACCIyrgIuT6g2o+yV3O1KUoiYvX7p06dDFiwuunKOLJs9rVt2SYmr/GjsyTw4vjXbbrdbWlPN31847UORkEgIBBBBAAAEEEEAAgW4XWG+3bbTfjSdr3e03ywf7rTiud+QD/5j5/CCG8jLPpr3rCs2Z/MOh84XO84j8/FiBx0teWls4d+uo8+H6HiMQQGCUBVg9AggggAACCCCAAAIIDJQAhU4D9XGzswgsEyBDAAEEuk1geRcIyjK3I4UvQji83G0JFzldfPV8Nb/hTorEk1KKXBGeIo9J22y1jqZcsId22ZEiJ/FAAAEEEEAAAQQQ6AuBQdmJ9XYvxU6by8f2DsWxviJJKSkZoj1zM/2dV2jOlB89arGTzy/8UrclSt+tw+NuS3T2yzgtAggggAACCCCAAAIIIIAAAqMlMEjrpdBpkD5t9hUBBBBAAIEuFei8EFD3S+52pHBRU1nmvMSFV83RRVfP82+4c/jX25F4au7o1Go1Q9FutUVzJ6fddlqvS5XYLAQQQACBURBglQgggAACfSSw/p7bab8bT9I6227WPt6PnYtj/XyuEGk+EYhZqx3T33G5Zq9AsZPPL7yOvIr2+kru1lGWO3d09j1GIIAAAggggAACCIybAG+MAAIIINBHAhQ69dGHya4ggAACCCDQDwL1BYGSux0pykUHt3VcdPUcXXjV/CBJav5EGll7UkpJMYuQtt5yHV1z/h7afWeKnPSwBx0EEEAAAQQQQAABBHpLYP29tlf+b+y23UyKQ37PUkollSJzz+F8xjsu15xrVuzOTj4nUTzcOiJtCqqcRJSxSJkQQACBHhNgcxFAAAEEEEAAAQQQ6B0BCp1657NiSxFAoNsE2B4EEFhtAV8IcJQVDZd7bKRwYZOXua3joqvn6oIrXeTkNTe/13bW3L4pz9sXJFracvN1NOW83bTHLhQ5NUbMEUAAAQQQQAABBBDobYH1995e+95wktbZekLsSJwP+C5MkanlWft8IHeagelvv1xzrv3xyP+NnV8fUc45vBafhzhK7tZRxkpe9z1GIIAAAggggAACCCCAAAIIIIDA6gmMWqHT6m0Wr0YAAQQQQACBfhfo/Af/ul9ytyOFLzJ4mds6Lp48VxfkOzlJKSkeSf6jmOdIea6UkrbcfF1dc95u2nPX9cUDAQQQQAABBFZNgFchgAAC3Siwwb475mKndbeekI/94zRAyrNook25k+SH5zNO+KzmXPeTXOxUn2eU3G0dfl3pl9ytw+NuS3T2yzgtAggggAACCCCAAAK9JMC2IoAAAt0iQKFTt3wSbAcCCCCAAAIDJND5D/11v+RuRwoXNnmZ2zoumTJX510xL9+tyb/Nbnmm1tCf/NvtGIxJm226lqacu6v22o0ipwH6qzceu8p7IoAAAggggAACCIyTwAb77ah9bjhJa22xcZwTxEaU84M4IfBZgs8PIs3LfH4x/fjPaM7nf6IlS5bkgqdyruFlzt06Sh5rbM49vJLoeFk0eapzD3T2PUYggAACCPSVADuDAAIIIIAAAgggMEYCFDqNETRvgwACCCAwnABjgyjQ+Q/8db/kbkeKclHBbR2XXjNX517R/Hd1KSn/Plv5kSJ35I4UCzefsLauvWAP7b07RU7igQACCCCAAAIIIIBAHwtssP9O2u/GU7TOFhtLSfFI0TQhZ0nNI6XoSTOO+4zmfOGnQwVM5ZzD5yfO3TpK7he77yi5W0cZc+7o7HtscII9RQABBBBAAAEEEEAAAQQQQGDNCFDotGYcR2ctrBUBBBBAAIE+E+j8h/26X3K3I0W5mOC2jk9eM0/nXD5PcTUii7V/UJ3zGJR/rZ1/vB0jEzZZS1PO20377L5e9JgQQAABBBBAAIEuEGATEEBgVAU2OGAn7XPDyVp7s43ifXx20JwleB4DzdQ+YfC5yIy3XabZ3NmpcWGOAAIIIIAAAggggAACa06ANSGAwBoRoNBpjTCyEgQQQAABBBB4NAFfMKifU/dL7nakcGGTl7mt45PXztMnPjdP8i+wHVKkSX5EN5qk8mfCJmvrmvN21357ciengGFCoGcE2FAEEEAAAQQQQGB1BTY8aBftc6OLnTaO8wNFJCnmikfOPHPuk4iImcdeprlf+h/5HMRRzkGc1+Fx9+OlQ88tuVtHWe7c0dn3GIEAAggggAACEgYIIIAAAggggMCKCFDotCJKPAcBBBBAAIHuFeiJLev8h/y6X3K3I0W5eOC2jk9dN09nf3Ze80PsVqu5sBAieT25jVn7fk6bbJQ05dzdtP9eFDlZhUAAAQQQQAABBBBAYNAENjxo13xnp7U23TCfJfhEIk4jIo8sEt/UyecScWLhSdPf+qlc7FSfg9S5n1uHPUu/5G4dHndborNfxmkRWI4AixBAAAEEEEAAAQQQQAABBEKAQqdAYOpnAfYNAQQQQGC8BTr/Ab/ul9ztSOELCV7mto7LPt8UOSX/8jpHUkop766bJnM3aeMNm/+u7oC9KXKyCIEAAggggAACCPSfAHuEwIoJbHjIrtrnxpO01iYbxAtSnENE4ylOIlK0KcU8h/Ky6W/5pOZ+5WfyOYmjnJM4L1GPKR5lPNL8OrcOj7st0dkv47QIIIAAAggggAACCCCAAAIjCTCOgEShE38LEEAAAQQQQGDUBDr/4b7ul9ztSOELBl7mtg4XOZ356XntX17H5jc/vV52EcH9GPa00QZJ15y3mw7axxcyPEIggAACAyjALiOAAAIIIIDAkMCGh+6ufW84RWttXP0QopxDtCLJEU93Gs30Yy7VnC//TPU5SZ37nKWOeEk+N/FYyd06yphzR2ffYwQCCCCAAAIIILDKArwQAQQQQACBARCg0GkAPmR2EQEEEEAAgfEQ6PwH+7pfcrcjhS8ceJnbOj79hXk68zPz5Z9XJ8WfJEUTkZRShOIRbcy14QZr6drzdtPB+y6/yMnPJRBAAAEEEEAAAQQQQGBwBDY8fHftc+PJWmuj9ZVit9unEFIkKSU37Vz5MeOtn9S8r/58qICpnKP4nKWEx0ruF3XmHnN43G2Jzn4Zp0UAgTUvwBoRQAABBBBAAAEEEECg9wUodOr9z5A9QGC0BVg/AgggsNICnf9QX/dL7nakKBcI3NbhIqePXzYvtsc/rW4NXWTwD66jE1OMeWkMrL9+0jXn7qKD96PIKUiYEEAAAQQQQAABBBB4NIGBW77h4Xto7+tPUtpgvYedSzTnKWrG4twiEmnpUk17y6Wa+9WfR7o0hlq5rc9X/Dr33ToM6tZRcreOMubc0dn3GIEAAggggAACCCCAAAIIIIDAKAj0/CopdOr5j5AdQAABBBBAoLsEOv+Bvu6X3O1IUS4MuK3jM1+cpzM+PV8ppdjhCE8RMeBJeZaXSRusv5auPXc3Hbr/huKBAAIIIIDAmhFgLQgggAAC/Siw0RF7aW/f2WnD9dScXsTc5xVDTTuJpWlJSzP//VOa9/Vf5iInn9OUcxbnJTxWcpt15h5zeNxtic5+GadFAAEEEEAAAQQQGEsB3gsBBBBAoNsFKHTq9k+I7UMAAQQQQKCHBDr/Yb7ul9ztSFEuCLit47Nfmq+PXTZfrbDwa+UsOjHl1F21f2m93rpJ15yzqw47YIN4NtOYCfBGCCCAAAIIIIAAAgj0qEAudrrhZKX11onTijjLyOcWsTNOfbIRrU88WpEvXbRY099yieZ+/RePKHYq5zA+Z3Hu1hFryuutc485yjcHvHkAABAASURBVJhzR2ffYwQCCCDQVQJsDAIIIIAAAggggAAC4yxAodM4fwC8PQIIDIYAe4nAIAh0/oN83S+525GiXAhwW8flX56vj35qfiZMMU8pz6VoUsxKV5Gsu27SteftpsMPpMhJPBBAAAEEEEAAAQQQQGCFBTZ63N7a+8ZTtNZ668jnFnF6Ea2n5JmkpJQiFI9FSzTzrZ/U/G/+6hHFTvX5js9rSj9eRbGTEQgEEEAAAQQQQAABBBBAAAEEVlOgGwqdVnMXeDkCCCCAAAIIjLeA//G+3oa6X3K3I0W5AOC2jsu/Ml+nf3JerDr/hFqeex3+NbU7zv1ja+drx1GN7+T0GIqcwosJAQQQQACBrhRgoxBAAIGuFtjo8XtrrxtOluLkwucZOXyy4STafP7R3oPWwkXynZ3mXf/IYqdyTuPnO3fr8EvdOkru1lHGnDs6+x4jEEAAAQQQQAABBBDoEQE2EwEEEBhVgbgkOKrrZ+UIIIAAAggg0OcCnf8AX/dL7nakKP/w77aOz31lvj5y6Xylys95SnkuL3DqWHtt6dpzd9URB28oHgj0rgBbjgACCCCAAAIIIDDeAhs/cd98Z6e0zlryuUZSkpwoKaUIlUeSFizWjLdcqvk3/C93diostAgggAACKyDAUxBAAAEEEEAAAQRWR2Ct1Xkxr0UAAQQQQGDMBHijrhRw8VK9YXW/5G5HChc2eZnbOq746nydduk8/2Y6Ytk7POKOTrEorjXomnN31eMOocgpOJgQQAABBBBAAAEEEEBgNQU2ftK+2uuGU6Q42fA5SHNS0mr+6zkte3hZa/5CzTjmEs27YdmdnTrPcUrfrcNrcOsouVtHGXPu6Ox7rO+DHUQAAQQQQAABBBBAAAEEEEBgOQIUOi0Hp5cWsa0IIIAAAgiMtcDy/sG9LHM7Uriwycvc1nHl1xZo0qXzY3dSXFeIiExK8sPzlPJcinatiGvO2UWPp8hJPBBAAAEEEEBgMATYSwQQGBuBjY/cT3vdcLLSWnH+EZOUlFKElj1SpElJrfmLNPOtn9S8G5s7O9XnNz7nKeHxksdLm8Kp/N/iKeceGy78muHGGUMAAQQQQAABBBBAAIH+FWDPEEBgZAEKnUa2YQkCCCCAAAIIjCDQ+Q/t7jv89Lp1PlyUf+B3W8dVX1+giRfPjX/lz2vK/9jvX0m3B/IPqb2+3I8LAlM+sbOeeNhGfjKBAAIIWIBAAAEEEEAAAQTWmMDGTzlAe11/cpx++KykVZ2f+C2iH005P2nNWaCZb7lU8276v6H/xs7LyvmOc4f7bh3x8madcW5T8tKW5e47OvseIxBAAAEEEBhgAXYdAQQQQAABBAZYgEKnAf7w2XUEEEAAgUETGP39Lf/47nakKP+w77aOq74+XxMvnif/IjpmsbHOHJG2pxRtSnme/7u6Jx1OkVOQMCGAAAIIIIAAAggggMAoCWz81AO01w2nxNpTnKY4Is1Tk6eUohcRk+Yu0Ky3XKr5NzfFTj7f8XmRW4dzR53Hi4ctdvI4gcCqC/BKBBBAAAEEEEAAAQQQQKB/BSh06t/Plj1bWQGejwACCCDwqAL+R3lHeaJzh/t163y4KP+g77YOFzl9+KL58Q/8yndtKrNWJP7ttNfvcO71Tj57Zx15+IbigQACCCCAAAIIIIDASgvwAgRWUmDjpx2oPb95Yj478TlJeblzn5/ks5joxKSls+fnOzvN/9av852dfN7j57h1OHfUudfnMUfJS1vGhut7jEAAAQQQQAABBBBAAAEEEBhBgOG+FaDQqW8/WnYMAQQQQACBsRMo//judqQo/5Dvto6rv7FAH754gZRiSslNJIpH5KXfjOb5lLN30VMey52cxAMBBBAYJQFWiwACCCCAAAKPFNjkGQdrz2+clM9JytIUSUp5Li/IWcxas+c3d3b69m9Wu9hJPBBAAAEEEEAAgVESYLUIIIAAAgj0qgCFTr36ybHdCCCAAAIIjKFAKV4qb1n3nXvc7UjhwiYvc1vH5G8u0AcvnKdyKyc/x3dxkn8KHbOmn9fuma4+c2c95YhxLXLK28EMAQQQQAABBBBAAAEEBk9gk2cerD2+fmJ7x/OZS5zK+OQlopmafuRLZ87VzGMu1vzvrH6xUz4vasVKyztH7rF2lwYBBEZHgLUigAACCCCAAAIIIIBAlwpQ6NSlHwybhUBvCrDVCCAwaALlH9fdjhQubPIyt3VM/uZ8ffDC+UopKWYRMTlVnknRphzKDxc5PfVxFDllDGYIIIAAAggggAACCIyrwOC++SbPOkR7fM3FTj5bkVJKkiKaSSkNJdKs+Zp5zCVa8N3fcWcn8UAAAQQQQAABBBBAAAEEEOg9ge7cYgqduvNzYasQQAABBBDoCgEXKDnKxjh3uF+3zocLFzZ53G0dU66frw9csMCraf/iuSV5cng0Wg/4N9JOr/z4TnoaRU6WIRBAAAEEekGAbUQAAQQQ6GuBTZ59iHb/yvt9ChPhM5aIZorzm9j1yJ34XKg1Y65mvPkiLfje6hc75fW1vPJ4j5g6+zHEhAACCCCAAAIIIDCWArwXAggggMC4CFDoNC7svCkCCCCAAAK9LeB/UPceuB0pXNjkZW7ruOb6BfrABQvlHzp7HSn5F88p+u3Ig80spaQrP76znvGEjT1A9IkAu4EAAggggAACCCCAQK8LbPrcw7THl/9TcRYTu5IUSUxJcQqTcycpRV/xmDFXM998sRZ+//fc2Sk4mBBAYHAE2FMEEEAAAQQQQAABBEZDgEKn0VBlnQgggMCqC/BKBLpCwAVKjrIxzh3u163z4cKFTR53W8c1NyzQSefPz7969nL/GNnt0K+dY8B3cYonxFu19LmP7qRnPoH/ri4wmBBAAAEEEEAAAQQQQKDLBDZ53uHa/Uv/GVvV8g1p47QmzmbinCaS6Dd5LMndpdNmdxY7xXjrYYVPPjfy+ZNbR6w4P6fOO8eG63uMQAABBBBAAAEEEEAAAQQQQKBfBXqs0KlfPwb2CwEEEEAAgd4QqP+B3flwUf5h3m0d1964QCefv8A/bG521r9uTop+nkUSk1PlmS7/yE561hMpchIPBBBAAAEEBlKAnUYAAQR6Q2CT5x+u3b7wPuXTGJ/KxHmO2pFSDEhNV0lLH5qtmW+5RAt+wJ2dxAMBBBBAAAEEEEAAgSzADAEEEFh5AQqdVt6MVyCAAAIIINC3AqVwqexg3XfucbcjhQubvMxtHdfdtEAnnjc/Xt5Sc7emJo15/oVyzPJ4/vFzDH72tB31nCP57+qCggmB4QUYRQABBBBAAAEEEOgagU3/5rHa7fPvzac6Pqcpic+N8kbGaVBuY7b0gZmafYyLnW552N2cyvmTX+Nw360jXhanTK0cJS9tWT5c32MEAggggECPC7D5CCCAAAIIIIAAAo8QoNDpESQMIIAAAgj0ugDbv+YFyj+eux0pyj/Eu63j8zcv1InnLlCKP3KkPFf7x83ResAR4zH42dN31HOfTJGTeCCAAAIIIIAAAggggEDPCGz6wiO023XvjfOb2OQ4vXGSUlKKbjOToispaekDszT7rZdowY9uXe1iJw34g91HAAEEEEAAAQQQQAABBBAYPAEKnQbvM2ePEUAAAQQQeIRAKV4qC+q+c4+7HSlc2ORlbuv4ws0L9f5z5jU/aC7zVr55k/xL50ijjXm7c9mp2+t5FDmZm0AAAQQQQAABBFZXgNcjgMAYC2z6t0dol2vePXTC43OkONuJcx4P+Y5M3qBo49xoyX0zNPuYi9dIsVN+H59TefURnf0YYkIAAQQQQAABBBBAAIH+FWDPEBg4AQqdBu4jZ4cRQAABBBBYcQH/A7mf7XakcGGTl7mt4ws3L9B/nuv/ri4pxUpSmafoeIo2JqUU84jLTt1RL3jqJl5CIIAAAmMgwFsggAACCCCAAAJrXmDCix+vXV3sFOc4KcW5TryFm6QUmacUmUNaet8MzXnLJVr449u4s5NpCAQQQAABBEZFgJUigAACCCCAQL8JUOjUb58o+4MAAggggMBKCLhAyVG/JPdjoG6dDxcubPK42zq+8K0Fet85CyT/fNnryuGOIzqe2qlf/6mJO+hvnsZ/V2cWAgEEEEAAAQQQQAABBHpbYNOXPF67Tv4P+Vwn70n73Cfn+SRp2cCSe6Zr1jEXaeFPVr/Yaej9mjfK79851l5Eg8AyATIEEEAAAQQQQAABBBBAoMcEKHTqsQ+Mze0OAbYCAQQQ6FeB8o/gdet8uHBhk8fd1vHFby/Qf56zUMlI/ulytM5THknRU2RJ7UX61MQd9UKKnMQDAQQQQAABBBBAoPsE2CIEVlVg0//3hFzslLyCPFM+B0pKUg7PI4+pde8MzTrmYi386e0rdWcnxcPnZNHkoqa6dU4ggAACCCCAAAIIIIAAAgismADP6i0BCp166/NiaxFAAAEEEFgjAv7HcEe9stKvW+fDhQubPO62ji99e6Hee/aC/I/s+TfKrZaaP765U5PFUDMWySUf3F5/+3Tu5FR/DuQIIIBADwmwqQgggAACCCCwHIFNX/pE7XzVu+L8qH0+FCdJ7bOiOCdqxrwwhrV06jTN8p2d/mfFi518TlbCm+G8bp07PO5wTiCAAAIIIIAAAqsgwEsQQAABBBDoKgEKnbrq42BjEEAAAQQQGB+B8o/edet8uHBhk8fd1vHl7yzUez6xIHYgKaWIyDyVzG2O5FHpkg/toBc/c5Om05dzdgoBBBBAAAEEEEAAAQQGXWDCy5+kXa58p1L8aSycOZqe2udOKSW1pk7XbN/Z6Wd/4M5ObR4aBHpDgK1EAAEEEEAAAQQQQACBsRSg0GkstXkvBBBYJkCGAALjJuAipfrNS79unQ8XLmzyuNs6vvLfC/UfZy3wT5Jj1S35Of5VcnSGphiNPEZjuvgD2+slFDmFBxMCCCCAAAIIIIAAAn0uwO5pwt8dqZ2veEdbwmdGcVLU7vnWTu75HMonVEvvekizfWenn/9xhYud/NoSXq3zunXuKOPOCQQQQAABBBBAAAEEEEAAAQTWqMAYroxCpzHE5q0QQAABBBAYb4HOf9gu/bp1Ply4sMnjbuv46nebIqeUYu8cSkopIrqReK4U89SeX3jK9vp/z+JOTkHChAACCCCAgCBAAAEEEBgMgQmveLJ2vvztsbM+M0rReoq2mZRSJIqIqXXXQ5pzzEVa9Is/LbfYyednJbw2h/vDtR5zlOXOCQQQQAABBBBAAIGxE+CdEEAAAQTWnACFTmvOkjUhgAACCCDQ1QKd/6Bd+nXrfLhwYZPH3dbx1e8t1DvPWKBWSzn8a+TIIvevlIPDC2IwFuf5BSdvp5c9hyKnkGFaMQGehQACCCCAAAIIIIBA3whM+IenaKfPnpDPjXyO5HOnOHmKfmQ+d8rhXFpy54OafcyFWviLke/sVM7NfK7WGUbzWN06d5Rx5wQCCCDQJQJsBgIIIIAAAggggAACKyxyaqgZAAAQAElEQVRAodMKU/FEBBBAoNsE2B4EVlyg8x+yS79unQ8X/sdzj7ut42vfW6R3nrFQ+UfHKZoI55EppaSkeLRnbi48aXu9nCKnQGFCAAEEEEAAAQQQQACBQRXY7JVP1c6feXtzvmSE9rlTSnHWlEPKTXSX3vmg5rzlYi38JXd2Eg8EEEAAAQQQQAABBBBAAAEE2gL9W+jU3kEaBBBAAAEEBl3ARUq1QenXrfPhwoVNHndbx9e/v0hv//j8WG1L/vlx/uFxpM494Ne42/Sl8/5rW738udzJKcCYEEAAAQQQQGBNC7A+BBBAoMcEJrzqqdrxsuObrY4Tp5jkcyifS/kcqj6/WvqX+5v/xu5//zzif2PnczW/vg6v3P3hWo85ynLnBAIIIIAAAggggAACXS/ABiKAAAJtAQqd2hA0CCCAAAII9KNA5z9cl37dOh8uyj+Wu63jGz9YpHecsUAppSCL8NQORasYTykpxVJF6yKnVzx/U/cIBBAYBwHeEgEEEEAAAQQQQKD7BDb7p6drx08dJ8WJU0xKKc+bfuQx5dyz1h0PaO5bLtai//vLw4qdfB7nc7W6dd4ZiofHomkXVDlroow3PeYIIIAAAr0swLYjgAACCCCAAAKDIkCh06B80uwnAggggMBwAn091vkP1qVft86Hi/ofy52X+MYPFurtH1+gpa1W+x/IW82Pjt3EmH99HAtiiuWhe+5/bqO/p8gpJJgQQAABBBBAAAEEEEAAgYcLbPbqZ2jHTx7bPo3KJ1Xt86s4n4puXhAzn7Mt/uO9mvPmC7Xo13eonJ+59bLO1mMOv5tbR8nr1rmjLHfex8GuIYAAAggggAACCCCAAAII9IkAhU598kGOzm6wVgQQQACBXhXo/Ifq0q9b58NF/Y/kzkt884cL9Y4zF2lp/IN7UvwpPzFOktOUnCgeKfpJ5/7ndvqHF3AnpwBhQgABBBBAAAEEulyAzUMAgfES2Oyfn6mdLj02n0PFTEoxtcN59KJJEdLSP92Xi50W/2b5xU4+hyvneopHZx5D+ccpbkv4OSWnRQABBBBAAAEEEEAAgX4VYL8Q6A8BCp3643NkLxBAAAEEEBgS6PwH6tKvW+fDRfkHcbd1XP/DRXr7GYu0ZEkrv4/nfr0Umad2uOuxs9+7jV75N5vk5zJDAAEEel6AHUAAAQQQQAABBEZRYMJrnqkdLv73eAefWMUZlZuIcn7VisTdeIKW/vFezX7zhVr82ztVn7P5/Mx9t4469+s85ih53Tp3lOXOCQQQQAABBAZSgJ1GAAEEEEAAgZ4QoNCpJz4mNhIBBBBAAIEVE+j8h+nSr1vnw0X5h3C3dVz/o0X5Tk5NkVPKG+J5Snku/7TYqcP52e/dVv/4Qu7klKGYIYAAAggggAACCCCAAAIrILDZa5+tHS56m3xO5XMrh3MPpJTaaZIfrT/c29zZ6Xd/XW6xU33e59c5PDZc6zFHWe6cQKBTgD4CCCCAAAIIIIAAAggg0A0CFDp1w6fANvSzAPuGAAIIjJlA5z9Il37dOh8uXNjkcbd13PDjRTrh4wu0cPFSNb8gjnnLvyf2r4wj92g0MSTHWe/eRv/0txQ5jdmHzhshgAACCCCAAAIIdIsA24HAagts9q/P1g4X/ns+t/L5lU+34swr+s05WCTxHk2+5PapmvPmC7T49yMXO5VzO5/rlYgVxGriJC4Sj0Uz1HfuKOPOCQQQQAABBBBAAAEEEEAAgYcJ0OkCAQqduuBDYBMQQAABBBBYXYHOf4gu/bp1Plz4H7897raOG3+ySG8/Y6EWL0lq/rS3sv1r4pRSDER4ijjz3Vvr1S+iyClQmBBAAAEEHiHAAAIIIIAAAgisiMBmr3uOtr/gLSqnW1JSShEqjyb3fOlt92iO/xu7W+5a4Ts7+dzPaxqp9TJHWe6cQAABBBBAAAEEVlyAZyKAAAIIIDD6AhQ6jb4x74AAAggggMCoCnT+A3Tp163z4cKFTR53W8dNP/WdnBZq4SJvun8x3Pzi1z2He36df13sXxl//F3b6DUvnuBFxKoI8BoEEEAAAQQQQAABBBBAoC2w+eufp+3Oe0s+3fLM514+B2sv9ilYhEdaWnrL3U2x060jFzv5XC+vo9XKd29y7nWN1HqZoyx3TiCAwBoSYDUIIIAAAggggAACCCCw2gIUOq02IStAAIHRFmD9CCAwskDnPzyXft06Hy7KP3a7rePmny7WCWcsykVOKfm9U/4FsTMpyQ/PU8pzucjpX17CnZzsQiCAAAIIIIAAAggggMCqC/DKZQKbv+F52v68Y2IgKaWIyCLxXCnmqT1307rlbs1984VaRLFTyDAhgAACCCCAAAIIIIAAAgh0u8Dqbh+FTqsryOsRQAABBBAYJwEXL9VvXfp163y4cGGTx93W8a3/Wazjz1ig+Qta+RfCLf9I2FkkOY1cOY/l0X70HVvptf+PIqf6cyBHAAEEEEBglARYLQIIIIDAgAlsdtTztd05b4pTsDj/8r7HOVi+w1PkzUjM40TN53ZLfneX5h1zkRbddveI/42dz/383DpiVXn9w7Uec/j5bgkEEEAAAQQQQACBMRHgTRBAAAEEHkWAQqdHAWIxAggggAAC3SjQ+Q/NpV+3zoeL8o/bbuv49s8W64QzFmr+AimlCOWZFG3KoeYRC93/6Du21uteyn9X16AwH38BtgABBBBAAAEEEEAAgf4T2PyNf6PtPvHmOCMr++azMUU/SZ43jVMt/d1fNe+YC7X49qkUO4kHAgj0rwB7hgACCCCAAAIIIDDoAhQ6DfrfAPYfAQQGQ4C97CsBFy/VO1T6det8uHBhk8fd1vHtny/W8R9fqLnzW82q241v4NT8YrjVpM1SnX7CVvq3l1Hk1OagQQABBBBAAAEEEEAAAQRGTWDzN/2Ntj37TUPr9+lac4YWWUx5Qbtd8ps7NffNF2jxH6ZS7JRhmCGAAAIIIIAAAggggAACCPSbAIVOkvrtQ2V/EEAAAQT6V8BFSvXelX7dOh8uXNjkcbd1fPvni3TCGYs0N9/JKSmleAeHm9wmNX9iILLTT9har385RU7WIBBAAAEEEECgtwTYWgQQQKBXBTZ/8wu13VlNsVOKnUhxbiZHynPl8zgp2qSlv/2r5r75Qi3+4z0UO4kHAggggAACCCCAwCAKsM8IINDfAhQ69ffny94hgAACCPSRgIuU6t0p/bp1Ply4sMnjbh0l/87PF+cipzlzW1KrFZMjp4os+n7HnEVfmnTclnrDyzf1IIEAAv0nwB4hgAACCCCAAAIIdLHAZse8UNuccVQ+N/NZWpy55XO2OJtr2kh8rufO0l/foblvukCL/0SxUxd/pGwaAgggMF4CvC8CCCCAAAIIINDTAhQ69fTHx8YjgAACCIydwPi+U/7H6moTSr9unQ8XdWFTnf/3Lxbr7Wct1px5seLkSPnXv5FFK0XPMylnSZOO3UpHv4I7OYkHAggggAACCCCAAAIIIDBOAlu89cXa9uNH5bM0eZ7UPKL1XZ1SKonU+s0d/5+98wCQoki/+PtUBEGiOZ2YxXwGFCPBiIooBsQcEEFFxYSYOPEMqGD2b1Y8c8asqIg5nTmeASOIBAGRBXZ3/vVqpndremZ3ZzbO7r7Z/rq+qq6urv51mK3uN1WYT7HT5N/Vs1OSkuYiIAIiIAIiIAIiIAIiIAIiIAJNgICEThkHUQkiIAIiIAIiUFgEKF4KaxTFw5B+NistLQXTGdLol5SUYNKHi3DK2IWYM4/LU6WnenTysYSfuyfjDBO4eGgnHLe/RE6kIRMBERABERABEWgqBLQfIiACItA4CXQ4cS8sd+UxrvKu4eYm56Tabs5z7TrXCEzG3bKSTyOx0zSJnRweTSIgAiIgAiIgAiIgAs2RgPZZBESgqRGQ0KmpHVHtjwiIgAiIQJMiQGFSuENRPAzpZ7NI2MSQxjwMX/+4GKeMXYS5f4O//wV/8At+nGNmybgxAd7/94mdMEgiJ+gjAs2OgHZYBERABERABERABESgYAl0OGlvLHv5MYBru5mbuaYc/Mc5Zi7FGZyZSyz99EfMP/7/UPzTHxI7OR6aREAEREAEYgQUFQEREAEREAEREIFGRkBCp0Z2wFRdERABERCBwiBQH7WgMCncThQPQ/rZjIImpjOkRf7rHy3CyWMWYc68hP+FbwLuL5E0/uqX+VyULpdg1JCOGHxg+7Aa8kVABERABERABERABERABERABAqAQMeT+2DZ0Ue79hvbdK6Jx2aea9Al23VMc+ZadpxKP/4BRcf/H0p+ni6xU57HTtlFQAREQAREQAREQAREQAREQAQKi4CEToV1PJpKbbQfIiACIiACNSTAB9NhEVE8DOlns1DYFPpvsCenq4oxZx5LNiA5udBgZj50Dvhh9KITlsGQgyRyIg+ZCIiACIiACIiACIhAVgJKFAERaGACHU/ZB8uNPgooa9KlHABs1xkMyY+h9MOk2Kn0lxkSOyWhaC4CIiACIiACIiACIiACIpAbAeUSgYIiIKFTQR0OVUYEREAEREAE+CvcRBoGipmYEIb0s1kobAr9Nz8pxsljF2LW3NQvevmTXrcZN7kNutLpJNyM5qL/Or4jTjionfM0iYAIiIAIVJ+A1hQBERABERABERCBuifQ4dS+WPaSI/yG2E5Eql3HwLXyfDobfmwNFv/3O8w//kaU/KKenVJgFIiACIiACIhALRBQESIgAiIgAiIgAvVJQEKn+qStbYmACIiACIhAFQT8Q+kgTxQPw7jPOC0UNoX+m59S5LQIs+bC/5bXUnMGBoC/8kXKMTNQ5HTSwfXQkxP0EQEREAEREAEREAEREAEREAERqA0CHU/bD8tcfATMXOPOmZu872JAamZm3i354HsUDb4JJb+qZyfoUz8EtBUREAEREAEREAEREAEREAERqEUCEjrVIkwVJQK1SUBliYAIND8CFCuFex3FwzDuM04LhU2h/9anxRg6ZiFmzuHvePn7XYD53TyaknG/OIHzB3XA0AESOYXHQb4IiIAIiIAIiIAIiIAI1CUBlS0CtUWg4+n7YZl/H+7aeq7t59p4bPs5z8W5BeclnNFFAiXvf5vs2em3mRrGzjPRTAREQAREQAREQAREQAREQATqloBKrz0CEjrVHkuVJAIiIAIiIALVJsAH0OHKUTwM4z7jtFDYFPpvf1aMk8cuwqw5UcnJX++amUtwlpxglnQuGNQJp0jk5NhoEgEREAERKCACqooIiIAIiIAIiEAeBDqe0Q/L/vsIgM08mnfgPuY8mnNTU+L971DEYeymZIqd2NakRW1M+pFxdfrZQqbRouX0ZSIgAiIgAiIgAiKQAwFlEQEREAEREIGcCUjolDMqZRQBERABERCBuiEQfwAcxcMw9Pmgmca0eBilvfN5MYaOWYTps6Nf7CbrnnBBMoVe8oe9Ceeee2wHnHJIO7dUU+MiUP3a/v333xg8eDC23HLL+Zqj7gAAEABJREFUalvXrl3Ru3dv7LPPPjjjjDMwbtw4/PDDD/4X4dWvmdZsLAQmTZpU7XMnPO+i82i//fbD+eefj2eeeQYzZ85sLBhUT0cg2/2kb9++mD59uluqSQREoKEIjBw5Mu0+3bNnT3z55ZcNVR1ttxICPC48PuH3I49fJatokQhUSqDDmf2wzIWH+Qafa+75kLME+Fe+KpeVvPu/pNhp6iz/fzzbmJGxfUljnGFoLIXxbCHTaNFy+jIREIGaEtD6IiACIiACIiACIiACIiACEQEJnSISCkVABJoeAe2RCDQCAvEHv1E8DOM+47ToYXMY0vcip7GLMH0OYJb6xa7BfxgYzPk0OM9w3sAOOO0wDVcHffImwPNt2rRp+PXXX/HKK6/gmmuuwQEHHIBevXrhtttuw7x58/IuUys0PwLRefTTTz95kRPFTrvuuisOOuggvPPOO/6FW/Ojoj0WAREQgeZNgP9D3HDDDfjmm2+aNwjtfe4ElDODQMfhB6DThYe6Np9b5Jt/BjNnLgoY+OHczFD67rdJsdPvf/r/vfj/WWRse9IYZxgay2A8W8g0WrScvkwEREAEREAEREAEREAEREAEREAEakQgtbKETikQCkRABERABESgvgnEH/hG8TCM+9HD5Wwh0979ohhDxy7CH7MSQCLhJmfcMRd1CWCQLNN5bhpxTHuJnMhHVqsE5s6dixtvvBHs0eX555/3L0tqdQMqrFkQ+O6773DSSSfh3HPPxZw5c5rFPmsnRaCuCKhcEWgsBPj/LP934P8QDz/8MEpKShpL1VVPEShIAh3PPhCd/nUIm4Kufq5tyDai83yCaw+6ybcZ3Qylb3+DouNvQMk0iZ08Is1EQAREQAREQAREoBESUJVFQAREoLkQkNCpuRxp7acIiIAIiEBBEUiKjcqrFMXDMO7zxQ/TsoVMe48ipzEUOblyzf82F2YGc9HkZN43Mxc1nH10B5xxuHpycjA01RGBWbNm4bzzzsNll12GBQsW1NFWalysCihgAry3vfDCCzj77LPx119/FXBNVTUREAEREIGaEvj+++9xzDHH4JxzzgH/h6hpeVpfBEQgSaDjiIPQ6YIBLmKuPUhzLieDiztj+9AbkHj7Gyw4/kaU/DHb/1iB/4tFxrYojXGGocF9GHcB4iHTaFE6fZkIiIAINBABbVYEREAEREAEREAERKCJEJDQqYkcSO2GCIiACNQNAZVaFwTiD3ijeBjG/fjD5CjOkPb+l8U4aewi/D7LPZxmv038aa4LWY53UztCP+HShx/VHmcdKZFTCouCgMCGG26I/fbbLyfr0aMHVlllFbRvX/G5xPPzkUcewZVXXoni4uJgS3KbIoE2bdqgd+/eOZ0/0Xm2zz77oEuXLujUqVOFSDiEHYdG1DlUISItEAEREIFGT2DcuHH49NNPG/1+aAdEoBAJdDy3Pzqdf7BrCbI1WF5D3z5M+DmQYFsSKHnzaywYdCNKps+R2KkclTwREAEREAEREAEREAEREAEREIECIrBYAdWl8VVFNRYBERABERCBPAlQeBSuEsXDMO5TKMI0Gn1a6H/wVbnIyf8Q18+4FYOZs6TLOczNhx/ZAcMlcnIkNGUj0KtXL4wYMSInu/zyy/HEE0/gpZdewsSJE3HBBRdg1VVXzVYsHn30UVCownM3awYlNgkCHTt2xNChQ3M6f6LzjL1+3X333WDPTePHj0fPnj2x2GKZzZSnn34aH3zwQZPgpJ0QARFohARUZREQARFo5AQ6nncwOp03wLcJEczN2Ep05kJz6S5A6VtfYcHxN6B0xlyJnaCPCIiACIiACIiACIhAsyKgnRUBEWgUBDLfIDSKaquSIiACIiACItD4CMQFHlE8DOM+45FR4ERjnCHtg6+LceKYRZg6w/FIAPwxLpd7h7/XdQku2S1wy138jMPb4eyjKu59h7lkIlAdAksvvTT23ntvPPDAAzjkkEOyClXYs9Mrr7xSneK1ToETqK3qrbzyyrj00ksxZMiQjHNowYIFuOeee8CwtranckRABERABERABESgORHoeP7B6HBOf7fLvpXoWoiuqejajL796EK2JV3gEoHS179E0aAbUDpTYicHTJMIiIAIiECKgAIREAEREAEREAERKAQCEjoVwlFQHURABERABJoyAb9vfGDsndQsiodh3KeQicb0KIx8xv/7dQmGji3G1JkG8Ge3ZUHKgcHMGZKfMw5vj3OO6ZCMaC4CdUSgZcuWOOWUU3DiiSdmFarceuutmDlzZh1tXcU2BQLszenQQw/FzjvvnLE7n332Gb7//vuMdCWIgAiIgAiIgAiIgAjkRqDTyEPQccRBPrO5uZmbe4NrPyYNLsl5SLzxJRYMugElEjshx4+yiYAIiIAIiIAIiIAIiIAIiIAI1AMBCZ3qAbI2URkBLRMBERCBpk+A4qRwL6N4GMZ9xiOjqIk+w8g+/KYEJ41dhN+mA1zm5skp4YOyGZe5JJx+WHucK5FTeBjk1yEBM8OAAQPQt2/fjK188803eOqppzLSlSACIYElllgC/fv3R5s2bcJkzJkzB19++WVamiIiIAIiIAKNhYDqKQIiUCgEOv7rUHQ4+8DyHp3ouYajm1z70tWSjktje7LktS+w8PgbUTLrr2oPY+dK9BPL805qFo+nkhWIgAiIgAiIgAiIgAiIgAg0agKqvAjUPQEJneqesbYgAiIgAiLQjAnEH9xG8TCM+5GYien0o5A+7aP/UeRU7EVORGvGn9saGJglQ5hb4n3zIqfzjtVwdY6IpnokQKHKCSecgI033jhjq08//bR6dcqgooQ4gbXXXhsbbLBBPBmffPJJRlqTSNBOiIAIiIAIiIAIiEA9Euh04WHoOPxAmPnGI5wD458BLnBmMHMGoPS1L5I9O/1ZPbET27SuGD+FPhPicabJREAEREAERKBJE9DOiYAIiIAIiIAI1JiAhE41RqgCREAEREAERCA7gfgD2ygeD7k20+JGURPTGEb20f+KceKYRfjljwS4zM196GacnLmURALO8XbqgLY4vwmInMhI1vgItG/fHocddhhatGiRVvkffvgBHIIsLVEREYgRaN26NVZYYYVYKjB79mwsXLgwI10JIiACIiACIiACIiAC+RHoOOowtD9zf992ZBvStzFdcxLekm3LpJtA6aTPk2Kn2fOq1bMTy45qF/pMi8eZJmu+BLTnIiACIiACIiACIiACIiACIlAVAQmdqiKk5SJQ+ARUQxEQgQIkEH9QG8XDkH7cKGhiWhjSp338bTGGXlWCX/5I7bD/da35X9m6GWBuoqWcUwe0w8jjOkAfEWhIAl27dkWXLl3SqsDzeeLEie5dCl+bpC2qMsJ1KZK68sorceCBB2LHHXfElltu6W3rrbfGXnvtheHDh2PChAn466+/qiwvnwxVbbtv377417/+hbfffhvFxcX5FF1h3t9//x333HMPjj76aOy6665+P6P97dWrl2dAFp9++mmtbbPCyjTAguWXXz5jq0VFRVn3lUPa9ezZM43RyJEjM9avKuHvv//G4MGD08rhsZ0+fXqFq44bN67C/AsWLAB7MRswYAB4jvL48djxPJ00aVLWfcm2IQq8nnjiCbCntN69e4PXFsuisTyeIzxXeM5kW7+h03j9fPzxx/4a6dOnT1n9uR/cH/LgdUv+tVFXbo+iyptuuslfP9wGt0VekfGaohhz7NixyPUa+u677zKuxYMOOqhGvdS9+eab6NatW9o5dOGFF+Z8jyQzsiND3gOj84z7yXsk9/GGG27ATz/9lHOZtXEMKiuD/+v89ttv/v7Gczpeb9ad5zXv8xdffDHIqL4Fjrx/sB6R8b5A1tyvefPmgdf9vvvuW3Yu8xzjdwDPc55/zFeZkQGPCY8NjxH3N9oWz1WWx2PKYxttt7Ly6nIZ2fMY8FjwmIR1ZZ15zvEY8ljyPsRjy/2rqk7x+3Z8aFsOV0o23EZkVd2P49tsqHsn78W8/7D+vA6j+pMd79f333+/F+7G65tDXFlEoNYJdPr3EehAsRPbkiljkxJuZuYSAOclLfHq51h0/I0onTu/QrETr/+4wX2iNOf6iXHvpGbxeCpZgQiIgAiIgAiIgAiIgAiIgAg0RwLa5yoISOhUBSAtFgEREAEREIF8CcQf0EbxeMhymRYZX4rRD0P6tE++LcZJY0vw0++ZwhCuA/7k1i3ynTk5/5SD2+FfgzpwEzIRaFACSy+9NLp3755RB77c5MvHjAUVJFAsMn78eC9kOvLII3Hffffh+++/R/jyt6SkBFOnTvUiJ74c5stEigV+//33CkrNLZnX4PPPP1/ltn/55Rc8+eSTOPHEE7HLLrvg7rvvBuud21bSc3HfjjnmGOy9996gCIPDtc2cOTMtE/kxH1kcddRR2GOPPfDggw9We5tphRdIZNq0aRk1WWyxxWCWfOmWsbDAEmbMmIGhQ4figgsuwDfffAOeo6wijx3FC8OGDQOP3Z9//snkrMbzd8SIEV5cM2rUKLzzzjsgF56X0Qosj+cIzxWeMzx3eG5Eyxsy5HfUe++950V5rBevEYogovoz5P6QB6/bPffc04tfqicWhD//eR1QdHHAAQfglltuAdlwG9xWyILXFO9FFGbwOFCAxfpVtu3OnTtj8803D4sBBVUUYKYl5hghn9dffx2LFi0qW4O94O28885VnucU21xxxRX+fkN2ZMh7YHSesUDeI7mPt99+O/bbbz/0798fPB7cLpfXt/EYvPjii+CxIW+eszyn4/VmvXhe8zx+9NFH/XW02267gfvBfeLyhjIeb4pXrrnmGvz888/+RT/rwnOM5w/Pcx4PijKZHjey5zHgseAx4T7xGHF/o7zkxPJ4TFkWv1N4rHnMozz1EfL+w/tOjx49/DHgseAxCevKevCc4zHkseQxpRjp2GOPxRdffMHFDWKse0PcOyleO+mkk/z3N+8/PLbhOUt2vCfxeFJsefnll6O+j2uDHBBttOAJdLz4SLQ/vZ9rSbqWpWtXesfNeM+KV77klU+wcND1KP1rvr8H8p4VGfPTZxg3lhOl0acxzjCyeDxKVygCIiACIiACIiAC6QQUEwEREAERaO4EFmvuALT/IiACIiACIlCbBOIPZqN4GNKPW/QwOAzp0z79rgQnXV2Kn7xWI/lyn3Ma625GzxknZyf3b4cLB7XnIpkIlBNoQG+TTTbBUkstlVYDvhCl2CEtsYIIXxoOHDgQFC3xxW8F2TKS+eKV4ii+UGePOrzuMjJVkUChCl9YnnPOOV5cUkX2ssVz587F1VdfjcMPP9yLIMoWVOGwjhRp8CV6rr2CREXOmjULo0ePxqBBg5Ar22jdQgx5/LIJBZZbbrmM86kQ688exc4//3x88MEHlVZvhx12QIcOHTLy8Fzgecvz94UXXigTSWVkjCXwe4PnzsEHH4zbbrst5x6jYsXUSpTiHYo4KP6bPHlyTmXy2qFQ4tvxHIgAABAASURBVLzzzsu7VzaKKg455BB/HeRzr4gqxnXYI89pp51W4bYXX3xxsOcwCu6i9ci8ur3U/fHHH3jrrbeionxIMdUGG2zg/YpmFMrsv//+YK8w+Qgq2SMVe92heCUUX6AePrwv8f509tlnI9fzIawWzw32fkQBzZQpU8JF9eZzu2eddZbvHauijfLcoFCtVatWGVnInOx5DHgsMjJUkMBjzGPNY85jX0G2WkvmOf3AAw94QRp7kuP28ymc6/M+RAEhhYS8n+Wzfk3yclsNce+MtnvooYf6a5oMqtoPfs+RM//HoWiuqvxaLgJ1TaDTJUeh/bD9EDUv6ZgZjBt2YXlgKH35UywcdANK5xVJ7EQwMhEoNAKqjwiIgAiIgAiIgAiIgAg0cQISOjXxA6zdEwERyI2AcolAbRDgC46wnCgeD5mHaZHxRQj9MKRP++z7Epx4VTEmTynl72ndqgkke23iL22dzxSfkHAJwEkHtsVFgzNfmLtsmkSgwQisuuqqWGaZZdK2zxfWFDulJWaJvPvuu+BLbQoYsizOKYkvlileYM8KlfXUEi+MvXbw5SN7qIgvyzXOF9lDhgxBrvV/5ZVXvEAq35fKYX3Ys8wpp5wCvpAP0xubz944snFbd911C35XKPCh0K2qc6dTp05gz2PxHeJ5yvOV5y3P3/jyXOJ8gc5hk9hrCMvLZZ3azMOhrii8Yx1Yl3zLZq8/7DEn17p//vnn4HlfHQFNvG5vvPEGKts2h6BaY4010lZ7//33q3XNffTRR/j111/TymLvOdnEb8zE/xfYaxD3lSIppuVr/P+CIlAKjijIy3f96uTn/Yh1/vDDD6uzeto67B3toosuqlCMlpa5FiNkxe2yR6PKiuW5wXMknofC2VNPPRVkz2MQX55LnMecQryXX345l+zVysNz7D//+Q84LGp17z/RhnntU5zG77YoLQzZe9lKK62EVVZZxVvr1q3DxaBojEOYRssZMs70tIypCO8XDXHvJLN7773XC7Krw4znNIWxPMdSu6Kgjgmo+IoJdLrsaLQ7dV/ftmTDk+e3a2k6N2p7cl36CZRM+Bi+Z6e/F0jsRCwyERABERABERABERABERABERCBeiOQi9Cp3iqjDYmACIiACIhAYyXAB8Bh3aN4GNKPG190MS0M6dM+/6EEJ44txuQpgKX+vGdIfsxcKmBmnOGkg9ri30MkcoI+BUeALy75IjNeMQ71Fk8L4xQunHvuueDwUmE6/bZt26Jfv35ejPDMM8/gueeew1133QX2ksHeUJgnNF5Tt956K/giktdcuCybz5fyFfXakW3b7JGhom3zxfTIkSOrFEGwN4cxY8b4obfCOkXb4/A2FDhwX2kUkAwYMABcHuanzxfx9913n38pxXhjNA7nxR5gwrqzZ7CqeroJ8zeUT5HWa6+9VrZ51vnSSy8Fz1UO/cThlCjY6tq1K+LnK89Pnqc8X3nelhXiHL7cZ1k8N3nO8TxgmTxvOARSy5YtXa7yietzeyyP5ZYvqXuPvSORAevArUV1576zTqw7Q8bJgnnixl5ZquoRi+twW+zxLX6v4DbXXHNNf1/g/YHbpPE64vXEe0i264dlcrjKbEI7LuvYsSO22GILumVG4SZFhmUJOTgUgUyaNMm/HI6yt2nTBttss00UzQgpGOG5lE0MyXOJ96FwXykyqWg/KxB0ZWyzpgkUflx88cXgfSle1sorr4wjjjgCvJ/x2NB4Tl933XU+naKW+DqMs1ejN998k269GYcg+/TTT/32eG5169bNfwexzrweyZ7CXooXKWL0GVMzClgoZMl2PvO65fXL48pzk+VF1wavd24rVYwPyJN5+R3pE2p5xuuWxyO6dqPiWc9tt90W/D5j/VhPGvedPbDxvGWPZ1H+KOS5SuEUGURpUbj22muDPT6x1ygae0uLljFceumlveCKyyK7+eabEefLvLzH8V7XEPdOMuO1xmuadQmN9zfe5yJm5BWdK2E+irTizMPl8kWgPgl0Gn0M2lPsBIOZ+U1zTvMRWPLPgNIJqWHs5i/w/3fyPI6M1yV9hnFjOVEafRrjDCOLx6N0hSIgAiIgAiIgAiIgArVCQIWIgAiIQKMmIKFToz58qrwIiIAIiEAhEIg/gI3i8ZB1ZVpk0UPfMKRP++KHEpwwphg/TPFrwf+KNjVnSmgs74T9l8bFEjmFWOQXEAGKUzjcWLxK2V56R3lmz54N9kSTTbjAobyeeuopsDcSvnTli/Bll10WG264IThMDod+Y68b7dq1i4rzIa8tvrxlL1E+oYIZX8py2/H6Lb744jjooIOQbdtrrbVW2ba5LoUQYfEsiy/6+YI6TA/9Z599FhRLhGl8Yc6Xu9xX9vJCwRj3lUahxbBhw8DlzBeuR59DaVGwRb+xGV/g82V1vN7rrLMO+GI8nl7I8b59+4I9jHAoK56r//jHP7Dffvv5l/sXXHAB4sIAnp88T3m+IvhQxHL99dd7QR+vAZ5zPA9Y5o477gieXxRJUDARCiNYDsvji/iguHp12QtLVHfuOxmw7gwZpwiCQgkKKcKK8Vqk4Ijfc2F66HPZI488AvaeFqbz+ue1SFEB7wu8P3CbNF5HvJ54XVGoweHU4sdh3rx54JCBYZmRb2YgZ97bojRyZi872YQOUZ54yOv9w1gPR5tuuinWW2+9eFYf532EAi1y8QmpGe83//73v8F7X3xfKabjflI0xiEx4/v5+OOPg4xSRdVJwHtRvHczHuvTTz8d3D6HB+X9jMeGxnOaohmm835LgRAFs2HlyJv3TPYcFqbXh8/riz31sdc2fgexzrweyZ5ilqOPPjqtGjxHKc6JM2A5FPZwHV6/vEfw3GR50bVx1113+SEoef2HhfK7keI+ivzC9Jr6/O694447MgS3G220ER566CEv7Nprr73A+rGeNO77PvvsA4rT2FvV1ltvnVENisQqEg5mZK5mQkPdO3ks/u///i+DGe9BFKFSyMX7XMSMvKJzhdcAr4Vq7rJWE4E6JdDx8mPQ7uR9wHtY5oaSrdNkegKlL3yERRzGrmihz891eJ+mRT7DuHH9KI0+jXGGkcXjUbpCERABEah7AtqCCIiACIiACIiACIhAIROQ0KmQj47qJgIiIAKNiUAzrWv8wWsUzxYyLbL4Q1/GI/tycglOuKoEP0x1UM0Zfy/rQnMhvCXnhuTnhP3b4tITOyQjmotAARIwMz/8DGIfnvO8JmLJPkrxTtRzhk9wM74M5EvBM888E+z1xCVlnfjyePfdd8eNN97oh8IJM1EgcOedd6IywRF7OYn3FMJts3cpbr+qbXfv3h18qc2XmuG2+ZJ74sSJYVKZP3/+fHz88cdlcTp8Gcqee/iylPGKjMspEqFQIMzD3pDiZYbLC9Hn+UBO5MyXx2EdeVz3339/sIePML2QfR4TDtfF8ydeTzMDh20K03le8vzkeRqmsxyKlbbaaiuYRXf/MEfSZy8nFD9wuEfySqbCv4CneIEihiitvkL2qEQRQGV1Z1379OmDQw89NKNaFEhUVm+K+Sh4CVckb16vFICZVcyL6zAveR155JGMphnFUzwmaYmpCAV3FN6loj7gMHQ//fST93OZ8V7D3r/CvNtvvz1YpzCNPgVU7K2GPcQxHhnvM7zf7Lbbblnvs1E+CoWGDh0KcgnL532Yvb+xR7kob22G7MXn4YcfTuu1iseb4jIKR+lXtj0u57kxfPjwjP3j8KJz5sypbPU6WUahD89V1i2+AaYtscQSaclfffWVF8iGiczH844CpxVWWCFclOabGTbeeGPf4xXvA+FCnp8U+fG+GabXxOf9l0LTsAxew5dccgnY+1aYns3nvnCfWOdwOYfzJIcwrTZ9XqcNde+cMGECOPRcuD+8F1977bWo7B7Ec6B///4YNWpU1ms+LE++CDQUgU5XDkS7ofvAf5O6+xHrwcCYkjLvG1D6wodYeNx1KCla6O/5vDfxO4YW+QzjxjKjNPo0xhlGFo9H6QpFQAREQAREQAREQAREQAREQASaLwEJnerp2GszIiACIiACTY9A/IFrFM8WMi2y+MNexiP78scSDBlbjO9+TSBR9kNZ+s5SPTox3S9yzvH9lsZlJ0nk1PTOrqa3R/EXv9xDvrCnwId+aBS4sPeRMI0+XyyzJxsz9zaFCVUYe0VhLycUAoVZKUaghWmRz5el7LWCL2WjNIYDBw4EX26b5bbtNdZYAxQpxQUFfOHPF/8sMzT2HvPrr7+GSejSpUvW4XnSMqUiFP9w+Ke4cCbbMEmpVQommDt3ru+Nh0IcHl8O6cNzI15B9hLSvXv3eHLBxvkSm0OG8djkWsm3334b8XOTQhb2/LTMMsvkVAyvNZ4LO+ywQ1p+ihcoYkhLrOMIrz32xsNeaqralJmBvcLExRQ8FyrrtYbDxbFnpLD8nXbayQsMwrTKfDMDxZHsnSbMRxEV7wlhWuTzuMbPx+nTp4NDqkV5KgspZuPwjGEeikS22267MKnMp5CCPUaVJTiHfCls4/3GRauczMzfx3hehpnJLy4WC5fXxGcvVBTkhGWwdy0ea7Pc7qdclz0nUfxJPzKKnHh+RPH6CCl0ZS9tvM4q2160jAI1ipFY1yiNIb9P2PNTruXw+ud3Srx3RB43nqcss6bGuk6aNMkLFKKyeB878sgjkcs1HK3Tvn177L333lG0LOS5UBapZaeh7p38PmevcOHukNkpp5zie5kM0yvy2bsc/8eoaLnSRaChCXQacxzantTHtU3ZHoULnbl2KWO+fet8P7kGaslz/02KnRbkL3bifrI8hrTQzxZnmkwEREAEREAEREAEREAEGpqAti8CItBwBCR0ajj22rIIiIAIiEAjJlDRg9coPQzpR0ZBE/0wpE/76qdSnDi2BN/9CpgZDO5TNjMXN5/gFrkQGNyvLS6XyMmz0KzwCcTFC5XVmMIF9tQR5uELbvb+YcbrIFxSuc8X6nyhHOaiiOmZZ55BSUlJmOz9b7/9FvHhdbht9ihilt+22fsGBRe+4NTsf//7H7iNVLTSgD29VCSyyLYie5jhEGEUxnBYLb443WOPPbLuZ7b1ayPtl19+8YKRLbfcEhVYRjpf8vLYcmizyZMnZ60Ge8c48cQTwV5psmYowEQKEnj+5Vo1no8UsvD8DNdhjx/5XD9clwI7CgMpymCcxu8Zls/tMF4fRnEKBXu5botCnw022CAtO0WAf/75Z1paFOH3KQUO3LcojSIDipZyFZBE61FIsuKKK0bRnEKKknhuhpkpXqKIKUzL5lP0wXtduOyf//wnKqoDhx6Mi2W4n/mcY9yWmYGCwvh22ItdvHzmr6lRuMdjGJbDa55imDCtKr9t27ZYffXVq8pW58vXWGMNdO7cOeft8D7OIdXCFXjOHHLIIcj3HOW2+V0UllWbPffNmDEDFESG5fM7hffyMC0Xn71AhUM75rJOdfPwnsZ7W0PcO/l9zu/1sO48a9mOAAAQAElEQVQc5m/HHXcMkyr1zQw8rvxfo9KMWigCDUig09hBaH9iH9cejSphzndmjLsZJ2+GxPMfYtGg61G6cJEXTvK7mt/TtMhnmM1YGtMZ0kI/W5xpMhEQAREQgYImoMqJgAiIgAiIgAiIQJ0RWKzOSlbBIiACIiACItBECVT0wDVKD0P6kcUf7jIe2dc/leKEscX43y9JaH4duomyGfirWf5+linH9W2Dy4d2oCsTgUZBIJ/hnPhSmNdGuGO9evXKuXejcD0zA8U+7PkkTOfLXL7UDdPoZ3spT7ESX0xzeT7Gl9jxXnXYgxUFBfFyKOBZfvnl05LZG9ODDz7oXxKlLaggwvXZY9Sjjz4KDh3EoaEotlp88cUrWKNxJFMwdNVVV4E9dDWOGidrSTFEPucNz0eel8m1k3MKfyimScbym/OlOYUR4VocDpK994Rpdemz7vmcf8xLoV5YJ4oXioqKwqQyn/eJPffcExT1UTxDQRi5r7/++mV5cnV4veYrzOC2Nt9887RNcHguCv7SErNE4sIl9sbWu3dvkEE8OwWPH374YVoy60pBo5l7s5y2pOoIOVGMEeZkr0sUX4VpteGTD4fMY115bHlOcxjDfMsml1atWuW7Wq3np6A0/n1S2UYohIlfc2TCc6ey9bItMzN069YNPPbh8ldffbVWBK3kO3jwYFBcuckmm4DfKRTf8R4cbi8Xn2JLntO55K1pnoa8d/73v/8Fv9fDfejevXveQ6zyu4L/54TlyBeBQiPQ8apBaDtkr1S12DL1DVUXd2FyAtuwbobSZz7AQoqdFhX7/2OZzu9sWuQzzGauQFeEK5COM+ZxQdkUj5ctaJSOKi0CIiACIiACIiACIiACIiACIlBdAhI6VZec1qt/Am6L/HV0Qxl/Eb/qqquiIuPyhqpbtF2HSJMIiEAdE4g/WI3i2UKmRRZ/qMt4ZN/8XIoTripJipz4vtK9yDIzuAkwuI+Bvpt7f2DfpTHmlI7O1yQCjZsAe14xs7Sd4AvDeG9OfKnbtWvXtHz5RNgLCF9Oh+twiCn2hBGmLVy4EHExAV/UVqc3i6hcik06dOgQRX3I3h+4LR9JzSh0WnfddVOxZMB7xHXXXQcOGzRhwgRwiJzkkuYx5/nRs2dP3HnnnYj38tMYCHCoJ567udZ18uTJiAsieE5UR2TAbVKMET/vOSxkfIhE5q0L4/Y7d+6cd9EcEi7XlSh+oZiPor7LL78c48ePB8WBFGjkWkZN8nH7PEd5rkblkPEbb7wRRbOGvJbZE1W4kCKgigRa7BUofl9km6Q6fLlN1ptCFvqR8d5bF0InCqoOP/xwL76kCJPDkubTy1dUv0IJ2VNRPnXJJtzl9xmPQT7lRHl5nsTvCT/++CM4BGiUp7ohr1kK0k4//XTcfvvtYM+HHHrSLP17urrl571ejis01L2T3+MUj4bV5D0/fm2FyyvzN9tsM/B/jsryaJkINDSBTtcMRtvBe7pqGPgHN/dmfg4zOjQg8cwHyZ6dikvKxE5sG/P/2zCkHze4D9Nc4KfQZ0I8zjSZCIiACIiACIiACIiACIhAIyWgaotANQlI6FRNcFqtYQjwF9Ic4qEhjC8xHn/8cTxegXF5Q9Qr2iZ/7d4wR0VbFYHmQyD+QDWKZwuZFln8YS7jkX3zcwmGjC3G1z8lkr9c5Y9XE0nfBe4JMfmm4kjg2H3aYOwp6aIJ5pCJQGMkwJe1fCkY1p1DHMWFGB07dgR7IAnz5eNTRMSXw+E6fKlPQUKYxl5T4kIT9nDBYXEojKqOsXxun2Fk3Aa3FcWjkD3T8EVzFI9CDqU3fPhwsJcIDm9z5ZVXgi/P+ZI1ytOUQvZs0a9fPzz00EMYPXo02ANMY9y/+DlX1T6wF6D4/3M8/zicWPzcyzXO4djC7bJ8bidMqyuf5zKv8boqvzbK5TXEnozuuOMOHHnkkWAvavmWS3ECh/cK15s4cWKlwkT28kPBY7hOZT3H/fHHH5g9e3aY3Q/jSHFLrudCPF+2oePqQuiUVuk8I8XFxWBvgBRI8fg8++yzeZZQ+9kpMMu1VJ5f8e8zrsvejuLHI9c4vyP5nchyIps1axZoUbyhQp6P/G665JJLcPLJJ4P3rvqoC+9pvLeF26qPeye/x/l9Hm6Xx6a6/6907twZhX7PDPdVfvMl0OnaIWh7fG/XMk22UX2D1bVh2XZl+9c1apNJLqHkqfewcOC1KC1Jip2iNjBD5o1C+hVZRJrLI59hPM40mQiIgAiIgAg0RQLaJxEQAREQAREQgewEJHTKzkWpIiACIiACIpBGIP4gNYpnC5kWWfTwNgzp0/73SwlOvLoUX/8MJH/8mvz1q4u5uMHgPqmZudgxfdrgqlMlcnJUKpu0rAAJUFTEF/XxqnGoqHgaX5TGh6laccUV8x4GJl5uNtEJX46G+fhSnXUN01ifk046Cbvvvnu1bMCAAYj3HMVtcFvhduizNxe+zA97h2F6aCzrvvvuw5AhQ7D99tvjwAMPBEUaFAPwvhPmbQifPVxy+K399tsPuRqHHbvssstw1113YdKkSXjhhRdw9tlngz1xNcQ+NNQ22ctPfNsvvvhitc676Hy97bbb4kVWKsDJyNwEEnitUdRIEdMTTzwBnmtHH300OEzUtttui4MOOgjXX389KPLhd3O+u0xhAocTC9ejeIrlhWmhzx7aeB+I0njd8HqO4vGQ98S4kOPjjz/GvvvuW+3z44ILLohvpkHODTLn8eGwjRQyXXHFFTjhhBPAnoW22WYbfx/hUJz8cQdFpxmVLuAEnns8dvEqkn10jeYb8pjz2IdlUlCVbTthntryKe6ZMmWKv1ePGzcOI0eOxAEHHAAOU8nhI/nd9Mgjj4DHtLa2WVU5DXXv5PENr2PWk9fykksuSTdvoziLQt+8V9QKItAABDpddwLaHtcbbMMClpwYMMGbS2IcQOKZ97HwuOt8r0685/P/VVrkRyHTQnOrIorTpzHOMLJ4PEpX2KwIaGdFQAREQAREQAREQAREQASaKQEJnZrpgdduN1cC2m8REIHqEIg/QI3i2UKmRRY9tA1D+rRvfy3BCVeV4ssf+fNX9wDYVSzhXBe4KZF8qOs8+LQEjtq7Da4Z1pEpMhFodAQ4xGq2l57ZxEd8WcuXtuFOVneIn7CMXHyKseqjBwpug9uK18nMQGHUYYcdhlz2mfcSiiko0qCoaLfddsOYMWPw888/o6E+7M1i6NChGDFiRM7GYccoOtlwww19LzUNVffa3i5758inTB7LfPJXN299bae69avpehRiUEjE85DnFcUyFM3wPBs1apTvKeyTTz7J6CGputs1My/KCXunY687r7/+etYieS9877330pZxaMb4MINhhsmTJ4fROvM5RB751dkGXMEUh3DYvnPOOcdz4zBuPD5HHHEEzjvvPNx///1455136lUo46qV05RvL2VkSVFQToXXIFNF3yk1KLJsVZ4TFDQdcsghXsy04447Yu+998awYcNwzTXX4KmnngKHVeT3fNlK9ezU1z0tvh1ey3GRVYcOHVBdoRPF3+F9pHYwqhQRqDsCnW44EUsP3MNtIOEbs27u27BRhG1bprE9m3jy3WTPTqWlaYIn/i/LtnMU0g/NFe7LZBp9WuhnizNNJgIiIAIiIAIiIAIiIAIiIALNi0Dz3FsJnZrncddei4AIiIAI5EigogepUXoY0o8selgbhvRp3/1agiFjKXJiJZI/dXVzuHelTAAdM2PgfOCovZbGtad1gD4i0FgJcEgdWlh/9lpU2Yv9MG9z8vmi88QTT8SNN96IjTfeGOSU6/7zpeu9994LDvt25plnYsaMGdBHBJoLAYqLKLxgDzkc6vHNN9+sXMwUA9OiRQvQYsk5RXkvW2edddLycggvClDSEl3kq6++8sOxObdsYk84rVu3Los3RYdCmAcffBB77LEHeI97/vnn8xIzUfxZXQFJU+RZ1/tEUQ97M6SoidfV119/DR7DXLfL3ony+f7KtdxCyscexvh/fSHVSXURgfom0OnGk7D0sXsA5ieYOQfOXGhmcFNyAQx46j0sGlTesxOvH7ad4yHTQoP7RHHn+olx76Rm8XgqWYEIiIAIiIAIiIAIJAloLgIiIAIi0CQJSOjUJA+rdkoEREAERKA2CMQfmEbxbCHTIos/rGU8su9/K8XgsSX44sdkr03wP3F18wTNz+ikfrkKHLFHa1x3ukROtXE8VUbuBGo7J3sYoggnLJfDs6y00kphkvwUATPD5ptv7oeke/LJJ/0wTiuvvHJqadUB7zcvv/wyOCQce9qoeg3lEIHGTYDnOYejY88z7EUn171p3749dt55Z1x66aW+Z5rNNtsM1fksvfTS6N69e9qqFIZQ1BQm8v8E9jYVDkO37LLLYquttgqzNTmfokv2ADR69GjERa+V7SzFX1tvvbXv6YlDWrLnp8rya1nNCfAcffrpp8FhVN966y3f80oupVLUtNpqq+Hggw/GnXfeiZtuuqnGQ87mst2GzEPxHfe7IeugbYtAIRDo9H8noc1Ru7r2K5uxme1ZNnfdErc8gdIn3qmx2In3Ke53FNKnxeNMk4mACORGQLlEQAREQAREQAREQAREoDESkNCpMR411VkERKAhCWjbzYRA/EFpFM8WMi0yCgzohyF92g9TSjHkKoqcDP7PzNF0xsmbn7k0wMxwRO/WuOFMDVcHfRo1AV4PHKaI10C4I2ussQZWWGGFMMn77AUi3msHe03wC+t4lm3bFBxNmjQJ77//fq0ZRUhdunTJaW/I6KijjsL48eNBgQQFGRRmUABQVQE//fSTF3DEh9apaj0tbxgCFMvEt0xhSG2eeyxr5MiR8c006jiHBjvrrLPw3XffVbgfLVu2BIfKpFCGQ9pRhPHKK6/gpZde8tcIr6maDhm13XbbgQLOqBIUM02cONG/2I3SWFcegyjOcMstt/R1o1+RZTs3hgwZUmv3JNaJxp7kcrm3VFTPbOm8/5x//vngcHTZljONgpEVV1wRPXr08ALN6667DhQ2vfrqq+DQnPvssw8oSmPexmTsoS9+XlG0+swzz9T6seOQcrXBhtfFxRdfjMoEgzwW/A7jkKkcbvCBBx4Ah2p87LHHcNppp2GjjTbKqzfCmtY72/VRH/dOXu/xbXOoPw7BW9N90voFRUCVyYHAMrecgqWP3tW3Yd3Mr+Gas3CtW0Qzc44BSDzxLhYdf70XUrJ9QGN7IR4yLTS3atl3KtPDOH1alE5fJgIiIAIiIAIiIAIiIAIiIAIi0LQJ1LLQqWnD0t6JgAiIgAg0DwLxB6RRPFvItMjiD2cZj2zy1GRPTp/9QIYJ/8PWaM5IwiUn/Mw5bjps99a4USInR0JTYyfA3js++OCDjN3gsGzZXqi3bdsWFByFK0ydOhV8WR6m5etzGJ74Op07d05Lqqttp22kBpEOHTqU9T5D8VUkfOrVqxco5MhW9IcffggOeU3gsAAAEABJREFU4ZVtmdKyE+ALfgpSsi+tu9Tll18+o/DJkydnpCmhnEBxcTGuvfZaZLu+11prLVCwwevkjTfewKOPPurjhx9+OLbYYgvwei8vqeYee7PZcMMN0wrivY/3wCjxs88+A+9nUZy9wVCgQqFPlJYtZK9P8XSeG/z/I55ev/HKt8b63X333VlFTjzfzzzzTDz77LOgGPapp57C5ZdfjkGDBmGbbbbxojEzvhKvfBuFvJSiXd63wzrOnTsX06dPD5MKxmfvi2PGjMkYoo7nZ8+ePXH77bf77xMKBHlcR4wYAYrQeK1xXxtqR3guxbfN6yOeVttx7nP8+HJ4v/nz51drUw313VOtymolEchCoNMtp6DNEbsAvlGbDNi8ZVvXxVyQbP16//G3sWjwDRI7ZeGoJBEQAREQAREQAREoTAKqlQiIgAgUHgEJnQrvmKhGIiACIiACDUiAL+XCzUfxbCHTIqOgiX4Y0qf9OLUUQ8aWIilyYukGc4Gl5gyMcT8DDtujDf7vrA4uRZMINH4CfIHNYaXCPWnTpg223377MKnM57JVVlmlLE6HQoHffvuNbrVszpw5iL/0pMghLh6o1W1Xq6b5rcQXrOyJ5rLLLgN7PmHPGnHxGO9B7GmD96f8Sm8audmzRr49gvFFNXvjqW8Ca6+9dkYvKN988w3yrX9917sht/fFF1+AIqawDhQPHXfccbjnnnvAHpx4nYTLK/J5rrA3loqWV5VO0cMee+yRdgzZq1o0fB2PI3tz4zUZlcWe7dijUxSvKGRvR/H9YNkUzVS0TiGkUzBIIVO8Lr1798bDDz+MAw88EMsttxzM+A9QPFd6nOKRP/74Iz2xwGO8H8e/z3jMfvzxx4KsOY9VKMRjJdlrEcWE7CFpk002Ac9zpldl/N6uqUC5qm1Eyxvq3sn/GXhtRvVgyGF6f/31V7p5G89v/r+S94paQQQKiECn207F0kfuCrjbupnBTd7nzMzFYYA3AI+9hZITbpTYyaHQJAIi0AQIaBdEQAREQAREQAREQATqnYCETvWOXBsUAREQAREoVAJxIUAUzxYyLTK+tKQfhvRpP/1eisFXleDj76NfsHLv6Tvzv3ZN8Eet/oevLGPArkvhprMkciIlWeMnwBd+//nPf/wLjHBvNt10U6y33nphUpnPYX748r8swTl8wV2TXokocoqLrSgaiAudKtr2u+++62pRvemTTz7BLrvsgj59+uCMM87AFVdcAfbGtHDhwrICee1TtPDEE0/4HmcOO+ww7L///sjnZSmHSGLPGsOHD08TWnAjfHlKhvSbm82ePTujd5KqGJA7z92q8tX28pVWWsn3YhOWSyHP77//Hibl7FNYc+6553qxD8+pUaNGYdy4ceC5lnMhBZ6RPSTNmzcvrZYcNmvAgAHgNZG2oIoIzxX2qFJFtkoXb7bZZgiFLRTMRUJDcv/oo4/S1t9qq60yjnlahlSEPdZQEJSK+oD3NN7bfKQas5tvvhnsDY5io5EjR4LD+UWirGoUl3UV1i8unOHQbccffzwoAsq6UgWJFCA2xHVZQXVyTt5ggw0y8lKcx+szY0EOCRT97rvvvthrr71wwgkngEJXDoVXU1ERvyM+/vjjjBrwu6hr164Z6VUl8Ljz/+Cq8tXG8oa6d7Knq/jx5TXPYSCrs19ffvklJHSqDjmtU2gEOt52Klof2su1bxPOXO0SABu8/H/XpUQJcK1glDz8BkpO/D/fVuA9g8Z88ZBpoblCXNkswZXs29TlIZfRmJ+hTAREQAREQAREQAREQAREQAREoGkSkNCp8I6raiQCIiACItAABOIPQqN4tpBpkcUfwjIe2c/TSjH4qlJ8/J0h+RftWDJmZi7BGSdnh+zaGree3dGlaRKBxk+A18idd94J9kgT7k2LFi3Qt2/fCodaY16+VGWvLPQje+WVV1AdwQfr8dxzzyEuhqDQaplllomKLwuzbfvFF1+s1rb5Inv8+PFgzxZ8Oc19uP/++8GX0nxBGm3UzLwAhUIUDq/Fl50URXz33XdRlpxDisSWXnrpnPM3pYw8nvF9//PPPxGKynLZX76k5svqXPLWZp4VVlgBPH5hmTxvOPRamJarz2uPAkGKQ3hOUUh3yy23gPFcyyj0fNzHeB3ZW1z8PIjnyRanyCc+pFj0fZ4tf7Y0ipG6deuWtigavo7DSIblszcY9jiVlrmCSPv27dGlS5e0pbyn8f7C+0zaghwivJfyvkZxF4f947BxPDconsph9ZyzfPvtt/7ldbjCZpttBgpTwrRcfIqmfvnll7SsvL/T0hILLMLj1q5du7Ra8boMzt20ZVVFeD/gEHMUEr3zzjt46KGH8OCDD2Zwrqqc+HKeTxR5huns+ZDXU5iWi89zMptAmNdTXRyvhrx38nzmtRxy4Xc9r7EwrSqfQr6JEydWlU3LRaDREFjmztPR5rBerg3squzauXCeeYP7mDO4mDP3P3ApxU4n3eTvY7xP0HiviIdMCw3uw7gLMkRPTKNFy+nLREAEREAEREAEREAERKCBCWjzIiACtUxAQqdaBqriREAEREAEGh+B+APQKJ4tZFpk8YevjEf2yx+lOH5sKT76ljz429XkL04ZAxgvn7so+u/SGreOkMgpyUfzxk6A1whfvj7yyCMZu8JhmrbZZpuM9DCBPbLEBR98Ac+hqFh2mLcqnz2oPP3002nZKKLq2bMnQrFRlKE2t83enCgmiMpmWNG2t9hiCy4uM95LKNAqLi4uS8vFIR9amLdVq1Z5924Trt9wfn5bZg8+tHAtCoUoGgvTKvMpIKAQrbI8dbWMPdz06NEjo/j77rsPFKNkLKgkgefN3XffndE7yDrrrAMO81TJqo1+UfwcyGWHKP4ir3he9pIzY8aMeHKFcTND9+7dQUFnlInnH0VUceHHWmuthTXXXDPKVmloZuAwlWG5XIFDjVGYRz9X4/2BgkreU8N12NMSe9sL0+rC5z3QLPmSO9fyKQLh8WGvQ+E6HAYuFI+FywrF5zHm90pYH/bac+utt+bd2xzvTxQ1hWXR33bbbREXUzG9pmZmMLO8i+E5+dprr2WsV1e9CzbkvZOi6fh1w2uL1xivtQwIFSRw+Nn33nuvgqVKFoHGSaDTnaej9SE92eh1O8D2L825bPy6gK3jKKX0wddQfJJ6dnJYNImACIhAMyagXRcBERABERABERCB/AhI6JQfL+UWAREQARFoYgTiLyGieLaQaZFRhEA/DOnTfv0jgcFXJfDRd3AviOA+5kJzoZt8YDDvJucH7bwUbh/RwaXkMSmrCBQoAfYKweHZrrzyyoyXuJ06dUIuQxYx35577pmxhw888ADuvffesl9tZ2SIJXz99dcYOXJkRm9OFHpQcBXL7qPcdr9+/bwfzrhtvmjnNR6mV+RPmTIFl1xySca2N9xwQ2y99dYZq/FFKYUG4QL2CvHSSy/lvL8Utzz++OPgy/+wHPYosuSSS4ZJTdJnLz6rr7562r7xfGQvWmSTtiBLhKKWSy+9FOwpJcviekmimIUCmHBjFAdwCDqKHML0inx+N/E6Yc8vYR4KTDgMFTmF6Y3Z55Bu8fpzOLtcjne0HkU0N9xwQ0bvc9HyfEMOZcVrLlqPvYOxN61PP/00SvLh7rvvjnyOBcWQHOrOr5yase68x1FUmUqqMuB9hUOKxjPuscce1eppKV5OGGcPV2GcPkV77GmNfi7Gey7FftmEM7ms39B5WrZsif79+6eJ31gn7s+YMWMyvie5LJtVdH9accUVwWOXbZ180vgdwSFdw3UoyGKvXGFaVT7vU9m+/6taL1oeFypS3Bb/TovyhmFD3Tt5fNlLZVyEyGuMPaXxfhzWM5v/+eef+2Ftea/ItlxpItCYCXQadwZaD6CI22DmDAa4EO7jPJj7cy7AtIfeQPFQ9eyEij5KFwEREAEREAEREAEREAEREAERSCMgoVMaDkWaCgHthwiIgAjkQiD+8qGiONND40s3xsOQPu1X9uR0VQk++CbhxQnMx5+xMuSvVv0PWBNumXOYdmDPVrjzXPXklMvxUp7CJcBzmT3n3Hzzzdhrr71AURCHrglrTJHFoYceCooAwvSK/H322Qcbb7xx2mKWefXVV2P06NEZAqIwI69F9oY0ePBgxIfi4UtJiq0oaArXCf3ddtst67avu+46XHjhheBwT2H+0CcL9srAbfCFfriML0IPPvhgcBiqMJ0+h3JiTzD0I+NLT25v3LhxVb4Mp+Dh2muvBYVO0foMuZ+9evWi2+SNL+rjw4Zxpyn4IRsyYjyb8VgNGTIEHAoq2/L6SuPxOuKII8DrJdwmh7k67rjjwCGveH6Hy0Kfwi5eHzxX4/n++c9/YscddwyzN3qfPeXEWb3xxht4+eWX/XdwVTvI4aWGDRuWcd1UtV5lyyleivdax95aKFiL1uNxpnApiucS8t511FFHIT5MFss98cQTQTFVZQIvnv933XUXzjvvvIz7yT/+8Q/wnmtmuVQl5zydO3fO6GmIvVvxPhU/P7MVyvOZ90AK0XLJn62MQkjjkKg9Yr21cX/Y6yHPP35/VlbPyu5PFC+uuuqqla2e0zIOU8fep+KZKfCleCmeHo/zu4/3T96nWN/48lzjPBfDvPwe5D28snOb+XlNNdS9c7vttgN71WI9IuP1dtFFF6GynrvIbNKkSTjppJPAXuWidRWKQFMj0OnuM7FU/5389zJbwc5h89i1hl3g2sVu7pLcEucnHngNxSdXLHbidZPNyIzpDCOrKh7lUygCIiACIiACIiACIiACItB4CKimIhASkNAppCFfBERABESg2RCo6MEn0yMjjMiPQr6YinyGjEf22/RSDL46gQ++gf9RqsGSDuA8c4bkx71IZOzAXq1x13kSOSWhaF4oBNiD0MUXX4xc7IQTTkCfPn2w/fbb+5BCp2w9L1CIcOyxx2LAgAEws5x2lWKg008/HXx5Ga7A643D4u26665gTyYUfkybNg0cvoi9Itxxxx048MADwR5w2BtFuC7rMWjQIOywww5hcoZf2bbZQ0Pv3r0xYsQIvPDCC+CwVNw2Qy47+uijQS5xgRU3svfee4ND5tGPm5n5Xj/iL3n5spQinX333RcM3377bUT7y5D7z94zuJxD+5FPWDbTs728DvM0JZ/nYrxnLDIhG7K47bbb8N133/nzJTpmRx11lGf/xRdfeBQUlFDs5iMNMOO5zR5C4pumoGXo0KH+/OZ5/sEHH/j94PlHn73DUGjI64P7nFrfB7yOuC5FOD6hicwodGIPbeHu8JqhmOeyyy4DhUzhMvpkw15qeP/Yb7/9KhW3UWTB8rhePkZxIZlH61Ckwe1G8c033xwUAUXxXMPNNtsMxxxzTIYQ7u+//8aoUaP8fTh+n+B9kec9z38ui+8Pz3cKpeLXTa51qiwf7z0U2IV5yIHCpTPPPNMPycj/pcLljFP4c9VVV3nhLO+rXCfME/oUQ662PHsAABAASURBVIXxQvTZSxHFLOQRrx/FQTw2PAYUq0X3J/YKSIHPySefDApko/tTuD57B6TQyczC5Gr5Zgbe93g+hAVQtMTvNdaN51m4jP7ChQvx6quvgnm4j7xPMT2bsXcmXgvZlkVp2e5RHAaOvWLxHOf/JjyPswmOG+reSWb8fyV+fCnOvummm8Djy2swOrb87uE+HXLIIaDQLf6/SsRCoQg0JQLL3DMcrft3R/Ju5ebJCWbOgSEVAAbggddQcsrN4L0/Mn43RD5DxuPm1iwXTCX8T4x8nOmRcZ3IVygCIiACIiACTZCAdkkEREAEREAEmhUBCZ2a1eHWzoqACIiACJBA/AFnRXGmhxY+VKUf2m8zSnH8VaV4/5vkQ1X/E1XOyqIJxrh5Zwn0694K487r4HxNDUdAW85GgC/F+QIuF+MLWr6Qjr84D8tdfPHFQXERX4LyZW+4rCqfw7yxR4RQMBCtw23yBTjFGxQecRgo9uZw/fXXY/LkyVG2spAiJ75UzFVsVdW2KXKi2IlCCW6bIYUTHJ6K94ayDaecXXbZBaxrZQwoNODLbr40Ta1WFlDUxN5YuDzaX4Ysk8M6cXlZ5pTDl+CHHXYYzPjWKJXYxAMy5HnA4x3fVTK68cYbcdBBB6GiY8b1eL7yhX98/fqK8xw55ZRTwOObbZs8v3mes57cDxp9DleXTWjYrl07nH/++eA5na28xpzGewNFlPFrhgKDhx9+GBwCk71YsbciGplus802XtjG+wfvI9H+c8hAcoziDCnMqE5PK6uttlqFvHmOUfDIeyO3kY+ZmReMcp9ZTnxdnuPx+wSvB573XBbPT24U0vSI9TYUz1fdOMvnvZ/HKSyD98iJEyd60R7FiRTM8vhQqMfjwziH/grPZw6Dx17X2PNQWBYFQWG8UH322kfxXVzMyvryfKWIlUKe6P5EYezw4cPBHsq4nPlCo8jvggsuyGv4w3D9bD57GeM1E182a9YsL6TjtUQxEY8VjYI+9mR02mmnIfzu47nJY7nTTjulFcVrqaioKC0tHqFYaKmlloong/c9iq34v8ljjz0G/u8Rz9SQ904eXx6P+LnOOvLa4zUYHVv+v0DBFnvq4/LIOBQnhyKM4gpFoKkR6HTPcLQ6gD1LJhvInCdbyM5zk99fhs5K73sVJafenFXsxPY5v0cYxo1lMI1hZFXFo3wKmwMB7aMIiIAIiIAIiIAIiIAIiEBTIiChU1M6mtoXEahNAipLBJoogcoedHIZjbvOMLTwYSr90KbMKMXgqxJ4/xuD/zNXgjeDeyfpI2bOdx6nft2Xwn8uUE9OZCFr2gQ6d+4MDqHFF918AVmdveWQP+wRgSKE6qzPdVq3bu17eGJvE/nUoza2zRe+FFiNHDkypxfSFEDwZTjFKax7dYzbpFDg8ssvz2mb1dlGIa/DF/AVCUEqqzeFJxS6UAxXWb76WMZzluIkDr/IelV3m6ussoq/BikmqW4Zhb4eRToUwFTEib3QsIc1GgUH/P4O94nrsbcY9pK11VZbIS6y4FBrYf5cfA6juMcee2T0vMR1eUzYMxP96hjvYQMHDgRFFTxPqlMG1+E95pJLLsEBBxzg/lcxJtWJUWBHwU5FdaXYjKIVHp+pU6ciLurh/Yz3RQqfKECMl0OxSHydOtmRWih0jTXWwC233AKKUGtSHAVG11xzDSiMqUk58XV5blE8y6HY4suiOMVKPFa0bL0qdezYERQo8/yMf29TMMVjHZWVLezSpQv43ZttWZTGHpAq6jmK50dD3Tt5rlf3/xXeF/7973+DIsloP+s91AZFoB4ILHP/CCzlxU4Av3ksNWdA3zWZ/QIzQ+K+SSgZdku1xU5syyP1CX0mxeNMk4mACIiACIiACIiACIiACIhAsyDQhHZSQqcmdDC1KyIgAiIgApUTiD/QDOP0aSyBYWh8KRrF6Yc2dWap78npva8SQCLhJpp3U75LB9OcucL326kV7pHIyZHQ1FQJ8KU0e2RgbwX3338/KBwwsxrtLl8Ojxs3DhzqiC9Rcy2MvYlwGDv2AEHhD+uW67pRvnDb+b5U3mCDDfB///d/OOWUU8C6RGVWFVKUwl6a2HMGRRhV5Q+X88Uye/vh0F184Rsuay4+X9ZTCEIO5JHLfteGKC+X7eSTh/vBYcp4LlB4kM+5wGN/+OGHg7088TzMZ7uNLa9Zspcjiip5HHOtP3lSQPPggw+Cw06RGXsEW3bZZdOKeP/99/HXX3+lpeUSYY872Xpn6datG9g7US5lVJTHzHxvVQ899BAo7Mvn/sL95v2Q5xV76DGr2f25ojqG6eR85513YuONNw6TK/V5v950001x++23g+LPZZZZBrz/x3tE4pBu2YYorLTwBlzI/eDQaxSZ5XO+ssqrrroquB6NQjWm1bZx6LjRo0f7Hgh5TeRaPnvaojDz8ccfB7+7zAy8BngcozLYQ9q7774bRbOGPJfPOussv27WDKnEyZMnp7zMoCHvndH/DBSM5cKPfHh98Dxfb731MndGKSLQBAl0otip3/auhcw2c9RWTvquOe3a0EmfTuKeiSg57VaJnZrgeaBdEgEREAEREIFCJaB6iYAIiIAINB4CEjo1nmOlmoqACIiACNSAAIVK4ephnD6NyxmGRlFTFKcf2u+zSnH8VQm897V7Sehe6MCZGX3Qhbk/MA56hv12XAr3jlRPTtCnyRBYfPHFwRf57IGBgqIxY8aAQ7pROMAXnXzZWFs7y5ef3Mazzz4L9rxy8MEHg4Kq8EUiX+DzRTCH/GFdXnzxRS+OigsX8q1TtG0OdcWX9eyhifvcvn37tKI4ZM0mm2yCU089FePHjweHkNp8881hZmn5comssMIKoFiMPC+88ELsvPPOoAiDdQnXj2+ztsRl4TYao29mXmRHMQePWb9+/cBzg+cI94cvlylcYw8xt912G3jO1oYoj2XXtvE8v/rqq/21RQEbezDidRftC7fH84ICEJ777OllwoQJXqjQpk0bLm7yZpY83jyOPJ7kQB7kEu08eZEbr6VLL70UL730EijoWH311aMsXoD0z3/+syxO58svv0RV4gzmixuHsqJoMUxnb1G8N5rlf08Iy4l83id4TvBex33i0Hy57Dd7vOG6UTn1EfI8ppiDxyjb/Tu6JtnbEffpueeeA48lxTJmSV6831MoFtaXPQTxfA/TCt3nvnI4UwrVKMSlMJPfHbyfh3Xndwy/a9grYpSX63H9MF9t+7xuKJTkMeD3D48J75fhdnkseEx5LPmdzHOQwszwnrP++uuDPRWF9WO+qoRp3BZ7RmLPUOTCbYVl0P/pp58YVGqsX0PcO7PxC48tl6+xxhrgsJKPPPKIvw9RAFfpzmihCDQxAp0ePBet99s+9T+yudDtoCWNt3wzF6G5JFDsdLrETkQhE4ECIKAqiIAIiIAIiIAIiIAIiEDBEJDQqWAOhSoiAiLQ9AhojwqFAIVKYV3COH0alzMMjaKmKE4/tGl/JkVO73yV+sVpsgAk3B8nbz4tOeuzQ0vc968OjMhEoCAI8MXhjTfeiPfff7/a9s4774Din7vvvtsLitg7SIcOHep0/yieYq8gp512mhenTJo0qaz+rM/jjz/uh3RiXbiPtVkZvuTlS3cKmbjPFEqE/ChK4ot8CqEoSjJzL2lqWAG+6KZ4gSIGiqfeeOONsv3ltutim7lWmYxZh9DIv6bCsly3n0u+6JidffbZYN14jrC+FK4888wz4FBB7DWG+cLy4vvGdSvbL4oCWG5oLCMss6Y+zwX23sMhCXndRfvCbfK8oGCCw0Vtu+224NBpNd1ePuvzWovfT6piVlH5NWHJ48jjSQ7kQS7kQyMvcuO1RLETe66J18HMQBEQ80f21ltvgT2uxPNWFTczf1+MymH42muvYbPNNqtq1byXkz/3iaKU6ux33hus5gpm5gWq2e7f0TXJnth4nofCkHBz2c4PpoV5asvnkKM8bpG9/PLLoPCotso3M1CYxiEz+d3B+3m0LYb8juF3DYdmpDCG53e+267JPvC84vcPjwnvlzxGrBeN370UrfFY8juZ383xulGw9Nhjj6V9Z1GwlYvIjmKg3Xff3ffoxW1xm6Gde+658c1VGG+oe2fILzy2vC+RA4fTDYeqY/74fZTHr8Id04ICJKAq5UOg40PnolXfbZOrsGMnegy9uRm7d/JproV99ysoOeM29exEHjIREAEREAEREAEREAEREAEREAFPoOGETn7zmolAzQjwgSEfDIc2bNgw/PDDDzUrOLZ2tu0wLZZNUREQgQIkQKFSWK0wTp/G5QxDo6gpitMP7Y8/Ezj+KuDtLwHKGMw4B+BCg/szwAXeXBL6bN8KD16onpygjwiIgAiIgAiIQPMkoL0WAREQAREQgRiBTo+cnxQ7uUazuQa0C+ACZ+bNLBXCfe5+GaVn3i6xk0OhSQREQAREQAREQAQKmoAqJwIiIAL1REBCp3oCrc3UH4F58+aBv2SeP39+/W1UWxIBEShIAhQqhRUL4/RpXM6wIgsFTvSnz05g0FWleOsL/soUvuOmaF0kEm6iuXQudvG9tm2Jh0ZJ5ETOMhEQgewElCoCIiACIiACIiACIiACzZGAFzv12SajHe0S3MS2tTOCYfv6rgkSO5GFTAREoFETUOVFQAREQAREQAREQARqh4CETrXDUaUUGIH//e9/YBf3FB8UWNVUHREQgfwIVDt3/PoP4/RpLJxhaBQz0ZjGMLTps0tTIieuyV+XIvWDU4OZuYglQ8CFwF7btsLDF0nkBH1EQAREQAREQAREQAREQAREQAREIAuBTo+NRKu9twEMvh3tWtXON/BjZjA63px310soOUs9O3kcmomACIiACIiACIiACIiACIhAMyYgoVOjPviqfEUEKFCYMGECfvzxx4qyKF0ERKAJE+A9INy9ME6fxuUMK7JQ4MQ8M+cmMOiqBN743HwvTgjmXM7ykOCvTRPe7b1NSzz6b4mcPAzNREAEREAEREAEREAEakhAq4uACIhA0yXQ6Yl/odWeW/tmNlvVbFtzb9nWTrawfSzZCr9zgsROxCETAREQAREQAREQARFoogS0WyIgArkQkNApF0rK0ygJzJkzB48//jg0hF2jPHyqtAhUmwAfhIYrh3H6NC5nGDeKm5jGMDLGZ8wpwXFjkyInM8DcH+dwH6Mx0YVwocHQu1tLPHaxRE5EIhMBERCBeiGgjYiACIiACIiACIiACDRqAp3GX+jFTmYGODMzFziD+5gzmPuDMxfe+RJKz74DUbudIdvu8ZBpocF9orhz/cS4d1KzeDyVrEAEREAERKBQCKgeIiACIiACIiACIuAISOjkIGhqugS++uorDWHXdA+v9kwEMgjEH0iGcfo0rsQwbuEDUfo05pk5pwSDxibw+md+TTDN/8KUvyVN+B+c+jQ3c5EEduu6JB4vMJETay4TAREQAREQAREQAREQAREQAREQgUIBqVwvAAAQAElEQVQm0PHJC7Hk7lv6trVve/tek12NXdvbJbpWuGuNuzT6uO1FlI64q1bETm4LaRO3nZbQiCKqqgiIgAiIgAiIgAiIgAiIgAg0BwISOjWHo9yM95EPJjiE3S+//FIRBaWLgAg0EQK83sNdCeP0aVzOMG6RqIlhZMwzc04xBl0NvPaZcVVnlvz1qPPgvNQEM3NRw25dW2L8perJCfqIgAiIgAiIgAiIgAiIQOERUI1EQAQaAYFlnv43Wu6+la+pmcG8x5k535klfReB3fY8EudUT+zEUtjuD0P6kUXLorhCERABERABERABERABERCBRkNAFW0GBCR0agYHubnvIoewe+yxx1BUVNTcUWj/RaDJEqjsASSX0bjzDONGYRPTGNLo0/78qwTHXQW8+on/rShX98YfktKiVPrMv8tWS+LJyyRy8pA0EwEREAERaIQEVGUREAEREAEREAERKAwCnZ75N1rulurZqaxKCfj2t4/TS7bKE7c8h8S54/Lu2YnteBYVD5kWWbQsiisUAREQAREQgaZBQHshAiIgAiIgAo2fgIROjf8Yag9iBNq0aRNLAb744gu8/vrrGelKEAERaPwEsj14jNIY0riXDOMWCZsYhjZ7XimOGwtM+mwxmBmMBfgZ4KIw9+c88GNutstWrfC0RE6ORBOetGsiIAIiIAIiIAIiIAIiIAIiIAL1RqDTsxej5a5b+tZ3NGP723zEfD04N3Nzip3Ou1tiJ09FsxoTUAEiIAIiIAIiIAIiIAIiIAIFT2Cxgq+hKigCeRLYYYcdsO6666atRXHD888/j59//jktXZHaIaBSRKChCPDajm87SotCLqcfNwqbmMaQRp82Z14pBo4txcRP3JqJBJjmfyuamiXjjDhzU8/Nl8Qzozu4zJpEQAREQAREQAREQAREQAREoGkT0N6JQH0S6PjcxVhy538mu26Ca5/TXDvdJ7j2uJt8m93NgJueQeL8TLGTb8O7dSoLuU9cHob0I4uWRXGFIiACIiACIiACIiACIiACItDUCRT6/knoVOhHSPXLmwB7dNpvv/3AMFyZQ9g9+eSTWLRoUZgsXwREoAkRiB4+hiH9iiwUONGf+3cpBl6VwMRP3NcjfxXq2JiZ/72oc91En+Zcl9pziyXx3BUaro40ZCIgAiIgAiIgAhACERABERABERCBWibQ6YXL0LLXP12pbIs7M+dycqGbYObm3gC76VkkLvhPWs9ObOvzmUAU0qch9aFPYzQeMk0mAiIgAiIgAiIgAlkIKEkEREAERKCBCbg3uQ1cA21eBOqAQOfOnbHrrrtmlPzJJ5/grbfeykivzwQ+NPnhhx/w4IMPYuTIkRg6dCgGDRrkbfDgwTj77LNx880344MPPsD8+fPrs2ralgg0KgK8lsIKZ4szLZuFDzjp0/6aX4qBYxN4+WMD13EzXzx9/krUR/jrUecw3uOfLfC8RE6OhiYRyJWA8omACIiACIiACIiACIiACIhA/gQ6vngZluy5mWuR+76cygpg25xtdt9+dxHv3/g0EiNzEzv5/KnSQp9J8TjTZCIgArkSUD4REAEREAEREAEREAERqFsCEjrVLV+V3kAEzAwcwm7NNddMqwEfUjz99NOYMmVKWnp9RNiT1JtvvumFTJdeeileeuklX48FCxaUbZ5ii5kzZ3qRE8VOw4YNw7hx4zBr1qyyPHKaKAHtVq0R4HVOixfINBqvsyikT5tXVOp7cnrpY4O5Fc3cPGVm5tOimYui+2ZL4oUr1ZOTQ6VJBERABERABERABERABERABEQgHwLKWy0CnSaMxpLdN3VNc3Pr0+B8Z2ykp8zM4CZYJWInPg/IZnCfKN25GROXZSQqQQREQAREQAREQAREQAREQAREoEEINAqhU4OQ0UYbPQEOXcch7Fq1apW2L3/++Scee+yxeh3Cbtq0abjiiitw11135SVaogDjjTfewAUXXIC3334beqiSdigVacYE4tdCFI9CoqFfkfHaiuzvolIcOzaBCR+a/2loIvoVaNLx151L8ss422GTFpgwpiM3IRMBERABERABERABEahlAipOBERABERABCoi0Only9Fix43dYtdKT06+ze5mrrmecAEtudhueAqJf93jh7ELnw3wWQDjUUg/MremnxinE4X0afE402QiIAIiIAIiIAIiIALVI6C1REAERKAmBCR0qgk9rVvwBNZee2307Nkzo54cwo5Dw2UsqIOEr776CpdffjkmT55c7dLZ69Odd94J9kZVUlJS7XK0ogg0RQLRg8YwpJ/N+CAzMi6fv6AUA69CUuQEg58Y+J+AOsclmJmbw3922KQlXh4rkZOHoZkIiEBDENA2RUAEREAEREAEREAERKBZE+g08UosueMmYEPdAJi5ecrMDAb3Sc0Wu+EpYNS9XuwUPgvg84C4ubVSQqkE3TJjvrKIHBEQARGoPwLakgiIgAiIgAiIgAiIQCUEJHSqBI4WNX4CZoYePXpgtdVWS9sZPqR44oknwJ6W0hbUcmTy5Mm47bbbMGfOnIySW7dujR133BFDhw7FZZddhtGjR/th7fr27YsVV1wxIz/r/NRTT2HChAn+wUtGBiWIQDMhwGsh+67yB5yZDySZnw80GYZWtLAUx14FvPBfc9cUS3TrJicXp+MM/DWoM7d4u41b4JWrOjhPkwiIgAiIgAiIgAiIgAiIgAiIgAiIQEMR6DjxSrTYbiPXYo+eA7j2e8K13WmslIu6Ja5t7yLXjkciJnaKPyNwuVxevxJdb3x+4J3YrKL0WDZFRUAEREAEREAEREAEREAEREAE6pCAhE51CLegim7GlWnXrh369euHFi1apFGYOXMmxo8fj7rqIWnevHl44IEHMkROZobu3bvjkksuwSGHHIINN9wQHTp0QPv27dG5c2fsscceGDlyJI455hhw+L2w0nyY8uSTT4K9RIXp8kWguRLgNcF9j8LIZ7wi4wPNooUlOGZsAi984H/mCTOG5kLAAJi5ecrMDNtt1AKvXq2enKCPCIiACIiACIiACIhA4RNQDUVABESgGRDo9NpYLLndRsn2O5JteDODmwAD4Bw3wfhHsdNF93kxU0XPCuLpCD5cFkTlioAIiIAIiIAIiIAIiEBhEFAtRKAZE5DQqRkf/Oa06+uvvz522mmnjF1+//338d5772Wk10bCG2+8ge+//z6tKIqtDjroIPTv3x+tWrVKWxZGzAxdu3bFqaeeimWXXTZchEWLFuG5555DUVFRWroiItAcCFT2cDFcRp9GJgxpFDjRFi4qxbFjgefeZ09OCfi/RALuiSenlCXjjHTbYAlMukYiJ7KUiYAIiEBTIKB9EAEREAEREAEREAERaBoEOr42Fkt028C359l+Z9ufzXvX0PdpPu4iDHH14yi9KDmMHePZLKQSLQ/TIp/LIl+hCIiACIhA4RJQzURABERABERABJouAQmdmu6x1Z4FBMwMu+22W70NYTd37ly89dZbQQ2S7i677AL25mRmyYQq5hxy79hjj83o2enbb78FrYrVtVgEmjSB6MFiFHJn6dNCn/HIFhUn/HB1z76fugbdtWj8dae5NZzvXPggOUO3DZfEa9c2K5GTA6FJBERABERABERABERABERABERABBoHgU5vXI0W224IuHa9mTHwPmdmBn7MpZpz7KrHUfrv+8AfQUXPCaLQLUbkM2S8iZt2TwREQAREQAREQAREQAREQAQaLQEJnRrtoVPF8yXAIez69OmTdQg79pBU9RB2uW/xhx9+wJQpU9JWWHnlldGzZ0+Y8dFK2qJKIxzOrlu3bml5iouL8c477/gHM2kLFBGBZkogfAhJn0YUDCMrLkngmLGlePpdLoks4R3/i084Pzn5h5td118Cr1/bwS/XTAREQAREQAREQAREQAREoDkR0L6KgAg0JgId37gaS3Tt4tvyrlkPNu85S7b1uSc+lQ5s7GMovfh+/0ytIsGTz5ia8ZkC3SikLxMBERABERABERABERABEWgqBLQfjZWAhE6N9cip3tUisNFGG2HbbbfNWJeiof/+978Z6dVN+PLLL/3DlXD9LbbYAm3btg2TcvLNksPYtWnTJi3/5MmTMXv27LQ0RUSgORPgQ0daxIB+ZCWlCRw9phRPvRMtBSg5ND93vrvO3Dya0LVLC7x1vXpygj4iIAIiIAIikI2A0kRABERABERABESgwAh0evtatNh6fUTNe8C1+M3PAecj/Fz5iBc7RUnRswPGIz8KmSYTAREQAREQgWZLQDsuAiIgAiIgAgVKQEKnAj0wqlbdEFhsscXQu3dvsHelcAvsIWn8+PGYPn16mFwtf8GCBRm9ObVs2RLrr79+tcrjSiuuuGJGnSlymjFjBhfLRKBZEOBDxviOZktjHqbT6JeWJnDUFcV48u3yX3AynTHmScD9+Z95uhQ3bbleC7wtkRMRyapJQKuJgAiIgAiIgAiIgAiIgAiIgAjUP4GOb1+HJbZcj505uY0n2/puzla/M5cUTIkrHkbxxfel/VCRzwiCLJW6+eSttCAtbNQEVHkREAEREAEREAEREAEREIGGISChU8Nw11YbkECHDh2w7777ZgxhN23aNDzzzDMoKSmpUe2KiooyBFNLL700ll122WqXS6HUCiuskLY+BVVz5sxJS2sEEVVRBGqFQGUPFMNl9I+6sgTj365gs2bwf8blhi3WWwLv3NCBEZkIiIAIiIAIiIAIiIAIiIAIiED1CWhNEWgQAh3fvR5LbLmu27bBzFwImP9Dxicx+iGUXHK/Fzvx+QEzRCH9yKK0KIzSFYqACIiACIiACIiACIiACIiACKBBEEjo1CDYtdGGJrDhhhuiW7duGdV499138cknn2Sk55Pw999/Y+HChWmrdOrUCUsttVRaWr6RuNCJ69dGD1QsRyYChU6gsoeJ0TKGNO4Lw8huH7YY+mzD1GyW8Im+Qyck8MHXxbj16SKfppkIiIAIiIAIiIAI1B0BlSwCIiACIiACIlAXBObf8jSK3//GFZ1Asq3vXNfe5zxudsb+WGz4QWXJfI7ASBTSr8xyzVdZGVomAiIgAiIgAiLQ1Alo/0RABERABOqCgIROdUFVZRY8gcUXXxy77757xnBwixYtAoewq8mQcBQ5cSi8EAK3p4cfIRH5IlC7BCq7vvgDztuGLYa9tk7fprmowdwcMGNoLgQGjZmL256ZD31EQAQakIA2LQIiIAIiIAIiIAIiIAIiIAJ5Eph/6zP4a9BYwAC4dr6bYO4PdBD7nNYPNvwg8HlCZLEcioqACNQHAW1DBERABERABERABERABKpBQEKnakDTKk2DwDLLLIM+ffpkDGH322+/4bnnnqvxEHZNg5L2ohAJqE6VE+ADyngOQwK3nJxA761KyxaxLyfmTbhlDN3TTU7eBl4xF3c8q56dymDJEQEREAEREAEREAEREAEREAERqHcC2mDuBIpufw5zB47xbXrXn2AtRwAAEABJREFUzAcdtvWjNj+fAUSlJU7dF4mzDoiiWUOuywVRSF8mAiIgAiIgAiIgAiIgAiIgAiJQGASamtCpMKiqFo2GwCabbIKuXbtm1Pett96q8RB2GYUqQQREoEEJLO6+8W46qRS7b1EuduKvOvnrTv/jTs4MTHJmOPaKubjzOYmdoI8IiIAIiIAIiIAIFCYB1UoEREAEREAEPIGiO57HnGOv8G1516wHUjMz77ioOYP/lAztg9IqRE4+o2YiIAIiIAIiIAIiIAKFQkD1EAEREIEMAu61b0aaEkSg2RDgkHK9e/fG8ssvn7bP0RB2f/75Z1p6LpEll1wSSyyxRFrWkpISmFlamiIiIAL1T2CJxYH/O7EYu21ektp48jedCR+4WXKC/8WmSzxm9Bzc9bzETilYCkRABBoVAVVWBERABERABERABERABJo+gfl3Po85R18O9uLEtrxr1nufM9esTwHwqSg+cS+USOSUYqJABESg6RDQnoiACIiACIiACIhA8yMgoVPzO+ba4xiBZZdd1g9hFxcncQi7Z555BqWlQe8vsXWzRVu3bg2KncJlM2fOxPz588OkvH3WJ77SCiusEE9SXASaPQGzTFGhWTLNzNBiCeCGExZhl3+WwNwfgZmZC5wlJ5jRSdoxo+di3PM1u35d4ZpEQAREQAREQAREQAREQAREQAREQARqkcD8u17A3KOvgGvEezMz78LgPgYXhcG8v2jInigORE5mTHeLKpjMksvNkmEF2ZQsAiIgAiIgAiIgAiIgAiIgAiLQAAQkdGoA6IW+yeZYv8033xxbb711xq6/+eab+OyzzzLSK0to1aoVKJ4K8/z111+YPn16mJSXP2/ePEydOjVtHQqqOnTokJamiAg0VwJmVT94NCvPs+QSwPWDF6DXZsVI8M//zDPBH3yCLn8FmnJckMBRl83Ff15Uz07N9fzSfouACIiACIiACIhAUyWg/RIBERCBxkqg6O4JmHPU5b7N7mauPe9a965B7ybnc69ScdfmX3j87lh4Zj8mwsy8+YibmSXjZuZimkRABERABERABERABESgaRLQXolAUyOwWFPbIe2PCFSHAIew23333dGpU6e01TmE3WOPPYYZM2akpVcWadmyJVZaaaW0LAsWLMDnn3+elpZPhCKnKVOmpK2y9NJLo127dmlpiohAUyVgVvEDR7PkMjMre1hplvTNykOyMSuPt2wBXDuoCL02KXbr+aWAucmbnwEuwczcHDjykjm4Z4LETtBHBERABJoPAe2pCIiACIiACIiACIhAARIo+s9LmH3EZb6tbmZAyswMBvdJzcwMC4/bHQvP2h9mVmYuR5rPOM3MGPhl3knNzJLpqWhZYJY9vSyDHBEQAREQgcZCQPUUAREQAREQARFoZAQkdGpkB0zVrTsCyy+/PPbZZ5+MhxkcMu7111/Pa8NdunTJKOfDDz/ErFmz8iqHmdmzzLvvvouionSBxWqrrYb27dszi0wEmh0Bs4ofJpqVLzOzsmvRLOmblYetlgSuPm4+dtpokWOY6tGJHn8CSkP0C1CX6KYjLp6DeyV2ciQ4yURABERABERABERABERABERABESgfgnMv+clzD78Ur9R14oHn5v5LpxcG54+01xT3i1PoOiYXbDgrH7+uYBZ+bMAs+y+W8nnZZjNzCxbcjNI0y6KgAiIgAiIgAiIgAiIgAiIQGERkNCpsI6HatPABLbaaitsueWWGbUoLi7OSKssYY011sjo1Yk9Mk2YMCH1AKaytdOXffvtt3j77bfTEs0MHG5vscV0CaeBUaRJEzDLfKBolplGCGaW9nDSLBk3Sw95DbVuZbhmUFLs5BbDXAFmbp4yM/NpyRlwxCVzcP/LC1wuTSIgAiIgAiIgAiIgAiIgAs2egACIgAjUG4Gi+1/BnMMuc9szZ/DNdDP6zlxoZnCTX7DgmF2xYHh5T05s/5txeXaD+5iZm+c2meWeN7cSlUsEREAEREAEREAEREAERKCgCahyBUVAKomCOhyqTEMT4BB2ffr0yRjCLt96tW3bFt26dctY7eWXX8ZLL72Us9jp559/xp133pnRm9Oqq66KddddN6N8JYhAcyZgZu6BppUhMDMfN6s6bNPKcNXAv7HDBgvd9QlnCc68xX8RyvihF/2JB15O72WtbMNyREAEREAEREAEygjIEQEREAEREAEREIHaIFB0/0T8OeDiZHudXTax2e4KZhvdJZa33136/CN7oWh4sienXAROrhj//CAKzcqfIzBNJgIiIAIiIAIiUDUB5RABERABERCB+iQgoVN90ta2GgUBDmG3xx57lD3gqG6lt9tuO6y55pppq5eWluLhhx/G/fffnyFeCjPyIQ2Hqxs7diymT58eLkKLFi1AMVa7du3S0hURgeZKwCz5ADLaf7PyuFnSNysPo4ec8XDppQxXHTcfO2y4KHn9u3VYpplbl443+jTg0Ivm4MFXinyqZiJQTQJaTQREQAREQAREQAREQAREQAREoAoCRQ+86kVObI27JnoytwFugpmbe3NxFy44qhcWnJ3sySne7o/iZubXM8sMEfuYmU8xS4Y+opkI5E9Aa4iACIiACIiACIiACIiACNQiAQmdahGmimo6BNgb0yabbFKjHWrTpg0OOuggxAVJFDFNnDgRp59+Othb0+eff44///wTs2fPxuTJk/Hss89i5MiRuO222zBv3ry0OpgZ9t57b2y88cZp6U0zor0SgcoJmGU+ZDQz/7CSa5olfbPMkA83s9nSSwFjB87Ddl0W+l+Dshxeswk63hL83ag3lwGHjJqNh19d4JdoJgIiIAIiIAIiIAIiIAIiIAIiUB0CWkcEKiZQ9NAk/Hnwv12GsD3uom5iW51t9mSPTsD8w3tg/vB+yNbeZ5qZlS0zS39WAPcxK09zUU0iIAIiIAIiIAIiIAIiIAIiIAK1SqD2CpPQqfZYqqQmRIC9Ju27777o0KFDjfaqc+fOOOaYYzLETix00aJFeOutt3DNNdfgrLPOwplnnolLLrkEjz/+OKZOncosaWZm2GWXXbDzzjuXCTnSMigiAs2AgJll3UszS7suzJJxs/KQDzUjM0umM25mZQ86GW/X2jB24N/YboNiuELd5PLCfcwZDC473NxFzBkw4F9/4lGJnTwLzURABERABERABOqAgIoUAREQAREQgWZKoOiR1/DnQRfBNcIBN2Mr3FxIH+5jNN9INxQd3gNFI/ZPa9+zjU8zs7J0M4NZdkPwMUvmCZLKXDMr8+WIgAiIgAiIgAiIQK0RUEEiIAIiIAI5E5DQKWdUytjcCKy00krYc889/cOPmuz7+uuvj2HDhmHllVeudjEtW7bE4Ycfjv322w+LL754tcvRiiLQ1AiYZT5cNDN/3ZqZ310z8w80zawsnQ86K7P2bQxXHvMXuq23EPx1KH8lmuzGKZGKM8VZcsJBI2fh0Ukaxg76iEADENAmRUAEREAEREAEREAEREAEmh4BipxmHTAqaoq7HXTtcRdLJFxD3IWpybfR5x+yI4rOOcC3/cO2vpmVpZmVPxMwq9pH8DGzICZXBESgoQhouyIgAiIgAiIgAiIgAiIQEZDQKSKhUASyEOjatSs22GCDLEvyS6JoasSIETj44IPRtm3bnFdmz1I9evTAqFGjsO2223qRBvQRgdwJNMmcZhU/YDRLX2Zm/roxSw/DB58V+R2WTvbs1G39RbAykuZ8GhMMLsIJZob+I2fj8dckdoI+IiACIiACIiACIiACIiACIiAC9U2gSW2v6LHXQZGTmcHK9syc78yY4GbJCUWH7ISicw8sEzRV1MaPp5sZzJLmS3Q+w8jMzLtmydBH3MwsPe6SNImACIiACIiACIiACIiACIiACNQzgWYsdKpn0tpcoyTQqlUrcAi7du3a1bj+FC11794dl112mR+qrlevXqAAir01RYXzoctyyy3nRU1DhgzBFVdcgf79+6N9+/ZRFoUiIAIxAmbJh4xm5aGZlT2wNCv3eY3RzDLTmB63DksDYwbOw9brLSrbauq3oy5OD/wRqf8FqUvAgef/ifGvL6ArEwEREAEREAEREAERKBgCqogIiIAIiEBjIVD0+JuY1e/CZHUT7MUp6bL1zVY4jT5TiwbsiKLzDvS9n0ftefaEHvnZQrPk8wAuM0v6Zsbiyp4j+IhmIiACIiACIiACIiACjZCAqiwCItBcCEjo1FyOdBPdz1133RU33XRTmjGtNnd3tdVWw+WXX562DW6zutvhA5c111wTBx54IEaOHIlrrrmmrOwbb7wRF110EY444ghsuummoNCqNvdFZYlAUyFglnwIGe2PWTJulgyZbmZlDynN0n0+0MxmvD6j9MjvuLR5sVPXlNjJFQVXmtuEOYPznTER7uPCA87/E0++IbGTo6FJBESgsRBQPUVABERABERABERABESgAAgUjX8Ls/r9C3BtazPX5nbm5i4O9zFYMF8wYEfMPy9d5BS158PQzGBWblxmVh43S/fdJnz+MKRPMzMGMhEQARFovARUcxEQAREQAREQARFoIgQkdGoiB1K7IQIiIALNnYBZ8oGjmZU9lCQTs2TcLBlGDzUZVmUUOzFPp7aGMcfOQ9d1F/nemxLJfpz8j0j5a9IEf2XqzC10UwL9zp2Fp97UMHbkLxMBERABERABERABERABERABERCBqghQ5DSz70jfpnYzN7mWt2tnJ7hiauZSfPqC/ttnFTlFbXi24ysys+SzAbP0kJuhmRmDtOcKTDBLptOXiYAIiIAIiIAIiIAIiIAIiIAINCwBCZ0aln9j37rqLwIiIAINRsCs8oeMZpb2YNIsGTcz8IGnWTJOP7T4g9Eovkw7w5Ve7FQCAz9unpxgZt7czE3Gheh37p945i317ORhaCYCIiACIlBGYNy4cdhyyy3TbNKkSWXL5YiACFSPwN9//43BgwenXVu81mr7+vryyy/Rs2fPtO0wzvTKal7o9WPdyYrMQiNT1h0As2Q1Lme+cL18/a5du6J3797YZ599cMYZZ4D3yh9++AGlpaVZt1kbiaz3hAkTMHz4cOy1117Yeuuty44rfaaxLk888QRmz55dG5tUGSIgAhUQWPD0O5i570jXngbM/cG1seE+Zj7mPE70DQsP3h7zLzjIt+sra8uHy+ibufWzGEummRkDmQiIgAiIgAiIgAiIgAg0dwLafxFoFAQkdGoUh0mVFAEREAERyIWAWfLBpFl5aGbuGWmm8UEnzcxyfkC6bHvDFcf+hS3WKYbvzik1Z49OznVJCfAv6QP7jpiJZ9+W2Mnz0EwEREAEmjQB7VxzIMDv+/feew8333xzc9jdWtnHBQsWeMHKu+++WyvlqZCmS4CCpmnTpuHXX3/FK6+8gmuuuQYHHHAAevXqhdtuuw3z5s2rtZ1nWVdccQV22WUXL3Ki2Gnq1KkoKSkp2wZ9prEuo0aNwq677oozzzwTP/74Y1keOa1aqnAAABAASURBVCIgArVDoOjpdzGjz/muPe3KSzDgzBmjUY9OzueSogO3xfwL+vs2fPSjJLbrqzIz8+uYJZ8NML+ZgR8z888MIj8M6ctEQAREQAREIJ2AYiIgAiIgAiIgAoVAQEKnQjgKqoMIiIAIiEC1CJhZxnpmyTSz8tDM/INLs8wwesBpZv7BJ+NxCx+gLtfeMGbg3ymxE2AAzDgHnAPjnwEucGbYd8QsPPdOMxc7QR8REAEREAERaNwEfv/9d5x11lk44YQT8NtvvzXunamH2keisEMOOcQLVoqKNKRvPWBvkpuYO3cubrzxRvTt2xfPP/98jXt4olhx//33x/333w8K8ZDjh8Knl19+GQMGDPDrUpiV46rKJgIiUAmBomffw8w+57nms8E3qw0u9DMfmhkM7uNmCw/cDkX/Oti328M2Otvv8TjTaGYGM/PrmCV9M0P0MTO/nHEzY1AW95HUzCy5LBVVUBkBLRMBERABERABERABERABERCBeiAgoVM9QNYmRKAyAlomAiJQMwJmmQ8czZJpZuWhmfkHlmblYfTgkyHNzPwDUPpxCx+cLtceuPLYv7H5WsXg70z5Mg8J5zmj74JUNOHCBPYZPhMvvCuxE/QRAREQAREQgUZGgEIIDqHFnmUocpC4oeoDGIrCJk+eXPUKyiECORCYNWsWzjvvPFx22WV5CZTConkNn3LKKfjjjz/C5Lx83hPGjBmD0aNHo7iYvbzmtTqUWwREoJzAgufex8y9znVtZjhj25khLWxbu3S3yoL9u2F+niKnsE1vVv4cwCzdd8X7ZwVhSD8yM4tchSIgAiIgAiIgAiIgAiIgAiKQEwFlqnsCEjrVPWNtQQREQAREoI4JmFX84NEsuczM/MNLs/SQDz/NrEzgZJb0Q2ET89DCtOU7AFcOTIqdzAyucG9m9L0Lc39gHIY+Z83Ci+9J7AR9REAEREAERCA7gYJM/f7773HnnXfi77//Lsj6FWKl2OsOBSUShRXi0anfOm244YbYb7/9crIePXpglVVWQfv27SusJM+pRx55BFdeeWXeIqPPP/8cl156aVaRVNu2bdGvXz/ccMMNeO6557zdddddOOKII7D88stn1If1ePTRR3Hvvfd6cUZGBiWIgAhUSWDBCx9gxp7nunyu1Ww+gGs2g81nM5dAA1zcsHD/bii6cIBvs4dt8ngbnfHIzMyva1Z5CPcxMzeHz4/Yxyy5LJasqAiIgAiIgAiIQM0IaG0REAEREAERqDGBxWpcggoQAREQAREQgQIgYJb+ANKsPG6W7puZf4hplgz5MNTM/IPT0I8/ROWyMG2FjsAVA//GZmulfs2d4K9N+etTwHf15IJkmEzf+8yZmPC+xE7EIsuXgPKLgAiIgAiIgAiIQOMi0KtXL4wYMSInu/zyy/HEE0/gpZdewsSJE3HBBRdg1VVXzbrDFBldc801YE+qWTPEEv/66y8/hOLMmTPTlvB/e/bW9tRTT+Hss89G165dseyyy3qjSOukk07CY489BoYtW7ZMW5dip9tuuw0fffRRWroiIiACVRMoeuEDTN/jHNdUTiQzpwKXkGxHu3a1u8D9sgX7bY2iUfmJnHht08zMt/HNku1+s/QQ7mNmbg7/fACxj1lyWSxZURGoBwLahAiIgAiIgAiIgAiIgAiIQFUEJHSqipCWi4AIFD4B1VAEUgTM0h9EmpXHzazs4aVZ0jcrD8MHoZFvZgiFTUynhWkrdgSuOGYeNl2jGG4DcCXCreZ8AOYmZ24OM+9grzNn4iWJnaCPCIiACIiACIiACIiACGQjsPTSS2PvvffGAw88gEMOOcQLFeL52LPTK6+8Ek/OGn/zzTfx4Ycfpi3j//RDhgzBGWecgTZt2qQtCyMUOLFnp1GjRoF+uGzevHn4z3/+k7WXqDCf/FomoOIaNYGiCf/FjD3OAVvH5udud1xbmb4L4JPoOFu43zYouih5Dwjb4Lx+43Gm0cxcSSmLx82Sy5D6mFnKywzMKl6WmVspIiACIiACIiACIiACIiACIiACtU6gigIldKoCkBaLgAiIgAg0LgJm6Q8kzcrjZgYz8ztkZt43Kw+jB6EMQ8v2EDVMW2kZwxXHzsMmnReBvyyPfoCa9Pnz1EQynVt20T1Pn4FX/ruQMZkIiIAIiIAIiIAI1BoBFSQCTYkAhUWnnHIKTjzxxAyx04IFC3Drrbci3ktTfP+Zjz02sQemcNkOO+yAgw8+OKPcME/oc2i9QYMGZeSngIpDXIZ55YuACGQnsOCljzBjtxG+1ybXLPZtZEaidnPYjl7YtyuK/p2fyClqw5uZv1bNytv6Zpk+Uh8zS3nJwCw9nkzVXAREQAREQAREQAQKi4BqIwIiIALNnYCETs39DND+i4AIiEATJGCW/mDSrDxuZl7gxN02S/pm5SEfjpqZfzAa+WZWZc9OKy9ruPK4+diYPTsBbhvOYG7mDHCeOUPy48rrfdoMTPxQw9glgWguAvVCQBsRAREQAREQARFoZATMDAMGDEDfvn0zav7NN9+AIqaMBUECRUifffZZkALfg9Ohhx6a0UNTWqZYxMyw3377YaONNkpbMmfOHHz55ZdpaYqIgAhkEljwyseYvutwt8DAhrGbw8zPXQgg6YJJi/pujaKLD/Vt8vAHRmyfx+NMo5mZWzdp8bhZMh2pj5mlPPh1EHzMypcFyXJFQAQaHwHVWAREQAREQAREQAREoIkTkNCpiR9g7Z4IiIAI5Eag6eUyS39AaVYeN7OyB5pmSd+sPIwejDIMLdtD1TBt5WWAKwfOx0arF/OHqQ5qIhUySMDFXBqnpL/7sBl4VWInApGJgAiIgAiIgAiIgAiIQFYCSyyxBE444QRsvPHGGcuffvrpSnt1ogiJYqRwxQ022ADrrbdemJSTzyH1tt9++4y8FFNlJCpBBAqaQP1WjiKnP3Y+K9UeTraKOU+2ip3nJl8jFy7ssxWKLslf5MR2u5l5cZRZedveLOnDfczKfRcteyZAn2ZmDGQiIAIiIAIiIAIiIAIiIAIiIAKNgICETrkcJOURAREQARFolATM0h9UmpXHzazswaZZ0jcrD8MHpZFvZv7BKeOhhWKnVZaF79lpQ4qdXH43AUiVi+jj4s7lfPdhM/HaxxrGzuHQJAIiIAIiIAIiIAINT0A1KEgC7du3x2GHHYYWLVqk1e+HH35AvMemMEM2ERIFU61btw6z5eyvvfbaGXn/+uuvjDQliIAIJAksnPQp/th5OMzY+jWXSAM4t9ScAf1FFDldephvc4dtbLa943Gm0czM5zcrD81caYHBfcySac71k5n5MJqZpcejdIUiIAIiIAIiIAIiIAJNmIB2TQREoFETkNCpUR8+VV4EREAERKAqAmbpDyzNyuNmBjPzRZiZ983Kw/DBKX0aH7BGxnhkTIv8VZcDrhg4H11WW4REIuHKT/iQnou4ycXhLLVs15On43WJnRwXTSIATJ8+HX379sWWW25ZZuPGjStD8+OPP+LCCy9Er169/PKtt97aD2lz00034ffffy/LV5lTWlrqX4peeeWVOPDAA7Hjjjv6srhNlsft/+tf/8Lbb7+N4uLiyorKeRnrds899+Doo4/GrrvuWrY9bpP7wnqwPp9++mmtbZOVmz17Np544gnfE0bv3r3RtWvXsm1zu6wP68X6MX9VluvyhQsX4s0338TFF1/sGXNb3NfIyHmvvfby9eL2f/vtN3+fzLV85hs5cmTZvrDcwYMH4++//+YizJs3Dzxv9t1337J95v7zuH788cfgOeAzVjJjHr5Av+GGG/zL9fo4T6Lq8HjwnD7kkEOw3Xbble0nOdbVMYu2nW/Ia4TXCtlyWKewvvSZxmU8H3he5Ft+tntCeKzzKS9+zvTs2TPrkFNhPgor4r3BcKgsnnOh8XwL68JzkfWsLA/3rbLjzGuX13BYbi4+e7DhvoXb5j7lsm6YJ9s+8P7Ieof5GGd6tL1rrrkmXOz9YcOGlZ3HzMf6sZ5+oWYikCMBfod16dIlLTfv1RMnTqzwO4TnWv/+/dGjRw+sssoqfti6zTbbLK2MmkbY41RNy9D6ItAUCSyY9Cmm9TjT7VrCX6Nu7n03c61h+DQ3dyGwYK8tUHTZYV60FLat2caOx5lGMzOf36w8NCtvz5sZ+DEz39anTzMzBmVmlh4vWyBHBERABJo5Ae2+CIiACIiACIiACBQyAQmdCvnoqG4iIAIiIAK1QsAs/cGlWXnczMoeepolfbPyMHyAGvlm5h+oMh4Ywgewqy0PXHlcETZYvRSAK88bUp9U3JUDl85p11Om441P1LMT9BGBCghQNPjkk096UdP48eMRvfwvKSnBN998g1tuuQV9+vTBo48+WkEJ8OKW559/HhTYHHnkkbjvvvvAnh74Mj9aieX98ssv4LZOPPFE7LLLLrj77ruxYMGCKEteIcs/5phjsPfee2Ps2LH45JNPMobY4b4wH+tz1FFHYY899sCDDz5Y7W2yghTKjBgxwouqRo0ahXfeeQfTpk3zDLicxu2yPqwX68d6sh5cVl3jdrm9Hu6F8tChQ/3xYJncVlgmOU+dOtXXi9vv27cvjj32WHzxxRdhtmr5FCdRnEKxxc8//1y2z9x/Hlfu5/Dhw1FUVJS1fL40f/HFF0GBzgEHHIDbb7/di2EqO0+iY0bRT9ZCc0wkvzPPPNOfLzynv/7667TzgByjY8bzncd4xowZOZZeu9koJrvtttv8NcJrhWx/+umntPryumEal/F82HnnncHjwnVrtzaNqzRyIYc999zT37sqOs68liiMvPzyy714r3HtpWorArVPgEPHde/ePaNgiuZ4f8xY4BI233xznH766eB1RPHgq6++im233dYtqd40efLkjBXXXHPNjDQliEBzJ7Dg9c/wB0VORhLmmry0pB/Nzcy5hkV7bYEFow/3beywTc22djzONJqZ+fxm5aGZwazc4D5mybhz/WRmPoxmZunxKD2HUFlEQAREQAREQAREQAREQAREQAQakICETg0Iv3ltWnsrAiIgAg1LwCz9AaZZedzM/ANR1tAs6ZuVh+GDVPo0M/MPVumHFj6I/cfywOXH/o0uqxUj+etVpD7JWDR3Czlh56HT8ean1RNTpApWIAJNlsArr7yCSy+9NE1EEd/ZFVZYAdtss0082ccpBjnppJNwzjnneMGPT8xhNnfuXFx99dU4/PDDQQFNDqv4LBRmUaxEwU2uPQj5Fd1s1qxZGD16NAYNGgT2dOSScp643aeffhoU6LzwwgugoCiXlSnuYT0PPvhgULySr2CH6z/wwAN+u3yRTCFHLtuN8nB9bp9CL/bwxP2IluUTTpkyBWeddRYorqloPd6zKbhp1apVRhbyJvezzz4bFLxlZKggITpmJ598MniuVZCt0uT33nsPRx55JF5++eUycVZlK/DY8hizhycKZSrLW9vL/vvf/3rR4Y033gheI7mWT7EYez5RZDobAAAQAElEQVTaf//9wf3Ndb2mlI+9Q51xxhm+xzEew6r2jXl4bZEZRW5V5ddyESgMAnVXi0022QRLLbVU2gYonOX9Oy2xDiK8h7311ltpJbMuG2ywQVqaIiLQ3AkseONzTNvpDN/GjWZs+yZ7OC6fM23RnltgweVH+LZ12Jbm/2vxONNoZubzm5WHZuXtdzMDP2ZW1s6P4gwjM7PIVSgCIiACIiACIiACIiACIlAtAlpJBBqOgIRODcdeWxYBERABEahnAmbpDzLNyuNmVvYQ1Czpm5WH4QNV+rna6isAVxxXhC6rlST31hgYzAWWmjMwxt1s56Ez8Pbn6tnJ4dAkAmUEPvvssypFTsy8/fbbY6WVVqKbZhQoDRw40PcelLYgj8h3332HIUOG5NzjEIVZFEjlK/gJq8T9PuWUU0DxTphekU9x0i233IJ//etfZUO4VZS3onSKKjiU1hVXXJHzEHoUJf3nP/8Bh97jS+CKys4lndvnUHHkl0v+MM9ff/2Fiy66yPfSFabH/TXWWMMPoRVPp1iIQ419+OGH8UU5x9lz1vnnnw/WpcKVsiygYOm0007DH3/8kWVp5Um//vorzjvvvJzPk8pLq3wpjzV7Z6JokNutPHfFS7mfPLdZFsusOGfDLGnfvr0f4orDXC2//PL+ZWpYk9atW5ctZx5amzZtwixZfYqczj77bD+sY5iB/1NwOyyH2w6XRT6ZsVead999N0oqmDCsf0X70KlTpzRmvFe3aNGiYPZBFWk8BFZddVUss8wyaRWm4JJip7TEWo7wXvXwww/jgw8+SCt5nXXWwdprr52WpogINGcCC9/60ouczAxuAgzuYzBzBgNcCPdxHop7b4Giy9WTk8OhSQREQAREoKkS0H6JgAiIgAiIgAjUGYHF6qxkFSwCIiACIiACBUjAjI9UyytmVh43M/fc1fxCM/O+WXnIF3lm5l940q/I4r88XX2FBC4fOB/rrloC/4vWBH+76syFPiHh5t78DD1P+APvNFOxE/QRgSwE2MPNzJkz/RIKDPr37w/2cPLcc8+BohgOMbbccsth991399etz5iaUSRUUQ8/bdu2Rb9+/fxQWs888wxYHss94YQT0Llz51QJ5QGFBiNHjqxSUMLh0saMGZPR+1S0PQ6fQ4EHt0ejsGjAgAHg8vKtJT0O+8Yh7fiCNZmSfc7l9957L2699daM3oB4r2JvE+TA/eM2ub+sI4fFatmyZVqh7F2JQwCyPJabtjBL5LXXXgP3geuFi1kuhwciM5bH7dJYBwpzttlmGz/kZ7gOfYrDKJzKVyzEoYs+/fRTFuHv0926dfPHNtomjytfkPfq1QsUXfiMqRnPE9Ypm3iH+0FO7FEsOm533XUXjjjiCHTs2DFVQnlAsROHJaPwrDy1co91DEViFL2wfG6Hy6LjxaEU+R0TLy3X8yS+Xr5xCtDIgccovm5UZ54LrDONPveDy+L5WQbLYpnxZQ0dP/XUU8GeyWgU8HG4rLBOPXv2LFvOPDTeS8I82fzHHnssTXDJ84fn3cSJE8FjzHJeeuklsFc29uAUP9a8D1544YXgPSZb+Q2Vxuvp5ptvLmPCYx6vy7nnnlu2nPvJntskDolTUjwXAvw/gEK5eN58euGLr5tLnPcq3tPC7zqK9Q499FDE7xG5lKc8ItAUCSx460v8vv0w37jl/5BRc9clwMfZGGaia/Yu3H0zFF2hnpya4nmQzz4prwiIgAiIgAiIgAiIgAiIgAhUl4CETtUlp/VEoP4JaIsiIAK1RMDM0koyK4+bWZlQwizpm5WHFAyYmX+JTr8i48vJcFnnFdmzU0rs5NZ3Jaa2YwAnb34GfnqeOB3vfrGQrkwERCBFgC/Tr7vuOrBXk7XWWgvLLrssunbtihEjRoAClI022iiVMxlQSMGeiSgCSaYk57w+DzroIDz11FNg7yoU41CIwfJYLodP47BzXJdChORayTnLuvjiiyvtMenZZ59FvGcJimv4cp/b69Gjh+95itujbbHFFhg2bJgXATBfckvlc4ogKMQpT8n02MtL/AUsc1Gwdf3114OCGQ5nx/3jNrm/O+64I7gvZEchD+9ZXIfGF7ksjyImxiuy2bNn44477sgQdfFYPPTQQ15otNdee+Ef//iHP17cNuuwzz77gMdy/Pjx2HrrrTOKp2jpiy++yEjPJYH7wd632KMWj220TR5XCq441FtYDnuR4nB9PLZhOsshF/IhJw53x5frLG/DDTcEezV6/PHH0bt373A171OoEu/1wy+oYkZRFculIIYht8PtRcfrkksuAUVg5BkviseKYrx4em3FKa6hOI7XVVhmvM48n1lnGn3uR7Q/zBuuy7Io/IuzD/M0JZ/XS7Q/vEbuuusu8FqgcCNKZ8hhOIcPH45rr702Q5THewuHDMxHSMcyZSLQVAhwqDiKm+P7U1f3EYozJkyYgJEjR2Z81+29997gd2m8LrUUVzEi0KgILHjnK0zb4TTAtXXhPgxc6xZIzcw5Bn4Mi3bfDAvGHOXb1Py/nP9zRRaPR+lm5vOblYdmBrNyg/uYJePO9ZOZ+TCamaXHo3SFIiACIiACIiACIiACIiACItBABLTZahKQ0Kma4LSaCIiACIhA4yZglv6A06w8bmb+gSn30Czpm5WHfNhqZv5BK/2KLP6Qdo0V4Xt2WmflYv6W1VkC/HWrcziBP271DlNdpPuQP/D+l4tcTJMIiAB7TaDAaZNNNskKY4kllvDXZLjwjTfeyBgiikIL9izCsiobaorXdffu3cFeSuKiEvbYQ/FRuK3Inz9/Pj7++OMo6kMKe9ibUrt27Xy8ohmXs3cXikPCPL/99ltGmeFy9gR05513ZryAZTkUK2211VZl97RwvcingIy9xBx77LFpDClCoYgpFGdE60QhWXz++edR1IdrrrkmKMhZeeWVfbyyGQUdFBFtvPHGadkWLVqEr776Ki0t1wiFVexhg8cwvg7TeK6E6az/iy++GCZ5DuRBLuSTtjCI8BziUHUURAXJ/lhQIEURVZhemc9zc9SoUb6nKPoV5eUwSTxPuO0wDwUwkydPDpNqzed+UJTDbYSF8py97LLLqqwz94e9/DAv1wnLoDiLvYdxG2F65X7jXtqlSxeMHj0aVV0jFHKOHTs2Q+z06quvZgyf1biJqPYikDsBM/P3aMQ+FOhSlBRLrlGU5VG0e8EFF2QInCnSHTp0KOLfKTXaoFYWgUZKYOF7X+P37YaB14yb+b1wzdlk05ZNXuclvAGLdt0EC8Ye5a/jeHs5Huf/bTQz8/nNykOz8va5mYEfM0v7n9fMmFxmZunxsgVyREAEREAEREAECpiAqiYCIiACIiAC2QlI6JSdi1JFQAREQASaAQGz9AedZuVxMyt7SGqW9M3Kw/CBK/2KLP6wds2VgNED52OdVUrhSnOUDc7hBFe89+mYGQPsNGQaPvhKPTtBn9wJNNGcFAawd55cd4/iH76cpGAmXGfgwIGgEMbMwuQK/TXWWAMUKVGoEWXiy9SHH34Y2YZWmzdvHuLDn7HulYllonIZcvgbCkIo7GI8ssp6B3r77bfx0UcfRVl9SHEWX8wus8wyPl7VjC9qud0ddtghLStFQBQzpSWmIhSmTJo0KW2oPN4LjzzySN9jVSpblUH79u3BXjHiGavTOwfFP3379s35xTNfyHGINR63cPvsvYk9P5FLmJ7NZx6KouI9jLz//vv46aefsq2SNY3nJnv7yrowlkjBX/xY8Vz/9ttvYzlrJ0oBFY91WBqPNQWD22+/fZhcqc+87Kkofn6zbG6j0pWbyEIKvXhPYS9duewSh53k0JZhXooQ8xXShevLF4HGToD33fg+UDRJsXE8vbpx9pp2yy23gL078poLy6GQmEJYfmeH6fJFoDkSWPj+N5ja7VTwP2szN/cGmJkzAAb3MZgZinfdFAuuOtqLluLt5Hic/2fQzMznNysPzZLlmSVDuI9Zue+ifnsMIzOzyFUoAk2LgPZGBERABERABERABERABJopAQmdmumB126LQHMloP0WgTgBs/QHnmblcTMre0BqlvTNMkM+gK3M4g9t117FcNkx87DWyiWuOgmAkzfOmJQAX77zV7BctuPx0/DfryV2cmQ0NWMCW265JfJ5oUjBR3zoM/as1KdPn7LrOlecfKG50047pWX/3//+B24jLbGCyO+//57RE0QFWX3y2muvjVVWWcUP98aegiiA2WOPPUBhkc8QzJj28ssvgyKXIBn9+/evsreYMD99irnYExLFQozTKOpi+dwO46HNmDEDFEKFaaw3j1WYlovPXqA4HFEueSvLQ2Eah+urLE+4jC/G33rrrTAJ3H/yy/YiPS1jEOF24yKl6dOn59wrFXv24bE2s6DUil1+r2y33XYZGdj7V0ZiLSSwd7SZM2emlbTNNtsg21CLaZmyRHgtxUWLLPull17KkrvpJe2+++7gkIS57pmZgecGz5FwnU8++QS8t4Rp8kWguRCIXw+1vd8UOVHgdOutt6aJebkd/k/AnghzFRJzHVnDEdCW65bAwg/+h6nbnBJrzybbtGF7lhkW7bxJtUVOUVvbzPz/8WblIffQLBmnTzMzBmVmlh4vWyBHBERABERABERABERABERABESg0RIIhU6NdidUcREQAREQARGoCQGz9AefZuVxM/MPU1m+WdI3S4Z84GpW7jNekfGldLhsnVXN9+y01kqlgLnJG2dwH4OZM+fBkrMdj/8DH/1Pw9iRhqz5EeC1s9lmm+W14+zhKN5LDwUWufasFG6Mgpd47znsNeLNN98Ms3m/devWiPfUwt6YHnzwwYyXpX6FLDOuzx6jHn30UfBl6qBBg8AXq7yPxLNnExtxOLhsIpj4utniFINRtBMu+/TTTxEfsozLW7VqhcGDB3tRFXsYYr3/+c9/It6zEfNWZRRZxXv5qWqdbMspEmOPOdmWZUtjL0Lxfdt0002x3nrrZcteYZqZgb0VLbvssiCL/v37+2PHYQMrXClYwF57eNyCpCrdlVZaCXFxWLZexqosqIoMCxcuxIcffpiWi9cke0bjcUtbkEOE6+yzzz6+d4YwO7fBntjCtKbm83hRtGRmee0aj3VcQMjzludvXgWlZ1ZMBBotgXx6y8t3Jyly4tCS/B6m2Ddcf5dddsGVV14JiZxCKvKbK4GFH36XFDmxweq+1vjVZhY5gHfhPi6peJdNseDq6vfkZGauvExzpZel06eZGYMyM0uPly2QIwIiIAIiIAIiIALNh4D2VAREQASaJAEJnZrkYdVOiYAIiIAI5EvALP0BqFl53Mz8A1SWaZb0zZIhX/aalfuMV2QUKYTL1lkFuGzgfKy5Yik7boLvwYkbcTH/C1j6ieSMy3Y4bho+ltiJQGTNjACFKxSQ5Lrb2YQZFNHEhQIVl5e5hAKgDh06pC1gr07cVphIodO6664bJnmB03XXXYcjjzwSEyZMyDrkXdoKlxTYSgAAEABJREFUeUQodKDgIVyF26+O2IhlkDXFQvQjY2878eH4uIx5Kdrg8GW33347nnnmGZx//vll90vmqW9jz1D5bJO9csV7w6KojmKcfMphXvZSxGHwyIJMyCbX85ZCJ35HsJxcjXXkeZ1r/urmo3jqxx9/TFud51c+vRKlrewi66+/PlZccUXnlU8ULsyaNas8oQl6q666Kjp37pz3npkZ4qI5CjC++uqrvMvSCiLQVAnwf2wzq/HuPfHEE3j88cfTymHZ/fr1w8iRI/PqXTKtEEVEoAkRWPjRd5i69clINmBdgzU5uahzXFvWT851Exb13KjaIideezQz8/9fmpWHxGmWjNOnmRmDMjNLj5ctkCMCIiACaQQUEQEREAEREAEREAERaIwEJHRqjEetGdeZw6GsvvrqaAhjzxCjRo1CRcblDVGvaJvN+LTQrtc3gSa8PbP0B6Fm5XEz8w9XuftmSd8sGYYPX+lXZnyRHS5fd1Xg0mP/RucVSlz5LN1ZqlwXAAb3MdCn2GnH46fhk2/Vs5ODoqkZEeCQdfn0xMReYeLin1atWvmh3zicWHWMuCliYhgZt8FtRfEo3HPPPUERUBSPQg6lN3z4cHTv3h0cQo+9Qrz77ruIi6Wi/LmEv/zyS8awddzXOXPmoDr7yXXiPVVQCMTt5FKffPLMnTsX3P9LLrkEJ598MljnfNbPlpdCkmzpFaV98803GYviQq+MDHWQUB3xSx1UI2uRHB7tzz//TFvG/8k7duyYlpZPpG3btlhttdXSVuG1NHv27LS0phbh/+3c9+rsF3t1Yo9Q4boUOlIYHabJF4HmSoACzPg1ki+L77//HvHh6vh/+3777YczzjgDFJjmW6byi0CjJxDbgYUff4+pW58ClFLG5NqpMKQmmDkfzlxoZijuuREWXnus78Ux3g6Ox3mt0czM5zczmGU3uI9Zcplz/WRmPoxmZunxKF2hCIiACIiACIiACIiACIiACIhA0yAgoVMtH0cVV7cE+Kv4hrKff/4Z/HVnRcblDVU3bpcvgeuWvkoXgeZBwCz9gahZedzM/MNWkjBL+mbJMHooa2b+wSzjFVn8oe76/zBcdux8rL58CUA1kzO+uHSBi8N9Ei7ZGRIoKUlgh+N+x6ffLnTpmkRABLIR4LAzHFouXEZRzUknnYTdd9+9WjZgwAD89ttvYZHgNrittEQXYW81Rx55pL8XuGjWiWXdd999GDJkiB/y7MADD8Qdd9wB9mrD6z/rSlkS2dtOPPnFF1+s1j5GbG677bZ4kdXuhYrilSlTpmDSpEkYN24c2BvGAQccAA6t16NHD7//jzzyCNhrVMZG6ziBArO4sIYCNb4sr+NNN6riee3wXA8rzd6YaiIo4LpxztwOhXbhdpqaz//Z+T9AdfaLAot4D15//PGHvw9VpzytUzsEVEr9E+D9iOd+fMtLLLFEPCmvOL972ZNTvOy99toL7KWvpuXnVRllFoECJUCR05StT0aipMS1TBNlbVQXcb5rurIBm7JF3TfAwuuqJ3KK2tFmyba2WXlINGbJOH2amTEoM7P0eNkCOSIgAiIgAiIgAiIgAiJQTQJaTQREoPAISOhUeMdENRIBERABEWhgAmbpD0bNyuNmVidipy6rGziM3eor8Jex8NswuE/ZzMA/uHlJKbDT4D/w+ffq2Qn6NAsC7Mkk3ptSZTvOl5S10TtQZdvgMm6D26IfmpmBwqjDDjsMuYgaOAQVe5G4/vrrwV4jdtttN4wZMwYUUaOKD9erIkutLM51O+z9h4KmQw45xIuZdtxxR+y9994YNmwYrrnmGjz11FP44YcfsGDBglqpV1hIviIlitSKiorCIuRnIUBG7NUrXMQXkGYWJsnPgcDyyy+fQ67sWdjTmn7YkJ2NUpsXAX5/ZBPH/uMf/6gRCApf33vvvbQyKOo86qijIJFTGhZFmimBRZ9NxtRupwLFrjHq2qRGM8JwM07e/AwlPTaqtsjJzGCW3fzWUsvo08yMQZmZpcfLFsgRAREQARGoSwIqWwREQAREQAREQATqnYCETvWOXBsUAREQARFoDATM0h+QmpXHzcw/fOV+mCV9s2QYvfw1K48zLd0W8z29UAARpkdip9WWLwV/VZ7gBspnSLg/eAMWLkpgx0G/44sfJHYiJpkIFBoBvhQ98cQTceONN2LjjTf213yudeQL3HvvvRf9+vXDmWeeiRkzZqDQPxRCsccsipooaPr666/zEjNxuD3eDwt9P1U/EWgoArw+aA21/ca8XYoa67r+FKFRjFad7RR6/aqzT3W5zqxZs0ALt8Fro6bDjk6ePBnxYVq7du2KfIdEDeslXwSaCoGFn/2I37Y+BYmFxaldYsvUN1Rd3IXJybdhS3baAEXXHI3FFl/cC/55fUYWb/9G6WaGyGdolmxLm5WHcB+zZNy5fjIzH0Yzs/R4lN7woWogAiIgAiIgAiIgAiIgAiIgAiJQ2wQWq+0CVZ4I1JiAChABERCBAiFglv6g1Kw8bmZVip34kLYqiz/s7bI6MHpgESh2cpsADO5joO/m3nczmJstXATsNGgavpzsHBfXJAIiUFgEzAybb765H5LuySefxAknnICVV14550qyp6eXX34ZAwcO9L0g5bxiPWakKPPpp58Gh+p76623wDrnsnneG1dbbTUcfPDBuPPOO3HTTTeBQoFc1lUeEWiOBCiAzDZUZXNkUdE+ZxsSkXnj4hWm1bbxnkarrNxCr19lda/TZXkWzt4OeT2Eq3Xq1Ans/TFMy9dnmRwWL1xvo402ghn/6w5T5YtA8yKw8IufMGWbU4CUyCl5SRj4Bzf3Zn6O0p02xMJrj8HiLZbIW+RkZjDLbnAfs+Qy5/rJzHwYzczS41G6QhEQAREQAREQAREQAREQgQIhoGqIQC0TkNCploGqOBEQAREQgaZFwCz9galZ9riZpT2Y5csus/I0xiuyxRdfPO0XrF1WT+CyY4uwyjIlqQ6cEv7XsW7u4Lp58IvZ+QsTXuz09Y/Rr2tdFk0i0MwJsHegJZdcMo0CBUeTJk3C+++/X2tGEVKXLl3StlNRZIUVVgCHvxk/fjwmTJiASy+9FDvvvDNyGZLvp59+8vmziRyyiYNGjx5da/sY8Ro5cmTWXXvllVdw8cUX4++//866nInt27cHOXFYvvPOOw8PPPAAXn/9dTz22GM47bTTwBfJvD8yb32amfl7Lwr4UwhV4/XUokWLtKpQ0EaRW1qiIlUSmDZtWpV5KspQUlKSISTkdWNmFa3S7NLNLOs1Xds9Jv3xxx+YM2cOwg9FTOzJL0yL+2ZW0PVDI/jwvvP2229nXAtrrLEG+D1bk13IJohbdtlla1Kk1hWBRk9g0Zc/Y+o2pyJRtDDVHnXNU9cWdXMk+JdgxJmbinfoggXXHA1rsYS/1/E7KrJ4ezdKN7O0vGaW1qY2M/Bjlgzp08wqjzOPTAREQAREQAQaGwHVVwREQAREQAREID8Ci+WXXblFQAREQAREoPkRMMv+INXMyh7EkopZedzM/ENbs2QYPcytKAwf/tLfoHMClx23AKssWwrAlZsy7xuSH1c23fkLKHb6Hd/8VJxMbx5z7aUIVEigbdu2oDgjzDB16lRkEwqFeerL79Chgxc5UexE8dWElPCpV69eaNmyZdZqfPjhh3jzzTczli2//PIZaRx+JyOxDhLYq8aYMWMyhqjjPaxnz564/fbbfZ1feukl3H333RgxYgT22WcfrLXWWogL0eqgelUWSWHCcsstl5aP4gWKGNISm3mE1xNZhRh4PcV7PgmXV+VTGPf777+nZWvXrh3ixyMtQw0j2bZZwyLzXp3nF4Uaea/oVuB5yfWdWzaRV/zYlC2sBYfMpkyZUgsl1V8R//jHPzI2RrFoRmINEqZPn56xNu/rudzXCr1+GTtWYAkcsu6DDz7IqBWHiM1FOJyxYiUJdX1PqmTTWiQCBUFg0de/YApFTvMX+Pqw3UnzkVTb1DVHXdRQvP16WHjN0VisZQvfBub/gostln249ijdzHxeM4NZdoP7mJUvc1Gfl2FkZha5Cps2Ae2dCIiACIiACIiACIiACIiACKQRkNApDYciItBUCGg/REAEapuAWfoDVLPscTPzD1/NkiEf5JolfTPzD3OZls3iD4Q37JzApQPnY+VlS5EAnCXnzk2b+NJ0XlEpdjxuKv73s4axS4OjSLMk0KZNG6yyyipp+86Xo7/99ltaWqFE+IKcvTtddtllePXVV8Fej+IvbNmDDntB4vUe1nvttdf295Uw7ZtvvgF7fwnT6sJ/9tlnQcFLWDaHD7r22mvBXqU22WSTnAVNPD4NIUTLJjqorlCMopDBgwdjr7328sMUXnHFFWCPVwsWJF8Qhpwak7/CCiuA52hY519//RU8ZmFaPj7XjYtP2DvZMsssk1MxFFnl20sP83O9nDZQR5m4z3Pnzq1W6Z999lnGeuuuu25GWkUJRUVFed8XeO4uWtS4/q/INnwZ7/28Pitik2/6F198kbEKr5P4fTsjk0so9Pq5Khb0xN6cfvjhh7Q68jt/++23T0trfhHtsQjULoFFX/+C37Y+BaXz5vuenDJLT7gkGlCy3XpYdO0xWKzVkv5/0nibNlu718x8XrPy0Ky8zWxm4MfMfNuaPs3MGJSZWXq8bIEcERABERABERABERABERABEWiSBLRTIQEJnUIa8kVABERABESgEgJm6Q9SzZJxs8zQzPxDWTPLeIib7WFvlBZ/MLzRGsClxybFTq5EAAZ+OKd5320DLv3vogS6Hz8N3/2inp2gT7MmwB5OOIxNCIECh3fffTdMysv/5JNPsMsuu6BPnz4444wzQBELe2NauHBhWTkUIVHI8MQTT/jh3A477DDsv//+oCikLFMVDoc+Yq9Hw4cP9/eOMDt7dOF+hGl8aU5xUZjGl/Dx3nLC5ZX5FEide+652HXXXcH6jxo1CuPGjQP3K1yP9fj444/DJO9zf7t27er9fGYUTFHMlc86tZF3/fXXz+DM3rPC45rrdiLxDvflnXfewf3334+HH344Y4ilXMsrlHwUIK2++upp1eH5xWsiLTGPyOeffw6ez+EqFCdyW2FaRf6ff/6JnI9RqpAZM2ZkCPNSi+otoECjOkI6inQ+/fTTtHryPrfBBhukpVUWmT17dkbva5Xl5zLeu2bOnEm30RjPVfZCFlaY9y+es2FadX32qvXtt99mrJ6r6KzQ65exYwWUwHPxP//5T8Y9ddNNN8V6661X45oefvjheP/998vs5ZdfRpcuXWpcrgoQgcZGoPjb3zCl2zAk5hUBrp1pZjC4jwvdHAwM5lxDybbrYRF7clqqpf9/KmzLRu3beGhmPq9ZeWhmMCs3uI9ZMu5cP5mZD6OZWXo8SlcoAiIgAiIgAiLQjAlo10VABERABJoVAQmdmtXh1s6KgAiIgAjUlIBZ+gNVs2TcLDM0s7IHtnzAa2ZpD3WZlmaL1uQAABAASURBVM3CB8T0N14TuOSY+VixUynAfp0SnDtLJBhL/sqWvkuf81cpdjpuKr7/VWInB0tTFQSa8mKKbXh9hfv44osvojovuyn+GT9+vO/Bhj2DsJceilieeeYZ8BqNtmFmXhREcdCjjz6KL7/80guEvvvuuyhLziGFWrmIPlZYYQUwb1gw68jh8MK0XH32BsUh8vhCmfWnaOuWW24B42EZ8+bNyxBwUVxQnV41yDebCI3CJ4rHwu3Wtt+5c2esuOKKacVShMNh+dISc4hQ+BM/vzbccENQkJLD6gWbhcNx/fOf/8yoH68JCnAyFlSRwF6CnnrqqQyxQkVDT7GXnPgQjeydKN+ekb766itkG3KsiurW6mJeN2+88UbyezuPkr/++mtQwBiuwiEg11zT/YMQJqZ89owVv39URxxG0Udj69Fp5ZVXzrimedzfe++9FJ2aBRSqUbAWlsJrPFfRWaHXL9yvQvL5XXDnnXeC31FhvVq0aIG+fftWOOxrmFe+CIhA1QQWfTsFv259Kkrm/O0amy6/b2Oyzemi9JNJvg1a0m0dL3Ky1tlFTvwfmf+Lh2Zmae1hs/L2slnSh/uYlfsu6tvUDCMzs8hVKAIikAcBZRUBERABERABERABERCBpkRAQqemdDS1LyIgArVJQGWJQIUEzNIfrJol42aZoZn5B7NmlvFQN3zoG/fDB8P0N1kLuPS4IqzYKeHKQ/LjynSlu7jBzZy5yblz5iWw06Df8cNvEjtBn2ZLYKONNsoQAPHl9D333JO3yIACFoqkQpi8Znv27JkmdOLyLbbYgkGZUazz3HPPgcNmlSXm4PClLi3M2qpVK7DHpzCNIpAePXqESd6/77778P3333s/1xnrePfdd4M9loTrrLPOOuAQeWFaNt/M3K3Isi2qNI1iitdeey0jD3v8Yc9RGQtqMYFCMQ6xFxZJURfPE/II0yvz2VvOgw8+mJaFL+C33HLLtLTGGtluu+0Q7znsgw8+AIcvzHefXnrpJXD4qXC9yoaeMjOQZZifx+h///tfmFSpn+34VLpCHS587LHHMkRLlW2OQzreeuutoEgqzLftttuiXbt2YVKZz/sErSzBORRAsmcj5+Y0UexHMWdOmQsoU/v27bP2wvPII49g2rRpNaopRZkU+MWPxaqrrgqKJnMpvNDrl8s+1Hcefhc+9NBD4DGMb5v32G222SaerLgIVIdAs19n0fdT8Ns2pyIxZ577f87h8P/SmfPNRQDOaXCf0m3WxcKrj4a1aeXbuGyv8n/jyOJxppuZz2tWHpoZzLIbUh8zS3nJwCw9nkzVXAREQAREQAREQAREQAREQAREoLkRqKbQqblh0v6KgAiIgAiIQDoBs/QHrGbJuFlmaGZlD3CzPeRlWlXGh8WbrJnAJQOLsHwH9uxUXh++AAISyckHCcyem+zZabLETuWg5DUrAhRl9OvXL2OfH3jgAVDMQwFSxsIsCVOmTMEll1ySITJgTz1bb711xhocQoc9doQL2AMUxR3JazVckt2nwObxxx9HvMcaDqHD3nXia+28885g7y5hOkVCHIKOYoUwvSKfdbv33nsR7wmK9yYORxfvHYb16NChQ1pxFEhlG9IpLVMswvpdeeWVeQ+pFSum2lHeW3meUGgTFsIeh8iDXML0bD7PJQ5RFx9abLPNNgMFd9nWaWxpnTt3xo477phWbe731VdfDQ7vlLagksjrr7/uh33kumE2ihUqGnqKveWsscYaYXbfGxTFfBQwpS3IEuH1dP311yN+fLJkzZrEc4TXQbiQ28136LxofYq0Lr/88pxEN6z7NddcAw6FGK3PkL2Q7bHHHnSzGq9XDpEWLqQ4hz3RscwwPZtPcdWll14aDPWXLVfFaXGRFXOyVyWGdW1mBt4T4+I49qxHwVgu+19RHV999dWs4j6KTeP3w4rKMCvs+lVU74ZK53l7xRVXINv3BL/njz/+eFDw21D103ZFoKkQWPT9VPy29ako/fMvtiqRcG1K77hZ/H+hkq3XxqKrj8JibZfywqXoe5LflbR4nGlm5vOalYdm5W1ks6QP9zEzN09OZuU+U8zS40yTiYAIiIAIiIAIiIAI1CYBlSUCIiACjYeAhE6N51ippiIgAiIgAgVGwCz9QatZMm6WGZpZ3mKnbA+JN10rgUuPW4DlOyRgKR5m9Jxx8sYZ8OfcBHoc/zt+mlqSyqlABJoXgd122w0cDivca/bIcd111+HCCy8ExQrhstDnSx0OdcSXqPGekfgC/eCDDwZ75kC4kvNXWmkldO/e3XnlE4d+4vbGjRtXpaCHw3pde+21oNCpvAT43nR69eoVJpX5fNl7xBFH+BdIZYnO4RA/xx13HDgUXVxY4haXTXyRPHr0aJBLPB+HLIsLXLgih6nLNmwWRWQULzFPZUa+FG+wfnG+la1XF8vYo1NcNEIO5EEu5FPRdrmMopWbbropLUvLli3Bc6SpvIDn9xHPMQpswh3l0HXnnXce7rrrrkrPbZ7XzHPWWWdl9BjG85fnAZmFZYc+ey/idRemUbh08cUXZ5QX5uFQgsOHDweHkgzT8/FZPwqHwnU4vGE+PUqF69L/7LPPcNJJJ6GyMigcPOecczLqzhfGPLdWW201VPShELFbt24Ziylk5P2FxyNjYSqB1+OQIUMyxFWpxTkF7OEonpFiTwqo4ul1EafIkBYvm+cBmZJtfFllcd4P2JPTyJEjM85zXhPx+0dlZXEZ60ajH1qh1C+sU0P4/H5gD2Q333wz9tprL1CgzO/usC68Dg499FDkOmRguG42n/eywYMHg6LL0HjMs+VXmgg0JQLFP07Db9sOQ+mf8wDXrjS4PwNc4Mxg5gzu48KSrmtj0VVHwdq19v938loMjf8vhHH6ZubzmpWHZq7MwJD6mFnKg98ugo9Z+bIgWa4IiIAI1C8BbU0EREAEREAEREAERKBgCEjoVDCHQhURAREQgaZHoDnskVn6A1ezZNwsMzQz/8DWzDIe9vIhcDYLHxZH/mZrJ3zPTst1SCABgC+E3Mw5bnIJZXG3dMbsEux03BT8/Huxy6lJBJoXAQqRTj/9dC8SCvecL63ZY0/v3r0xYsQIvPDCC+CQTuxxhCGXHX300TjhhBPw66+/hqt6f++99waHrfOR2MzM0L9/f/zjH/9IW0JhAQUG++67Lxhy6C4Oo8RtMqQYiT1WcDmHTWMdwwKYnk1YFOXZdddd0bdv3yhaFrJnp6FDh+LAAw/EHXfcAQ43xm3S6I8ZM8a/SOawQPFtUuDBdeMiDxZuZqCQLC5OoUiC7J544gnwxTHzhsZecF599VUwD4UerF+4PPQ5bF1Nel8Jy6rM572VIp44X/IgF75oZ69ePEY8Vrmw23PPPUFxTmXbbWzLKKwZNmwY4sc8Ord333138HzieUVGNPo833n+MmTecL9ZFoVIFfXmFOWlGI09mkXxKKR4Zp999vHbpfiI22QvbBT0nHzyyejTpw8mTpzos/M7lj3vUKTnE3KcsXeipZZaKi03e2WiOIv3F4qtaJMmTUrL8//s3QeAJEd59vHn2b2oCEICCREFJpkcP3LOWUKAAllZJyEhEMkYTAaRjEkmY5zBBoPB2BiwMRgkRDAgkUE55yxdmO99q6anp2fn8u7ehn+rq+qtmpkOv707VXfV9G6skk8YyokaeZz52ebP1kknnaTcXv65y/Mb3c797nc/5TmPto/WH/KQh2j06XL5Zzr/fcmfxyc+8QnlMaRZ8+/ei170ovLv16mnnlo2lz+f/HteKpuRrVixYsqvG8yJjfnv0Bve8IZyfvmUnrPOOmsztrrpb80JhvnzGX1SW24hTfMpbjnx9PLLL8+m9abm36sXvvCFZXLs6L9p+WcqzfLvxno3MuaFuX58Yw55i5vSO/88b0rK/+fm39n8s5tlTnQafbJhHki6H3TQQdp///1LvzrbSAggsGUCa06/QGc/4FitveiK5kIyLit7kWJ7cV2ZQV5bZrj2vntpTT7J6Ubbl2vZ/LuYfagsxyW7Xvvma7bLZ+zaZrelYrFrPcKy2i5lk9ndetNOiQACCCCAAAIIzAUBjgEBBBBAYNsIMNFp27izVwQQQACBBSRgd2+82rVuTy1tl0EZ24ObvcM3fzMeTcM3kJv4Xn9UJzuVJzvFtmKjkmPN1ARR2tYll6/TIw45X2cx2Uksc0JgVg8if8Xcm9/85imTnfIgctJFTnLKyU577723cqJGljkQn0+LyUkB+b7h9NjHPlY5+ScnPwy3D8c5uWDVqlVTJoTke3Iyw2c+8xnl6znRKveZZW4zfxVXvp7vG075K/Ke97znyY6/4MMvDMV5PMccc4xyW0PNg/C0005T/vquQw89tJxn7jfj/PVs4waSd9ppJ/3pn/6p0m+wkZHgPve5j3JCz0izLr30Ur3pTW8qv+osJ2DlpIxM+USqnPxz3HHHlV8j1vjmv3k5qePhD394Z1M5meS6667rtM1UJZ/E9Y53vGPKBLXcX/r80z/9U/m5p+/G7B784AeX9+bPJD+/kNIjH/lI5cSknAAzel7plH+e8s9VGmXKOP+8j/tzndvIST65zdFtjdZzsl1uKz8z+lqz35yslvvMiYh5jN/97nc1/BSYnAi4sb9Ho9vOek6MuvWtb51hJ+W/HzmJKp/Ck2lTfoVf/r3KXwPYbCiPL48zJ5A1f7byaUq5vdFJNfmZ/DuXT4dLj6xvKOW/Q2mSf79G35c/jw9/+MN6znOeU/49GPfvXn4uzbdkotOee+459t/c3G9OJM3zy1+jlxMjR49tuur3vOc99ZKXvKT0tUa3mf9G5a8EzH+T8t+onGAzPBEn6/nzyAk3+e9VM/FreDvpk275b9tw+6bGc/34NvU8Nva+nICYP+9NSTkZLp/klH+31rfd7Afnn8ucLLsQ/41d33nTjsBMCKw540Kd/cCXad3FV9Q+ZvYzrYhrUsQRybbW3fd2WvO+F8obmOSUfz/z38ZMtsu/v8Ox7bItuy0Vi13rEZbVdimbzO7Wm3ZKBBCYNwIcKAIIIIAAAggggAACMyLARKcZYWWjCCCAwJYK8Ln5KmB3b8DatW5PLW0PbvKO3vzN+sZScxM5Jzu99aDrdJOd1gVbT8o1U9QyzobmG7gXXbZWjzz0fJ1zIb/GLnlIi0vg/ve/v/JXi93udrfb4hPPv5cHHHCAchLUpkwyyCc+5cSZnNiwpTvNfeZTLfJXo23KPvMpITk5KX/9Tv47saX7zUkK+WvbcpB/Q9vIQeacoJUTe9b3vpyslE/FynT55ZdPeduNb3xj5US017/+9Rr9+eRkhBz0nvKhGWq47W1vq4985CPKX9e3Jbtofl759KdN+XltyT629WdsKycSve9979Nuu+22xYeTn82nP+27777l/4ebsqH8e5wTmMZNdtrQ55ufS04EHP31dxv6XPNa/l3KJyBtbL/nn3/+2KeYNdvJMv89yF+HmBNPGAqQAAAQAElEQVT+sr6pKc8hJ+TkvwU3uclNNvVj5clP+eSb/PwmfyjemOeck0nyiTlR3ew1J1nlJKKNffC0007b2Fu2+HXbyidm5aTSPJ/1bSj/jcoJNsMTcbKek7KayZijn03P/P9BPtEr/x0cfX1T6vbcPr5NOYfZfs9tbnOb8itWmeQ02/Lsb2YFts3W1551kc5+0Mu09sLLy2VjXjPmtWNW4nJSvZLlsfW09j63rZOcdtlxMHkp/13NfwvHJduD99k1ttvrX7vGisVu46hO6RPYzmYSAggggAACCCCAAAIIIIAAAlME5tdEpymHTwMCCCCAAAJzR8Du3oi1a92eWtouN3JtlxvBdrccvWk8ejO5qd/7Dj29/ZAbdJOdFNvLlNuVZEmxTduyYonsgkvX6hGHnqdzL2KyU4iwLjKBnMSSv6ro+OOP101vetPNOvu73OUuZQJMTpTY2GSH4Q3nRKF8SlNOUMi/s8OvbSzOST/5BKbXve51yglMG3t/83oOuudTTHK/OQFpc/ab+3n+85+vv/3bv1Wec7PNDZU5oScnbuSEp/z8ht47/Fo+JScnZH3xi19U+tjWXe961/LvYfO+/NV1+Wu8mvpslPlnIyfFveUtb9msPyc5AL8lP6/ZOKeZ2Ef++rTPf/7zyj8vW/Jzz8/mk8rs+J/TJh6gXSdZffazn9U97nGPzp+V9W0iJ9Ll08X+5E/+ZLP+Ho1uLydZ5dOnNvT3P39l3rinMI1uKyc75YSltNuUv5/NvwX5ZzI/O7q9DdXz34ODDz64PM0tt7Oh9zav5Z/lnOi4NZNJbCt/dVw+Aa/Z7rhyo090GvehzWjLvlQ+xSvPJ89rMz663rfmn6mcnJn/5qXvet+4CS/M9ePbhFOY8bek0V577VV+3WE+BSz/7bE3/d+NGT9AdoDAPBRYe/bFOuuBL9Pa8+sE9PwbZZdcitKK/yxFoXX32Uur3/MC+SY7lv/v5t/J/H9XlsMp22zL9uB9do3t2m63pWKxaz3CstouZZPZ3XrTTokAAggggAACCCCwAAU4JQQQQGALBJjotAVofAQBBBBAAIH1CdjdG7J2rdtTS9vlZrDtckPY7pbDN48zzhvIWTapqd/7Duv01oOu1Y12WKf8Nm6mCJQp455i6WfnX7xWjzj4XJ3HZKdAYV1sAjlJ4dnPfrbyVyd9+tOfVj6R4853vrN23nnnDsUuu+yiu9/97jr22GP1pS99SZ/5zGd073vfu/x97bxxEyo3u9nNygBt/oq8/JVTj3nMY5RPO8ljGf746D43NqA7/Nlx8V4xMPznf/7nyv3mZKn89WC777678t+N5v15DLe61a3KE3ry1zj953/+Z/mVa9tvv33zlk0qczs5aeNrX/ua8hxzAktOGMp/q5oN5GSYPKb99ttPn/rUp/T1r3+9/Fqp4X3d6U53Uj5NqvlMlvm+fFJOxrOV8rgf//jHD/6c5DHnsec5NMeQ55yT5/K1/LP0j//4j1psA/D5s8vJHvnnJv/85JOe8s9T2oxzyl+Vlj/PnIiXn23es7ll/iw+/vGPKydL5a9my5/D8D7z71I+MSmfGPVv//Zvyp9l/kw3dz/D77et/LcjJwHus88+5e/w6Davuuoq5dOBhj+3vjiPN+2+8pWvKCcU5SSc5u9mlre4xS2U+8k/WzlpcWv+bNkufzZzO7m93G5uP/eTx5fnkX9f0+kTn/iEpuvPck6CzMlZ+fSv/HmM/jub+77wwguVExoznqlk1/P/m7/5m/LrOPNct2RfOTkz/7wNT87cku2Mfsae28c3erwzWc8/k/n/qfz/cv59y7/D+f+w/DOZE2K3dmLZTB4720ZgvgisPeeSMslpzXmXxiHHBWJd47Ixg5rK9WOEa+95G6157ws1sdvO5Vo1/3+Rf0+z3FiyXT5jt9e7do0Vi93GUZ3Sx7adzSQEEEAAgb4ABQIIIIAAAggggMBUASY6TTWhBQEEEEBgfgts86O3uzdm7Vq3p5a2y41d24ObwXnj2K7tGQ+n0ZvLTf2+d5Ledsj12mWnnuKTUnw+sihKTXWp8fmXrNMjDj1XOemptpMjMHcEdt11V+VA8sknn6wm5QSJ4UkmW3u0+Xcqnx6UE5ny6TDf+MY3BvvKfebA6ic/+ckyESonJdne2l2WyVRPetKT9Pa3v71Mnvrud7874/vMg87JBU9/+tOVT5DJCV75K5nyHDPlMeSva8pfG5cTEZYtW5Yf2eKUP6M8x3yy0Ve/+lXl05hyP5m+/e1vlwkUxx13nO52t7tp3IB1TkD4whe+0HH53Oc+p5wsNu6g8tcI5rab9M1vflM5QD7uvVvS1vw5yWPOgfY8h2ZfaZfHlq/ln6V876buIyeFNdtpyoc97GGb+vHB+/Jc85ybbWSZJoM3zFKQf27yz0/+Oco/T2mTx5Ip48YpJ+uM+7lvyWHaVk6qOuqoo5Tbz/3k/jLl39+ceJWmo/sbNUu/bNvUY7j1rW+tV7/61eXv8PCf79xvTvi6wx3usKmbKu/Lf++OOOKIMmmr+buZZf4bmPvZ3D9bZaPryfLPaG4vt5vbz/3kced55N/XnJQ07klZ6Zjva1J+No97PbvpNOc+88l2+fMY/Xc2t5f/VqxcubLzmZmq5OSy/FWgObksJ7C+5jWvUU4AzcmV+W/X8H6zb5UTbnLCaz4Rq/n/RP5525pJesP7GI3nyvGN/rzz57Qp/w9Ow3xfvn9LU/6ZzP9Ppffxxx+vPJYb3ehGo1QzUl/f8W+Lf1Nn5ATZKAIhsPbcS3VmPskpykHPNoJYyzVjZFJU4n+x6t37tlr73hfIu+1UrlHz3/P8tzHLccn24H12jW3L7ibFYjvydrU3XG/fud6IFxBAAAEEEEAAAQQQQAABBBahABOdFt0PnRNGAAEEEJgNAXv8DVu7ttttaXtwEzhvHNuecqM425s0epO5qd/vTtJbDrpOO++wTuopll75dm4Jo5ZrxtFanuj0yJzsdAm/xi5dSAgggAACCCCw8AVslydy7b333mUC6L/8y79oeBJjTtJpJtzkhNdDDz20TKDMPths6NjTfXyzcdTsAwEE5rrA2vMu1VkPepnWnnNxXCbm1WB7xOX6sFfycg259h631pp3P1++2Y0G16TN9Wb+W7ihZLt8xm6vb+0aKxbbkatc+yoWu9YjLKvdrZdGMgQQQAABBBBAAAEEENgEAd6CwOITYKLT4vuZc8YIIIAAArMkYHdv1Nq1bk8tbZcbvnZbNjeRbZcbxk09y9GbzU39/neW3nrw9dp5h7xZ3d+WYnGkWLOwXKJzLlyrRx96ni64dF3UWRFAAIFFJsDpIoAAAggggAACC1xg7fmX6awHHac1Z18cZ2rZkSKSrFwyt0uudc0kp92Z5JQ2JAQQQACBBSTAqSCAAAIIIIDAghNgotOC+5FyQggggAACc0nAzpvG7RHZtW5PLW3LdpnUZLdxTmyya3vGTWomN43WH3CXOtlpp+3WtU90ynlP5fu7Km2Rl/WsC9boUYecowtHJjuJBQEEEEAAAQQQQAABBBBAYN4KrL3gcp35oOO0+swLy7VfZr1eL64K85TKBWKJs23d3W5ZnuQ0cfNdyvVoXmOOXm9m27hku3zGrtewdlsqFtuRq1zrKha71iMsq92tl0ayWRVgZwgggAACCCCAAAIIIIDAfBNgotN8+4lxvHNBgGNAAAEENkvA7t64tWvdnlraLjeA8way3cZNPcvhNHrzuak/4C49ve3QG7TTdpLVLC6x7WiIVFedfcFaPeawc3XRZTzZKWBYEUAAAQQQQAABBBBoBCgRmJcCay+8Qmc9+OVae+aFcQ3Yv/ArkSNvT8kR9u52K6199/M1sSeTnIKDFQEEEEAAAQQQQAABBBanAGc9zwSY6DTPfmAcLgIIIIDA/BSw8xZye+x2rdtTS9uy3flWbDO5ya7tTT3LZnJTxpmaek52eush12v7lfXbuoolo1793m7U8ju9kaLxjPPW6DGHnqOLL2eyU4EhQwABBBDYBAHeggACCCCAAAJzTWDtRVforAcfp9WnnR8Xe2UdZL24FozLv8Ehr/3jW2jNuw6Ub3GTcv05fD2Z8YaS7fIZu16/2m2pWGxHrnJtq1jsWo+wrHa3XhrJEEAAAQQQQGCOCnBYCCCAAAIIzC0BJjrNrZ8HR4MAAgggsIAF7O6NXLvW7aml7XJDOG8s223c1LMcTs3kpqatqf+/P+7pbYfcoB22q7COwnLJI4vIis1nqNPPq092uuQKJjsVkK3N+DwCCCCAAAIIIIAAAgggMIsC6y6+UvkkpzWnXRDXeVZkijxKxWLZkSKSrHV3uYXWvvt5mrjVbmXCUl5LNteRGW8o2S6fsWN7I0mx2I5csrul+otd2/tVCgTmvwBngAACCCCAAAIIIIAAArMqwESnWeVmZwgg0AhQIrBYBezuDV271u2ppe1yYzhvMNtt3NSz3FBqblI/8K49veWg67X9ivz+rtTr5Xd4I5U12qJe2qI87ezVeuyh5+pSJjst1j+inDcCCCCAAAIIIIAAAtMqwMZmR2DdJVfpzIe8Qjf8/rxyzZfXeCWpXPjFQfSv/TK6y55a+64Dt3iSk12vT+1uGZsu17DjymzLZDsLEgIIIIAAAggggAACCCCAwAITmM3TYaLTbGqzLwQQQAABBELA7t7YtWvd7pbx1nKT2HanbCY32S7fom3qzcSmpp5l0/agu/X0lkNu0PYrVLYVebNGWbcfL5T49znZ6fBzddmVPNlJLAgggAACCMysAFtHAAEEEEBgqwXWXVonOa3+3blxWWdFplziklGO/zJWlCW+8y2Uv65u4jY37VxP5vXjxpLtwWfs2NpQUiy2I5fsbqn+Ytf2fpUCAQQQQAABBBBYTAKcKwIIIIDANAow0WkaMdkUAggggAACmypgd2/w2rVut6XtcoPYdrmZbHfreRParq9lnKmZ2JTxaHrw3Xp688HXaeXyntT/Vm9GGdYUtV6kePX3Z67WYw87R5dfxWSn4GDdZgLsGAEEEEAAAQQQQAABBDYksO6yq3VGPsnpN+eUt+VTnNS/rsuiXuHlSz2tu+MeWvOuAzQ6yWlD15HNdaXdXo/a3Ti3bjuLcg2bgV3rGWeyu/VsIyGAAAKtABECCCCAAAIIIIAAApsuwESnTbfinQgggMDcEuBo5r2A3b3Ra9e63S3zRG1v8WSn4ZvWD7m7ypOdVi6XFLuJVbHpEmdgO4tS/92Za/S4w87VFVcz2UksCCCAAAIIIIAAAggggMC2EljPftddfk2Z5LTmN+fU67h4n21lpRaWFUtkvTveXGvffaAmbnuzcm3ZTGAavl5s2kZL27JdPmfX2K6lYrEducp7FItd6xGW1e7WSyMZAggggAACCCCAAAIIIIAAAlsosGAnOm2hBx9DAAEEEEBgVgXs7g1fu9bttrTbOG842y43kG2XG83DbRlnGr1ZPVx/yN3zEuECaAAAEABJREFUyU43aPnSXv9BTr3ygKf81m9++7d867c09fSbM1aXyU5XMtlJLAgggAACCGyqwHbbbacPf/jDOvnkkwfpi1/8onbddddN3QTv2wwB3ooAAggsRoF1V1yjMx96vG741dn967q4rMvruP4FXS3ymq+ndbffXWvfdaAm9tp9cA057rox24aT3b32tNu67cJujy/Li5HZ9fUIWRFAAAEEEEAAAQQQ2CoBPowAAgg0Akx0aiQoEUAAAQQQ2EYCdvfGr13rdlvabZw3nm1PmeyU7cNpeHJTtg/XH3qPnt566GqtWFa3I8fJ97cZkSKU479cf336aj3+8HN11TW9fImEAALzS4CjRQABBBBAAAEEEFhgAuuuvFZnPvSVuuGXZymv3crpWSW2m6DWdYc9tO7dB8p7bf6TnPI60naZHGU7tt8mxWI7cpV2xWLXeoRltbv10kiGAAIIIDBTAmwXAQQQQAABBBBYNAJMdFo0P2pOFAEEEEBgqsDcabG7N4DtWrfb0q5xHnVzw9l2uamc9Ux2tz48uSlfH67nZKc3H3y9li3JLUbq9ZRPdIpI5SvBGZS5TT398rQb9PjDztbV15aGfIWEAAIIIIAAAggggAACCCAwywLrrrpOZzz0eF3/izNiz3F9FmsEQ9dw0RDXdnlN17v97lpzwgHy7XbX8LXgcJzXiaPJrteVthfQJCexIIAAAggggAACCCCAAAIILBABJjotkB/kjJwGG0UAAQQQmFUB25392bVut6XtMrHJ9pQbzsM3p+36+nBbEw/f1H7YPXt68yE31MlO8Rk7ty/JKktUo7Rs65enrdYTjjhX11wXN86jlRUBBBBAAAEEEEBggQhwGgggMC8EeldfrzMf9kqtPvVMxVVaHLMVQaxWXLKpLBHYlm6/u9blr6u7/R6bPckprx1tT7nmtGO7UuxrfKn+YtfX+1UKBBBAAAEEEEAAAQQQmCsCHAcCC0SAiU4L5AfJaSCAAAIILAwBu3tD2K51uy3tGucZNzegbZebzVlvku1yYzonNmVq2rMcrj/8Xj296eAbtGSyPtGpfPm3l18IzrpiyTJSRKf+7no94fBzdC2TnUKDFQEEFosA54kAAggggAACCGxrgd411+uMh71S1//8tHxYU6S4aMs8inwy7+A6LoK1t91Na07Yv0x2Gr72y2vBDSXb5RrSbku7XmvaVi72+DJfy2TX1zMmIYAAAgggMN8EOF4EEEAAAQQQmB8CTHSaHz8njhIBBBBAYBEJ2N0bw3at221pu0xssj24EW132/IGtl1fz3g0Dd/wfsS9e3rzwas1OamyxMcUW1NkUmQZW3U55Xc36AlHnKPrro876lJtJEcAAQQQQAABBBBAAAEEEJgRgd61N+j0h71K1//stNi+4wpNkSxlXosMlddxvdvuVp/kdIebx/XdZLlebK4Fh68Bm7amtF3ea7el7dhmTYrFduQqbYrFrvUIy2p366WRbCEJcC4IIIAAAggggAACCCCAwJwQmJgTR8FBILBgBTgxBBBAYMsE7O4NYrvW7ba0a5x7yJvTtssN54yHk+1yw3rcTe3htkfep1d+jd2Ee/k4J5Ulwqzk85xKWBqln//2Bj3xiHN0/Q3Drf0XKRBAAAEEEEAAAQQQWHQCnDACMyPQu261znj4q3T9T/8w2EFeheU1Wl6rKSv5SpS92+xWJzndkUlOSUJCAAEEEEAAAQQQQAABBKZfgC3OBQEmOs2FnwLHgAACCCCAwBgB251Wu9bttrRdJjfZ48tmwpPtTZrs9Kj7SG8+dHW8V2WJj0UZ21amCKNs8p/95gY96YhzdMPquKOejSQEEEAAAQTWJ0A7AggggAACCGy2QO/6/iSn//tDvRKrF2glrldoVlYil26zq9aesL8m7rQnT3ISCwIIIIAAAghsMwF2jAACCCCAwCwIMNFpFpDZBQIIIIAAAlsqYJdb1oOP27Vut6XdjW3LtnKSk13LJrbberY1afjJTo++r/TGg2+Q3FOvzGGKUpkUSzREY+TxWk//9+vr9cTDmewUMFu18mEEEEAAAQQQQAABBBBAYFigd8Manf7wV+u6H/+uXHvlNVgE8ZZ6bTbI44V1t9q1PsnpzrdgklMIsSIwlwU4NgQQQAABBBBAAAEEENh6ASY6bb0hW0AAgZkVYOsILHoB2x0Du9bttrTdmdxkd+vNhKamHJ7YNK7tMfeT3nzwasmKxVFkijDX3HaUtjMvk52efMQ5Wr0mqqwIIIAAAggggAACCCCAwJYJ8Km+QG/12jLJ6fof/y5aLDtSRHWtcZPrVjdR710HyHfmSU7VhxwBBBBAAAEEEEAAAQQQQGCOC2z14THRaasJ2QACCCCAAAIzL2C7sxO71u22tLux7XJDPCcy2S5PeMo4k92tZ1um4QlQj7m/9KZ8slN5mlNPw0vWer2SK17Wj395vZ585Nlas3b4XcQIIIAAAgggMH0CbAkBBBBAYFEIxEXVGY94ta774W/LtVZmee2VV1/N+WecT3Tq3WKXOsnpLjzJqbGhRAABBBBAAAEE5r8AZ4AAAgggsDEBJjptTIjXEUAAAQQQmCMCtjtHYte63Za2O5Ob7G49JzNtLA1PdnpsTnY6ZE3ZZt25S5G5XXIpigx//Ivr9ZQjz9badWJBYPYF2CMCCCCAAAIIIIAAAvNdIC6mTn/ka3Tdyb9VXmMprrUUme3IJUWpWBxJe95E607YX/7jW27xr6uzHZvspty07SzKaxnYtZ5xJrtbzzYSAgggMGsC7AgBBBBAAAEEEEBg0Qsw0WnR/xEAAAEEFoMA57hwBOzuDWW71u22tLux7XKDOic42e482SnbxqXuZKee/uyg1fngJuW3idUr3x2Oon6POF+IplL/4SnX68lHnKV1+VK8mxUBBBBAAAEEEEAAAQQQQGATBOIi6rRHvEbXnvjrcm2V11h5rZXXYIMnOvUbeze/sdadsJ8m7narKZOchq/lRq/1bJfrQduda0S71hWL7chVXlcsdq1HWFa7Wy+NZAgggAACCCCAAAIIIIAAAgjMogATnaRZ5GZXCCCAAAIIbL2A3b2xbNe63Za2y41pu1vmjW7b5eZ2xhtKwzfIH/eAnt7wktUqS3w+tlq2L7muWUR7Vn94yg166pHnxM15sSCAAAIIIIAAAnNJgGNBAAEE5qZAr6fyJKeTfq28piqXVnGNlXE2OAKrv+yRk5z218Tdb80kpz4JBQIIIIAAAggggAACIwJUEUBggQsw0WmB/4A5PQQQQACBhSlgD25zlxO0a91uS9uyp6ac3GR7syc7PeGB0p++5Ablkg9sym8V57eL81vGcV++TmzKF6LhpJ9dq6ceeXa+lYQAAvNGgANFAAEEEEAAAQQQ2BYCpz/ytbrme7/U+q6v6jN149Xdb6Teuw7QxD2Y5BRYrAgggAACWyzABxFAAAEEEEAAgfktwESn+f3z4+gRQAABBGZLYB7sx3Y5SrstbU/rZKcnPtB6/UtWy7Enu+TKSoaZMs4G2zrpZ9cx2UksCCCAAAIIIIAAAggggMD6BU5/1Gt17fd+KXvD11fafWfpXQfI97j1lC+tTE5OTmnLL7hksl1es1320bTZta5YbEeu8rpisWs9wrLa3XppXMgZ54YAAggggAACCCCAAAIIIDCnBSbm9NFxcPNGgANFAAEEEJgbAna9AW23pe1yw9ruls0N7iw3loZvnOeTnV734tXa0BOd8rV8uNOJP71OT191ztzA4SgQQAABBBBAAAEEtlqADSCAwPQJnP7oP9E13zlVee2U11BxkaWsjD4xt7fbTtIJB8j3rJOchq/PhuPR6zrbTHISCwIIIIAAAggggAACCGyJAJ9BYC4LMNFpLv90ODYEEEAAAQQ2IGB77Kt2bbfb0va0TnZ64oPy19itjf1byrWfMs4G202o7/3ftXrGUUx2EgsCCCwGAc4RAQQQQAABBBDYJIHTH/u6MslJ/Wsn28pYTRFliW+WT3LaX77XbcqkpeGJTcPx5kxyUn+xcyeS3S3VX+za3q9SIIAAAggggEArQIQAAggggAAC21CAiU7bEJ9dI4AAAgggsLUC9vgbz3Ztt9vSdrmBbXfLvCFuu9w0z3hT0xMf1NOfvGjN+G8c93r5ReTymmL5359cq2cefXZErAgggAACCCCAAAIIIIDA4hY4/bF/qmu+fUpF6NXLpvJEp7yKynqTdt1Ra9+xn3zv25brtQ1NbBq+jrNd3m/Xa798za6xYrG7cTSVa8Usm2S7CSkR2AIBPoIAAggggAACCCCAAAIIzJwAE51mzpYtI7B5ArwbAQQQ2EIBe/wNaLu2221pu9zAtrtlc+M7yw2l0RvrT3pwT6998drYpkqSJTXbViwRR65s/t8fX6e9X8qTndKDhAACCCCAAAIIILCIBTj1RS1w+uNfP5jk5LxSsjKXHYEi5ZrxrjvKJ+yvyfvuVSYtjV6Ljdab6zjb5f22ZXdjxWLX9gjL68NlxplsZ0FCAAEEEEAAAQQQQAABBBDYGgE+O2MCTHSaMVo2jAACCCCAwOwJ2ONvRNu13W5L2+WGtt0t88a47XJTPOP1pdEb6k9+cE+vfuFalW8g96QIYm2e6JRlpmhWT9/50TV61jFMdgolVgQQQACB9QjQjAACCCCAwEIVOP0Jb9DV//WzuDJqr5Hi4inqcb3Ui4upkiLeZXvphP1kJjkt1D8KnBcCCCCAAAIISAIBAQQQQACBLRVgotOWyvE5BBBAAAEE5piA7bFHZNd2uy1tT+tkp6c8pKdXv2CtZMVi2ZEiyrWJssz0Pz+8Rvsey2SntNmCxEcQQAABBBBAAAEEEEBgHgqc/qQ/09Xf+lkceV4VZYow1/61k23FhZRUJjntr4n73a58CWX0iyaj9eYLKrbL+23HZrqxYrFre4Tl9eEy40y2syAhgMDcEOAoEEAAAQQQQAABBBBAYD0CTHRaDwzNCCAwHwU4ZgQQsMffmLZru92WtssNbrtb5o1y2+UmecbrS6M32J/6MOlVz18jqad8ulMvouE1WqMarbF+++Rr9Oxjz446KwIIIIAAAggggAACCCCwuQLz6/2nP+mNuvobP+0fdF4ZxUVRvxaXT7mWayjdOJ/ktL8m7s8kp4aHEgEEEEAAAQQQQAABBBBAYDELjD93JjqNd6EVAQQQQACBeStge+yx27Xdbkvb0z7Z6ZUvWFu3mUcR2y9FZLGnksvKVd8++Vrtd9y5YkEAAQQQQACBaRZgcwgggAACc0bgjKe+WVd/8//K8dTLI8f1kEtdEfVX+cY7lF9XN/GA25cvnYx+sWS03nwhxXZ5v23Z3Vix2LU9wvL6cJlxJttZkBBAAAEEEEAAAQTmmwDHiwACCCxSASY6LdIfPKeNAAIIILCwBezxN6rt2m63pe1yw9vulnnj3Ha5aZ7x+tLoDfenPUx6+YGry7eS1ctvKuc3lstznlTyaIq1vPTNk3Ghv7UAABAASURBVK7Wfsfxa+wChnUWBdgVAggggAACCCCAAAKzIXD6096sK//jx+XaJ6+KyuVRXCmVuBxAXBll487bSe98rjZnkpNdr9/yOs2eGufm7drexMNlxplsZ0FCAAEEFqQAJ4UAAggggAACCCCwMAWY6LQwf66cFQIIILClAnxuAQnY429Y27Xdbkvb0zrZ6RmPsF5+4BrJisWlGOSOplyjjFXfOukaHfAKJjslCQkBBBBAAAEEEEAAAQQWhsDpT3+Lrv6Pn5STicutuCbKq5+susTOMNNOK6UTnquJB/5R+ZLJ6BdJRus5sWk42Zbt8lm7xorF7sbRVN6XZT9NqTftlAgggAACCCCAAAIIIIAAAgjMZQEmOm3WT4c3I4AAAgggML8EbI89YLu2221pu9zotrtl3kS3XW6cZ7y+NHoD/pmPtI47YK1y6UWW31rOJzpFWNdsjKjX6+kb37taB7zi7KixIoAAAggggAACc0GAY0AAAQS2XOD0Z7xVV33tR8prnbKV/rVPiZWVTHF1tOMK+YT9NfHAO5TrrdFrqtF6XovZ9XptOLZrm+2yC9vl2i4rtrMY1EslMru2R8iKAAIIIIAAAggggMAiFuDUEUBgPgow0Wk+/tQ4ZgQQQAABBDZDwB5/A9uu7XZb2i43wO1u2dxEz3JDafRG/DMfKR134Fo5jtf9PMKIouaMJDuCSN/8/rV6/ivPFQsCCMwDAQ4RAQQQQAABBBBAYKzAGXu/rUxyigudWC3nu0omxWWPHP9FJO24UhMn7KeJB2/6JKfhazE7thSpabOtXGzLdoZTytIYmV1fj5AVAQQQQACBDQvwKgIIIIAAAgggMAcFmOg0B38oHBICCCCAwPwWmItHb4+/kW3XdrstbZcb4na3zBvotss3jTNeXxo32enYA9Yon+hUUk817kUt4ygVKb/t/B/fvUrPfyW/xk4sCCCAAAIIIIAAAgggMO8ETt/n7briKyfHBU+50InLnLjmibOIy53+NVC8FJG2Xy6987maePAdy/XV6DXUaD2vvex6fTYc27UtdlFWu63bHrSVoJ/Ztb1fpdhKAT6OAAIIIIAAAggggAACCCAw+wJMdJp988W+R84fAQQQQGAbCdjjb2jbtd1uS9vTOtlp70dZx+6/VrFVxaarQASxRt2KLFKsEX79u1frha9ispNYEEAAAQQQQACB+S3A0SOwqAROf9Y7dNVXTo5Lm7ioqRc6NQ6FUlW0Z7z9cvmE52ryIZs3ySknOGWyLdtlglTWFYtd22xHTeV1xWLXeoRltbv10kiGAAIIIIAAAggggAACCGydAJ9GYNYFmOg06+TsEAEEEEAAgW0nYLvc9LbdOQi71u22tD14r93GeTPd9uDGetbHpdFvIe/zaOul+63JrzCrLL2Sl285R1ba6zedpX//ztV60WuY7FSFyBFAYGEKcFYIIIAAAgggsFAEznj2O3Xll3+Qz2oqlzZNkE+tLefYv/bRdsvqk5weeqdyPTV6zTRaz+ss2+W9TWy312aKxZ5aj+ZyLZdlk2w3ISUCCCCAAAIIzKoAO0MAAQQQQACB6RZgotN0i7I9BBBAAAEE5omA3b3Rbde63Za2yw1yu1s2N9mz3FAavVH/rMdYR++XT3ZSbFdlsa1SKYVlSYrsa9++Wi957blZIyGAAAIIIIAAAggggAACc1LgjOecoCu+9APlhUxcxigvb9QPbJewZCuXaeKE/TT5sDuXiUuj10qj9bzOsl3e28R2bC9S1hWLXeu2oybZ3VL9xa7t/SoFAnNLgKNBAAEEEEAAAQQQQAABBDZTgIlOmwnG2xGYCwIcAwIIIDBdAnb3hrdd63Zb2i43zO1umTfXbQ9uvGd9XBq9Yb/vY62j9ltXvumcX2wu33LuP8op415+/TlfiPKr/32lXvJanuwkFgQQQAABBBBAAIFFKcBJz22B05/7Ll3+xRPjIOMCpq5xnTMIShw1aflS+Z3P0cTD6pOcRq+bRq+Z8nXbg2stu70Wy9cUi922RbVcsw2XGWeynQUJAQQQQAABBBBAAAEEEEBgDgtwaJsnwESnzfPi3QgggAACCCw4Abt749uudbstbZcb53a3zJvstgc34LM+Lo3euN/3MdLR+62TJdmRl5RxJGVdsTgi69/++yod8jqe7BQgrAgggAACXQFqCCCAAAIIbDOBM/Z/t6784omyHccQqa61HnEEsVouk5yeq8lH3KVcN+W1Uabmumk4btpsl/dm3Y5t9FPWFYvdtkW17Ge4zDiT7SxICCCAAAIIIIDAfBfg+BFAAAEEEOgIMNGpw0EFAQQQQACBxSlgd2+A27Vut6XtcgPd7pZ5s9324EZ81sel0Rv4+z5WWvWcteVbzpFJvVgzKZYooxZN5flO+tdvXalDmewUMJuz8l4EEEAAAQQQQAABBBCYCYEzDniPLv/n78f1Sr1qyTwreRmTD6vNOK9xeksny5OcJh9ZJzmNXieNXiPl67YH11Z2e+2VrykWu22LarlGGy4zzmQ7CxICCCwKAU4SAQQQQAABBBBAAIHFJcBEp8X18+ZsEUCgEaBEAIEpAnb3Rrhd63Zb2i430u1umTfdbQ9uyGd9XBq9kf/sx1mrnrNOsdFY+9tULI4ky46Uoawvf+tKHfanPNmpcJAhgAACCCCAAAIIIIDApglM87vOOPC9uvyfvle26sgd1yrK5MytuITJQFq2RBPvfK4mH/XHg+uk0euh0Wsm24P32rmtmvJ9isWuddtRU+yrW6q/2LW9X6VAAAEEEEAAAQQQQAABBBBAYEEJjJ3otKDOkJNBAAEEEEAAgS0WsOsNcrstbZcb6na3zJvvtgc35rM+Lo3e3H/O460j9q1Pdur18glOvfKF6MxqXbFEW+Rf+uaVOuxPz4mIFQEEEEAAAQSmQ4BtIIAAAghsusAZz3uvLvv8//Y/kNcucdUS1zCR1zXivIbR5IQmc5LTo9c/yWn0usj24FrK7l5rKRa7bYtquSYbLjMmIYAAAggggAACCCCwPgHaEUAAgYUkwESnhfTT5FwQQAABBBDYSgG73jwf3oztUrXb0na5sW53y4mJidKe5YbS6E395zxeOvzZ6+KzUmwxM6lEpaZmcQRf/uZVOvINPNkpKFhnXoA9IIAAAggggAACCCBQBM54wZ/r8s99L65SSjUyl9h2ibOSoZdMavKE52piGiY55TWVbdltip2V+nCZcSa7vi9jEgIIIIDAZgnwZgQQQAABBBBAAIF5JDAxj46VQ0UAAQQQmFMCHMxiErBdTtduS9vlBrvdLZub8VluasqJT899vHTYs9apPLupn+V3pEtY9l6+JK38hvQX//MKrfozJjv1WSgQQAABBBBAAAEEEEBgBgXOeOH7ddk/fCeuVfIKpd1RXqvk9Um5UolKbyKujd7xHE085q6DpzPltc7wddFo3XZ5rx2fHUmKxW7bo1quwYbLjGc+sQcEEEAAAQQQQAABBBBAAAEE5o4AE51m6mfBdhFAAAEEEJjHAna9mT58CrZL1W5L2+VGu90t80a+7XLDPuNxafQGf9af+4Q62UlWLJYdKSLJyiVzu+T6wtev0FFvZLJTupAQQAABBBBAYBsKsGsEEFjQAme86C/KJCfFNYntyDVYHJFdcmnCmnjHc7TkcXcbXAflNc7wtdBo3Y7PDD0V17bsts2uddvKxe6W2ZbJdvlcxiQEEEAAAQQQQAABBBCYIQE2iwACc0aAiU5z5kfBgSCAAAIIIDD3BWyXg7Tb0na5qW53y7yhb3twkz/ro2n0Rn/W93uidMjea5Xfis5vR/ciyjiLjLOt1KPyz/9+hV76JiY7pQ0JgbkqwHEhgAACCCCAAALzVeDMl3xAl/7dt+PyIy4+8nlOveEnOtU4r08yKpOcHn/3wfVPXtsMX/+M1m0P3pvvs9vrKcViT61Hc7n2ypKEAAIIIIDAXBPgeBBAAAEEEEAAgdkSYKLTbEmzHwQQQAABBKYKzPkWu95cHz5Q26Vqt6XtcsPd7pbNDfss15dGb/hnff8nWQfvs06xtUhldyVz5HbJlS9k+E//foWOefN5YkEAAQQQQAABBBBAAAEEpkvgzIM+qEv/9ttx2RHXH3nhkVGUUevvwtEi2dZkPsnpCVs2ycmO7fRTXjPZbd22crG7ZbZlsl32nzFpzgtwgAgggAACCCCAAAIIIIAAAtMkwESnaYJkMzMhwDYRQAABBOa6gO1yiLbLDXZ7atncrM9yfSknNw2/lvUDnmS9ZO+1yu9Ol51ElnF+Y1rZGpVY1Yvs8/92uY59M092CiJWBBBAAAEEEEBgHgpwyAjMLYEzDv6gLvnr/24uO0qZWV6LxOXH4GAznnzHs7XkifcYPJ0pr2VGr22G67YH77W710+KxW7bolqus7IkIYAAAggggAACCCCAAALzX4AzQGB6BJjoND2ObAUBBBBAAIEFLWDXm+3NSdpt3XZptl1uwttTy7yxb3twQz/ro2ncgMCBT7YOeuY6SVYumdsll6K04j9LUehzX7tCx72NJzuJBQEEFp4AZ4QAAggggAACsyZw5qEf1mV//W3F5YYyq6VicVQjRdSsS97xbE1OwySnvDayY9tDKfdhO4u6336cDbZLW8YkBBBAAAEEEFhAApwKAggggAACCGySABOdNomJNyGAAAIIIIDAhgRsl5dtlxvu9tSyuXmf5frS2MlOT7FeUiY75XeoI+UjnMoTnXrKb1TXFLuP9n/418v08rfxZKfQYEUAAQQQQAABBBBAAIHNFDjzsI/o4s98q3+dUa898nojGmJL/euPiHJd8rZ9NzjJafSax/bgix9293pJsdhtW1TLdVWWJAQQaAWIEEAAAQQQQAABBBBAAIEUYKJTKpAQWLgCnBkCCCAwrQJ2vfnebNRu67ZLs+1yU96eWubNftuDG/xZH03jJztJL35GT5ZklzyCWEvoaJNKFq/9/b9erle8nSc7iQUBBBBAAAEEEEBgMQlwrlspcObhf6lLPvOtuKywIosUa4bKLFKULkmafOuzNPnkew6ua8Zdwwy32R6817bsmvJayK6xXUvFYjtyDd6n/mK7tPWrFAgggAACCCCAAAIIIIAAAotPgDMOASY6BQIrAggggAACCEyPgO2yIdvlBrw9tWxu5me5vjQ8KJDvyfrzniq98BnrVL5RXZ7opMxr1ovd9iLLFOHfffkyHf92nuwUFKwIIIAAAkWADAEEEEAAgfULnHnEX+riT32zvKFcb+R1RVxe5AVHr2bxWkY9Tbx5Hy15yr0GE5fyWiWvWcYlu14PNa/ZtW6PL2Mn5ToqSxICCCCAAAIIIIDAlgjwGQQQQACBxSDARKfF8FPmHBFAAAEEEJhmAbvemG82a7d126XZdrlJb08t80a/7cHgQNZH0+iAQdaf/1TrRc/IEQdLZbViMyXOwI66FKH1d1++XK96J0920qYsvAcBBBBAAAEEEEAAgUUqcOYlSFr/AAAQAElEQVSqj+mST30zriEqgG1lJQtlWDMpyiVveZaWPu3eg+uYvEZZ33WM7cH78j22ZdeU9UyKxa5tEZbXm9J2hiXZHrxWGsgQQACBLRXgcwgggAACCCCAAAIILAABJjotgB8ip4AAAjMrwNYRQGDzBWyXD9kuN+TtqWXe2LfdufmfbcNpdOAg689/mvWCp60rT3LKb1vnl63zS9aKoNQVL2Uc5d/8y2V6NZOdQoIVAQQQQAABBBBAAAEERgXOPOpjuujj/9m/nOgpv1KR1xT12iKvKyLlq3F9seTNe2vJUzf8JKe8XsnrGdud6xy7ez2k/mLX9qzazoKEAAIIIIAAAggggAACCCCAAAIbEdjaiU4b2TwvI4AAAggggMBCFrBdJjI152i3ddul2XZ5jz21HDcIkG3DqRksGG57wdOt5z+tF9tVSbKk/vYVS4TKpgj11/9ymV5zAk92SgsSAggggAACWyHARxFAAIEFJXDm0R/XxR//hvLaoZxYBHkNYUdeksprlrXkTftoyTQ8ycmOrY0kxWI7csl2Seovdrfeb6ZAAAEEEEAAAQQQQGAmBdg2AgggMOcFmOg0539EHCACCCCAAALzV8B2OXjb5Ya9PbXMCUy2O994zrbhNDzZKeNML3yG9bynKr9sHZki9SLuRRBrv4go1p4++8VL9SfvZrJTYLDOmAAbRgABBBBAAAEEEJgvAmcd80ld9LGvx+EOXTg0YS+CkurLS974TC15+sZ/XZ1dr3WGr2Ps2maPL2MP5TopSxICCCCAwHwR4DgRQAABBBBAAAEEtrUAE5229U+A/SOAAAKLQYBzXPACdr1x35yo3dZtl2bb5Sa+PbXMwQDbmzzZKd+f6YXPkJ7/NEmWFJ+3LSuWKCNXLaz876/++TK97j3nZzMJAQQQQAABBBBAAAEEFqnAWcd+Shd99D/KNYIiVyzOlFmUiosI21loyZ89U0uecZ/BdUp+4SKvQzYl2bmN9ae6K2cR+3JJpRKZ3a1H0/xZOVIEEEAAAQQQQAABBBBAAAEEZliAiU4zDLwpm+c9CCCAAAIILHQB2+UUbZcb+PbUMgcLbA8GEbI+moYHFjLOlJOdDnxK/dZ1r9dTROXJTrVULNlW02f+6RL96XvOizZWBBBAAAEEEEBg9gXYIwIIbFuBM1/2KV34ka/1rxfKFUPEGrmGiGuHuK6YfP0ztOSZmzbJyXbnOsZur3fymsZu67aVi13LjEkIIIAAAggggAACCCCwsAQ4GwQQmFkBJjrNrC9bRwABBBBAYFEJ2C4TmZqTttu67dJsu7zHnloODwJkPC7l5KbR9hc90zrgKbH52GbksX3JahZHnKnWP/1Pl+r172WyU9UgR2BOCXAwCCCAAAIIIIDAjAmcedynddFH/j22n9cGNSmvFKy6xLVEhra15PVP19K97zuYvDTuGiSvSca125a9/pQ7s53F4H2lEpnt0hYhKwIIIIAAAgtZgHNDAAEEEEAAAQS2SoCJTlvFx4cRQAABBBCYLYGFsR/b5URslxv49tQyBwwy2R4MLGR9OA0PKDTxi/e29n9Sfitb6tVCdemp/ldrUdGnPn+p/ux95/cbKBBAAAEEEEAAAQQQQGAhC5z1is/owg99LS4U8izz6iDDvGjIlG2R+uGS1z1NS/e533qvRYavS2x33mdPvb5RLHZtj7BcB2VJQmD9AryCAAIIIIAAAggggAACCCCwIQEmOm1Ih9fmjwBHigACCCAwpwTs9kZ+Hpjd1m1nU7nBb3ts2Qwe2O4MHDTtWTYTnIbjl+xj7fdklW0qlvh45oq9lKTI+6s++blL9Mb3M9lJLAgggAACCCCAwHwS4FgR2EyBs47/K134wa/lZYCazFKENVcsJYpsyZ88VUuf1Z3kNHzdkdce60u2Zbcp32e39dhNeb0pbWdYku3Ba6WBDAEEEEAAAQQQQAABBBBY7AKcPwIbEGCi0wZweAkBBBBAAAEEZkbAdtmw7XJD355a5sBAJtvrneyUrzepGYA4aB/rOU9clw9u6j/ZKb+xXVN+bztfyC9r93o9feLvL9Yb38+vsRMLAggsGAFOBAEEEEAAAQRagbNe+Vld8BdfjeuCvB6I9rwQiAuCrGXK64O4LIgWaclrn6ql+96/c+3RXGM01xzrK+2p1zOxt8G1ThNnSUIAAQQQQAABBKZDgG0ggAACCCCwmAUmFvPJc+4IIIAAAgggMLMCdr3h3+zFbuu2S7PtwQCA3Y2bgQTbnQGHpj0HHjIN1zM++FkTeu4TyyiGpNhmSZKi7K+yHVXrE/9wid7yAZ7sJBYEEEAAAQQQQAABBBaQwNmv/usyyUmy7EiKxZHkwX/KyNLS1zxFS589fZOcbMuuSbHYjlydNsViu7RFyIoAAtMrwNYQQAABBBBAAAEEEEBgAQtMLOBz49QQQGCzBHgzAgggMPsCtstObZcb/PbUMicuZbI9drJTvjacmolPB+87oWc/ISc75Xe1s1QsUda1fKs7v8GdX9/+6N9erLcy2Sl8WBFAAAEEEEAAAQQWvsDCP8OzXvM3Ou99Xynd/czyaa5xGZBhOfmM8yohG5a8+ila+pwHdK41mmuK4euM0dieeu1id9tyZ7azICGAAAIIIIAAAggggAACCCAwywILd3dMdFq4P1vODAEEEEAAgTkjYLtMZGoOyG7rtkuz7fIee3yZAwu2OwMQ2ZZpdCCiqR/y7Ant+3gptihFXpJLLjsCRYrStj76dxfrbR/kyU5iQQABBBa7AOePAAIIIDCvBc567d/qgvf9q6KLL0V3XxHYlhVLyaSoyvHfklc9Scueu/mTnPIaJJMdW1lPUiy2I5dsl6T+Ynfr/WYKBBBAAAEEEEAAgdkUYF8IIIAAAvNWgIlO8/ZHx4EjgAACCCCwcARsl5OxXQYA7G7ZDCIMlxkPp2ZyU9PW1A99zoT2eVx+X7t+b1u9iCPMb3VnnCnjaNZf/s3FevuHLijHQjZegFYEEEAAAQQQQAABBOaqwNmv+zud/54vZxc/Uun0K4JY4xogDzqaoqHUJ49/gpbt98DOFymaa4jmmmJcaXevVeyp9dyV7SxICCCAwLwV4MARQAABBBBAAAEEEJirAkx0mqs/GY4LAQTmowDHjAACGxGwXSYyNW+z27rt0my7vMfuljnIYLsMRNi1zLbhNDow0dQPe24+2ckqS3w21rKPyKRoLnXFEvFH/voivfPDTHYKDVYEEEAAAQQQQAABBOaNwNl/+vc6791f1qB/Xzr50cGPBtuRS0229JVP0vIDHlSuLZrriebaoalvqLQtO7Y5JikW25Fr8B71F9ulrV+lQAABBBBAAAEEEEAAAQQQQACBLRCYxYlOW3B0fAQBBBBAAAEEFpWA7cH52i6DAHZb5mCD7TIgYdcy24bT6ABFUz/0OdY+j1N+gVv5Re58ilNTyac5ZVt5IbIPffZCvfMj/Bq70GJFAAEEEEBgCwT4CAIIIDC7Ame//u917gn/EjuNXn2u/RRd+9KWff9oKt3/pa94gpbtz5OcAoYVAQQQQAABBBBAAIGtFODjCCCAwLYRYKLTtnFnrwgggAACCCxqAbtOXmoQ7LZuT43t2ma7M8nJrvXhiU4ZN5ObMs7U1PPJTns/TrIku+QRxBpxrBEoFpfXPvxXF+tdf8mTnQKEdboF2B4CCCCAAAIIIIDAtAmc/YZ/0HknfKn04SXXNYtIWVV09G3LknKS09IDNn+SU15TZLIte3yKzZfXmtJ2hiXZHrxWGsgQQAABBBaHAGeJAAIIIIAAAgggMCMCEzOyVTaKAAIIIIDAFgrwMQRSwG4HAuwa223ZDDIMlxkPp2ZyU9PW1A/fb0LPeIyU3+qOLIJYe70Sdr/x3dMHP3Oh3v1RJjvlz4SEAAIIIIAAAggggMBcEzj7jZ/Tue/4YnTjsz+fz2yKlGtJmcURl75+T0uOe7yWHfggNdcFeZ0wHGd9XLLb6xB7fBx7YSJTImxm4u0IIIAAAggggAACCCCAAAIIbIkAE522RG3bfYY9I4AAAgggsKAE7DpQ0JyU3dbtqbFd22xv1ZOdjth/Qs98rBWjEZFi7YeKMmqyLSsX6wOfvlDv/RiTnVKDhAACCCCAAAKzJsCOEEBgIwJnv+lzOvftX5BK391RWFKkXEvKTLFYy3KS0/MeVK4hmslMmzrJKd9vW/b4FDsorzWl7QxLsj14rTSQIYAAAggggAACCCCAAAJdAWoIILAFAhNb8Bk+ggACCCCAAAIIzIqA3Q4M2DW227IZdBguMx5OowMYTT0nOz390XEa+UXvflKUiiyf9lTCiOMdev+nLtR7P85kp7QgITA3BDgKBBBAAAEEEFjMAme/+fM6921f6BP0Sq+9ybOSffleyaQlxz5GS5/3oC16klNeV9jt9YfdjfMAbGdBQgABBBBAAIEZEWCjCCCAAAIIIIDAVIGJqU20IIAAAggggMC8FpiHB2+7801nu63bU2O7ttku38q2u2UOSAynZnJT09bUjzxgQk97tMq+YxMRKJb+tmWpNEYh6S8+eaHeHylCVgQQQAABBBBAAAEEENhGAue89Z8Hk5yixx5HYXkoz0qpR7b02Mdq+QseMuOTnGzLdhxFXW136rWVHIEZEGCTCCCAAAIIIIAAAggggMAiFGCi0yL8oS/2U+b8EUAAAQTmn4DdDhTYNbbbMicw2e5Mesq24dRMbmramvqqAyf11EdJzTe+I4o4vw/eizDLKBQp3vDej5+v93+SJzsFBysCCCCAAAIIIDDnBTjAhSeQk5zyaU7NE1ijx54ddWWvPduiUtd4YelLH6NlL3jwjE9yWnjKnBECCCCAAAIIIIAAAgggML8EONrFJ8BEp8X3M+eMEUAAAQQQmLMCdp281Byg3dbtqbFd22x3JjnZtd5MamrKZnJTU2/KVQdO6GmPshRrZo7AqsugjG062t/38Qv0F59islPVIUcAgXkswKEjgAACCCAwrwTOefsXdPZb/qkcc/bLXaLI+v10O1sixbosJzm9kCc5hQ4rAggggAACCCCAAAIIIIAAAgtOgIlOC+5HygkhgAACCCCwcAVsy3Y5QdslttsyJy7Z7kx6yrbhNDzZKeNM+fqq503oKY+08ivgPeV3wiMcWmtLL1/Wez92gT746QuHXiVEAAEEEEAAAQQQQACBmRI49x3/orPf+LnSF8991L55RplqrXmi09KjHq1lL5r5SU65ZxICCCwEAc4BAQQQQAABBBBAAAEE5psAE53m20+M40VgLghwDAgggMAMC9guk5ia3dhuwtJu17rtQd2ucU5asr3Jk53y/U066nkTetIj6nYiV2xcuTgyyyUvRWTv+ej5+tBnmOwUKKwIIIAAAggggAACC1VgDpzXuSf8i8564z/GkVjRzVfkJUVDlDV3FLa1dNWjtfzFD52VX1dn515jx7Halu2IWBFAAAEEEEAAAQQQQAABBBCYhwLz7JCZ7JXXKAAAEABJREFU6DTPfmAcLgIIIIAAAotVwG4HDmwPBhLsGtttmROXbG/yZKfmqU75uZe+YFJPeFh+Kzyf3hRJ9Yvj2ZJRL5sii1Xv+sj5+vBfMdkpiFgRQACBRSnASSOAAAIIzKzAOSd8SWe+/h+Vfe/sj+dTm0qpzLN3HvuPF7O29MhHavlLZn+SUxwBKwIIIIAAAggggMACF+D0EEAAAQTmlgATnebWz4OjQQABBBBAAIEhAbtOXmqabDdhmehk17rtQd2ucU5asr1Fk52OeeESPenhlpRJZXGJI3dU+yk2XyY7feSzTHYKldGVOgIIIIAAAggggAACWyxwzru/pLPfkE9ykrLfbbkGUbok1SVeXHbEo7T8oIfxJKcqQo4AAgjMtgD7QwABBBBAAAEEEEBgVgWY6DSr3OwMAQQQaAQoEUBgSwVsDz5qW7ZL3XaJ7bbcmslOL31hPtmpbLpk+S3xflAK5ZOdIspvlZ/wofP00b9mslNwsCKAAAIIIIAAAgggsNUC577nX3XW6/5B2dcuG+v3vWsfPCuZyitadvgjtPzg2Z/kVPe+KTnvQQABBBBAAAEEEEAAAQQQQACB6RSYmxOdpvMM2RYCCCCAAAIIzHsBu05eak7EdhMOJjdlg+1B3a7x1kx2OuZFOdkpthMbr3kGGUVyxLHaEUR6x4fO18f+5qJoYUUAAQQQQACBTRbgjQgggMCIwLnv+4rOfN3fKzr2sTqSJEuZotsdRVQykOokp0Me3nmSU/b/N5ZsD578alv21KRYbEdeV7sb2229voMcAQQQQAABBBBAAAEE1ivACwgggMA0CjDRaRox2RQCCCCAAAIIzJ6A3Q4s2C6DE7l3u8Z2W+ZAh+3BYEbWR9Pk5GR5PduH45zs9LiHqnybPJ/qlN8qrynbMvUyK+ntHzhXH/8bnuwklmkTYEMIIIAAAggggMBiEshJTme85m9L3zo64LFGD3zQ3c44kiL1elp66MO1fMwkp+G+fPbtR5Pt0u+32+sFuxsrFtuR19Vu49pCjgACCCCAwPQKsDUEEEAAAQQQQACBTReY2PS38k4EEEAAAQTmlAAHswgF7O4Ag93WbU/7ZKdmkOTYFy/R4x4a21ckB3w/xS5lRyVTNkf59g+cp0/+HU92Cg5WBBBAAAEEEEAAAQQ2WeC89/+bznzt37X96+hb29HXji1kYVnKQNKyQx+uFYc9YsqTnJr+++jkpqZue6snOdlxHGKZZQF2hwACCCCAAAIIIIAAAggggMBAgIlOA4qFFnA+CCCAAAIILEwBuzuwYLd12zH24XLitktst2UOcNgeDG5kfTSNDo409Ze9ZIke82BJvUi59st8upN6tZJxRm99/7n65N8z2SmZSAgggAACCCAw0wJsH4H5L3DeX/ybTn/135SudvapyxlFH7uNsyV62rHmU5w2d5KTXa8Jsu9v19ieWuZebGdRkt3G2WB369lGQgABBBBAAAEEEEAAAQRmR4C9IIBAI8BEp0aCEgEEEEAAAQTmjYDdHWCw27rtMsEpT8ausd2WzeDGcJnxhlIz2em4g5bosQ/J7lNuL/eguq/YfgSxRrtisfTWPz9Xn/4HJjuFBisC21aAvSOAAAIIIIDAnBY47wNf0+mv+ttyjNGNLn3qWnGJs6stZ4u17OCHavnhm/ckJ9vliw7Z37cte3xSLLYjr6vdxtlid+vZRkIAAQQQQACBOSTAoSCAAAIIIIDAohGYWDRnyokigAACCCCAwBSB+dxgdwca7LZue70DGLbLQIfdLXPgo0k5sSlTU8+yqb/soEk95kEqD3Hq9bIsWQbR1ivfQm+yN7/vHCY7iQUBBBBAAAEEEEAAgfEC537w33Xa8X8dL2afOrrUGdVOdlSibx1xrNHPlpYe9BCtOOKRm/Xr6myXvn/25+31XyMoFtuR19Vu42yxu/VsIyEw3wQ4XgQQQAABBBBAAAEEEEBgoQhMLJQT4TwQmAEBNokAAgggMMcF7O6Ag93W7RrbHjvpqRnsGC4zHk7N5Kamrakfd/ASPfrBuV2VbUemXOxoy6CkjK23vO8c/dXnLi4tZAgggAACCCCAAAJzUoCD2gYC5334P3TG8X/d70pbqqvsDGqyo5S07CUP0cojH7VZk5yaPnyWtst27allbL68lmUm21kMkt2tD14gQAABBBBAAAEEEEAAAQQQmG8CHO8CEWCi0wL5QXIaCCCAAAIILFYBuzvwYLd1u8a2y+CF3S2bQY/hMuPh1Exuatqa+ssPXqJHPtDqNV8xjx9Axr0o69orD3bK+pvec7Y++3l+jV11IUcAgfknwBEjgAACCCAwvQLnfeTrOu3lnx30l1Wimmefuuwt+tkZL3vxg7Vy1eZPcrJdnuZkd68B7LauWGxHXle7jbPF7tazjYQAAggggAACCCxcAc4MAQQQQACB+SHARKf58XPiKBFAAAEEEEBgAwJ2dwDCbut2jW1P+2SnVxyyRI96YHSnYtux8VhjH3mcrllpVlasN777HP31P/Fkp5QhIYAAAggggAACCCxegfP+8j912sv/qgDUnnLNs6FE2YkuFWv5ix+ilUc9ukxYar54kGXz5YOMxyXb5TO2ZY9PisV25HW12zhb7G4920gIILDIBTh9BBBAAAEEEEAAAQQQmBMCE3PiKDgIBBBYsAKcGAIIIDBbAnZ3IMJu63aNbY8d6MjBEduDwZCsj6bRwZSm/opDl+gRD5DU/8Z5PsGpfiG9F02RSiVaY/2zd52tv/1nJjuFFisCCCCAAAIIIIDAAhPYlNM5/2Pf0B9e9pnoO+e7a185n9pUGqK/HGvpQ0emZS98kFYc9ajSR2/63tlHH46zPppsl8/Y4/v+tpWLXcvReFw920gIIIAAAggggAACCCCAAAIIICDNBQMmOs2FnwLHgAACCCCAAALTImC3gxW5Qbut2zW2Pe2TnY4/bKke8cCJut3ccUmxH2UqFUWYq95wwtn6uy8w2UksCCCAwOIS4GwRQACBRS9w/se/qT8c+5nSJ64Y2VeO5KxFVlfZ1vIXPlgrj65Pchqe2DQcj5vgZJtJTmJBAAEEEEAAAQQQ2IYC7BoBBBBAYBYEJmZhH+wCAQQQQAABBBCYNQE7RkiG9ma3dbvGtssAit0tc7DE9mBwJOujaXRwpakff+gSPewBLs9vUln631Avcc2ab6i//p1n6e+Z7FRRSk6GAAIIIIAAAgggsJAFzv/EN/X7l35K+fSm7BPXc83+cnmWU1Rra+ZLn/f/tOKlmz/JKfvtdrd/b3frsaNyHZBlJttZDJLdrQ9eIEAAAQQQmCYBNoMAAggggAACCCCAwNYLMNFp6w3ZAgIIIDCzAmwdAQQ2W8DuDlDYbd2use0yyGF3yxwgaZLtMumpqTdlM7mpqTflKw9booc/ILpXViyu25dLHFmNYpuK6E/febb+8V8uEQsCCCCAAAIIIIAAAgtZ4IJP/Zd+/9JPS9EPti0rln6WhUuLo1Fa9rz/p+2OfWzpgw/3uYfjpu/dlLbL+4frtmV3k2KxHXld7TbOFrtbz7ZZT+wQAQQQQAABBBBAAAEEEEAAAQQ2KhAjcRt9z5x+AweHAAIIIIAAAgiME7C7AxV2W7drbHvKAIjdtuVgie3OwEm2ZRoebBmOX3n4Ej3kvlZ+N71+Yz2/lx6pruVb7JHFyz39ydvO1Oe+xGSnwGJFAAEEEEBgowK8AQEE5p/ABZ/+L/121SdK3zf7wLV/HOcRfeNoVD7TKdsyXn7glk9ysr3Bfn3ssbyeZSbbWQyS3a0PXiBAAAEEEEAAAQQQQACBWRdghwgggMDGBJjotDEhXkcAAQQQQACBeStgdwcs7LZu19h2GfSwu2VOZrJdJjnZtcy24TQ8wWk4fvWRS/Xg+04othhJsVgZRC478pKiKcqc7PT5LzPZSSxbK8DnEUAAAQQQQACBOSVwwWf+W79b9Uk5/lP0e6WIorSaxdmiaFJOclr5ss17klPTL7c96LPbsc2RpFhsR15Xu42zxe7Ws42EAAIIIIDAHBbg0BBAAAEEEEAAgUUvMLHoBQBAAAEEEFgEApziYhawuwMXdlu3a2w7Blimphw8sT0YOMn6aBqe4DQcv2bVUj3oPvnddMVSvrKuzJtvrGelfoNdeu1bztTnv3xxvI8VAQQQQAABBBBAAIH5L3D+X31bvz3iE+VEss+bfd/sGWdfOPvE5YXIMl62/wO0uZOc7Lbvnv1zu63bbRy7KP38LDPZzmKQ7G598ALBPBbg0BFAAAEEEEAAAQQQQAABBBa6ABOdFvpPeFPOj/cggAACCCCwwAXs7gCG3dbtGtsugyB2t2wGTobLjIfT8ASn4fjVq5aVJztJVi6Z2yWXorTiP0tR6LVvPUtf+MqlYkEAAQQQQAABBGZMgA0jMAsCF/z1/+j3R3xC0d0te7OjwxtrNtiWs7Vk0vL976/tXv648sWC4X70cDzc7x6ObZfP2ZY9NSkW25HX1W7jbLG79WwjIYAAAggggAACCCCAAAILQoCTQGCBCzDRaYH/gDk9BBBAAAEEEKgCdncgw27rdo1tjx0kyQEV24OBlKxvKDUDM5OTE3rVEUv1wPs4v8Bevsie32JXrxf1XhSZSliyV73pdH3hK/waO7EgsI0E2C0CCCCAAAIIbJ3ABX/zHf3m0I91+rlT+r+5i+gOL3/u/TZ7kpPtQX99YmJiENttu+3cQ3mtBJHZtS3CstrdemkkQwABBBBAAIFFI8CJIoAAAggggMD8FpiY34fP0SOAAAIIIIDALAksiN3Y3QENu63bNbZdBkXsbtkMpAyXGTdpcnKyTIQarS9ZMqFXHZmTnSbkULQjL0myI5aiVCwRR/1VbzpDX/wqk50ChBUBBBBAAAEEEEBgHglc8Lff0W8P/Vjt20a/VrV7G0U/yCjao6Zlz7mvtjv+8aX/PNyPHo6bfvVoabt8zrbsqUmx2I68rnYbZ4vdrWcbCQEEOgJUEEAAAQQQQAABBBBAAIE5LTAxp4+Og0Ng3ghwoAgggAAC80XA7g5s2G3drrHtsYMmOchiezCwkvXhNDow09SXLplQ/hq7B9zL5dvtymc79SLPJzsploijVtao6ZVvPENf+hq/xi4tSAgggAACCCCAwNwS4GjGCVz49/+r3xzy0frScN824l7p+0YQZT7dKSc5bf/KJ5Q+ddNfHu5Tj4vttn+er9tt3W7jPADbWZRkt3E22N16tpEQQAABBBBAAAEEEEAAAQQQmCpAy1wWYKLTXP7pcGwIIIAAAgggMCMCdneAw27rdo1tT+tkpyVLXCc73Tu7X1ZsPFZHkmRJZX9RyLKt499wur7870x2EgsCCMwvAY4WAQQQQGDRCVz4D9/Tbw76S0Uvtp579GWVNUtRyI6gn5Y/+75a3ySn9U16sl0mRdltabts125LxWI78rrabZwtdreebSQEEEAAAQQQQACBLRTgYwgggAACCGxDgRxp2/5nte4AABAASURBVIa7Z9cIIIAAAggggMC2EbC7Ax12W7drbHvKAIrtKQMt+a3y4TQ6SNPUly6d0KuOWKr73cNSrxdrphKWLL/hHi21XdIrXn+6/pXJTiHBigACCCCAAAIIIDAXBS78x+/pVy/5iMrzmrJ/G1H2aaNDm2s/xavx2vJn3Vvbv2r8k5ya/vJwnzpj21P63ran9NEVi+3I62q3cbbY3Xq2kRBAAIGZFGDbCCCAAAIIIIAAAgggMHMCTHSaOVu2jAACmyfAuxFAAIFZF7C7Ax52W7drbHvKQIrtKQMuORAznEYHa5r68uWTetWqpbr/vSb721WUiqXuJwJFFCkj6eWvP11f/fpltUKOAAIIIIAAAggggMAcEbjo8yfq1y/OJznVA7JrLzYKKTM3hbX8WffR9q9+YulDT05OlrLpOzf95KbelLbL++y2tB2b7ibFYjvyutptnC12t55tJAQQQAABBBBAAAEEEEAAAQQQmHGBGdvBxIxtmQ0jgAACCCCAAALzQMDuDnzYbd3uxrY7Ays5CGN7MABj1zjbM40O2jT1FcsndfwRS3Tfe7h8y109xdKrcUSqDSXK+GWvO01f/U9+jV0fhAIBBBBY4AKcHgIIIDD3BS76pxP1yxd+KA60dGSjzF5rPy5FZLHmC8v2uZe2f830T3LKbWeynUVJdhtng92tZxsJAQQQQAABBBBAAIG5IcBRIIAAAghsqQATnbZUjs8hgAACCCCAwIIRsLsDIHZbt92Z3GR36zmhyXaZ7JTxaGomNzXtTX3likm98shlut89ojtmKXaSqxz/KbanWGpRWnTcn5yur32DJzspXFgRQAABBBBAAAEEtp3ARf98kn71wg+r9FJrhzViRbLKEm3OmqVle99LO7z2SaWv3PSDR/vFTb0pbZf3221pW/b4pP5iux/Vwu7Ways5AggggMC8EeBAEUAAAQQQQAABBBBYj0CMrK3nFZoRQAABBOadAAeMAAJbLmB3B0Lstm53Y9udgZYclLHdGZDJtiatb1Bn5YqJMtnpPneLLlkvn+gUSZEyluoTnkpc24597R/0tW/wZKegYUUAAQQQQAABBBDYBgIXfeEk/fL5H4x+avRPo98aQa4ZRVnbetl/jbTsGfeckUlOzWnbbsLSNx9UIrDb16K6IFdOCgEEEEAAAQQQQAABBBBAAIHFKhCjaovm1DlRBBBAAAEEEEBggwJ2d0DEbuu2ywCKPb7MSU22B5Od7Bpne6b1TnZaOaFXrlqme999UrED5eLIMkWhbLPiPysW69jXnqZ//yZPdgoMVgQQQAABBNYnQDsCCMyAwEVf/IF++fz8dXXO3mmk3EnEzjJS9H8drVFo+TPvqR1e9+TSN15fPzj7yMPJdnl/02bH1jaQ1F9s96Na2N16bSVHAAEEEEAAAQQQQACBBSjAKSGAwCIVYKLTIv3Bc9oIIIAAAgggMF7A7g6M2G3d7sa2ZbcpB2VsDwZo7DbO19Y3yLNdTnY6cpnudVcrl15mg9T/ZnypxyuxHvOaP+g/vsVkp0JCtgUCfAQBBBBAAAEEENg8gYv+5WT94sAPqjy6KbLaQ81tROc0i5JqvOxp99jiSU62O/1ru62XXURmO/K62m2cLXa3nm0kBBBAAAEEFq8AZ44AAggggAACCCxMASY6LcyfK2eFAAIIILClAnwOgRCwuwMkdlu3vd7BF9tlkpNdy5zcZLdx1kdTM/lp++0myq+xu/fdJsv2FYsjSR78l3FUctUxr/6Dvv5fTHYSCwIIIIAAAggggMCMClz0pR/qlwd+UNGtlaxYLDuSXOLI+pG17Gl3146vf0rpEzf93Kb/O1pv2m2X9w/Xbcsen9RfbPejWtjdem0lR2ADAryEAAIIIIAAAggggAACCCAwLwUm5uVRc9DbTIAdI4AAAgggsFgE7O5Aid3W7W5suzMQk4M0tgcDNnYbjxvgadp22H5Srzhiqe75xxPK78Nnyq/Nl2/M97IWKdeSenrpK3+v/2Syk1gQQAABBBBAYPoF2CICKXDRl3+oX+z/F+pFXzTW7JpGc6/W+z3W6JqWaNlT7rZVk5zsbp/arvXYYVltlzIzu43H1bONhAACCCCAAAIIIIAAAgggsHEB3oHAfBRgotN8/KlxzAgggAACCCAwKwL2+gdQbHcmN9nd+pZOdtpxh0m94silusddmm5abFeRYvuKsqyOKOuRjn7V7/WN/+bJTmJBYHYF2BsCCCCAAAILXuDif/2RfrH/B1T7n86ixJllLVONpRVPvbt2/LOnDib6Z1+4Sc2k/qbelLYH77djaxtJ6i+2+1Et7G69tpIjgAACCCCAAALTIsBGEEAAAQQQQGAOCjQjaHPw0DgkBBBAAAEEEJifAgvrqO3uwInd1u1ubFt2m3IQx3ZnACfbMo0b8GnadtphUq86arnufmcrvzZfvyVf8/y6fInyK/UlkI46/vf65reZ7BRYrAgggAACCCCAAALTIHDxV36sU577/rql6HOWJzplLeLR/umyJ99VO7yh/XV1TZ92fX3ebLfd6SPb7vSjbatZ7PFxvm63r2WdhAACsy3A/hBAAAEEEEAAAQQQQACB2RdgotPsm7PHxS7A+SOAAAIIzDsBuzuAYrd122VQJk/KrrHdluMGcrIt0/AgUNaH0447TOiVR63Q3e48IcfG3c+zcNZjHxkrSttlstO3/ufyeIUVAQQQQAABBBBAYE4IzNODuPirP9apz31/dDOz1xknEX1N21HPOJJqHLmWPemu2umNTxtMWhruz66vr2t78H47trKRpP5iux/Vwu7Ways5AggggAACCCCAAAIIIIAAArMswO5mXWBi1vfIDhFAAAEEEEAAgXkoYHcHUuy2blu2y1nZLrHdljngY7szoJNtmUYHgIbrO+04oVeuWqG73nlC+S36/PZ8eaJTL6LyRKcSlNeyuurlv9O3/ocnO4kFAQTmhQAHiQACCCAw9wQu/upPdMqz3x/9y/H9zeyLxivxek/LnngX7fSmOskp+7CZsn+baTjOepNsd/rEdttntttYsdiOvK52G2eL3a1nGwkBBBBAAAEEEEBgbgpwVAgggAACCEy3ABOdpluU7SGAAAIIIIDAghWwuwMqdlu3XSY45cnbNbbbMgd3bHcGdrIt0+hA0OTk5OB9O+80oeOPXF6e7CS5rlnEtpRJisKyYols1ct/r//+Dk92Cg1WBBBAAAEEEEAAgc0QuPhr/6dTnvN+Zccyu5l2dC4zScoiahEoFmv5E/5YO7356aXPuqG+bPZ1m2S7vD/rtmOb45NisR15Xe02zha7W882EgIIIDCPBTh0BBBAAAEEEEAAAQQQ2EyBic18P29HAAEE5oAAh4AAAghsOwG7O7Bit3XbZcAmj86usd2WzaBOlpns+lrGo2l4wOhGO0/oFauW64/v6PwCffkifXnCUy/3FE29XmlrsiOO+63++7tMdqo65AgggAACCCCAAAIbE8hJTj/f933xtuhg1rU8tSkayhrdzaarqeVPuIt2estsTXKK/m85gprZ3XptJUcAAQQQQAABBBBAAAEEEEAAgfktsHlHz0SnzfPi3QgggAACCCCAwGAyU0NhtwMutgev2zW22zInNNkefJu9qefEpkxZb9Jw/cY7T+r4MtlpQpZkRx5rBLE6kiQrFsu2jnzZ7/Tt/2WyU4CwIoAAAgtXgDNDAAEEpkHgkn//qU7Z988VvcjYmhVBrrIjVixR2o66mOQUHKwIIIAAAggggAACCMy6ADtEAAEEEOgITHRqVBBAAAEEEEAAAQQ2ScB25312W7cdA0Eur9susd2WOZHJ9pTJTtk+mjqTnW40WZ7sdOc/cv2Gfflqfa/EGTZfs8+nPUWrjjj2t/qfRTzZSSwIIIAAAggggAACGxS45D9+pp89673RjYzeY9OhzCc6lVSyfHxo6W8ue+ydeZLTBjV5EQEEEEBgWwmwXwQQQAABBBBAAIHFJcBEp8X18+ZsEUAAgUaAEgEEpkHAdmcrdlu3XSY45RvsGtttmROabG/2ZKddbpyTnVbozneIblx8XpZsy4qlnzlqmRTl4cf+Vt/5Hk92EgsCCCCAAAIIIIBAR+CSr/9MP9vnvdGWPcdIjjD6j2WN2C6Zsr78sXfSzm97Rum7Dk/Ezz7taD3bMtku729i27KnJsViO/K62m2cLXa3nm2kzRLgzQgggAACCCCAAAIIIIAAAggsKIEYIVtQ5zNNJ8NmEEAAAQQQQACBTROwuwMvdlu3XQZzckt2je22bAZ9stxYGh5Auskuk3rFkSt0pz+Krlz5on1PUajJMq4tGUmHHfNbfff7THbKnwMJAQQQQACBrgA1BBanwCX/+XP9bO+c5JTnnz3HTDXOPmX2IvMpodmy7FF31M5vf2aZtDTcJ83+62g92zLZLu+3276vPTVWLLYjr6vdxtlid+vZRkIAAQQQQAABBBBAAAEENl+ATyCAwEISiNGxhXQ6nAsCCCCAAAIIIDD7AnZ3AMZu67ZnZLLTrjeZ1MuPXK47/dFk2X7sRrJisTKOvMSRyZEd9tLf6n9PvCIiVgQ2Q4C3IoAAAggggMCCE7jkG6cMJjllv1HRW3Q/ZRxhrrKtZY+6g270zr3LpKXRSU2j9ZzglMl2eX/GmezY+pikWGxHXle7jbPF7tazjYQAAggggAACMyTAZhFAAAEEEEAAgXkkMDGPjpVDRQABBBBAYE4JcDAIDAvY3YEYu63bLgNF+X67xnZbNgNAWW4sDQ8o7XaTSR135DLd4XZWr3ztPvfQizhSfhU/UraXlyI45Ohf63tMdkokEgIIIIAAAgggsCgFLvnmKfrpM97d7y8qymSofcf6BKfoOeYaaWsmOdltX9eeGudebWdRkt3G2WB369lGQmBbCrBvBBBAAAEEEEAAAQQQQACBuSPARKe587NYaEfC+SCAAAIIILDoBOzugIzd1m3PyGSnm+66pDzZ6Y63j26dk9xq/lNGVllsZ0052en7J11R2sgQQAABBBBAAIFpEGAT80Tg0m+dqp8+4z3laB15pihideknRnexxFHRig08yWl9E/Nt8yQnsSCAAAIIIIAAAggggAACC1aAE0NgzgjEiNicORYOBAEEEEAAAQQQmPcCtjvnYLd127JdXrddYrstc9DIdmeAKNvGpeEnO910t5zstEJ/tFd27frfyFdPKimKWLM1itJ08Kpf6/s/YLJT8SBDYMYF2AECCCCAAALbXuDS//qF/u9p74q+YPYRo+gcUvYUM2VjT8sf8Ufa+YT66+o21g9tXrdd+rB227e1p8aKxXbkdbXbOFvsbj3bSAgggAACCCCAwPwQ4CgRQAABBBBAYLYEcjRstvbFfhBAAAEEEEAAga7AAq3Z3QEau63bLhOc8tTtGtttmYNFtstAUcYbSt3JTvlr7Jbr9ntNlu3HFiVZuWTufqzYdqZDVv1aJ53MZKf0ISGAAAIIIIAAAgvra10kAAAQAElEQVRZ4NL//kWd5BT9QDt7hZGizHOuRdRV0/KH30E3etc+pS+afc1Mw/3R0Xq+Zru8325LO7Y3khSL7cjrardxttjderaREEBgAQlwKggggAACCCCAAAIIIIDANAkw0WmaINkMAjMhwDYRQAABBOavgN0dqLHbum3ZLidnu8R2Ww4PGGW8oTQ82LT7TZfo5atWaK/bWPU7+b3ydf3I1euVvJYRx6qXHPFrJjuVnwIZAggggAACCCCwbQVmau+XfvuX+slT3hV9wNhDdACzT5j9xFpGVzG7iKXn2NPSh+6lG727PslpuI/Z9EXHtdlmkpNYEEAAAQQQQAABBBBAAAEEENg0Ad41PQJMdJoeR7aCAAIIIIAAAghMEbDdabPbuu0ywSnfYNfYbsscULJdBo4y3lAaHnTa/aaTevmRK3S722Q3z1KsisXOwKqFpVwjHXTEr/WDH14pFgQQQGAOC3BoCCCAAAJbIHDp//xK//eUd6np9w0F0eRI6i/W8ofdXru8d9/S9xzuWzZ90HFttsv77ba0Y7tDSf3Fdj+S7DZWLHa3Hk2sCCCAAAIIIIAAAotTgLNGAAEEEEBgkwQmNuldvAkBBBBAAAEEEEBgiwTs7sCN3dZtDwZ67BrbbZkDS7bLAFLG49NEeX148GmP3ZfouCOX67a3tpqlfFk/KyWILFZFym/0v+TwX+nkHzHZKXlICCCAAAIIIIDAQhC47Du/0k+e9M7o7pUOnyKI0+rHEfUbSrT8IbfTjd/zrNKnHNffHO5nNq/bLu+329J26dvatVQsdhtHtbyeZZNsNyElAggggMBGBXgDAggggAACCCCAAAIIpAATnVKBhAACC1eAM0MAAQTmgIDdHcCx27rtwYCPXWO7LXMwyXYZSMp4Q2l4EOrmeyzVcatystOELJWkXGJbjloUikK2S/niw3+lH/6YyU5iQQABBBBAAAEE5rnAZd/9tX78pBMUHT05/7MURSSrdv1cYsVSJjm9r53kNNyfzH7naD3bbJe+qd2WtmPbbVIsdq1HWFbbpWwyu1tv2re45IMIIIAAAggggAACCCCAAAIIILDwBeIMJyKxIoAAAggggAACCMywgN0dyLHbuu0yMJSHYNfYbsvhAaWMN5SGB6P2LJOdVujWt7R6vXx2U6QsS1K0Zcpv9tf0okN/qR8x2Sl/DCQEEEBgwQlwQgggsDgELvvfX+tHT3hHdvJKKn3A2tWLvl+/L6haLnvQXroxk5wWxx8MzhIBBBBAAAEEEEBg0QhwoggggMBiEGCi02L4KXOOCCCAAAIIIDAnBGx3jsNu67anbbLT8ESoPfdYouOOWqlb32pCsQfFblQyN0U/kGVbOdnpxz9ZdE92EgsCCCCAAAIIIDDfBS773m/04ye8s/TpIpMca/TvahlxE0ha/qC9tMv79y1PZsq+4/Bk+XH1bLNd3m+3pW3ZbVIsdq1HWFbbpWwyu1tv2ikRQAABBBCYBQF2gQACCCCAAAIIILAABCYWwDlwCggggAACMyrAxhFAYDoF7O7Ajt3WbZeBotyfXWO7LYcHmDJeXxodqNpzj0m9fNVK3eoWlnqx9V5ksWbcq1k21m/5R/TCQ36p//vpVRGxIoAAAggggAACCMwHgctP/J1+9Ph3ZM+u9OlKpy/6e4O+XsS1radlD7wtk5zmww91mxwjO0UAAQQQQAABBBBAAAEEEEBg7gsw0Wlrf0Z8HgEEEEAAAQQQ2EwB251P2G3d9rRPdsqJT7fYc4leduQK3eqWk4od5BplrLE/WVKUtmXV5QUH/0I//dnVtUKOAAIIIIAAAhIGCMxRgStO+p1++Li3l6PLvpxdcilKK/6zFEUka/n/u61u8hfPLk9myknz2U/Mskmj9Wy3Xd5vt6Vt2W1SLHatR1hW26VsMrtbb9opEUAAAQQQQAABBBBAAIE5JcDBIIDAnBeYmPNHyAEigAACCCCAAAILUMDuDvTYbd12GTjK07ZrbLfl8IBTxutLowNVt7zFEh17xDLdck+rPNSppyhLlkGJo5a7LfELDz5VP/05k50KCNlGBXgDAggggAACCMy+wBU/+L1Oftw7Sl8uH+eUfbledvRKpVf6dFnNtOz+t9YuH2CS0+z/lNgjAggggAACC0uAs0EAAQQQQAABBLa1ABOdtvVPgP0jgAACCCwGAc4RgbECtjvtdlu3Pe2TnXLi061uuVQvW7VCt7zFRGxfir1EZimj3KeaxVq3TnrRwafqZ6cw2alRoUQAAQQQQAABBOaKwBUn/0E/fPw7VDpteVDRpYtVdsmlKOzMpOX3v7Vu8sHnlCcz5ST57Bdm2aTRum3ZLu+329Ku7XYtFYvdxlEtn8uySbabkBKBxSDAOSKAAAIIIIAAAggggAACCMywwMQMb5/NI7AJArwFAQQQQACBxStgdwd+7LZuezBQZNfYbsscmLJdBqAyXl8aHrjK+Fb5ZKcjV2jPm0+oF//lqsjy2//5FAD1l4zXrO2VyU4/Z7JTX4UCAQQQQAABBLZcgE9Ol8AVP/yDTn7827VuzbroxbVbzf5b9umyb5cvZF9v2X1vpZt8aNMnOQ33KW2Xvqbd9kHtGisWu42jOui7ZpzJdhYkBBBAAAEEEEAAAQQQQACBRSXAySIwswJMdJpZX7aOAAIIIIAAAghsVMDuDgDZbd32YMDIrrE9tRwekNpYnJOdbn3LJXrZkSt0i5tHd9BxiM02I1TWo8zCUVmzRnrxob/QKafyZKdgYUVg5gTYMgIIIIAAApsgcMWPTtMPn3CCeqvXKbpwyv6aIlcszpSNWY8yJznt+uHnlslK2UfMfmCWTRqt25bt8n67Le3abtdSsdhtHNXyuSybZLsJKRFAAAEEEEAAAQSGBYgRQAABBBBAYKsEYmRrqz7PhxFAAAEEEEAAgVkRWOg7sbsDQXZbtz0YOLJrbNeyGaSyu/WmvSlHB7GyfutbLdGxR67UzXe31OvFGimh81EAyjhStMeLuuH6dXrxIb/Qqb9gslMSkRBAAAEEEEAAgW0hcOWPT9fJj3+H1l2/OnZf+2qRlzi6b7mWPl1kWnafW2pzJzk1fUfbg8lOtktf1K6lYrHbOKrl9SybZLsJKRFAAIHNFuADCCCAAAIIIIAAAggggMCGBJjotCEdXkNg/ghwpAgggAACC0DA7g4I2W3d9mAAya6x3S1zYMp2GZTKeDTl5Kbhtqzf5tZLdOyqlbr5HpNl+1azWOU/Zz2yWG+4oU52+sUvr8lGEgIIIIAAAggggMAsClz5k9N18hPeqd71a/p7de2v9WtRyVW2tfy+t9KuH1n/k5yG+4QZ2x70Ie0a27H9kaRY7NoeYVltl7LJ7G69aadEAAEEEEAAAQQQQAABBBBAAIFNFuCNGxCY2MBrvIQAAggggAACCCAwywJ2d2DIbuu2y8BVHpJdY7uWwwNUtgcDVdk+nHJy02j9trdeomOOXK49bubyFACVZfBsgKj18qFO5bXrrlurlxxyqpjsFCysCCAwBwU4JAQQQGBhClz5f2fo5CeeoLXX3lD6ZPUss7+WqdYyj16blt5zT91kI5OchvuEtgd9R7vGdu1j2m2pWOxaj7CstkvZZHa33rRTIoAAAggggAACCCAwvQJsDQEEEEBgMQsw0Wkx//Q5dwQQQAABBBCYkwJ2d4DIbuu2t3yy08REGcQaHtjKSU9Z3+s2S8uTnfbYvekexn5Cp8ll5Srbuva6dTro0FP1y1/xZCexIIAAAggggAACMyxw5U/P1A9zktM1N5S+WHTLpH5mu4b9fNk999RuH9u/9Pmafl6W60u2B++1a2zHNkeSYrFre4RltV3KJrO79aadEgEEEEBgGwiwSwQQQAABBBBAAAEEFrBAM5K1gE+RU0MAAQQ2TYB3IYAAAnNJwO4OFNlt3bZsl8O1XWK7ljmIZbsMWNm1zLbRlJObhtuyftvbLNGxR67UzW42oXyEUz4foNfL5wJEqqtKPdquuWZtmez0q18z2SmwWBFAAAEEEEAAgRkRuPJnZ+rkJ7xTa666Lrpn0TuLflh0yyLO3Q3V1dPSe9x8g5Ocsr+XKfuAdtt3bOpNadfX7Frmnuw2bupZNsl2E86LkoNEAAEEEEAAAQQQQAABBBBAAIH5K5CjWJty9LwHAQQQQAABBBBAYJYF7O6Akd3WbZcJTnlIdo3tWjaDVMNlxqOpGehq2rO+1237k51uOqnYmmzHLiLVtdazLdI116zTQYecql//hslOgcSKAAIILBQBzgMBBOaIwFU/P0vl19Vdfb2iExYp1uiDRbcsAsVi1f+kZffYUzf9+AFlsnv27bJfl+WmJNvlc3ZsbSQpFtuRt6u94Xr7TiIEEEAAAQQQQAABBBCYwwIcGgIIIDBvBZjoNG9/dBw4AggggAACCCwGAXv9A0m2Zbsw2C6xXcsc1LI9GLTK+rg0OgiW9dvttUTHrFqh3XazevFf/5EBNer1ajXKfLrTVVev1cGH/kK/WTSTncSCAAIIIIAAAgjMuECZ5PSkd2ntldcNnqiZnbHsf0VvrPbHoiHjZXffU7t9fMO/ri77eOP6grYH/UW79iPtWioWu8a2o6bS39TQYtf2oSZCBBBAAAEEFogAp4EAAggggAACCCAwVwUm5uqBcVwIIIAAAvNQgENGAIEZEbC7A0j2+LrtMvhkd8sc1LJdBrEyHk2jA19Zv/1eS3XsqpW66a4TkqxcMrcjj1VR2s5CV161Rgcf9gv99rfX5ttICCCAAAIIIIAAAlshcNUpZ+vkJ79bay6vT820rdLpitK2rFj62fK731y7fWLTJznZHvQJ7Rrblt1NisV25O1qb7jevpNoUQhwkggggAACCCCAAAIIIIAAAghsI4EcudpGu158u+WMEUAAAQQQQACBLRWwxw8s2R4MTOW27baeE5rsWm/iLMelnNw03J71299uqY5ZtVK73iS23KsPDsinCKiXlV4UmaI9qpdfsVoHHXqKfvc7JjuFFisCCCCAwCIX4PQR2FKBq049Rz940ru0+rKro69V+1lT+l+58eh/Lf3j3Wd0kpNd+5G5O9tZDJLdrQ9eIEAAAQQQQAABBBBAAAEEFpEAp4oAAttGgIlO28advSKAAAIIIIAAApstYHcHlOzxdduDyU85ecmu9SbOclzKyU3D7Vn/o9vnZKfttOuusQ2pbDeyDKKwconNy/HfFVeu1SGHnarf/Z7JTulCWq8ALyCAAAIIIIDAGIGrf3GOfviUd2vNZVfXVy2VflbNlEsJI8hJTjf79IGDpzMN9+GaOPtyTWx78F67xrZj+92kWGxH3q72huvtO4kQQAABBBBAAIGOABUEEEAAAQQQQGBGBJjoNCOsbBQBBBBAAIEtFeBzCGxYwB4/0GR7MFCVW7Dbeg5w2bXexFmOS8MDYvl61u/wRznZaXvtsotVnygQe+j1ahyheplFivLSy1aXyU6//wOTnUKEFQEEEEAAzcQYowAAEABJREFUAQQQ2CSBq395rn7wlHfrhouv1HDfKj9c+1/R0YpKdMG05M430+gkp+yzZd+tScN125s1ycmu/UbFYjvydrW79fYVIgQQ2HwBPoEAAggggAACCCCAAAIIILAlAhNb8iE+g8A2E2DHCCCAAAIIIFAmNA0z2N0BJ7vWbZf32i6DW3at5wCYXdsyHk3DA2PNa3f4oyU6ZtV22mWX6D5aig3H6kiSrLLEJiO0Lrt0jQ497FT94TQmOxUYMgQQQAABBBDYfIFF9Imrf3VemeS0+qKr4qyjYxWrsldVyohKJysqUS678820+189r/Ttmn7aaN9tuG578F67xrZld5NisR15u9obrrfvJEIAAQQQQAABBBBAAAEEEEBgCwX4GAJbIBAjVVvwKT6CAAIIIIAAAgggsE0F7PEDT7YHA1fNAdq1LQfD7G6cbePS8ABZE9/xDvlkp5Xa5caWevWJTlFkqGgoZbQq08WXrNYhh56q05jsFDasCEy/AFtEAAEEEFgYAlf/+jyd9OR36YYLryx9qOxHZf9q0LfqRZQNkZbd8aa62QxOcrJd+pEpazuLQbK79cELBAgggAACCCCAAAIzKsDGEUAAAQQQQGCqABOdpprQggACCCCAAALzW2DRHL3dHXCyp9ZtlwEru5Y5qcnuxtk2LjUTnPK1Jr7THZfp6CNX6sY3nqjbDe3YXOZRj0Lu/yddcslqHXr4L3T66dflCyQEEEAAAQQQQACBIYFrfnO+Tn7qe7X6witLa9OLqn2raLKUsW0tu9PNdLPP8iQnsSCAAAJdAWoIIIAAAggggAACCCCwCAUmFuE5c8oILHIBTh8BBBBAYCEJ2DECNnRCdq3b3TLfYjsGy1x+fYndjXMy07jUTHDK15r4zneqk5123tnqKZaS5dMGIi4t/YaoXnTRDTr0sFN0xhlMdgoOVgQQQAABBBBAoAhc89vzddJT36Prz7us1DPLpzlFj6qsWS/dqgiW3mE33eyvDix9uOyTZWr6ZRmPJtv9905M6fvZtQ9oW7nYLu+xndUSl6Cf2bW9X6VAAAEEEEAAAQQQQAABBBBAAIE5J7D4Dmhi8Z0yZ4wAAggggAACCCwsAbs7AGXXut2WtsvAlV3LHBCzu3G2jUvDA2lNfJc7L9MxR22nG91oQrKUKTYXRb8iRayyXHTRah122Ck680wmOxUQMgQQmBsCHAUCCCCwjQSu+d0F+sFT36sbzr1cyg6UpNqDqrmizYr/LC25/a7aPX9d3eTkYPJS0x8b7bfZlu3B++wa27XdbkvFYjvydrU3XG/fSYQAAggggAACCCCAwDwS4FARQAABBBacwMSCOyNOCAEEEEAAAQQQWIQC9viBKbu227VMGtuDQTB7fDw6cDZcbwbX7nynpXrpqpXaaUer1+vVpChL6j+MINujfv4FN+iww09lslP+AEgIIIAAAgggsGgFrvn9hWWS03XnXBo9pF50mIb6Tv1+U+lXxauTt7uJ9vjs8zWxZHIweanphw33zcbFtstn7NrXs9tSsdhT69E8WG0PYgIEEEAAgYUtwNkhgAACCCCAAAIIIDDfBCbm2wFzvAgggMAcEOAQEEAAgTkpYHcHpOxat9vS7sY5MGZ7MPGpqWc5nEYH1Zp6PtnppUdtp513im5lbCdhYmtyBpmizVGzrfPPv0GHH3GqzjqLJzslDQkBBBBAAAEEFpfANX+4UD942nt13dmXys4eUj3/QVTaomZp6e131c1zktPSyTJhabhftrHYdvmM7bqfoVKx2I68Xe0N19t3LsqIk0YAAQQQQAABBBBAAAEEEEAAgTkmMDH9x8MWEUAAAQQQQAABBLaVgD1+oMqu7bbLgFcen13jHCyz27ipZzmcmslNTVtT/+O7LNPRq7YrT3bK7eZzCbKsqdbyyQRST+ede70OP/xUnX329fVlcgQQQACBeSzAoSOAwKYKXHvaRfVJTmdeEh+J/lF5elOEnbUXtZ6W7LWrdv/0gZpYtqRMWJqYmChl0/dq6uNK2+W9du3b2W2pWGxHrk5/UEOLXV8faiJEAAEEEEAAAQQQQACBRS8AAAIIIDC3BJjoNLd+HhwNAggggAACCCCw1QJ2d4DKrnW7Le1unANltsugV8aZbJeBsoybNDrA1tTv+sfLdPSROdlpQrEV5eLM+jU7a5FiPe+863XEEafqnHMW+GSncv5kCCCAAAIIILDYBa49/WL94Onv03VnXaLoGkmR2c48QiuXzB0tS/faVXt85gBNrlja6Yc1fa6mTzautF0+Y8eWRpJisR25ZHdL9Re7tverFAgggAACCCCwqQK8DwEEEEAAAQQQQGBWBSZmdW/sDAEEEEAAgb4ABQIIzKyA3R2osmvdbku7G+eAme0y+JVxJttlwCzjJo0OtDX1u951mY46cjvtsINVn0cgqTytoD61ICp1jRfPPvtaHXH4KTqXyU6BxIoAAggggAACC1Xg2jMu1klPe6+uOe2i7BaVvlBm+bTLXvaYSl8pW6Qlt9lFu+ckp5XLOv2vpq/V9MXGlbbLZ+zal7PbUrHYjlyln6dY7FqPsKx2t14ayRCYJgE2gwACCCCAAAIIIIAAAggggMB0CkxM58bY1rQJsCEEEEAAAQQQQGCrBezugJVd63Zb2t04B85sl0GwjDPZLgNnGa8vNQNwd7vbMh191PbaYYd+NzM+G1sr25Nc1yyi/exz8slOp+jcc3myk1gQQAABBBarAOe9gAWuPfMS/eDpf65rT79I0fUpSdEPUmS2I1cstVx6m120x18dqEkmOYUJKwIIIIAAAggggAACCCCw4AQ4IQQQmEaB/gjUNG6RTSGAAAIIIIAAAgjMGQHbnWOxa91uS7sb52Qm27I9mOBkt3G+nhObMmXcpKZ+t7su1dGrttP221u59CLLpxaUZxVEpddP+RCDs866TkcecYry19nF21gRGBGgigACCCCAwPwUyF9Td9LT3qdr/nBB7QIN9X+yIftG0RQn19OSW99Yu396f01ux5OcAoQVAQQQQAABBBalACeNAAIIIIAAAghsugATnTbdincigAACCCAwtwQ4GgQ2UcCuE46at9u1brel3Y1z8pLtDU52yveMpmay093zyU6rttd228U2Yse2M5eiyDBTxorgrLOu16ojT9X5598gFgQQQAABBBBAYL4LXHf2pfrBM96va/9wYZxKdn4UXR5HkmTFYtmRZC251Y21x6cP0JIdVgwmmGf/qulTZby+ZLt8xo5tjSTFYjtyye6W6i92be9XKRBAYC4LcGwIIIAAAggggAACCCCAAAIDASY6DSgIFpoA54MAAggggAACrYDdHciya91uS7sb56Ca7TI4lnEm22VALeNM4wbhmra7332Zjl61vVaslPKpBZHXtRdF81inKPO100+/VquOOEUXXMBkJ7EggAACCCCAwGYJzKU3X3fOZTrp6X+uq357fu3/RF8nn2KZ/Z0MM46eUHlt8pY7a/dP7aclO67YaP8q+13DyXb5jF37anZbKhbbkav04xSLXesRltXu1ksjGQIIIIAAAggggAACCCCAAAJzWIBDQ6ARYKJTI0GJAAIIIIAAAggscAG7O6Bl17rdlnaNk8J2GRyza9kMrtkuA2tNvZnY1NSzbNrucY9lOvqoHbRypSVFyrWkkknRZjty6fQz6mSnC5nsJBYEplGATSGAAAIIzJLAdedeppOe8ee6+rfnl76NbamkfhFVZYpsyS1upD0+tb+W7rzdRvtV2bcaTrZlj0+KxXbkKu9RLHatR1hWu1svjWQIIIAAAggggAAC812A40cAAQQQQGDRCDDRadH8qDlRBBBAAAEEEJgqQItdB7rstrQ9GBhrBtXs2jZcb+Ism4lNGTepabvnPZbpqKO21/Ll4V2e5iSNPtEgmqNROu20a7Rq1Sm68EKe7BRarAgggAACCCAwTwSuP+/y8uvqrv71eaVPk32bfIpTU8m+TybFC0v23Em7f3I/Lb3Rlk1yavpadu2f2bVULLYj16AvZ9e6+ovdrfebKRBAAIFFIMApIoAAAggggAACCCCAwEIRmFgoJ8J5IIDADAiwSQQQQACBBSdgTx3csmub3Za2OwNkdq3bHjx1wG7jHHBrJjZl3KSm7V73XK6jy2Sn3I5i25IsKbZhW1Ys/ey031+ro1edqosuWh2NrAgggAACCCCAwNwWuP78y3XSM9+vq351bhxodGjqKjsCRco14li1ZM+dtccn99OyXbYf9KkmJibU9JkyXl+yLXt8ih2X18aV2ZbJdhbjE60IIIAAAggggAACCCCAAAIIILDwBRbIGTLRaYH8IDkNBBBAAAEEEEBgawTsOvBlt6XtwYBZDrjZtW57MDBnt3G+Z9wgXdN2r3stL092WrpUKk846CmDEmeYTziIhih6+t3vrtZRR/5cF1/MZKdQYkUAgW0swO4RQACB9Qlcf/4VOvEZ79eVvzgn+jD5rujV1LX0cbJvky9k32fJHjtp948/R0tvssOgL7W+/lO2Dyfbg8/YbZ/MtnKxx5f5Wia7vp4xCQEEEEAAAQQQQAABBMYL0IoAAgggMD8EJubHYXKUCCCAAAIIIIAAAtMlYI8f6LJru92WtgeTnewa27XsD76V15s4y2ZiU8aj6d73zslOO2j58uiGOs/I5fOuYeRW89/vf5dPdjpFl1zCZKeAYUUAAQQQQACBOSZwwwVX6gf7/IWu+sW5/f5L/wCtqEeKPlPkZc1JTnt84rlattuOgwlL2U/aUL8pX89kW/b4pFhsR67yHsVi13qEZbW79dJIhgACCCCAwOYL8AkEEEAAAQQQQAABBOaEQIwwzYnj4CAQQACBBSrAaSGAAAJzU8AeP+Bl13a7LW2XgTPbZWDO7tabAbgsmzQ6aDdcv899luvII7dTPtkpn3KQTzjoKZaSZUumrPT0299craOPPEWXMtkpgFgRQAABBBBAYK4I3HDhlTpx7/frip+fHYfUU/0vwv5aejK9kmvyZjtqj3yS0xZOcmr6V7YHfTLbZU/2+LK8GJldX4+QdcYF2AECCCCAAAIIIIAAAggggAACCMyGwLad6DQbZ8g+EEAAAQQQQAABBMYK2OMHvuzabrel7TKwlhuya2zXcnjwrYmzHJ7cNFq/731XaNWq7bV0ad2G64YzV8bu59lQJjutOkWXXcqTndKDhAACCMxLAQ4agQUkcMNFV+mkfT6gK39+tqI7FGeWPZeaJCuXzG1r8qY76ub5JKeb7VQmjGefKNNoPynbhpNt2etPisV25CrvUyx2rUdYVrtbL41kCCCAAAIIIIAAAggggMBMCrBtBBBAYBYEmOg0C8jsAgEEEEAAAQQQmKsC9vgBMLu2221puwyk2VPLZmDO9gYH8YYH9XKy05GrttfkZD7BSZHVpx7UJyL04yhi1a9/dZWOzslOly3MyU5x9qwIIIAAAgggMA8Ebrj4qvIkp8t/eqayj1Ie2od8B1kAABAASURBVBTRcP9F0ZivTey2vfb4+LO1bDMnOTX9qqa0u32vZLKdRembZWDXesaZ7G4920gIIIAAAgggsO0FOAIEEEAAAQQQQACBrRdgotPWG7IFBBBAAIGZFWDrCCAwwwL2+IEwu7bbbWm7DKjZU8vRwbimPjy5KduG6/e73wqtOmoHLZm0FGtmjiBTia26xP5+/aurdcxRp+ryy9fUNnIEEEAAAQQQQGAWBVZfcrV+8KwP6oqfnqXomqjppigil6S6xItLdttBe37iuVq+x402OAk8+0bDybbs9afcge0syvsysGs940x2t55tJATmiQCHiQACCCCAAAIIIIAAAggggMBGBZjotFGiuf4Gjg8BBBBAAAEEENh6AXv8gJhd2+22tF0G1uyp5fBA3XA8PLkp24fr97vf8jLZacJ5Hvk8BJXnImQeQTaWMINfnnqljln1c11xBZOd0oOEAAIIILCYBDjXbSmw+tJrdOI+H9BlPz69HEYvH9lUosyy/5IpY2nJrttrj4/tq2V77LxZk5yyj5TJdvmc7U6fS7HYjlylXbHYtR5hWe1uvTSSIYAAAggggAACCCCAAAIIzCMBDhUBBDYmMLGxN/A6AggggAACCCCAwOIQsMcPjNm13W5L22WAzZ5a5gBdJru+lnGm4clNo/X73X+5Vh29oyYnJ+Tgdj/PwlnPLErFNn/xi6t1zKpTdCWTnVKE1AhQIoAAAgggMEMCqy+7Ric+6wO6/CdnRFfEcuzHzlyqhVX/k5bsuoP2+NiztXzPG5fJShMTE5tU2rGFfsrP2G3dtnKxx5f5Wia7vp4xCQEEEEAAAQQQWLACnBgCCCCAAAIILHqBiUUvAAACCCCAAAKLQIBTRGBTBezxA2R2bbfb0rbs8SkH6JpkezDANzk5OYjz9eH6/e+/XEes2j62mQ9wysckRKqrev3HJpQy4lNPuVLHHnWKrrqSJzuJBQEEEEAAAQRmTGD15dfqpGd9UJf98PTooPRKnyS6J0Nl7jra1dPEjVdqj4/uq+W3mDrJabjPk32g4WS79I/strTbPpZisR25op/ULdVf7Nrer1IggMAiFuDUEUAAAQQQQAABBBBAAIGFLjCx0E+Q80NgEwR4CwIIIIAAAggMCdjjB8rs2m63pe0y4GZPLccN4A23NfHwwN8DHrBCRx61Q9mm5LIqFjvipsw4qqc0k52uWhuvsCKAAAIIIIAAAhsV2Kw3rLniWp207wd16Q9PU3Y/SlYC1VCxRJ9EsiZvvJ1unk9yuiWTnMSCAAIIIIAAAggggAACCCCAwLYVYO8LXICJTgv8B8zpIYAAAggggAACWyJgl1G7KR+1a7vdlrZlj0/NZKYsbZenFeTEpkzZ1qTh+gP+3woduWoHSfm8hChi7TVhBiVlo/Szn+WTnX6uq69mslOIsCKwlQJ8HAEEEECgEVhz5XU68Vkf1KU/+EPtkmRfpPRBMoh39YvsrkzeeKX2/NizteLWNyl9neH+zXAfp2lvStvl/XZb2m2fSrHYjlylr6VY7FqPsKx2t14ayRBAAAEEEEAAAQQQ2KAALyKAAAIIIDC/BZjoNL9/fhw9AggggAACCMyWwCLcjz1+4Myu7XZb2i4DcPb4cnRAr6kPl8MDgf/vgSt0xKodi7ojj81GHmsEtmNfTSz9/GdX6rijT9E11zDZKVRYEUAAAQQQQGArBdZcdb1O2vdDuvQHpyl6HYquh2RJEdjOosSKZfJGK3Xzv9xXy2+9S5m01PRthvs1Tdtwabu8325LO7ddk2KxHblif91S/cWu7f0qBQIIIIDAdAmwHQQQQAABBBBAAAEEEJjTAkx0mtM/Hg4OgfkjwJEigAACCCxMAXv8AJpd2+22tF0G4uxuOTyol7HtMrA3bgBwuO2BD6qTnfKBCb1eT7FGyjKTBnEE+r+fXK6XHXWKrmWyk1gQQAABBBBAYMsF1l59vU7c94O65MTfZWdD0euIrkbk0SGp/ZE2nth5hW7+l8/SittOfZJT9nnWl2yXvpDdlnbbf1IstiNX6VspFrvWIyyr3a2XxlnK2A0CCCCAAAIIIIAAAggggAACCCx8gbl8hkx0mss/HY4NAQQQQAABBBCYAwL2+IE0u7bbbWm7DMjZ48tmwM+urw9PbGpeG25rJjvFRnONZEUWKdYMlVmkKH/6kyv0sqNP0XXXrhMLAgggsI0E2C0CCMxjgbXX3KAT80lO3/99nEX0L+oqlX5LFtkQSdLkTit08488Syv22rVMWhrXj2nahkvb5f12W9qOXdSkWGxHrtKmWOxaj7CsdrdeGskQQAABBBBAAAEEEEBgNgXYFwIIIIDANhRgotM2xGfXCCCAAAIIIIDAfBGwxw+o2bXdbkvbZWDO7pYTExNlYG94sC/j4YlNWc803JaTnQ4/sv4aO9XHOkm9kIsUa42joRfpJz++XC87+me67jomO4UQKwIIIIAAAghsosDaa2/Q9/f9kC7+3u+iR5E9jEh1rX2NiJt+iHdYpj0/+iytvP1unb7NcP8l+zOjyXZ5v92WdttfUiy2I1fpSykWu9YjLKvdrZdGMgQQQAABBOacAAeEAAIIIIAAAggggMDMCTDRaeZs2TICCCCweQK8GwEEEJjjAvb4gTW7ttttabsM0Nnjy2bgz66vN/Xhcniw8EEPXqFDD99BsdGS4mNRlnWQ2bEtST/50RV6+UtP0fXXM9kpOFgRQAABBBBAYCMCa69brZOe/RFd8r+/leO97udZZBxdDGWsCCZ3XKFbfHRfLedJTmLZCgE+igACCCCAAAIIIIAAAggggAACWywwbyY6bfEZ8kEEEEAAAQQQQACBaROwPXZbdm2329J2jAd68OQCu1sfntS0vnh4stODH7pShxy2vfJpCu2DnXpRVyy9aI4UUa4/OvlSvfzon+uGG5jslB4kBBBAYD4JcKwIzKbAuutX68Rnf1gXfefXZbfRsyh9itLBiEr2LnrR8YhVE9st1c0/so9W3H43DfdR1tePadptD/pD2WbXPpFdS8ViO3KVvpNisWs9wrLa3XppJEMAAQQQQAABBBBAAAEE5rEAh44AAghsqQATnbZUjs8hgAACCCCAAAKLVMAeP9Bm13a7Le1ubLsM4DWDfFluLA0PJD7kYdvpkMN3lBxrphIoFsuOFFFdrR+dfHmZ7LR6YU12qqdHjgACCCCAAAJbLbDu+jU68dkf0cX/Uyc55QYdmV1yKYpYo7Qmt19WJzn90dRJTsN9ldF+jW0mOYkFAQQQQAABBLZAgI8ggAACCCCAAAIIrEeAiU7rgaEZAQQQQGA+CnDMCCAwWwJ2Gfabsju7ttttaVu2B4N8drc+OiA4rj48gPiQh63UwYfu2DxooZSZlactqF16EZ580mV6+TGnaPXqrEUDKwIIIIAAAgggEALrblirE5/7EV347V9puJeQcT7FKfsW+ULWJ1Yu1Z4f2Ucr73izKU9yGu6jjPZhbA/6P/maXftAdi0Vi+3IVfpKisWu9QjLanfrpZEMAQQkgYAAAggggAACCCCAAAIIILBYBZjotJh+8pwrAggggAACCCAwjQL2+IE3u7bbbWl3Y9tlQK8Z9MtyY2l4IPGhD1+pgw7bMbYRJ+RIsuxIGfaTo7Stk0+8TMe/9OdasyaHKqORFQEEEEAAgYUuwPltUKC3uj/J6b9+NdR/yJ6DlLn7uaIfMbFiqfb88D5accebMslJLAgggAACCCCAAAIIIIAAAnNKgINBYJEKMNFpkf7gOW0EEEAAAQQQQGA6BGyP3Yxd2+22tB3jhVNTTnCyXZ54kPGG0uhkp5ccsoPUywlMvSgiqVlqnE95ijfopO9fqle89Odauzbf27yHcrEKcN4IIIAAAotXoLdmnb6fT3L61i8DIfoL0Y+ovYM2b/oPXj6pPT+8t1bemSc5BRYrAggggAACCCAw7wQ4YAQQQAABBBBYmAJMdFqYP1fOCgEEEEAAgS0V4HMIbLaA7bGfsWu73Za2p3Wy08MesZ1efMiOsf/YrjJFWNYa245apFh/0J/stG5dHciMF1gRQAABBBBAYBEJ9Nb2Jzl985eKboMUme3INVgckW15+RLt+aG9tfIuu/MkpzBhRQCBBSnASSGAAAIIIIAAAggggAAC81KAiU7z8sfGQW87AfaMAAIIIIAAAuMEbI9rll3b7ba0XdrtbplPcrK92U92evgjt9OLD95BvfKfBktOZ2qeyBAv5aoT//dSHf/SU7Ru3eBtBAgggAACCCCwCAR663o6cb+/1AXf+EXpEzRZ9hWyz9AQlHjphPb84N7a7q57MMmpgaFEAAEEEEAAAQQQQAABBBBAYEEKcFLzUYCJTvPxp8YxI4AAAggggAACc1DA9tijsmu73Za2t3qyU06MatLDH7WdXnzITvLQEWRsl1z5giPL6vf/9xK98pifq1dGMsWCAAJbIsBnEEAAgfkkEP/Tz0lO5//nqbKjR+A4+Eyy7EhRbVYvndQtPrS3trsbk5waE0oEEEAAAQQQQACBRSzAqSOAAAIIIDAHBZjoNAd/KBwSAggggAACCMxvgcV89LbHnr5d2+22tF0HF0fKnLxke6NPdpqcnOy85+GPXKkXHrSj6pLPd5LyKQ2R1zUGOUu9J33vOxfrlcf8rL6VHAEEEEAAAQQWtMD3n/uXOv8/TpnSH8iG7BtE16Ce/6R1iw89U9vd/eY8yamKkCOAAAIIbESAlxFAAAEEEEAAAQQQQGD2BSZmf5fsEQEEFrkAp48AAgggsMAFbI89Q7u2221pe1onOz3i0dv1JzvFduMobGcuRZGhnYGkKL/3nUv1qmN/LhYEEEAAAQQQWLgCJ+7/UZ3/9VOV/+9XdgMylUCxWHakiDQ5ofIkJyY5pcZ0JbaDAAIIIIAAAggggAACCCCAAAILX2DWz5CJTrNOzg4RQAABBBBAAIGFL2B77Enatd1uS9t1kHGknJiYKO1ZbiiNPtkpJzu94CU7Kp/OkE9pyKc1ZKXW47D6Qb72nf++mMlOQcKKAALbQoB9IoDATAvkJKfzvvbz+oTHXnQAcs2UO44y+wjZHyiTnD74DG1/zz012q8YrQ/3SWyXp0vabWm3/RrFYjtylT6NYrFrPcKy2t16aSRDAAEEEEAAAQQQQACBBSTAqSCAAAIITLfAxHRvkO0hgAACCCCAAAIIIJACtsugnu2sDpJd63Zb2h6817bcTzmYaLsMIma8vjQ6CPnIx2yn5794x7JNyf3Vik2VOAM76pK+++1L9OqX8WSnoGBFAAEEEEBgwQiceODHlJOc8oRsK//fr1JYWZUVizUxOaFbfOAZ2v5et2CSk1gQQAABBBDYBgLsEgEEEEAAAQQQQACBzRRgotNmgvF2BBBAYC4IcAwIIIDAfBOwy2ji4LDtWrfb0rbsqWlizJOdRic25XtG2x712O104It2iH328oEN5WkO5akN5YkOvVrPV6P+P/91kV573CmFN/92AAAQAElEQVRRY0UAAQQQQACB+S5w4vM+rnO/+rPO/+ujMtIfyGpPe/7FM7T9vZnkNN9/5gv5+Dk3BBBAAAEEEEAAAQQQQAABBBDoCizEiU7dM6SGAAIIIIAAAgggMCcEbHeOw651uy1tb9JkJ9vKyU2jaXSy06Mft70OfNGOkmMtqWRSNNgRS8rCsr79rYv0Jy9nspNYEEAAgfkjwJEiMEXgpBd8Uud+5ae1Pf4n74jsyEuSapF16VYffKa2vw+TnMSCAAIIIIAAAggggAACCMxtAY4OAQQQ6Agw0anDQQUBBBBAAAEEEEBgJgXsGFgc2oFd63Zb2o5ByKkpJzXZ7kxwGp3YlO8ZbcvJTv+fvbuAm+UqDz/+/O4N0Rt3heAEd3docWmhuFShQEsg1P4VahQpxaVUaHHXkOBBk0ASEoIkgSSEGIQQ3CXd//Oc2dndee97/b73vvKbzDnnOWd3Z2e+uztzYZ7PeR/5uDUximiTObQgqza7U45lWHUrnzjh2/G3f/blFlspoIACCiigwNIS+OzjXh3fOPbz052ui3/22jV/lJ1aq+TYYS95YOx2i8P9c3Vp4aqAAgoooMByEvBYFFBAAQUUUEABBZa/gIlOy/8z9ggVUECBDQn4uAIKKLBNBYDB+0HXh2kLbFSyEzBIfKpEpypzk53uea818cjHrsltRgQRka8DgsilVRHZjQjiEx+9Iv7uz012ChcFFFBAAQWWkMApv/s/8c1jz8w9Hl/YKxqHkEErEUAc8dIHxZpbHWGSU7isQAEPWQEFFFBAAQUUUEABBRRQQIElL2Ci0wY/Qp+ggAIKKKCAAgoosLUFIG84zmwUuj5MW6DdjIRhW4lMwCDBaW5iUz1n7tg9770mHvHYNdFmcBqNomZ3GEV2q5q0OZ5P+NhHvh3P/IuzctRVAQUUUGDlCHikS1XglN/737j0PZ/PK3h3Hc/LfDuUausyX9f8vPDnRT/isBfdP3a7lTM5NSArBRRQQAEFFFBAAQUUUGBFCnjQCiiw1AVMdFrqn6D7r4ACCiiggAIKLFEBYLDn0PVh2gIblewEDBKfKtGpynzJTg+vZKd8PuS2I3L70RbGNVH/RXzsw5fH3/+lyU6NpSqLAgoooIACi1Dg1D94TVz67jPantUVvBVaN/KSXmtADmQ5/MUPiDW3uaozOYWLAgoooIACCiiwHgEfUkABBRRQQAEFFrmAiU6L/ANy9xRQQAEFloaAe6mAApsnAHnjceal0PVh2gLtBiUM20pkAgYJTnMTm+o5c8d+4z5r4uGPXhM1u0PN8hCtapM8RFePB7J3wgcvj3/4K5OdksJVAQUUUECBRSdwyh+8Ji555+mT/ar5nLpr+XhofEmva/5hL7ifSU5jFhsFFNgyAV+tgAIKKKCAAgoooIACCiiwfQVMdNq+/ivl3T1OBRRQQAEFFFBgowWA9lyYtsBGJTsBg8SnSnSqslay033XxMMes3sQueRrso5qCDKsEhllm2slO/3TX58dLgoooIACCiiwQYFt9oTTnvC6uPRdp0fUBTwi8pKdpasjF6pHBrke/oL7xe63u9o2n8kp39pVAQUUUEABBRRQQAEFFFBAgeUo4DEpsF0FTHTarvy+uQIKKKCAAgoooAAQwAACuj5MW6A9D4ZtJTIBgwSnuYlN9Zy5Y7953zXx0MnMTqMYjWoOiGwjyziuwRr/8PGXxT//tTM7hcsWCvhyBRRQQIGtIXDqE14XF73ttLpM58U7r9t17Z4t4+t4zeR06PPvG7vf/sjBvxPm+3dBjfUFaM+HaQvTf39ELkDW0f5tErlA18+wrcDksTZgpYACCiiggAIKKLCCBDxUBRRQQAEFFFhIAROdFlLXbSuggAIKKKDAxgv4TAXmCABtBKYt0G4awrCtG5NAuyk5N65+X+YmO93rfrvH7zxqTeTWolsqykLXi9xmrtkQH37/5fGsvzHZaSxjo4ACCiigwHYROO2Jr4+L3/a5dm1ul+usCHJfukLGde3OgTjs+feLPe7QJTnN/TdA/2+DuS3Q/j0BuaU5JcYL0CIYtm3QSgEFFFBgwwI+QwEFFFBAAQUUUEABBRTYAgETnbYAz5cqsC0FfC8FFFBAAQWWuwAQwOAwoevDtAXa82DY1o1KoN2crHhdZe6Nznvdf/d4yCN3i27pZoXo4qzbjBA1WUQGMYoPHfet+Je/88/YpYyrAgoooIAC21zgtCe9IS5662n5vnm9HmXJKC/PVY9Ld72uzqHPvXfsccf5k5zm/lug/zcD0P4dAV1b4zD89wYQtcCwrbEqQPt3SsWbW3ydAgoooIACCiiggAIKKKCAAgosfwGPcPMFTHTafDtfqYACCiiggAIKKLANBID2LjBtgXYTEYZtf0Oy2vWVuTc47/2APeKhj9o93ye3F2Rba7bdGpBBZMn1Q++7LJ79TJOdSsiiwHYQ8C0VUGCFCnzuyW+Mi95yatTlOPK6DASRS7ZZt5hxfehz7h173vkaLWlp7jV/br/+vQD5yiyzMXRjQG2+FehiGLbtQSsFFFBAAQUUUEABBRTYmgJuSwEFFFBAgXUKmOi0ThofUEABBRRQQAEFlprA8thfIIDBwUDXh2kLtOfBsO1vUla7vjL3Rue97r8mHvKINVHzQ9R8EJFRjGeLGGVb8XgoPvDey+I5JjsNPiM7CiiggAIKLJTAaU95Y3z9TafkpTiv0LlmkGtdsfMd8xpdURvOC/Whz75X7HmXjU9ymv23AtCSo2oMhv++AKIWGLY1VgVo/y6p2KKAAgoooMDCC/gOCiiggAIKKKCAAgqsXAETnVbuZ++RK7DyBDxiBRRQQIElLQC0/YdpC7SbijBs+xuU1a6vzE12uvcDd4/ffsTuQXunrGq7rcmRjOuB1mT3A8deFs/9+7PzUVcFFFBAAQUUWCiB0/7kTXHhm06J7vqbF+BcIwjIErkQQf4XuRxWSU53nT/Jab5/D0C+Mks9Bl0M0zY32VZg3rYNWi1OAfdKAQUUUEABBRRQQAEFFFBAAQWWrcAk0WnZHqEHpoACCiiggAIKKLAkBYAABvsOXR+mLdCeB8O2v2lZ7frKWslOD1gTD374mu59R21epzZrRIuqPy6R7fvf88341388p3uutQIKKLBEBNxNBZaKwOee+ua48I2f7S/BeT3OPc/rbw3UbIvjMAcjDn3Wb8Sed71mm5Fp7rW9/h0w31iNVwHa6/oYhv+miFyArKP9myNmFmCtsZmHDRVQQAEFFFBAAQUUUECB7SbgGyuggALLVcBEp+X6yXpcCiiggAIKKKDAMhUA2pHBtAXaTUYYtv0Ny2o3skTdCL3PA3ePBz9sTQRtDcggstSaca7dAzl2/Lu/Gc832SlcFFBAAQUU2JoCnzv6LfH11382N1kX38grbpYM+wCIXNvgof/8G7HX3a/VkpVWr17d2tnr/twxqNfSngddDNM2xgvQIhi2bdBKAQUUUEABBZa6gPuvgAIKKKCAAgoosEQFVi3R/Xa3FVBAAQW2i4BvqoACCmx7ASBvZDJ4Y+j6MG2B9jwYtnWjE2g3Myuer8y9AVr9+zxo93jQ76xps0fUrBFdENmMskQGWaLiUbzvXd+I5//TOTVgUUABBRRQQIEtFPjc094SF7zu5Lze1pxNWWptparc+Ki7/mYTh/7jPWKve3RJThtzjQcm/yaAYQzDf0NELkDW0f6NETMLsNbYzMOGCiwDAQ9BAQUUUEABBRRQQAEFFFBAgcUpYKLT1vxc3JYCCiiggAIKKKDANhcA2nsC7YYjrN3WjU9gcmOz+nNLJTfNjlX/vg/ePR788N3bdrOKINcqkUu2kQO0EnHcO78RL3jWV8JFAQUUUGAFCHiICyZw+jFviwte+5l2dQXyfbLU2kpVOVSP5mOH/eM9Y697Xntyfa9r99xr+WwfmDwXCBiWGC9Ai6BrW8dKAQUUUEABBRRQQAEFFFBg5Ql4xAoosCgFTHRalB+LO6WAAgoooIACCigwVwBoNyT7cZj2gTYMtOfA2m3d6AQmNzirP7fMd4P0Pg9aEw94yG7RpnCqiSSqZC+yrbFRBi3MsWPffmm80GSnSApXBRRQQAEFNlng9Ge8Lb72vye119W1tc2omNfZtuZAzeBUcV1/D3nm3WOv39j8JKf+3wCw9r8ZageAaib/rmidrIA2lqGrAgoooIACCiiw4gUEUEABBRRQQAEFtoeAiU7bQ933VEABBRRYyQIeuwIKLJAA0LYMtBuQsHZbNzWBTU52ut9v7xEPeMiaCHIdl4qzF0AQuWSbdVSy04v+xZmdysKigAIKKKDAxgqc/mdvj6/9T5fkVK+payu0OupCW2GVig995j1i73tdZ3I9ny9Rua75fQEmzwUChiXGC9Ai6NrWsVJAAQU2X8BXKqCAAgoooIACCiiggAIKLICAiU4LgOomt0TA1yqggAIKKKCAAusXANoNyv5ZMO0DbRhoz4G127rpCUxueFZ/bpnvhmklO93vt9dEzSZRpZ9RomabGEUu48GK3/PWS+LFzzbZKVVcFVBAAQUUWIfAdLiSnM5/9YndpbWG85pa19O6xtbsTfVADuU1eBSH/u3dYu97b36SU3/Nh7X/jVBvDVQz+XdE62QFtLEMXRVQQAEFFFBAAQUUUEABBRRQYKMFfKICW1/ARKetb+oWFVBAAQUUUEABBbajANDeHWg3JGHttm5yApuc7PSAh+wRleyUL40gciEgS0bd2sVAvOetl8ZLn/vVbthagU0V8PkKKKDAChE44y/fGee/+qSoKyj9Med1tGJodeSDUeFhf3f32Ps+151cv+cmJtf1fbYAk+cCuY1hifECtAi6tnWsFFBAAQUUUEABBRTYFgK+hwIKKKCAAgpssoCJTptM5gsUUEABBRRQYHsL+P4KlADQblhWXAWmfaCG2uPAvG3dCAUmN0CrP7fMvYFa/Qc8dI+472+taRNMVFWzTdSsEzFeKh7V1BNZ3vWmi012GrvYKKCAAgooMFegkpzO+89P53BdOatkOF5nr6d5SY1D/vqu601yqmt0lf5aDkyu8TD/vwWgG49cgKxj8m+GGC9AGxt3bRRQQAEFtrGAb6eAAgoooIACCiiggAIKzBUw0WmuiH0Flr6AR6CAAgoooIACKQBkHe3mJDBvWzdDgcmN0OrPLbM3Teux6rdkp99eExHj7WYbuZ3IhVa6OrJ595sviZc9z5mdksVVAQUUUECBicAZ/+9dcd5/fTq6yyfZZmmPMqkJMiYO/eu7xD73u97kel3X4romr6sAk+cCAcMS4wVoEXRt6yytyr1VQAEFFFBAAQUUUEABBRRQQIHlL+ARzhEw0WkOiF0FFFBAAQUUUECBpSUAtBuY/V7DtA+0YaA9B9Zu6yYpMLkhWv25Ze4N1epXstN9HrxbdDM6jSKDyKomncgw+xmNsqnH3/nGi+MVzzfZKYFcFdiGAr6VAgosVoHP//W749xXlbqDlQAAEABJREFUfapdL+ta2a6fGeRlM3c56xaP2uOH/NWdY5/7HzW5Ttc1ePY6Xf0qNQbddb7iKtD1gcnrYToWuQBZx+TfCTFegDY27toooIACCiiggAIKKKDAohVwxxRQQAEFVpqAiU4r7RP3eBVQQAEFFFBAgRJYQQVoRwu0G5awdtvfDK12XaW/ido/Xv0HPmzPuM+D1wTtHaqixUB2iHETQcQ73nBxvPL554aLAgoooIACK1ng83/znvjqv38y6hpJELVWRQbEeMkHyf6hf3WX2PcB605y6q/J1QKTZKa+D7mVcYmZBWg96NrWsVJAAQUUUGC5CnhcCiiggAIKKKCAAgosMwETnZbZB+rhKKDA1hFwKwoooIACS08ACGCy48CkD7RxoI3B2m1/U7TadZVKbpp9rPqV7HSvB61p269qlNUouro12e/bt73+wnjlv5nsVCQWBRRQQIGVJ/D5v31vfPWVn+gOvC6VFbW2rpxVaqArB//5HWPfB64/yamuw3VdBtaZ5NQ/DtNrf+QCZB2TfxfEeAHa2LhrswIEPEQFFFBAAQUUUEABBRRQQAEFFFhaApuT6LS0jtC9VUABBRRQQAEFFFAgBYCso928BOZt+5uh1a6r9DdV+8er/6CH7xn3emCX7EREkP9VXU3F+XZRCxBvf/1F8e8vMNmpPCwKKLDoBdxBBbaawJl/d2xLcoK8MpKbHZfstg550SSjWg/5szvGfg++wSR5qa61/XW3b2sMCGDyPOj6MG0jF1i7n8OuCiiggAIKKKCAAgoooIACnYC1AgoosKQETHRaUh+XO6uAAgoooIACCiiwIQHobmb2z4NpH2jDQLsxCmu3dQMVmNw0rf7cUjdXV61aNXjOgx6xZ/zmA9e0yZtGo5qeIktbRzHpVpDlba+9MF71QpOdwkUBBRRQYEUInPnMY+Ocl38s6oJY18i8FFaYZXyNzKtnRllHHPKMO8Z+v7XhJKe512agXZdh7Ws7dGORC5B1TP4dEOMFaGPjro0CCiiggAIKKDAjYKiAAgoooIACCiiwmARMdFpMn4b7ooACCiwnAY9FAQUUWKQCQNszoN3QhLXbunkKtBumFc9XZpOdKq7y4HGyExARWXKNXCbdCqrkWCU7/ceLTHZKClcFFFBAgWUscObfvy/OefnHA/Ki2Jc83hZGjWUnW7IccswdYr/fXn+SU12TIZ+dpeIqQLtmQzcOa7eRC5C1qwIKbHUBN6iAAgoooIACCiiggAIKKKDANhQw0WkbYs++lbECCiiggAIKKKDAwgoAAUzeBJj0gTYOtDFYu+1vnALt5mn155bVq1ev9VglO93z/vVn7Np0TlFLzVxRbVRQpTr58Fv+98L4T5OdSsOigAIKLFuBlXxgZ/7D++Kcl9VMTmOFugZWqW5eB6tp0zhldfDTbxf7P+SGa11X51575/aB9hpY+1oO3VjkAmQdk+t+jBegjY27NgoooIACCiiggAIKKKCAAgpsloAvUkCBbSewatu9le+kgAIKKKCAAgoooMDiEQDazgDtBies3fY3U4F2E7Xvz7azyU59/FuP2jPuef/dI6iVyJdHWzKA6hM1mHW85TUXxn+9+LxYoYuHrYACCiiwTAW+8I/HxTkv/VhQ/zE+yPE1MJvI4VYqPuRpt4/9H3qjwbW2v6bOXnPnxkB7DRAwf4lcgKxdFVBAAQUUUEABBbajgG+tgAIKKKCAAgpsNQETnbYapRtSQAEFFFBgawu4PQUU2BoCQLv52W8Lpn2gDQPtObB2299UBdrN1L4/287ejO3jSna6x/3WxGg0yhLjUvFMiVE+EPHm/7kg/vslJjuFiwIKKKDAshA485+Oi7NfckK7xuVVL6+BWbfrYd/mQ3UJzLGDnnq72P93Fj7JCbprfA8Mw34/bquAAgpsHwHfVQEFFFBAAQUUUEABBRRQYGMFTHTaWCmft/gE3CMFFFBAAQUUUGArCABtK8AWJTvNl/j024/eKyrZKYjIzWcZBxEZZ4nsRy3Em1/99Xj1S012Kg2LAgoooMDSFfjCPx8f57z4Y3kAeY3r1oi8CALZ0OLIJbtx8J9WktPwz9X1CcOz19VVq1YNko2B1gfaNmHtNnIBsnZVQAEFFFBAAQUUUEABBRRQQIElIeBOKrCRAiY6bSSUT1NAAQUUUEABBRRY2gJAuxnaHwVM+0AbBtpzYO22v+EKtJurfb9v68Zsldl+xb/9mL3i7vfZLWqp2Z1iNKqwNV1U3VHUf2/87wtMdioOyyYJ+GQFFFBgsQh84Vnvj7NedEK7pkXWtV/tWje+9nUXvzYSBz3lNnHAw28Us9fOum5uqADtOgxrX6uhG4tcgKxjcl2P8QK0sXHXRgEFFFBAAQUUUECBJSPgjiqggAIKKKBAJ2CiU+dgrYACCiiggALLU8CjUmCjBYD2XKDdAIX527oBC7SbrBWvr/Q3bx/y2L3jbvdZ07abVa1ZcvuRC1mCgCwZvum/vx7/87LzMnJVQAEFFFBg6Qh84V8+EGe98KNB7jLjOsMuymtcxZEtEAc9+dZxwCNuvFaSU3/dXNe1FWjXX8h3WEeJXICsXRVQQAEFVpiAh6uAAgoooIACCiiggAIrRMBEpxXyQXuYCswv4KgCCiiggAIrTwDI+6xMDhyY9IE2DrQxGLZ14xWY3GSt/twy9yZt33/IY/eKu95rt6jZLGpii5rdqc1pMa4m/RjFG//zgvjfl5vsFC4KKKCAAktC4AvP/kCc9YKP5L7W/IR1qauLW5ZuzUtfjncXvzjoSbeOAx91kwVPcoLuGp471VYY9tvgiqo8WAUUUEABBRRQQAEFFFBAAQUUWP4CK+MITXRaGZ+zR6mAAgoooIACCiiwkQJAeyaw1ZOdHvr4veMu914z3n4E0S9kXGXcJ1qy02tecf54wEYBBRZUwI0roMBmC3zxOR+Ms/6tkpxqE+T1LAKIiCzdmiEBxEFPulUc8ChncgoXBRRQQAEFFFBAAQUU2D4CvqsCCiigwLIQMNFpWXyMHoQCCiiggAIKKLBwAst1y9DddO2PD6Z9oA0D7cYsDNuaxQnYrJmdfqeSndrMThGj6JdRxlX6fvfY6191frz2lSY7TVWMFFBAAQUWk8AXn/vB+NLzP5zXsOle1bWtu6JV1F3P6gkHPfGWceCjb+pMTlMqIwUUUEABBRadgDukgAIKKKCAAgoooMBSEDDRaSl8Su6jAgosZgH3TQEFFFBgmQoA7ciArZ/s9Lv7xJ1+c7eg3mFcAV1/pgbi9a/6WrzOZKeSsiiggAIKLCKBLz7vQ/Gl538kYHz9otu5agiyUyUyIg56wi3iwMcsfJJTuCiwsAJuXQEFFFBAAQUUUEABBRRQQAEFFoHAAic6LYIjdBcUUEABBRRQQAEFFFiPABDA5Bmw7hhoz4Wu3ZKZnR72e/u0ZKea5aLmuxiNRpFr7seoum24xmrwdf9+flTJB10VUECBRSrgbq0kgZbk9LwP5fWqrl1Z6uDz8pUDef3Kfrug5UCuB/7RLeKgx91swWdyql0AqmkFaNfs1rFSQAEFFFBAAQUUUEABBRTYSgJuRgEFFNj+AiY6bf/PwD1QQAEFFFBAAQUUWGQCwGSPgMmNUuhimLYbley0enX7M3f13Cqrx/0u2WlNvlduL7KQYa3Z5hqQdSsRr//386P+lF09bFFAAQUUUGB7CdSfqvvS8z4ceZGKCAKyRL9UnCXHIogD//DmcdDjts1MTkC4KKCAAgoooIAC213AHVBAAQUUUEABBRRYcIFVC/4OvoECCiiggAIbEPBhBRRQYDEIAAFMdgWGMXR9oD0Ppm0lLwEtmQm6tsZmS5/c1I/1/Yf93t5xx3vuFqP2X0yWUUZtRqccb2sOvPYV58cb/uP8fMRVAQUUUECBbS9Qf6ruC8/5UF6W8qKUa5vBaVRXsOm+1HCNHPj7N4uDf/fmzuQ0pTFSQIGIEEEBBRRQQAEFFFBAAQUUUECBLRUw0WlLBRf+9b6DAgoooIACCiigwHYSACbvDATQ+kCLYdpWAhOwWclOD/+DfeKO91wTRC3TGirOki0QuUYlO73xP79WT7QooIACCiwvgUV9NF96wUfjC8/9YLsWARG5RrZAELm0Klp84O/eLA7+vW2f5BQuCiiggAIKKKCAAgoooIACCix+AfdQAQW2UMBEpy0E9OUKKKCAAgoooIACy0sAxndqx4cF0z4QQHsEaDFM2y1Ndrr9PXbLbY9qgozIOtqMTqOMslScTXvsNS87N9604pKdksZVAQUUUGC7CLQkp3/5QLsG1bWorkl5kcr+KJsstVd5ucqBOPB3bxqH/MEttvlMTrULQDUWBRRQQAEFFFBAgSUt4M4roIACCiiggALrFzDRaf0+PqqAAgoooMDSEHAvFVBgqwrA8EYpTPtAS3CqN4Quhmm7JclOj/jDfeP2d98tgrYGVFAl+xnnmkHkQrzm5efFm//LmZ0Sw1UBBRRQYAEFvvyiE+ILz/5g5EUpS651WaoLUpUgIEt0y0E1k5NJTh2GtQIKKLBQAm5XAQUUUEABBRRQQAEFFFjhAiY6rfAvwEo5fI9TAQUUUEABBRTYVAFg8BKY9oF2Y7eeAF0M03aLkp3+qJKd1kxndKpoVHNkjKJm0ahu62Xnf156brz5v012qs/BooACCiiw9QUqyenMZ30grz95IaoLUDa5Zj/fq4Icq9mdKjzwcTeJgxdBklPumasCCiiggAIKKKCAAgoooIACCixzAQ9vZQuY6LSyP3+PXgEFFFBAAQUUUGA9AsDgUZj2gQVMdtonbn/3NePtExkE9R8R2WQhIEsQ//vS8+Itr74gXBTYCAGfooACCmy0wJdf8rGoJKd6AZBNlm6NvlsBEAc99iZxyB/d0j9Xl0quCiiggAIKKKCAAgosAgF3QQEFFFBAgWUtYKLTsv54PTgFFFBAAQUU2HgBn6nA/AKQd3VnHoJpH8h7vLRHgRbDtN2cmZ3qNVUe8Uf7xG3vulu0aTNGNZtTlXyrmjaj749n0nj1i78abzXZKXFcFVBAAQW2hkAlOX3+n96fl6C89oyvNdnJa1KueR2qWZy6/igOePSN4pAnmOS0NdzdhgIKKKDAthLwfRRQQAEFFFBAAQUUUGApC5jotJQ/PfddgW0p4HspoIACCiiwggWAwdHDtA+0BKd6AnQxTNtKWgJitq14tqxevbo9XmOz8SOfuG/c5m5rIsi1SuSSbeQAtCCj6kVUstPb/seZncJFAQUUUGCLBM566cejkpzaRvJaQ15psomoir7pggMffeM49Im3mlzD6jpWZfZaVv25BWivAXKz85fIBci6W2Ea1wgM+zVm2UoCbkYBBRRQQAEFFFBAAQUUUEABBZa/wBI+wlVLeN/ddQUUUEABBRRQQAEFtpkADG+owrQPtBu1tTPQxTBt6wYvMLmpW/25Zfam8Gz8qCfuG7e6867dxBmRyyhLP7tGhTPlv5QkGR4AABAASURBVF/0lXj7/5rsNENiqMBWF3CDCixngbNe9ok44x+PX+sQR+NrT15+xtejURzwiBvGoX/cJTnNXrdm47nXuuoDk+shTK+VMI0jFyDrboVpXCMw7NeYRQEFFFBAAQUUUEABBRTYmgJuSwEFFFBg8QqY6LR4Pxv3TAEFFFBAAQUUWGoCy35/YXhjFaZ9YMGSnR7zpP3j1nfZLbefxFQh4ywZZlB1MK7/+4VfjXe8xmSnxmGlgAIKKLDRAme9/JNxxj9UklN/RYnxtSXbvMZl3a358IGPvFEc9uRbt4SlDSU2VXJTX4D2GiBg/hK5AFl3K0zjGoFhv8YsCiiggAIKKLDNBXxDBRRQQAEFFFBAAQW2m4CJTtuN3jdWQIGVJ+ARK6CAAgosBwEY3mCFaR9oN27rOKGLYdrWjV5gcpO3+nPL7A3jiqvUcx79pP3ilnfaLWo2jZpOYzQajcM2zUaL23hG//lvX4l3vNZkp3BRQAEFFNgogbNe8ck4/e/fl1eQuqaMry/5ysG1Jq87+YQ44OE3nDfJqa5XVeqaNV8BJtc/mF4bYRpHLkDW3QrTuEZg2K8xiwKLU8C9UkABBRRQQAEFFFBAAQUUUECBhRJYPIlOC3WEblcBBRRQQAEFFFBAga0sAMMbrTDtA1s12aluFvc3jh/z5HGyU8y8x+yx1Xu3xyL+69++Gu987ddnHzVWQAEFFoeAe7GoBM5+5afi9Gcel/uU15a8hkQWYry060oE5EiWAx9+gzjsKZs2kxPQXl/XM+hiWLuNXICsuxWmcY3AsF9jFgUUUEABBRRQQAEFFFBAgUUs4K4poIACCyRgotMCwbpZBRRQQAEFFFBAgeUtAMMbrjDtA+2mbglAF8O07W/2zrYVV+lLn9w0t/+Yp+wXt7jjrlGzbNT2h6WbiaMbG8V/Pv+ceNfrTHbqPKwVUEABBeYKnP3vn4rP/d37criuHzVpYLVVcmhmrWvO/g89Kg77k9u0WZnWdY3qr1l9C7TnVx+m10EYxpELkHW3wjSuERj2a8yigAIKKKCAAgosdQH3XwEFFFBAAQUUUGDzBEx02jw3X6WAAgoosH0EfFcFFFBgUQnA8MYrTPtAS3aC+dv+pu9sW/FsWdeN5Mf+yf5xizvuFrnliNx+5FJN6wfVyzrbXCvZ6d2vN9kpUVwVUEABBWYEzn7Vp7skp7xWRF01siXbqAtKRBDRSuRywEOvH0c89bYtaWld16bZ61fFQHt+HwMBa5fIBci6W2Ea1wgM+zVmUUCBFSHgQSqggAIKKKCAAgoooIACCigwr4CJTvOyLNVB91sBBRRQQAEFFFBgWwvA8AYsTPvQxcC8N3f7m7+zbcXrK/0N5kp2utntd2kzO9XcG6OsasaNUeR/2cm6pubIxyNe9byz4z1vMNlpW383fD8FFFBg4QS2bMtn/8en47S/ObZdI/KykWteNcbXjnYtqWtKvkXF+/3W9eKIo01ySg5XBRRQQAEFFFBAAQUUUEABBbaxgG+ngALzCayab9AxBRRQQAEFFFBAAQUU2HgBYPBkmPahi4HNSnaqxKYqs8lPff9xTz0gbnGHmtlp/Pb1HlHvU30iw8ihLMSrnndOvOeNKyTZKVwUUEABBdYlcM5/ntiSnICgnpQVLSJ7ZJSFDHM94CFHxVWffrs2M1N/7emvR3P7/TjQnl99IGD+ErkAWXcrTOMagWG/xiwKKKCAAgoooIACCgwE7CiggAIKKKDAihQw0WlFfuwetAIKKKDAShbw2BVQYGEEYHhDFqZ96GJg3hu+/c3g2bbi2TL3hnLff+yf7h83u/1u44MatVk5uk43HUfWUTNyZBWves7Z8d43Xtg9bK2AAgoosOIEzvmvk+LU/3fseMa/umYkQV0o8uqRUa7VqRKx/4OvG0c8zSSnRHFVQAEFlqyAO66AAgoooIACCiiggAIKLEcBE52W46fqMW2JgK9VQAEFFFBAAQU2WwAYvBamfehiYKsnOz3uqfvHzW5XyU657SD3YVyyyTUg61YiXvXcs+PYN5nslEiuCiigwIoSOOe/K8npvRF5SYi8JgDVdP3o4qwjMt7/QdeNqx5z+zYz0+rVq1vbJ9/O7ffjwOR5QMD8JXIBsu5WmMY1AsN+jS1QcbMKKKCAAgoooIACCiiggAIKKLD8BTzCZSiwahkek4ekgAIKKKCAAgoooMB2E4DhDVqY9qGLgXlvANfNYqDdKIbuOTU2W+beYO77jzt6/7jpbXeNmp+jzeCUUVtHEa0/qqCLX/nss+J9bzbZKVzWI+BDCiiwnATO+e+T45S/fO/M9SCvFnldyDUvDHWk435eOPZ9wLXjqs8wyalULAoooIACCiiggAIKLH8Bj1ABBRRQQIGlJ2Ci09L7zNxjBRRQQAEFFNjeAr6/AhsQAAbPgGkfuhjYYLLTbILTbNwnN/Vjff/xTzsgbnrb3XK79fZE1NpKq6KWfNsajkp2Ou4tJjuViUUBBRRYzgJf+Z/PxCl/9Z5o5/+uiuoAQeQyqYj9H3DdOPLP79ASbvtry9xrTd/vW6A9v/pAwPwlcgGy7laYxjUCw36NWRRQQAEFFNjuAu6AAgoooIACCiiggAIKLDoBE50W3UfiDimw9AU8AgUUUEABBRSIdqM3ZhaY3sCFLgba82DY9jeLZ9uKZ8u6bkBXstONb71rvvN4BqeK2pQdGeRaYT7SZvB4xbO+HMe95aIcdVVAAQUUWI4CleT02b94dzvn17m/rgHtODOo2f5qLMbVfve7Vlztz53JqflYbbSAT1RAAQUUUEABBRRQQAEFFFBAgeUvsNiO0ESnxfaJuD8KKKCAAgoooIACy0YAGBwLTPvQxcBWT3b63WMOjJbsRESuAVVHZJArWSKCyIV45b98OY5/q8lOieGqwNYWcHsKbFeBr7zms/HZv3hP7kOe8Ls1+stBBUA1EUTsd99rx5F/ecc2M9O6Emlnk20rBtrzgYB1l8gFyLpbYRrXCAz7NWZRQAEFFFBAAQUUUEABBZaQgLuqgAIKKLCNBUx02sbgvp0CCiiggAIKKKBACaycAsMbuDDtQxcD894knnsjufpzy7puSD/+6Qe2ZKfRKKJm7ciqgmxGWSLjLFHxKF7+z1+K97/NZKcSsSiggALLQaCSnD7zZ+/K831eBPJc39YM57se7HOva8aRf7V5SU79NQnmv46VJVBNKzCNawCG/RqzKKCAAgoooMByE/B4FFBAAQUUUEABBRTYugImOm1dT7emgAIKbB0Bt6KAAgoosKwEYHgjF6Z96GJgqyU71Y3n1atXxeOfdmDc6Na7te1mFbXk2wQt6CqyR4Yv/6cvxwfebrJTUrgqoIACS1rgq687JT7zZ+9uZ3eoM3yWWltpVeSDAcR+97lWXOOv79RmZlq9enVrV61a1dq5/X4caI8DbRswfxu5AFl3K0zjGoFhv8YsCqxIAQ9aAQUUUEABBRRQQAEFFFBAAQU2SWDVJj17kTzZ3VBAAQUUUEABBRRQYKkJwPCGLkz70MXAvDeN6+YyMLmxXP25ZfaGdB+v3mFVPP7pB8QNb7lrRE3tFF0zyrZm98heNqMs3cDL/vFL8cF3mOxUGhYFFFgcAu7FpglUktPJx7wrX9Sd2/u6TvR17u9mdGoPx773ukZc/f91Mzmt75oy+xgwuBbB/NetyAXIulthGtcIDPs1ZlFAAQUUUEABBRRQQAEFFFi5Ah65AgoosCkCJjptipbPVUABBRRQQAEFFFBgCwRgeGMXpn3oYmBjk53azebZG9B9glON9fEOO6yKxz39gLhBJTsR421HRMZVARkSkXXk8rJ/+FJ86J0XZ+SqgAIKKLCUBM59/anRkpzqlJ7n9GrINqrQ6oAu2O9e14yrj2dymr1mzI2r3xegXXdg2gJtmzBtIxcg626FaVwjMOzXmEUBBRRQQAEFFFBgvQI+qIACCiiggAIKKDAjYKLTDIahAgoooMByEvBYFFBAgcUpAMMbvDDtQxcDa904Bta6wdzffJ5t+wSnGuvjq1xldTz+6QfGUTfbJWo2jza5U03tEaOun23N7lRNDb/kmV8w2SlcFFBAgaUj8NU3nBonPv2ddRpvp/Oq8gzfzvEV1wN17q9rwD73vHpc/W+6P1c3e62YG1e/L8Ba1yBY+1oVuQBZdytM4xqBYb/GLAoooMCWC7gFBRRQQAEFFFBAAQUUUECBlSSwaiUdrMc6I2CogAIKKKCAAgoosN0EYHijF6Z96GJgs5Od+hvT1U6SnXZcHb97zEFx/VvsGtSRjyuyR/WzHa8BxEv//ovx4Xc5s1OjsVJAAQUWscC5bzwtTnraO4P2X7+jXQ+IyPG2ErHvPa8e1/y7O7ekpdlrxNy4+n0B2vNh2gIBwxK5AFl3K0zjGoFhv8YsCiiggAIKKKCAAgoooIACCiiwlQTcjAIrSMBEpxX0YXuoCiiggAIKKKCAAotHAIY3fGHahy4G1rqRDKx1w7m/Gd23fXLT3P6OO62Oxz3twLjezXdpE3xU1Wb8iFpqLqcaqdLFL/m7L8RH3r28k53qyC0KKKDAUhU4902fixOPfmfb/en5vLrV68/neU7PdZ97XD2u+cy7tGtIXR9mrxWzcT3WF6A9H6YtrH1tilyArLsVpnGNwLBfYxYFFFBAAQUUUEABBbalgO+lgAIKKKCAAstHwESn5fNZeiQKKKCAAgpsbQG3p4ACCywAwxu/MO1DFwNbNdlpp51Xtz9jd72b7ZpHN9520OKsxlH1s5fv/ZK/+2J89D2XZMdVAQUUUGAxCZz35tPjxKPfEXmqzt0i2ywZBV1VDa1DN5PTM53JqWQsCiiggALzCjiogAIKKKCAAgoooIACCiwZAROdlsxH5Y4uPgH3SAEFFFBAAQUU2HIBYLARmPahi4GAtUvNuAEMZtuosb7MnaGj7++08w7x+GMOjOvedJcYjWrWj1FEZOnWNlb99lg+/qK/OdNkpxRyVUABBRaLwHlvOT0+9advb+frOldPztm1g3kub/08r9dj+9z9anHNZ5rkVDSbX3ylAgoooIACCiiggAIKKKCAAgosfwGPcKkImOi0VD4p91MBBRRQQAEFFFBg2QoAg2ODaR+6GNjKyU6r4/HHHBTXvcmuQXv3rLs1IIMgxk0EES/+2zPjhPc6s1O4rC3giAIKbFOB8956RktyqnM0dYKuIPegYrLtVvIRYt+7HxnX+nv/XF1nYq2AAgoooIACCiiggAJbJOCLFVBAAQUUWCQCJjotkg/C3VBAAQUUUECB5SngUSmwsQLA4Kkw7UMXAwFrl5rBCdjkmZ123mV1PO6Yg+LaN94lavaPrKImAqkZQFq/OpPBiBf+9efjY8ea7FQkFgUUUGB7CJz3tjPiU3/ytnaKbifsqsbn6lHG4zB3bRT73PWqca1/mD/Jqa4b8xVgcC2Bta85QNQCXTs3nq9fYxYFFFBAAQWWu4DHp4ACCiiggAIKRSDQAAAQAElEQVQKKKCAAttGwESnbePsuyigwPwCjiqggAIKKKDAjABMbxrXMEz70MXAVk122mXX1W1mp+vcZNd6yyBraHVEtkT+R0Q2AcQL//rM+Pj7Lg0XBRRQQIFtK3D+2z8fn3rK24P6j3zvVog8NbcOZJxRELH3na8a1/rHu7akpUpoWr169SCe7dfjVYD2HJi2QMCwRC5A1t0K07hGYNivMYsCESGCAgoooIACCiiggAIKKKCAAgosf4FtcoSrtsm7+CYKKKCAAgoooIACCiiwUQIwvEEM0z50MbDWjWdg3hvUdfO6L3NvbPf9XXbbIR77tAPj2jfaJWo2kH5Gp2q7EjHKByqu4AV/dUZ84jiTncJFga0m4IYUWL/A+e/4fHziSW9tJ+M6F3fn5OqO8rScJ+g8e7fx3Mw+d7pqXOef79auCXX+78/1Fa+rAO35MG1h7WtN5AJk3a0wjWsEhv0asyiggAIKKKCAAgoooIACCvQCtgoooIACW0PARKetoeg2FFBAAQUUUEABBRZOYAVuGYY3imHahy4GNpjsNN8N7bk3vPv+rmt2iMfWn7G70S5tuxG1/Yho79OayJEuiIgX/FXedD/eZKekcFVAAQUWVOD8d54Zn3zS2wKIrHKttoXjOPsRQf63z52OiGv/8/wzOdU1oT/nV9wXwCSncFFAAQUUUECBRSHgTiiggAIKKKCAAgoosBECJjptBJJPUUABBRazgPumgAIKKLA8BYDBgcG0D8MYCJiWunkNTG5cQxfX+Hylv/G9WyU7Pf2guOYNd4621CQhbZaQ7I3jqGlEslvtv/3FGfFJk51Kw6KAAgosiMD57zozPvHHb81TbjsJ1xROdVbONt+uhvqS3b3veHhc51ndTE51Xq8ye86f26/HgMm1ou/D9HoCRL/A/HE9DtPHqm9RQIGFEXCrCiiggAIKKKCAAgoooIACCigQsdwTnfyMFVBAAQUUUEABBRRYsgLAYN9h2gcGyU0w7Pc3rKutArSb2RXPd7O7H9tt9x3iccccHNe8wS6RbxC51ciXZhzRguwALc46/u0vz4hPvd+ZncJFAQW2t8Cye/+vvfsL8YknvjXqXAtV5yFmS45kE9m0UvE+dzwirvMv0ySnOtfPlv4cPzsGtOsCTFvIra+jxHgBxlHXwLDfjVoroIACCiiggAIKKKCAAgoosCACblQBBRQw0cnvgAIKKKCAAgoooIACi1kAhjeQYdqHYQwETEvd0AZi1apVg5vZNT7fTe8ar1LJTvVn7K5x/Z3bLCI1iVNXRpEDuY66Ernk0PP//PT49Ae+kR1XBRRQQIGtIVBJTh9/wlvynNvW7pybJ+LRpOR4nn+rv9ftD5skOdU5fG6Z73wPDK4LML12QBfHeAHGUbRrTMwsMH1sZthQAQUUUEABBRRQYLsJ+MYKKKCAAgoooMDyF3BGp+X/GXuECiiggAIbEvBxBRRQYJELwPBGMkz7QLvxDPO3dcMbaDe058Zzb37P9tfs0c3sdI02s1Pke2QJssoSEUAQ/UI8/89Oj09/0GSnXsRWAQUU2FyBC977xWhJTnWWzRNtrhF1zm0louLIwezGPrc/PK777LtPzvGz5/E658/t1xjQng/TFgiYv8R4AcZR18Cw341aK6CAAotcwN1TQAEFFFBAAQUUUEABBRRY8gImOi35j3DhD8B3UEABBRRQQAEFFNj+AjC8oQzTPgxjYHDDevbG9tx47k3w2f6aPXeIxzz9oLj69XaOqJlDWpVBctQsIl2UnRyv+F+f8bk48UMmO5WIRQEFFNgcgQve+6U44Q/fkmfVenWdWdvpN6uKs+SanbbuddvD4rrP2fgkJ+iuDbPXAejGoGuBeuNWYP64HoTpY9W3KKCAAgoooIACCiiggAIKKKDA0hFwTxVY6gImOi31T9D9V0ABBRRQQAEFFFgxAjC8sQzTPjBIboJhf/bG9tx4NrmpHpvt77HXVeIxxxwURx61c9t+VpFbDqi6p+/iqv/1mNPjpOWZ7NQfrK0CCiiwIAIXHFtJTm/O82tEnU+rjlyokufcyNHIliD2vu2hcb3nbnySU53b+wJMZnSC3No6SowXYBx1DQz73ai1AgoooIACCiiggALLRsADUUABBRRQQIFFLmCi0yL/gNw9BRRQQAEFloaAe6mAAttKAIY3mGHah2EMBExL3eQG2g3uPoauP5vcVI/N9vfce8d47DEHx9Wus1PEaBTtv9bGeGkj+VBNNTKK5z39c3Hyh785fsxGAQUUUGBDAhe878txwh+8OZ+W59N2fu3OpzmQ59w69XbjeaKNPW99SFzvefeYnMtnz9dzz9/Vh+460Md9C904dG29VxWgmlZgGtcADPs1ZlFAAQUUWGkCHq8CCiiggAIKKKCAAgoosH0FTHTavv6++0oR8DgVUEABBRRQQIGtKADDG80w7QOD5CYY9vsb3NX2BZjcMO/Hqp29eb7H3leJxz7jkLjadXeOWiC3W0ErFWehOlnl+rynnxYnf8RkpxKxKKCAAusT+PpxZ8UJv/+miDx3VkUGRC3TGggg9rrNoXHUv258klOdy/sCtHM9dNuC+dsYL8A46hoY9rtR67UEHFBAAQUUUEABBRRQQAEFFFBAgeUv4BFuVwETnbYrv2+ugAIKKKCAAgoooMDmCcDwhjNM+zCMgXaDHLq2bnoD7YZ3xVVg2K+xKrPJTnvuU3/G7uC46mRmpxgvo27GkdYbRXWyjucefWp85qMmOzUWqyZgpYACQ4GvH39WfOT33linzXburKrOn1UqrmdXPBqNYs9bHbxJSU6w9jkfujGYtvUeVYBqWoFpXAMw7NeYRQEFFFBAAQUUUEABBRRYl4DjCiiggAIKLKSAiU4Lqeu2FVBAAQUUUECBjRfwmQpssgAMbzzDtA8Mkptg/n4lM82W2cSmfnx2bK99d2wzOx1x7Z2D2uNxVQ1thKgm6wDiuUefFp89wWSncFFAAQXmCHz9/WfHR37vTe1cWefMGFd56sywOlUi44i9b31oXP/595wkqM6el+tcPbcPTJ4LXQwErLvEeAHGUdfAsN+NWiuggAIKKKDAFgj4UgUUUEABBRRQQAEFFNgCAROdtgDPlyqgwLYU8L0UUEABBRRQYD4BGN6AhmkfhjEwucldN8ah61fcF2Byc7wfq3b2JnolOz3mGQdHJTv105DUnE4140ibgWTU6mj90Sie86enxiknXBYuCiiggAKdwIUfODs+8vg35Mkyz555nszTZsb1WN+vkSy57nnLQ+Ko599jcm6ePR/PPT9XH5g8F7oYuvM9TNsYL8A4inaNiJkFpo/NDBsqsMACbl4BBRRQQAEFFFBAAQUUUEABBZa/wOYfoYlOm2/nKxVQQAEFFFBAAQUUWBQCMLwRDdM+MLlxDV0MXdvfEAcmN8VrbGPK3vvtGI85ZpzsFLm9KkQuWXVrQAVdec5TT41TPmayUwK5KrBlAr56yQtc+MFz4sOPf2PkSTJLrnmuzDNldAvR/Vc9Ys9bHBTX/7eFSXKCfKcs9U5VgGomBYb9yQMGCiiggAIKKKCAAgoooIACCy/gOyiggAIKrFPARKd10viAAgoooIACCiigwFITWMn7C8Mb0jDtAwE0HqDF0LWV1ARdDKw34WnuLCJ7779jPPrpB8Xh19ypTew0ilqy7tbJjE4Z5DqKZ//JKXHqxy+rJ1kUUECBFSlw4YfOiQ897g3tnJhVm8WpZr/L0+bYYzQ5n+5xswPjBi/8jcl5ee45eG4fmDwXuhgYnPOBqAVo4xVXAaqZFBj2Jw8YKKCAAgoooIACi0TA3VBAAQUUUEABBRRYuQImOq3cz94jV0CBlSfgESuggAIKLHMBGN6YhmkfmNzUhi6Gru2TnardUJl7Y32fA3aKRx9zcEt2yq2lMBHdGlBBV4DsR0t2Ou0TJjuFiwIKrDiBiz78lfjQY98Q5JFD1uMCtLG+ym7sedOD4oYvmiY5zT03zz0XAyY5hYsCCswIGCqggAIKKKCAAgoooIACCiiwbAVMdJp8tAYKKKCAAgoooIACCix9AWBwEDDtAwG0x4EWQ9fWTXToYmByw7zG55a5N9j3PXCnePTTD45Dr75jdNOTtDpqlpKssjPKpkr38L88+bPxuU9+KzuuCiigwPYQ2PbvedFHvhIffMzr83yY66hKqyrozo+1SzmUA7HHTQ6MG754mOQ097w7e14GJuds6GJgcI4HohagjVdcBahmUmDYnzxgoIACCiiggAIKKKCAAgoooMCSE3CHFVBguQqY6LRcP1mPSwEFFFBAAQUUUGDFCsDwRjVM+8DkJjd0MXRt3Tgn42o3VObedN/3oJ3i0c84JA69+k4RtDWggq4AQeQyrkx2SgtXBRRYEQIXffSr8cFHvz6PNU+AtbbSqog6N1aJXHKozeS0niSnOvdW6c/RgElO4aKAAgoooIACCiiwWQK+SAEFFFBAAQUUWKICJjot0Q/O3VZAAQUU2D4CvqsCCiiwVAQg75jP7CxM+0DeW6c9CrQYurZunkMXA5Mb6DU+t8zebK/H9jtop3jUMTWz005RE5O0GZ0il1HN5pQlw/ZAVjkUz3rSZ+L0TzmzU7FYFFBgeQpcXElOj3p91DmvZmvK01+t2c+zZA1mqXNl9mLPGx/oTE7L82vgUSmgwBIVcLcVUEABBRRQQAEFFFBAAQUWp4CJTovzc1mqe+V+K6CAAgoooIACCiwiAWCwNzDtAy3BqZ4AXQxdW0lLwHqTnOo5VeYmO+1/8M7xqPZn7HaebD+DXGvbEUHkQuTmI+t41h9/Nj5/4uU55qqAAgosL4FLPn5efOBRNZNTBBARWbo1oIKuALHHjQ6IG75k3X+urs61Veq8WwWYnKOhi4G2XZi2kQt0/QzbCrS2r2DY78c30PqwAgoooIACCiiggAIKKKCAAgosfwGPUIFFKWCi06L8WNwpBRRQQAEFFFBAAQW2jgAMb2DDtA+0m+L1TtDF0LX9jXSY9mtsvjJ7870e3/+QneORTzsoDr7ajhGjUSttxpIM21QmWbV+tVn+6Qknx5knfbt2Y5kUD0MBBVa6QCU5Hf+I1+YZbtSV8bkwO+PTYp4Qx2O732C/uPHLfnOSuFTn0bnn1RrrCzB5LnQxdOdqmLaRC3T9DNsKtLavYNjvx20VUEABBRRQQAEFFFBgYwR8jgIKKKCAAgpsDwETnbaHuu+pgAIKKKDAShbw2BVQYJsLwPBGNkz7wAaTnermOjC5sV79uWXuTfkDDt05HnXMIXHwkTtHvkGu+T6RC1mCACoI8r8K/vmJJ8eZJ5vsVBYWBRRY2gKXfuL8OP6Rr4tKaoo8x9V5rp3yiMhuVAzZybLHDQ+IG7/8XpPza51Lq8yeY2f7wOS50MVAbnNYIhfoxjJsK9DavoJhvx+3VUABBRRQYKsJuCEFFFBAAQUUUEABBRRQYAEETHRaAFQ3qcCWCPhaBRRQQAEFNbREYQAAEABJREFUFFBgIQRgeEMbpn2g3SSv94Uuhq6tm+1Au7EOXVtj85XZm/H1eCU71cxOBx2xY3QzOMX4xv8o+xm3ddTq//u/UTzriSfHF0x2ah5WCiiwNAUu/eTX4vhHvS4iz2ndEXTnuJq8qfWzm2ueA0exx/X3ixu/fDqT09xzaJ1HZ8eAdi6ucehi6M7VMG0jF+j6GbYVaG1fwbDfj9tuWwHfTQEFFFBAAQUUUEABBRRQQAEFlr+AR7j1BUx02vqmblEBBRRQQAEFFFBAgUUpAMMb2zDtAwuS7HTg4bvEI485OA666k65/WQhSxD5dpF1dsgSGUdceeUonvXHn4kvfsaZncJFAQWWnMCln/pavP9Rr4tRnstq5+vsRju7RQARkaVbY48b7B83fsVwJqdKYJotJjmFiwIKKKCAAgoooIACCix/AY9QAQUUUECBTRZYtcmv8AUKKKCAAgoooIAC21nAt1dg8wUg77LPvBzm7wMB01I334E2mwh0bY3NV2ZvztfjBx2+Szzi6QfHAYftGN2fcqoZnbJkp+rIpWY4idEofv3rK6P+jN2XPntFjroqoIACS0Pg0k9fEPXn6q781ZV5nuvObHVeq6iVPL/lA23d/aj94iYzSU51npxbZs+jQDv31nOgi2F6foYujlxgGme3ncer7QvQh7YKKKCAAgoosCQE3EkFFFBAAQUUUEABBRSYK2Ci01wR+woosPQFPAIFFFBAAQUUWK8ADG90Q9cH2k1xoL0emPSBdqMdhm3deJ+vzN6kr8cPPqKb2emAw3eMiG67kUtGWY/X3Hb1r/z1KP7lSSfHl04x2WksY6OAAotY4BsnXhAfePTr4/9+/X95dqsdrTNZtVUqzkIXtySnV05ncqrz49zzZd8HAmjn3noedDF04zBtIxfo+hm2FWhtX8Gw34/bKrCkBdx5BRRQQAEFFFBAAQUUUEABBRRY/gJzjtBEpzkgdhVQQAEFFFBAAQUUWAkCMLzhDfP3gXajHbp27s326q+r9Dfr+8cPvuqu8chjDon9D7tKTd40Zq45T8Zhm+Ep49EofvmLK+Nf/vjk+PKpJjuliKsCmyXgixZe4BsnfT2Of/Qb4tc//1XUia07o3V19+5dnKe1WHOdveOm/75xSU79ebNvgZbwBN25GKZt5AJdP8O2Aq3tKxj2+3FbBRRQQAEFFFBAAQUUUECBpS/gESiggAIrTcBEp5X2iXu8CiiggAIKKKCAAiVgSQEY3viGrg9MkpvyaZMYuvG68Q5MbrpXf11lbrLTQUfsHI865tCW7JRbiwiilqrJmNahRZXs9Ow/PjnOOu07NWpRQAEFFpXAN0++MN7/6NfHlZXkVGetPC/W2SuyrR0lK4KsI3a/7r5xs/+4Tztv1vmyzo1VKu5L3wcCmDwXuhi6cZi2kQt0/QzbCrS2r2DY78dtFVBAAQUUUECBFSLgYSqggAIKKKCAAgosMwETnZbZB+rhKKCAAltHwK0ooIACCqwUARjeAIf5+0C78Q5dWzfmgXYjHrq2xuYr/c37eqzig6+2Szzy6YfEvofs0OZwqvlOWhmNun61WbITP//ZlfEvTzwpzjbZKVwUUGDxCHzzMxfGcY96XfzqpzWTU+TpKs9fed7KOkatrbEqo1hz7b3jZv9x73a+rPPgfKXOjTUODJ4HXR+6cy9M28gFun6GbQVa21cw7PfjtgoooMBUwEgBBRRQQAEFFFBAAQUUUECBpSVgotPmfF6+RgEFFFBAAQUUUECBZSQAwxvh0PWBSXJTHS5M+0C7GQ/Dtm7Uz1f6m/j9Yy3Z6RmHxv6H7hjEeMltkT0gopWu+cXPr4xnP/nkOPtzzuwULgoosG0F5nm3b372onj/o98QV/7sV+1UFXXKalUG+XwyJtta11x7n7jZf05ncqpz4NzzYd8H2nm1nlMFuj4QMCyRC3RjGbYVaG1fwbDfj9sqoIACCiiggAIKKKCAAgoooMAcAbsKKLCkBEx0WlIflzurgAIKKKCAAgoooMDCCMDwhjjM3wcmN9yBdlMehm3doJ+v9Dfz67GKD7naLvGImtnp4B2jW9pcKBGjNr9TtrlmWLOj/OzHv45nP+nkOOd0k506K2sFFNgeApedclEc/+g3xC9//It2qupPV3m2yjVPWG2nunbNtfaOm28gyanOh1WAdj6tuAoMz7Uw7Ucu0PUzbCvQ2r6CYb8ft1VAAQUUUEABBRRQYHMEfI0CCiiggAIKKLCYBEx0WkyfhvuigAIKKLCcBDwWBRRQYMkJwPDGOHR9YJLcVAcF0z7Qbs7DsK0b9fOVSnDqxys+5Mhd4hHHHBL7tWSn3G4QkdvKqltbt6qISnZ6zpNOjq+c8d1wUUABBba1wGWnXtySnH71419EnaeAajKOXCrOEkTk+G7X3Dtu/l/rn8mpzoV1HgTaebT6VWDaB3Jz0xK5QNfPsK1Aa/sKhv1+3FYBBRRQYMEE3LACCiiggAIKKKCAAgoooMA2FDDRaRti+1azAsYKKKCAAgoooIACi1EAhjfIYf4+MLj5PntzHhjctK/H1lXqJv+hV98lHn7MIbHPgVeJNqdTP0XKqJsgpWZ0alOn5KM/+dGv4jlPOim+8nmTncJFAQW2mUBLcnrMG+IXP/x5f2LK01KesfI8laem3I+Ks2Rnt6vvGbf47w0nOdV5ERicL2F4boVpP3KBrp9hW4HW9hUM+/349m19dwUUUEABBRRQQAEFFFBAAQUUWP4CHqEC207ARKdtZ+07KaCAAgoooIACCiiwJARgeKMcuj4wSW6qA4FpH2g362HY1o38uaWSm2bHql/JTo98xqGx74E7tveIoFuryW1GlYhsiJ/88Ffx3CefHF9dDslO4aKAAotd4FunXRLvf+wb45c/+Hk7B2UVMT43tVNTxuOB2O3qe8UtXn3fdj5ctWpVa+sc18d9O98Y0J5fzwECpiVyga6fYVuB1vYVDPv9uK0CCiiggAIKKKCAAgosAgF3QQEFFFBAAQW2moCJTluN0g0poIACCiigwNYWcHsKKLD9BGB4wxzm7wODm/H9DfrZtuK5Ze5N/uofeo2a2enQ2PuAHfLARxG1jkvFOdjNoJLBj7//y3jOk0+Kc890ZqfkcFVAgQUS+NbnLonjH/vG+Pn3ftZOQ22GuXqvdm4a5TkpOxnXCWu3q+0Zt/yfDSc51fkQmCQ19X0Ynk+h60cuMI2z28671fYF6ENbBRRQQAEFlqSAO62AAgoooIACCiiggAIKbKyAiU4bK+XzFFh8Au6RAgoooIACCiiwoAIwvHEOXR/WboF24x2mbX/zvtr5SiU3zY5X/7Br7hKPeMahsc+BO0aQ67hUHP22I5cc//H3fxXPe8pn4rwvfC8HXBVQQIGtK3D56ZfG+x/3ppbkFHnOyTWg6nyfbIHsVxyx65F7xS3/d+OSnGbPexUDk6QnqG1OS+QCXT/DtgKt7SsY9vtx22Ul4MEooIACCiiggAIKKKCAAgoooMDyF/AIN1LARKeNhPJpCiiggAIKKKCAAgqsRAEY3kCHrg9rt0De9Gdww37uTfzqz5ZKbprbP+yau8bDnn5I7LX/VdpsKW0GldEoqlNxRhlHLqP4wXd/Hs998klx3hdNdkqQFbp62ApsfYHLz7g0jnvcG+On3/lJbjzPOt2ap6EKutLORxnuesQecastSHKC7twJwzbfuJ1TgQpbgWlcAzDs15hFAQUUUEABBRRQQAEFFFieAh6VAgoooIACnYCJTp2DtQIKKKCAAgoosDwFPCoFFkAAuhvrMGzrrYDJjXno4kpkAiYJUNVfX6nkp8Ov1SU77X3AVdr2sopaILdZQSsVEz/87i/jeU8+Oc7/kslOjcVKAQW2SODyz38jjq+ZnK74adC2lHW3BlRQJTKO2PWqe8StXnu/wfmtzmHrO8f1jwG5DdproYuhayMXmMbZbc+tti9AH9oqoIACCiiggAIRGiiggAIKKKCAAgoosEIETHRaIR+0h6mAAvMLOKqAAgoooIACGxaAtW+mQzcG0xaGcd3MB9rN+T6udm6ZLymgxq56nd3azE577rvDeAanbEajGE12uYur/sF3upmdvvbl708eNVBAAQU2VeDyM7skp59++8d5rqmzS20hzzrd2s3olI/Uusvhu8etNyPJCbrzIrDeJKeYWYCZXrTzargooMAmCfhkBRRQQAEFFFBAAQUUUEABBRRYHgLrS3RaHkfoUSiggAIKKKCAAgoooMCCCEB34x2mLQzjSmoC2k35Pq52bqnEpvnGjqhkp2MOjT332yGPodsOGcW4qobWIX5wxS/iX59ycpjsVEAWBTZJwCenwLe/8M14/+PfHJXkFHleqXNLlYqzW2sAEUHUn6u79evu3xKV+nPXfOex/rG5LdBeCwRMS+QCa/dzeLICk9hAAQUUUEABBRRQQAEFFFBAgU0Q8KkKKKDAshAw0WlZfIwehAIKKKCAAgoooMDCCbjlEoD5b6xDNw7TFoZx3eAH2s38Pq52bpkvSaDGrnrdmtnp0Nhjn9VtNpVR7dC4qvlWqkRNr5Jj3738Z/GvTzkpLjjLmZ2KyaKAAhsn8O0vfjOOf/yb4seX/aidTqqqc0uVisenmHYO2uXQNXHr1236n6uD7jwIrDfJKWYWYKYX7TwaLgoooIACCiiggAILJOBmFVBAAQUUUEABBZaCgIlOS+FTch8VUECBxSzgvimggAIKrBgBGN5w7w8cunGYtjCMK6kJaDfp+7jauaUSm+Ybu+r1douHPeOw2GOfHYJ643FF9qpEtuM1vnf5z+Nfn3JyfP1sk53CRQEFNihwxZcui+Mf/+b4yWU/qtNI9FWdW4hasu7W2OXQ3eM2b3Amp1KxKKDAChTwkBVQQAEFFFBAAQUUUEABBRRYBAImOi3wh+DmFVBAAQUUUEABBRRYTgKQd/vnOSDoxmHawjCuBCYggMlsJjU2t8yX7FTPudr1dovfOebQWLP3Dm2ClapGMa0zrElXYpSD3/3Wz+L5Tzk5LjznBzVsUUABBeYVuOLLl8Xxv/uW+PE3ftjOHXn6qJNKPrfmcqqSYZ1Z8oGdD94tbvvGdSc51XlqvgLdeQ+YnPtgOha5AFlPV1h/f/pMIwUUUEABBRRQQAEFFFBAAQUU2JYCvpcCCmx/AROdtv9n4B4ooIACCiiggAIKKLCkBGB4A77feejGYdpCi1tyEzC4yV8JAdCNVTxb5iY79f0jj1oTD+uTnYL8L7IQkXXk0qKqMr7isp/F8//k5LjwKyY7JYerAgrMEbjirG91SU6X5jkiz0VAdyahnkjGXYmMdj5kt7jtmx7QzmH9uao/L/X99bVAey3kNmdK5ALTsewGUM2kwLA/ecBAAQUUUEABBRRQQIHFJ+AeKaCAAgoooIACCy5gotOCE/sGCiiggAIKbEjAxxVQQIGlJwDz33iHbhymLQzjSgYA2s38Pq52bpmbRND3j7x+JTsdFmMKlUAAABAASURBVLvtuSpqvpUqbQqWUatjVFM6Zan225f+JJ7/lJPiIpOdlt6XzD1WYAEFvlNJTo9/c/zw4u8Pzhl5GulOJJOzyyhqJqfbbWaSEwzPddD1gXZ00LWtkxWsv59PcVVAAQUUWNIC7rwCCiiggAIKKKCAAgoooMCWCpjotKWCvn7hBXwHBRRQQAEFFFBAgUUpAMMb8v1OQjcO0xaGcSU1ARuV7NQnONVr+vjI6+8WD3/G4bHbnjtEbiXfmsig1oCKmbTf/sZPo2Z2uvirPwwXBRRQ4DtnXx7H/e5b4keX/GByniiVduqooJU8hwSxy0Fr4nZv2vQ/V1fnK8htZJmNoRurt4AuBqob0LWtkxUM+zm0/FePUAEFFFBAAQUUUEABBRRQQAEFlr+AR6jAFgqY6LSFgL5cAQUUUEABBRRQQIGVLADz34iHbhymLQzj2Zv/fVztfKVPcKrH+vjIG6yJhx1zWOy6x+r8CEZtFpasY1RVjrSgOtn/9iU/iX/7k5Pi4nOXbrJTHZJFAQW2TOA751wex//eW+OHF32/nTMm54nc7Ph0kVGto9jxgF3idm9euCSnepe+QHd+XFe/H7dVQAEFFFBAAQUUUECB5S/gESqggAIKKKDA+gVMdFq/j48qoIACCiigwNIQcC8VUGA7CsDwBn2/K9CNw7SFYVyJS0CbyaSPq52v9AlO9VgfX/2Ga+Jhz6hkpx0iaGvk5qItGQBdn4hvXfyTeMGfnhyXnGeyU/OxUmCFCXz3K9/ukpwu/N7kvFAB5AkiLYAg26p22n/XuMNbHxh1vulLf97p++tqgQDaa6GLoWsjF+hiIHvRnhszC3TjM0OGCiiggAIKKDAVMFJAAQUUUEABBRRQQIEVLmCi0wr/Anj4K0XA41RAAQUUUEABBRZWAOa/MQ/dOExb6OLaI2CQDFCJA0C78V/x3DKbaNDHlez0O8ccGrusWR2jiBjVtCwZVduVGsuSY5dd+KM2s9Ol55vslFSuCqwYge9+9dtx3O+9JX5wwXfzTDDK80SeE/KE0Z0jMkiJFme74767xB3etnBJTvkWkxWYxBXAsF9jFgU2TcBnK6CAAgoooIACCiiggAIKKKDA8hdY2UdootPK/vw9egUUUEABBRRQQAEFtpoAzH+DHrpxmLZAS2aCrq2EJpjG1V9XWb16dUuOqsf7+Bo32j1+5xmHtWQnII+Jtv2sau1KEJGPXXZhzez0mbj0az8KlxUm4OGuSIHvnXtFHP/7b4sfXPC9iDoNdFXk6SBLDWSJyDhi5/13jTu+fWGTnKB/v66N8QLD/njYRgEFFFBAAQUUUEABBRRQYFMFfL4CCiigwLIWWLWsj86DU0ABBRRQQAEFFNhoAZ+owNYQgPlv1EM3DtMWurjeF2jJS0DA2nElNa2r9MlO17zx7vGwZxweO+02/p85NbNTllwj2oQtWeVanW9e8MN44Z+cFN8w2SlcFFjOAt877ztx3O+/Nb53/hV5mHkCaGur6lSQpeIs+eiObSanB7RzUX++WT2TWNmPzdfC2ucu6MZy0+28Nl9bY1WAaiwKKKCAAgoooMA2EfBNFFBAAQUUUEABBRRYygLjOwBL+RDcdwUUUGCbCPgmCiiggAIKKLCRAjD/DXvoxmHaAi0BALq2EghgGld/vjI3+aDvX+PGa1qy086V7DTeTjYRRC5ZtbUq4hsX/Che+NST45vZ5oOuCiiwzAS+f/534vjff2t8/7zv5Ckgf/dZR54QiPyPPNhWCCB22ncXZ3JKElcFFGgCVgoooIACCiiggAIKKKCAAgoosIgFVm2dfXMrCiiggAIKKKCAAgoooMBUAJh2ZiLoxmHaQhfX04A2mwrQkg8qyQmmcfX70ic3ze1f8ya7x+8cc3jstOuqGI1GWcaTttS0TtXPto1HxKXn/7BLdvr6j7PnqoACGxZYGs/4/te+E8f9wdviu+dekb/4OgfkuaCiOge0UmNVRnGVvXeKO75j8/9cXX8Ogu5cBV1bUkA17XxWAXT9iqvAsF9jFgUUUEABBRRQQAEFFFBAAQW2v4B7oIACCixeAROdFu9n454poIACCiiggAIKLDUB93cgAPPfwIduHKYtMEgEqMQB6MYqrgK0JKiK+7LOZKeb7h4PPeaw2Hm31RHkWqUPsqWVaMsl5/0wXvTUk+OyC012aiBWCixxge9f8N04/g/eHt/9yrfbkVB1nj/I332tfcmh2HGvneJO73zQ4Nwy97xS55v5xoD2OsgtzymRC5B1BAzbGC/QjY+7NgoooIACCiiggAJLScB9VUABBRRQQAEFFNhuAiY6bTd631gBBRRYeQIesQIKKKDAyhOA+W/kQzcO0xYYJARA1wdaMkElG8A0rn6VuQkIff/aN9sjfvvph8ZOO+f/7BlF1HwuWUUXtV7G3XrxuT+IF/3pSfGti0x26kSsFViaAj/4+vfi+D94W1xxzuWTA8iff/7sq86Sa3sg26vsuVPc+d0Pnpxf5juf1FgVYPA86PowPU9BF0cuQNYxOKfFzALd4zNDhgoooMCyEvBgFFBAAQUUUEABBRRQQAEFFFgogfx//Bdq0253EwV8ugIKKKCAAgoooIACy1IA5r+hD904TFtgkhhQyQVVoBuruAowSDiosT65qeIqff86N98zHnLMYbHjLqsjtxJZ5ZpRboOYLhVffG43s9O3Lv7J9AEjBRRYMgI/uPB77c/Vfeecb+fvvHa7ftnRYqg4S7bkSJvJ6V0b/nN1/bmkzit9Ado5CHJLc0rkAmQdAcM2xgswjmwUUEABBRRQQAEFFFBAAQUUUGAZC3hoCiiwQAImOi0QrJtVQAEFFFBAAQUUUECBqQB0N/ynI10E3Tj0LS05AGhPACZ9oCUXVLIBTOPqV5mbkND3r3OLLtnpKjvRZnWpuZxGo6pjvHRxjV30le/Hi596UlxustPYxkaBpSHwgwu/H/Xn6q4461tRv+VR2+1p3Y1lP3/7O+xxlbjTOx8Y/TlivvNHjVUBJued2T4wODcBUQvM39ZjVaB7vGKLAgoooIACCiiggAIrW8CjV0ABBRRQQAEFNk/ARKfNc/NVCiiggAIKbB8B31UBBRRYwgIw/w1+6MZh2gItiaAOt5ILqkA3VnEVYJCAUGOziQuz/evcYo946DMOj6vstDoicjutxHipfgQQEcSF53w/Xnz0yfHtS5zZKVwUWAICP7zo+3H8H709vn3Wt3JvCciSUb+SARD131X22DHu/M4HxeodVk/OH6tXT+M6b6yrAO01kFuaUyIXIOsIGLYxXqAbH3dtFFBAAQUUWL+AjyqggAIKKKCAAgoooIACCswrsGreUQcVWKIC7rYCCiiggAIKKKDA4haA+W/0QzcO0xZoCQPQtZV8ANO471c7W+YmLfT969yym9lphx1JpG4WpwzaOsq6ZnyJyCjXr5/9vXjRU0+Kb19qslPSuCqwaAV+ePEP4rg/fHtc/sXL2s+3qvot5894ss8V1y9+hzVXiTu/60Gx+iqrW8JSnTdWm+Q0cVpqgfurgAIKKKCAAgoooIACCiiggALLX8AjVGA+gVXzDTqmgAIKKKCAAgoooIACCiyUAFSi0dpbh24cpi0M40pMAFoCVMVVgEnSQvWrzE1e6PvXvdWe8dBjDo/VV1kVxHSpGFod9UBFF579/Xjp0z4TV3zjp7HEFndXgRUh8KNLfhDHP+Ed8e0vfSv6n28EAVmiFqqKqq+yW83k9ID87a9u54vVq1cP/nRdnTfWVYD2GiBgWCIXIOtoj0Uu0PUzbCsM+23QSgEFFFBAAQUUUEABBRTYcgG3oIACCiigwIoUWLUij9qDVkABBRRQQIEVLOChK6DAYhCA+W/8QzcO0xaGMdASCoCWfFDJCTCNq1+lEhmq7Uvfv+6t94yHPOOwWLVDjJea6yWiZoHJultH2YxG8bUvfidecvRJ8Z1vmuw0xrJRYFEI/OjSH8Zxf/SO+Nbnv9F+u+33m7/b/OV2/baXbSBW77pD3PmdD4gddrpKO2f054L+3LC+Fmivgel5B7o4cgGyjnZOilyg62fYVhj226CVAgoooIACCmwjAd9GAQUUUEABBRRQQAEFlqOAiU7L8VP1mBTYEgFfq4ACCiiggAIKbCMBmD8BALpxmLYwjfukBKAlF8z2+7hv5yY09P3r3XqveOgzjohVq8mjJag6txcVZadC6IKvfel78ZKjT47vXGayU7gosAgEfvSNcZLTmd+M9pOtn2oLIhcCsmRUayU53eWdD4wddjbJqTwsCgwE7CiggAIKKKCAAgoooIACCiigwPIXWIZHaKLTMvxQPSQFFFBAAQUUUEABBZaKADDvrkI3DtMWhjHQJTRk2yc2AdHH62pXr17dnnO92+wVD/2zI4JVNQdMllHN/pKlW9usMJFxBnH+F74TLz365PjuZT8Ll5Uh4FEuToEff/NHcfwT3hmXnXFp/Wiz5Jq/01wzqH0e5U82S4ard9kh7vKOB8YOu5jklByuCiiggAIKKKCAAgoooIAC8wg4pIACCiiw9ATy/9JfejvtHiuggAIKKKCAAgpsVwHfXIGtKgDMuz3oxmHawjSuRCZgg8lOfWJTPX9uud5t9mzJTqtXd9uJoF8DujiDXInzz/xOvOzpJ8f3vmWyU7gosB0EfnzZOMnp9EvbbzKrqAJUk3HkUjGxeucd4s5vv39cZdcuyWnub7/6dW6oUvFsAaL60G0Lpm3kAmQd+Z7DNsYLdOPjro0CCiiggAIKKLCUBdx3BRRQQAEFFFBAAQUWnYCJTovuI3GHFFBg6Qt4BAoooIACCiiwqQIwf2IAdOMwbWEaz01GqH4VoCUqVFxlbjLDbP+o2+4Vv33M4RFts6M2K0xN7jTqquyPJjPEnHvGFfHSp50U37vcZKdwUWAbCvzkWz+O457wzvjGaZeMJ1qr32pX6rdaP9f2QFardlwVd3n7/WPHNTtNzgOzv/nZcwIweU6NAwHzl8gFyDracyIX6PoZthWG/TZopYACy1jAQ1NAAQUUUEABBRRQQAEFFFBAgW0tsO0Tnbb1Efp+CiiggAIKKKCAAgoosCQEYP4EAejGYdrCNJ6bnFD9KsAggWFdiQ713KNut1c85BlHdMkLuel86TjuOkAQuWR17hnfiZc97eT4/rd/ngOuCiiwToGt9MBPLu+SnL552iVRP8T8GQZk3UoOZZu9DCJW79TN5LTj7htOcqrf/mwBJucMoL0HdG3kAmQdbTxyga6fYVth2G+DVgoooIACCiiggAIKKKCAAgosdwGPTwEFFNjGAiY6bWNw304BBRRQQAEFFFBAgRKwzC8A8ycKQDcO0xamcSUrAC0BARgkK9RjfVlfstP1bz+e2akmiYk2kVNWXdBmjMkw8rFqvnr6FfGyo0+KH1xhslN5WBRYKIGfXP6TNpPTpade3L1F/gZzbbOsZdV+o/3vc9VVVreZnHbaY+fJOWB9v3lg8jyuhrgLAAAQAElEQVSYnj9gGEcuQNbRzjGRC3T9DNsKw34btFJAAQUUUEABBRRQICJEUEABBRRQQAEFFNi6AiY6bV1Pt6aAAgoosHUE3IoCCiigwAoWgPkTBqAbh2kL07iSmYCWiAAMEhjqsb6sL/Hh+nfYO377z44IIiI3kVVEBUAQubQqIrvRkp2ednL84DsmO4WLAgsg8NNv/ySOf+I74xunXBLdTy/rbg2ooCtArLrKqrjL2+4XO+6xcTM5Qb5m1ap2noBhDLTtA1ELzN/WY1Wge7xiiwIKKKDAJgv4AgUUUEABBRRQQAEFFFBAAQU2ScBEp03iWixPdj8UUEABBRRQQAEFFFjeAjB/4gB04zBtYRpXMhMwSVKofhXoxiqusr5kpxvcYe/4rWOOiJolJquoUnHNItPN6DSqoQxHcc5pl7eZnX74nV8s7w/Eo1NgGwv89IqfxnFPfGdc8tmL2m9t1P8As801f4NZ12CV1dGSnHbaa8MzOcHwXABdH9Zu65CBato5pQLo+hVXgWG/xrZucWsKKKCAAgoooIACCiiggAIKKLD8BTxCBRTYFAETnTZFy+cqoIACCiiggAIKKKDANhOA+RMIoBtnpoXpWCUyAS0xAWgzttTY3LLeZKc7dslOuZGoArm96Jc+rpb4ymnfjpc97aT40XdNduqFbBXYEoGffWec5PSZ+nN13e8sf4LdJonINSDrLKwm7vLW+8XOe+8y+a2v77c9ex4AJq8B2jahayMXIOto45ELdP0M2wrDfhu0UkABBRRQQAEFFFBAga0v4BYVUEABBRRQQIEZAROdZjAMFVBAAQUUWE4CHosCCiiwHASAlmQADA4Huj5MW5jGlcwATF4LtIQG6Mbq8SrrS4i44Z32iQc/7fDhjE7RLaPWVF0l4pxTL++Snb5nslOjsVJgMwV+9t2fxfue+K645OSLxluo39goqm4DGeTaZnRiFXHXt90/dtl316jfc5V1/aZh+NsH2mugG4dpG7kAWUc7h0Qu0PUzbCsM+23QSgEFFFBAge0k4NsqoIACCiiggAIKKKCAAitJwESnlfRpe6yzAsYKKKCAAgoooIACS0wAhokF0PVh2sI0rqQHoCUqVLyusq7EiHr+De+8TzzoaUe0bVBerYrsZ4nqVKk44uxTLo+XP+2k+PH3fxkuCiiw6QI//97P4riZJKf6dTH+ndE2l3W3xqrVq+KuNZPTvps/kxMQMCz1NkA17bEKoOtXXAWG/RqzLGoBd04BBRRQQAEFFFBAAQUUUEABBZa/gEe4ggRMdFpBH7aHqoACCiiggAIKKKDAUheAYYIBdH2YttDFdaxAS1aAabtq1ao2Vm1f1pfsdKO77BMPeOph3YwyNZVMRqNsa46ZKvU+2W0zP5312W/Fy44+MX7yg6WS7FR7b1Fg+wv8/Ps/i/c94V1x0Ylfb7+l+k11pX5lWaqTv71aa2/v8pb7xM77rTvJqf9tQ/fbn+1XDN04TNvaLlBNO0dUAF2/4iow7NeYRQEFFFBAAQUUUEABBRRY/ALuoQIKKKCAAstHYNXyORSPRAEFFFBAAQUU2MoCbk4BBRalAAwTDaDrw7QFWqJCJTRUgWG/H6u2L+tLdrrxXfeNBx59eASRC12TdR/lYES9RxBnf/byePnRJ8VPfmiyU7gosBECP//Bz+N9T3x3XHTShfkLyhcQXRu1kHEWKs6S7V3eet/YZf/dYn2/3bm/53ou0F4DBAxL5AJkHe2xyAW6foZthWG/DVopoIACCiigwPIQ8CgUUEABBRRQQAEFFFBgyQiY6LRkPip3VIHFJ+AeKaCAAgoooIAC20sAhgkH0PVh2kIX1z4CLXkBpu1s4kPFVeYmR8z2K9npAU89ojY3nlSmppip0oaiBltvNIovf+ayePnRJ8ZPf/ir8YM2Cigwn8AvfvjzbianT12Qv6FR/YyynX1m/arG4zl8lzffJ3Y9YN1JTvU7rgLdb73iKoBJTuGiwOYL+EoFFFBAAQUUUEABBRRQQAEFFFj+AkvlCE10WiqflPupgAIKKKCAAgoooIACAwFg3j5048AkuakSHapAN1ZxX4CWANH357bDZKf6M3aH53YjcksRWUcuFedmul4G1f/yyd+Klz/txPjZj0x2SqLlvHpsmynwix/9opvJ6dNfj6jfzbhUHLlkN+q3FOP6rm++b+x20JrJ73X2t9n/bucbA9prILc2p0QuMB3PbgDVTAoM+5MHDBRQQAEFFFBAAQUUUEABBVaSgMeqgAIKKLBIBEx0WiQfhLuhgAIKKKCAAgosTwGPSoGFFYBhAgJ0fZi20MW1J0BLYoBpWwkSQEuEqHi+RInZsRvfbd+4358cHjXHTCujmoAmo9Gw5BPiSydeFi87+sT42Y9NdgoXBWYEfllJTk94V3z9ExfUDyhGc34/+WvKsXqoRXGXN947dj1oYWZyAiZ7BtO4BmHYrzGLAgoooIACCiigwHwCjimggAIKKKCAAgoosG0ETHTaNs6+iwIKKDC/gKMKKKCAAgoosMUCMExEgK4P0xZoCU6VyFQFhv1+rNoqs4lN1a8yO3aTu+8b9/+TwyO3Ermp7hgygBzJ0gaJ1nz5xMviFU87KX7+k1+HiwIKRPzyx7+MY5/47rjwkxe030jUb6VVVB3tJxSMqYi7vuHesdshu683GXHub7T6QHsNEDAskQt0Yxm2FWhtX8Gw34/bKqCAApsl4IsUUEABBRRQQAEFFFBAAQUUUGCrCCzqRKetcoRuRAEFFFBAAQUUUEABBZa9AAwTEqDrw7SFLi4MYK3Ehz4xAmjJEbOJTfVYldmxm9xjv7jvUw6LyVIz0mSnZqapeWhqRqccqia++KlvxsuP/nT84qcmOyWR6woW+NVPuiSnr3/8a92MTaPEGEV0v5mavanvZ5vrnV//m7HboRtOcqrfJ9B+u7MxrP1bj1ygG8+wrUBr+wqG/X7cVgEFFFBAAQUUUEABBRRQQAEFNl/AVyqggAJbQ8BEp62h6DYUUEABBRRQQAEFFFg4Abe8kQIwTEyArg/TFlgrwQmYJEdUgkQV6MZmE5tqvMrs2E3vuV/c98k1s1NEbjiICGh1Brlm2He/+KnL4uVHnxi/+JnJTuGyIgV+9dNftZmcKskp2m+D6H8fFUD2Sybbau7y+nvF7oftMfl9zv726re4rgK010Bub06JXKAbz7CtQGv7Cob9ftxWAQUUUEABBRRQQIEFFnDzCiiggAIKKKCAAhshYKLTRiD5FAUUUECBxSzgvimggAIKKDAVgGGCAnR9mLZAwLpLnzwBtGSJ+ZIrZsdu+hv7xX2efHjU9DQ1H02b0Wk8lVNrWhW5jOILn/xGvOLoE+OXP78y+64KrByBX/2sS3L62gnn50GP8veSa/42cs2ghvLXk518JPujuPNrfzPWHLZxMzn1v9lqgfa7hbV/45ELdOMZthVobV/BsN+P2yqggAIKLAYB90EBBRRQQAEFFFBAAQUUUECBCBOdlvu3wONTQAEFFFBAAQUUUGCFCQCDI4auD9MWmDfZaTZRYjaeTWyq8SqzY5XsdN+nHBG51QAiqyy5trCqyIWo/77wCZOdEsN1BQn8+ue/bjM5XXDC+QHkkWepdVwi26gqH6vwTv/7G7H7Ec7kFJu6+HwFFFBAAQUUUEABBRRQQAEFFFj+Ah6hAgqY6OR3QAEFFFBAAQUUUEABBZafAFS6xPS4oOvDtAUC1i6VxAS0WWFm49nEphqvMjtWyU73ftLhbTaarLp1lE2WqJLVqJWIMz9+abzi6E/Hr37hzE7hsqwFfv2LLsnpax89P7/9+XsY19XUz2LUqiLIIDt3fPU9Yo+r7Tn5/c3+xuo3t64CtNfA2r/pyAW68QzbCrS2r2DY78dtFVBAAQUUUEABBRRQYGkJuLcKKKCAAgoosPwFnNFp+X/GHqECCiiggAIbEvBxBRRQYFkKwDBxAbo+TFtgqyY73ew394tKdsqtRpDruFScvQCCyCXbMz/+jXjl006MX//y/3LAVYHlJ3DlL6+MY5/4njj/I+e3g6vvPu0XQFRDVvlTaHFkcKdX3zP2vPreLWGpEppMcgoXBRRQQAEFtraA21NAAQUUUEABBRRQQAEFlryAiU5L/iP0ABZewHdQQAEFFFBAAQUUWKoCwGDXoevDtAUC1i6VaAFMki6ge858yRezYze71/7xm088rKauiVGbpKaqyGWU/SwZZZD1KM444ZI2s9Ovf2WyU4K4LiOBK391Zbz3ie+O8z58bh5V/Qa67/6ofhTj6Zwq7rt3/M+7x55X32vye5v9TdVvcV0FaK+B7vcJ0zZyga6fYVuB1vYVDPv9uO1KFfC4FVBAAQUUUEABBRRQQAEFFFBg+Qt4hEtdwESnpf4Juv8KKKCAAgoooIACCiiwXgEYJjJA14dpC2xUslOfbLGhJIyb33v/+M0nHJbbjMgtVxXRotaLbqmY+PwJl8Yrj/50XPnrRZ7s1O20tQIbFPi//C6/t2Zy+tB5+a0fP71+YxkCVUc9UGGVO/7X3WOva05ncup/ZxtqAZOcwkUBBRRQQAEFFFBAAQUU2MoCbk4BBRRQQIFFLmCi0yL/gNw9BRRQQAEFFFgaAu6lAgosbgGo5IrpPkLXh2kLBKxdKtkCaAkVfQzTfo1VmZv8dIv7HhC/8UeH1dw1bXanqmpOm1FMl4pr7IyPXhKveOqn4/+urJHp40YKLDWBLsnp3XHeB7+a3/36dk+PoL7dNYtT/RbywTax2R1eddfY8xrTmZzm+y3V2NwCa/9WoRurd4Rp3Per7QvQh7YKKKCAAgoooMAmCfhkBRRQQAEFFFBAAQUU2L4CJjptX3/fXYGVIuBxKqCAAgoooIAC210AhokN0PVh2gIblew0N+mi78+X7FQzOwV1+ARkaSFVR9WM60p2qpmdTHZqNFZLUGB05Sje+8fviXM/WH+uLr/Z/fe9fcej1UBERdnc6T/uFntda5+Y/d3Mxv3vam4LBNCSD6GLoWsjF5jG2W3PrbYvQB/aKqDA1hdwiwoooIACCiiggAIKKKCAAgoosPwFtusRmui0Xfl9cwUUUEABBRRQQAEFFNiWAjBMcICuD9MWaIkRMGwr2QJoyRUVr6vMTdSomZ3u+YeHRs1iU7PZ1Kw2bSqb6Ga7qbF6LLvxuQ9d3P6M3ej/2rPyNa7LS2D5Hk19Z9/zxHfHV9//1fZ1rqq+2903OevR8Pt+h1feNfa81t4mOS3fr4RHpoACCiiggAIKKKCAAgqsYAEPXQEFFFBgIQVMdFpIXbetgAIKKKCAAgoosPECPlOBbSQADN4Juj5MW2CrJjvd8n4Hxj3/8LDIrWbp3756EUBEZKk1y+kfHic7jcJFgaUhkN/VNpPTB75a3+ToKzIgxkt+zysG4g6vuGvsfZ3hTE7rShycHQcCaMmG0MXQtZELTOPstudW2xegD20VUEABBRRQQAEFtqeA762AAgooey9KVQAAEABJREFUoIACCiigwBYImOi0BXi+VAEFFNiWAr6XAgoooIACCmw9ARgmPEDXh2kLtEQJGLaVeAG0ZIuK11Xmzux0y/sfGHf/g0Nr4qbol1EG43luagKc9tgoB7uZnT6Vj7oqsPgFaianrxz3lTZRWX5923e5qvput/74ECq+/cvuHHtfd+0kp7m/l7m/K+h+hzUOXQxdW5uHadz3q+0L0Ie2CiigwKIXcAcVUEABBRRQQAEFFFBAAQUUUGDdAssl0WndR+gjCiiggAIKKKCAAgoooMA8AjBMfICuD9MW2KrJTrd6wIFxj98/NHKjUQtZEbS6mhZVlSOf++DF8e9HfzojVwUWr8B7/vg98dXjvxrt+5vf3fzJtLgqoIYjxvUdXnbn2OeofQd/rq4SlzYxySkgtzsukQt0/QzbCrS2r2DY78dtFVBAAQUUUEABBRRQQAEFFFBg0Qq4YwoooMA6BUx0WieNDyiggAIKKKCAAgoosNQE3N9NFYBhAgR0fZi2wCCxArp+JWgAmzyz060eeFDc7XcPicmMNzWFU83lNMqRVqqqeBSnvv9Ck51SynVxClSS0znHnhOj+g7X17aVqmp/R208e9kZxeYkOUH3WwPa7wymfSBqAdrvs+IqQDWTAsP+5AEDBRRQQAEFFFBAAQWWtIA7r4ACCiiggAIKrFwBE51W7mfvkSuggAIrT8AjVkABBRRQYB4BGCZCQNeHaQu0ZAoYtpuf7HRg3O13D4vcWgC5V1lyjSxQVQRUS0t2etXTnNkpXBaVwHuf9N74yvu+Mvme1s61r2zU97b1MiJLxO1fcqdNnskJmCQ39b8zyO2NS+QCZD1dYf396TONFFBAAQWWvYAHqIACCiiggAIKKKCAAgoosGwFTHRath/tph+Yr1BAAQUUUEABBRRQQIFOALqECZi2QMDapU/CqHZ9ZfbPc1V86wcfFHd5/CExyv+iSjf1TdTkOG0vKqiSnVOPvzBe9XSTnZLCdREIvPfJx8bZ7z2n25P6jlbJXjXtazyu6rt9+xffKfa9wX6b9OfqgI1OcgKiFujaiqvAsF9jlqmAkQIKKKCAAgoooIACCiiggAIKLH8Bj1CB5SpgotNy/WQ9LgUUUEABBRRQQAEFFNhoAaAlMUXE5DVAi2HaAu15MGwrwQloyRkVr6tUgtPsY5XsdNfHHxoR9GvkZqItGQBdP9tTj7sw/vOYE9tDVgpsL4Fjn3JsnPPec7rvZe1EfjeBiFqrRC7ZRg7c/oV3jH1vaJJTuCiggAIKKKCAAgoooMBiFHCfFFBAAQUUUGCJCpjotEQ/OHdbAQUUUECB7SPguyqggAIrSwBaxkbAtAVaH4ZtJTABG0x2quf1pRKfKtmpZnZqkzqNopvRqbWjjKvUWLb5hM++7+smO4XL9hI49k/eF2e9++z8Jub3cVRl/N3MOAfz+5r92rn8/laS03433n+Tfg9Aez5MW5j+ziIXIOtov8HIBbp+hm2FYb8NWimggAIKKKDAZgj4EgUUUEABBRRQQAEFFFBgcQqY6LQ4Pxf3aqkKuN8KKKCAAgoooIACS1oAmCRQ9AcCtBCmLdCeB8O2EpiAlqxR8Xylkpuq9I9V3CU7HZrbjFaCalsVteQmcyj72alkp//6M2d2SgrXbShw7J92SU75Raw1Ir+UuWaT38sKIjLOEhG3e8EdYr8b79d+B/X97r/r1c7t11gVoD0fpi2Q2+xK5AJkHW0scoGun2FbYdhvg1YKLJSA21VAAQUUUEABBRRQQAEFFFBAgeUv4BEuSgETnRblx+JOKaCAAgoooIACCiigwGISgC6BAqYt0BIuYNjOJm1UvK4ym/BR8a1/66C402MPbbPitGNvs+SMWliz5XRB1aP47HsviP9exMlOtZeW5SNw7FOPiy+/66w8oO772OpW1VAG9V0dh7f7t9vH/jfpZnKq7/Xs939uv38MWGeSU4wXoEUwbNtgVtCNZ+iqgAIKKKCAAgoooIACCiiwjQR8GwUUUEABBbaHgIlO20Pd91RAAQUUUECBlSzgsSugwBIQAFoS0+yuAq0L0xZoz4NhWwkcQEveqHhdZTbxo+Lb/PZBcefHHhJtyddDbTd72WYdQa1VEZ957wXx6j8/KVwUWEiB9x19fJz1rrPyq5ffu6zrvci2/0pGBkBErrf719vF/jc9YN7vfX2/5/sdAO35MG2BgGGJXICsoz0WMwt04zNDhgoooIACCiigwGIQcB8UUEABBRRQQAEFFFBgAQRMdFoAVDepgAJbIuBrFVBAAQUUUECBxSsAXUIFTFugJV7AsK2kDqAlcVS8rjKbAFLxbR5ycNzhUQfHaDQal+jamtapJs/Jtj0WESe/52vx6r8w2SkpXBdA4H1POz6+9I4v5fdvHd/B+j6Ov6e3e97t44CbHzj5vtd3uf/Oz8b9GHS/l+pDF8O07Q8HaCEM2zZopYACS1zA3VdAAQUUUEABBRRQQAEFFFBAgeUvsPWP0ESnrW/qFhVQQAEFFFBAAQUUUGCZCAAtiWn2cIDWhWkLtOfBsO2TOKpdX5lNBKn4dr9zSNzp0YdEbjRqyc1GbrnCLBVVyTDXk9/9tfifvzTZKSmW17qdj+Z9T39/fOntX869GH/X8kvYInKo1upnDMRtn3e7OODm05mc6ju8vu87MEmIgmEMBExL5AJkHW08ZhZgrbGZhw0VUEABBRRQQAEFFFBAAQUUWPwC7qECCiigwCYLmOi0yWS+QAEFFFBAAQUUUGB7C/j+CmxvAaDtAkxboCVdwLCthA9gkthR/fnKbHJIxbf9nUPiDo88ONpSM+e0oKpRzemUpeKunPSur8X/muzUYVhvscBxx7w/vvi2L022k1+/jKuukmGt4/C2z7ltHHiL+Wdyqu95fZer7Qsw+S3A8LcCRL9AF8Ow7R+3VUABBRRQQAEFFFgZAh6lAgoooIACCiiggAJzBUx0mitiXwEFFFj6Ah6BAgoooIACCmxlAaAlMc1uFmhdmLZAex4M20ryACYJHtWfr8wmhVR8u4cdEnd4VDezE5HLuCLqv+yPV7KtZKfX/L+TM3JVYPMFjnvGB+KLb/tyfsNyG/XFGje0EbIXGRH5dY7b/Mtt4sBbbn6SU/8bgNresEQuQNaR79W1MV6AtcbGD9kooIACK03A41VAAQUUUEABBRRQQAEFFFBgxQmswESnFfcZe8AKKKCAAgoooIACCiiwQAJA2zJMW6AlYcCwraQOYLOSnW73iIOi5nHKKiKriscT6lQ3R7IZjeLEt58XJjslketmCVSS0xfe8sUY5Xepfb9ald+t3Fo3lgNtHcWtn3XrOOjWB02+z5WYV9/xvsztA5PnwvC3AUS/QBfDsO0f37TWZyuggAIKKKCAAgoooIACCiigwPIX8AgVUGClCZjotNI+cY9XAQUUUEABBRRQQIESsGyWANCSmGZfDLQuTFugPQ+GbSWBAJOEj+pvqFTCyO0ffmjc/hGHRLfkNqNK18uw1gAiqzjxHefFa//amZ3CZZMEjv+zD8YX3lp/ro78GmWZeTUZA1H/ZRW3+edbx8G3OXjyPa7v6Oz3eG4fmDwXcitZ6vnQxTBtIxcg6wjo2hgvwFpj44dsFFBAAQUUUEABBRRQYF0CjiuggAIKKKCAAstMwESnZfaBejgKKKCAAltHwK0ooIACCiiwKQJAezpMW6AlZcCw7RM8ql1XmZsoUv3bP+LQuO3DD8r3GbVSdQZtrbhm3Glz72Tn028/L173NyY7NRyrDQoc/+cfjM+/+Yvt61NVfZfyazR5XcU1i1g9dpt/unUcfNuDJ4lL9d2c/R7P7QOT58LwtwBEv0AXw7DtH7dVQAEFFFBgoQTcrgIKKKCAAgoooIACCiigwNISMNFpaX1ei2Vv3Q8FFFBAAQUUUEABBVa0AHTJGLMI0I3BtAW2arLTHR55WNzu4YdEbjSIWqY1VJylrcSn33ZevP5vP1NPsiiwToH3/8WH4sw3fyn6r08FQFCvaFVEdoP871b/eKs4+HZbnuRUiVGQW5wpkQuQdQR0bYwXYK2x8UM2Cy/gOyiggAIKKKCAAgoooIACCiigwPIX8AgVWFICJjotqY/LnVVAAQUUUEABBRRQQIHFI7DuPQHag0BL0IC12z7Zo9p1lbmz41T/9o88NG7zOwdHzbJTM+xUUHHNwhOjjGrNtvqfesu5Jju1T8JqPoH3/+WH4ow3fiG/NqNWssqvVBfn1yjjelX1I271D7eMQ29/yGR2pvouzn5v5/aByXNh+P2PmQVoPeja1rFSQAEFFFBAAQUUUEABBRaVgDujgAIKKKCAAotJwESnxfRpuC8KKKCAAgosJwGPRQEFFFjmArB2YgbQEpvq0IFqWh+Yt61EEWCSEFL9uWVuAkn17/CoQ+NmD9wn2kJErgFZt5L9CqNVUclOb/g7Z3YKl4HA+//qw3HGG78Y7WvSvipVZckBIOsYL8St//6WcegdNi7JCfK1WfrvMXR9oH3PYdoHohaYttDF/ThM+zVmUUABBRRQQIFFKOAuKaCAAgoooIACCiiggALbUGDVNnwv30oBBWYEDBVQQAEFFFBAAQWWvgCsPwkDuseBgPlLJYQALQmk4vlKJTfNjlf/gFv9NM74znuilpp9p2ZwalPwZGdUpX8gRvHJN3813vBMk52KxBLx/v/3kTj99WcmRfdFmft9qe9SPpKPR9zqmbeIQ+94yOT7Wd+9ud/Fvg9Mngdrf98jF5iOZ7f9Lqq1KLCcBTw2BRRQQAEFFFBAAQUUUEABBRRY/gIe4bYTMNFp21n7TgoooIACCiiggAIKKLAMBYC1jgqYJHAA7XGgjcHabSWKAJMkkerPLXMTTC655JL43HfeHp//7nuDiIBWZ5BrxrlmEJEP5Ep86k1fjTf9/WdjkS3uzjYW+MBffyTOeP2Z7TsRkd+ZWvPLkmvrRgZAEBG3/Nubx2F3OnTyvZz7HZztA5PnQRcDAfOXyAXIOibPifECtLFx10YBBRRQQAEFFFBAAQUUUGDpC3gECiiggAIKbDUBE522GqUbUkABBRRQQAEFtraA21NAgaUiAKx3V6F7HGgJHLB2W4lNwCRZpPpzy2xiycUXXxy1nHbF2+KM7743ahaerLpJnUajDEctziDX7OeTP/HGr5jslA4rdf3A33w0Pvfaz0d+M9p3Iqv2HanvTpXxAzk8ilv+zc3j8LscNvk+zn73Zr+X0H2X+zGgvQa6cVi7jVyArF0VUEABBRRQQAEFOgFrBRRQQAEFFFBAAQUU2FgBE502VsrnKaDA4hNwjxRQQAEFFFBAgUUkAGsnbgAtsal2E6im9YF520oWAVqiSMXzlT7hpE90ilwq2enM770vcqNZcqVKVZELOZwlo1or2enN/+jMTmWxksoH/rZLcsovQ5AHDlm3EtGaVkUuxK0qyemu609y6r+Hs99RoH13gdzm/CVyAbKOyXNivABtbNy1UU3L9ZUAABAASURBVEABBaYCRgoooIACCiiggAIKKKCAAgoosPwFNvIITXTaSCifpoACCiiggAIKKKCAAgpsSABY71OgexxoCR2wdluJI0BLGKl4vlJJJhdddFHMLqde8dY487vHdjP05AOjNm1PBjFqM/RUt3pVPv76r4TJTiWxPMqGjuKDf3dCnPaaz0+eVt+FNoNTfjfGa35H8uF84JZ/fbM4fCOSnKD77vbfT6B9Z6Ebh7XbyAXI2lUBBRRQQAEFFFBAAQUUUEABBTZVwOcroIACCnQCJjp1DtYKKKCAAgoooIACy1PAo1JgmwvA2okcQEtsqp0Bqml9YN62kkeAljhS8dzyq1/9Ki688MKYu5xSyU7fOy5yq5EvjyAiMgCCyCXbrFv8idd/Jd76T6dU17KMBT74zI+1JKf2+edxVttK+y5k1Faiurf8fzeLI+624ZmcgMF3E7o+1HbmL5ELkHXke9FKjBcY9sfDNgoooIACCiiggAIKbIqAz1VAAQUUUEABBRRYIQImOq2QD9rDVEABBeYXcFQBBRRQQAEFFkIAWO9moXscaAkfsHZbyU3AIKGkxqrUbE6XXXZZzLeccsVb4tyfnxBtxp5RPmM0ndGpjdVQlRw/4XVnx1v/2WSn5FiWayU5nfo/p7fvQn7c7RjrO9B9LbKuwdaM4uZ/cZM44u7rT3Kq7x4w+E5C14e1v8PQjUUuQNauCiiggALbT8B3VkABBRRQQAEFFFBAAQUUUGB5CJjotL7P0ccUUEABBRRQQAEFFFBAgc0UgLUTO4CW2FSbBKppfWDetk8sAQbJJfPN5hQzy/8d+bW4+YMOiiByISBLi7LKlSw5GOR/H3vt2fG2Z51aI5ZlJPChf/hYnPo/Z+QR1aechQxr7b8L2UYrEbf4i5vG1e55xOA7Vt+9DRWgvQbITc1fIhcg65g8J8YL0MbG3e3b+O4KKKCAAgoooIACCiiggAIKKLD8BTxCBRRYFgImOi2Lj9GDUEABBRRQQAEFFFBg4QTc8uYLAOt9MXSPAy3hA9Zu+2QToCWVVP/Cef5sXcwsRx11VNzl968aN3/gQTk6ndEpO20dTeouOuE1Z8XbnuXMTo1lGVQf+oePxyn/XUlOdTD1Ged3oMJxaSM1m1OM4ubPuHFc7TcOn3y36vu1evXqQb/G5hagPQfW/s5CNxa5AFm7KqCAAgoooIACCiigwFIQcB8VUEABBRRQQIGlILBqKeyk+6iAAgoooMAiFnDXFFBAAQUUWK8ArJ3oAbTEpnohUE3rA/O2fZIJ0JJLNpTodP3rX789786/f0Tc7EEHdduMXMiSazUEMxFxwmvOjrc/25mdEmVJrx/+x0/EKa8+vR1Dfl3yU87POYOs21hVFQOx+wN2iSPvddX2Xem/YwuR5AQEUG/dCjDot0ErBRRQQAEFFr+Ae6iAAgoooIACCiiggAIKKLAIBEx0WgQfwvLeBY9OAQUUUEABBRRQQAEFgPUiQPc40BJAYO22T0QB4utf//p6t3eDG9wg+oSVmtnppg84MGoWn66K1tQcP62MWp2Do/joq8+Kd5jstF7bxfzgh//pE/GZ//pcfpa1jmI0/my7drznbSziHd99S3zvgO8seJLT+F1tVoSAB6mAAgoooIACCiiggAIKKKCAAstfwCNUYPsLmOi0/T8D90ABBRRQQAEFFFBAAQWWu0AeH5D1cAVaYlONAtW0PjBv2yc7XXDBBe2566qOPPLIlsAySXb6g6tGJTv1z6cFRPuP1olo7xnx0f85K975nNPCZWkJfPifPxmf/a/To32cWdEi8iDIqEqGtebn/K7vvjVO/8mp8Y1vfKN9T+p71X9XKl5XAdrzIbe3jhK5AFlHAK3EeIFhfzxso4ACCiiggAIKKKCAAgosHwGPRAEFFFBAAQUWXMBEpwUn9g0UUEABBRRQYEMCPq6AAgqsFAFgvYcK3eNASxCBtduLLroozj///HVuZ82aNZPZnCphpU9guesfXi1ucv8D2+va7E7jeZ3aQFU5mGvEaBQf+e8vxTufa7JTsSyF8pFnfTI+8x+n5Uc3ap9qV/V7Xp/qeDyH3v3dt8XnfnJKRhGXXnppS1zqvyP1fVlXAdpzYe3vJHRjkQuQtasCCiiggAIKKDC/gKMKKKCAAgoooIACCiigwJYKmOi0pYK+XoGFF/AdFFBAAQUUUEABBZaRANCSmGYPCZh0oYuB9jwYthuazen6179+S0iZTV7p47v+0dXiJvc7MMh3Y1xHthXn22QUERkALdnpXc8z2SkW+fKRf/lUnPwfn4v+c8uPLuNoS8X12bbHcuQ933t7nPaTz2bUrZXo1H831pXgVONA+05Bbm0dJXIBsu5WmMY1AsN+jVkUUGAtAQcUUEABBRRQQAEFFFBAAQUUUGD5C3iEWyhgotMWAvpyBRRQQAEFFFBAAQUUUGBzBGCY+AHTPnQxEDAsG0p0uuENb9iSUipBZbb0CS13fcLV4kb3PWA8+89o2I5qQqdurGYF+vB/fikWT7LT5igv79d85NmfipP+/dT80HIddZ9bNvmZZj8/wFF2cjT7o3jPd98ep/74MwOQSy65JK688sp5vy/9dwdoj8PwewjTfuQCZN2tMI1rBIb9GrMooIACCiiggAIKKKCAAgooML+AowoooIACCqxfwESn9fv4qAIKKKCAAgoosDQE3EsFFFiSAjBMAIFpH7oYGCQ7bUqiU5/c1Cet9P27PfHIuMn9DorccuTmO7sMcs0+kVXUUv2P/OeX4j3/+rnqWhaRwEef8+k4+d9Py4+qPq8I8r/ID4yIaoL8L6OIbI/93jvj1J8Mk5wil29/+9tRyU7992NuC5jkFC4KKKCAAgoooMAiE3B3FFBAAQUUUEABBRRY4QImOq3wL4CHr8BKEfA4FVBAAQUUUECBxSoADHYNpn3oYiCgK1/72tcGz5/bufGNb9ySU/qklT65aW7/rk+8WtzoPgdMX16zOWWvZgGKUXZaXDMDRXzoP74Y73m+yU5JsijWjz7303HiK06N+pTGH1XuV/ayk3X3oeVIrcf94F1xyo9PqnDesq5EJ6B9j6D73sHabeQCZN2tMI1rBIb9GrMooIACCy3g9hVQQAEFFFBAAQUUUEABBRRQYHkLVKLT8j5Cj04BBRRQQAEFFFBAAQUUWOQCMEwIgWkfuhhoyU6bmuhUCU7rSna62x8fGTe6z4GRW46sag0g4yrVkP2IIOJDr/pivPffTHaK7byc8LwT48RXnBb1meTHEvVxRS0ZAF2fGoi4yZOPiu8fckXX6eq16vkSnQCTnMJFAQUUUEABBRRQQAEFFFBAgSUr4I4roIACy1rARKdl/fF6cAoooIACCiiggAIbL+AzFdi+AjDOThnvBkz70MWXX355nHfeeeNnrN3MTWiqJKe+zH2s71ey0w3uvX/ULE6jUTWtyiDXHMg1g3qvUXzw378Q732ByU6lsT1KJTl96mWn5FvXZ5QfSzX1AWXbfX6javKBiJs86ai49oOvHte61rXy+ete5yY6ASY5hYsCCiiggAIKKKDA8hbw6BRQQAEFFFBAAQWWsoCJTkv503PfFVBAgW0p4HspoIACCiigwIILQJfQ1L8RTPtA1GxOP/3pT/uH12qPOuqoSZJKn+A02/bJTf1Y37/7k64eN7z3gW02IMj3rJJbryZ7EeOKDD70yi/EsS88PVy2rcAJzz8pPv3yUwPIN85SaytV1RDtMTJsSU6/dfX2Xbj2ta+dI+teL7744va8+k4ALQa6bc3TRi5A1t0K07hGYNivMYsCCiigwBITcHcVUEABBRRQQAEFFFBAAQUUWMQCJjptpQ/HzSiggAIKKKCAAgoooIACW0MAhokiMO1XotP63uPGN75xS1CZTVqpeLb0yU39WN+/+5OvHtf/zW5mp25aoGhNTRYU42qUQYUffMWZ8T6Tndb3UWzVxz72/JPiUy/9bOrnZzKuq6nPoiZ0am+WwSjLjZ54vbj2OMmpPuPrXOc67eF1Vf2MToBJTrFxi89SQAEFFFBAAQUUUEABBRRQQIHlL+ARKqDA4hUw0WnxfjbumQIKKKCAAgoooIACS03A/d1KAjBNbqpNQtc///zzq7vOUolOldwCTJJWqj+39MlN/Xjfv8dTrhE3uFfN7JTvV2tuJ9eIjKsCMiQi6w+84sw47kVnhMvCCnzs306OT7Y/V0eqRxYish6vkR9JtCWDGz/henGd3+5mcuo/2+te97rt4XVVF110UVx55ZWT7wuQ21y71OuBalqBaVwDMOzXmEUBBRRQQAEFFFBAAQWWrYAHpoACCiiggAIKbDcBE522G71vrIACCiiw8gQ8YgUUUEABBTZeAIaJI0BsKNHpJje5SUtSqSQXYJK8Uv25pU9u6sf7/t2fcvU46p41s1NEzRA0atMGRS6jrl9TCVXJ8fe//PNx3Iv9M3aJsyDrx15wcnziJZ/ND6I2n/7pXp9JG0j/+mxaP+Mb/sG147oPvUb0n2P/uV796levF6+zXHbZZXHhhRe27w0wb1svBqppBaZxDcCwX2MWBRRQQAEFVraAR6+AAgoooIACCiiggAIKKLBQAiY6LZSs2910AV+hgAIKKKCAAgoooIACAwEYJpBs7J+uAwZJTtD1++SXvp2bFNP37/Gn12jJTvmyaHswrsgeMV4yyDU+8LIz4/iXOLPTWGWrNR9/4Wfiky8+JcX7TZJxlvpQMmorEUDc6I+uG9f7nWu2z3z2s+0/zx133DHWt9SsTkDbFgzbeh1QTSswjWsAhv0asyiwQQGfoIACCiiggAIKKKCAAgoooIACy1/AI1RggQRMdFogWDergAIKKKCAAgoooIACCmyOwNzXQJdI8qMf/SjOPffcuQ8P+nvttdcgWaWSXoCWAANdW2OzpU+G6cf6/j2fes243t33j1HkMq66OYWyP15ruMbe/9Izosp42GYLBT7+os9ElbIt425z1au5nGokS7fGDX+/ZnK6+lozOfWfZ7Ub+vN165rRqd4Xuu/f3Hi+fo1ZFFBAAQUUUEABBRRQQAEFNk7AZymggAIKKKDA5gmY6LR5br5KAQUUUEABBbaPgO+qgAIKrEgB6P5s3RVXXLHO4z/yyCMHSU5A61eiC7B5yU5HXzOOusd+EUQuZNOVyChyoZWurlmdPvCyz+eI65YIfOLFn42Pv+izuQkCsmQUdFU1tA5RzY1+79pxvYddc60kpz5ZrT77KhtKdLr44osDGJTIBci6W2Ea1wgM+zVmUUABBRRQQAEFtqKAm1JAAQUUUEABBRRQQAEF5hUw0WleFgcVWKoC7rcCCiiggAIKKKDAchXY0J+tu8lNbtIOHRgkrACDJCfo+pUAM1vmJsf0/Xsefa243t32j24uoZpVaNTimuqpRaNW18Nx3ItOD5Odkmcz10+85LNxwgtObpZVjdK2dMu69TOosYpv8Pj8XB6+4SSn+oyvd73rrXeP5s4NrecFAAAQAElEQVToVE8GqmkFpnENwLBfYxYFFNjWAr6fAgoooIACCiiggAIKKKCAAgosfwGPcD4BE53mU3FMAQUUUEABBRRQQAEFFFhkAueff/5696gSnaBLQAG2SrJTJclUuefTrhn1Z+xyq0Hbi6y7NSCDyFJrluNffHp88OXbeWanto9Lq/rES0+Jj73gMymZiLlGRWnbwqiFGgkgbvj4a8f1H3mtDc7kVJ9dlU1JdGrvlO9RbRWgmkmBYX/ygIECCiiggAIKKKCAAgoooIAC21rA91NAAQUUWJECJjqtyI/dg1ZAAQUUUECBlSzgsSugwNIU2NhEJ+gSUYCWFAPTtpJegMEMTzW2rtLP6lSP3/Np14rr3G2/aDMMzdQ1x1PNMFRD9dgoq+NeeHp88BUmO8VGLp982SlxwvNPjrJrL0nDMq3Zm1o4Hqz4Bo+7Vhz1yI2byak+typHHXVU28K6qprRqd6rHgeqaQWmcQ3AsF9jFgUUUEABBRRQQIHFK+CeKaCAAgoooIACCiiwHAVMdFqOn6rHpIACWyLgaxVQQAEFFFBAgUUpsDGJTrXjQEtwmo2hGwMGSU7Q9SsZpi+V3FRltt/Hv/H0a8V171p/xo6opWqCDLO0lchNRhBRyU4feuWZ4bJ+gU++/NQ44fmfiTLr7SquAaAPIzK6wWOvGdd/1KYlOdVnd+SRR8b6lm9+85tx3nnnBTB5GkzjGoRhv8YsCiigwBIXcPcVUEABBRRQQAEFFFBAAQUUUGAJCmxiotMSPEJ3WQEFFFBAAQUUUEABBRRY4gJXXnllnHvuues9isMPP3zyODBJWoEuhmlbyS/AIOmpxtZVZhOffuOYa8W177JvTThUkzhFNxPQqOuPRtmPSfy+fzstPvzvJjulyLxrJTl95HknpVnvl3RpmAP5/LLMklFBX/8x14wbPHrj/1xd/1kC7XPeddddY33LRRddNHkYiIhJd/Jdmo4YKaCAAgoooIACCiiggAIKKKDA8hDwKBRQQIGlJ2Ci09L7zNxjBRRQQAEFFFBAge0t4PsrsI0Fajan2USUuW9/0EEHtSGYJqgAkwQV6GKYtpUIA7QkGOjaGuvLbHJTjc32f/MZ145r32W/ICKg1RlERIbTbtc59vmnxUdeZbJTzFk+9YrT4qP/enJA5xSTZhzkAK1EXP/R14wbPmbzk5yAuN71rjdnD4bdr3/9620AaG1fwbDfj9sqoIACCiiggAIKKLAiBDxIBRRQQAEFFFBAgUUnYKLTovtI3CEFFFBg6Qt4BAoooIACCiiwdQUq0Wl9W7zBDW4weRimiSlAAO0xoMUwbSuBCdi8ZKc/u3Zc6877RTfnUDcjUXb6yYgiJp2IY//1NJOdUqRfP/XK0+LDzz2x69YMTs0qxcaM1c1eNqO4/qOuETd87JYlOQFx1FFHde+3jroSnYDBo/+fvfsAsKK6Hj9+joJgFKQoAjbawi4LuijEihgLqCQqtjQVNf9YsEYBsSCI+cVuilFRk1ijsYAlsYAVBCxUsYBSpAiWCKKJUUTd/5x5+/b1ebs7r8yb933ufXPn3ju3fGY2CXhyRzXxPKGSEwQQQAABBBBAAAEEEEAAAQQQCIUAi0AAAQRKTYBAp1K7Y8wXAQQQQAABBBBAIAgCzAGBggpkC3SqqalJmI9qLEBFVd0AJ2ugGsmrxo5+g5167r+d07WK2I/br4jlxc2r2D/i5C3Y6fnbF0q5f2ZMnCvPXTPLIdEIhWOjouL+2MFJlreC6l90l77De0r8blp2v5LPrSw+qWp98JqqiqpKdXW1eH1WrlyZUK2qCeecIIAAAggggAACCCBQpgIsGwEEEEAAAQQQQCBgAgQ6BeyGMB0EEEAgHAKsAgEEEEAAAQRyKZAt0Klfv35uMEv8mKqxQBVVra9XjeRVY0cLklHV+uAYO49PyYE18edDRveUioHtbQMiqa2tdZLE5Z1z25fIyp3iJ66dLc/fUb7BTjNumytTr57piDhEronjY0cnWaF7cL9Eev+sq+x6cuOCnFQj99TunWokrxo5NmRHJ+cWuT+q6h75QgABBBBAILsALRBAAAEEEEAAAQQQQAABBBAorACBToX1jozGNwIIIIAAAggggAACCCDQCIFsgU7RHZ1UEwNUVGPnqpq/YKeLekmP/bd1+hc3iTpH98vJiIiqikrk88Q1s+WFv7wZOSmj7xm3z5OpV81yV+xauCYqqirOl5OcH8uKSu+fdZPdTu3VqJ2cVNUNVEsX5KSqUlVVJV6f6I5Oqs4kvBpS1zgBWiOAAAIIIIAAAggggAACCCCAQPgFWCECCBRUgECngnIzGAIIIIAAAggggAACCEQFODZcYMmSJZ6N43frUU0MVFGNnauqqKrbl6q6edXYMRokE3+0fDTF7+RkZfHnh17US7rv175+RyeJblFko9XW2pnlnFQrj1/9mrz41/IJdpp5xzyZ8rsZ7tqdr4iFY2L5erBaR8xJVT/tKrud2vidnOx+WFKN3U/VWL5r167ucJm+1q5dK9kC6jJdSzkCCCCAAAIIIIAAAggg4CVAHQIIIIAAAgggkEsBAp1yqUlfCCCAAAII5E6AnhBAAAEEEHAFPvjgA1m8eLGbT/fVunXrlGJVTShTjZ2rqhvgZA1UI3nV2DEaLBN/tHw0xQc3WVn8+aFjKqXHfu1FVETi+nTz4nyccpXIP49f9bq89LfwBzvN/Mt8mfK7me6qxfkW56OWHB/nIOIcVdQ5ilQd30VqfpXbnZxUVVRV7NOqVSs7ZEzLly/PWEcFAggggAACCORNgI4RQAABBBBAAAEEEEAAAQQaIUCgUyOwaBokAeaCAAIIIIAAAggggEB5CGTbZSfTK8lUI8EtUSXV2Lmq1ge/qEbyqrGjBTCpqvsqNNXI0cqiKT64ycrizw+9uFK67dNOamtrE5M4n1oRpzSSnPrHfvdaqIOdZv11vjzz25cjDpFVG4CTcw7O+uONKo/pIv3+X2XK6+rMN1NSVfceWb1q7P6pJubF+aiqVFdXO7nMPytWrMhcSQ0CRRNgYAQQQAABBBBAAAEEEEAAAQQQCL8AK0Sg4QIEOjXcipYIIIAAAggggAACCCCAQMEFPAOdnNnU1NQ43+l/VDWhQjV2rqqNCnZS1fqgGgusiQ9uSj63nZ2672M7O6nYR1VFLeMmdfJOUvdELNhp2p1vRU5C9D3rbwvk6d/a6+rUXa8tzXLOiWVFzKQuVR7bRXY/LTXIyYwtmW9yUtX6+6Hq9JwhifNRVedbJP4Vh25B0heBTkkgnCKAAAIIIIAAAggggAACQRFgHggggAACCCBQL0CgUz0FGQQQQAABBBAImwDrQQABBMIg4CfQydavGglysbwl1di5qoqqWrF7VNWEowXXqGp9QI2dx6fkIJzo+ebNNpchYyql617txP3Y7kVuxr6iezpZ3km1Io/+36sy7a7wBDu9cucCeWrCy+Ju3RRZovNtP85i7WDJMbFD5dG7pA1yindOzqtq/T1RTbxnqrFzcT6q6nxHfrLt6LRy5cpIQ74RQAABBBBAAIESE2C6CCCAAAIIIIAAAgggUD4CBDqVz71mpQgkC3COAAIIIIAAAgggUAICfgOdbImqsWCX5HNVdYObouWqkXPVyNGCbFTVDaxRjZVZuaVocJPlLUXPmzXfXA67pC7Yya6T6MfpQyzZuYqTtR957LevyvS735ZS/7xy1xvy1IQZ7poiXyLO8kWdf5yc2EedL1WVXkftLLufXunaml18ijrGl1leVevbq6qopk/ifFTV+Y78qPLquogE3wiUpQCLRgABBBBAAAEEEEAAAQQQQACB8AuUzQoJdCqbW81CEUAAAQQQQAABBBBAoBQFlixZ4jntfv36edZHK1VjQS9Wpho7V1U3YCZarho5V40c0wXYWFmmFA3SsZ2dDr2kSnb5Ydvo5kbOEHU7OrmbGzlfkR+pra2VRyfMkpfvKXSwkzOlHP1YkNOT46e7a3GWVbejk7NeZ23OtzOKW+pa9DxyZ9njzCo3aCnqFfVMPo+Wq6rbXjVyX1TTH8X5qKrzHflRjeR79uwZKcjwzavrMsBQjAACCCCAAAIIIIAAAgggEAIBloAAAgggEBYBAp3CcidZBwIIIIAAAgggkA8B+kQAgaIKrF+/XhYtWpRxDs2aNZMWLVpkrE+uUI0EvETLVWPnqtrkYKd0gTnRssjOTlXS5Ydt64Z1xhEnaf2pcyai6hQ4afKEWTLj3tILdnr17oXy5BUv20LctTircfLifFSi/4iTE+fT84idpP+IpgU5xQc9qTo9JyWne1FVO7hJNZbv0qWLW5bpa+3atbJ8+fJM1ZQjgAACCCCAAAIIhFmAtSGAAAIIIIAAAgggUCICBDqVyI1imgggEEwBZoUAAggggAACCORTwF5b99VXX2UcoqqqKmNdpgrVWOCLtVGNnatqfZCMaiSvGjtakI2qursKJeejgU1WHk3RsmZbbC62s1OXH7aTyDZHkf2NnBP3x/Y5sh2dpNbJOT+TxpdWsNOr9yyUf46bVrc0Z23OOpxlRM6dFVreKXVzPY/YWQac1ds1jPoke0XPo0dVddurxu6FampenI+qOt+RH9VY3kpUVdq0aWPZjGnp0qUZ66hAAAEEylmAtSOAAAIIIIAAAggggAACCCCAQDAE8hnoFIwVMgsEEEAAAQQQQAABBBBAoEQFsgWd9OnTp0krU00NgIl2pKp5CXZq3qKZDL64UiLBTs4Yos6QliSSc8aVuqSqMvmKWTLzvnck6J/X7n1T/jVuujN1Zy3Oj5NxflTUJu5+iTjLEXX+qfjxTjLgrMLv5CTOR1Wdb5Hq6mr3mOlr5cqVmaq8yqlDAAEEEEAAAQQQQAABBBBAAIHwC7BCBBBAIBACBDoF4jYwCQQQQAABBBBAAIHwCrAyBJouYDs6eV1dU1PjVe1ZpxoJfIk2Uo2dq6qoqlulqm5eNXa0nYZU1d1lKDmfvEuR1UfTFi2byeAxlbLzgLbi7uAkte6uR8535LzWyTnJ6pyDTBo3U2b+PbjBTq/d96Y8MXaaM3dnGTbhuuTOX5yPsxynxqmvlR5Dd5AfntPbNUs2Sj6Peqmq2141Zq+amhfno6rOd+RHNZa3EtXYebZApxUrVtglJAQQQAABBBBAAAEEEGi0ABcggAACCCCAAAIIFEKAQKdCKDMGAggggEBmAWoQQAABBBBAIKNAtkCnfv36Zby2IRWqsQAYa68aO1dVN8ApWq4aOVeNHC0YR1XdQJzkfHLgTvz5Fls2lyEXV8kuA9qK+1ER50dUnW83OefO0TlzMiKTLp8ps+5fJEH7vPb3t+SJsdNFnIk60xXVuoyoqDpJnI86SVR6HL6j7HlutWsVb2FuyedWZklV3faqsaOqimpiEuejqs535Ec1lrcS1cRzAp1MhYQAAgggUBQBBkUAAQQQQAABBBBAAAEEEEAgBwIEOuUAMZ9d0DcCNI+XHwAAEABJREFUCCCAAAIIIIAAAgiUr0C2V9f52dEpqqqaGAijGjtXVTewxtqqRvKqsWN8QE5yPjmAJ/58iy2byZBLestOe7S1DY9sXyd31yPnK3JeW+uWRb8eGfuyvPJAcIKdXr//LXn80pccltrIfC3nzDk63/gdnXocvoPsdV4wgpycaUrv3r3tkDGxo1NGmrxXMAACCCCAAAIIIIAAAggggAACCIRfgBUigIB/AQKd/BvSAwIIIIAAAggggAACCORXoCx7/+qrr2TRIu/gnu222y4nNqqa0I9q7FxVmxzsZMFP8Sk12KnKDXZSZ3RV57suqaozphU6SSyv8shlM+SVf3h7WOt8p9cfeFsev3SaqKozlJMiP5FzJ+9knB8VdWp7HLZjoIKcxPlUVFQ435l/CHTKbEMNAggggAACCCCAAAII5F2AARBAAAEEEEAAgawCBDplJaIBAggggAACQRdgfggggAACYRSw19atW7cu49K6d++esa4pFaoWmhO7UjV2rqqiqm6lqrp51djRgplU1X3VWjSvqhIf2GTlluLLWvyguQy5pEp23L2t2C5IzpdYsrxtkJS4Q1KtPHLpy/JqEYOdZv/jbXnskhedadU606wVZ7KRHydrc3YKnfNIXbchnWWv83u7JvFrTjaw82hSVbe9auyoGnNWjeTF+aiq8x35UY3lrUQ18dzKommXXXaJZtMe165dKytXrkxbRyECCCCAAAIIFFuA8RFAAAEEEEAAAQQQQAABBAh04hkIvwArRAABBBBAAAEEEECgBAUs0Mlr2lVVVV7VTapTTQyQUY2dq6ob4GQdq0byqrGjBeuoqhuoY3lLqonnVmYpPvCnxVbNZfDFVbLT7m3FGcBJzo9znYrzqftSVVHn1H4evvRlee3BxZYtaJr94Dvy6MUvOWOqMxcnqZN1cu6Pk1d1v0ScY/chO8g+F/RxLeLXmrx2O48mVXXbq8aOqup0l5jE+aiq8x35UY3lrUQ18dzKklP79u2TixLOs70yMaExJwgESYC5IIAAAggggAACCCCAAAIIIIBA+AVYYdkLEOhU9o8AAAgggAACCCCAAAIIIBBEgWyBTjU1NY2adkMbqyYGyqjGzlXVDbyxvlQjedXY0YJ2VNUN2LG8V4oPAGq5dSTYaceaNiJ1uyM5BzdvX7a7k3sukc9Dl0yX1x4qXLDTnAffkcljXowM7kzQ5mJzsrk5p/YjkR2dRLof3En2uaDaNYhfo1kkn1uZJVV126vGjqoxV9VIXpyPqjrfkR/VWN5KVBPPrSxdqq6uTldcX7Z8+fL6PBkEEEAAAQQQQAABBBBAAIHSEmC2CCCAAAIIhF2AQKew32HWhwACCCCAAAINEaANAgggEDiBYgU6GYRqYsCMauxcVT2DnVQj9RbAky3FB/60bLWFHHJxlezYr63bv9ONiIrzUbG88+3mnS9R5+vhi6fL6w+/6+Ty+zPnoUUy+eKX3DFtJHVy6mRU3W9xTu1HVFW6H9JJ9hmZ+52cpO6jamNGTlRjeStRTTy3skwpW6DTihUrMl1KOQIIIIAAAgggUOoCzB8BBBBAAAEEEEAAAQRKXIBApxK/gUwfgcIIMAoCCCCAAAIIIIBAoQWyvT4sXzs6Rdepmhg4oxo7V1U3sMfaqkbyqpFjNLhJVd1diqLnmY7xwU5btt5CDhlTJZ36thZ3xyTbOklqnbyT7OgkcT5WbDsoPTjmJXn9kfwFO815eJFMuuiFuvGdgZ2f+plEJ+hMxrJdD+yYlyAn1YirqjqjR35UY3krUU08tzKvRKCTlw51CJS7AOtHAAEEEEAAAQQQQAABBBBAAIHwC5T2Cgl0Ku37x+wRQAABBBBAAAEEEEAgpAKLFi3yXFn37t0963NRqZoYQKMaO1fVjMFOqpE6VW18sNM2W8jgS3tL5123EVFxPiqqTnJzzpfzo05yCkWdfx666CWZPSn3wU5zH1ksky6y19XZKJZExMZ1xrQzZ0rOmYpzKt0O7Cj7je7rrjU+cCtTcJeVq6rbXjV2VFVRjSWp+6hqXU7ceon7qMbq4oo9s5WVlZ71K1eu9KynEgEEEEAAAQQQQAABBBBAAIFQC7A4BBBAAIFACxDoFOjbw+QQQAABBBBAAIHSEWCmCCCQO4Hly5fL6tWrM3bYqVOnjHW5rlBNDKRRjZ2ran3gjWokrxo5WjCPJVV1A3os75XiA4R+sE0LGXxJb+nYp7WI1CbsqOQUOCXRb9tOSeTB0S/JnBwGO82dtFgeGfW8M7TTvzuaMwcb0k2RvO3i5DSQrgd0lP0uSh/kZGuylLxuVXVNVGNH1YibaupR6j6qWpeLHFQTzyOl2b8rKio8G/HqOk8eKhFAAAEEEEAAgbIXAAABBBBAAAEEEEAAgWIKEOhUTH3GRgCBchJgrQgggAACCCCAQIMFli1b5tk22448nhc3oVI1MaBGNXauqhmDnVQjdarqBvYkB/wkn8cHBf2gjQU7VUunvm3c/p2eRETFPvatbl5FnL5VVP4x+iWZO/k98fuZN/ldeWTUC043Tq91fYt7dIrcH6fcOaqqG+Q0cEz6IKfktUXPVdW1UI0dVZ0+45LUfVS1LifOFGJ5cT6qiedOUYN/dt55Z8+2a9as8Qy087yYSgQQQAABBBBAAAEEEEAAAQQQQAABBBBAII8CAQl0yuMK6RoBBBBAAAEEEEAAAQQQKDGBbIFOffv2LfiKVBMDa1Rj56paH4ijGsmrRo7JAT7R80zH+GCnrdq2kEMurpKO1a2lbh8ld93uPku1VuKkuqPTQB4Y+aLMfbTpwU7zHn1XHrrQdnKyvZpifde6Y7hDO19OuTPYLvt3kGiQU7q1xK8jWq+qWYOcVCNuqirRj2osb2WqiedW1ti0/fbbe16ydOlSz/qmV3IlAggggAACCCCAAAIIIIAAAgiEX4AVIoAAAvkTINApf7b0jAACCCCAAAIIIIBA4wRojUCdQLZAp379+tW1LOxBNTHARjV2rqoZg51UI3Wq6gb6RAN/Mh3jg4S2atdSDr64t3Ss3kaiH7WM05eK849zFOfo/qjIP0a+KPMeWyKN/cx/7D15+MIXJNad01ndiYr9E+1RpcvA7WXQJbvWryV+vram5HMrU1W3vWrsqOr0G5ek7qOqdTkR1VhenI9q4rlT1KSf6upqz+sIdPLkoRIBBBBAAAEEEEAAAX8CXI0AAggggAACCCDQZAECnZpMx4UIIIAAAoUWYDwEEEAAAQTKRSBbkElNTU3RKFQTA21UY+eqWh+YoxrJq0aOFuxjSVXdgB/Le6X4YKGt27d0d3bavndrsY/t6GR7Lrmp1s6cZD9OEuf8gQtekHmPNzzYaf7j78mDv3nOubTWSc4I1o84X86PO4aTd7NO1c77bieDLs19kJNqxElVnVEiP6qxvJWoJp5bWVNTtkCnlStXNrVrrkMAAQQQQMC3AB0ggAACCCCAAAIIIIAAAgggkEmAQKdMMqVXzowRQAABBBBAAAEEEEAgJAKLFi3yXEkxA51sYqqJATeqsXNVzRjspBqpU9XGBzttu6W7s9P2Va1FRZwU+RanLxW1AnGyzjGSt2Cn+U9kD3Za4LR58DfPu9epal0f4nwieedbrFBFZJf9OsiPxu5WP/f4YCwL2ko+V1XnUnXbq8aOqpFy1chR6j6qWpcT9zqJ+6jG6uKKm5zNFui0YsWKJvfNhXkXYAAEEEAAAQQQQAABBBBAAAEEEAi/ACtEAIEMAgQ6ZYChGAEEEEAAAQQQQAABBEpRoPTn/NFHH8m7776bcSHbbLNNxrpCVqgmBt6oxs5VtT5QRzWSV40cLSDIkqq6AUCW90rxwUOttttSDrmkWrarbCW1tbXuPkvRo3PilImTau3LTfef/7x4BTtZkNMD5z3rtnUudH6cPp3L3b6cr2jfdtxpn+3kgMsat5NTdF2qkbWqRgxU0x+l7qOqdbnIQTXxPFLq77uiosKzAwKdPHmoRAABBBBAAAEEEEAAgaILMAEEEEAAAQQQKFcBAp3K9c6zbgQQQACB8hRg1QgggAACgRdYtmyZ5xwrKys96wtZqZoYgKMaO1fVjMFOqpE6VW10sNPW27WUQy6tlu2rthGnF3G6EBGN/NjBCiyJiKrKA+c/Lwv+uVSSP284Zf84/zm3jfMl4lwrTnvnx82rqHN0knPcee/t5MDLYzs5RQOYosf4YCwrU1VRVXdtqrGjaqRcNXKUuo+q1uXEvU7iPqqxurhi31kCnXwT0gECCCCAAALBFmB2CCCAAAIIIIAAAggggEBIBQh0CumNZVlNE+AqBBBAAAEEEEAAAQSKLZAt0Kl3797FnmLC+KqJgTiqsXNVrQ/cUY3kVSPH5IAgO/dK8cFEtrPTwZf0lu16tRKxHZjsyznWusm+IlO0nZicM7n/vOfkjX/Fgp0sf/+5z9pV7i5Obmtr6HTg/MT1WSs77tleDhwXC3KyeViKzjU+b2Wq6gY4xedVI2tWTX+Uuo+q1uUiB9XE80hpbr532mknz47WrFkjljwbUYlACQswdQQQQAABBBBAAAEEEEAAAQQQCL8AKwynAIFO4byvrAoBBBBAAAEEEEAAAQRKVCBboFNNTU2+V9bo/lUTA3JU05+rqhv4pBo5RoOBVLU+OMjKMqX4oKJWHbaUg93X2LUWpzdxvsTpxknq5u1LVUXF+Thffz/3OXnjyWWy8Mmlcr+TtwqnWFTt29qom3dP1TkXlZ322k4OvqKmfm7x49sck89Vtb6taiSvqqKamKTuo6p1OXHbSNxHNVYXV5zTbOfOnT37W7o0Fhzm2ZBKBBBAAAEEEEAAAQQQQACBUhRgzggggAACCJSkAIFOJXnbmDQCCCCAAAIIFE+AkRFAAIH8CmQLLglioJOJqCYG5qhGzlXVDeJRVWtWn1dVN28BQ6qxvJ17pfjgotbbbymHXFIt21Zs7e7CZLsx2S5OYhmpdQ5OslFttybn/O/nTJX7znnWKXEKIj9um+jFdm3dpbLDgHZy0PjEnZzi5xU/DytX1QYFOalG1qqqEv2oxvJWppp4bmX5SNXV1Z7dZnsWPS+mEgEEEEAAAQQQKHkBFoAAAggggAACCCCAAAJBFCDQKYh3hTkhUMoCzB0BBBBAAAEEEEDAl8CiRYs8r+/Xr59nfTErVRMDdFTTn6uqG+SkGjlGA4VUY+dWlinFBxm12n5LOfjSPrJdz1ZOn+IktS+xj6qKupnIlzpnlsQ51v2IqoqIk+zHyTs/ssOA9nLIlf3cwCUby1L8XJLPVdVta21UI3lVFdXEJHUfVa3LidtG4j6qsbq44rxkswU6vf/++3kZl04RQCAkAiwDAQQQQAABBBBAAAEEEEAAAQTCLxDAFRLoFMCbwpQQQAABBBBAAAEEEECgPAW++OIL8Qp0at68ubRq1SrQOKqJgTqqkXNVdYN6VLV+/qpaXxYfJGT5bCk+2Kh1xy3FXmO3bYVjY1sy1WmnZncAABAASURBVEaGqHXybrbuy/Z3suTu4OQ0sWJr42TdIst33qO9DP5tP7H+LSXPI7lMVdMGOanG1qaamJe6j6rW5SIH1cTzSGn+vquqqjw7X7FihWc9lQgggAACCCCAAAIIIIAAAgiUuwDrRwABBBAovACBToU3Z0QEEEAAAQQQQKDcBVg/AghkEFi2bJl8/fXXGWpFKisrM9YFqUI1MWBHNfVcNVKmqinBTqqRsuQgo+RzCzqKpm06byUHX9JH2vdoJaIiUteHZaXuS52MJadS7KPOl6p9uxnZoX97GfJ//eoDl9KNF1+mqvVtVSN5VRXVxCR1H1Wty4nbRuI+qrG6uOK8ZisqKjz7J9DJk4dKBBBAAAEEEEAAgewCtEAAAQQQQAABBBBAIOcCBDrlnJQOEUAAAb8CXI8AAggggAAC5SpggU5ea8+2A4/XtcWuU40E8qiqG+SjGjnavFQjeVV1A4dUI8f4oKKG5Lfp/AOxnZ3ad99axHZzsiTOx7ZuEtvLKZKcyuiP08ypdNp1qmkjh/5ud3cnp+hY0SCq6DFabkdVdecan1eNrUM1NS91H1Wty0UOqonnkdL8fxPolH9jRkAAAQS8BahFAAEEEEAAAQQQQAABBBBAAIHGCpReoFNjV0h7BBBAAAEEEEAAAQQQQKBEBLIFOvXt27dEViJuMJMkfVQTA3pUtb6daiSvqm4AkWriuQUUeaVoMFLbnVrJwZf2kfbdW7l9q0Q/KpF/7FzFObEfUVXpvHt7GXrtAHdcGyPal+XTJVWtb6sayauq25dq7Ch1H1Wty4nbRuI+qrG6uOKCZHfccUfPcdasWSMffvihZ5u8VtI5AggggAACCCCAAAIIIIAAAgiEX4AVIoAAAo0UINCpkWA0RwABBBBAAAEEEEAgCALMIZwCS5cu9VxYv379POtLoVI1Etijqm7Qj2rkaHNXjeRV1Q0kUo0ck4ONooFI8cf4Nu12aiWHXNZX2nXdSmol+ons5hQ5d74jP9Kppq0Mvba/O571F99PtryqutepxuatmpqXuo+q1uUiB9XE80hpYb932mknzwGzPZOeF1OJAAIIIIAAAggggAACvgXoAAEEEEAAAQQQQCBRgECnRA/OEEAAAQTCIcAqEEAAAQQQKEmBRYsWec67pqbGsz5olarpA3lUE8tV1Q16svmrRvKqmhBEFB90pBqpiy+zvAUqWbJ8u51byeDLd5Ntu7USUXE+6hwiSZyc/XSuaSc/uf6H7jjR6+xoyfpIl1TVba8aO6o6/cYlqfuoal1ORDWWF+ejmnjuFBXlp7q62nNcAp08eahEAAEEECi+ADNAAAEEEEAAAQQQQAABBBAoMwECncrshkeWyzcCCCCAAAIIIIAAAggETeDbb7+VbIFOO+ywQ9CmnXU+qukDelQj5arqBgGppj9asJFqpM7ymVJ8cJLlLUWDndp12dqZZ3RHp1o333m3dnLkjXuKtbNk/UaPyXk7t6SqDQpyUo3MV+o+qlqXixxUE88jpcX5zhbolO11isWZNaM2XICWCCCAAAIIIIAAAggggAACCCAQfgFWiEB5CRDoVF73m9UigAACCCCAAAIIIIBAVCBgRwsoWb9+fcZZde/ePWNd0CtU0wf2qCaWq0bOVTUh+CkaZKSqbqCRncenaICSHS1F6yzfvktrOeyKPaR919bi9OqmHWray7A/7p3Ql7W166LH5LydxydVp7ekJM5HNVLuZN0fVXWP0S/VxPNoebGOvXr18hx65cqVnvVUIoAAAggggAACCCCAAAKBF2CCCCCAAAIIIBAqAQKdQnU7WQwCCCCAAAK5E6AnBBBAAIHCCligk9eIVVVVXtWBr1NNH+CjGilXVVGNJFuMaiSvGjlGg4xU1Q1QUo0co+XxRwtWik/tu7SSwyfsIe26bC0dq9vK0X/ax+0jvo1db+fxR8tHk6q616hG5qOaeBTnoxopc7Luj6q6x+iXauJ5tLyYx4qKCs/hV6xY4VlPJQIIIIAAAgiUvgArQAABBBBAAAEEEEAAAQRKSYBAp1K6W8w1SALMBQEEEEAAAQQQQACBnApkC3Tq3bt3TscrRmeq6QN9VBPLVSPnqlof/KQayUcDjzIdo8FK0Xo7t7Rtt23k8N8OkKFOsvNosnbxeTtPTqoayiAncT49evRwvjP/EOiU2YaashFgoQgggAACCCCAAAIIIIAAAgggEH4BVlhCAgQ6ldDNYqoIIIAAAggggAACCCAQXoGlS5d6Lq6mpsazvjiVjR9VVdNepBopV9X64CZrqBo7V43lk4ORLFgpWmb5aIqW2bFD9zayTcet3KAlq7ey6NHylpLPrcySamxs1fR5m68lVbVDfVJNPK+vCEBmxx139JzFBx98IB9//LFnGyoRQAABBBBAAAEEEEAAAQTCLsD6EEAAAQQQCI4AgU7BuRfMBAEEEEAAAQTCJsB6EEAAgUYILFq0yLN1WAKdbJGq6QN/VBPLVSPnqlof/KSamLcgJEuq6gYwWT4+WeBSumRtrNyO8Uk11o9q4liqiedS91HVupy485S4j2qsLq44UNkuXbp4zidbEJ7nxVQigAACCCCAAALlIMAaEUAAAQQQQAABBBBAoGACBDoVjJqBEEAgWYBzBBBAAAEEEEAAgZhAtkCnqqqqWOMQ5FTTBwCpRspV1Q0aUm3YMT5YKZqPBjJFj9FyO0bL7GjJyqJJVdMGTammn4vUfVS1Lhc5qCaeR0qD911dXe05KQKdPHmoRACBBgjQBAEEEEAAAQQQQAABBBBAAAEEwi9QqBUS6FQoacZBAAEEEEAAAQQQQAABBDIIrF69WuwVYRmqpVOnTpmqSrpcNX0gkGqsXDUxr6puAFQ0KClfR9XIOKrpjwavqnZwk2osbwWqiedWliEVvZhAp6LfAiaAAAIIIIAAAggggAACCCAQfgFWiAACCCCQIwECnXIESTcIIIAAAggggAAC+RCgTwTKQ2DZsmWeCw3bbk7xi1VNHxCkGitXVTe4STXzMVvAU/yuTfF5u05Vs+7gJM5HNTK+k3XnY0dLqmqH+qSaeF5fEdBMRUWF58xWrFjhWU8lAggggAACCCCAAAL+BegBAQQQQAABBBBAAIGGCRDo1DAnWiGAAALBFGBWCCCAAAIIIBAKgXIOdLIbqJo+MEg1Vq4ayatqfZCRaiQfDVZSjZ1bWVOSaqQP1fTH5PmqqhXVJ9XE8/qKAGcIdArwzWFqCCCAQFSAIwIIIIAAAggggAACCCCAAAIIuAKhDnRyV8gXAggggAACCCCAAAIIIBBwgaVLl3rOsG/fvp71YahUTR8gpBorV43kVdUNdlJNPVpwk6q6OzSpRo7xZZnyqpG+ovWqkXPV2FGcj6o635Ef1VjeSlQTz62sFFKPHj08p1kKOzp5LoBKBBBAAAEEEEAAAQQQQAABBBAIhQCLQAABBEyAQCdTICGAAAIIIIAAAgggEF4BVlYCAosWLfKcZb9+/Tzrw1KpqvUBTPFrUtX6U9VIXlXr26qmz8cHLVk+PqlGrrEyVa0PjFKNlKvGjuJ8VCPnTrZ+XMtHk6pGsyV33GGHHTzn/MEHH8inn37q2YZKBBBAAAEEEEAAAQQQKLoAE0AAAQQQQAABBMpCgECnsrjNLBIBBBBAILMANQgggAACCBRfIFugU01NTfEnWeAZqCYGDqmqG2Bk01BNzatqfbBSNHhJNVIWf64audbKLKlGzlXTH8X5qKrzHflRjeUjJVI/LynhT/fu3T1nn23XMc+LqUQAAQQQQCAQAkwCAQQQQAABBBBAAAEEEEAgDAIEOoXhLuZzDfSNAAIIIIAAAggggAACeRVYt26dvPfeexnH2GabbWSLLbbIWB/mClXvoCLVWL1qJK+qbuCRauLRgprik2pivWrk3DxV1Q71/bgnzpdqpNzJ1v+oppbVV5ZQprq62nO2S5Ys8aynMgQCLAEBBBBAAAEEEEAAAQQQQAABBMIvwAoRCIEAgU4huIksAQEEEEAAAQQQQAABBPIrkM/ely1b5tl9VVWVZ33YK1VTA4lUY2Wq6gYkmYNqJK/q7xjty46WVCP9WT4+qWr8aUnne/fu7Tl/dnTy5KESAQQQQAABBBBAAAEEQiLAMhBAAAEEEEAg+AIEOgX/HjFDBBBAAAEEgi7A/BBAAAEEfAgQ6JQdTzU1oEhV6wOcrAfV9OeqieXxbVUjdapqxW5S1ZR+3YqkL1VNKint0x49enguYPny5Z71VCKAAAIIIIBAWQiwSAQQQAABBBBAAAEEEECg6AIEOhX9FjCB8AuwQgQQQAABBBBAAAEEMgtk2ykn2047mXsOV41q+sAiVU0JTFKNlKlGjiahGsmrqp26SVXda1VjR7fC+VKNlDnZlB9VTSkr9YKKigrPJaxYscKznkoEEDABEgIIIIAAAggggAACCCCAAAIIhF+AFRZbgECnYt8BxkcAAQQQQAABBBBAAIGyFli0aJHn+mtqajzrS6YyBxNVzRxgpKpu0FK6YVQjdaqJR6+26eqsTFXtELqUbUenlStXhm7NLAgBBBBAAAEEEEAAAQQQQCAPAnSJAAIIIIBAngUIdMozMN0jgAACCCCAAAINEaANAgiUrwCBTo2796regUaq6gY8qWrWjlW1vq1qJO91kap6VZd0XefOnT3nv3r1alm/fr1nGyoRQAABBBBAAAEEsgvQAgEEEEAAAQQQQAABBPwJEOjkz4+rEUCgMAKMggACCCCAAAIIhFLgf//7n3gFOjVv3ly23XbbUK7dz6JUtT5Ayasf1Vg71dS817XROtXYddGysB579uzpubRsr1n0vJhKBBBAoGECtEIAAQQQQAABBBBAAAEEEEAAgfAL+FohgU6++LgYAQQQQAABBBBAAAEEEGi6wLJly2Tjxo0ZO6iqqspYR0VEQFUjmTx8q+av76ZNN79XVVdXew5AoJMnD5UIIIAAAggggAACCCCAAAII5EiAbhBAAAEEvAQIdPLSoQ4BBBBAAAEEEECgdASYKQIlKGCBTl7TJtDJSydWp6r1OzypaqyikTlVzUk/jRw2MM179erlOZclS5Z41lOJAAIIIIAAAggggEBBBBgEAQQQQAABBBBAoKwFCHQq69vP4hFAoJwEWCsCCCCAAAIIBE+AQKf83BPVxIAl1Yad52c2pdNrRUWF52SzPa+eF1OJAAIIIFAwAQZCAAEEEEAAAQQQQAABBBBAIMwCBDpF7i7fCCCAAAIIIIAAAggggEDBBRYtWuQ5Zt++fT3rqUQglwLZAp1WrFiRy+GK1RfjIoAAAggggAACCCCAAAIIIIBA+AVYIQIIhFiAQKcQ31yWhgACCCCAAAIIIIBA4wRoXWiBbIFO/fr1K/SUGK+MBXr06OG5egKdPHmoRAABBBBAAAEEEECghASYKgIIIIAAAgggULoCBDqV7r1j5ggggAAChRZgPAQQQAABBHIskC3QqWvXrjkeke4QyCzQqVOwV5KsAAAQAElEQVSnzJVOzerVq2XDhg1Ojh8EEEAAAQRCLsDyEEAAAQQQQAABBBBAAAEEAitAoFNgb03pTYwZI4AAAggggAACCCCAQMMFli1bJp999lnGC7LtrpPxQioQ8CFQVVXlefXSpUs966ksDwFWiQACCCCAAAIIIIAAAggggAAC4RdghQgEVYBAp6DeGeaFAAIIIIAAAggggAACpSjQ4DlboJNX42wBJ17XUodAUwWqq6s9LyXQyZOHSgQQQAABBBBAAAEEECgfAVaKAAIIIIAAAkUSINCpSPAMiwACCCCAQHkKsGoEEEAAgagAgU5RCY5BEqioqPCcDoFOnjxUIoAAAggggEC9ABkEEEAAAQQQQAABBBBAID8CBDrlx5VeEWiaAFchgAACCCCAAAIIlI3AokWLPNfau3dvz3oqEciHAIFO+VClTwTSCFCEAAIIIIAAAggggAACCCCAAALhF2CFeREg0CkvrHSKAAIIIIAAAggggAACCHgLZAt0qqmp8e4gxLUsrXgCPXr08Bx8+fLlnvVUIoAAAggggAACCCCAAAIIINBQAdohgAACCCDQFAECnZqixjUIIIAAAggggEDxBBgZAQRCIpAt0Gm33XYLyUpZRikJZNvRacWKFaW0HOaKAAIIIIAAAgiUsgBzRwABBBBAAAEEEEAAgTQCBDqlQaEIAQRKWYC5I4AAAggggAACwRf48MMPZc2aNRkn2rlz54x1VCCQT4GOHTuKqmYcYvXq1fLFF19krKcCAQQQKJwAIyGAAAIIIIAAAggggAACCCCAQPgFUldIoFOqCSUIIIAAAggggAACCCCAQF4Fli1b5tl/VVWVZz2VCGQV8NGgurra8+qlS5d61lOJAAIIIIAAAggggAACCCCAAAIFEmAYBBBAoAwFCHQqw5vOkhFAAAEEEEAAgXIXYP0IFFuAQKdi3wHG9xLo3bu3V7UQ6OTJQyUCCCCAAAIIIIBAgASYCgIIIIAAAggggED4BAh0Ct89ZUUIIICAXwGuRwABBBBAAIE8CyxatMhzBHZ08uShMs8CPXr08ByBQCdPHioRQACBUhJgrggggAACCCCAAAIIIIAAAgiUnACBTo2+ZVyAAAIIIIAAAggggAACCPgTyBbotOuuu/obgKsR8CFQUVHheXX5BDp5MlCJAAIIIIAAAggggAACCCCAAAKhEGARCCBQagIEOpXaHWO+CCCAAAIIIIAAAggEQYA5+BLIFuhUU1Pjq38uRsCPQLYdnbK9etHP2FyLAAIIIIAAAggggAACARNgOggggAACCCCAQMAECHQK2A1hOggggAAC4RBgFQgggAACCGQS+Pzzz2XJkiWZqqVNmzay9dZbZ6ynAoF8C2Tb0WnFihX5ngL9I4AAAgggUDICTBQBBBBAAAEEEEAAAQQQQKCwAgQ6Fdab0SICfCOAAAIIIIAAAgggULYC2XbDqaqqKlsbFh4Mge23316aNWuWcTKrVq2S//73vxnrqUAgToAsAggggAACCCCAAAIIIIAAAgiEX4AVIlBQAQKdCsrNYAgggAACCCCAAAIIIFDuArFAp/QSBDqld6G0sALV1dWeAy5dutSznkoEEEAAAQQQQAABBBBAAIGoAEcEEEAAAQQQyKUAgU651KQvBBBAAAEEEMidAD0hgAACIRVYtGiR58oIdPLkobJAApWVlZ4jEejkyUMlAggggAACCDRGgLYIIIAAAggggAACCCCAQCMECHRqBBZNEQiSAHNBAAEEEEAAAQQQKE2BbIFOvXv3Ls2FMetQCfTo0cNzPQQ6efJQiUBOBegMAQQQQAABBBBAAAEEEEAAAQTCL8AKGy5AoFPDrWiJAAIIIIAAAggggAACCPgWWLx4sWcfNTU1nvVUJghwkieBiooKz54JdPLkoRIBBBBAAAEEEEAAAQQQQCC3AvSGAAIIIIBAvQCBTvUUZBBAAAEEEEAAgbAJsB4EEAiawKZNm8RrR6cttthCOnfuHLRpM58yFGBHpzK86SwZAQQQQAABBEpYgKkjgAACCCCAAAIIIFA+AgQ6lc+9ZqUIIJAswDkCCCCAAAIIIFBggWXLlsnGjRszjlpVVZWxjgoECimQbUen999/v5DTYSwEEEDAnwBXI4AAAggggAACCCCAAAIIIIBAaAQyBjqFZoUsBAEEEEAAAQQQQAABBBAIiIAFOnlNhUAnLx3q8iWQrt8OHTpIy5Yt01W5ZatWrZKvvvrKzfOFAAIIIIAAAggggAACCCCAAALBF2CGCCCAQFgECHQKy51kHQgggAACCCCAAAL5EKBPBHIq4PXaOhuIQCdTIAVFoLq62nMqS5cu9aynEgEEEEAAAQQQQACBEhJgqggggAACCCCAAAIlIkCgU4ncKKaJAAIIBFOAWSGAAAIIIIBAYwSyBTpVVlY2pjvaIpBXgR49enj2v2TJEs96KhFAAAEEwiTAWhBAAAEEEEAAAQQQQAABBBAIhgCBTvm8D/SNAAIIIIAAAggggAACCMQJLF68OO4sNbvbbrulFlKCQJEEKioqPEdmR6c4HrIIIIAAAggggAACCCCAAAIIIBB+AVaIAAKBECDQKRC3gUkggAACCCCAAAIIIBBeAVYWE8i2o1OvXr1ijckhUGQBAp2KfAMYHgEEEEAAAQQQQACBEhNguggggAACCCCAQCEECHQqhDJjIIAAAgggkFmAGgQQQACBMhFYtWqVfPbZZxlXmy2oJOOFVCCQJ4Fsr65jR6c8wdMtAggggEBYBVgXAggggAACCCCAAAIIIIBADgQIdMoBIl3kU4C+EUAAAQQQQAABBBAIh8CyZcs8F1JVVeVZTyUChRbIFny3fPnyQk+J8UItwOIQQAABBBBAAAEEEEAAAQQQQCD8AqwQAf8CBDr5N6QHBBBAAAEEEEAAAQQQQCCrQLbX1nkGOmXtnQYI5F5gu+22k6222ipjxytXrpSNGzdmrKcCAQQQQAABBBBAAAEEEECgkQI0RwABBBBAAIGsAgQ6ZSWiAQIIIIAAAggEXYD5IYAAAqUgkC3QqbKyshSWwRzLTCBbAB6vryuzB4LlIoAAAgggUGQBhkcAAQQQQAABBBBAAAEECHTiGUAg/AKsEAEEEEAAAQQQQCAAAosXL/acRXV1tWc9lQgUQ6BHjx6ewxLo5MlDJQKFFmA8BBBAAAEEEEAAAQQQQAABBBAIv0DZr5BAp7J/BABAAAEEEEAAAQQQQACBQghk29GppqamENMo4zFYelMEKioqPC8j0MmTh0oEEEAAAQQQQAABBBBAAIGCCzAgAggggEDYBQh0CvsdZn0IIIAAAggggEBDBGiDAAJ5Ffj0009lzZo1GcfYYYcdpHnz5hnrqUCgWALZdnRasmRJsabGuAgggAACCCCAAAJNEeAaBBBAAAEEEEAAAQRKXIBApxK/gUwfAQQKI8AoCCCAAAIIIICAH4Fly5Z5Xl5VVeVZTyUCxRJgR6diyTMuAggUS4BxEUAAAQQQQAABBBBAAAEEEEAg2AK5CHQK9gqZHQIIIIAAAggggAACCCBQZIFsr62rrKws8gwZHoH0AkmBTimNeHVdCgkFCCCAAAIIIIAAAggggAACCJS6APNHAAEEAi1AoFOgbw+TQwABBBBAAAEEECgdAWaKQGaBbIFO7OiU2Y6a4gpsu+220rp164yTWLlypWzatCljPRUIIIAAAggggAACCIRPgBUhgAACCCCAAAIIFFOAQKdi6jM2AgggUE4CrBUBBBBAAIEyFli8eLHn6gl08uShssgCvXr18pwBuzp58lCJAAIIlJ8AK0YAAQQQQAABBBBAAAEEEEAgjwIEOuURtzFd0xYBBBBAAAEEEEAAAQTCK5BtR6fddtstvItnZSUv0KNHD881EOjkyZNSSQECCCCAAAIIIIAAAggggAACCIRfgBUigED+BAh0yp8tPSOAAAIIIIAAAggggEDjBELZ+ssvv5QlS5ZkXFvbtm2lXbt2GeupQKDYAhUVFZ5TINDJk4dKBBBAAAEEEEAAAQQQSBWgBAEEEEAAAQQQaLIAgU5NpuNCBBBAAAEECi3AeAgggAACpSiwbNkyz2nz2jpPHioDIMCOTgG4CUwBAQQQQKDMBFguAggggAACCCCAAAIIIIBAJgECnTLJUF56AswYAQQQQAABBBBAAIEACixevNhzVpWVlZ71VCJQbIFsOzp57VhW7LkzfkgFWBYCCCCAAAIIIIAAAggggAACCIRfgBUikEGAQKcMMBQjgAACCCCAAAIIIIAAArkQWLRokWc3ud7RyXMwKhFoggA7OjUBjUsQQAABBBBAAAEEEEAAgTwL0D0CCCCAAALlKkCgU7needaNAAIIIIBAeQqwagQQQKDgAtl2dCLQqeC3hAEbKbDttttK27ZtM171/vvvy3fffZexngoEEEAAAQQQQKAIAgyJAAIIIIAAAggggAACIRUg0CmkN5ZlIdA0Aa5CAAEEEEAAAQQQyLVAth2dqqurcz0k/SGQc4Fsr69bunRpzsekQwQQyKcAfSOAAAIIIIAAAggggAACCCCAQPgFwrlCAp3CeV9ZFQIIIIAAAggggAACCARAoLa2VrwCnVq0aCFdunQJwEyZQoIAJykCvL4uhYQCBBBAAAEEEEAAAQQQQACBUhdg/ggggAACJSlAoFNJ3jYmjQACCCCAAAIIFE+AkRFAoOECy5Ytk2+++SbjBby2LiMNFQETYEengN0QpoMAAggggAACCBRAgCEQQAABBBBAAAEEEAiiAIFOQbwrzAkBBEpZgLkjgAACCCCAAAL1AosXL67Pp8tUVlamK6YMgcAJsKNT4G4JE0IAgeILMAMEEEAAAQQQQAABBBBAAAEEECiCQIEDnYqwQoZEAAEEEEAAAQQQQAABBIok4PXaOpsSOzqZAqkUBBq/o1MprIo5IoAAAggggAACCCCAAAIIIICAPwGuRgABBAovQKBT4c0ZEQEEEEAAAQQQQKDcBVh/2Qhk29GJQKeyeRRKfqHs6FTyt5AFIIAAAggggAACCBRDgDERQAABBBBAAAEEci5AoFPOSekQAQQQQMCvANcjgAACCCAQFgF2dArLnWQd7du3l3bt2mWEWLp0qdTW1maspwIBBBBAAIF0ApQhgAACCCCAAAIIIIAAAggg0FgBAp0aK1b89swAAQQQQAABBBBAAAEESkQgW6BTnz59SmQlTBMBEXZ1KvhTwIAIIIAAAggggAACCCCAAAIIIBB+AVaIAAKNFCDQqZFgNEcAAQQQQAABBBBAAIEgCAR/DmvXrpUNGzZknGjPnj0z1lGBQBAFKioqPKe1fPlyz3oqEUAAAQQQQAABBBBAAIHGC3AFAggggAACCCCQKECgU6IHZwgggAACCIRDgFUggAACCBRdYPHixZ5zqKys9KynEoGgCWTb0WnlypVBmzLzQQABBBBAIPwCrBABBBBAAAEEEEAAAQQQKDMBAp3K7Iaz3IgA3wggEwm6qAAAEABJREFUgAACCCCAAAII5Fsg22vrqqqq8j0F+kcgpwJdunTx7I9AJ08eKoskwLAIIIAAAggggAACCCCAAAIIIBB+AVZYXgIEOpXX/Wa1CCCAAAIIIIAAAgggUCCBbDs6BSDQqUASDBMWgV122cVzKQQ6efJQiQACCCCAAAIIIIAAAggUS4BxEUAAAQQQCJUAgU6hup0sBgEEEEAAAQRyJ0BPCCCAgD8BdnTy58fVwRPIFui0atWq4E2aGSGAAAIIIIAAAlkFaIAAAggggAACCCCAAAKlJECgUyndLeaKQJAEmAsCCCCAAAIIIICAp0C2QKfq6mrP66lEIGgC2QKd2NEpaHeM+SCQIwG6QQABBBBAAAEEEEAAAQQQQACB8AuU0AoJdCqhm8VUEUAAAQQQQAABBBBAoDQENmzYIGvXrs042R133FG22mqrjPVUlI5AOc108803F3t2M63ZdnSqra3NVE05AggggAACCCCAAAIIIIAAAiUrwMQRQAABBIIjQKBTcO4FM0EAAQQQQAABBMImwHoQKFuBxYsXe669srLSs55KBIIqkG1XJwt2CurcmRcCCCCAAAIIIIBA3gToGAEEEEAAAQQQQACBggkQ6FQwagZCAAEEkgU4RwABBBBAAIGwCmR7bV1VVVVYl866Qi6QLdCJ19eF/AFgeQgg0EQBLkMAAQQQQAABBBBAAAEEEEAAgVwJBDfQKVcrpB8EEEAAAQQQQAABBBBAoMAC2XZ0ItCpwDeE4XImkJdAp5zNjo4QQAABBBBAAAEEEEAAAQQQQCCwAkwMAQQQyJEAgU45gqQbBBBAAAEEEEAAAQTyIUCfpSnAjk6led+YdXYBAp2yG9ECAQQQQAABBBBAAIGmCHANAggggAACCCCAQMMECHRqmBOtEEAAAQSCKcCsEEAAAQQQCKQAgU6BvC1MKgcC2QKdVq1alYNR6AIBBBBAAIEUAQoQQAABBBBAAAEEEEAAAQQQcAUIdHIZwvrFuhBAAAEEEEAAAQQQQKDQAt98840sXbo047Dt2rWT7bffPmM9FQgEWaBLly6e01u5cqVnPZX5EqBfBBBAAAEEEEAAAQQQQAABBBAIvwArRAABEyDQyRRICCCAAAIIIIAAAgggEF6BAq9s8eLFniNWVlZ61lOJQJAFsu3oRKBTkO8ec0MAAQQQQAABBBBAIOQCLA8BBBBAAAEEykKAQKeyuM0sEgEEEEAAgcwC1CCAAAII5FYgW6BTVVVVbgekNwQKKLDllltKhw4dMo5IoFNGGioQQAABBBAougATQAABBBBAAAEEEEAAAQTCILBZGBbBGhDIowBdI4AAAggggAACCCDQKIFFixZ5tifQyZOHyhIQ8NrV6euvv5ZPPvmkBFbBFBFIEaAAAQQQQAABBBBAAAEEEEAAAQTCL8AKQyBAoFMIbiJLQAABBBBAAAEEEEAAgeAIhDPQKTi+zKT4Al6BTjY7dnUyBRICCCCAAAIIIIAAAgggUIoCzBkBBBBAAIHgCxDoFPx7xAwRQAABBBBAIOgCzA8BBBCIEyDQKQ6DbCgFCHQK5W1lUQgggAACCCDQEAHaIIAAAggggAACCCCAQNEFCHQq+i1gAgiEX4AVIoAAAggggAAC5STgFejUsmVL6dq1azlxsNYQCmQLdFq1alUIV82SEECgIQK0QQABBBBAAAEEEEAAAQQQQACB8AsUe4UEOhX7DjA+AggggAACCCCAAAIIhEZg6dKlsmnTpozrqayszFhHRegFQrPAbIFOvLouNLeahSCAAAIIIIAAAggggAACCDRegCsQQAABBPIsQKBTnoHpHgEEEEAAAQQQQKAhArRBIBwCixcv9lxIVVWVZz2VCJSCAIFOpXCXmCMCCCCAAAIIIBBUAeaFAAIIIIAAAggggIA/AQKd/PlxNQIIIFAYAUZBAAEEEEAAgQSBFStWyLx58wKXOnbsKK+99lrGdMEFF+R9zu+//36CFSfhEXj77bfz/vw05Pfqu+++y/iM2/N/6aWXBmKeDVlLpja1tbXheXBYCQIIlJYAs0UAAQQQQAABBBBAAAEEEEAAAU+BUAQ6ea6QSgQQQAABBBBAAAEEEAilgAUiBC2pqmy++eYZk6pKvucsfEItkO/np6H9ez3nm222Wd6e84bOz2+7UD9ELA4BBBBAAAEEEEAAAQQQQACBgAswPQQQQMBLYDOvSuoQQAABBBBAAAEEEECgZASYKAIIIIAAAggggAACCCCAAAIIhF+AFSKAAAIIIIAAAmUtQKBTWd9+Fo8AAgiUkwBrRQABBBBAAAEEEEAAAQQQQACB8AuwQgQQQAABBBBAAAEEEEAAgTALEOgU5rvbmLXRFgEEEEAAAQQQQAABBBBAAAEEwi/AChFAAAEEEEAAAQQQQAABBBBAIPwCrBCBEAsQ6BTim8vSEEAAAQQQQAABBBBAoHECtEYAAQQQQAABBBBAAAEEEEAAgfALsEIEEEAAAQQQKF0BAp1K994xcwQQQAABBAotwHgIIIAAAggggAACCCCAAAIIIBB+AVaIAAIIIIAAAggggAACCARWgECnwN4aJlZ6AswYAQQQQAABBBBAAAEEEEAAAQTCL8AKEUAAAQQQQAABBBBAAAEEEEAg/AKsMKgCBDoF9c4wLwQQQAABBBBAAAEEEECgFAWYMwIIIIAAAggggAACCCCAAAIIhF+AFSKAAAIIIFAkAQKdigTPsAgggAACCCBQngKsGgEEEEAAAQQQQAABBBBAAAEEwi/AChFAAAEEEEAAAQQQQCA/AgQ65ceVXhFAoGkCXIUAAggggAACCCCAAAIIIIAAAuEXYIUIIIAAAggggAACCCCAAAIIIBB+gbyskECnvLDSKQIIIIAAAggggAACCCCAAAJNFeA6BBBAAAEEEEAAAQQQQAABBBAIvwArRAABBBBoigCBTk1R4xoEEEAAAQQQQACB4gkwMgIIIIAAAggggAACCCCAAAIIhF+AFSKAAAIIIIAAAgggkEaAQKc0KBQhgAACpSzA3BFAAAEEEEAAAQQQQAABBBBAIPwCrBABBBBAAAEEEEAAAQQQQACBchQot0CncrzHrBkBBBBAAAEEEEAAAQQQQACBchNgvQgggAACCCCAAAIIIIAAAgggEH4BVogAAmUoQKBTGd50lowAAggggAACCCBQ7gKsHwEEEEAAAQQQQAABBBBAAAEEwi/AChFAAAEEEEAAgfAJEOgUvnvKihBAAAEE/ApwPQIIIIAAAggggAACCCCAAAIIhF+AFSKAAAIIIIAAAggggAACCJScAIFOJXfLij9hZoAAAggggAACCCCAAAIIIIAAAuEXYIUIIIAAAggggAACCCCAAAIIIBB+AVaIQKkJEOhUaneM+SKAAAIIIIAAAggggEAQBJgDAggggAACCCCAAAIIIIAAAgiEX4AVIoAAAggggEDABAh0CtgNYToIIIAAAgiEQ4BVIIAAAggggAACCCCAAAIIIIBA+AVYIQIIIIAAAggggAACCCBQWAECnQrrzWgIRAT4RgABBBBAAAEEEMipwBtvvCGnn356QjrrrLNk9uzZeR/nrrvuyukYdIZAJoG1a9fKBRdckPCc23M/atQoWbFiRabLfJV//fXX8qc//SllzPPOO0+WLFniq28uRqAsBFgkAggggAACCCCAAAIIIIAAAgiEX4AVFlRgs4KOxmAIIIAAAggggAACCCCAQIEEvv32W3niiSfk008/LdCIDNNYAdo3TqBTp04yePDglIu++OILeeyxx+Srr75KqfNbMGPGDHnnnXdSujnwwAOlR48eKeUUIIAAAggggAACCCCAAAIIIJAswDkCCCCAAAK5FCDQKZea9IUAAggggAACCOROgJ4QQCAHAp988olMmTJFvvvuuxz0RhcIFFdAVWXQoEHSs2fPlIksXrxYZs6cmVLup2D16tXu709tbW1CNza+BVypakI5JwgggAACCCCAAAJNEuAiBBBAAAEEEEAAAQQQaIQAgU6NwKIpAggESYC5IIAAAggggAACDRN45ZVXZOHChQ1rTCsEAi6w5ZZbytFHHy1bbbVVwkwtGMmC+iw4KaGiiSf2yrpHH31UbLeo+C5sXBvf5hFfTh4BBBDInwA9I4AAAggggAACCCCAAAIIIIBA+AUavkICnRpuRUsEEEAAAQQQQAABBBAoQYFNmza5r7Bbt25dCc6eKSOQKtClS5fYK+ziqi0oyYKTLEgprrhJ2XSvrFNVGTJkiNj4TeqUixBAAAEEEEAAAQQQQAABBBBAoGkCXIUAAgggUC9AoFM9BRkEEEAAAQQQQACBsAmwHgSiAmvXrpVnnnmGV9hFQTiWtICqysCBA6Vbt24p63jnnXfEgpRSKhpRYLtC2e5QtktU/GWVlZWy//77iyqvrIt3IY8AAggggAACCCBQfAFmgAACCCCAAAIIIFA+AgQ6lc+9ZqUIIIBAsgDnCCCAAAIIlJWAvcLu7bffLqs1s9jwCkRfIdeyZcuERVpw0rPPPisffvhhQnlDT2w3KNsVynaHir+mdevWctRRRwmvrItXIY8AAgiUjAATRQABBBBAAAEEEEAAAQQQQCA0AgQ6ZbyVVCCAAAIIIIAAAggggECYBOwVdhbAsWHDhjAti7WUsUCPHj3kwAMPTBGwZ9yedXvmUyqzFNhuULYrVHwzVQ35K+viV0seAQQQQAABBBBAAAEEEEAAAQTCKcCqEEAgLAIEOoXlTrIOBBBAAAEEEEAAAQTyIVDCfbZo0UKaNWuWsAJ7hd1TTz0l33//fUI5JwiUooCqysEHH5z2FXYLFy4U28WsMeuyXaBsNyjbFSr+ul133VUGDRoUX0QeAQQQQAABBBBAAAEEwibAehBAAAEEEEAAgRIRINCpRG4U00QAAQQQCKYAs0IAAQQQCK6ABWfsueeeKROcNWuWvPXWWynlFCBQigJer7B78sknG/wKO9v9yXaBst2g4h3atGkjw4YNk+bNm8cXk0cAAQQQQKDsBFgwAggggAACCCCAAAIIIIBAMAQIdArGfQjrLFgXAggggAACCCCAAAJFE7DdnA4//HDp0KFDwhwsoOOJJ56QL774IqGcEwRKVcBeYbfffvulTN+ClizY6bvvvkupSy6w3Z9sF6j4clV1g5w6deoUX0wegXQClCGAAAIIIIAAAggggAACCCCAQPgFWCECgRAg0CkQt4FJIIAAAggggAACCCCAQD4Ett12WzniiCNSXmG3evVqmTJliiS/oisfcxDJ3OuXX34pM2fOlD/84Q8yZswYOeOMM+T000930wUXXCC/+93v5PHHH3d35Sn2XDOvgppiC6iqDBkyRHbaaaeUqcyZM0dmz56dUh5fYK+ss4Co5Gesf//+MmDAgPimWfPWxyeffOI+t/b82nMcfabt+bbn/Pbbb5e5c+fK119/nbW/hjSwfqw/6/fiiy+WM8880/0dsnHPPvtsueSSS8TqrNHKSmIAABAASURBVM1XX33VkC5pgwACCCCAAAIIIIAAAgg0QYBLEEAAAQQQQKAQAgQ6FUKZMRBAAAEEEEAgswA1CCCAQJ4Fdt99d+nXr1/KKNOmTZPFixenlBei4OOPP5aJEyfKyJEj5Z577pFFixbJZ599lhB4ZUFQK1eulKeeekrGjx8vY8eOFQtasUCSQsyRMUpLoHXr1nLMMcekvGLOnhcLlrPgo3Qrsh3O0r2yznZCO+qoo2TzzTdPd1lKmY1jv08TJkxwn1V7bu35tec42tja2HNuAUcWeGTP/4MPPtjkgCcLcLLrrR/rz/pdv369fP/999Ehxda3bt06N7DK2ljglf3O2TzqG5FBAAEEEEAAgcIIMAoCCCCAAAIIIIAAAgggkAMBAp1ygEgXCORTgL4RQAABBBBAAAEE/AlYoIbt6tSuXbuEjiwAYtKkSQV9hZ29Qsx2krryyitl/vz5CQEZCZNLc/Lvf/9b7rjjDvnjH/9Y0DmnmQpFARWorKyUQYMGpczOgn+eeeYZsecvudKCg5JfWWevfbTfGdsRLbl9unMLOLr33nvdncnWrl2brknaMvsdfOGFF2TcuHGNDjq0Xdns98iut37SDpCm0IKgbBc1u9bWbcFXaZpRhEBRBBgUAQQQQAABBBBAAAEEEEAAAQTCL8AK/QsQ6OTfkB4QQAABBBBAAAEEEEAg4AK2O82RRx4pqpowUwuWePHFF6UQwQ4WDHL33XfL5MmT3V1mEibSiBPb/em6665zX2fXiMtKvSnzb4CAauZX2L3++uvy9ttvJ/Ty6aefSrpX1u2zzz5iO6ElNM5w8sUXX8jNN9/svoKxqb9HGzZskFtuuUXmzZuXYZTEYtuh6W9/+5vY/BNrGn5mO03ZDk8LFixo+EW0RAABBBBAAAEEEEAAAQQQyLcA/SOAAAIIIJBVgECnrEQ0QAABBBBAAAEEgi7A/BBAoCECe+yxh+y6664pTW1HmKVLl6aU57LAdtKx3aNee+21lG5VVbp06SI///nP3Z1trr32Wvnd734np512mvTv3z/lVWTWgb2GzII0LODDzkkIRAXsFXa2G1Pz5s2jRe7Rdj16+umnxQJ8rMB2Npo6darYs2Tn0dS5c2c59NBDG/TKuq+++kos4Oi9996LXl5/tPHt+bXn2J5ne65tF6UTTjjBfd5VE4MON27cKA888ICsWLGivo90GftdslftJe8ctdlmm0nv3r3lpJNOqv89sjFtt6if/exn0rFjx5TuzMQCvSxYK6WSAgQQQAABBBBAIJACTAoBBBBAAAEEEEAAAQQIdOIZQACB8AuwQgQQQAABBBBAwBGwwIthw4ZJmzZtnLPYj+20ZLssRQNAYjW5y82ePVtefvnllA7t1WDnn3++jBkzRg444ACxIJNtttlG2rdvLxaY9etf/1osOKSmpiblWgv0ePDBB33tDpXSKQWhEOjTp4/YrkzJi1m+fLm785KVv/vuuzJr1izL1if7HbEgKXv+6gszZGz3pn/9619iO4zFN1FV6devn/vc2vNrz7H1Z8+17aw2cOBA93kfPXp0SvCRBRzZrme2w1N8n/F5C4R6880344vEfo/sd+i8886Tfffdt/73yMa036kf/ehHMn78ePnpT3+aEjj4wQcfSLpArYQBOEEAgdIRYKYIIIAAAggggAACCCCAAAIIIBB6gc1Cv0IWiAACCCCAAAIIIIAAAgjUCXTq1EmGDh2a8go7CwB57rnn8vIKu88++0yeeeaZlL67du0qo0aNksrKypT51E3XPbRt29bd3Wnw4MEp7exVZMlBH+5FfJW1gO1udPjhh7sBP/EQln/++efdwJ4nnngiJUjOgqN22203a5Y1rVq1Sl555ZWEdqoqP/7xj8UCnOy5TaiMO1FV6datm1x44YXSs2fPuBoRC+CbNm1ayu9LtJEFOllwYvS8WbNm7m5ou+yyS7Qo7VFVxQKebH7xDSxgy16ZZztcxZeTRwABBBBAAAEEEEAAAQQQQKBUBZg3AgggEHYBdnQK+x1mfQgggAACCCCAAAINEaBNGQnsvffeBX2F3YIFC+TDDz9MEG7Xrp2ceuqpKbtLJTSKO9l8883lqKOOStml59tvv5UZM2akBKzEXUq2TAVs5zLbwcx2aYonsN2S7LWH77//fnyxGxRlwVEWJJVQkebEgoKmT59e/xq8aBMLlDrssMMa9No7u8Zes/eLX/wi5ffAXvG4fv16a5KSVq9enVBmAVU77bRTQlmmE1Wt3/Epvo31mc8d3eLHIo8AAggggAACCCBQdAEmgAACCCCAAAIIIFDiAgQ6lfgNZPoIIIBAYQQYBQEEEEAAgfAIWODHT37yE7Egi/hV2S4xtsvNV199FV/sK299LliwIKUP253JXuOVUuFRYMFOhxxySEpQyLJly8R21/G4lKoyFcj0Crv//Oc/CTsm2e/E8ccfn/JsZWKzXcqSX1lnv08HH3xwg4Ocon137NgxJYBv3bp1snTp0mgTz+P//vc/seAtz0ZxlVtvvbXsvPPOYgFSVVVVcuCBB4q9rs9+v+KakUUAAQTKWIClI4AAAggggAACCCCAAAIIIBBsAQKdcnF/6AMBBBBAAAEEEEAAAQRKSsB2gBkyZEjKq+Dee+898XptVmMXaQEhybs5tW/fPu2OUg3p24JCqqurE5paMJUFOyUUcoKAI2C7M9lz3rlzZ+cs88+gQYPEXqGYuUVizZo1ayR5x6WKigrp2LFjYsMGnKmq2DPdokWLhNZvvPGG2M5RCYXOSXKAoO3ENHnyZLGAJ6c664+qyimnnCJXX321nH/++fLTn/5UBgwYID/4wQ+yXus24AsBBBBAAAEEEEAAAQQQQAABBMIvwAoRQCDQAgQ6Bfr2MDkEEEAAAQQQQAABBEpHoNRmut9++0nv3r1Tpj116lRZsWJFSnlTCiwY5Isvvki4tEuXLu5uMgmFDTxRVbFdepKb23zTBYUkt+O8/AQssM52LLJdm9Ktvlu3bmKvrFPVdNVpy2w3p9ra2oQ62x3JAqsSCht4sv3228s222yT0Prjjz9OG7xk823WrFlC28WLF8vll18uTz/9tHz66acJu1UlNOQEAQQQQAABBBBAAAEEciJAJwgggAACCCCAQDEFCHQqpj5jI4AAAgiUkwBrRQABBBAImEDLli1l2LBhKa+wi+4Qk4tX2NnON8kBITvuuKM0NSDECG1HG3v9luWjyYKpNm3aFD3liECCwK677ip77713Qpmd2O/A0UcfLVtttZWdNih9++23bjBRcmMLpPr888+lKcl+11q1apXQpb1ez1JCoXNigYI9evRwcok/1vaxxx6TSy+9VM477zy5/fbb5dVXXxUrT2zJGQIIIIAAAnkXYAAEEEAAAQQQQAABBBBAAIE8ChDolEdcum6MAG0RQAABBBBAAAEEECi8gAUdHXzwwSmvsFuyZIlMnz7d984w9uq65FU15fVe8X1YQMiWW24ZXyQbNmwQe4VdQiEnCNQJbL755ml3ArOgIXuNY12zBh0s0Ombb75JaXvnnXfK6NGjm5TGjh0rya9fzDSOBWelC1CMn9DGjRtl7ty5YnMaOXKkjBo1Sv7+97+L7fz03XffxTclXxQBBkUAAQQQQAABBBBAAAEEEEAAgfALsEIE8idAoFP+bOkZAQQQQAABBBBAAAEEAi6gqrL//vtLZWVlwkxtF6bnnntOVq5cmVDe2BPbqSb5Ggs6SS6rPyeDQMAFLIho3bp1eZ+l7axmAXzpBrIArZNPPlks6C9dfXKZ7XhmgYu///3v3d2ebr75ZjfoyX7Pk9tyjgACCCCAAAIIIIAAAggURIBBEEAAAQQQQKDJAgQ6NZmOCxFAAAEEEECg0AKMhwACCORDwHZHOuqoo1JeYWfBEfYqrHTBSvmYB30igEDDBaqrq93X1O27775ir81r6JX2iseFCxeKBT2NHz9ebPe2hl5LOwQQQAABBBAonAAjIYAAAggggAACCCCAAAKZBAh0yiRDOQKlJ8CMEUAAAQQQQAABBJoosMsuu8hBBx2UcrW96sp2gmHnlxQaChAoukDbtm3lpJNOkuuvv15OO+006d69u2y2WcP/muOjjz6SP/7xjzJr1izfr6ksOgYTKDcB1osAAggggAACCCCAAAIIIIAAAuEXYIUZBBr+N4AZOqAYAQQQQAABBBBAAAEEECh1AVWVQYMGSc+ePROWYgFO9gq7Dz74IKG8oSe2W1Ry2++++y65iPOcCtBZPgU233xzadGihcR/2rdvL9dcc43cdtttOU277bZb/DAZ8y1btpQ99thDRo8eLTfddJNcdNFFbuDitttum/GaaIXt8PTII4/IihUrokUcEUAAAQQQQAABBBBAAAEESkKASSKAAAIIlKsAgU7leudZNwIIIIAAAgiUpwCrRgCBjAIWlHT00UfLVlttldDGXmH36KOPytdff51Q3pAT23EmuZ3tIpNc1pjzDRs2yP/+97+ESyzQJDn4JKEBJwjkSKBZs2ay9dZbJ/Rmr3f8/PPPE8qKdWLz69atmxx//PHyf//3f3LzzTfXBz6l+320eX755ZfywgsvyPfff2+nJAQQQAABBBBAIBwCrAIBBBBAAAEEEEAAgZAKbBbSdbEsBBBAoEkCXIQAAggggAAC5S3QpUsXGTx4cArCO++8IzNmzEgpz1awww47iKomNLPdofwEVFiglAVmxHfapk2blF124uvJI5ArAds9KXmnJAu8s+cyV2Pksp/4wKerrrpKLrvsMuncuXPKEMuWLRMLakypoAABBEIrwMIQQAABBBBAAAEEEEAAAQQQQKA0BRoT6FSaK2TWCCCAAAIIIIAAAggggEADBVRVBg4cKLYjTPwl9gq7KVOmyMqVK+OLs+bbtWsnrVu3Tmi3fPlyWb9+fUJZQ08sQOqtt95KaZ4uoCqlEQUINFzAs6UFBCY3sOfSns/k8oacr1u3TsaOHSsXX3yx/OEPf5AHHnhAXn31VbGdouKvtwC/+fPny6RJk9x2I0eOlNdeey2+iWdeVWWnnXaSM888U+x3M76x7dgWlF2p4udFHgEEEEAAAQQQQAABBBBAAIE8CtA1AgggUJICBDqV5G1j0ggggAACCCCAAALFE2DkIAjY69vyNQ97dZ29ws52rokfw3Z7sWCn+LJseXtVVqdOnRKaffbZZzJv3ryEsoae2K45ixcvTmhur6xLDsxKaMAJAjkW2HnnnVNe8fj222/L6tWrmzTS3Llz5ZNPPnEDABctWiQvvfSSm5IDp1asWCG33XabTJ06Vazdf/7zH3n33XfFAhEbM7AFH3bo0KExl9AWAQQQQAABBBBAoCwFWDQCCCCAAAIIIIBAEAUIdAriXWFOCCCAQCkLMHcEEEAAAQTyKLBw4UI599xz5Z///GceRxHp0aOHHHjggSljfPvttyllXgUWLFVTU5PS5Pnnn5cPP/wwpdyr4LvvvpOnnnqxudIYAAAQAElEQVQq5fVatpuTJa9rqUMglwL26rcuXbokdGm7LT355JOyadOmhPJsJxbg9OKLL6Y069OnT0ow1fbbby/2msb4xhbw9O9//zu+KGteVcV+n+Ib2ivutthii/gi8ggggAAC2QSoRwABBBBAAAEEEEAAAQQQQKAIAgQ6FRid4RBAAAEEEEAAAQQQQKDxArNnz3ZfN7XHHnvITTfdlBKk0Pgeva9QVTn44INTXmHnfVX6Wgt0St7VacOGDfLXv/5V7JVd6a9KLLWgjMcee0zmzJmTUKGqsvfee8uWW26ZUM4JAvkUaN68uRsIaMFB8eNYIOJDDz3U4GAnezXd/fff7+7kFN+PvVbuhz/8YXyRm7fyiooKNx/9stdAPv300w0e06575513xHaHsnw0tW/fPiWIKlrX1CPXIYAAAggggAACCCCAAAIIIIBA+AVYIQIIFF6AQKfCmzMiAggggAACCCCAAALlLtDg9VvQxLBhw8SCHiZOnCiN3VGpwQOlaWivsDviiCPEgjrSVDe4yF5fd+ihh4qqJlxjr/m68cYbxV5F5/XqLXvV3e233+6+riu5Xe/evV2bhI45QaAAAlVVVdKvX7+Ekez5nD59utx8881Zg/jWrl0rf/jDH9xX0CV04pwMGjRItttuOyeX+LPZZpvJPvvsk/I7OWvWLPnLX/4i9ruSeEXimc3PgrHuvffelMAo+88YAgYTvThDAAEEEEAAAQQQQCAHAnSBAAIIIIAAAgjkXIBAp5yT0iECCCCAAAJ+BbgeAQQQKG+BVatWyTXXXCO2E9JPf/pTsZ2MiiVSWVkpFnThd/wBAwbIwIEDU7r59NNP5fe//72MHz9e7PVdFvzx+eefu0Eic+fOlTvuuEPGjh0rCxYsSLnWXh/2y1/+Uuz1eCmVFCCQZ4HNN99cLAjRnsPkoex1cpdddpn88Y9/lJkzZ0ryc227sl155ZUpuypZPxZAZb9zqomBgVZnqWfPnmmD++x3xH5X7HfGdoCzV+LZ75KlFStWyJQpU+Tqq6+WW265Rew1e9ZXNHXr1i1tn9F6jggggAACCORPgJ4RQAABBBBAAAEEEEAAAQQaK0CgU2PFaF98AWaAAAIIIIAAAgggEEqBl156Sc444wzp27evjBkzRt54442ir1NVZciQIbLTTjv5mosFhRxzzDGy5557pu3no48+kn/84x9yxRVXyOjRo+WSSy4R28XJXlW3adOmlGu23XZbOfXUU8Vet5VSSQECBRKw5++0006TDh06pIz4/fffi70i7p577kl5rt966y2x+uSLunbtKieffLLnqxjtd2no0KGSLsDKflfsd8Z2d7KgJ/tdsnTVVVfJ5MmT3cAq29UpftzWrVuLBVTaDm7x5eQDIsA0EEAAAQQQQAABBBBAAAEEEEAg/AKsEIFGChDo1EgwmiOAAAIIIIAAAggggEDuBL7++mu58847ZfDgwfKjH/1IbrvtNvniiy9yN0AOerJACAtS8vsKO9t5afjw4XLkkUeKvYKrqVOzHW9GjhwpfoOvmjo+1yEQL9CpUycZNWqU2HMZX97Y/O677y7nnnuutGnTJuulFmB13nnniQVGZW3s0cCCpS644ALp0qWLRyuqEEAAAQQQQAABBBBAAIHiCjA6AggggAACCCQKEOiU6MEZAggggAACCIRDgFUggEDABezVVpdffrm7e5PtTPTss88Gesa9evWSffbZx/ccbTeaww8/3H0dXXV1taimfz1XuoEsKGPEiBFiAR5t27ZN14QyBIoiYMGA9lz++te/lo4dOzZqDtttt53YdbYz1A9+8IMGX9umTRu58MILxYIQG3OdDWDt7TrbOc0CtayMhAACCCCAAAIlK8DEEUAAAQQQQAABBBBAoMwECHQqsxvOchGICPCNAAIIIIAAAggUR+DJJ5+UE0880Q1wuvLKK2Xp0qXFmUgjR7UdmCxAyYKNGnlp2ubWj+1ec91118lJJ53k7oZjwUuqscAne5VWt27d5OijjxazssCw3XbbrVHBUWkHpxCBPAioqvTv31/Gjx/vPq8//vGPxZ7fVq1aJYxmz/Uuu+wi9vsUbWvXqcae/YQLPE5slzXbDe7666+X3/zmN3LQQQeJBS7ZGPGXtWjRwi23+osuukisvV1n18e3I49AOAVYFQIIIIAAAggggAACCCCAAAIIhF+gvFZIoFN53W9WiwACCCCAAAIIIIBAwQXWrVsnf/7zn2XfffcVC36477775LvvvvM1j+RABgsAstfexaeTTz7Z1xjJF9sOMuPGjXNfr5ercSwIxFzOP/98ufrqq2XixIn1/d94441iQRlDhgyRDh06EOCUfENycV5GfaT7HbHgoJYtW+ZUQVXd5/UnP/mJ+/xaUFH874s917aT0pFHHukGH6k2PsApecK2U1plZaUcf/zxbqCVjRE/5p/+9Ce33Oot+MraJ/fBOQIIIIAAAggggAACCCCAQIgFWBoCCCCAQKgECHQK1e1kMQgggAACCCCAQO4E6AkBvwJz5sxxXy3Vt29fOeecc2TWrFl+uxQL1rCAIAuY8t0ZHSCAAAIIIIAAAggggAACCAgECCCAAAIIIIAAAgiUkgCBTqV0t5grAggESYC5IIAAAggggEAGgYceesh93dqAAQPEdlb58MMPM7RsePGwYcPkwQcflAULFri7xGy55ZYNv5iWCCCAAAIIIIBA0wW4EgEEEEAAAQQQQAABBBBAAAEEAiSQp0CnAK2QqSCAAAIIIIAAAggggEDeBVatWiXXXHON1NTUyE9/+lN59NFHxe+nU6dOcsEFF8js2bNl8uTJ7mup/PbJ9QggkGsB+kMAAQQQQAABBBBAAAEEEEAAgfALsEIEEEAgOAIEOgXnXjATBBBAAAEEEEAAgbAJlMF6pk2bJmeccYbY6+nGjBkjb7zxhu9V77vvvnLTTTfJm2++KTfccIP079/fd590gAACCCCAAAIIIIAAAggggEDeBOgYAQQQQAABBBBAoGACBDoVjJqBEEAAAQSSBThHAAEEEChNga+//lruvPNOGTJkiBxwwAFy2223yRdffOFrMc2aNZMTTjhBnnzySZkxY4acffbZ0r59e199cjECCCCAAAIIIIBAMASYBQIIIIAAAggggAACCCCAAAK5EiDQKVeSue+HHhFAAAEEEEAAAQQQCJTAokWL5PLLL3d3bzr11FNl6tSpvudXUVEhY8eOlYULF8q9994rhx9+uO8+6QABBBAoMQGmiwACCCCAAAIIIIAAAggggAAC4RdghQggkCMBAp1yBEk3CCCAAAIIIIAAAgiEVeCpp56SE088Ufr06SNXXnmlLF261PdSBw8e7O4KZQFOEyZMkKqqqgx9UowAAggggAACCCCAAAIIIIAAAuEXYIUIIIAAAggggEDDBAh0apgTrRBAAAEEEAimALNCAAEE8iSwbt06+fOf/yz77befDB06VO677z75/vvvfY22zTbbyOmnny4vvfSSTJkyRU4++WRp2bKlrz65GAEEEEAAAQQQQACBshBgkQgggAACCCCAAAIIIIAAAq4AgU4uA19hFWBdCCCAAAIIIIAAAo0TmDNnjlx44YXu6+nOOeccmTlzZuM6SNO6pqZGrrnmGvf1dBMnTpRBgwalaUURAggggAACTRfgSgQQQAABBBBAAAEEEEAAAQQQCL8AK0TABAh0MgUSAggggAACCCCAAAJlLvDwww/L0UcfLQMGDJAbb7xRPvzwQ98iw4YNk4ceekjmz58vo0ePlp133tl3n3TQJAEuQgABBBBAAAEEEEAAAQQQQACB8AuwQgQQQAABBMpCgECnsrjNLBIBBBBAAAEEMgtQg0D5Cqxatcrdaalfv35y/PHHy6OPPuobo3Pnzu6OULNnz5bJkyfLcccd57tPOkAAAQQQQAABBBBAAAEE/AvQAwIIIIAAAggggAACCIRBgECnMNxF1oBAPgXoGwEEEEAAAQRCJzBt2jQ544wz3NfTjRkzRhYsWOB7jfvuu6/8+c9/ljfffFOuv/566d+/v+8+6QABBBBAAAEECijAUAgggAACCCCAAAIIIIAAAgggEH6BEKyQQKcQ3ESWgAACCCCAAAIIIIBANoGvv/5a7rrrLhkyZIgccMABctttt8kXX3yR7TLP+ubNm8uJJ54oTz75pMyYMUPOOussadeunec1VCJQqgLMGwEEEEAAAQQQQAABBBBAAAEEwi/AChFAAAEEgi9AoFPw7xEzRAABBBBAAAEEgi7A/AIssGjRIrn88stl1113lVNOOUWmTp3qe7YVFRVunwsXLpR77rlHDj/8cN990gECCCCAAAIIIIAAAggggEDgBZggAggggAACCCCAAAJFFyDQqei3gAkggED4BVghAggggAAChRd46qmn3N2Wqqur5corr5QlS5b4noTtBnXnnXe6r6e74oorpLKy0nefdIAAAggggAACCIRHgJUggAACCCCAAAIIIIAAAggggEC+BYof6JTvFdI/AggggAACCCCAAAJlIrBu3Tq5+eabZb/99pOhQ4fKfffdJ7W1tb5W36ZNGznjjDNk2rRp8swzz8jJJ58sLVq08NUnFyOAQJkKsGwEEEAAAQQQQAABBBBAAAEEEAi/ACtEAAEE8ixAoFOegekeAQQQQAABBBBAAIGGCPhpM2fOHLnwwgulb9++cvbZZ8vMmTP9dOde269fP7nmmmvEXk936623yv777++W84UAAggggAACCCCAAAIIIIAAAk0X4EoEEEAAAQQQQAABfwIEOvnz42oEEEAAgcIIMAoCCCCAQBqBhx9+WI4++mgZMGCA3HjjjfLhhx+madW4IuvP+p03b56MHj1adtppp8Z1QGsEEEAAAQQQQAABBJouwJUIIIAAAggggAACCCCAAAIIeAoQ6OTJUyqVzBMBBBBAAAEEEECgXARWrVol1157rdiOS8cff7w8+uijvpe+ww47uDtC2c5QkyZNkmOPPdZ3n3SAAAIIIJAPAfpEAAEEEEAAAQQQQAABBBBAAIHwC7BCBBDwEiDQyUuHOgQQQAABBBBAAAEEAiIwbdo0OeOMM6RPnz5y0UUXyYIFC3zPbL/99pObb77ZfT3d9ddfL3vssYfvPovaAYMjgAACCCCAAAIIIIAAAggggED4BVghAggggAACCJS1AIFOZX37WTwCCCCAQDkJsFYEECg9gY0bN8pdd90lQ4YMkQMOOEBuu+02+c9//uNrIS1atJCTTjpJnnrqKXn55ZdlxIgR0q5dO199cjECCCCAAAIIIIAAAggER4CZIIAAAggggAACCCCAAAJhFiDQKcx3l7U1RoC2CCCAAAIIIIBAYAQWLVok48aNk759+8opp5wiU6dO9T23nj17un2+8cYbcvfdd8thhx3mu086QAABBBBAoAQFmDICCCCAAAIIIIAAAggggAACCIRfgBWGWIBApxDfXJaGAAIIIIAAAgggUFoCHq30MwAAEABJREFUtsvSiSeeKNXV1TJhwgRZsmSJ7wUceuih7q5Qb775powfP1569erlu88gdNCsWTPZfvvtSWkMmjdv7uMWcWmQBbbZZpvAP/MWSJkpvfDCC4Gff/Q/V4L8HDA3BBBAAAEEEEAAAQQQQMC/AD0ggAACCCBQugIEOpXuvWPmCCCAAAIIIFBoAcZDIA8C69evl5tvvln2228/GTp0qNx3331SW1vra6S2bdvKmWeeKdOnT5enn35ahg8fLltssYWvPoN28Y477iikzAZBu1/MJzcCpfDM2ys2b7rpJkmXHn300ZL5vVXV3Nw0ekEAAQQQQACB0hRg1ggggAACCCCAAAIIIBBYAQKdAntrmBgCpSfAjBFAAAEEEECg4QJz5syRkSNHurs3nX322TJz5syGX5yh5e677y7XXnutLFy4UG655RYZOHBghpYUI4AAAvkR8Aqq/Oabb/IzKL0igEDBBRgQAQQQQAABBBBAAAEEEEAAAQTCLxDUFRLoFNQ7w7wQQAABBBBAAAEEQinw8MMPy9FHHy0DBgyQG264QT766CPf6zzmmGPkkUcekblz58qoUaPcHVN8d0oHCCDQVIGyvo5Ap7K+/SweAQQQQAABBBBAAAEEECgnAdaKAAIIIFAkAQKdigTPsAgggAACCCCAQHkKlOeqV69e7e601K9fPzn++OPFXt/kV8JeYWU7QllwkwU5WbCT3z65HgEEEPAr0KJFi4xdsKNTRhoqEEAAAQQQQACBEAqwJAQQQAABBBBAAAEE8iNAoFN+XOkVAQQQaJoAVyGAAAIIhEpg2rRpcuaZZ0rv3r3loosukgULFvhen72Ozl5LZ6+nu+6668ReV+e7UzpAAAEEciTgtaPTxo0bczQK3SCAAAIhEGAJCCCAAAIIIIAAAggggAACCCDQJIGSCnRq0gq5CAEEEEAAAQQQQACBAgrYv8i/6667ZMiQIXLAAQfIxIkT5b///a+vGbRs2VJOOukkefrpp2X69Olu8FTbtm199cnFCCCAQD4EvAKdGrOjUz7mRp8IIIAAAggggAACCCCAAAIIIBAsAWaDAAIINEWAQKemqHENAggggAACCCCAAAJJAosXL5Zx48ZJnz595JRTTpGpU6cmtWj8aa9evWT8+PHuTlB33323HHroodYJCQEEEAisAIFOgb01TAwBBBBAAAEEEECg9ASYMQIIIIAAAggggEAaAQKd0qBQhAACCCBQygLMHQEEECiswFNPPeXutlRVVSUTJkyQpUuX+p6ABTRZYNObb77pBk9ZwJPvTukAAQQQKIAAgU4FQGYIBBBAAIE6AQ4IIIAAAggggAACCCCAAALlKECgU7ndddaLAAIIIIAAAggg4Ftg/fr1cvPNN8vAgQNl6NChcu+99/rus3379jJixAj31XT2ijp7VV3z5s1990sHCCCAQCEFCHQqpHaWsahGAAEEEEAAAQQQQAABBBBAAIHwC7BCBMpQgECnMrzpLBkBBBBAAAEEEECgaQJz586VkSNHSnV1tZx99tkyY8aMpnUUd9Xuu+8u1113nbzxxhv1wVNx1WTzJEC3CCCQHwECnfLjSq8IIIAAAggggAACCCDQNAGuQgABBBBAAIHwCRDoFL57yooQQAABBBDwK8D1CCCQJPDwww/LMcccI/3795cbbrhBPvroo6QWjT899thj5ZFHHpFo8NQOO+zQ+E64AgEEEAiYQIsWLTLO6Pvvv5dvv/02Yz0VCCCAAAIIIFBwAQZEAAEEEEAAAQQQQAABBEpOYLOSmzETRqDoAkwAAQQQQAABBMpBYPXq1XLttddKTU2NHH/88TJ58mTfy955551l1KhRMm/ePIkGT/nulA4QQACBAAl47ehk0/zmm2/sQEKgRASYJgIIIIAAAggggAACCCCAAAIIhF+AFZaaAIFOpXbHmC8CCCCAAAIIIIBAXgWmT58uZ555pvTu3Vsuuugi95Vyfgfcf//95ZZbbnH7suCpfv36+e2S6xEovgAzQCCNAIFOaVAoQgABBBBAAAEEEEAAAQRKWYC5I4AAAgggEDABAp0CdkOYDgIIIIAAAgiEQ4BVlJbAxo0b5a677pJDDz1UBg0aJBMnTpT//ve/vhbxgx/8QIYPHy7PPPOMTJs2zQ2eatOmja8+uRgBBBAIukC2QCf7z9ugr4H5IYAAAggggAACjRGgLQIIIIAAAggggAACCBRWgECnwnozGgIIRAT4RgABBBBAIBACixcvlnHjxkl1dbWccsopMmXKFN/zqqqqkvHjx8v8+fPd4KkhQ4b47pMOEEAAgVIRyBboxKvrSuVOMk8EciZARwgggAACCCCAAAIIIIAAAgggEH6Bgq6QQKeCcjMYAggggAACCCCAQBAEnn76aTnppJPEgpImTJggy5Yt8z2tww47TO655x739XQWPNWzZ0/ffdIBAgiEXSB86yPQKXz3lBUhgAACCCCAAAIIIIAAAgj4FeB6BBBAAIFcChDolEtN+kIAAQQQQAABBBDInUCOe1q/fr3cfPPNst9++8nhhx8u9957r+8RtttuOznrrLPk5ZdflqeeekpOPPFEad68ue9+6QABBBAoVQECnUr1zjFvBBBAAAEEEECgiAIMjQACCCCAAAIIIIBAIwQIdGoEFk0RQACBIAkwFwQQQACBhgnMnTtXRo4cKb1795azzz5bZs6c2bALPVr1799frr/+elmwYIH8+c9/doOnPJpThQACCJSNQIsWLTzXyqvrPHmoRAABBNIKUIgAAggggAACCCCAAAIIIIAAAjGBsAY6xVZIDgEEEEAAAQQQQKAsBR555BE55phjxIKSbrjhBvn44499Oxx33HEyadIkmT17tlx44YXSuXNn333SAQIIIBAmgSLs6BQmPtaCAAIIIIAAAggggAACCCCAAALpBShFAAEE6gUIdKqnIIMAAggggAACCCBQ6gKrV6+Wa6+9VmpqasSCkiZPnux7SbvssouMHj1a5s+fLw899JAcffTRvvssXAeMhAACCBRWgECnwnozGgIIIIAAAggggAACEQG+EUAAAQQQQACB8hEg0Kl87jUrRQABBBBIFuAcAQRCIzB9+nQ588wzpaqqSi666CJ54403fK9t0KBBcuutt7p9XXPNNW7wlO9O6QABBBAIuUCzZs08V7hp0ybPeioRQAABBBDIiwCdIoAAAggggAACCCCAAAIIhEaAQKfQ3MrcL4QeEUAAAQQQQACBIAts3LhR7r77bhkyZIhYUNLEiRPlyy+/9DXlrbbaSk4++WSZMmWKvPTSS3LGGWfINtts46tPLkYAAQQQQCDoAswPAQQQQAABBBBAAAEEEEAAAQTCL8AKEQiLAIFOYbmTrAMBBBBAAAEEECgTgcWLF8u4ceOkurraDUqaOnWq75X37t1brrjiCvf1dHfeeacMHjzYd590EBoBFoIAAggggAACCCCAAAIIIIAAAuEXYIUIIIAAAgggUCICBDqVyI1imggggAACCARTgFkhUDiBp59+Wk466ST39XQTJkyQZcuW+R788MMPl3vvvdd9Pd3ll18uFRUVvvukAwQQQAABBBBAAAEEEEAgfAKsCAEEEEAAAQQQQAABBBAIhgCBTsG4D8wirAKsCwEEEEAAAQR8Caxfv15uueUW2XfffSUalOSrQ+fiDh06yFlnnSUzZsyQJ598Uk444QRp1qyZU8MPAggggAACCCDQRAEuQwABBBBAAAEEEEAAAQQQQACB8AuwwkAIEOgUiNvAJBBAAAEEEEAAAQTiBebOnSujRo0Se6WcBSXNmjUrvrpJ+QEDBsgNN9zgvp7uz3/+sxs81aSOuAgBBBotwAUIIIAAAggggAACCCCAAAIIIBB+AVaIAAIIIIBAIQQIdCqEMmMggAACCCCAAAKZBaiJE3jkkUfkmGOOkf79+8v1118vH3/8cVxt47ObbbaZHHfccTJ58mR5/fXX5YILLpDOnTs3viOuQAABBBBAAAEEEEAAAQQQQMCfAFcjgAACCCCAAAIIIIBADgQ2y0EfdIEAAgjkUYCuEUAAAQTCLrB69Wq57rrrZLfddqsPSvK75q5du8pFF10ktjPUQw89JMOGDfPbJdcjgAACCCCAAAII5FWAzhFAAAEEEEAAAQQQQAABBBBAIPwC/ldIoJN/Q3pAAAEEEEAAAQQQaILA9OnTZcSIEVJVVSWjR4+WhQsXNqGXxEsOOOAAmThxoixYsECuvvpqqampSWzAGQIIIFCqAswbAQQQQAABBBBAAAEEEEAAAQTCL8AKEUAAAQSyChDolJWIBggggAACCCCAAAK5Evjmm2/k7rvvliFDhsigQYPk1ltvlS+//NJX961atZJTTjlFpkyZIi+++KKcfvrp0rp1a199cjECCCCAAAIIIIAAAggggAACCARPgBkhgAACCCCAAAIIIECgE88AAgggEH4BVogAAggUXWDx4sUyfvx4d/emk08+WaZOnep7Tn369JEJEybIvHnz5G9/+5sMHjzYd590gAACCCCAAAIIIIBACQswdQQQQAABBBBAAAEEEEAAAQRCL0Cgk4T+HrNABBBAAAEEEECgaAJPP/20nHTSSW6A0xVXXCHLly/3PZehQ4fKvffe676ebuzYsdKjRw/ffdIBAggggEA5CLBGBBBAAAEEEEAAAQQQQAABBBAIvwArRACBsAsQ6BT2O8z6EEAAAQQQQACBAgt89tlncsstt8i+++4rhx9+uBuU5HcKHTt2lLPPPltmzpwp//rXv+SEE06QzTff3G+3XB8vQB4BBBBAAAEEEEAAAQQQQAABBMIvwAoRQAABBBBAAIESFyDQqcRvINNHAAEEECiMAKMggEB2gblz58qoUaOksrJSzjrrLJk1a1b2i7K02HPPPeWGG25wX0930003yT777JPlCqoRQAABBBBAAAEEEEAAgaYLcCUCCCCAAAIIIIAAAggggECwBQh0Cvb9KZXZMU8EEEAAAQQQKGOBRx55RI4++mjp37+/XH/99fLJJ5/40rCdmo4//nh59NFH5dVXX5ULLrhAOnXq5KtPLkYAAQQQQACBnAjQCQIIIIAAAggggAACCCCAAAIIhF+AFSIQaAECnQJ9e5gcAggggAACCCAQTIEPPvhArrvuOtltt93kuOOOc4OS/M60e/fuMmbMGLGdoR588EE56qij/HbJ9QgUWIDhEEAAAQQQQAABBBBAAAEEEEAg/AKsEAEEEEAAAQSKKbBZMQdnbAQQQAABBBAoIwGWGgqB6dOny4gRI6RXr14yevRoWbhwoe91HXjggXLbbbfJ/Pnz5aqrrnKDp3x3SgcIIIAAAggggAACCCCAAALFEWBUBBBAAAEEEEAAAQQQQCCPAgQ65RGXrhFojABtEUAAAQQQCKrAN998I3fffbcMHjxYBg0aJLfeeqv873//8zXd1q1by6mnnipTp06V559/Xk477TRp1aqVrz65GAEEEEAAAWTpkTAAABAASURBVAQQKAUB5ogAAggggAACCCCAAAIIIIAAAuEXYIX5EyDQKX+29IwAAggggAACCJS0wLvvvivjx4+XqqoqOfnkk+XZZ5/1vZ6+ffvKlVdeKfPmzZO//vWvcsghh/jukw4QQCBUAiwGAQQQQAABBBBAAAEEEEAAAQTCL8AKEUAAAQQQaLIAgU5NpuNCBBBAAAEEEECg0AKFGe+ZZ56Rk046SSorK+WKK66Q5cuX+x74Jz/5idx3332yYMECueyyy6R79+6++6QDBBBAAAEEEEAAAQQQQAABBMIpwKoQQAABBBBAAAEEEEAgkwCBTplkKEcAgdITYMYIIIAAAk0W+Oyzz+SWW26RffbZRw477DC59957m9xX9MJOnTrJOeecI7NmzZInnnhCfvnLX8pmm/E/P6M+HBFAAAEEEEAAAQSaKMBlCCCAAAIIIIAAAggggAACCCAQfoEMK+TfNGWAoRgBBBBAAAEEECgHAXuF3KhRo9zdm8466yx55ZVXfC97r732khtvvNF9Pd2f/vQn2XvvvX33SQcIIIAAAg0XaGhL271vxx13lFwm+89/r/GPO+64nI5nc3/ooYe8hqQOAQQQQAABBBBAAAEEEEAAgVAKsCgEEECgXAUIdCrXO8+6EUAAAQQQQKCsBSZNmiRHH3207LHHHnL99dfLJ5984sujefPm8rOf/Uwee+wxN1jqN7/5jXTs2FEC+GFKCCCAAAJ1Ar/97W/l3//+t6xZsyZn6T//+U9d7+kPn376ac7GsnlbcO3xxx+ffjBKEUAAAQQQQAABBMpZgLUjgAACCCCAAAIIhFSAQKeQ3liWhQACCDRNgKsQQCDMAh988IFcd911suuuu8qxxx4rjz76qO/l9ujRQ8aMGSNz5syRBx54QI488kjffdIBAggggEBhBHbeeWexYKfCjJafUUp9/vlRoVcEEECgIQK0QQABBBBAAAEEEEAAAQQQQKA0BQh0asx9oy0CCCCAAAIIIFCCAi+//LKceeaZ0rNnTxk9erS8+eabvldx0EEHye233+6+nu6qq65yg6d8d0oHCCCAAAIFF7DXl/bv37/g4+ZiwCuuuEIqKytz0VVqH5QggAACCCCAAAIIIIAAAggggED4BVghAgiUpACBTiV525g0AggggAACCCDgLfDNN9/IPffcI4MHD5b9999fJk6cKF999ZX3RVlq27RpI7/61a/k2Wefleeee05+/etfS6tWrbJcRXUYBVgTAgiES6AUd0Wqrq6Wyy+/PFw3gtUggAACCCCAAAIIIBAwAaaDAAIIIIAAAggEUYBApyDeFeaEAAIIIFDKAswdgaIKvPvuuzJ+/Hh3h4vhw4e7QUl+J7Tbbru5rzay19P95S9/kYMPPthvl1yPAAIIIBAggSFDhsipp54aoBlln0opBmdlXxUtEEAAAQRKTIDpIoAAAggggAACCCCAAAIIFEFgsyKMyZBlLcDiEUAAAQQQQCAfAs8884yceOKJboCTvcrn/fff9z3MEUccIX//+99l/vz5cumll0r37t1990kHCCCAAALBFLDAoa233jqYk0ua1c9//nM56qijkko5DZ4AM0IAAQQQQAABBBBAAAEEEEAAgfALsEIECi9AoFPhzRkRAQQQQAABBBDIicBnn30mt956q+yzzz5y2GGHyX333ee73x122EHOPfdcmTVrljz++OPyi1/8QlTVd790gAACSQKcIhAwgU6dOrm79wVsWinT2WyzzUpinikTpwABBBBAAAEEEEAAAQTKU4BVI4AAAggggEDOBQh0yjkpHSKAAAIIIICAXwGu9xaYN2+ejBo1Snr16iUjRoyQV155xfuCBtRasNTvf/97mTt3rvzxj3+UvffeuwFX0QQBBBBAIEwC5513nhs8G+Q12c5T3bp1C/IUmRsCCCCAAAIINEKApggggAACCCCAAAIIIIBAYwUIdGqsGO0RKL4AM0AAAQQQKFOBSZMmybBhw2SPPfaQ66+/Xv7973/7kthiiy3EXv/z2GOPycyZM+X888+X7bff3lefXIwAAgggUNoCFkgU1BXU1NTIxRdfHNTpMS8E8iFAnwgggAACCCCAAAIIIIAAAgggEH4BVthIAQKdGglGcwQQQAABBBBAoJACH3zwgRvUtOuuu8qxxx4rFpTkd/yePXu6/6J4zpw5cv/998uRRx7pt0uuRwABBIogwJD5EPjRj34kZ5xxRj669t1nkIOwfC+ODhBAAAEEEEAAAQQQQAABBDIIUIwAAggggECiAIFOiR6cIYAAAggggAACgRB4+eWX5cwzzxQLSrLX1L355puNm1ea1occcojcfvvt7uvpfve730nfvn3TtKIIAQQQQKDcBSygqG3btoFiOOmkk2To0KGBmhOTQQABBBBAAAEEAiHAJBBAAAEEEEAAAQQQKDMBAp3K7IazXAQQiAjwjQACCARRYNOmTXLPPfeIBSTtv//+MnHiRPnqq698TdX+RfX/+3//T5577jmZOnWq/PrXv5att97aV59cjAACCCAQboH27duLBTsFZZUtW7YM1HyC4sI8EECgYQK0QgABBBBAAAEEEEAAAQQQQACBcAmkC3QK1wpZDQIIIIAAAgggEHCBd999V8aPH+/u3jR8+HA3KMnvlGtqatx/KWyvp7vjjjvkoIMO8tsl1yOAAAIIhE8g44pGjBghgwYNylhfyAoLutppp50KOSRjIYAAAggggAACCCCAAAIIIBAmAdaCAAIIhEqAQKdQ3U4WgwACCCCAAAKlJPDMM8/IiSeeKJWVlXLFFVfIihUrfE//qKOOkvvvv1/mzZsnl156qXTr1s13n+XbAStHAAEEylvAAoyKLfDDH/5QLrzwwmJPg/ERQAABBBBAAAEEQi3A4hBAAAEEEEAAAQRKSYBAp1K6W8wVAQQQCJIAc0EAgSYJbNiwQW699VbZe++95bDDDpP77ruvSf3EX7TjjjvKeeedJ6+88oo8+uij8vOf/1xUNb4JeQQQQAABBBotsN9++8k555zT6OtyeUEQgq1yuR76QgABBEpSgEkjgAACCCCAAAIIIIAAAgggECABAp3ydDPoFgEEEEAAAQQQiBewHZZGjhwpFRUVYq8DevXVV+Orm5Tfd9995Q9/+IPMnTvXPe61115N6oeLEEAAAQQQyCRggUbbb799puq8lv/qV7+SQw45JK9j5KJz+kAAAQQQQAABBBBAAAEEEEAAgfALsEIEEAiOAIFOwbkXzAQBBBBAAAEEQigwadIkGTZsmOyxxx5yww03yKeffuprlS1btpRf/vKX8vjjj8uMGTPcnZw6dOjgq08uRiCPAnSNAAIlLtC6dWuxYKdCL6NVq1ZFGbfQ62Q8BBBAAAEEEEAAAQRCIsAyEEAAAQQQQACBggkQ6FQwagZCAAEEEEAgWYDzsAqsWbNGrr/+eunbt68ce+yx8thjj/leaq9eveSSSy6R2bNnu6+7O+KII3z3SQcIIIAAAgg0ROD//b//V/CdlSy4qmPHjg2ZHm0QQAABBBAoAQGmiAACCCCAAAIIIIAAAgggkCsBAp1yJUk/uRegRwQQQAABBEpM4OWXX5YzzjhDevToIaNGjZK33nrL9woGDx4sd9xxh/t6uv/7v/+TPn36+O6TDhBAAAEEEGisgAUeNfaapra3V7Oee+65Tb2c60pRgDkjgAACCCCAAAIIIIAAAggggED4BVghAjkSINApR5B0gwACCCCAAALlKbBp0ya555573J0u9t9/f7ntttvk66+/9oXRvn17Oe200+T555+XKVOmiO2ksdVWW/nqk4sRQKB0BZg5AkEQ+OEPfygXXHBBQaZSyKCqgiyIQRBAAAEEEEAAAQQQQACBBgjQBAEEEEAAAQQaJkCgU8OcaIUAAggggAACwRQo2qzee+89GT9+vPTs2VOGDx8uzz33nO+57L777mK7Ntnr6Sxg6sADD/TdJx0ggAACCCCQKwELQNpxxx1z1V3afs4880w54IAD0tZRiAACCCCAAAJlLcDiEUAAAQQQQAABBBBAAAFXgEAnl4EvBMIqwLoQQAABBHIt8Mwzz8gJJ5wgvXr1kiuuuEJWrFjhe4hhw4bJAw884L6e7pJLLpGuXbv67pMOEEAAAQQQyLXAlltuKRbslOt+o/3Zjob57D86DkcEwinAqhBAAAEEEEAAAQQQQAABBBBAIPwCrNAENrMvEgIIIIAAAggggEBmgQ0bNsitt94qe+21lxx22GHy97//PXPjBtbsvPPO8pvf/EZeffVVmTx5svzsZz9r4JU0QwABBBBotAAX5EzAdjE8/PDDc9ZffEcW5NSuXbv4IvIIIIAAAggggAACCCCAAAIINFyAlggggAACZSFAoFNZ3GYWiQACCCCAAAJNEZg/f76MHDlSKioqZMSIEfLaa681pZuEawYOHCh//OMfxV5Pd+ONN8qee+6ZUF+ME8ZEAAEEEECgMQIWkNSY9g1p+6Mf/UjOOOOMhjSlDQIIIIAAAggggEATBbgMAQQQQAABBBBAAIEwCBDoFIa7yBoQQCCfAvSNAAJlKDBp0iQ56qijZPfdd5cbbrhBPv30U18K9qofe93dE088IdOnT5dzzz1XOnTo4KtPLkYAAQQQQKBYAv369ZMxY8bkdPh8BE/ldIJ0hgAC5SDAGhFAAAEEEEAAAQQQQAABBBBAoAQEfAY6lcAKmSICCCCAAAIIINAAgTVr1sh1110nffr0kWOPPVYef/zxBlzl3aSqqkouu+wyef311+Xee++Vn/zkJ94XUIsAAggggEBgBRInZoFJ3bp1Syxs4pkFAO+zzz5NvJrLEEAAAQQQQAABBBBAAAEEEEAgdwL0hAACCARfgECn4N8jZogAAggggAACeRSYMWOG+6qcHj16yOjRo+Xtt9/2Pdqhhx4qf/nLX2TOnDly5ZVXusFTvjulg2ALMDsEEECgzAQ233xzsWAnv8vu2LFjTvrxOw+uRwABBBBAAAEEEECgQQI0QgABBBBAAAEEECi6AIFORb8FTAABBBAIvwArRCBoAps2bZJ77rlHDj74YBk4cKDcdttt8vXXX/ua5rbbbiunn366PP/88/L000/Lr371K/nBD37gq08uRgABBBBAIMgCP//5z+XII4/0NUULlmrVqpWvPrgYAQQQQCA4AswEAQQQQAABBBBAAAEEEEAAgXwLEOiUb+Hs/dMCAQQQQAABBAok8N5778m4ceOkoqJChg8f7gYl+R26f//+ctVVV8ns2bNl4sSJcuCBB/rtkusRQAABBBAoGQELVGrqZAcPHuwGBjf1+hK8jikjgAACCCCAAAIIIIAAAggggED4BVghAgjkWYBApzwD0z0CCCCAAAIIFF9gypQpcsIJJ0ivXr1kwoQJsnLlSt+TOuaYY+SBBx5wA5zGjBkjXbp0ET4IIOBHgGsRQKAUBfr06SNjx45t0tT9BEk1aUAuQgABBBBAAAEEEEAqKcP2AAAQAElEQVQAgQAIMAUEEEAAAQQQQMCfAIFO/vy4GgEEEEAAgcIIMEqjBTZs2CC33nqr7LXXXnLooYfK3//+90b3kXzBLrvsIhdccIG89tpr8sgjj8jPfvaz5CacI4AAAgggUHYCFkRswcSNWfjIkSNlwIABjbmEtggggAACCJSHAKtEAAEEEEAAAQQQQAABBBDwFCDQyZOHylIRYJ4IIIAAAghEBebPny8XXnih9OjRQ0aMGOEGJUXrmnrcf//95U9/+pO7e9MNN9wgP/zhD5vaFdchgAACCCAQSoHG7M608847S2PahxKMRTVZgAsRQAABBBBAAAEEEEAAAQQQQCD8AqwQAS8BAp28dKhDAAEEEEAAgZIRmDx5shx55JGy++67y4033ijr1q3zNfetttpKTjrpJPnnP/8p06ZNk3POOUe22247X31yMQIIIJBnAbpHoGgCxx57rBx33HENGt+CnFq0aNGgtjRCAAEEEEAAAQQQQAABBBBIEaAAAQQQQACBshYg0Kmsbz+LRwABBBBAoLQF1qxZI9ddd5306dNHjjnmGHniiSc8FtSwqt69e8vYsWPdnaDuvvtu+fGPf9ywC2mFAAIIIIBAmQtYAFM2gqFDh8qJJ56YrRn1CCCAAAIIIICADwEuRQABBBBAAAEEEEAAgTALEOgU5rvL2hBojABtEUAAgRISmDFjhpx++unSvXt3GT16tLz99tu+Z3/YYYfJX//6V5kzZ45MmDBBqqurffdJBwgggAACCJSTQM+ePeXKK6/0XHJDgqE8O6ASAQT8C9ADAggggAACCCCAAAIIIIAAAgiEXyDEKyTQKcQ3l6UhgAACCCAQJoFNmzbJPffcIwcddJAMHDhQbr/9dtm4caOvJXbo0EHOPPNMeeGFF+Spp56SU089VbbccktffXIxAggggEBpCzB7fwKXXXaZ9O3bN20nF198sdTU1KStoxABBBBAAAEEEEAAAQQQQACBQgowFgIIIIBA6QoQ6FS6946ZI4AAAgggUBYC7733nowbN04qKipk+PDhblCS+PwMGDBArr76ann99dfllltukR/96Ec+eyyby1koAggggAACWQXS7dpkuzCmK8/aGQ0QQAABBBBAAAEEiiHAmAgggAACCCCAAAIIBFaAQKfA3homhgACpSfAjBFAIJcCU6ZMkV/+8pfSq1cv91VyK1eu9NW9qsqxxx4r//jHP9wAp4suukh22WUX4YMAAggggAACuRU44ogj5Be/+EVCpxbktNlm/BVEAgonCCBQwgJMHQEEEEAAAQQQQAABBBBAAAEEiiVQuL9lLNYKGRcBBBBAAAEESkZgw4YN7g5Le+65pxx66KFy//33+557165dZeTIkfLaa6/Jww8/LD/96U9995mug9raWiFhwDPAM8AzwDPAM1Artc5/J1555ZXSrFkz978yhw0b5v73Lzb8fvAM8AzwDPAM8AzEngH3vyT5QgABBBBAAAEESlmAuSOAAAJFEiDQqUjwDIsAAggggAACMYH58+fLhRdeKD169JCzzjrL3XEpVtu03AEHHCA33XST29d1110n9rq6pvWU/qrkv6BP34pSBFIFKEEAAQTKQcACjS3YydYaPVqehAACCCCAAAIRAf5MGXHgG4EwC7A2BBBAAAEEEEAAgfwIEOiUH1d6LbLAnDlzJNdp7dq1nquy+lyPaf15DkolAuETYEVlJjB58mQ58sgjZffdd5cbb7xR1q1b50tg6623luHDh8u//vUvefHFF+Xss8+Wbbfd1lef0Yv5S+ioBEcEEEAAAQQaJmCviR03bpz07t27YRfQCgEEEECgnARYa5IAf+ZMAuEUAQQQQAABBBBAAAEEEMggQKBTBphgFjOrhgq899577s4dtntHrtIdd9zhObzV52qsaD8ffvih55hUIoAAAqUosGbNGrn22mulurpajjnmGHniiSd8L6NPnz5i/yLVXk931113ydChQ333Ge0g+pfN0fNsx2h7jrFXMmCBBc8AzwDPQPk+A5dffrlw/5ty/7mG54ZngGeAZyCsz0C2P1NG66Prj55zRAABBBBAAAEEEAijAGtCAIGmCGzWlIu4BoGgC/ziF79wdwgJ+jy95nfCCSfIT37yE68m1CGAAAIlJTBjxgw57bTTpHv37mI7PLzzzju+528BTX/729/c19ONHz8+pztGNOQvlaNt4o++F0UHCCCQXYAWCCCAAAIIIIAAAgiUqED8nx+jea+lWBuveuoQQACBUAuwOAQQQAABBBBAII0AgU5pUCgKh8Bvf/vbkl1I8+bNpZTnX7LwTByBkAgEaRnffvut3HPPPXLQQQfJwIEDxXa/27hxo68pbr/99jJixAj31XT2irpTTjlFttxyS199xl9sf4lsKb4sPm910ZSpPFrPsZZdPGox4PeAZ4BngGeAZ4BngGeAZ4BngGeAZyD1Gcj058n48mje/KL5+CN5BBBAAAEEEEAAAQQQQKAcBQh0Kse7XiZrttcYjR07Nnm1JXFuQU677LJLScyVSSKAAALpBOwVovaqGtu9afjw4fLCCy+I38+ee+7pvvLOXk938803ywEHHOC3y5TrM/3lsZVHU/Si6Hn0mKk8Ws8x9S/2McGEZ4BngGeAZ4BngGcgj88AAdcEXPMM8AwE8hlI92fHaJkd4/9z0c6jKVN5tJ4jAggggAACCCCAAAJlKsCyy1CAQKcyvOnltOQJEyZIz549S2rJe+yxh4wePbqk5sxkEUAAgajAlClTxF4f2qtXL7nyyitl1apV0aomHTfffHM5/vjj5cEHH5RXX31VRo0aJfkKBLW/NE43yeRyO7cUbWv5+GTl8efk+Re4PAM8A8F8Brgv3BeeAZ4BngGeAZ4BngGegUI+A/ZnRUvJYyaX2Xk0WdtoPv6YqTy+DXkEEEAAAQQiAnwjgAACCCAQPoHNwrckVoRAooDtjpRYEuyzUptvsDWZHQIIFELg888/l1tuuUVsx6VDDz1UHnjgAd/DduvWzQ1qeuWVV9wgJwt28t2pRwcpf0nstLUyS07W/bG8JTuxY6b0/fffZ/x/DVsd6XvBAAOeAZ4BngGeAZ4BngGeAZ4BngGegTA/A+n+vBhdb7q6aFn8nzctb8nq7JicMpUnt+M8iwDVCCCAAAIIIIAAAgggUHICBDqV3C1jwo0VOO644+TYY49t7GVFaX/KKaeIBQkUZfBGDEpTBBBAwATmz58vF1xwgVhQ0llnnSWvv/66FftKBx54oNhr6ayva6+9VgYMGOCrv4ZcnO4vh+PLLG/J+rKjpfi8nUeT/cV1NB89Wlk0Rcs48v8c5xngGeAZ4BngGeAZ4BngGSiFZ4A58pzyDDTtGYj+GdCOyYbpyqxN/J8z0+WtLDlFr0su5xwBBBBAAAEEEEAAAQQQaIxAqbUl0KnU7hjzbZJAKeyStNVWW0kpzLNJN4CLEEAgVAKTJk2SI444QnbffXf5/e9/L+vXr/e1vtatW4sFev7rX/+S559/XkaMGCHt27f31WdDL073l8LxZdG8HS1Zv3aMpuhfUNvRkpXbMT6lK4uvJ8//k51ngGeAZ6BknwF2qPuee8fvL88AzwDPAM8Az4DXM5D850E7t2TX2DFdiv65046WrE380fIkBBBAAAEEECioAIMhgAACCARMgECngN0QppMfgV69esmECRPy03mOerUgp86dO+eoN7pBAAEEciuwdu1asR2Wqqur3V3y/vnPf/oeoG/fvjJ+/Hh59dVX5W9/+5sMHTrUd5+N6SD6l8Xx18SXRfPxR8tbyvSX0vHllo+m6DXR8/I48i88uM88AzwDPAM8AzwDPAM8AzwDPAM8A+X7DCT/OTD+PJpPd7Sy+GR/ZrXz+KPloylaFz3niEDhBRgRAQQQQAABBBBAAIHCChDoVFhvRiuiwNixY6VPnz5FnEHmoffee285//zzMzegJnwCrAiBEhGYMWOGnHbaadK1a1e56KKL5J133vE98x//+Mdy1113ua+6GzdunFRVVfnuM9cdRP+iOP5o+fhk/8LCzu2YnL777rv6XT4sbym5Tbpza0f6TjDAgGeAZ4BngGeAZ4BngGeAZyA0z4DzZwPWEr7nOd2f55LL7L7HlyWfR+uif660Y3KyP+taWbqjlUVTtE30nCMCCCCAAAIIIIAAAgggEGaBQAY6hRmctRVXwHZNKu4M0o8e1Hmlny2lCCAQdoFvv/1W7r77bjnwwANl4MCBcscdd8g333zja9mdOnWSs88+W1566SWx3aCGDx8uLVu29NVnri+O/sVw/NHy8cn+Ijr5PFpmx+SU/BfZdu6Vkq/nvHz/39/ce+49zwDPQLk8A6yTZ51ngGeAZ4BnoBSfAa8/11lddE2WtxQ9jz/any2j55bPlOzPvlaX7mhlJAQQQAABBBBAoBQEmCMCCCCQSwECnXKpSV+BFzjyyCPlF7/4RaDmefrpp7vBBIGaFJNBAIGyFFiyZInY7nfdu3eXk08+WV588UXfDnvttZdcd9117uvpbrrpJhk0aJDvPnPRQfQviaN9eZ1bXXx66rVNYunp17+VaIqePzP7O7fMjs849VNmfyvxaeqc78RSfFlyfqpzTea0SabOTk3POmWe6fVN4tbb0U3fyHOvNy0971wXSxvl+dezpxecNt7pa4nU2zGSXnz9a6lPr9Xl7eiZvpKXnPqXXrNjw9M0p3369D+Z9lr6NN0pz5pe/Z+4bV790jk6yTm+3LgkM5z2sfRf57xhaear/5Xs6T9Om8Q069X/SH16pS4ff7R8XHrFyb/yyhfS2PSqc01q+lxefcU7vebUZ08bxG0za4O8/oqT7NjINNtpP3vWZxI7Wj57muNckzmtlzmzEtNc5zxjmrle3Do7JqR1Mm9m49L8uvZ2jKVPZf5M77TAqW94+rcsmOmkGf+WN5zjG3ZsYFpY186OC2d8Ig1NbzptM6eP5c0Z6dNbTnnG9PLH4tbZ0U0fydv1R8s3PL3z8kcSSx/W5e3onRa9/KFkT2udNpG0+OW1sni6k5KPVuaR3nXq3p2+Rhqb3nOuSU0fyHvT06clTnnWNO0DcdvUH1fL0mlNS8uc62JplSyb5p2WO/XZ00pZPi0xve+c16eXVoqbt6NnWiErXlrRqLTSaZ+a3pdImR3Tp1UvvS8NTi8ul1VOWt2E9IFzTSwtkw9ebFha47TLnJbKmhdT01qnLCG9sFTccztmSB865R++sEQamz5yrklN78lHL2ROHzt1DUvvyscvOOn5d+UT5/iJHRuZ/u20//fzi6Wh6VOnbea0SCJ1dkxM655fJCnpubqy+KPl69M7sv65xqXPnPap6W357DnvtMGpz57ekg3PxaVn35LPnfPP44+W90hfOHVfPPumxI6Wz57+41yTOS2U/zybPv3XKc+Ypi4Ut86ObnpDvpzatPQ/57pYWiD/m+qdvqqrt2PmNF8idXaMpK+nzpf6NKUub8csaaNTr7zJAQAAEABJREFUv3HKPGlo+qaurR1T01z5Zkr6tMkpz5qemStum2fmyKa69K1zTJe+c/qzlFL39Gz5zq6JO3779OtO2Wyxo6VNT70m36//wt0dOP7PoJa3P7tGj5a3lO3c2pAQQKBkBJgoAggggAACCCCAQCME/j97VwEgSXF23xf7A0lwgsPhEgjuziGHu7uF4HC4Hwcch9sdziF3uLsECwR3SNAgwS3BQkKw/d+r7t7tmZ3dW7/Z3ddTrz6t6uo3M73b27XVnujUDrKc2jcY0OpJP/3pT+viYCaaaCJoPHUxGA/CDJiBfsvAnXfemSaBzjbbbOmc9Pbbb3eKi5/97GfYeOONcfXVV+ORRx7Bvvvui+mnn75TffZU4/IfiqXXwlsf/YgNjvo2YcOjv8NGx3yPjYf9kIH6psf+gE1pbzr8R2x67I/YLMfmJbkFY1sShdySsa1ob8W2W+aQvtWx36PA1tS3ZizD99iG9jbDMrl1LrcZ9h0KbEt922HfYlvJY7/FdtS3kxQKXTLH9pTbD/sfCuxAfYdh32CHXO5IfcdjZBPH/Bc7JnxDmeEPjP2BvgI7US/wh6P/g52OISQTvsYfKf94tKTwH+xMvcAuhX7U18m/y9H/xi5HEZLEro34CrsdXcJR0r/EbklSp9w94UvsflSGPSib8AX2POoL7FFg6Oe0CcmEL7DXUOFzygx70y/sRbnXkZ9h76FEo/wXBlMffKQkMfRf2If6PmUpvcCR/8S+QwnJhE+xH+V+R0qW8Qn9tId8iv0Z279RfoIDhmQ4sCQPHPIxqnEQfQcd8REKHEy9jENoC5nvQxxyRCUOpX3oER+gwGHUDzvifdrCBzgs2bk8/H0cztjhkjmOoDzi8PdQiXdz+10MOZw47D1K4rB3cSTtIyVzDKUcetg7ODKH9KGHvY2htIce+jaOon6UZI6jD/0Hjs59khnk+weOOSwHc6QPO/QtDDuMoDw24U0kX65nvrdw7KFvYrhwSJM8jvpxh7yB2ngdxx9SwsGv4wTaJ0hW4O844eAMJ1I24pDXcNLBOZL+Kk4+WHit0X8y4ycn36spdgr1Rhz0Ck49mKA8hTj1oJdxaqPM9NNon0Z/gdOpn37gyzgjyZdw+oEZzkjyRUieceCLGFGBv2Ek7ZEHvJjJRl3+DGce+Dc04a8468ASDsj0sw94AWcl/BVn0ye7wDn0N+F5nHsAsf/zOIfyHMpzE57DuftnOI+yjPNpn7/fc8jks5TEfk24gPoF+z2DhP2fwSjqo/Z/GhloU79QvoSnceF+TbiIeoancNF+T+HiAvs+melJUt/3KVxCvYzRtJvwBMbsm2E05eh9qCc8jjH7ZLiU8tJ9HkMmH8dltIXMfox2JS5n7uX7PIoCV+zzKK6gneER6sTgRymJwY/gyipcRfuqwQ+jwNXUhWTv/RCuHkyU5DXUy7iW9rV7/wXCNbm8dq+/4Drpez2I63JcL7n3A5C8nvKGvR7ADXs/iOsTpBPJl8kbqd+4159R4CbqN+11P25qlNJz7Hk/bqb/Zskct1Desud9qI17ceuexB5EkvfgNupl3E779j3kzyD99j3vQZJ73I079iQkc9xJeecef0KGuymFwv4T7mLsrt0LeRf+tHsT7m7U76T/Tty9exPu2f0O3LPbnbiHPsl7qd+72x2ojdtx324l7Hob7qd9v6RA/c/E/bvJn+HP1Bux6614YDeiJB+k/uCut+CBHNIz3ArJv9DfiF1uxkM1cRP9GR7e5SY0Yueb8AjtRxrljXh05xvxSAmyH93lBjy28w1IUjrxOPHYztfj8RbwBP1NuA5P7kz8kcjlU5RP/fFaPJlD+lN/vAYZrsXT9DfhGjzD2DM7URJPE5l+NZ7ZKcOzlM/udBWezeVz1J/7w9V4jvZz0hvlVfRdhefpe36nKykzvEC9EX+4An/diaB8Icdf/3Al/kq9wN+o/+0Pl6PAi9Rf3DG3d7wML5bwEvUmXIqXaWe4FK/sSOxwKX0E5SsJY/DKDsSOY/Aq5auNcjRe27GEHXJdMsffKf++wyUo8Dr1JlyM13cgtieSvAhvUC/jTdpvbn8RCrxFXUj2dhfire0JyRz/oPzHdqOQ4UK8Tftt2m9Lbj+KdhkX4J3tKvEu7Xe3Ox/vEZIFZL+3beaXfJ/6+9uehwIfUG/CufhgW2IbIpcfUn64zTnIcC4+Yuwj2gU+pi5k9tn4eBtiayKXn1D/ZJuz8MnWBOWnOZIv1z9lLPm3PhP/3IaQzPEvyn9tPRKVGNFof8bYZ1uNRCZH4HPqn28l2YQvtjqD/jMgmbBlpn+55en4ciuCtvSvaH9F/askT0ej3Oo0/HtLQlKg/nXCqfh6ywz/oRSqbfn+s8Up+O+WREl+Q/2bLU7GfwnJSpyE/21BbH4yJbH5Sfi2Jk6kP8N3m5+IRmx2Ar7fvBI/MP5DySf9h82PRyM2Ow4/bEokORw/btqE7zcZhh82ORbfb3wMfiC+2+gYfLfh0QnfbnAUhFrXoIUP+SY7Vy3MgBkwA2bADJgBM1CLAfvMgBkwA32egZ/0+SP0AZqBKgZmnHHGdCO/yj1OzKOPPhqTTTbZONm3d2oGzED/ZuCLL77AyJEjscgii2DQoEG4/PLLO03ILLPMggMOOCBNbrriiiuwwQYbdLrP7uig+o/ChV2W0mvhxx9/hPy1xhV0RqQaoGBBBGsiIpfgJhWsCNX0QGFJKREhAQS4BSIIBEAJbtQQfEGIVCMP0QjqAoAAt4BirJPOCsEqItWQERFgSbqqCNrgFgSCLxABsM4LImjniAjaAALcgkKgSq2oI4IqoZKgii7mRARrgAKA9AAKSZWFZiAiKFkowC0zZQiA6ohU0wjaRABUiEAEAW5BsNBE8IUE1YScsikjGA1ApqqIyFRkW1BEpBoKJE12piAiEOCWVxGR2aU6IrIEiohARAAsqiIiU6Et0yOCBpEVREgJSrkpKRBgYcUa3Jo0GYEIQbognUAA9IMbNQRfECLVyEM0groAIMAtEEEgks4q0+iDNLqlCjLli4hCBagF0FhTUUFE5gVFRIBFSQCkEyi2TI8IOgiVhFQlXwR1aUmEeqCFTIYkAOYEghKQgOxkqiIAqI68lpDOtDxAi0aAW6oAmgi+qEFbsIpINUAZERLUASkRtNG0BdVApFoiacxBjohAMFpUEZGp8hEh0Ad5aUiNkAJugQiCWlakC7ICYAG3CCoEC+SLrGIdtAmAupDpYGKArwAoiEAEAW6UrBGsIq+pZlpII5gTEWABAtwCEQQCoAQ3agi+IESqkULUpUQEAtzyKmgJoMwLIgIAoZJDpnwRkanQJj0D5A3WCamiwcJ8cMtEMCtogRJA5kwywFcAFEQgggA3StYIVpHXVKnRCmoJgQght5HprAsHPUBEACBSCRSmlAja4BYEi0QgMo2CBRGsc0QE7SwMSCfQtAXViFSDYRVE0M4REQhwYxVJy2p6wJAEZYCVCqWK7EJSB6A68lpCemofAKhEhAR1cKNeqqkiWEWoTgoigpBOQDqR1FBNDwjpRFYQ0agkXSboyjKDagCswS1pRQINqUIWDkQQzENkVVARQJkXRARNIROQStCimhTKzFIN5gf4CoCCCEQQ4EbJmjaQeQLaVEeopkUZEWABAtwCEQQ1IKBNdUSqIVfSUgWA/ohAgFteSUTyBJ3INOYggTYlCxVwC7oJakUJKhGpBihYEME6R0QgwI1VJC2r6UlWkswBwQIEACoRAb1ACW6RkNWgYEEegpSIkKAObtIJRNJZ5VpuU0QEWIAAQCUiEOCWVxKRPAEJ1ohQDYAiIsCSdFURtKEtVEF1RKohQ2oEbRY5IkJuqQA1WYJ0miqIoIdA0Es0SioRctAPyAJYg74AXwFQEIEIAtyCYKGJ4AsJWR0RgGzKiABLMqVE0Ia2UAXVkdcSQW8EaxZQRgSCvqKKiEwt1RHBDEIlRwrTHxFJZQJLphe1AiEvc5AAikCAG6uQRn/QVAnZSZFGBI2EQASBACjBjRqCLwiRauQhGkFdABDgFoggEElnlWu5TcECpgC5EhFJLSpZQkqIVCOCCggV6ixZgL6IYI18y/SiViAYiWDNkmzqUqWDVRDglmQgs1JOZlClM5AkIungRo1WViNpgZQTgJSIkKCOtNEEPdSDAHVCTmmUQUlBJwAqEfIACKRNIpIRkGCNCNY5IgIBbnkVEZlNl0qwikg1FEia7ExBRCDALa+CVtAEZV4QQU8CAKlZxVpGUKLZVlxz6rqzJZQbKac1uxyzbgbMQMGApRkwA2bADJgBM2AGzEBvZ8ATnXr7O+jxd4iBAw88EPPPP3+H2nZVo2WWWQa77rprV3XnfsxA9zLg3vsMA88++yz23ntvzDTTTNhtt93wxBNPdPrYBg4ciDPPPBOPPfYYhg8fjoUWWqjTfY6rDvRHYkH7lyyj/AdnxSvRgAY6lA9pNBoSUpUmRylGKw8rn0gOupgsNeVIp0HBnpRDUGMnqnMwQRpFyqOUmXLoYGGnHBCdqU/K5GAeC9NSnbmYzJJ0VVk+2yqF7bK9yyBUElLFdEbZmIU62zTmZzp3RA9DRUJjs1xhtNhfSpEt0GDPaqguCFr0MUSdbipZO/qp53tjLLeZm7TG3dBKPmbSl3qgpDdzJJ1e5rATKRSM0p91L51gdlFSSPlKoCFVY2LDpvZKZowOuov2dGQl+VgpTMF41glbZTrTqKvQ5n5S/5SpMJhstmHJ2qeAusvz2ZRpjTHlZ8gCmZ7lMomtpWftVdOhwhB7YaHCwpyksw9GUx+UzfLlY142NuZSV06WX7KZxx4zB3NY0j5YKZ2C0eRkinLZoUxZDMpDIQ+hkpAqpqgtIY0udShLqiQbsj296pOQkQSrbJzMos7mCjGdtjR2kDTFqDPAIg8zZTOnaM/e6cxq+ZhIg7lsy0KdYSqKpaY05ZQun3R2p8Km9DKXCgv7UC5dylFuUnOfdPmYqHAm8rZyKKYcpSebe1BYOlUVtmEGnSzUFcltRov29DCW6iSTPzObbO2EnWjEWSir2Y1KylPvVFiYlYflS/0pi+2Tzb7kk164k53aqC3BHMWUI0uQLl+Wxlr9FYJSMeWoL5nqItkMyCedKsdHLbVllgp1iuRnhCmNe6MpnVBOQnIxN/dxJ1nf9Oc6I8mQTDG2YwMWetKOmKi90E8PDTlTk5STNLrUVmAqXcxM+UU6bQZSnDIvWXvmUWFhDvtRjB1kNptnhTEqFe2Zm+xye+aovbITmJNclCypT1YqGVJyyqQtqT0LKZs+6uyfhQoLFe2TgkbqmT2oXZZPQ4XtCpsxJrM05dNQlEnsgHG2UJ8pgQGGGWpUki4f05ryk5HlsE45zdsznXnqWzlU6Rjb/tgLk1MbSlpspjbSCA5EVoorwhy6FEhjoJkkd0RJt3KIvNDHDDUgUh80FUuZ8qlh5ki1chSTwXDz9spXH0xI46JszGcstU8N6VwC4EsAABAASURBVKXMbAaYJz01lSlbYA4zs8KgcrhT2uydMbqoq9BO+akxU2TTzxwaKjnop481bdXMYZNCY4i90KeOCe0vQ0pKVbKzLCamkvpKWmOblEoXe2andFOnj+3oSXVyMMCStWceA0mXKl052f6ytgzSzR6KBDaWqhzFKvIZS3bWgh3QwWQWpuZ9ZK7cZopymUA3NbZOOq1cUjCXeVS0T0Yym9l0qU5gpcIYM1Ig25/UPJBijKozgvtirT6TxgBLymFFV96eOak9K+Uqh8GiMJUe7aQQSc+MpvysE/aY5bOvvGR2asMuKZWTxaglW22bYqlP+bNdpPbJlxqxDdMZopXXFCwpj051lHR2QZ3JdDa2p555GCoS2FiqclKYhnS6mZRla69CcjDAkvbBKnOlNsxVgJ00tqdLCWorn3SG0cC8ZLNdZiuDyfQrR5ZUSe1DUvlCls8stk02HZJZfu6nr7Kd+mYvqY1yaDOHpmoaak2/NDnpTe2psxQButgHcxSWU620b+nyNdpqRCgmn2LKabTVB6GYfOxY4UywXa5QVO+PthqpQ0qWlMOqqX2KMY9SfSuHu6oo8pevPWVXJORGS/48bGEGzIAZMANmwAyYATNgBsyAGejTDHiiUxe8ve6idzKg1ZTG5cjH9f7H5bF732bADPQ8A9deey3WWmutNMnz1FNPxb/+9a9ODWLCCSfEdttth9tuuw133303dt55Z0wyySSd6nNcNC7+OFzIYgxlW3o1irwmmf03rv5ZF/q/3GCdkCpoiwhFpBLSiaCqksci6EgAMpHZgQAI1eAW1CEE6xwywUYRgQC3vApaAijzgogAQKjkkClfRGQqtEnPAHmDdUKqaLBIBTdKMCcSkG15XxFBm1BJSBV9QEQgUGxBnYjcVox6RKqSM6nMghREeikQqYrMDjRJ6mBuhBQASUQSRS0jAESwzhERCHDLq4jIbLpUglVEqqGA1AjaOSJC7hRTJSuQb1RYEME6AdQJ5DZlRLBGvkknotEEwwQdSQF1ArShLagJ0gnmyKIAVAUAIlKVatqSAW0hvxBQjYhGJem0sgAif4FbgIYKIqiDUMkhUwkRUagANVmCdJoqiAiaQqOgAm6B7EVVhXnJpgQjqQQ12QIACbqQbYHslVlgMKhGsE6AXAi+IBtA0gFKAPQlO6iCG21QB2VEIOgqqqAigBLcQmAOEkARBIAAt0AEQS0rmR4RNImspBxWgGzGKJKuKugM5BsVFkSwTgB1ArlNGRGskW/SiWg0UyyCjgQgE7mNyF/INgXlCZpEbsoD0KCLUiVpCL5kSQSAiFRTYaHOQgXcIsWCWlYCQSUi1ZAhNYI2ixwRIbdUgJqsgDbWWUGEFAHUM4AmNYogkG/SCeXLG4DUiFwBMhvc6AIifyHbmJc8lEhALiJTAFCDtiSZE/IEVCNCSoaIQIBbXkVEZpfqiMgSKKRGSKGLORHBWrognYhMV0BqBOsEICIQ4JZXEZHZdIFaAIhINRUWqhGpgraIQEhJCOpEJAM0VBBBRwJdUqGKoIwEpE06ZAdAATUB9YhUSU1+VUFLkE5VBREBgFDJIVO+iMhUaJNO0Ad5g3VCqqAtIhRBUckKBYQ8FiEPoZKgKiUgIhBSE4I6ETJYqSSkSk4wHcGXClhJD+QbgyEfJShTCQC0I6QkFdpyC8FXXhARYJUQEQhwy6uIyGy6VIJVRKqhgNQI2jkiQm5km3RBVkAB1ohgnUCXVKQKoIwI1sg36UTIZKWSkCo5wXTQSjqohRDINgalRrBOADKR2wDtQCDbImmsI7cliYhABCF3ZFUge4EyL4gIAIRKDpnyRUShAtRkCdJpqiAiaAqNggq4BbIXVRXmJZsSjKQS1GQLACICgWIL6kJuKxZARKqosEhFqqAtqIcUgXlBOyuBJCkgPwFumQgEdbAOIi+ICLoyRAQC3PIqIjKbLpVgFZFqKJA02TkiQu4UUyUrkG9UWBDBOgHUCeQ2ZUSwRr5JJ0Imq6wgQooA6gQyPdNCFtLGPFkUgKooRK6Am1QKlUBQBJRKhTIAFtARERKZDeoJ4BYEaBHMYZ0VuiNUgVsggqCGyKqgIoAyL4gImkKjoAJugexFNZXMighahEpCqugDFKJFBdwC2YuqCoPJpkQCchGZAiDSC9nGHNl0qQCyA8iklKQCCDCEgLamOkI6oUKdBVlSIIJAsWV6RNBBZCXlsIIQEQhwy6ugFTSLIj2CdQKQRFYBCEQQKDbpROQ2JUvKYQXQYDpFriQtWKPZVkxyKmT1tWhhN2tohxkwA2bADJgBM2AGzECXMuDOzIAZqG8GPNGpvt8fj64bGVhttdWw9dZbd+MeWu5aq6gsvfTSLSc4YgbMgBnoAgbef/99HHfccZhrrrnSY+RuvvlmdHabd955MXToUDz66KO44IILsOqqq3a2y7pprz8YF4ORXgvFH5uLvGqpf/DN/l03i6iP9B+8Mhls+o9daYICJTAn5SskgFUqrKTnqfof4GI/KaJKMbbXPpOZVxKN+cxJNvMa29NRmPI1tmeuCsPcc1ZTUeEQZTNKobYUapoc2leyaalIV58pgUbKp0wdMSGLUUmlqrXy5FejxgZyECmmSki9507aqaQqC7B9437oZmLqTXvLErK6KYcRtSkSma1Y3lReetRGHiIrGS/UqbCwD2XKZraEIJcgXX2qF4aZn7TGSjHlKLcAh5SpeUA5jQ3pY8ni6jAhNwuRElixZGEq7JQ195vqlJmNnHZW0i6yACON+fLQZkdMo5FqWuwqryXkZRM5U47GLJ9ickpXL9LlS3bRgIZUihRWpdxkszcV6fIpltrToX1IT3HakhmUWXIUqnaiBrIFJRdSftqZqZrIStplCrO99kl35svztbfCoZhykk1DMTZLpirF6GbLrEhXjmLaR7LVIIFeSvkUo0WRZWet5SGYw7ooKYcVU5jLWGpPKyVQNtq5ojGlN1+2wJyifdFGrkY9z2HXuYsOGqxzu8iWR8jcTCkC3J3GRjOFpRM0iyJ35qGWFbZhlLp605hzNTmVm2wNnAoL81OtdOoUuUmNWWrBpqkUep5AwcI01vmgc0GfGiifMalCoaYkGizcASNUWKg0lsxULWTdpWbKoNLsuJjGwmhTrZzUki6WdGzF/hSTjw1SkS6kfHqkKyc1oiGdIg/zuDQG5hVFMeWkBBosbMqaecpRjJZUQhr7oJaKTCnKTaCRfKxYUp/ZwBmQJSfBIoeaSHKHDOb9FjEGMk/mUK2x0M1cFjpSe0pa7CLLTnFWcmceallhDgN5UV90qyk9yhSo5kUx5aQEGtqXkB0Oc2nQ3ZhNT6OunBRjTrFTqSkhC1BNCqVKrqck6izqQ22zMTBHvkYhQ0ijY1qmU2HJR5Jc1ClZ2DIr0umlQS0rbJOZUrQ/uulQacykkXlVKyftmYaGTJFMVYolmy1UpAuK6ZikK0f7UrzwJV0GoZzMzmvthH6VBFXJx3ghpcov5B00hqhon8mdVxLVR9doM8gm2RCpa+yV7eURFCSywnwqHEcaAlUWJdGjngWqeVEs81BTyaG2Smncnww6s9xkpD6ZTqmaYGFKFpSetEaFlnSBTZQoNYG96kCZIXeTSEGZya2xZAbz6VGUgi7abJ9sWirS6aVKLSsZL9SpsGTRxvZUFGKDVKRn+6OmIihCmUZfsb+srxRiPyoplTnckdITUryxytoorxFFTFJQR+pDCcmWoq5kCLldqMzVmCmUxKD2IVBVXxRKzTzUspKGmIUZYWO6S+2lyiNIJ5jDOit0syRdFXvIuuK+MrupVkC5GqN0pagr+TK7srV8WUw1wSKf2jXKJoXupgRpjSHuJO2TGYWPrlxNmUnPcminwrFQpgArxWSqC0E6M6hK0zESRaeUjfkprEyB6XmRWzlsVRS+D/SyyKFYUlO+2grJaKyUw0ZKT0j5jVVSGnMLRW3KkL+wpZchv+xCSjfMgBkwAz3EgHdjBsyAGTADZsAMmIFxyoAnOo1T+r3zcc2AVlUab7zxenQYv/3tb6H99uhOvTMzYAbqgIGeG8Jf/vIX7LjjjhgwYAAOPPBAvPTSS53euVaDuvjii9Pj6Q477DDMMcccne5zXHRQ6w/AZZ90QWOTbAmK10JE0B1IQpoUIiIgJ2tKFWmC9AzQxryIUCoQAHI9EEkHN2q0spoKS4BpjLBQicjtoI0ATbCmEQSoE3JKo4wIsNAJbtIJapkTCIDIaioqiJANUGEJAkCAWyCCoAYEtKmOSDXkkipIlyNCMWpJBN0BpDqQh2hSBxEARYJiIUMKII0IgDXoC/AVAAURiCDALQgWmgi+kJDVEYG0UUYEWIAAQCUiENDWVEfyBCRYI4I1CxWWQIBbXmUhGQJSLEI6oUKdJQswGhGskbZINRAhLSiRtoiAjIhcAjIRfEE+AAEkQBt9QYsCFAQtGqyTDm6RkNXKSZoq+qHcBBrJF3QRCIB+cKOG4AtCqA6kUABSIgIBbnklEckTkGCNiFRnNnWWpKuKCAS0NdWRPAEJhhERBKAqIqAtEwG9ki0tpBEMRmGHbIAuBF+QAiAAIqtBX4CvACiIQAQBbkGw0ETwhYSsjghANmVQUiQTVCLkARBIm0QkIyDBGhGsc0QEAtzyKiIyu1RHRJZAwYII1ixUWALBqKpQRT0IUFcauEUEIoRksAJtAsGKAKQRmQ7lIkCRB6RnyJy5GwEkZHXKBzcqEQEWIMAtEEEgAEpwo4bgC0KkGilEXUpEIMAtr4KWAMq8ICIAECrUWZKpKiIUkQpQC2iLTAtQAlAOAdmSADIR0AvcQlBFCQYDfAWNhABdYA1IAZJINgLagjIPAVQi6AkAAiuaqgHW4CZ3RKoBygBfAVAQgQgC3IJgkQhEriHTmIMcEZFUBLgFIghqRQkqEakGKFgQwTpHRCDAjVUkLatBnSGkjUoE/UFLyGNBCfrpRbCKvJaQnocAKhH0BCAd3Ggi+EJCVkcE0kYZEWABAtwCEQQCoAQ3agi+IESqkYdoBHUBQIBbIIJAJJ1VptEHaXRLFWTKFxGFClDLLNUhkx4AyiEgF9EopSQwBaCmIADmBvgKgIIIRBDgRsmaNpB5AtpUR6imRRkRYAEC3ALSWSedFYJV5LWEdOVIB5UIeVJSqmgi8wRtUCfklEYZEWChE9ykE9SKElQCkWqJpKlBCfJlMWr0s2Y+5ELaki9AAQQAKhEBvUAJbpGQ1aAIVnkIoBJBTwAQWNFUDbAGN7kj6QGJiABL0qVE0AY3StYIVpHXEiE7j4EyIiSAALdABEENCGhTHUkPSDAMATRBJSIQ4JZXkSzVAamsKYNqUAJUEtiMqnwEQF2QniHoUQ4FA7RosFBH2qTTSz0I5GmZDgYDfAVAQQQiCHCjZI1gFXktEbIVyxREBIK+oooIqkGPAOoEfayzQp0l6aASEQgUWyS9qJPBUEQAREQuwU0qVIVqOtAowTx5KTInlQh6CMXsYI3OAAAQAElEQVTALRKymiqSpioZgQiBRhAIRBAIgBLcqCH4ghCpRgpRlxIRElkA1IHGGtxCYA7oTYU6SzJVRYTcVAOgVq5pqiCCXhYqLIEAt7yKzGIdYKVCGZREAFQSsi7okALkbtqNWiAPMShdABBIm2KRjMhs1hHSCcpgjAIUBC0aAW6pQubOa3CTO4I1CygjQgIIcAtEENSAgDbVEamGXEmTnSmICAS45VXQEpAk0hYRAMFSklSR+VFj0z/XCNXXokqt5ZO/Gsqr9tk2A2bADJgBM2AGzIAZMANmwAz0JQY80akvvZu9+VjG0dinnXbaHp90pElOeuTTODpk79YMmIE+ysD3338PTURaYYUVoBXjzj//fHz33XedOtqpp54au+++O/785z/jxhtvxFZbbYX/+7//61Sf9dS4pT/+yi9orJKC/tBcQLZildB/7xINDdB/7OaCamFnMdaMq0gjFGZH6pNqyk86jawP5RDIHKylpbzUCx1ZvhR62Ciz1SnB7GRTMlqUxvZUWNg/m6cUVlk+27IvNWA05UhnmDo1xXKk/Frt8+RW2zMntS92J1tg30U7qtwnLSos1LP9Z+1yv9oLTKCHOaylc1wUapD5Ug6rtA+6KVVLMDXlsKKrqb1i8mX7y9oyIXenVjKVQtDWDonGfLqUkGz6paux3PKxUeZirNFmgnTlZHvkeHKfkpmaNcuVlEs9ZZUlO2BhbopkUnE6KZps9k2DtfLSHrhb6sqTlpLpp8z2JSehFvJRqn0SdCuH2VlRnFBMOYqx2xRTxb0wJA+hkpAqhdmEGTSZpJ4zm1oepFvxPIEi7YqV9sNkFsaZT5fqPF+t6adTeU2gP/WRx5StnNRSMfrpY6esqSvG/GRLV55sRZMtg8gK06RkyPapBkLeF1U2ZU1bNfvgXovSvD1zGvOZy57pYZ3r2gcbZe2TO1W02X+eo/a0KFgzzGDWhLraZ6A35SuHUHay6dcek06/ZAL9Fe2ToVaNYEZRuL8sToVF/ahTQtnqj5IB5jNGt8ZEIyupaapoM57ylUSwHT2pZrAo7KrIp0v5BJPYgNnUGWVAJm0GtD9pVNmWIeUQmZ0iyc8IXbmdmksnmJv6YMdUmZv7lC1HymVr6oxQUaEmm2ADFtn0sw/Wmc320tk80/JcBlmUz2QWGiy0i0Rmy9KYUnvmsKQcVnQxyr5SXAHly1Z7IelZTpafmlBlMmNUWBhPuYypvcBwspgjVf1noJcOtUh2ypVFP/to8tFWW+YyJdtHo618QraCAvNYUh5bsuTx5GTHzCn6ZhIdjOc+JmeFucpJcfWdkFJTpZhaFclMZypr5rEr6owknT46svzUNFVqm/kYZx4L29CbFLUVZDNd7RPoo1m0S5L5LGzLGJXky3MoMn9qq/0wh86Uw1wFM11OQnn0c680mJ/Xykkt6ZIuqK0gne4UVpVs9iGd3akwjRnyESlOmQKsks39ZEV7JhRnLJXUNFXsMouxpq5CjbksqXnWV+GTZE5qKp1gh1kO/WwhjzS1T/6k0EOZ2SlJrdIxFPl0qCQfs7OS2mT5DLBk2VSSU5aQJbPOx5XiqS2j9KWOWaX9syUzWRjLfTSywlzlVLRXPv1KSC3UL9sphyoFvUlhBvPUPoE5maSffWR6lss6b8cY26ZYasvE1I5+SSIvKZ8VA2yd2jCXbeRL7WlKT4KVfEzOCvOSzXbKkU5XiqnKbHmIrDBNisAMtlMOnTIoOAbuIyvSCeYwmBU1k02oXUI6EOZRZnbeWjmFT3pqy26SzvxCKodN6Mlq5UljnANiYYQ6Cxur5DbbMchM+YimhOTWWJQiQ3oRZibd7IO1dAnukmmslZQE45SKKSe1155SnDEG5FOMKttSy2MyFFNzxRihUJtMa4wzP+UxkSrdzKHCOtO5P4Zynd5yTHoj2K8StRf5JAk2T7X2wU5SknQhD9DNfotEOtVNilPPS8phVWrPBkpkgnKTSp0JWc0xZPn0MKiczOa+GKOLAfbBbHoYkocaBUtmK4+G2gp0Ztnyq2kVlNMaqtJtmgEzYAbMgBkwA2bADJiB+mXAIzMD3ciAJzp1I7nuuncwMHjwYCy66KI9MtgVV1wxrbLSIzvzTsyAGegXDLz22mvQCkszzTQTttlmG9x3332dPu4lllgCJ510Uno83emnn45lllmm033WewflPyQXYy18sgu9kPJVIpBeAWy24i+bMHA86sTA3Ed7U+qbUm4mrDgepG+a5C8huYn0RoyPTVYUxqMsY3xsnPy1pWIZfsW8DBut+CtstNL42IjtNl6JerIppefYsPBRSt9wxV9D2GilTG7IvAy06duA2DCH9ALyZfpvsMFKTVifuRsk/Abr019gg5KefCtn8fVWngDrS6dcL+E3kFx/pQmSXE+yhHVXnhDrrUQwd90KTIh1GSuwTtIngGTCKhPm+kRYe5WJcj3zrc3ctVeWjzFK6Y1g7lryUard2qtMjLVyZPpEtImVm/xrFnou12S+oHZrrjIJKjEx1kjx3D9oEtqEpMD8NSowKVZfZVLm5GDO6oyvPiizJauxGmPyJbnKZJBcjXJVotBXGzQZVmXeaklKLzA5/UJmD1o1k6uuOjkGDSIkiVWTPlnmk06skvBb+oTJkWzmrpLwW6yyahmTY2XaQuGXvvKqU9CfY5Dkb2kLU2AlxoQiR3ojVsvjq02JlXKsSLmi2qTYlMhsylVLSDlTYiDlQPoHrjZVypPMkMVWoD+zp4L01rA8c5dfbWrmCVNBegbqq0+d2Y1yGiy3ukB/7luOcrnV6CtDOexzOcplc0hfbvVpsWzCNJRlFP5psQzjy6jNGooXdiGnY1yQncmlmb/0GtIJSunNsPp0WEqx1afHUmXQt1SKTY8l18iwFKVQ2BVyzRmyPMol1pgBSzB3yTXVTnrrWJz5ixft1hyAxRNmyKVs6mtIEpSLMb7YmjNi8TUI6Y2+AZC/EgOwKHMWZX7hl77oWjPRL8yIRdciGE/+NWfCIjkWTXJG2gTz5V84l4usNTME2QtTX1h+YuGkz4yF15wZC1FfiFK6/MmWL2GWLL6WpDAzFqR/wcJeexbaRCHpX7DQk5wVC9C3wFqzMk+YJbPXnpWSkKzC/LSFBSgF6fOvNRvmX1uYFfOzr6Tncj76heRL+uyQXYF15CMo502YDfOuMxvzZqck1p4dvyfmXXsOZMjs3zNX/t+vMwfjhGTC7JiHsXmSnvmlz7P2nPQLc5Rkps+9zpwQ5qEUpDfDunOlnLkpf5fANusS68yFZEvWAnPnon+udX+X5VFKn0v+hN8h0yUzzMkcYS5KQXoT5sac6wq/o/wd5mBOBvnmxhzrEYwnud48mF22QJ/02deVj5BMmBuzp9g8mI32bKnNPGz3e8y2njAPZRnyEev/HrMyPuv6RSy35UuYN4uX9Fmoz7Ke/MT680L6LJK1sN58mJn+mSlnWX8+KG9mtp2ZunxJSi9hJupCEZM+0/rzY0ZiJsU2mA8zUZ+xkNJzJH+uD6AcsMH8qd2MGyyAAesTtAdUQL4MMzBnBuWsv2DKlZ588m+wIGaowAKYnv7pSz7p02+4EP3EhgtS5kj6QpiOsek2YCxhQUzHtrIT8th0Gy6M6aQT0+bI7IUxLWONYB9NehabZoOFMc2Gi+R5iyR9GrYRpqZ/mqRn/qk3WgRT05ek9AL0TZWwKOPCIsjsXG60KG1CMseUlMJUlIL0KTdaDAkbLkpZxmKYgjEhxZO+eKNP/gzyERsvjt9uRGzMdgnSieSTXIJxQXqGyRmbfGP5CErpk7OfDEsgswu5JCZjTgHFMn1JTLqxYgWWaLTlb4ZNlsIkGxObsF1Cpmc+6imWS+nExEJju6Ux8SbCUpRlyJdhIsYn2jTTlZts+RKWwUSbCEtTZpiQ/gmTT/5lIH3CTSlrYllMsCnB/AkplTsB9cxHP30TbCK5HPOEZfEb+gTl/GbT5Wg34dd5TP5fb7Ycfs14JpfPdNk5fkX5q01z/2bLQ/qv2CaTtOUrYXzq42+6An61GcF24yesgCTpG78K49EWCr/08TYbiITNV6AkCkn/LzcfiF9Spjjlz+aZCciuHlmj2aZ/sCmuOwupJOllKV1oya+YYQbMgBkwA/XNgEdnBsyAGTADZsAMdJyBn3S8qVuagb7DgFZZ6omj6an99MSxeB9mwAyMWwbuuOMObLrppphtttnSynTvvPNOpwb0i1/8IvV3zTXX4KGHHoImgU433XSd6rMbGvdYl8Ufi7XDQpcsIH81GuhoYPW7AT/FmIN/k+GQ32A09dGHTEBJSOa4hLIJE+KSQ5pwMfVKTISLDpkIFxOSFx06UbKTpH7hoRPjwkYpfWKMoq85JqF/ElxwaHOcL99hk+L8QwnJEs6jnmEynHdYhnNLUnqGyXHuYZPjnAKH5zrl2fId/lucXQNn0ZdhCpx1eIYzS1J6hikhOfKIKTHycEIyx4iSHHHEVCjjDNqVmBqnHzE1ziAkGzFk6uQ/bcg0qMapuU/y1CHToklOi1NoV+Pk5JsOJw8hjiQKSf2kRkyPk47McGJJSs8wA048cgac0BKGDsDxNXAcfRlmxHFDMwwvSekZZsLwoTPh2AJH5bpkwswYRjnsKMlKHENfE2bB0UfNgmMIyWocdfSsOOooQrIKQ2kPPXo2VONI+powOzJ9dgw5uoRjcp3yiIQ5cMQxlTicdhPmxOHHZDiMshmGzYVDjyHKUjpxSMLvcMiwShxMuwlz4+BhGQ6ibMSxcyPpx86DA1vAAfQfcOzv0SSl/x7709cc82K/Y4nhRCGlE/smzId9h1diH9pNmB/7DM8wmLIRx82PpB+3APYeTkhWYS/aex23IPZqlNIXxJ70NcdC2OM44niikNKJ3RMWxu7HV2I32k1YBLsdn2FXymY4YVHscjwhWYWdae98wmKoxh/pa8LiyPTFsdMJxIlElfwDfX84cQlUY0f6mrAkdjwxww6UzXDSUtj+REKyCtvR3u6kpVGNbelrwjLI9GWwzUklnJzrlFsnLIutT67EVrSbsBy2OjnDlpTNcMry2OJkoiylE5snrIDNT6nEZrSbMBCbnZJhU8pGnDoQST91RWzSAjamf+NTV8LGjVL6StiIvuZYGRueSpxGFFI6sUHCKtjgtEqsT7sJg7D+aRnWo2zE6YOQ9NNXxbr0rytZhXVoN2E1rHN6hrUpm2N1rHU6cQZRSOnEmglrYM0zKrEG7SasiTXOyLA6ZTOMWAurnUFIVmFV2quOWBvVGERfE9ZBpq+DVUYQI4kquTJ9K49cF9VYib4mrIeVRmZYkbI51sfAkcSZzbECfSucuQGapPQNsDx9zbEhljuzhLNynXJZ+pc9ayNUYxn6mrAxljkrw9KUzXD2JljqLKIspRNLJmyKJc+uxBK0m7AZljg7w+KUzXDO5ljsnM0IyUosylgTtsCi52RYhLI5tsTC5xDnElVyIfoWOncrVGNBVxuh7gAAEABJREFU+pqwNRY8N8MClM1w3jaYn/75JaswH+0mbIv5zsswL2VzbIffn1fC+dRzzEM5z/nboxpz09eEHTD3+Rl+R9kMF+yIuc4nylI6MWfCH9Akpf8Bc1xQCzth9gtKGJXrlLMl/BGzjarErLSbsDNmHZVhFsrm2AUzjyIuJAopnZgpYVc0Sem7YsYLa2E3DLiwhItynXIG+me4aHdUY3r6mrAHpr8ow3SUzbEnpr2IuJgopHRimoS9MM3FlZiadhP2xtQXZ5iKshkuGYwp6Z9SsgpT0G7CPpjikgy/pWyOfTH5JcRookpORt9ko/dDNSalrwn7I9P3xySja2DM/piY/onHHIBqTERfEw7ERGMyTEjZHAdhgjElXJrrlL9JOBjZxgvHtK5TZlXXP/74I4prz0IqR3otKV8fhA/JDJgBM2AGzIAZMANmwAyYATPQIgM/aTHigBnoRwxopaUddtihW494cLevHNWtw3fnZsAM1AEDX3zxBUaMGIFFFlkEq666Kq644opOj2rWWWfFgQceiIcffhiXXXYZ1l9//U732ds7KP/xWHo1Wjq+YCAiav5XLkMuZsAMmAEzYAbMgBkwA2agixhwN2bADPRaBgK8ZlQVlGi2VV9/lu1ysvxl27oZMANmwAyYATNgBsyAGTADfZEBH1NLDHiiU0vM2N/vGNBqSxNMMEG3HPe0006bVlzpls7dqRkwA32egWeffRZ77703ZpxxRuy+++544oknOn3MK620Es4+++z0eLpjjz0WCy64YKf7rPcO2vKH4CJHsjU0P9YGpP/Jbchk87g9ZsAMmAEz0GMMeEdmwAyYATNgBsyAGahXBnjhqKvGdL1ZY4zJr+vKHNUpilf7atltzavV1j4zYAbMgBkwA72GAQ/UDJgBM2AG+i0DnujUb996H3g1A1NMMUW3TUbSJKrxxhuvepe2zYAZMAOtMqDHyK255pqYf/75ceqpp+Kzzz5rNX9swYknnhhave7222/HXXfdhZ122gmTTDLJ2Jr16Xj5j79lvfqgFSujOg5k/40bIQ11vXlwZsAMmAEzYAbMgBkwA2bADJgBMzAuGYh0BRk1hlC+7qylq4n8kgWq7cJvaQbMgBkwA2bADJgBM2AGzIAZ6KsMeKJTX31nfVwdYkArpSy11FIdattSIz1eauutt24pbH99MeDRmIFxzsD777+P4cOHY6655sKGG26IW265BZ3d5ptvPhx11FHp8XTnnXceBg0a1Nkue3378h+CpQvFQVXrsgXFCym9FhrSf+fWithnBsyAGTADZsAMmAEzYAbMQB0x4KGYgXHIAC8c05rAzYdQXHNWy+aZzT1Fm+YRe8yAGTADZsAMmAEzYAbMgBkwA32LgXZMdOpbB+6jMQMtMaDVl1qKdcTf1f11ZAxuYwbMQP0z8Je//AU77rgjBgwYgIMOOggvvfRSpwe99tprY/To0Xjsscdw6KGHYo455uh0n/2lA/2BWCgfr+wCZX9ZjwhE2WHdDJgBM2AGzECvZMCDNgNmwAyYATNgBrqFAV4whq4aee1Yq//yNad05RSyWpdtmAEzYAbMgBkwA2agcwy4tRkwA2agdzLgiU69833zqLuRgWWXXRa77LJLl+zhgAMOwAILLNAlfbkTM2AG+h4D33//PS666CIsv/zyWHrppXH++efju+++69SBTjvttNhzzz3xwAMP4IYbbsAWW2yBX/ziF53qsz81Lv8BuThu+YTCri0bkF4Nqmtn2NuHGPChmAEzYAbMgBkwA2bADJgBM2AGOsJAA1q9dtS1Z4Fy99U+2YoXUrphBsxANzDgLs2AGTADZsAMmAEzYAbqkgFPdKrLt8WDGtcMaBWmySabrFPDmHHGGaF+OtWJG5uBXsiAhzx2Bl577bW0wpLOE9tuuy3uv//+sTcaS8aSSy6Jk08+GY888ghOPfXUNHFqLE0cbgMD5T8aSxdqNwukV4AS3syAGTADZsAMmAEzYAbMgBkwA32eAR9gRxkIXjcKY2/f8jUo0Fps7D07wwyYATNgBsyAGTADZsAMmAEz0HsZ8ESnnn3vvLdewsDEE0/c6UlKmuT0s5/9rJccsYdpBsxATzBwxx13YNNNN8Vss82GY445Bu+++26ndvt///d/2GyzzXDddddBj77be++9oRWdOtWpGzcy0N4/GjewZQMrFmouZsAMmAEzYAbMQD9nwIdvBsyAGTADZqAFBnTVWHs1YF2HlqEOZEsaZsAMmAEzYAbMgBkwA3XJgAdlBszAOGDAE53GAeneZe9gYKeddsIKK6zQocGuvfbaafJBhxq7kRkwA32KgS+++AIjRozAwgsvjFVXXRVXXHFFp49v9tlnx8EHH4yHH34Yl156KdZdd91O9+kOmhjQH5GFwiO9GkWsLINGRCAoXcyAGRgbA46bATNgBsyAGTADZsAMmIF+yAAvGENXjb527Idvvg/ZDPRXBnzcZsAMmAEzYAbMgBnoegY80anrOXWPfYgBrcrUkcPpaLuO7MttzEBfYGDgwIF94TAqjuGZZ57BXnvthQEDBmD33XfHk08+WRFv1WghuPLKK+Occ85Jj6fTilALLLBAC5l29zwD2X/jpglRPb9z79EMmAEzYAbMgBkwA2bADJgBM2AGegMDDYCuHhuvHds4ZuW3MdVpZsAMmAEzYAbMgBkwA2bADJiBPs+AJzr1+be47x1gTx7R4osvjj333LNduzzssMMw99xzt6uNk81Af2bg0EMPxb333ttnKLj66qux5pprQpOQTjvtNHz++eedOrZJJpkEO+64I+68886EP/zhD9DjNTvVqRvXZKBzfzhO/5OLCIAF3syAGTADZsAMmAEzYAY6z4B7MANmwAz0TQaC141C86MrX5dKF5pn2WMGzIAZMANmwAyYATNgBvoWAz4aM9BeBjzRqb2MOb/fMaDVmaaaaqo2HbceJzV06NA25TrJDJgB4LbbboNWJhIXG220kUSvxPvvv4/hw4djzjnnhI7jlltu6fRxaKKUuNHj6c4991xoNadOd+oO2s1Ae/+o3JD+O7fdu3EDM2AGzEBHGHAbM2AGzIAZMANmwAyYgV7JAC8cIdQevK5DhdpRoLVYS23sNwNmwAyYgV7NgAdvBsyAGTADZsAMVDHwkyrbphkwA1UM/PrXv4YmO1W5a5ptzavZ2E4z0M8Y0EpHu+66a+NRayWkRqOXKA8++CB22GEHzDDDDDjooIPw8ssvd3rk6667LsaMGYNHH30UBx98MDSBstOd9ssOxs1BR9T+r9xxMxrv1QyYATNgBsyAGTADZsAMmAEzYAbqioFAWs0JvHaEty5iwN2YATNgBsyAGTADZsAMmAEz0N8Y8ESn/vaO+3g7xMB2222HVVZZpdW2G2ywAYRWk+ol6HGYgTpgYJdddsFbb71VMRI9+rHCUYfGDz/8gAsvvBDLL788lllmGVxwwQX4/vvvOzXS6aabDnvttRf+8pe/4LrrrsPmm2+On//8553q0427h4GW/3O2AenVoLp79u1ezYAZMANmwAyYATNgBsxAuxlwAzNgBuqLgQZ0+NpR16NCfR2QR2MGzIAZMANmwAyYATNgBsxAXTDQzwbhiU797A334XacgbGt1jS2eMf37JZmoO8xMGLECFx++eXNDmzUqFHNfPXieO2113DooYdiwIAB0OTH+++/v9NDW3rppXHqqafikUcewSmnnIIll1yy0326g3HFQCC9ApTwZgbMgBkwA72EAQ/TDJgBM2AGzIAZMAM9z0DwulHo+T17j2bADJgBM2AG+isDPm4zYAbMgBnoWwx4olPfej99NN3IwEILLYT99tuv5h6GDh3qx0vVZMZOM9Ccgaeffhq777578wA977//Puv6Krfffjs22WQTzDbbbDjmmGPw7rvvdmqA4403HrbYYgtcf/31eOCBB7Dnnntimmmm6VSfbty9DBT/MVvIlvbWwEADKxZqfaL4IMyAGTADZsAMmAEzYAbMgBkwA2agyxnQVWMDVHd51+7QDHSMAbcyA2bADJgBM2AGzIAZMAO9igFPdOpVb5cHO64Z0KpNM8wwQ8Uw5p57bvSGx21VDNpGFzDgLjrKwK677tpq04EDB7Ya74ngl19+iTPOOAOa4Ljaaqvhyiuv7PRu55hjDhxyyCF4+OGHMXr0aKyzzjqd7tMd1BcDweFEBILSxQyYATNgBsyAGTADZsAMmIG+woCPwwx0IQO8YAxdNfrasQtJdVdmwAyYATNgBsyAGTADZsAM9DcGumeiUzewqFUUjAaYg3HLwc9//nMcddRRFZ9w2X5fxu37Yv6b+K/4cNahMXjwYDz66KOtjuzee+9tNd6dwWeeeQZ77bUXNKFxjz32wFNPPdXp3Q0aNAjnnXdeejydJkvON998ne7THdQjA/wecljpfETpYgbMgBkwA2ag3zDgAzUDZsAMmAEzYAbazkADoKtHXzu2nTJnmgEzYAbMgBkwA3XCgIdhBsyAGagjBup2olO62GvgZV+OOuLMQ+nnDOiRU2ussUZiYbPNNsPaa6+ddFdmoB4YqOdz5zXXXINTTjmlTTSNbdWnNnXSjqSrr74a+l4vsMACOO200/D555+3o3Xz1Mkmmww77bQT7rrrLujRdzvssAMmmmii5on29CEG0v/kIgJggTczUDBgaQbMgBkwA2bADJgBM2AGzIAZqGQgeN0oVHptmQEz0LsZ8OjNgBkwA2bADJgBM2AGeo6BupjoVH1jXnbPUeA9mYH2M6BVnH72s581W92p/T25hRnoXgZ0Pq1G9+6xdu/vvfceakxeqp1M76hRo1h3b3n//fdx7LHHQo+U22ijjXDrrbd2eocLLrgghg0bhoceeghnn302VlpppU736Q56FwMN6b9ze9eYPVozYAbMgBkwA2bADJgBM2AGzEA3M+DuKxjghSOECqcNM2AGzIAZMANmwAyYATNgBsyAGWgjA+N8opNuwLdxrP0szYdbzwzMO++8aZLTjDPOWM/D9NjMQE0GxsV5V5OcPv7445rjqeX85ptvarm7xPfAAw9AKyzp8XQHH3wwXnnllU73u/766+Oyyy5Lj6c76KCDMNtss8Fb/2Qgwv+V2z/feR+1GTADZsAMmIHOMOC2ZsAMmAEz0G8YCKTVnMBrR3gzA2bADJgBM2AGzIAZ6GcM+HDNgBnoKgbGyUQn3WQvMLYDKfIsmx7jZy7qg4v9998ffi/q473w+9D8fWjPuXVsuZ2NH3/88bjxxhvb3c18883X7jYtNfjhhx9w4YUXYrnllsOyyy6LCy64AN9//31L6W3ya6LU4MGD0+pNeizfpptuip///OdtauukvsgAv4cgGoi+eHg+JjMwLhnwvs2AGTADZsAMmAEzYAbMQF9hoAG6csz+pthXjsnHYQbMgBnoKgbcjxkwA2bADJgBM2AG2shAj0900oSE1sameBkt5ZZzrPOmqm6sGtkfCcyDeehHn7QJoCwAABAASURBVIG2niNbypNf51DJ7sCDDz6IAw44oENdP/fccx1qV2706quv4pBDDoEmJW233Xb485//XA53SF9mmWVw2mmnpQlOJ510EpZYYokO9dNVjdxPvTAQSK8AJbyZATNgBsyAGTADZsAMmAEzYAbMgBlogYHgdaPQQrgFt91mwAyYATNgBsyAGTADZsAMmAEzkDHwk0z0TN3azXTFhPJIZLeEcp51M9ACA3abgT7PQEvnSPnLBy9bKPvKemuxcl57dK2ipEfWtadNde4mm2xS7WqTfdttt0FtZ599dgwbNgzvvfdem9q1lDT++ONjyy23TCtTabLUHnvsgWmmmaaldPv7KQMNPO4GVizUXMyAGTADZsAMmAEzYAZ6kAHvygyYATPQixjQVWMDVPeiQXuoZsAMmAEzYAbMgBkwA2agHhjwGMxAYqDHJjrVuokuX4E0GlaFLUkzFekGL35599Q8mAd/BvwZGNtnIJ04WZXzaKZSy5cCrBSj6LKiSU4vvPBCp/q78sor29z+yy+/xBlnnIGFFloIq6++OtrTtqWdzDXXXDjssMPw8MMP45JLLsFaa63VUqr9ZgBBDiIiSaouZsAMmIE6YsBDMQNmwAyYATNgBsyAGagLBgK8ZlQVlPBmBsyAGTADZqCLGXB3ZsAMmAEzYAb6BwPdOtFJN80LVNMpf+GTXkC+Qi9kLV8Rs/SkD38G/BnwZ6DpM1B9vpQtFBxJLyBfoRdSvgKFryPy4osvxjnnnNORps3aDBkypJmv7Hj66aex5557Yvrpp4dWWnrqqafK4Q7pq666Ks4///w0wWno0KGYd955O9SPG/USBrpkmA3pv3HT96dL+nMnZsAMmAEzYAbMgBkwA2bADJgBM9DnGGgArx15/ah/aO1zB9cLDshDNANmwAyYATNgBsyAGTADZqBPMNCtE51qMZRuAPJCrojJLuuyq/Hjjz+i2idbfuNHmANz0J2fAfddv58vnQerofer2lfYOteW9Vq2fJ3Fa6+9Bq3m1Nl+ivajRo0q1Ap51VVXpZWbFlxwQZx++un44osvKuLtNSaffHL88Y9/xN133w09+m777bfHhBNO2N5unN9vGcj+GzcC/q9ceDMDZsAMmAEzYAbMgBnojQx4zGbADPQUA8HrRqGn9uf9mAEzYAbMgBkwA2bADJgBM2AGmhjoC1qPTnTSDfaCNOmCbMmWUOumvXxCS23sz/8rqMHSnwV/BvryZ0DnQaH6GGv5yjnl8650QXHJroAmOX399ddd0VXq45133klS1fvvv49jjz0Wc8wxBzbeeOM0IUn+zmDhhRfG8OHD0+pNZ511FgYOHNiZ7ty2nzPAH71o6Occ+PDNgBkwA32UAR+WGTADZsAMmAEzYAa6iAFdNQpd1J27MQNmwAyYATNgBrqSAfdlBsyAGTADvYCBbpvoVH3TvGwXumRrKN+sl15AbQrdsn5Xm/F74/fGn4Hu/wxUnw9lC+K+LKVXQz+j5JMUynotW76x4YgjjsCf/vSnsaW1O67JSFphSY+nO/jgg/HKK6+0u49yg4jABhtsgMsvvzxNcDrggAMwyyyzlFOsm4EOMRDRX/8rt0N0uZEZMANmwAyYATNgBsyAGTADZqB/MRBIqzmB147wZgZ6JQMetBkwA2bADJgBM2AGzIAZGPcMdMtEp9ZulhexspRejfJNeulG90+YMMfm2J+BbvoM/Ngz/eo8qvdQUijrsgX92GlJlmPShSJX+thw5513YujQoWNL61D8ySefhB5h98MPP3SofdFowIAB2GeffdLkpquvvhqbbLIJfvaznxVhSzPQCQYakF4NqjvRjZuaATNgBsyAGTADZsAMmAEz0HsZ8MjNwNgYaICvHcfGkeNmwAyYATNgBsyAGTADZsAMmIGxMNDlE52qb4qX7UKXLFAtdWNekL8spRfQje5CryUVN36AOTAH/gz0jc9ArfNc4dN7XOjVsjiPyi9dKOuyBf2cKKT0arQWK3K/+uor6JF1hV1vcrnllsMZZ5yRJjideOKJWGyxxeptiB5Pr2cgkF4BSngzA2bADJgBM2AGajBglxkwA2bADJgBMyAGgteNgnTDDJgBM2AGzIAZMAN9jwEfkRkwA2aguxno0olO1TfDy3ahSwo6MMkCuvkuVNvytQbd5K9Ga/mO9czKMubZPPsz0HWfgepznOy28lucUyXVRrJA+Txc6GUpvYDaFHotucsuu+D111+vFRpnvl//+tfYeuutcdNNN+G+++7Dbrvthqmmmmqcjcc77vsMNPAQG1ixUHMxA+1mwA3MgBkwA2bADJgBM2AGzIAZ6BcM6KrRqwH3i7faB2kGajNgrxkwA2bADJgBM2AGzEAnGejSiU4tjaW4QS4pKE+yjP3P+xa7j/wOu434X5K7j/wWe575XcLeZ32PvakLgyn3Oes77HPmtwn7nvUt9hNo75/wPxxwZoFvcOCZGQ4a+V8UOJj6wSP/g0NyHDryaxQ4bMS/IRxOmeErHDEiw5ARX2LIGV/iyIQvKL/A0DMyHHXG50g4/XMcffpnCcdQHnP6vzCshGNP+yeE4ZTDT/sUwnGUx532CY4XTv0EJ1CecOrHEE6kPPHUj3BSIz7EyacSp3yIUxI+wKmnZDjtlPdR4PST30OBM6ifcfK7GJFj5MnvYORJ7+BMyjNPehvCWZQZ/oGzT8pwzklv4ZwT38K5CW/ivBObcP6JbyDhhDdwwQmvJ4yiHHXC33FhjosoLzr+NQgXU158/KsQLqG85PhXMFo47hWMSXgZlx5X4CVcdlyBF3H5ccTwF3FFwt9w5fAMVw3/KwpcfewLKHAN9WuOfR7X5rju2Odw3bDncH3Cs5TP4oZhGW4c9gwSjnkGNw17Gjcd8zRuTngKtxzThFuPeRLCbUc/iduOfiLhdsrbj34cd+S4k/LOox6DcBflXUc9ij814hHcfRQx9BHck/Aw7h0qPET5EO4bmuH+I/+C+4cSlH9OeBAPHJnhwSMfQIG/DPkzhIcoM9yPh4cI9+GRIcQR9+HRhHsp78VjR2R4/Ih7kHD4PXji8LsTnqR88vA/4akcT1M+ffhdEJ457E4UeJb6s4fdgedyPE/5/KG344WE2yhvw18PzfC3Q29FwiG34sWEW/DSIcLNePmQJrxy8E0QXqXMcCNeO1i4AX8/mDjoBrxO+fpB10N4g1J486DrkOFavHUQceC1+EfCNXj7wCa8c+DVEN494CoUeI/6ewdcifdzfHDAFfhg/wwf7n85hI8oM1yGj/fP8AnlJ/tdik8TxlCOwT/3y/Cv/UYjYd/R+GzfSxI+p/x834vxRQlf7nMRhK8oM1yIf+8jjMLX+xCDR+E/CRfgv4MLnI9vBhc4D/8bTOxN7HUu/rfXOfhu73PxreReZ+PbPc/Cd5Tf7XEmhG93H4nviP/tNgLfCkdfioaGhgqUz8eFXpbSx4azzjoLY8aMGVtaJ+Ntb/673/0Ohx9+eFq96aKLLsKaa67Z9sbONAOdYCDYNiIQlC5mwAyYATNgBsyAGTADZsAMmAEz0BEG+ngbXjCGrhp97djH32gfnhkwA2bADJgBM2AGzIAZMAPdyUC3TXTSzfTywMu29FoYdcd3uPDOH4jvcdFdPxI/4KI7qRMX/+lHXPKnH3DJXd9j9F0/YDTtMbQvrcD3uPRPGS5j3uXUL7vrO1wuUL/iT9/hiru+zZHpV975P1x557cJV0m/63+4SqB+9Z3foMA11DP8F9fcKXyDaymvveM/uI649o7/Jnn9nf9BAn3X3/E1Ctxw+9e48fZ/4wb6brzj3xBuorzp9q+Q4d9J3kz75tu+hOQtt0t+Aclb6Lv1ti9way5vu/0L3Hb757jtts9xWwm33/o57rj1M9xO3x23fYY7b/tXBvruvJV6jrso77rln7jr1n/iTznuvvVT3E3f3bdIZrjnlk+Q4dMk76V97y0f496bP8F9N3+M+275iPgY91O/n3qSN3+EPxP33/xhkg8k+SEkH6T+4M0f4MGbPiQopd/8Pv5y0weE5Pt46KYMD9/0Hh6+8X2CUvpN7+KRG98jJDM8euO7ePTGd4h38Rhlhrfx+A3v4PEbJTM8If3Gf+CJG97Gkzf8g/IflG/hyev/gadueCvD9bm84U08Tf3p6yXfxDPXv0G8iWeTfCNJ6c9e/zqeu+4NQlL4O56n7/nrKa/7O14gnideuO41/PXav+Ovkgmv4m+Uf7uO8trX8OK1r+JvxIvXvpL0lygzvIxCvnzNyyjwyjUv4ZVrX8ar11JSf/WaF/FqLl+7+iW8dvWLeI2+1675G/5O+XfJq/+G16/+K/6eyzeoN+EFvEn7zasprxKex5uUb131PN6i/AdlhudQyLevfA5vX/ks3r6K8qpn8Q7lu5L0vXvlM3gnl+9Rf+/Kp/FeLt+nfJ/2+1c8jQ+ueArSP7jyqaR/eMWT+JC+Dyk/ovwoySfx0eVPQPrHVzyBj6l/cvnjjfKT3P6Uvk8vfwyF/Cf1f13+KP552WP412WPorA/o/7ZZY+gkJ9f+gg+py18cdnDSZf84tKH8eWlDxGZ/Ir6V5f+BV+V5L9p/3vMX/D1mAdRyK8vfRDCf+j7z5gH8J9c/nf0A/hmzJ/xX/okM9yP/43+M9Ekvx19P74dcx+SHC15H76j/O6S+/D9JfcSmfxh9L34YfQ9+EG+i+/G9zl+uOhu/HDhXfj+oj/hh4vuwo/E9xfeSd+d+G7UHUj/L1g10Unn4uJcXdblq7blq8Zzzz1XN4+sW3311TFq1Kg0wenII4/EPPPMUz1c22agGxloaPqOdeNe3LUZMANmwAyYATPQzxnw4ZsBM2AGzEDvZoB/nNHVo/7mQrV3H4tHbwbMgBkwA2bADJgBM9B9DLhnM2AGWmWgyyY66eKs1p7KfunV0KOUBPmbtw9EBFiBNcG6sJPKil4mQG5VgexFAbCKoE0gbQFIJ6gh+AJ1IRPyZEAAoDOQvZA26vSBCNqBAKgL1ChUg1tQl6BEBgqAuQFQqAY3SvroADWCNQvoY6EIFC8qAJ0BIPhC2qjRByJoBwIqKGzK3CEXEQiAYM0CxgN8USJtAZpEZEK1YgQLIgLaAgEV0A5kLwqAFV2ICGgLBFRAmxqCL6SNWgARgQAI1iwo29BGJ0uFv7ApI1gxLRBQAW1qCL5U5KQLEQFtgYAKaFND8KUiJ12ISB6kOgCUbWijk6XCX9iUEayYFuArpAQ1EKEKkCY1z5NNF0VkQnWAW0ApEZSZBQSAsg1tdLJU+Ms287MsOlnGlgcwiQVslwRYs0A2ZUQgAII1C8o2tIVcUBUAgi8VFHmUSBsjQYV2EmDNgsKmZJSFTpZGP2iwgHEWikCkLNYsoDMJqGaAki6AlTyBoA6gsClBFx2QqkpmIOQiQhoRyDZKFjA5CbBmgWzKiEAwMVSHlJBGBFgBrJiCCNoAgi8V0A4AwZdK0oJ1tb9sQ5uSKMt+uiCV9r8XAAAQAElEQVSbMoIVwxWloQHF+Vbn3GoUufIXelnW8u+6665phahyXk/qU0wxBfTYvHvuuQe33HILtt12W0wwwQQ9OQTvywzkDASCmr56klRdzIAZGAcMeJdmwAyYATNgBsyAGTADZqD+GQhePwr1P1KP0AyYATNQrwx4XGbADJgBM2AGzED/ZqDLJjq1RqNujrcFzfto4A10enlznjVLA9JyCazkUp90sjTlMUNR+lQyfzmPQfahLIpktJLHuDLZi5IIasmhiibjKhqkPOX9aHyN/pSU5VfnpVBKbsN4mJfap0Z5f8mhKrNTqMijlDf1zJRifDyKzM1kujlM1XJRstAhI49KZQv6i/bqj0EK+hnOaip0apftzatoz27KNrtM+6GbKgchRRrV9u6HHaWi42Nz9ZJ6k7PmuPOMlsajdkxhH8xgh+XxqL8274fJbM6uVLM7aVSL/th72pUquhVVEkGLRfuhwUKDpTGP/dLJQieL8pJgD3SypJ7plpem/FLZLgnZclPS1eY8JqZWGgebUjTfj/pTXrP9sGVx3GyYSs08Nkx9MD8l0W6ex0juT2kaTG7nInPTn/pKFdvQzgNJy0YvD1uxaD+5pWSqzKC/+bizMKPMUaFWkUcfbfWXRNobfZQaipBbWUfy08FeWOclNVTVmMIAM+gq2tPRWH6kU+NsbbKT4o0NxqLst99+eOihh8aS1T3hRRZZBMcdd1xavWnkyJFYYYUVumdHfatXH00PMMCvGb+tPbAj78IMmAEzYAbMgBkwA2bADJgBM2AGeikD/MNN91459lJePGwzYAbMgBkwA2bADJgBM2AGzEDbGOiWiU7FjfJCVg9FfqG42S5ZnZPZgbQygqrkCIBFlVwRyQDolBoR1JKFbKMdQAQraAvqlLID1FlBW1AHEci2oA6wRkpVBW30BOhjBW2ULHSoEDIyv5pEBIJmpJoKJV2ICBlEUJcIVqCeSWrUWVflRQQCQIRqcAvqIALZRslChwohQ5GgDiKgLRASREBdRQR1laiwI0JOIir8QJMdACJUg1tQBxHINkoWOlQIGYoEdRABbYGQIALqKiKoq0SFTUtOglqAMVbQFtRBUALIanCjFkAEK2ijZKFDhZCR+SPQzKaHPtal9lIjmtohqQG5IgLZFo120BEI1ioBpUSEDIKSRU65ImTQjYDUiJCB0CukBuSKCBlENLMRdLNSSkQy6AhIjaDMLNYqtAOMsYK2oE5Z5FHSYsn8EUFdJdqch2A+27EgQgZtBKRGUNLMaiqgFkAEK2gL6pS0IwnVVBCgK0EWkNmgMwAK1UgbXSWbfhY6VBJSEgLlPFqZm3XZDzASrOUEkARtakmPSAaAgNQEALSQbdQCiGCFfJNKm6XkD+pIADdaQIBboDIPFXaAW15lebSrS0ND44pOOu/qPCxUp8ku/IWUr4zrr78eJ554YtnVo/rDDz+M/fffHzPNNFOP7tc7MwNjYyAiEGNLctwMmAEzYAbMgBkwA2ZgHDLgXZsBM2AGxiEDvGAMXTXy2nEcjsK7NgNmwAyYATNgBsyAGTAD/YABH2JfZqBLJjq1dCNcxClWjdb8ijWhAY1t6aQFOhJ4v55q9t8v8hd20vUfMSlEiwH1web0ZjYbqhBMYpyKCsF4lkVdu6HNeNGeHvpzHzukRlfWB9NSjI4sktzKyMBuGaLOxOr+2DAPp0Z5ngTzGUl1CiWN6TS4F2YkXf3JoygddFOjQ/5kq4/cZkQWc9hBPpaUR1NO6Qm0JVP7lMeoZGrNXsr90U+3WjBdMSKz1CghpWRVFim3V2PabMzCtspjFhs22imc8qgxzpLF6GML6symM+n0qdBDPz30qztqdFW2Z0LyKUXHq5wEpimWfAqqA3Za2ClMWzmCUhRTWtFedtJTHiNMYmG6WnO3yU+dTpbMT5OKClG0pqzyszcW+XNkljol5JNgI3ZMi31lNj3cK2sWORmmkMG4IlLpzARrFiaoEOqplby8fXbcWR5dVNiO/cgvmxb7klsaZeakQrvI4/HQkfJU0U3BmoWKCsF85qnmkJkuTYJJLNSYw5pBmSmaFGqUHR2P2rE5+2bNQkWFYL+l8TTm1Ti+1KyGXy52pEI09Vft525YGGdHY9sPExtLsaJTaiNeCAXLdqHLXwuKf/jhh9Aj62rFe8r305/+tKd25f2YgTYywO8kv6z6jvCr2cY2TjMDZsAM1CEDHpIZMANmwAyYATNgBsxA9zHAC8Z09ci/yVDtvv24ZzNgBsyAGTADY2PAcTNgBsyAGTADvZiBLpnoVOv4daOvJb9iBbSqiFArF8V/t0T6PxdaQVcG1ohINYIvFdCWLiAAFDYluAUCkE5QQ/AF6kIm5MmAAEBnIHshbdTpAxG0AwFQF6hRpBpAQG5V1CCwolsakYLgFoB0ghqCL1AXMiFPBgQAOgPZC2mjTh+IoB0IgLpAjYK1bAQyQYkMFCk3swLZRqlEghpTWFMHwUIRKF5UADorbNCiD0QACL5AXQgAwRdkg1rQph7SCRWUbWgLyCdQQ/AF5giZkCcDAgCdgexFAbCSBfrBrVGnHdU2HRGB4kUFKNvQFpBPoIbgC8wRAqBQTQlKFjAWyF4UDEiXCGgLOZkDIugIBFQgW6okIr1YMSadIhngFgBzBGoIvlRAXwAUrJMuCdABagRrFqQY3ZCRS6llf2FTRkTKTHUAqLZBJwuq/VV2gK8AUOWvsKGNSSwV/sKmjAgE00J1SAlpRIAVoIoqxpIX4CsAtJYHbUxiaTGvtfaldi22B5NYoH4Kyd0GAiqQH0DwhbQFklr204XCziVKm8I69+qcK1lGKa1RVbzRKCma5PTBBx+UPD2vDhgwoOd36j2aAQAtkxBIrwAlvJkBM2AGzIAZMANmwAyYATNgBsyAGWiBgeB1o9BC2O66YMCDMANmwAyYATNgBsyAGTADZqB+GejyiU7lG+OFLllAVBR6tVSsEg0ACxpUKULJIqeE2ssru8hL/mQoov+PYbS6Pe1meXS0qT/mNRtP0R+l9so9Zim0U3q9j6c0vqRy3DqOxJ4OgE65Os0P+1G/BT/qT91X7IcJyaZUXmqindNOfjWgUy61p5uFThaRngTjdLKkFuxGXpryS2XjJGTLTUkXm8vLdNoquUY188umQZHZqXepbJwJ1eqQkoUdZumpzvyZW3Vmp1DRPhmZny42z/Ka7aeUl1Qls1mzvNzPAafCDrP0VLMBpfaQ2smkrVIzj4lt4LtxP6k7dcZ2LfVX4Vce8yVaHY8SlEdZV+PhAbdlPBw2OUq1WlCXyI44q2nnx9eMH76falnOYyr7yDypTglJY3MZ6q8JWtGppUlOTeNvyi+0cuykk07CddddV4TGmfzHP/4xzvbtHZuBlhjQt45f1fTVbCnHfjNgBsyAGTADZsAMmAEz0AcY8CGYATPQKQbS1aOvHTvFoRubATNgBsyAGTADZsAMmAEz0AMM1O0uunyiU/WRlm+QS28N1W2h/20J1hG47LAJcOlhE+LSw4nDJqKcCGMOnwijEybG6CMmxiVHTNKIiw+fBBcdPikuOkKYDBceMRlGCUMoh0yOUcQFQ36L8ynPlzzytzjvyClw7pApcM6RU+Jc6pLC2UdOBeGsI6fGWUOnwplDp04YOXQajDxqGow4aloik2cMnRanD50Opx8lTJ/kaUdNj1MTZsCpR8+AU44egJMpT5Y8ZgBOOmbGHDPhxKNnxAlHz4QTjhFmxvHHzIzjjpkFxw2bGcOHSc5COSuOHTYrhg2bDcceS3nsbDiG+tHDZsfRxwpzJHnUsXNgaMKcGDp8Thw5fC4ik0OoHzH8d0g4bm4cTv2w4XPjMOqHHTcPDk34PQ45fh4ccpzk73Hw8fPiIOJA4qAT5sWBJ8yHA4+fDwccP3/C/pT7nzA/9jthgYR9T1gQ+564IPZpxEIYfOJC2PvEhbH3STmo73XiItjzJOLERZPc46RFsXvCYtj95MWw28mLY9dCnrI4djl5iRxLYmfqfzx5SfzxlCWx0ylLUS5FuTT+QH3HUyhPXRo7nroMdiC2P3VZ7HDaMtj+tGUhfbtTl8O2Cctj29OWwzanLY+tiW1OWwFbn74CtjptILaSPH0gtiS2OH1FZFgJm1Pf/PSVsNkZwsqUK2PTM1bBJmesjI0lR6yCjUcMSthoxKrYiPqGlMIGI1aDsP6I1bH+yNWw3sjVc6yBdUeugXVGrol1zqQ8c02snbAW1jqTOGvtJNc8c22skbAO1jhrHaxOrEasfta6WO3sdbHq2evlWB+DqK9y9voQVj57A8oNILkS9RXP3hArnbMhVjxnIwwkViAGnrsRVjh344Tlz90Ey52Tg/qy526KZRI2wzLnbYalG7E5ljpvcyx53hZY8nzK87fAEsTi52+JDFsludj5W2FRYpHzt8aiF2yNRS7YhtgaC1MuPGobLHTBtlho1LZYcNR2xLZYgFKYf9T2yLAD5rtwe8w7agfMe6GwI35/4Y6Y58I/YJ6LKC+S/APmvmgn/O5C4Y/4HfW5Lvoj5kzYGXNevDPmuHgXIpOzU5/t4l0x2yW7YtZLdmuUs1Cf+eLdMcslu2PmS/bATJQzSo7eAzOO3jNhwOi9MMOYPTFDknth+jF7Y7rRwmBMR33aMYORYR9MM2YfTD1mX0x9KeWl+2IqYspL98OUlzVhisv2x28v3R+TX3oAfnvZAZg8x2SXHYjJLj8Qk15+UMIklMLElx+Mia84GBNdcQgmujzDBOcNBni+ZKEINNsaGtIEqFrnYeVW++Ur4+GHH8Z+++1Xdo1TfdCgQeN0/965GahmQN+6iEBUB2ybATNgBsxAP2PAh2sGzIAZMANmwAyYgRYY4AVj6KrR144tEGS3GTADZsAMmIHexIDHagbMgBkwA+OKgW6f6FQcmG6gS5dsCYpXoumm/E840o2W/yWEDSkzjIcNlx8PG1Rh/eXHx/orNGE96hl+hfVW+BXWrcCvsc4KJQzM9LUH/gZlrEU7wwRYa+AEWLMZJsQaA4kVm7A69dVXnAgFVqPehImx6oqVGER70EqToMAq1JswKVZZaVKsXIWVVpoMCStT5liRcsWVJ0eBgdSb8FussHIJq/wWy9NefpUpUGA56k2YEsuuUo2psMwqOQZREksnTI2lB2VYirIJ02CpQdNgySosMWhaLLFqExanvviq06HAYtSbMD0WXbWE1abHIgkzUDZh4dVmQIYBlAOw0GqVWHC1GZGwOmWOBSgXWH0mFJifehNmxnyrl7DGzJg3YRbKDL9fYxY0YVbqs2KeNSox9xqzIWFNSuJ3jZgdv1szw1yUTZgDc65ZwlpzYA7ac6w1JwrMTj3DXJh9rbkwWxVmpT3rWr9DwtqUxCwJc2OWtTPMTNmEeTDT2lVYZx7MuM7vKzCAdoZ5MWCdeTFDBebD9OuUsO58mC5hfsomTLvu/MiwAOUCmGbdSky97oJIWI8yx1SUU623EApMqMUnuQAAEABJREFUSb0JC2OK9UpYf2H8NmERygyTr78ImrAoJlu/OSZdfzEkbEBJTNKIxTHJBotj4mZYAhNtUMKGS2DChCUpM0yw4ZJowlL4zYaV+PWGS6MRG1EnfpWwDH61UYbxKZuwLMbbqAobL4tfbrwcT58NQJrMJEGdnnLRik7V51/FC5/01rDbbru1Fu7x2J133tnj+/QOzUDLDPB3FgbT94nSpRUGHDIDZsAMmAEzYAbMgBkwA2bADPRXBvjnGl09+tqxv34A+tlx+3DNgBkwA2bADJgBM2AGzEA3MfCT7uhXF2rlfgu7kIpJL6BHKcnXHIGIACt4MwNmwAz0BwY6d4zZ+TI7bVKv6kye4rwrqXAhq3XZQhHXJKdnn31WrrrCXnvtVVfj8WD6MwOB4OGn7x+lixkwA2bADJgBM2AGzIAZMANmoDUGHOvPDASvH4X+zIGP3QyYATNgBsyAGTADZsAMmAEz0HEGOjXRSTfAhdZ2Xx2XLaiNZAHZzdGgxUm0NIlChhkwA2bADLTKQAOj2XmzQSqtctGKTppYWpx3q6Vy5ZMs49JLL8WZZ55ZdtWNPmrUqLoZiwdiBsSAvns1vn4KGWbADJgBM2AGzEDbGXCmGTADZsAMmIE+zICuGoU+fIg+NDNgBsyAGTADZsAMtI0BZ5kBM2AGOsRApyY6Ve+xfINculDkVOuFLVmgyG2SgbQygqompzUzYAbMgBmoyUDQG/l5k2pVidzWOVdqIaWXUfgl33jjDWg1p3K8nvSvvvqqnobjsZgBfv8CYR7MQLcz4B2YATNgBsyAGTADZsAMmAEz0CsZ4AVj6KrRf+/ulW+fB20Gep4B79EMmAEzYAbMgBkwA2agFgNdOtGp1g7KPt00F+STLCC7NrQySYbacXvNgBkwA2agiYGGtAJeWlGGFa2mEDWt6KTzLlWUpfQCigmyJXfffXd8+eWXUusWCy+8cOXYbJmBccIAf18BUeO7N06G452aATNgBsyAGTADZsAMmAEzYAb6OgO98fj4xxpeOaa/y1DtjUfgMZsBM2AGzIAZMANmwAyYATNgBsY5Az0y0am4YV4cbWGXZaEXOZkMQP/dIsBbVzDgPsyAGejLDGTnTNY8dQai6lBl61wrKFRI6bVw9NFH484776wVqivfk08+WVfj8WD6KwPB7xwRoIQ3M2AGzIAZMANmwAyMcwY8ADNgBsyAGahXBoLXjUK9js/jMgNmwAyYATNgBsyAGehNDHisZqA/MtAjE53KxFbfWJctlHOa9AaABQ2qmrzWzIAZMANmoBYDPFfyfMmap03VlTmFR+dcQdFCSi/jnnvuwZFHHll21bW+5ZZb1vX4PLj+wYC+Y/wKpl9d+scR+yjNQK9mwIM3A2bADJgBM2AGzIAZMAPjiIF09ehrx3HEvndrBsxAv2PAB2wGzIAZMANmwAz0QQZ6bKKTbqYLBYdlvfA1lwEt5hQRzUP2mAEzYAbMQBUDPFfyfMnCcyf1qigaGlj0x7TKQPl8XOiPPvooNt98c+ixcBNOOGFlgzq0xowZU4ej6s1D8tg7woC+dRGB6EhjtzEDZsAMmAEzYAbMgBkwA2bADJiBvs8ALxhDV411c+3Y9yn3EZoBM2AGzIAZMANmwAyYATPQ9xjosYlOtajTDfUymudkN+WV0zxmjxkYRwx4t2agbhloANJkJgnqVeOs9pTPrdKFoskhhxyCiy66CI888gj+9a9/4Z133oFWeTrrrLOw9957Y/XVV8css8xSpFuaATMA/s5CFvQ9qv6u0e1iBsyAGTADZsAMmAEz0BsZ8JjNgBkwA13NAC8YdfXoa8euJtb9mQEzYAbMgBkwA2bADJiBTjDgpr2OgW6f6KSLtmpWavmqczI7EBFgBW9mwAyYATMwNgay82V22qRelS6Pzr8FqsKtmlNPPTWWX3557LTTTjjppJNw880347XXXsO3336LF154Addeey2GDRuGbbbZBosvvjgmnXTSVvvrjuDMM8/cHd26TzPQRgYCwcz0/aN0MQNmwAz0BwZ8jGbADJgBM2AGzIAZMAMdYSB4/Sh0pK3bmAEzYAbMgBnoeQa8RzNgBsyAGTAD9cZAt0906twBN2hxEi1N0rlu3NoMmAEz0C8YaOBRZufNBqm0yqWGqxzukP7zn/8cc889N9Zbbz0cdNBBuPDCC/Hwww/j008/xYcffogHHngA5513Hvbbbz+stdZamGOOORARHdrX2Bq98cYbY0tx3Ax0OwP67uXftW7fl3dgBsyAGTADZsAMmAEzYAbMgBkwA72RAV01Cr1x7B5zDQbsMgNmwAyYATNgBsyAGTADZqCHGRhnE520okhxrGW98GUyeEMcRMCbGTADfYkBH0v3MKBzZfCciQRUbVFly6x1/q3lU257McUUU2DppZfGDjvsgOOPPx433ngjXnrpJXz//fdJ3nDDDcmvuPKU3959VOfrkXrVPttmoCcZiAhET+7Q+zIDZsAMmAEzYAbMgBkwA3XNgAdnBsxABQO8YAxdNfLascJvwwyYATNgBsyAGTADZsAMmAEz0KsZ6NnBj7OJTjpM3UwXpNeGVibJUDturxkwA2bADDQx0JBWwEsryrCi1RSi9iN9FOO8/OQnP0krO6299tpppSet+KSVn7QClFaC0opQWhlKK0RppSitGKWVo9oy8Ntuu60tac4xA93AAH9fAcHvWfV3rxt25i7NgBkwA2agrzDg4zADZsAMmAEzYAb6FwO8YOSVI/Q3car969h9tGbADJgBM2AG+jMDPnYzYAbMgBnoUgbG6USnsR9JAPrvFgHezIAZMANmoHUGsnMma546A1GVLFt/SKty15U56aSTYvHFF8c222yDYcOG4dprr8ULL7yAb7/9Fq+99hpuueUWnHzyydhpp52w/PLLY+qpp242/sGDBzfz2WEGup+B4HeOCFDCWxcx4G7MgBkwA2bADJgBM2AGzIAZMAN9j4HgdaPQ947MR2QGOsqA25kBM2AGzIAZMANmwAyYgfYwUOcTnRoAFjSoas9hOdcMmAEz0OcZqHGAPFfyfMmap03VlSmFp5jsVMjKrPq1ZpllFujRdHvvvTfOPvts3HvvvXjvvffw+eef47HHHsPo0aNx6KGHJl/9HoVH1pcZ0HeMX8H0q0tfPk4fmxkwA2bADJgBM2AGzIAZMAM9yoB31ucYSFePvnbsc++rD8gMmAEzYAbMgBkwA2bADJiBnmKgxyc6te/GekCLOUVEO/lwuhkwA2agPzLAcyXPlyw8d1KvoqDsad+5uKqjOjMnnHBCLLLIIthiiy1w1FFH4corr6yzEXo4/YUBfcciAtFfDtjHaQbMgBkwA2agLhjwIMyAGTADZsAM9CIGeMEYumr0tWMvetM8VDNgBsyAGTADZqA+GPAozIAZMANNDPT4RKemXbdFa0irkvSlG/JtOWrnmAEzYAY6xkADeNJUIahXddLcU5Vg0wyYgU4wwN9Z2Fq/s/i7RiJc6ocBj8QMmAEzYAbMgBkwA2bADJiB+mGAF4y6evS1Y/28JR6JGegzDPhAzIAZMANmwAyYATPQjxio84lOgYgAK3gzA2bADJiBsTGQnS+z0yb1qvTmnqqEfmj6kM1A1zEQCHaWvn+ULmbADJgBM2AGzIAZMANmwAyYATNQPwzU10iC149CfY3KozEDZsAMmAEzYAbMgBkwA2bADPQWBup8olMDGhpIZaooXXqSAe/LDJiBXsdAOmGm82at06aive6QPGAz0MsY0HfP37Ve9qZ5uGbADJgBM2AGzIAZMANmwAyYgR5lQFeNQo/u1DszA2bADJgBM2AGzIAZMANmwAz0GQbqfKJTIK2MoKrPUO4DMQNmwAx0FwPBjiM/b1KtKlFl2zQDZqDrGYgIRNd36x7NgBkYpwx452bADJgBM2AGzIAZMANmoIsY4AVj6KqR145d1KO7MQNmwAyYgS5jwB2ZATNgBsyAGTADvYWBOp/opBWdMvQWQj1OM2AGzMC4Y6ABWs4prSjDilbFUKrtiqANM9BRBtwuZ4C/r4Co8d3LEyzqgIEff/wRb775Ji655BLsuuuuWGONNbDoootioYUWSlhkkUWw2mqrYbvttks5ylWbOhi6h2AGzIAZMANmwAyYATNgBsxAX2CAf5zhlSP/fKO6lx2Qh2sGzIAZMANmwAyYATNgBsyAGagTBup8olMA+u8WAd7MQO9jwCM2Az3LQHbOZM1TZyCqdl5tV4VtmgEz0CkGgt85IkAJb3XGwBdffIELLrgAgwYNwoYbbojTTz8djz32GD788EP88MMPjaPVpKaPP/4Yzz//fMpR7sCBA3HGGWdAfTQmWjEDdcbAAw88kCbrFZP2elLuvPPO+M9//tOMkSFDhjQbkyYZNkvshOPTTz/FOuus02w/4qMT3Xaq6f/+9z/ssccezca07LLLpnNLpzqvaiw+u+K91oRPTfzcaKONMGzYMIi/f//731V7a5upz4I+E9XjUp9t68FZrTEgHqu51eegtTaO9RwD5T3V+i7ofKXzVjnPuhkwA/2VgeB1o9Bfj9/HbQbMgBkwA2bADJgBM2AGei8DHnl9MFDnE53Sv7ikFUrqgy6PwgyYATNQzwzonNkA1uk/A6tHKn+1z7YZMANdx4C+Yw2sWLquU/fUKQZ0k1ETnNZcc02cddZZ+Ne//tXu/r766itcfPHFUB/nnHMONImh3Z24gRloIwOaXKLVxsoTGfrIJIY2MtD701555RU899xzzQ7k66+/xh133FHzd7RmyT3s0IRPTfx84403cN1112Hw4MFYYYUVsP322+O1116ryzH3MEXenRnodwzonHXmmWfi1Vdf7XfH3hsOWL+P6veDxx9/vDcM12OsyYCuGrO/39QM22kGzIAZMANmoPcy4JGbATNgBsyAGegRBup8olNAizlFRI+Q4Z2YATNgBno3AzxX8nzJwnMn9aqDae6pSrBpBsxApxjQdywiEO3uxQ26g4EXX3wRW221VZrgpAlPnd2H+jjvvPOw+eabQ313tj+3NwPVDDQ0NGD06NFptbHqmO3ew8Cjjz4KTRCoNeKnnnoKn332Wa1Q3fm0wp0mbG2xxRZpVTvdVK+7QXpAZsAMdDkD+u7feeedabW8a665pmLlyy7fmTtsNwP6XeGJJ55Iv49qhdJvvvmm3X24QR0wwAvG0FWjrx3r4M0YF0PwPs2AGTADZsAMmAEzYAbMgBnoCgbqfKJTQ/rvUV3Id8XBug8zYAZ6IQMecjsYaEgr4PE+aTp3VjdktNpl2wyYgS5jgL+zsC/9zuLvGokYh0Xvwd13340//vGPeOutt1ocyU9/+lNMOeWUWH755bHeeuslrLzyyph22mmhWEsN1af61j60r5by7DcD7WXgwQcfxJgxY9rbzPl1xIBWjbvnnntaHNGbb76JJ598ssV4PQa02pNWDTnppJPw/fff1+MQPSYzYAa6iAGt6qaV3FTcAOMAABAASURBVA455JBxNymzi46lL3bz0Ucf4YADDoBWftTvo33xGPvNMfGCUVePupag2m8O2wdqBsyAGTADZsAMmAEzYAbMgBloZKALlDqf6BSICLCCNzNgBsyAGRgbA9n5MjttUq9Kb+6pSrBpBsxAJxgIBFun7x+ly7hj4L777sMRRxwBrcBUPYqf/OQnWHzxxTFixAg89NBDuOWWW3DCCSfg4IMPThg2bBhuuOGGFFPOvPPOC7Wp7kd9ax/aV3XMthnoCAMffPBB+lx2dNWcKaaYIk3WKybttUXqu1A91sknnxxrrbVWu/paYokl8LOf/ay6q35pv/zyy3j77bcbj3288cbDJJNMgmLTSik673T0fS76aU125D1cY401MNNMM2HCCSdssWudGy+77DLopmyLSQ6YATPQqxnQpMYXXnihVx9DXx68Vtq69957oZ8lffk4+8+xBa8fhf5zxD5SM2AGzIAZMANmoO0MONMMmAEzYAbGzkCdT3Rq4B9SeRBanoTCxQyYATNgBlpjQP8LmJ03a502FW2ttWNmwAx0ngF99/xd6zyPHeghNfnb3/6G4cOHo9Ykgplnnjk9FkyP+VhsscVanZihSRvKOf/88zFy5EgMGDAg9V+utI/DDjsMDzzwQNlt3Qy0mwGtknPGGWdAK2m0u3HeYPbZZ0+T9YpJe22RG264Yd66Seizvu+++7arry233BK/+MUvmjrpp5pWPrrtttvw3XffNTKw0EILYdCgQY22FD0O7pVXXpHaLejIezhkyBBcddVV0Ep1l19+OeaZZ55mY9ONdcW0KlWzoB1mwAyYATNgBsxAOxnQVaPQzmZONwNmQAwYZsAMmAEzYAbMgBkwA2YAdT7RKZBWRlDlN8sMmAEzYAbGwkAwHvl5k2pjyZTIhGszYAa6kYGIQHRj/+66ZQY+/vhjDB06FHp0VDlLKzJphZoLL7wQmgwS0fZ3KCKw8MILQyscrLbaauVuk67JTlr5SavxJIcrM9ABBq688so0waQDTd2kjhj48MMP8cwzz1SMaNZZZ8VSSy2Fn//8543+r7/+GnfccQfqcWWkiIDGfPbZZ2OdddZpHHOhfPLJJ7jmmmvqcuzFGPu6XGaZZdLjD/UIxAJbbbVVXz9sH58ZMAPtYsDJdc8AL0dCV438uVv3Y/UAzYAZMANmwAyYATNgBsyAGTADdcpAnU90akh/RO3WPwLX6RvjYZkBM2AG2s9AA3jSVCF4/qzqgNEqj00zYAa6jgF954gGous6dU9tZEC/K44ZMwavv/56RQtNctIjvLS6zfjjj18Ra4+htocffnh6nFd1O63Cc/HFF0OruVTHbJuBsTGgVcj0+dFqOWPLdby+GdDjMD/66KPGQer8M/fcc2O22WaDVllqDFD5y1/+gnqeIPl///d/2H333Wuu7PTII49AE554GL2zeNRmwAyYATNgBsY1A/zjjK4adQ1DdVyPxvs3A2bADJgBM2AGzEDfZMBHZQbMQJ9noM4nOgWg/24R4M0MmAEzYAZaZyA7Z7LmqTMQVcnVdlXYphkwA51iIPidIwKU8NbDDLz88su45ZZbmu11xRVXhB7DpUfRNQu206E+9thjDyy66KLNWt5+++14/vnnm/l7m8Pj7VkG/v3vf0OPUiyvQjbZZJP17CC8ty5h4D//+Q/uu+++ir4mn3xy6JGZE044Ieaff/6K2Pvvvw89wq7CWWeGxr3ppptCE7bKQ9PKVW+99VbZZd0MmAEzYAbMgBloNwPB60ah3Q3dwAyYATPQJQy4EzNgBsyAGTADZsAM9HYG6nyiUwPAggZVvZ1qj98MmAEz0N0M8FzJ8yVrnjZVV+6vuacybqtVBhw0A2NlQN8xfgXTry5jTXZClzGg/4S++eab8eWXX1b0Of3002O33XaDJihVBDph/PrXv4YmO00yySQVvehRVNdee61XdapgxUZrDOhze+655+Kpp55qTJtpppmwzTbbNNpWeg8Df//73/Hiiy9WDFgrOWmyU0RgueWWq3h8nRI1QVKPv5Rer5hvvvkwzTTTVAzvu+++gyaXVjhtmAEzYAbMgBnoWwz0wNGkq0dfO/YA096FGTADZsAMmAEzYAbMgBkwA32TgTqf6BTg34WJ6Jvs95mj8oGYATNQHwzwXMmTJkvN8yaj9TFMj8IM9FEG9B2LCEQfPb56PSw9/kmPgaoe3yabbIKpp5662t1pW5MX1l133Wb9PP744/AqJ81osaMFBrT6jybHFWE9Kmyfffbpls9ssQ/L7mPgrrvugiY8lvew9NJL4xe/+EVy6bwxYMCApBeVVnR65ZVXCrMupSZ3TjnllM3G9vHHHzfz2dGfGPCxmgEzYAbMQKcY4AVj6KrR146dotGNzYAZMANmwAyYATNgBrqbAfdvBuqbgTqf6NSQViXRfzzXN40enRkwA2agHhhoAE+aKgT1qiE191Ql2DQDZqATDPB3FrbW7yz+rpGIHiyPPvoo9Bio8i41wWmppZYqu7pMjwisvPLKqF7VSY8fu+eee1rdz5AhQ7DQQgs1YoUVVsBLL73UaptawQceeKCxj6K/Sy65pFbqWH165Nbdd9+NAw88EGussUZ6NF/R5zLLLIMtt9wSZ555Jt5+++2aP1vGtgMdn46z6FNS41c7fV/++te/YvDgwdC+FFtyySWx3Xbb4YorrsAXX3yBN998E4MGDao4Xtnyq4+OoNaYhg4d2qHja7b/Njj0eR0xYgTKq/lsscUWWGSRRdrQ2in1xoC++0888UTFsHR+mHfeeRt9E000ETTxqdFBRROj7rjjjh773HGX7S6agKdH2FU31GMXq33j2q6n8+tHH32ESy+9NJ3L9PNC57YCAwcOxEYbbYSTTjoJL7zwAr7//vt2UafzZ9FXIVs7/3/66adYZ511Ks6h6qO80+LngFYsLI930UUXTW2PPPLI9KjFH3/8sdysw7r40Zj180V8FMehnwM6/994443NJg4qv8iT3HnnnaFxd3gQHWio/d12223Ydddd0+8BGoegn1sbbrhhek/feOONbvlOf/vtt3j44YcxbNiw9Pkp86Yx6L3Sz3CNTZ89/ZzRz9ixHWb1z8NbbrmloolWy9T7pH0U0OdJn6uKxBaM7hp3C7tLbr1PLf1eo/dqrbXWSr/zKKcrz2X6nUWfXb0Hq622WvqZXnCm90ufbb03+vyngbahEs/iu+hHj7utbqbfoYq4pH7n0vtanWe7zhjgBWMD+Gog6mxoHo4ZMANmwAy0gwGnmgEzYAbMgBkwA+OUgTqf6BSICLCCNzNgBsyAGRgbA9n5MjttUq9Kb+6pSrBpBrqZgb7dfSB4gOn7R+nSMwzoBtqDDz7YbGea5DTVVFM183eVQyuz1JqU8swzz/T4jdeOHpMmWZx44olYaaWVGm/4ffjhhxWP39PNQt0sGzVqFNZbbz1olSxN6GjLzdOxjUs3988777w0EUA33bUvtdHkn+effx4a2+qrrw7dENSNO8UK6MafxlHY7ZX6zOjmbdHu5z//OVZccUVE6FtceLtH6vg0wUETx4o96Aa1biRHdP/+i31adh0DTz75ZJqQV+7xd7/7HaabbrqyCzov/epXv6rwaTU6rUpX4awjQ59X3byvHlJXPhK0uu/ebGuSy/bbb48111wTp5xyCnQu00S48jGJT+Vdfvnl2HbbbbHqqqviqquuqpj4WM7vTl0Tl+68806svfba6eeAJtKUx/vDDz/g3XffhR4Pq+PSRBqtXtbRnwE6n++///6JH03Y0M8X8VEco34OiLOjjjoq8TJ69Oh2TwQr+upKqXGdccYZadLt4YcfjsceewxlnvQ90eRbvaeaxKYJLXqPu2IM4kx8LL/88unRuddddx3Ud5k37UfvlX6Ga2z67GlyzA477NDskZrK7QmMi3G35fcavVeaBKZJTprgrQlImuis8XaUF7U9+OCD0+Q3vVd6D7Tqnb5fRZ96v/TZ1nuj84O+T3ofi7hlf2UgkL367vH7yMyAGTADZsAMmAEzYAbMgBkwA93JQJ1PdGpAQwMPP1WULmag7zLgIzMDXcBAOmGm82at06aiXbATd2EGzEArDOi75+9aKwR1ceiTTz7Bq6++WtHrT37yEyy22GKIiAp/Vxo//elPoVUBqvvUjU7d8Kr215utSUIbbLBBWjVJN/3Qxu31119PK1noRp5u/LaxWc20yy67DOeffz7KNwKrE/W4r7nnnjut9qT3tRzXBJH2jL1oq9UbtApYYUvOPvvs0H6kdyc0OeDKK6+EJloV+9HKP7vssgv0iLDCZ9l7GNDkAk3Uq/4ca1Wc4rF1xdHMNNNMmHnmmQszSd1w12c5GXVYaULif//732Yjm3766Zv5+rND321NVtKERT2SsPrz0Bo3n332GY4//njstNNOzVYnbK1dZ2M6Fx5yyCEQNIa29KfJG4ceeig0SUmfjba0UY740fdk0003xb333tvqeV/5gn7GnHbaaTjssMOgsco3LqCf65qQdvHFF7d5IrNW6tpmm22gyTStfBZaPRy1088LrRSlVYLa+/NO7fVZ1Ni1ipDeg1Z32EVB7XdcjPuVV17BZptt1u7fa3QOv+mmm6DPpj6j7eFJubfeeiv0HmkCoPpqC43iSO+N9nnBBRfUxWS+tozbOd3BgK4ahe7o232aATNgBsyAGTADZsAMmAEzUCcMeBjdyECdT3QK3qQCEfBmBsyAGTADY2NA58rgORMJqNqiyrZpBsxA1zMQEYiu79Y9tsDAe++9V7GqgtI0caR6JRX5uxpzzDEHJptssoputcJDPa/OoptyWpljr732giaJVQy+jYZu0Omm4EEHHdThm896xN8555wz1pvdekSdJgBpRacZZ5yxYoR65F1HVkP4+9//jtdee62iryWWWAITTDBBha87jBdffBFjxoxpPG5N3tLkBq3+0x3767199p6Rv/XWW3j88ccrBjz11FOj/Ni6IqjP8nLLLVeYjVITndo7iaGxcTcrOj5N9CjvRp/bWWaZpezq9/p9990HTcrpzPuoc5rOzT3xM0QTh4455hj86U9/avd7p58BmjijySxtaayfO9qPfmaUV9JrS1vlqO0BBxyAjrRV+85A52xNRNUk3/b2o4laRx99dHrkX3vbijP9rNDqf+qnve3L+Zp8c+aZZ0Kf0bK/0LWioVbAnGaaaSCMP/74RShJfd9/+9vfppjigmz5U0Kp6slxl3YLfWc0IU6/E5b97dH1+dJntCWeqvvSRD+tSqnHOnb0PdJ7o9+FtIKl+qveh2zxLL7Fu1DrUaL6vVexAno/9b6qvVHHDPCCMXTVyGvHOh6lh2YGzIAZMANmoAcY8C7MgBkwA2bADHScgTqf6KQVnTJ0/BDd0gyYATPQXxhogJZzSivKsKJVceDVdkXQhhkwA51kgL+vgKjx3etkx5XNbVUwoEfqfPfddxW+KaecEpNOOmmFrzsM7UP7KvcxjukjAAAQAElEQVStG8CaSFP21ZOuG3jDhw+v+YgkPY5v1113hVatuOOOOyDo5uj666+P3/zmN80O46GHHmr3qh5FJ1oBoZgQMPHEE6dVovQ4nttuuw0nn3xyepyeJqvpUV9qo5t4Cy+8sNRG6KZkeWWkxkArim7CatWF8go1muC09NJLt9Kqa0KaBKeJBZJFj3pcnh4ZVdiWvY+Bp556qtlky9///veYYoopah6MVoLT57kc1MoeWo2k7KsHXd8XnQf0OKjyeCaffHLMMMMMZVe/1t9555103irOaQUZOm/q/HnCCSekR7+JS0ETG7TyjOJFbiE1eVOPPxP3ha87pCYpacJp0XexSqF+PmgyrMapnJ133hmaZFHkFVI/6xTXimSFryX5t7/9Deq3mh/l6+eOJjHp/F/sc7/99oP8ihfQo8A0uaqwe0Jq9SpNYqk1KVg/t7beeuvGn5fiTI8/0yNtNTGlGJ94amkCS5FTS+pnmz4nal+O/9///R80MXfIkCEoOCt400QfrWap97LcRrq418QpTXCTXYYmLYpbrRolrLDCCuVwWm1QE64UK3Duueei+jymRj05bu1PEL96rKC+O7ILiAfxIV70WRVPgvRanzG1E09aabL8c1r+auj72dKqlHr/55prLuhzrX1pn8XvNlrpT+9huT+9x3ov1Z/6Lceki2fxXXCvz538ZWiVtSIuqfdT72s5x3odMsA/zjT42rEO35g6HJKHZAbMgBkwA2bADJgBM2AGzECLDNT5RKcA9N8tAryZATNgBlpnwNHsnMmap85AVBFSbVeFbZoBM9ApBoLfOSJACW89xED1jS3tVjcgf/nLX0rtVvzqV79C9UQn7bDWmOQf19C4dMNdN/LKYxFfmoCjxy7pETdaXUgrVQm6aasVDjQxSY9k0o3DctsbbrgBupFX9rVH16O8Ro0aBe1Xj8LSDfVlllkGxx57LDQerUpQ9KcbhOK8sCX1CLpaN24VqwU9nkkTU8oxPbJO4yj7ulrXjdizzz674jGL2ufuu++On/3sZ129O/fXQwzos6eb2OXd6Sa3PqvV35UiRxP49B0rbElNJFI/tW5yKz6uoImRumlevf/555+/5rmvOq+/2Lfffjs+/PDDisMdOHAgxJ3On8svvzx0LtM5VVhwwQUxePDgFFdeRUMa999/f1qhhmq3FU0+0gQL7WDRRReFVunTilSafFmMVY9Z3H777XH99ddj8803hz7byi+gSU5ajaywa8kvvvgCmiSjianluFYNOvzww9N5Xo/90vlf3GifG2+8cfIrrryiXfWk5sLfHVLfRU0Mql7JSRyIi1tuuQU6f+u7rHGLs9VWWw2aHHzRRRel1Y86Oi5xduGFFzabkKyfVVdffXWaYLzGGmug4Ez7F2+aNDtixIj0Xuo9rd7/Sy+9BK1QVe3vKntcjVvHpInX5ePQykbiUHyIF/EjngTpxWds3333RfXEI01Wf/LJJ8vdNdO1il+tiWiaoDdy5Mg0AU6fa+1L+yx+txk2bFia9KifEfosFR3ru6j+NFGs8Fn2FwaC141CfzleH6cZMANmwAyYATNgBsyAGTADZqBjDLTU6ictBerDn/7FJa1QUh/j8SjMgBkwA/XMgM6Z+r9AnTapVw21uacqwaYZMAOdYkDfsQZWLJ3qx43bzoAmGlRn67Eev/jFL6rdXW5rIsMva0yo+uabb6DHkXT5DjvRocaj1QKqV6bQjVKtFLDKKqs0u4ld3p1uNu+xxx7QqgHlm4K6OafVR7SiSTm/LbpWUtKNbE38qJWvx65ERGNIE4N007DRQUWPoNNNSaptKno0VPVjuFZdddVmNzrb1Fk7kh544AFosljRRBz+8Y9/TJMfCp9l72NAnz19Bssjn3HGGaEJCWVfWde5STe5yz7pmjCixy9J7yJ0uBt9rzXxZciQIc0mW2iyoVYp0vmvwzvoQw21OpxW5Cofks5TWs1F57iyv1pXXKvNaOJTOaYJRNV9luNdqa+zzjppNaqWViDTvnS+0qQeTYKSXcYjjzyCb7/9tuyq0O+++25oUlXZqRVqNAFlrbXWavHnjiaBKK485Zfb94SuicGafFjel8a02267QY8XFCflWFnXaj6a2KqfWWV/W3WtXlXNmfrSBGA9FnNs/ei91ISaeeaZpyJVE8VefvnlCl9XGuNq3Pq5rsmixbHodwd9//Q+FL5aUu+nJjztuOOOFWGd/+69994Wf4/TY+o0ma160ri+x5qspNUnI5p+d6nonIY+z1r9a4cddqj4/Ks/Tc7ShDGmufQbBnTV2ADV/eaQfaBmwAyYATNgBsxAdzDgPs2AGTAD/ZaBOp/oFNDfCCKi375BPnAzYAbMQNsZ4LmS50sWnjupVzVs7qlKsGkGzECnGNB3LCIQnerFjdvKgG4wV0/caVvbrsvSzcfq3nSTSjesqv3j0n711VehG3flMegmu262aWJG2d+SHhHQKhKa5FDO0UomWtGk7GuLrsfvzDnnnG1JTTm//vWvMWjQoKQXlT4DupFe2K1JTfbSY+t0E7PI003jeeedtzC7RWoSmB7HV/5MiEOt8tItO3SnPcKAVnzR50mfwfIOdZNbN7LLvmpdnzl99sp+TW7RZKeyr6d0Hcvnn3+eJqToEVD6nuvcoBv61WPQxEA9mq/a319tTbB47733Kg5f57WxfQaKBjqv6VFUmpxR+CSrV56Tr6uhCVm77LJLmyZ6auW5jTbaCOONN17FMP7xj3+g1oRjJcmvCZ7lc64ml+y1115o62dIeVp1p5of9d+d0GP9qh9fpoleeuRgxNh/y9MKT5rIq5+z7Rmnfk5pYmw1Z9tss027JsZqwveaa67ZbNeawNXM2QWOcTlu/X5TPgRN9JptttnKrhb1iIAm1Om7UE5Sn/pdruwrdK0k+eyzzxZmkpo0fsQRR7T5scn6Pul7X/3YXE1w04Sx1Kmrvs8ATyWhq0Z+DqPvH62P0AyMYwa8ezNgBsyAGTADZsAMmIG+ykCdT3RqgP7wKvTVN8DHZQbMgBnoOgYatJQTz5sS1Ks6bu6pSpBpmAEz0EEG+DsLW+p3Fn/XSEQPFHFdvhlY7LLW5KMi1l+lHodS/eggTRrSY3faw0lEQI9jqX5k38MPP4zq/sfW75JLLon2rgqjFROqJxBoQoAmaYxtfx999BGef/75irSFFlqoXTePKxq3wdBEkeOPP77isVZaZUOPg4rwba02UFi3KZpkqdVsygPUJBBNhij7aumaBKHPXnVMK8hocki1v732E088AT0CUvtoCzQ5S+PWjfeLL74YH3/8cc1dajLAdttt1+7vbc3O+rBT5xp999t6iLPMMkt61JkmS2i1L60wowllmjzS1j46kqfH5lWfT1vrR4/lmnbaaStS9DNYqHDmhh4ppsel5WYSOocvt9xySW9rteyyy0Kf0bbmdzZPP8v0M63cj1Yy22STTdr1qFH9fNXP2XI/Y9P/+c9/pgmH5Tw9hk3f47KvLbp+F9I5qS25nc2pp3Hr/dP5ua3HpMf3zjHHHNDj5fTIP73PWnFRk5Gq+9B3UpPGtTpWOaY21ZNXy/FaulYF22KLLaDPVhHXd0n9az+Fr0ekdzJuGOAFYwP4aiDGzQi8VzNgBsyAGTADZsAMmAEzYAbMQK9noM4nOgUiAqxQD5vHYAbMgBmobway82V22qReNdjmnqoEm2bADHSCgUCwdfr+UbqYgXphQDfcn3nmmYrh6OanbqhH6FNbERqroZt51Y/mev3119GelSImmmgiaNLEWHdWlaAb7QsssECF96233oJuqFc4axh6FJRWzSlCWiFEkzsionB1qdREvGuuuQbl1Rk0qUCrk2i1jS7dmTvrcQa0okf1Sj6zzjorNGllbIOJCOizp89gOVePwdPj8Mq+etG1Qsqpp56aJgPUy5h6Yhxj28f444/fjBNNvrzqqqugSQtja6+4JljoXHHddddBjxzbaaedoAlB7Z0Iqr7aCv0MWGSRRdqanvJ+8YtfQOfuZOSVJuZVr3yUh/Dkk0+iekLISiutBHFW5LRFakKIVhnTalBtye9szrvvvgutVFXuR49Ba8t3u9wmItIqhOWJLOV4Lf2Xv/wldt55Z2jijFaz0mdj/vnnx+STT14rvVWfeKs+x7TaoBPBcTluTRAsD10TnbQynWTZ35IeETjyyCNx2223YeTIkdDPaP1+VGs1rloTurSClCZut9R/a379HjTjjDNWpLzwwgvQSpkVTht9mIHg9aPQhw/Rh2YGzIAZMANmwAyYgV7CgIdpBsxA72Sgzic6NaSVSbKqdxLsUZsBM2AGeo6BBu4qO282SKVVLjVc5bB1M2AGuoABfff8XesCItvQRUSg1o3P9ky4QSe377//vpM9dH9zrS7y5ptvVuxIq3Jo0lCFs42Gbr7//ve/r8jW47vaw7tuIE422WQVfbTF0L5XWGGFivddN9L1yC9NLGqpDz02rvrxerPPPjuqJ2y11L4jfk2EueCCCxonO+izqtUbdMO8I/25Tf0woNU2tOpG9USWxRZbDHoUWVtGqhVEqm/Q63ukx+G19lluS99dmaPv3MYbb4zzzjuvW1c/68ox92RfmrSjSWDlfepzMWLECOhxY3q0piYDleP1oE866aTQz4H2jEWTo6on3OhY9X2o7kefZT2Gq+zXJKmOnnO1OlL1vst9d6X+8ssv46uvvqroUivx6b2ucLbB0Hdck4PbkJpS9LNRk2w02WbUqFFp8o0egRcRKV6v1bgctz5T1RO6Hn/8cegRsRdeeCE0wbmrzqlvvfVWs0lI+v539LMp3qon0GniYPUk2np93z2urmBAV41CV/TlPsyAGTAD3cqAOzcDZsAMmAEzYAbMQF0yUOcTnQL6m05E1CV5HpQZMANmoL4Y0Lky8vNm85FFc5c93cKAO+3PDEQEoj8T0IPHXuumaw/uPu3q7bffTrJcaWWDWo88Kef0pK5HuHzxxRcVu9QNW93I/fTTT9ER1FqRqD0TnbQCgniqGFQbDT3Cp3oFBD1CTMfZUhdaoUM3r8vxJZZYArrJWPZ1la5Hfw0fPhxff/11Y5dLL700NGEkwmeIRlJ6qaKb3U8//XTF6PVZ0ntc4WzF0OpetR7HpUl7H3zwQSsteyakyRl6TN2tt96K/fbbr+LxSj0zgt6zl9VXX73muUQrzR144IHQo9rWWmstnHTSSdAEjG+//XacH5xWCtLPgfYMJCIqJpmilU3nvurJGpoMov220qzFkB4vpklDLSZ0YaDWzzJNTOzILvSzUiu9daRtR9ro57o+Y8ceeyz23HPPdj9StiP77Io2nRm3JjrNN998zYbx2WefpRWa9N3T4w/1XdSqTZpI1Cy5jQ79LqHJ1eV0/S6j1aM68ruU2mjSYbk/9a/9lH3WewMDHRgjfx0MXTXy3NqB1m5iBsyAGTADZsAMmAEzYAbMgBkwA2Sgzic6aWWSDByrS19gOSGmPgAAEABJREFUwMdgBsxANzLQAK2Al1aUYUWrYl/VdkXQhhkwA51kgL+vgKjx3etkx27eCgO1Vk/RhBetJtFKsy4JaRWLb775pllfurGpR/w0C4wjh8aoG2fl3esxbuuuuy4GDRrUIRxxxBHl7pLeU6uW6Ia3HuuUdppXuqGuFZRys5l46KGHUL652d5JKc06bMWhVb7OP/986HF+RdqUU06JvfbaC3qUUOGz7L0MVH+edCS62T7TTDNJbTO0ckv1Y620+ogmO7W5kxqJmlCim/vrrbce2oo99tgDxx13HK688ko8/PDDuOmmm7DLLrugIyuv1RhSn3ZpEoxWb9KqbS0dqN7Xyy+/PHG61FJLYaONNoJWm9Fk2a5abaalfdfya6WuWv6u8unnsCZ/pP7ySis6dfRnoyZlaYJs3lW3iuqfZVotqNbvGm0ZRERA5/+25LY15z//+Q80GfKBBx7AJZdcgiFDhmDDDTeEHp+2/PLLp8/YtddeW/Ezr619d2ded41bn43ddtsNmjza0vi1b62uptWxdN4VNBnsiSeegH5mt9Su2l/92VD8T3/6U4d+jyp+/9LKj+qnjFr7Kcet9xEG+MeZBl879pE304dhBsyAGTADZsAMmAEzkBhwZQbGAQN1PtEpAP5xKAHezIAZMANmoHUGsnMma542A1GVXG1XhW2aATPQKQaC3zkiQAlvPcSAVh2p3pUmtOhRZdX+rra1YsWHH37YrNv2TnZo1kEXO7T6TBd3WbM7PSJPNxNrBqucumGtm5NV7jaZEQHdpNSKXkUDPT5JN301+azwFVI3DO+///7CTLIjk1JSwzZUeqTZzTff3JipyU2DBw/GdNNN1+grFMvex0Ctz5OOQpODNNFAK461FVoxSecRtS/jjjvugPZT9rVHHzBgAPToq4MPPhhtxVZbbYWBAwdi5plnRkcno7RnjH0pNyKw2WabYcstt0RbJhDpfKVVg0aOHJkmoq2yyio4+eST8c4776Avb5oErPNhPR+jJklrklZ5jPpZ85vf/Kbsapfe0UlSxU70s1UTmjbffPM0mWmZZZbBmmuuCf1cOf3003HLLbfgzTffRE/83lOMqS2yJ8etRxsOGTIEmgjdlrHp90RNBtt5552h1Z723nvvtNqavputtdf3trV4V8V6aj9dNV730xkGgteNQmf6cFszYAbMgBnoLQx4nGbADJgBM2AGzEDXM1DnE50aABY0qOr6g3ePZsAMmIG+xQDPlTxfsuZpU3Xl0TX3VMZtmYE6YqBXDkXfMX4F068uvfIAeuGgZ5llFmi1hfLQ9bgSoezrDv2f//wnak10mnbaabtjd+6zxIDe9+rHAT3zzDM13w/dMCyvrqRuVl111W5ZXUn7OuWUU1BeQUuPtdKNae3XQLtWz+goX5qU0F0rEelxZC+99FJHh9amdur/+eefb1Ouk+qDAT2uVKvKnHXWWZhnnnna/Ig3jV6TLi677DKsv/762H///aGfLeiD2y9/+cs2TQQbl4eu1bXGNtmlp8annye77757mtSkCU2vvPJKuyYzie/WVhnrruMYV+PW42jHjBmDtddeu10/3zVB7MEHH0wrYWmlterHknYXT+7XDGQMpKtHXztmZLg2A2bADJgBM2AGzIAZMANmwAy0m4E6n+gUiADBCt7MgBnIGHBtBlpigOdKnjRZap43GW2pof1mwAx0AQP6jkUEogv6chdtY2CaaaZp9riSTz/9FC+//HLbOuhEllbf0A3qcheaXDHjjDOWXda7gQGtkLHccstV9KzVIx577LEKnww9Bqy8ao5WAZt33nkV6nJoX9WrgVx33XVYbLHF0NZVfrRKR/XAdJO7ur1WomjrClrV/fWUPf300zfblR7V1czZxY6IQER0ca9Ik8i1Olh5IluX74Qdqn99ljTpgqZLL2EgIrDAAgtAj6TTqm677rordL5p6/A1wUYrwu24445phZ62tusteV988QW+/fbbuh5uRLRrkhq6YdP3/tZbb4Ueh/jII49Anwtg7DvSpCatHLjpppvioosuwjnnnAP9rBx7y67JqIdxa7XIww47DHqc3PDhw6Gf9W1ZZa1gQCtganKZvr86nsJvaQa6hQH+mhIIgOcd1vBmBsyAGTADZsAMmAEzYAbMgBkAzEF7GajziU4N6Q/K/iNDe99W55sBM9A/GWjQXTieNyWoV5HQ3FOVYNMMmIFOMMDfWdhav7P4u0YieqhMPvnkmG222Zrt7aGHHkKtx5g1S+ygQ+/zo48+2uwGpG5qa0wd7LZbmtW60bnLLrvgySef7FJoJZOOPo6uIweux4RNMskkFU3vv//+ihUvNBHtz3/+c0WOJgxNNdVUFT4b3cOAVrmp7lk37fX9qfZ31P7kk0/w5ZdfVjTXo9e0mkmFswuMDz74AJqA1AVdjbUL7Uf7G2uiE+qSAU242HbbbXHTTTfh7rvvhiZdrLjiimjLOVKTAZXfmccX1iMp33zzTY+s6NaZY9dj6qp/hut96IlVIotx33fffRg2bBham8iqxwDOOeec6dGHmthz5ZVXpnPT9ddfj3322Qdzzz13j0/Yqqdx63um79sFF1wArdY0atQoaAKYfkfDWDat8KSVGf/2t781y6z1+9Txxx/fpb9L6XezIUOGNNu3HX2QAV4wNoCvBqIPHp4PyQyYgf9n7zwAZCmqLnzu4wESRFByfAQJEgSJkpPkJEkEyQISRUBJgiRRJIgE+VFyDkpGkCAZCY+cBCWIZOERHkHi/OdUz+z29Mzm2d2ZndPbt+reW6Grvpnund65W20CJmACJmACJmACJmACQ0GgyQOdAhEBJvBmAiZgAibQE4HsepldNqkXqtd6ChWGy/RxTWBEEAgE55HOP+beh4aAAhqWW265moPpsU9a4aemoEEOBSAoEKHYnVbuqfdFWLHeQG2tOtDbPrTKVLGu2jcy2KTY/1DYWrli/vnnrzqUVvJ66aWXOnyyFTRQcegxh/ryM0Jna8XrfLAI1HuMo1a8+uijjxp2yPHjx6PYn4Kc9Pi6hh2k3NHjjz9e83hEBdsdeOCBOOqoo/ot2223XU1QwiuvvJICF8qHdjaEBHR9bOThppxySui6o+Cl22+/vSPwaZVVVunyEVt6FOfdd9/dyGEMaV9f+9rXalYT0u9kBTv1ZyAK+lH7/rTta5tpp522qomCM7UaVZWzD4Ye5dbb6lop8rjjjqsK2FVbrUq08sorQwE7el/cfPPNOPfcc3HAAQekR7XNOeec0Och1R0OaeZxi8tCCy2UAsAUeCh+4qjAp+JrXWGn4NmLLrqoJmC+Xv1GXy8qYxjxuSdYJhC8f5SUTWcmYAImYAImYAImYAImYAImYAJ9ItDkgU6ltDJJlvRpXiOmsidiAiZgAr0nUGLV7LpZkkorv9dx5Yutm4AJNICAzj2faw0A2YcuFFxU/C99BQlceeWV/AjZ+1dDK0BpZQR9cfjII4/UrNaUH5JW6NAx8r7JJpssPaIs7+tJ1yOqtHpAT/WK5Vphoujryp5++umhL9rz5Qr+UYBI3tdqur68XHPNNasCRLSC0wMPPJCmokAuBaOJcXIwmWeeedJKF1S9DwEBBQFphZT8oV5++WX05f2bb1tP/9e//oX8a6w6WrFLK3pIb5ToPL3mmmtqrgtLLLEE1ltvPShopb+y8cYbQ4/hLI71+uuvbyirYv8j3db7Qq9bX+fZyPdnvWPreqzAJwXHacU5/d7Jv1/VRsE1un7pOia71UQBv/rdkx+3gkfefPPNvKvXul4TXTt63WAAFWefffaa1vVW96mpVMfR1wCt6667rm4w5YknngitHKSAHf3uq3OoGpdWoRK3moJBcLTSuMVPHLXylR4ReP7550OBYkUsCph/6623qtxzzTVX1WcOFT7zzDM1AVHyW0ygdwR0nyLpXW3XMgETMAETMAETMAETGFkEPBsTMIGBE2jyQKeA/uE6IgY+U/dgAiZgAiOegK6VUb5u1k42al32mIAJNJhARCAa3Ke7656AghqWXXbZmkr6z/3nn3++xt+VQ6tFKMDphhtuwPbbb58ec6IvofWFc76NVi645JJL8q6k65FoCqRJRi8TrUSjL397WT1V++STT/DPf/4z6b1JtAJB8VE84jKQVQj+8Ic/pMCOTTfdFHrEyqmnngqtntSb8QygTk3ThRdeuCZARMEBCm7Ql7yVoKdKw6WXXhpTTDFFxWx4ri9BN9xww/Q4of7m3/72t2vGpZWriv1pLvUeDVfTeBgdCkCcaqqpqkagFZ0G8t7Ld6bgRH0ZnfdJV9BQMXBE/oGIVgorvsdHjRqF1VZbDVptZSB96/ys97o/9dRTqDe/gRyrndoO9vVVQUgKGlVQrR41tuWWW0JBa30JyNE5vP7662O//farCaDQuaI5tOJrpvNv7rnnrhr6O++8A62KVuXspaGARvHoZfUBVRszZkzN7wmNu6+/qzUIfa7Q71vpPYlea30GKdbTe0oBlUV/T/Zrr71WE5jZU5v+lA/nuLXSlh6Zd8IJJ2DXXXdN12MFXfV2HhEBfW475phjUAzMU5BYMdBJnzcVwJvv/8knn4Re57yvt7p+h/385z9P49b14/DDD8c555wDXVd624frtTAB3jCG7hr5PmzhWXjoJmACJjCYBNy3CZiACZiACZiACfRIoMkDnUrpP/H1R8QeZ+IKJmACJtD2BErgRVM7hdfPAg+WFjw2Rw4Bz2T4Ceico5Qowz+YthpBRGCjjTZC8csnfSl67LHH9npFFH2Rqi8GK/CeffbZ9KiTnXbaCZXVm/TFlx4/lK+n+hNPPDEU9KNcdlcy66yz1hT1dYULzUsrCNR01IXjK1/5Cuabb76q0g8++AAKBNOXbFUFvTD0hd6NN94IfcGoR/JolZs//vGP6O2Xub04RK+r1AsQERu9Xno9818WKsCp3mMOe32wXlRU8JFWBBuIbLLJJjVH0kpBxT71pahWpqip3EQOrVxTXClDq+zceuut6XPKQIeq96K+ZC72s+iiixZdA7b1qCitGJbvSCu/LLDAAnlXv/SIwBprrAGtCpfvQKz+8pe/eLWQPJRu9KG+vkZECkpQcMJll10GBabpmqPfHd0Ms26R3ktaBaluYYs6dT3U40Lzw9e5r0DUvK8nXb+ndB7ofOipbiPK9VhUBTvl+3r66acxduzYvKtX+v3334/e/o7X7+VikJwewVkvkLung4vZfffdV1NNgduN/tvacI5bK23tu+++6Ty89957oWu0mPd1jnrUol73GmAFx3TTTQedq3m3Pm9olc+8r7e6Pq/oUXoat64fCprU5ynZve3D9VqYAP84o7tGvV+p9mMibmICJmACJmACJmACJmACJmACJtDkgU4B8A+ISeDNBPpJwM1MoG0IZNdMprxsBqIw76JdKLZpAiYwIALBc44SYA5vQ0xgjjnmwHe/+92ao+qLL/2n/2effVZTlnfoSwZ9AfQhDWQAABAASURBVKsvAfN+6Q899BB+8IMfQF9kHX/88VCf8udFj1DTik55Xz39S1/6Uo37wQcf7HUgg8apACUFeNR01IUjIqDHJBW/cNaqB3394lbH1xf6xaAmrdzzzW9+s4sRDJ47IrDiiisiPzd9qayVdzS3/BfjCkjR+2TwRuOeiwQUiLXIIosU3elc0he8NQV9dOic1JfM+WZTTz015p13XjRy00ou+jK62Ofiiy9eE2BZrNNbW6uK1DuHdP0pBlb2ts92qzcc19diUJ1+h+iRgz39zim+Nrq2SvJ+zUcrPuV9raTrPJy98Bg4BaFopcS+zEOrmt1xxx19aQIMoLYCzhR4mO9Cv0vOPffcFOCb93en69p00UUXdVelx7KIQET0WK9YQb//6jFToLRWYCrWb7QdEUMy7tlmmw0KeM6PXwFeWoEv7+uNruCwfD39/tI5mPdppbKVVlop70r6hRdeCAV+J6OXia4Rek/p90u+yde//nVodci8z/pIJsBzBZKRPEfPzQRMwARMwARMwARMwAQGkYC7bnsCo5qbQAngjpKS5h6pR2cCJmACw0+A10peL5nysqm0ekS1nupyWyZgAgMjoHOMp2D66DKwnty6rwQiAptvvjkWXHDBmqYKzDnssMPw4Ycf1pRVHBGBvfbaC1qtSX3okVSVMuX6Imq//fbDFVdcIbNKFDyjR9315vFV+vIqH5SjjvRlpL7Ild6T6BEt5513Xk/Vasr1ZbyCMvIFWlXjkEMO6dOjsbo6vgK99EiXfP9DpX/jG9+oWbFK4yw+AkgBUT2tuDVUYx7O4wz1sZdZZpmaYCCtVqEARK2Q1t/xaCWPeueCAg7rrezT3+OonR5bpRVdpFdEqy/psXUVe6C53ps6j4r9KKjxrrvuKrpt1yEwHNdXBacp0DM/HF1/tAJYMXApXyevK+BBv1vGjx+fd6frmoItqpwtZGiVRa22mP99qoAhPSZM529vpvKf//wHv/rVr6BVg3pTv1F1VlhhhZqVex577DFolcjuPktUjq9r2y9/+cs+PYJMr7VWwav0oVyfPbQ6ofTeiphpnPod39s2+XrF4DoFRhXfm/n6wznu6aefHsVgWgWGnnHGGejL/O+55x4U35M6r4tBVOCmwPHiSoUKINMj6MSeVXrcdW244IILUtBvvrLOFT2qUMF2eX9eL74+KlOAt3JLKxJId4++d2zFl85jNgETMIEWIeBhmoAJmIAJmMBIJ9DkgU4Bfu9EiZH+Onh+JmACJtAAArxW8qLJve51k6UNOIa7MIERS2DAE9M5FhGIAffkDvpDQI9o22effWqCKtSXHnuz1VZbQatJ6Asm+YqiL5b0BZa+IDv//PPrBk0V2+i/+3XM3gb56Iv4YhCGvsBVwFG9R3BVjqcv7M4++2wcdNBBffryrtJeQRTbbrttzaOx9OXcbrvtBj0uRV+2V+oX8+6Or/msv/76iIhisyGx9bottdRSVcfSl5b54DF9YVmsU9XAxqAR0COgll9++Zr+tTKa3nta9aSmsBuHzl+11XmngKl8VQUfKbCiN0GH+Xbd6TqeVo5SgEa+ngLsdD7nfQPV6wXNqE+tEKTACemWrgno9dD1KF9jsK+vuvYriDJ/TL1XFFx7zjnn9Hi91rX1xBNPrAmiVZCQHlmZ77cVdf1OnX/++auGrvN29913h97XWgGrqrBs6LzTeb7jjjv2eaWcchcDyvSIss022wwKPMl3pM8SP/3pT6EAxLw/r+uapmubxp/396TrMXUKnC7W06o/vQmgaRSz4jmk97OugV19RhjOcetav+6660KfcfLcrr76ahx44IHdvk6qL2a33347jjjiiJpzVat66fOF6uVF5+bWW29d897QKoV6v2r1v67e1+pH16Tf/OY3OOmkk1Csp6Cter8v1a4iM888c0XtyBVY6d8RHThaRwkg+AN+fg54GyYCPqwJmIAJmIAJmIAJmIAJmECLE2jyQKdSWpVEf4Bocc4evgm0OAEPvzUIlMCLpnYK9cKgaz2FCjZNwAQGQICfWdhan1l8rhHEMO36QlUrLykAqTiEF154Abvuuiv22GMPKBCmqy/tIgJ6HMqWW26Jel8oVfrVF2uHHHIIllhiiYqrx1xfkNX78vrll1+GApF+/OMfQ1+6vfHGG9B/6D/wwAM47rjjoC/c9GW4vhTXQTTPueeeW2qvZeGFF4ZWnip+cavVKQ4//HCst9560DHEpnJ8rXBw+umnp8cCqqxy/MpBxUBf6CqQqOIbjlxMxbZybM1JX85WbK3yo4CEiu186Ajoi2h9KayVN4pH1UpJCib47W9/2+MX0jpfH3744XT+KkhCQXrF/hRwp/d50T8Q+9VXX4UeA1XsY6WVVkK960yxXl9svUeXXXbZmiZPPfVUn1Zeq+mgTRy6BuhaUJzuYF5fIwJ6DxeDQ3St1DVTj1RVnr+u6vqqYAituqNyBdYWAx7krxf0Upxbs9sKQN57770xxRRTVA1VKxVpBZxNN90UF198MZ599tn0O+/FF1+EVmHUNaOr87yqo0E0dD3ZYIMNao6gAKYNN9wQ+v2vx6Tpd7VeU/3u3n///dPvS13bahr24IgIrL766jVBO3ok2nbbbZcCkvW7rdjNJ598gttuuw2q0xMzrc6ka2mxj7zdGdzT6dVrove5PisceeSR6bPCu+++mypEDO+4tWKluKXB5JJbb70Vep0OOOAA3HDDDWl1Lb1WEn22USCi3mcKmtX7Mdc0BbrX67NSR6v51Xtv6PeSPmPqfX3mmWdCn+F0PIl0fZ5bZ511cOmll9YEOen6pbb1+FeOq1yP0yuuDKr3pI55CD+T6vXRqmn9eXyf+rcMIQHeMJbAnxJlCA/rQ5mACZiACZiACZiACZiACZhANYHWtkY19/ADEQEm8GYCJmACJtATgex6mV02qReq13oKFWyagAkMgEAg2Dqdf8y9Dx+BlVdeGfqSR18aFUehL5P//ve/Q8E5eqSWvnDS6gz6YkiiL8T05dVyyy2Hn/3sZ+juiyIF0mhFCq3eUDxOd7YeS1IvSOnzzz+HHlGlR+ittdZaKbhpp512gh5vkn9sjL78Pvjgg6EvkLs7TrEsInu83w9/+MOalQhUV1/Unn322YlN5fj6EvCUU06BylQnLwpyUmCWAj7y/uHQFZA277zz1j20vhDUqiIROkPrVrFzkAnMMsss6dGQes8UD6Uv7hXosfbaa0NBKvqyXudiRXR+6jzV+ar3rs5fncfFflSu1TQiGvs6K0CleI5PPfXUWHzxxYtDGLAdEem818pU+c50rdFKMrpG5P3WawkMx/VVgZ76nVLv/a1rZ/G6quurAhouvPDCutfWJZdcEgq0jWjse7mW1tB4FJj7k5/8pCaAR0dXAPLRRx+N733ve+m9r8AUnfta4TB/ni+99NKYdtpp1WTIRI8I0+uk16N4UAWyXXPNNdhll13SuPWa6nf3jTfeiPx5qvfEPPPMU2zepa2gHV0LixXefvttKMhIq/0oyEZBWBJdM8VGwWR6tF6FmQKadd3UI/jyfWk1rf/97395V42uzxiTTDJJjV+vlVZ/VNDT5Zdfjvx1cTjHrddphx12gMZdHLReJwU56bOd3lsKGpfos40en1p8n6m9Pjsq+Km7z1g65p577gm97mpTFLE6+eSToc9wOp5EevHzXKWdAgH1uU7nSsXXVT7TTDPVXblU1xq9J/X6XHTRRcOyElpXY7a/OwLB+0dJd3VcZgImYAImYAImMKwEfHATMAETMIGmJtDkgU4llErklxLm3k3ABEzABLohkC6Y6bpZ77Kp0m4au8gETKABBHTutfO51gCEDelCqyyddtpp0OOluupQX0a+9tpruOWWW9IKEvpySF+IKbhJZV21q/j1heLf/va3tHqDHlOU/9KvUqderi/RfvnLX6K4Aki9ukXfnHPOiaOOOgpa+aVY1htbX87pC8Ff/OIXA1qNRl/K/epXv8Imm2yCiOjNoQe1jr5M1pe6+nK3eKAxY8Z0+z4o1rc9OAQUEHfooYd2+77TCiF65KDOxYro/NR52t05+Z3vfAc6p3paCaOvM9OX5LfeemtNM60Q1p/zt6ajOg4FRegRdsUirRyjL8+LftvVBIbr+qoAW12bdW2sHlHvLV2/tLKeAn8a/V7u/SgaXzMioOuzgk36ugqamCh4TSslTTTRRI0fXA896nXQ66HXRWPpoXpVsX4vKRhYgUlVBd0Y+h2t4CoFbnZVTcFKWqVMomtmsd5UU02VHsWm3/P6zJAvV8BUT59V5ptvvh5XqtQKSFq9qNL3cI9bn4n0KLgFFligMqR+5eJ16qmnojcBR3ovKzhp5513hlYu7NcB2UiBSxp7vdX8WFyzK7BSAW41BQWHf18UgDStqbtGSdMO0AMzgR4JuIIJmIAJmIAJmIAJmIAJDCeBJg90Cn55AkrAmwmYgAm0OIEhGL6ulcFrJpKgsEXBtmkCJtB4AhGBaHy37rEfBBSI8Mc//jE96kpfSPWji6om6kP/lV/8IlsBGFdddRW0EpQeP3fbbbdBj5KpalwwZp99dpx77rnpkUf6MrRQXGPqSzSteHHGGWdAbWsq9MEREdCKEXp0ilaE6M3xK91rHPrCVyuRaGWJiOZ5t+sLznqPR1OAzZRTTlmZgvNhIhAR0MpaZ511VnosUCOGoXNSgQRa6UQBCY3oM9/H008/jUceeSTvSquh6b2vc6GqoEGGzsd6X3gruEGPPmrQYUZ0N7pGDsf1Va+bro0KbOnr+0MBFloB5qCDDuo2GLBVX7iI7PeOzn8F8vUmaEgBOzq3tbqiVuYbrrnrOqPXRa+PAmd7Mw7V0yML9TixiL79ntS17De/+U2fP7t8+ctfhoJurrjiCug9GBHQ78U8az26TkGT3c1B16B99903te2uXjGQZrjHrRW/FKSk3wli0d3Yi2Wqr3Z6nJ2uH8XyrmwFeOmRwDrvFZxW57zvqmk6z7faaqu0amd3QfnFDiICWr1QAb7Fsrz93HPP5U3rzUiAl4bQXSNf02YcnsdkAiZgAiZgAiZgAiZgAiZgAq1AoEkCnbpCpRWdMumqhv0mYAImYAIVAiWgpGumMuYVdzlnaVlzZgIm0HgCOucoOgcb37l77CcBfWGnL5Kuu+669KWhvgjra1dqoxUW1McRRxwBfaFV71E2WuFJj47RI2RuvvnmHg+jx1Pp8Sh6JJW+RF1ooYWqHkenL1e1soIe+aOVpvQIL7XpseNeVphuuumg4+pRO7/+9a/TI1gUHCZmlS70pZ2ChxSgojqal1YwUNtKnWbJtaKDAg3y41FQmh5DmPdZH14CerzQ6aefjmOPPRYK7ujPaPQeVZCegvX0iC992dyffnpqo8fWffDBB1XV9CW4VnSqcjbY0PtYq3YUu9WjMt9///2iu0XtwR22rpXDcX3VtVGPXtM1Wyv96dqp11Lv2fyMtfKUrvm6vitQVo+pzA75AAAQAElEQVSa0uMQIyJfbcTpOv+12uKf/vQnbLfddtDvOP2uq0xUjwsTF7HTY9JWX331FFyo36+SSj3lX/rSlzBY5776z0tEpMdVXnLJJdD1a91118XMM8/csZKPgon0WUHj/f3vfw/V+9a3vpXvok+63i/67KJzXiz0mUP96ziVjsRNPL///e/jzDPPhH6XK+hG7/1KnXnnnRdaMahiK1e9119/XWqXomMpaEifefR66FjFyi+++GLRlR5POJzjFjf9TtAcTznlFIiNGOl9lR+s5iO/yivs1E7t8/V6q6uv3/3ud9B5r89VCrDWZyd9hqr0ob71GUvvHT0276abbkqfS/OvV6VuT7mCyrSK4fHHHw89urA4P7XXilsKbJNuaVIC/ONMCfzxvWOTvkAelgmYgAmYgAmYQOMIuCcTMAETGDwCTR7oxD/08Y9KkAweA/dsAiZgAiOEQHbNZMrLZiAKsyrahWKbJmACAyIQPOcoAebw1mQE9EWSvny75pproOAIBS7V++JQX0rpyymVVb6Avvbaa6G26kPT0hfZWqlBXzJpxQn58qIvtbViRd7Xna4vqBS0odWaFEg0duxYjKXcfvvtadWnLbbYoioASn3pSzp9iad6FdEYVdZXUV/6Ml5fpupxYXfddVc6vvq99957IWYKclIdfbnW1/71RbYe8af+KnLIIYf0tZte1f/f//5XVU+rWegLyCpnkxtaLajCqZL397Xtaar1jqX3ld4TPbUdSLm+rF9hhRVw8cUXpy+G9d5ba6210uMcdT7k+1Zdfemu95HOBY1Pq6bpy2Sdi/m6jda1akblNajkGrOCVBp9rHx/uoYo+KVyzEqua0TxHNR7o1JeycVosF/D/HiLuo6tMVTGU8n1fivWHWxb76fhuL7quHpP69qp1zJ/XRUPBUTo9dR7Wq93BD889BKGOKqPvOh90FXzqaeeGlrlJ19fr49ep67adOXXtTvfj67tOje7ql/PHxHpXN9ll13S7zj9rqv0qd+B4iJ2+fG99dZbKAb5ifFQP85O1yP9ftdj4cRUvyM1dq2SpKBlfS7Qo3NVrzJ3vTaqUxG102tSKe8uFwOx0GpS6l/HqfQjbgqoUnD1ggsuWDfoS9fOyy+/vON3utrqM1Bvrp0KzNEqlno9dCy1zcvPf/7zLoc+nOPWoBQAp8BBsREjva/yY9d85Fd5V+zUT19F70ldb/S4Q312qrw/dGxdA/QZS+8dBScN9L2r95iCYhU0VZyfjqf3zCSTTNLXKbj+kBMI3jdKhvzAPqAJmEAzEfBYTMAETMAETMAETMAE+k2gyQOd0r+4aGmSfk+wHRrqUQb6w5f+w37DDTeEls3WfxpXRH8MlV/lqqf67cDFczSB9iOga2YJTFEqKa0mUOupLm8Fy2M0gWYmoHNMp57yZh5nO49NXwxpRRZ98agvgfS5KP/Fob6U0pdTKuvuC2j1o5UbtOKEVg3JBzzpiyetLtTOnIdj7q+++mr6Mjd/7DXXXDOtMJH3WW8uAgoa0hf5CnbSl8DFL2x1fuo81aPIFHyoL6/1JXZzzcKjMQETGEwC48ePR3F1Gq2OM5jHdN8mYALNQWBkj0J3jdnfb0b2PD07EzABEzABEzABEzABEzABExgcAk0e6BSIAIUJvOUJaOn2O++8E9tuuy30n3YHH3ww9CWAlhD/+OOP81Xx4YcfQn6VK9hptdVWw8Ybb5z+g/qzzz6rqtsbQ/3tvPPOqARSKd9ggw3w5ptv9qZ5n+voP+50jLycc845fe7HDUxg5BPgtZIXTe51r5ssHfkIPEMTGEYCOsciAjGMY/Chh5aAVi3YbLPN0qpHhx56KPSYmJVWWgkRfhcM7SsB6HPxK6+80nFYrZKilTc6HFZMwARMYGQRaOrZ6B5+lVVWwaabbgqtBKWVhJ5//vl+jfnhhx/Gp59+WtV2zJgxVbYNEzABE2gpArxVCATAewam8GYCJmACJmACJmACJmAC3RBwkQmYQBcERnXhbxJ3Ka1KUm9lkiYZ4LAMQ0FL22+/Pfbcc0889thjUNBTXwfywgsv4IADDoC+nHvwwQf72tz1TcAEmpJAKa2Al1aUUVIYI0sLHpsmYAKNI8DPLOxMn1l8rhFEm+16xMvaa6+N8847D1pxps2mP+zT1SONrr/++tw4AK+sVYXDhgmYgAkMKYFpppkm/S3nueeeS8HARx11FBTspM9JfRnI66+/jhtvvLGqiR79ptUZq5w2TMAETKCVCPCGUXePuiZSbaWRe6wmYAIm0IQEPCQTMAETMAETMIF2JdDkgU6BiAATeMsI6L/Vt9lmmxTglHkGlirgaffdd8cll1yS/hA5sN7c2gRMYHgJZNfL7LJJvTCYWk+hgs32IOBZDhKBQLDndP4x924CJjB0BLRyyOOPP95xwMkmmyyteBqhs7LDbcUETMAETGCICEwxxRSYZJJJqo6ma/VLL71U5evO0OrTp59+OoorQc0999zQqn3dtXWZCZiACTQ/geD9o2SQR+ruTcAETMAETMAETMAETMAETGCEEmjyQKcS0qIkKRmhr0AfpvXEE0/gsMMOw3vvvVe31QQTTIDpp58eemTKhhtuiIosueSSmHbaaTFqVP2XW4+6O+aYY3DuueeSd3v/L1FdsHaaQMsQ0PmbXTfrXTZV2jJT8UBNoEUJ6NzzudaiL56H3XIEtKqpVnLS51jplQkss8wy+MY3vlExnZuACZiACQwxAf1dYsEFF6w66muvvYYDDzwQWuWpqqCOoZWc9ttvP1x22WVVpVpBcYsttoDyqoJ+Gm5mAiZgAsNHQHeNkuEbgY9sAiZgAiZgAiZgAiZgAu1CwPMcmQTqR740zVwD+kfsiGiaEQ3XQMaNG4df/vKXUF4cg/6AeNppp+Guu+5Ky8IfffTR6bF0ejSd5OSTT8Zf/vIXaDWo3/zmNxgzZkyxi/T4u7POOgsKpqoptMMETKBFCOhaGeXrZu2Qo9ZljwmYQIMJRASiwX26OxMwAeCRRx7Bpptumj7jHnnkkSlfZ5118POf/7zqnwC0mtMmm2yC0aNHG9vACLi1CZiACfSbgP4J67vf/W5NQNKTTz6J73//+9htt91w5ZVX4tlnn8Wbb76ZRLp8++67b/qnrVtvvbXm+GuvvTYWXXTRGr8dJmACJtBSBHjDGLpr5L1jS43bgzUBEzABExipBDwvEzABEzABE2hJAk0e6KSVSTJpSboNHPQ111yDZ555pqpH/RfjPvvsAy3nvvDCC/f4hc5EE02ElVdeGeeffz522GGHmhWetFLUmWeeCa3wVHUgGyZgAi1CoASUdM1UxrwwapYWPDZNwAT6R6BeK51zFJ2D9YrtMwETGBABPQJJAf833HBDWuFD+RtvvFHT55prromFFlqoxm+HCZiACZjA0BJYbLHFsP7669f83eHzzz/HPffcg8MPPxzf+9730qNG11hjjaTLd/PNN9f9m4RW69tjjz16/LvH0M7SRzMBEzCBfhDgH2d458g/3yjtR3s3GWICPpwJmIAJmIAJmIAJmIAJmEAzEmjyQKcA9N8tErTv9s477+C6666rAqDH0O20007pj4HSqwp7MBQgteOOO2KXXXapqXn33XfjgQceqPEPp2P55ZfH2LFjq2SrrbYaziH52N0RcNkwEsiumUx56QxEYSRFu1Bs0wRMYEAEguccJcAc3kzABBpM4Ktf/Somn3zybntdcskl0yohWkmk24ouNAETMAETGHQCuhbvtdde0N8tpPf3gGqr+3+tTt3T74H+HsPtBkDATU3ABPpJIHjfKOlnczczARMwARMwARMwARMwARMwgaEk0ITHavJAp/QvLlqapAnRDd2QXnjhBbz00ktVB5x99tmhx3VERJW/t0ZEQEvJ67F3+TaffvopFOyU91k3ARNoFQK6Zmb/EVgqUS8Mu9ZTqGDTBExgQAR0junUUz6gjtzYBEyghsCkk06KaaedtsZfcSjI6bDDDusxGKpS37kJDAUBH8ME2p3A6NGjsf322+PCCy/EN7/5zZrVnbrjo3/oUhutYL377rvXPAavu7YuMwETMIHmJ6C7xuzvN80/Vo/QBEzABEzABEygJwIuNwETMAETGHoCTR7oFIgAhQnad3vuuefw0UcfVQFYfPHFof9sr3L20fjKV74CPd6j2EyPyPvwww+LbtsmYAJNT4DXSl40ude9brK06WfgAZpAKxPQORYRiFaexNCN3UcygT4R0Iqk+tw6zzzzdHzZreCnpZdeGscffzxOPPFEfO1rX+tTn65sAiZgAiYwNATmmGMOKGDp+uuvx0EHHQQFp04//fTQak2VEUiXT2UHHHAArr766tRmgQUWQIQ/XVU4OTcBExgBBHhJCwTAaxtTeDOBNiDgKZqACZiACZiACZiACZhAwwk0eaBTCVqVRNLwmbdQh++//37NaLv7j/aayt04FDA19dRTV9V444034ECnKiQ2TGCICfT3cKW0Al5aUUZJoRuWFjw2TcAEGkeAn1nYmT6z+FwjCO8m0GAC+gJcq5Gef/75uOuuuzB27FjcfvvtOOGEE7Dsssv2aZWQBg/N3ZmACZiACfSSgP5Za/3118fJJ5+Ma665Bvfee2+6nuuaLl0+lW244YaYbrrpetmrq5lAqxPw+NuOAG8Ydffoe8e2e+U9YRMwARMwARMwARMwARMwgQYSaPJAp0BEgAk6NiuJQL3gp1TQx2SqqaaCRKs7zTTTTJh11lnxrW99C5988kkfe3J1EzCB4SeQXS+zyyb1woBqPYUKNk3ABAZAIBBsnc4/5t5NwARMwARMwAQaQMBdmIAJmIAJmMCIJBC8f5SMyMl5UiZgAiZgAiZgAibQdwJuYQImYAJ9JNDkgU4lpEVJUtLHmY2g6tNMM03NbO6//368++67Nf6+OqacckpceOGFuPnmm3HllVfisssuw8EHH4wZZ5yxr131uv7zzz8P/YfmYosthrysttpqePTRR2v60X/r5+tJP+ecc2rqVRxvvvkmNthgg6q+1UelXPm///1vHHvssdh4443TsvnqU6Ix7LHHHrjpppuGfFWrp556CiuvvHLdceu/vB5//HHstddeWH755VOdZZZZBttttx0uuuiiXr8XPvvsM9xzzz049NBD02ugPjRviXS9Liq7++67ex3sVm/c22yzDd577z2h7pXU62PttdfGyy+/3Kv2qqSVyLTSg+ZSkf322w+ff/65ittESpxndt2sd9lUKSt4NwETGEQCOvd8rg0iYHddRcCGCZiACZiACZiACZiACZhAKxLQXaOkFcfuMZuACQwHAR/TBEzABEzABEzABEygmkCTBzoF0soISqrH3VbWDDPMgEkmmaRqzk888UQKTFIATFVBkxv/+c9/sO++++LFF1+sGqmWsP/tb3+LhRZaqMrfaEPBNwcccAA22WSTFOD1wgsvVAXCjBs3DgryUYDMGmusAQVUffzxx40ekcHHZwAAEABJREFURp/6U3DSH//4xxTUpICtymMFNS4Fhh1zzDFQUNB9993XZb8ffPABTj/9dHznO9/Bbrvthquvvjq9Buqj0ki6XheVKdhr1VVXTY+DUdtKnXr5LLPMgjFjxlQVqZ++BCkp0EmvTb6T//73v3j22Wfzrm71f/3rX3jttdeq6qywwgrQo26qnCPaCM4uytdNqoU9CvYINz09ExgWAhGBGJYj+6AmYAImYAImYAImYAImYAIm0JYEWmvSvGEM3TXy3rG1Bu7RmoAJmIAJmIAJmIAJmIAJmEDzEGjyQCetTJJJ8yAb+pHMNddc+PrXv1514C+++AInn3wyFOTSUyBKVcNkDE/y6quvYu+998Zzzz1XNQCtWHX88cdj/vnnr/I32lCQ1Y9+9CPccMMNEL+e+ldA0QknnIBtt90WattT/cEqv+CCC3Daaad1O+a5554b3/jGN+oO4cEHH8Tmm2+OU045BePHj69bp55T81egl1a90gpi9erIN/nkk6cVpqRXREFLCl6q2N3lWnGpXpCWXiOtYtVd23yZAtQ+/fTTDtfUU0+NeeedF+21laBl8NKKMkxoVU2/aFcV2jABExggAX5eAaXOuTfAjt3cBEzABEzABEzABAZAwE1NwARMwASaigD/OMM7R/75RmlTjcyDMQETMAETMAETMAETaGkCHrwJtBeBJg90CkD/3SJB+24KJFGwyahR1S+XAkQuvvhi6HFrhxxyCBQUouCQZiSlIKcf//jHdYOc9Ai5roJ00KDtlVdeSUFWzzzzTFWPWu1n+umnx0wzzYRJJ520qqxiqI3GrkfuVXxDleuRgqeeemq3QU4ai1af0vtEekW02pdWZ9p999379Ai4SvtKrpWV9txzz7QKlPqs+PO5HhU34YQT5l1Q8JLeo1XOOsZbb72Fp59+uk4J8Nhjj/XqEYIKrNL7P9/JfPPNl17XvG/k69k1kykvnYEoTLhoF4ptmoAJDIhA8JyjBJjDmwmYQKsQ8DhNwARMwARMwARMwARMYMgJBO8bJUN+YB/QBEzABNqXgGduAiZgAiZgAiYwoghUR8403dTSv7ikFUqabmhDPCAFM+lRYvUOq0eOXXPNNdhmm22w4oorQo8d+8tf/gIFqHQVmFKvn8HyvfHGG9h///2HLchJ89Kj3/IrSY0ZMyathnXXXXdB7K688krcdtttuOSSSyCGxaAyPYrtsMMOw7vvvqvuhkyuvfZa6PXVAaeaairsuuuuuOyyy6DX97jjjkuPotOj45ZddllVqZJbbrkFv/71rzva5wunnXZabL311lAQ1fXXXw+JdPlUlq8rXWNQX+pTdlHEUwFjeb+ClxTElPfV01944YWaR85V6on722+/XTG7zPWYPNXNV/j2t7+NiSaaKO9qA13XzBKYpv8MLE5Y/qLPtgl0R8BlfSOgc6zEhHvfGrq2CZiACZiACZiACZiACZiACZhAGxHQXWP295tmmbTHYQImYAImYAImYAImYAImYAKtRKDJA50CWswpIlqJ6aCMdfTo0dhvv/2wxBJLdNu/HjemR3gdfPDBWHPNNaEAmO222y4Fx7z00ks9rgzUbef9KFSgy0EHHZRWm8o31wpKelzdYK/kVDlmPkBplVVWwRlnnJECmsS1UiciMMccc+Doo4+GxjzxxBNXilKu1YX0GLly8FjyDVWicWnMeozerLPOCgUjLb/88vjVr36VgrNmmGGGqqHoUXsKhFKAUr5Ac9IKT5dffjmUL7rootAj3iTS5auUqW6+rfoSm3zAWKVcjx9cZJFFKmbKX3vtNSiIKRndJP/4xz+Qf+RcvqqC9Z599tm8q66uR+tpVadK4RRTTIEFF1ywYrZRzmsl38fcee2kXph5radQwaYJmMCACOgciwjEgHpxYxMwARMwARMwARMwgSYj4OGYgAmYQOMI8IYxdNfoe8fGMXVPJmACJmACJmACJmACJtAYAu6lhQg0eaBTKa1KMhyBJc34Gip445hjjsF6662H4opDXY1XwSmPPvoojjzySGywwQYpuOfAAw+EgqE++eSTrpo1xK/AEwUMPfDAA1X9KcjpN7/5DeaZZ54q/1AYK620UgpiEsuujhcRWHfddXH44YejGOxz1VVXYagfYaexKnBNKzfVG7MeGRcRHUV6XNzZZ59ds0qS+jnqqKPSSk7FeXU0pqIyreykumpDV8euwCMFe+kYHU4qEYHFF1+cWueu4KWxY8d2Oupoeg8+9NBDHSV6X+eDz/QoxuIj6Toql5ViH3LrvTXbbLNJbTMpgRdN7RTqhdnXegoVbJqACQyAQKljNTWfawPA6KYmYAItSMBDNgETMAETMAETMAET6DUB3jDq7lF/76ba62auaAImYAImYALDT8AjMAETMAETMIHmIdDkgU6BiAATeMsITDrppClQ5+STT8acc86ZOfuQasWnv/71r+nxdgr6UTDP66+/3oceelf1/fffT4+ru++++6oaDGeQk1ZC+slPfoLJJ5+8akxdGVoxafXVV68qVqDPTTfdVOUbbGPppZfGfPPN1+vDaBWl22+/vaq+Aoj22WeftMJXVUE3hlYD0ypiCqTKV1PfOkbeJ33eeedNq0NJr8g///lPKBCpYhdz8XzmmWc63FoZqshcK2npfdtRqaAU+1CxVnPSuSK9vSS7XmaXTeqFydd6ChVsmoAJDIBAINg6nX/MO3YrJmACJmACJmACJmACJmACJmACJlBFIHj/KKly2mh1Ah6/CZiACZiACZiACZiACZjAkBFo8kCnEkr615aUDBmTpj9QRLZ6zkUXXZQeW6YVnvoT1KHVnq688kpssskmOOeccyC7EZNXkNO+++6Le++9t6o7BRrpcXVabaeqYIiMzTbbDDPOOGOvj6aVhbQK1mSTTVbV5p577oHmWOUcRGOZZZbBBBNM0Osj3HXXXRg3blxV/aWWWgp6ZF+VsxfGCiusAAVa5auq75tvvjnvSrqC2IoBWQpiUiBSqlAn0WPp8uVjxoxJwVgKzKpUf/HFF/H2229XzJpcK5blg/UmmWSSmjHXNBqxjnTBTNfNepdNlY7YqXtiJtAkBHTu+VxrkhfDwzABEzABEzABEzABE2gaAh6ICZhAnoDuGiV5n3UTMAETMAETMAETMAETMAETaH0CQzWDJg90CkSAwgTeigQiAnPMMQf0WLNbb70Vl156KbbbbrvkyweKFNsVba2Wc8IJJ2CvvfbCW2+9VSzuk60AID0ar16Q07HHHovZZ5+9T/01qvJ0000HBQz1tb+55poL3/jGN6qaKfDmlVdeqfINljHllFP2aeUurZ6UfxScxqX3wjrrrFPzGD6V9SR6jN36669f86hEHUPvm3z7iSaaCIssskjeBQUxKZipypkztOKXHk9Xcc0///wQ869+9asVV7d9aJnv+++/v6OulJlnnhkKmJLefhKccvCaiSQobFGwbZqACTSeQEQgGt+tezQBEzABExjZBDw7EzABEzABEzCBdiHAG8bQXSPvHdtlyp6nCZiACZiACZhABwErJmACJmACDSLQ5IFOWtEpkwbNd8R2o2CW2WefHbvsskta5enOO+/E2Wef3afAJwUnHXDAAf0OdlKQ0y9/+UtoRaE8aAWeHHPMMcMW5KSxzD333NBj0aT3RbRSlh6Dlm/zzjvv4KWXXsq7Bk2fYoopah4H193B9Br8+9//rqqieSuAqMrZB0OPpJt++umrWijYq94qSwsvvDDyK2ApiEnBTFWNy4YCpbTiU9mEHpG32GKLQUFpWv2r4lcfjz/+eMWsyt9991089dRTVb5FF10UU045ZZWvfYwStJxTWlGGCa2qqRftqkIbJmACAyTAzyug1Dn3Btixm8MITMAETMAETMAETMAETMAETGCEEOAfZ3jnyD/fKB0hc/I0TKBhBNyRCZiACZiACZiACZiACfSOQJMHOgWg/26RwFtfCGh1HQW35AOftGrT6quvDgXvdNXXAw88gFNPPRWfffZZV1Xq+hW08utf/xo33nhjTblW9ZHUFAyh4+tf/zrEpD+HVABZsd0LL7xQdA2KraCfL33pS73uW49wUyBWvoEeKTfVVFPlXX3Sv/zlL2OWWWapaqPXW0FGVU4aY8aMqQloU5DSe++9x9LqXWNVwFTFq4CsMWyv92c+0Enljz32GHRM6XlRoFT+tVCwVPFRe/n6I1KvmlR2zWTKS2cgqspQY8ObCZhAAwkEzzFKgDm8mYAJmIAJmIAJmIAJmIAJmEBjCbi3EUQgeN8oGUFT8lRMwARMwARMwARMwARMwARMYAgJNHmgU/oXl7RCSX+YuE0nAQX5KABEKy797W9/g1ZYUlBJZ41O7dprr4UCnjo9PWvjxo3D2LFj61b8+OOP8bvf/Q6qU7fCEDiLKxL15ZD5FYoq7fIBOhVfM+Tjx4/HRx99VDUUzX2SSSap8vXFUFsFIeXb6Dhvvvlm3pV0rUC1wAILJL2SiNXLL79cMTvyf/zjH8j3Meecc6KyEpNWZeqoSEV91FtBSu+5Tz/9lDWyXXPVo+8yqx1TXTOz/wjUY/2KBFhadNk2ARNoIAGdYyUm3BvYq7syARMwARMwARPoDQHXMQETMAETMIHWIaC7xuzvN60zZo/UBEzABEzABEzABJqDgEdhAiZgAiLQ5IFOAS3mFBEaq6VBBEaPHo0VV1wR559/PjbaaCPosXf5rhWYdPXVV+Pzzz/Puweka+Wdiy++OC3LPKCO+tl46qmn7mdLpEfHaVWjfncwgIZa0UkrHPW2i//973/IB/6onV7fiKE7hxRQp5WVdGyJVnMqPl5OQTj333+/ijtkkUUW6Vh1Kx/0pApaEezZZ5+V2iFa4UkrPXU4qKiPYlAW3W2083Xma82d107qhZnXegoVbJqACQyIgM6xiEAMqBc3NoFBIeBOTcAETMAETMAETMAETMAEmoEAbxhDd42+d2yGV8NjMIGRSMBzMgETMAETMAETMIG2INDkgU6lFBijoIi2eDWGeJITTzwxfvrTn2KdddapOfITTzyBt956q8bfG4ceO7btttvWBFBddNFFePjhh3vTRVPVieCfHyhNNagmHoxWVNLKSvkh3nfffVWBc3rsXT74SatGLbTQQh1N1H7mmWfusL/44gvoEXgdDir//ve/8fTTT1PLdgV0LbXUUoiIzNGWaSmtgJdWlFFSYMDSgsdmRsCpCTSCAD+zsBt9ZvG5RhDeTcAETMAETMAETMAETMAETKDpCDTBgHjDqLtH3zs2wWvhIZiACZiACZiACZiACZiACbQsgSYPdIosaKFNAxf0eLCTTjoJu+66K9Zff32stdZa2GSTTRr6CDit7rTFFlvgq1/9atWbWIEoKdCpytuzMcccc6TH1P3whz/EcsstV9Xggw8+wAknnAD1XVXQ5IYemfb+++83+SibZ3hf+9rXMM888yC/aUWv/Ov+yiuv4LXXXuuoohW3Zpxxxg673mKg2FwAABAASURBVCPwtHqTVnGqVFKglFaLqthayWn++eevmG2aB3jR1E6hjuqt1lNdbssETGAgBALB5vrIopyqdxMwARMwARMwARNoLQIerQmYgAmYwBARCN4/SobocD6MCZiACZiACZiACZiACeQJWDeBEUCgyQOdSkiLkqRkBNDu4xT0CLmbbroJ9957L15++WW88cYbUNDNm2++2ceeuq+uAJOvf/3rVZUUQKLHhVU5ezAU5HTsscdilllmgVaL2nHHHWsCqBSscsEFF/B1LfXQW2OLB8Lss88+g1YUyo9IAWJ5u1n0L33pS8g/Nk7j0tj1X2LSh0ImmGACrLDCClWH0nvpxRdf7PD94x//gAL5Kg4FRilAqmIrLwYtqb3e/yrTYxW1SpT0iiy44ILQSlAVuz1znVfZdbPeZVOl7cnFszaBoSOgc8/n2tDx9pFMYCgJ+FgmYAImYAImYAImYAIm0BgCumuUNKY392ICJmACJtBYAu7NBEzABEzABEyg+Qk0eaBTIK2MoKT5WTZ8hJNOOilmmGGGqn7feecdPPvss1W+gRp6bJhWwxlIP9NOOy2OOeaYFORU6UfBK1tvvXXNI+wuvfRS6NF4lXpDkYtbf4/zwgsv1DTV4/lqnE3g+PKXvwy9nvmhaOWkjz76KO/qk65VlF5//fWqNlpxqbv3zLzzzgut0lRppOM/+uijyawXpLTEEktAAVKpQjkp9qFgKT2uTsUaz5NPPim1Q+r10VHYNkpwplG+blIt7FGwbZpAAwm4qzKBiECUdWcmYAImYAImYAImYAImYAImYAImUEWAN4yhu0beO1b5W8fwSE3ABEzABEzABEzABEzABExg2Ak0eaCTVibJZNhJDcMAFOg000wz1Rz5rrvugoJFagr66fjkk09qHiengJl8oEpPXU800UTQeIv19Mi9RRZZpMqt1aJOPPFEDOXj4PTotP4wU5tiQM2oUaMw11xzVc2pe2PoSqebbjpMOeWUVQfUamCVlZCqCnppqK1WU8pXn3zyyVFcgSlfrnHMPvvseRceeughVN5rej0qhQrM0mpgFbuSq498QJlWpnr44YdT8b/+9a+aR98V32epYtslJaCka6Yy5oX5s7TgsWkCJtA4AjrnKDoHG9epezIBEzABEzABEzABE2gpAh6sCZiACfRAgH+c4Z0j/3yjtIe6LjYBEzABEzABEzABEzABE2hSAh7WcBNo8kCnAPTfLRK057b88svXrIh0xx13oLI6TiOoaLWj4qpFClr6yle+MuDuFRDzox/9CJNNNllVXw888AD+9Kc/pZv6qoJBMhSspFWA+tr9W2+9haeffrqqmVYymm222ap8zWKId3FsmvdA3i9afUurKeXnqAA8HSvvy+t6/3z729/Ou9JKZHqvKWgq39/MM8+MMWPGVNWVoT7mnntuqR2isWh1KD22ToFPlQIFVSkwqmK3b55dM5ny0hmIAoiiXSi2aQImMCACwXOOEmAObyZgAiZgAvUI2GcCJmACJmACJmACJkACwftGCVXvJmACJmACJjASCXhOJmACJmACJjDIBJo80Cn9i4uWJhlkDM3b/QILLAAFceRH+MEHH+C0005r2IpI119/Pf7zn//kDwEFmCigp8rZT2PhhRfGZpttVtP6nHPOGbJH2OnxbZXVgGoG0o1j7Nix0IpI+SoLLrggpp9++ryraXStrFVvZaOrrroKegRdXwf68ccf45prrkE+qEh9iIECkaR3JQsttFDVY/QU3KSAOgWdKVip0m6++eZDV0F1ehydVtCq1FV7PbpRgXIVn3IFVfU0HtUb+aJrZvYfgaUS9cKEaz2FCjZNwAQGREDnmE495f3pyG1MwARMwARMwARMwARMwARMwATagYDuGrO/37TDbD3HWgL2mIAJmIAJmIAJmIAJmIAJDIxAkwc6BbSYU0QMbJYt3PqrX/0qVllllZoZ3HvvvTj88MOhx8DVFPbBoRVyzjvvvKoWCixZc801oaCZqoJ+GhGB733veyl4Kt+Fxn7KKac0LGAr33dRV6DOWWedhVdffbVY1KWtumqjtpVKYrPyyitjggkmqLiaLl9mmWWg901+YAoMuu666/KuXuk333wz7rnnnqq6Wp1r2WWXrfLVM8aMGQOt1lQp+/TTT1NfxdWlFMwXUf8cn2WWWSpzSd0oWOpvf/sbXnrppWQr0XgUTCfdQo5kyZ3XTuoFILWeQgWbJmACAyKgcywiEAPqxY1NwARMwARMwARMwARMoK0JePImMLIJ8IYxdNfoe8eR/Tp7diZgAiZgAiZgAiZgAiZgAj0RGFB5kwc6ldKjzeqtTDKgWbdY44033rgmSEhTUBDKdttth/vvvz9xkq+3ouAdreS0++67Y9y4cVXN5p9/fiy55JJVvoEaCrzRI+wmnnjiqq409ssuu6zP46/qpJfGc889hxNOOKFXgVXvv/8+jjjiCKhNvvvBYJPvvxH6mDFjoEce5vvS6/273/0OChLK+7vT77zzThxzzDE1qzkttthimGeeebprmsq0SlNxdSmtkJV/FOAUU0wBreiUGtRJ9Di6/IpmmseFF16I/IpQKtec6zRvQ1cprYCXVpRRUiDA0oLHpgmYQOMI8DMLO9NnFp9rBOHdBEzABExgkAi4WxMwARMwARMwgZYmwBtG3T363rGlX0UP3gRMwARMwASGgIAPYQImYAIm0B2BJg90CkQEmKCdNwUJ/fjHP0YxSEhM9CivnXfeGVtvvTVuuummHoN4PvnkE9x2223YZptt8POf/7xmRSitjrPHHnt0+SgxHbO/svTSS2P11Vevaq7AFa0opceZVRUMknHjjTdi3333xeuvv97lEV555RXstttu0KpZ+Uriv+222w4Km/xxBqprtSm9H4qP19Oj6w466CCcffbZ0CPpujqOylRHnLTqVr6e3os77rhj3fdivp70iMBSSy0FrYIlW6LXOf+YxFlnnRUzzTSTiuqKHkenx+TlC7UyVN7W4+0UMJX3ta8e0PWS6JlRR/VW66kut2UCJjAQAoFg83T+Mfc+TAR8WBMwARMwARMwARMwARMwARNoegLB+0dJ0w/UAzSB5iXgkZmACZiACZiACZiACbQ1gSYPdCohLUqSkrZ+naBgjv3226/LABMFkKh8xRVXxGqrrQat9HTkkUeiIrvuuivWWmst6JFje++9N1S/SFQBMgpiGazHgI0ePRo//OEPoeCW/LG1otT//d//QYE4ef9g6Qpg2nDDDXHIIYfgvvvuw5tvvok33ngDt99+O/bff39897vfxeOPP15z+LXXXhsK1qopaEKHHvm211571bxfFMR04oknYo011sBxxx0HPdJO85dIV5nmr1x181NToJfeY71ZzanSbs4558Q000xTMWvyueaaCz0FKenRdvlgqXwnE044IbTCVN7X3nqJ0y+l62a9y6ZKWcG7CZjAIBLQuedzbRABu2sTMAETMAETMAETMAETMIEeCbhCsxPQXaOk2cfp8ZmACZiACZiACZiACZiACZhAcxJo8kCnQFoZQcng8mv63iMC66yzDg499FBolZvuBqzAoUcffRR6JFxFFNyjYB6toFSvrYJYtMLT5ptvTuZRr0pDfDPOOGMKdioGrmh8l19+eUOOUa8TrW407bTTdhQpiOeaa67BLrvskoJ+FASmwCCt+PT555931KsoKt9zzz2hYK2Kr9nzlVZaCQpM0mtbHOv48eNxwQUXYKeddkrzV+CTdK3kpPdJsb760Kpi6rNY1p0t7sUVmfL1F1100bxZV+8uWGrMmDF1H+tYt6O2cOrcDZ7DSILCFgXbpgmYQOMJRASi8d26RxMwARMwARMwgcYRcE8mYAImYAImMHwEeMMYumvkvePwDcJHNgETMAETMAETMIG2IOBJmoAJjGACTR7opJVJMhnBr0GvpxYRWHXVVaFHvX3zm9+seiRYrzupU1GBKOeeey7WXXddRESdGo11rbLKKlhuueWqOlUAloJsnn766Sp/owytcPTb3/62z0ExWuVqq622woEHHthjgFmjxtqofiIivabHH398t6sq9XQ8rcik1Z822WSTPr8/xE+rkdU7xtRTT415550XPW16XJ4CmurVW2SRRZr+UYL1xj14vhK0nFNaUYYJrapDFe2qQhsmYAIDJMDPK6DUOfcG2LGbm8AQE/DhTMAETMAETMAETMAETMAEBo0A/zjDO0f++UbpoB3FHZuACZhALwi4igmYgAmYgAmYgAm0LoEmD3QKIMoCbxUCevTbaaedhjPOOAPLLLMMFExSKettrhWVFOCkIJjTTz8dc8wxR2+bDrieVgfSI/IUwJLvTCtRnXTSSYP2CDsFO+kReXq0n+afP3ZRV7mCyS688ELsscceNY+AK9ZvZnvxxRfHn/70Jyhgq6fVwPLz+PKXv4ydd945tV1yySV5KvJczFfopT7ffPPVfTyd3sfTTTddj71MMskkmH/++Wvq6TVaaqml+j2umg5HhIOvEa+ZTBMX5flpFe18mfVeEnA1E+iSQCD9BJjDmwmYgAmYgAmYgAmYgAmYgAmYQCsTGNSxB+8bJYN6EHduAiZgAiZgAiZgAiZgAiZgAiOWQJMHOqV/cUkrlIzYV6CfE4sILLDAAvjd736HO+64A1oNaYcddoACUvR4OAUT5buWLb8ePXbQQQfh+uuvx5lnnolll122YStD5Y/Xkz7PPPNg6623rjn2YD/CbooppsCRRx6JSy+9FBtttBHERAEzGq8YzT777GlcCgxSMNlQBoBpDIMlk002WQrYuummm3DCCSeklZ4UaKQ5V44pXfP//ve/j1NOOQV6jN/2228Pta3U6U8+22yzQa93se3cc8/d61WyFltsMUw44YRVXcw000y9WhGqqtGIN3TNzP4jsFSiXphvradQwaYJmMCACOgc06mnfEAdubEJmIAJmIAJmIAJNDkBD88ETMAETGAgBHTXmP39ZiC9uK0JmIAJmIAJmIAJmIAJDDYB928CzUqgyQOdAhGgMIG3rghMNNFEacWbnXbaCSeffDKuuuoq3HXXXRg7dmyHyJb/6KOPxvrrr4/iakpd9V3Pr1WBFAiT7/+KK66AHkVWr35Xvi222AL33XdfxxjVn2z5822WX375qjqqp9WJ8nX6qiv4Zv/990+sdEz1KUYKgNp9992hIKCIoX3faeWjv/3tb1VzPeSQQ/o6tW7r672y9NJL4xe/+AUuu+yyqvdJZf577703tArU6NGju+2rt4X13i/ivc8++/S2C+jxd3//+9+r2Fx++eWYdtppe91He1Tke5bvW+51r5ssbQ8MnqUJDBMBnWMRgRim4/uwJmACTUPAAzEBEzABEzABEzABEzCB+gR4wxi6a/S9Y30+9pqACZhAaxHwaE3ABEzABEzABIaJQJMHOpWgVUkkw8THhzUBEzCBFiJQSivgpRVllBRGztKCx6YJDAeBkXpMfmbh1PSZxeffIssTAAAQAElEQVQaQXg3ARMwARPoIPDhhx9i5513hlYpzcvtt9/eUacRylNPPYWVV1656jiy5e+u/2Yfn8YuVnl20sVUY1d5V6Jy1VP9/or+6WKttdZK/zD005/+FOeccw6ef/55fPHFF10d1n4TMAETMAET6JoAbxh199ge945dY3CJCZiACZiACZiACZiACZiACQyEQJMHOgUiAkzgzQTagoAnaQIDIpBdL7PLJvVCX7WeQgWbJmACAyAQCLZO5x9z7yZgAiZgAiZgAiODgAKa3njjDbz88su45ZZb0qPAN9lkE6yyyio4/fTT8cEHH4yMiXoWQ0/ARzQBE2hjAsH7R0kbI/DUTcAETMAETMAETMAETKBdCHieg0KgyQOdSkiLkqRkUObvTk3ABExgBBEocS7ZdbPeZVOlrODdBExgEAno3PO5NoiA3bUJmEDbEPBETaDZCYwfPx6nnHIKNthgA/z1r3/1Ck/N/oJ5fCZgAibQVAR01yhpqkF5MCZgAiZgAiYwLAR8UBMwARMwARPoD4EmD3QKpJURlPRndm5jAiZgAm1FIDjbKF83qRb2KNg2TcAEGk8gIhCN77bYo20TMAETMAETMIEmIfD222/joIMOwlFHHYWPP/64SUblYZiACZiACTQtAd4whu4aee/YtGP0wJqJgMdiAiZgAiZgAiZgAiZgAiZQh0CTBzppZZJM6ozdLhMwAROoQ6CdXSVoGby0ogwTWlUwinZVoQ0TMIEBEuDnFVDqnHsD7NjNTcAETMAETMAEGkxg/vnnx4YbbtgrWWmllTDTTDPhK1/5Spej0OPt/vznP+PYY4/FZ5991mU9F5iACTSagPszgRYkwD/O8M6Rf75R2oLj95BNwARMwARMwARMwARMwARMYMgJ1B5wVK2rmTwB6L9bJPBmAiZgAibQPYHsmsmUl85AFCoX7UKxTRMwgQERCJ5zlABzeDMBEzABEzCB4SfgEXRJYJVVVsEBBxzQKzn66KNx5ZVX4uabb8att96KX/ziF5h55pnr9n3ZZZfhhBNOQKlUqltupwmYgAmYgAlkBIL3jZLMcmoCJmACJmACJmACAyLgxiZgAibQhgSaPNCJfxzkzr8StuFL4ymbgAmYQF8J8ILJL1WY8rKptLp9rae63JYJmMDACOgc4ykI5QPrya2HgoCPYQImYAImYAJ9JTD55JNj3XXXxcUXX4wtttgCo0bV/klFKzvdcsstfe3a9U3ABEzABNqKgO4avaJTW73knuywEvDBTcAETMAETMAETMAERh6B2r/KNdUcA1rMKSKaalQejAmYgAk0JwFeK3m95M5rJ/XCIGs9hQqdpjUTMIF+ENA5FhGIfrR1ExMwARMwARMwgdYhMPHEE2PPPffEbrvtVhPs9PHHH+O0007DuHHjWmdCHqkJmEA7E/Dch5oAbxhDd42+dxxq8j6eCZiACZiACZiACZiACZjACCLQ5IFOpbQqSXMt+z6CXn1PxQRMYIQRKIEXTe0U6oXZ1XoKFWyagAkMgAA/s7C1PrP4XCMI7yZgAiZgAiYwIgh0PYmIwOabb44NNtigptIzzzyDa665psZvhwmYgAmYgAloCeASE987+r1gAiZgAiZgAiZgAs1EwGMxARNoNQJNHugUiAgwgTcTMAETMIGeCGTXy+yySb1QvdZTqGDTBExgAAQCwdbp/GPu3QTagoAnaQImYAJtTmD06NHYddddseCCC9aQuPbaa72qUw0VO0zABEzABDICwftHSWY5NQETMIGmJ+ABmoAJmIAJmIAJmECTEWjyQKcSSloWISVNRs7DaVoCU089Na644gqMHTu2Q0455RRMOumkTTtmD8wEGkMgXTDTdbPeZVOljTmOe+kNAddpTwI693yutedr71mbgAmYgAm0J4GvfOUr2HLLLTHhhBNWAXj++efx+OOPV/lsmIAJmIAJjEwCfZ+V7holfW/pFiZgAiZgAiZgAiZgAiZgAiZgAkCTBzoF0soISvxqjSQCnosJmMCgEAj2GuXrJtXCHgXbpgmYQOMJRASi8d26RxMwARMwARMwgSYmsMQSS2C++earGuEXX3yBW2+9FXo0UVVB+xmesQmYgAmYQJ4AbxhDd428d8y7rZuACZiACZiACZiACZhAixPw8E1gSAk0eaCTVnTKZEip+GAmYAIm0JIESuA3KdopvHYW5sDSgsemCZhA4wjonKOUKI3r1D2ZgAmMeAKeoAmYwEggMPnkk2PFFVesmcpTTz2Fd999t8ZvhwmYgAmYQBsT4B9ndNeoQFiqbQzCUzcBEzCBdiPg+ZqACZiACZiACTSSQJMHOgWg/26RwJsJmIAJmED3BLJrJlNeOgNRqFy0C8U2TaD5CLTUiILnHCXAHN5MwARMwARMwATajMBCCy2ESSaZpGrWr732Gl555ZUqnw0TMAETMAETAO8aIwm8VQg4NwETMAETMAETMAETMAETMIE+EGjyQKcSwB0lJX2YlauaQBsQ8BRNoJYAr5W8XjLlZVNpdY1aT3W5LRMwgYER0DnGUzB9dBlYT25tAiZgAiZgAibQagRmnnlmfO1rX6sa9vjx46FgpyqnDRPoBwE3MQETGGkE0t2j7x1H2svq+ZiACZiACZiACZiACZjAAAm4ee8JNHmgU0CLOUVE72fkmiZgAibQtgR4reT1kjuvndQLHGo9hQo2TcAEBkRA51hEIAbUixubgAmYgAn0kYCrm0BTEJh00kkxwwwz1IzlpZdeqvHZYQImYAIm0MYEeMMYumv0vWMbvwk8dRMwARMwgX4ScDMTMAETMAET6CDQ5IFOpbQqSUnLI3QM2YoJmIAJmEB9AiXwoqmdQr1QqdZTqGDTBExgAAT4mYWt9Zmluc41Dsq7CZiACZiACZjAoBPQY+ummWaamuM899xzNT47TMAETMAE2pgAbxh19+h7xzZ+Dwza1N2xCZiACZiACZiACZiACbQPgSYPdApEBJjAmwmYgAk0nMCI6zC7XmaXTeqF+dV6ChVsmoAJDIBAINg6nX/MvZuACZiACZiACbQXgYjAqFG1f2L54osv6v4TAryZgAkMLQEfzQSaikDw/lHSVIPyYEzABEzABEzABEzABEzABEygZQjU/hWuPPTmyEr8gyBH4hWdCMG7CZiACfREoMQK2XWz3mVTpazg3QRMYBAJ6NzzuTaIgN21CZiACZjAoBBwp40hMHr06JqO/vvf/+Kjjz6q8dthAiZgAibQzgR01yhpZwaeuwmYgAmYgAmYwHAQ8DFNwARMYKQQaPJAp0AEKEzgzQRMwARMoHsCulYGr5lIgsIWBdumCZhA4wlEBKLx3brH4SXgo5uACZiACZhArwjMOOOMvarnSiZgAiZgAm1MgDeMobtG3ju2MQVP3QSalYDHZQImYAImYAImYAIm0CIEmjzQSSuTZNIiPD1MEzABExhGAiVoGby0ogwTWlVjKdpVhf023NAETCAjwM8roNQ597JypyZgAiZgAiZgAiOdwIsvvjjSp+j5mYAJtDUBT74hBPjHGd458s83ShvSozsxARMwARMwARMwARMwARMwgbYj0OSBTgHov1skaMHNQzYBEzCBISWQXTOZ8tIZiMKxi3ah2KYJmMCACATPOUqAObyZgAmYgAmYgAm0G4Eu5jtq1ChE8ANCF+V2m4AJmIAJtCOBQPbTjnP3nE3ABEzABEzABEygxQl4+CZgAk1BYFRTjKLLQaR/cUkrlHRZxQUmYAImYAJlArpmZv8RWCpRL3srWa2nUuLcBEygEQR0junUU96I/tyHCYwkAp6LCZiACbQrgWmmmQaTTDJJu07f8zYBEzABE6hLQHeN2d9v6hbbaQImYAItTMBDNwETMAETMAETMIGhINDkgU4B/eNjRAwFCx/DBEzABFqcAK+VvF5y57WTemE2tZ5CBZvDRcDHHSEEdI5FBGKEzMfTMAETMAETMAET6D2Bjz76CP/9739rGowePbrGZ4cJmIAJmEDbEoBuGCMlKYU3EzABEzABEzABEzABEzABEzCBvhNo8kCnUva8ci2P0Pe5ucWIIOBJmIAJ9J5AKa2Ap0umV3TqPTXXNIHGEOBnFnakc49nIjXvJmACJmACJmAC7UTg448/xrhx42qmPOuss9b47OiKgP0mYAIm0AYEeMOou0ffO7bBa+0pmoAJmIAJmIAJmIAJdEHAbhMYOIEmD3QKRASYwJsJmIAJmEBPBLLrZXbZpF6oXuspVLBpAiYwAAKBYOt0/jH3bgImYAINJ+AORxyBzz77bNDnNPnkk+NrX/tav47T7OPr16QGsdHbb78NSf4Qo0aNwlxzzZV3WTcBEzABEzABEgjeP0qoejcBEzABEzCBIgHbJmACJmACJmACPRJo8kCnErQySZb0OBdXMAETMIE2J1Di/LPrZrp20srvKs3b1k1gJBFolrno3PO51iyvhsdhAiZgAs1BYJJJJsE000xTM5iXXnqpxtdohwJtJN312+zj627szVT2n//8p2ZFp69+9auYYYYZmmmYHosJmIAJmEBTENBdo6QpBtNyg/CATcAETMAETMAETMAETMAETKDJA50CaWUEJX6tTMAE+kvA7dqGQHCmUb5uUi3sUbBtmoAJNJ5ARCAa3617NAETMAETaGECEYF6wUaNXjHpv//9L9577z3kNwUxjR49Ou+q0SOiqceHFtj0+KF77rkHX3zxRdVoZ599dkw33XRVPhsmMMgE3L0JmECzE+ANY+iukb9/m32oHp8JmIAJmIAJmIAJmIAJmEDTEmj7gTV5oJNWJsmk7V8pAzABEzCBHgmUoBXw0ooyTGhVtSjaVYU2TMAEBkiAn1dAqXPuDbBjNzcBEzABE2gYgeHraNZZZ605+IsvvljjG4jjzTffrGk+5ZRTYqKJJqrxFx3NPr7ieJvN1iPrHnjggZphLbjggph00klr/HaYgAmYgAm0MQH+cYZ3jvzzjdI25uCpm4AJmIAJmMCgEnDnJmACJmACI51Akwc6BaD/bpHAmwmYgAmYQPcEsmsmU146A1GoXLQLxTZNwAQGRCB4zlECzNGam0dtAiZgAiYwaATqPb7slVdewYcfftiwYz755JM1fWk1od4E2jT7+Gom1mQOreb0/PPPV41qsskmw7LLLlvls2ECJmACJmACGYHgfaMks5yawJAT8AFNwARMwARMwARMwARMoMUJNHmgU/oXl7RCSYtz9vBNwARanEBrDF/XzOw/AvX4jOKYWVp02TYBE2ggAZ1jJSbcG9iruzIBEzABExgJBGabbTZ8+ctfrpqKVnR6/fXXq3z9NfTIun/96181zeeee+4aXz1Hs4+v3pibxTdu3Dicd955NY+t++Y3v4l55pmnWYbpcZiACfSBgKuawOAT0F1j9vebwT+Wj2ACJmACJmACJmACJmACJmACI49AIwKdBpFKQIs5RcQgHsNdm4AJmMBIIcBrJa+X3HntpF6YVq2nUMGmCZjAYQA2eAAAEABJREFUgAjoHIsIxIB6cWMTMAETMIGRSGDGGWfE9NNPXzU1PWru/vvvr/L113jhhRdQXFFokkkmwTe+8Y1eddmH8fWqv2KlgY6v2F+z2PrngrPOOgvPPPNM1ZAmnHBCbLDBBph44omr/DZMwARMwARMQDeMkZKUGogJmIAJmIAJmIAJNCsBj8sETMAEmppAkwc6laA/HEqamqIHZwImYAJNQaCUVsBLK8ooKYyJpQWPTRMwgcYR4GcWdqbPLD7XCKJtd0/cBEzABOoT+MpXvoL55puvpvDPf/4z3njjjRp/Xxyff/45rrrqKnzwwQdVzWaeeWaMGTOmyteV0ezj62rcw+nX7/xLL70Ueg2L41hsscWw1FJLFd22TcAETMAETIB/t9HO+0f+3cb3jn5DmEArE/DYTcAETMAETMAETMAEhpNAkwc6BSICTODNBEzABEygJwLZ9TK7bFIvVK/1FCoMtun+TWBEEwgE55fOP+beTcAETMAETCBPICKw6qqrQiv95P3PPvssTjvtNHz22Wd5d5/02267Ddddd11Nm5VWWglTTjlljb+eI6K5x1dvzMPpU1DZMcccg2OPPRYff/xx1VC++tWv4kc/+hEmnXTSKr8NEzABE2grAp5sDwSC94+SHqq52ARMwARMwARMwARMwARMwARMoC6BJg900n+3cNylkf//LZyldxMwARMYIAFdK7PrZr3LpkoHeAA3NwET6IGAzj2faz1AcrEJmIAJtCmBhRdeGAtTitO/7LLLcOCBB+K9994rFnVrf/HFF2klp0MOOaQm2EaPyVtzzTW7bV8s1NgkRX+zjK84rqG2tYLTK6+8gj/84Q9YZ511cPHFF0OraeXHMWrUKPzgBz/o8ZGB+TbWTcAETMAE2pGA7hol7Th3z9kETMAETMAETMAE2oeAZ2oCJjB4BEYNXteN6DkQAQoTeDMBEzABE+iegK6VwWsmkqCwRcG2aQIm0HgCEYFofLfu0QTaiYDnagIjloBW+Nlxxx0x2WST1czx5ptvxkYbbYRzzjkH7777bk153vHJJ59Aqzhts802OOyww/Dhhx/mi6Fgm2233RazzDJLlb8no9nH19P4+1Iu3kceeSR6I7vuuivWW289LLvssilXoNP48eNrDifuP/zhD7H55psjwp8GagDZYQImYAImkBHgr4hAAP5dAW8mYAJtT8AATMAETMAETMAETKDfBEb1u+WQNCxB/zUpGZLD+SAmYAIm0NIESuBFUzuF18/CXFha8NhsPQIecfMS0DlHKVGad5AemQmYgAmYwDAT0IpJ22+/fQpGKg7l7bffxgknnIBVVlkFq622GhRgkw/Ekb3WWmulgJu9994bTz75ZLGL1O+GG26I9ddfv6asN45mH19v5tCbOk888QS0UlVv5N5774VWcio+oi5/nAkmmAA77bQTtttuO4wePTpfZN0ETMAETMAEqgnwjzO6a9Tfu6lWl1VZNkzABEzABEzABEzABEzABEzABLoi0OSBTuX/bvF/uHT1+tmfJ2DdBNqeQHbNZIqIQBR4FO1CsU0TMIEBEQiec5QAc3gzARMwARMwgboEIiI92my33XaDgmPqVqJz3LhxUIBNPhBH9htvvAE9so5VanatKLTFFltgn3326XewTURzj69m0k3gGDNmDE466SQHOQ31a+HjmYAJmEBLEwjeN0paehIevAmYgAmYgAmYgAmYgAkMPgEfwQS6INDkgU4lgDtKSrqYgd0mYAImYAJlArxW8nrJlJdNpWV3Oav1lAucmYAJNISAzjGegumjS0M6dCcmYAIm0E8CbtbcBBSQtOWWW6bgGAXJNGK0U001FY444gjsscce/Q5yqoyj2cdXGedw5mI0xxxzpEffXXTRRVh88cUREcM5JB/bBEzABEygpQiku0ffO7bUa+bBmoAJmEBzEvCoTMAETMAETKBdCTR5oFPwj4WgBLyZgAmYgAn0RIDXSn7Bwr3udZOlPXXgchNoBwKDNkedYxGBGLQjuGMTMAETMIGRQiAiUnDM+eefj4MPPhjTTjttv6b25S9/GVtvvTWuuOKK9Li7iMb8Fopo7vH1C1Y/G2nlremnnx7zzTcfNt10Uxx33HG44YYbcMkllyTmflRdP8G6mQmYgAm0KwH+qg7dNfJ3bbQrg6Gbt49kAiZgAiZgAiZgAiZgAiYwQgmMau55ldKqJCUtj9DcA/XoTGCEEPA0WptACbxoaqdQL0ym1lOoYNMETGAABPiZha31mcXnGkF4NwETMAET6BWBiSeeGOuttx6uvfZaXHXVVTjggAOw0korYaaZZsKkk05a1Ucl4GahhRbCDjvsgHPPPRc333wzdt99d0w22WRVdRtlNMv4ll9+eYwdO7ZKTjnllBpGxXmLoeoV2/bF1iMDr7nmmsT7Zz/7GTSWKaecsngo2ybQggQ8ZBMwgWEhwBtG3T363nFY6PugJmACJmACJmACJmACJtCGBEbmlJs80CkQEWACbyZgAiZgAj0RyK6X2WWTeqF6radQwaYJmMAACASCrdP5x9y7CZiACZhAixMY4uFHBGaccUZsuOGGOProo3HllVfi9ttvrwrsqQTcnHHGGdhpp53SCkN6hNpQDDWiucc3FAx8DBMwARMwARNoHIHg/aOkcT26JxMwARMwARMwgX4ScDMTMAETMIGWJNDkgU4lpMWcUtKSfD1oEzABExhCAiUeK7tu1rtsqpQVvJuACQwiAZ177XCuDSJCd20CJmACJmACJmACJmACJmACI5yA7holI3yant6IIOBJmIAJmIAJmIAJmIAJmEAzEmjyQKdABChM4M0ETMAEWoLAMA5S18rgNRNJUNiiYNs0ARNoPIGIQDS+W/doAiZgAiZgAiZgAiZgAibQfAQ8IhPoOwHeMIbuGnnv2PfGbmECJmACJmACJmACJmACJmACJiACQxzopEP2RbQySSZ9aeW6JmACJtCeBErQMnhpRRkmtKowFO2qQhsmYAIDJMDPK6DUOfcG2LGbm4AJmIAJmECLEvCwTcAETMAETMAEagjwjzO8c+Sfb5TWlNphAiZgAiZgAiZgAi1IwEM2ARMwgaEn0OSBTgHov1sk8GYCJmACJtA9geyayZSXzkAUKhftQrFNEzCBAREInnOUAHN4M4GeCbiGCZiACZiACZiACZiACZhAmxII3jdK2nT6nrYJtBsBz9cETMAETMAETMAETKDhBJo80Cn9i0taoaThM3eHJmACJjDiCOiamf1HYKlEvTC/Wk+hQhOZHooJtCIBnWM69ZS34vg9ZhMwARMwARMwARMwARMwARMYagLteTzdNWZ/v2nP+XvWJmACJmACJmACJmACJmACJjAwAk0e6BTQYk4RMbBZjqzWno0JmIAJdEGA10peL7nz2km9UKvWU6hg0wRMYEAEdI5FBGJAvbixCZiACZiACZiACXQQsGICJmACJjDSCPCGMXTX6HvHkfbKej4mYAImYAImYAImMBACbmsCJtBHAk0e6FSCViWR9HFerm4CJmACbUiglFbASyvKKCkQYGnBY9METKBxBPiZhZ3pM4vPNYLwbgJDQsAHMQETMAETMAETMAETMIEWI8AbRt09+t6xxV43D9cETGCYCfjwJmACJmACJmACJlBNoMkDnQIRASbwZgImYAIm0BOB7HqZXTapF6rXegoVbI4sAp7NEBMIBI+Yzj/m3k3ABEzABEzABEzABEzABEzABEygPoHg/aOkfmmfvW5gAiZgAiZgAiZgAiZgAiZgAm1GoMkDnUpIi5KkpM1eGU93UAm4cxMYmQRKnFZ23ax32VQpK3g3ARMYRAI693yuDSJgd20CJmACJmACJmACfSTg6iZgAibQfAR01yhpvpF5RCZgAiZgAiZgAiZgAibQqgQ87vYi0OSBToG0MoKS9npdPFsTMAET6AeBYJsoXzepFvYo2DZNwAQaTyAiEI3v1j2agAmYwGARcL8mYAImYAImYAImYAJDSYA3jKG7Rt47DuVhfSwTMAETMIG2J2AAJmACJmACJjCiCDR5oJNWJslkRFH3ZEzABExgUAiUoGXw0ooyTGhVHaVoVxXaMAETqEOgLy5+XgGlzrnXl15c1wRMwARMwARMwARMwARMwARMYAQT4B9neOfIP98oHcHzbLmpecAmYAImYAImYAImYAImYAKtRKDJA50C0H+3SODNBEygqQh4ME1IILtmMuWlMxCFERbtQrFNEzCBAREInnOUAHN4MwETMAETMAETMAETMIGRQ8AzMQETaDCB4H2jpMHdujsTMAETMAETMAETMAETMAETGAiBFmrb5IFO6V9c0golLcTUQzUBEzCBYSKga2b2H4GlEvXCKGo9hQo2TcAEBkRA55hOPeUD6siNTcAETMAEWoqAB2sCJmACJmACJmACfSOgu8bs7zd9a+faJmACJmACJmACw0nAxzYBEzABE2geAk0e6BTQYk4R0TzEPBITMAETaFoCvFbyesmd107qhXHWegoVbJqACQyIgM6xiEAMqJcR19gTMgETMAETMAETMAETMAETMAETqBDgDWPortH3jhUizkcOAc/EBEzABEzABEzABEzABIaMQJMHOpWgVUkkQ0bEBzIBEzCBISPQ6AOV0gp4aUUZJYXuWVrw2DQBE2gcAX5mYWf6zOJzjSC8m4AJmIAJmIAJmIAJmIAJ5AhYNYEyAd4w6u7R945lHs5MwARMwARMwARMwARMwARMoB8EmjfQKU0mEBFgAm8mYAImYAI9Eciul9llk3qheq2nUMGmCZjAAAgEgq3T+cfcuwmYgAmYgAmYQB8IuKoJmIAJmIAJtBWB4P2jpK0m7cmagAmYgAmYgAmYAGAGJmACJtAgAk0e6FRCWpQkJQ2asbsxARMwgRFLoMSZZdfNepdNlbJC2iMi5U5MwAQaS0DnXv5ca2zv7q1dCXjeJmACJmACJmACJmACJmACI4mA7holI2lOnosJmEAjCLgPEzABEzABEzABEzCB3hFo8kCngL6Lj4jezca1TMAETKCtCehaGeXrZi2IKLsiKlrZ0dqZR28CTUUgIhBNNSIPxgRMwARMwARMwARMwARMwARGBIGRMQneMIbuGnnvODIm5FmYgAmYgAmYgAmYgAmYgAmYwNATGPJAp4jowyy1MkkmfWjkqh0ErJiACbQXgRK0DF5aUYYJrarpy47ovAZHdOpVFW2YgAn0gwA/r4BS59zrR2duYgImYAImYAImYAJ9JODqJmACJmACLUGAf5zhnSP/fKO0JUbsQZqACZiACZiACZiACTQVAQ/GBExABIY80EkHzUtEd1+0s0zlknwj6yZgAiZgAnUIZNdMpogIRKHGKPoKLpsmYAINIxA85ygB5vBmAibQbAQ8HhMwARMwARMwARMwARNoGgLB+0ZJ0wzIAzEBEzCBkUPAMzEBEzABEzABE2gLAsMa6BQRCXJEliejKkn/4pJWKKly2zABE3h4BWAAABAASURBVDABE6hDQNfM7D8CSyXqhRq1HiCi9vobUeuDtxFNwJNrDAGdYzr1lDemR/diAiZgAiZgAiZgAiZgAiZgAiYw8gjorjH7+81Qz83HMwETMAETMAETMAETMAETMIGRQGDYAp0ievNFevBLeFAC3kxgmAj4sCbQQgR4reS1lXvd6yZLW2guHqoJtB4BnWMRgWi9oXvEJmACJmACJmACJmACgBmYgAmYwOAT4A1j6K7R946Dz9pHMAETMAETMAETMAETMIH6BOwdAQQGPdApImowRdT6aiolRwlalUSSTCcmYAImYALdECilFfDSijJKCjVZWvDYNAETaBwBfmZhZ/rM4nONILybgAmMQAKekgmYgAmYgAmYgAmYwIAJ8IZRd4++dxwwSXdgAiZgAiYwaATcsQmYgAmYgAk0P4FBD3TqCUFEICKT2rplP8try+wxARMwAROoJhDgBVU7hTqqN3kiIpVFREdhRNT4OgqtmIAJ9I4AeB6xJk8nalS8m4AJmIAJmIAJmIAJmIAJmIAJmEBdArp/lNQttLPZCXh8JmACJmACJmACJmACJmACw05gyAKdInjzVhbNOiKzpXctJaRFSZjs8tvxmG6D/2L6Dd7ADJL138CM67+eZKb1X8PMSV7FLOu9ilnXeyXJbMxnW+9ljKHMvu5LmCPJfzDnupIXMde6lHX+ja9T5l7nBcwjWft5zJvkOcy39nP4xtrPYn7JWs9igbX+lWTBtf6JhcryzTWfwcJJnsYia1LW+Ae+teY/sOgaT2GxJE9i8TUoqz+BJShLrv44JEut/hi+LVntUSyd5BEss9ojWJay3GoPY7nvPIzlv/NQkhW+8yBWLMtKqz6AlZOMxSqrUla5H6tSvrPKfVgtyb1YfRXKyvdgDcqaK/8dkrVWvhtrS1a6C+uUZd2V7sR6lPVXugPrr3gHNljx9iTfXfE2bLgChflGK9yKjZPcgk1WoCz/N2xK+d7yN2OzJDfh+8tTlrsRm1O2WO4GSH6w3F+xpWTZ67FVWbZe9jpss8x12HbZv2DbZf6C7ZJci+2XuRY/XPqaJDssfTV2THIVdlqa8u0r8SPKzt++ArskuRy7fpuy1GXYjbL7Un+GZI+l/oQfS5b8E/Zc8tIkP1nyEuy1xCXYe4mLk+zDfJ8lLsJPKT9b/ELsm+QC7Le45HzsvzhlsfNwAOXAxc7FzyWLnoODFqMsejYOpvxi0bMgOeRbZ+HQRc/Eod86E4d964wkh3/rdByxyOn45SKnJTmS+ZGL/BG/ovx64T/gqCSn4jcLS/4PRy9M+eYpOIZy7Dd/j+MkC52M336TstBJOJ7yu4VOhOSEBU/EiQuekOSkBX+Hk8vy+wWOxylJfov/W0ByHE5d4Dj8Yf5j8cckx+C0+SVH4/T5Kd/4Dc6gnPmNo3CWZL5f4+wkv8I58/0K5853ZJLz5j0S58/7yyQXzHsELizLRfMcjouTHIZL5qHMfSgunedQ/GnuQ/DnJL/AZXNTvn4wLp+b8vWDcMXXD8KVX/85rpLMdSCuLss1cx2Aa5Psj7/MuT+um3O/JNfPuS/+WpYb5vgZbkzyU9w0B2X2fXAz5W+z741bkuyFW2enjPkJbkuyJ24fsyfuGPNj3CmZbQ/cVZa7Z9sdf0+yG+6ZdTfcO+uuSe6bdRfcX5axs+yMB5L8CA/OQpl5JzxEeXjmHfFIkh3w6MyUmX6Ix5Jsj8dn2h5PzLQdnpTMuC2eKss/ZtwGT89AmXFrPDPD1vhnkq3wrxm2wrPTb4lnZ9gSz03/AzyfZAu8MD1lus3xb8qL030f/0myGV6ajjLt9/Ay5ZVpN4XkVeavTbsJXptmE7w+zcZJ3phmI7y/32kASum6ycsm9eq9VG0iIgoemyZgAgMloHOveK4NtE+3NwETMAETMAETMAETMIFWIeBxmoAJ9IaA7holvanrOiZgAiZgAiZgAiZgAiZgAibQfASGe0RDFujU1UQjopsv21WGVD7uvRIkbzGXjBv/BcaNl485fePe+wJvl/NxHbl8mYxjueTtXC69K3mH9SSd5Z+z/y/wznufU9jnu8wpb9OWZH76aL9Df4ctXSJ/Wd5VLh8l6bTfrejvfga1f/e9z/Bu8jNXGf3vUd6VqEw55T3qkuSnXcnlk8hWu1r5FJmvOh//7qcYz37eS/mnrJNJ5v+UZQV5p2Cz3fuU8fJLpFPef/cTvM98PHOVvc88yTv0U+RPdsH/AW3J+6yTF/kk8n3Ask75GJlezt9lrj7eYZ6X5O/0fciyonwgH+sV/R/J/87/8OHbH+ND5bQ/Yv4R82r7f/jo7UwyP/VUj3nZ/1HFzucs+x9tidr/L9kfQXX/985HyPzM36Ykm7n0vBT8H7MsL/+jLfmY9ZLQzpd//PaHyPzMU9mH+ES+slR05ZJUn2XSO2Rc1qbDzpV/+vYH+FT2OOap3gep/2r/B6zzAf0f4FPVS22o53P5KZ+VfZ9VdOZqI3+Sce9DZZ+W88/eps02n1Vs5p9TMptlZf1z1pNU/KrTISpjvQ47p38xbjy+SDbzt97H57QlmX98sr94K8vz/kp5R846qtdhs58S5Yu33sMXLCuNew8l2iXaJdpf0OYVk9dMpoGabVT5ehsRrBOpPCLLk8Ekotqmy7sJmEAfCEQEog/1XdUETMAETKCtCHiyJmACJmACJmAC7U6AN4yhu0beO7Y7Cs/fBEzABEzABEYwAU/NBEzABExgkAkMSaBTRFRNIyKzI7JchRGduuxMSiiVykIHNdCRhG6q+s8XeSlUU12tZkLRzgrcVcbCcnvVoVM7hf6sI+rqlnXZMKWpiBrLUxu2Zw3WK/toU6MrVaRfKnW2p9Zhq44kc1Or058qp5Ysky7JVNZnw5SygsaR6TR4/Ow49LCyPNTooiY7ZSlhTZYklXm5P2apbuqT9VmJO8upJ58s6hqLJFNZzoYpzfeXCtlAZdQ72tNWWwndzFIjVmQPSWXOOkqZ9TweVco6Yl+qrpZlqdcf66exsA2LZalRErrYB72ZQl3ucl+qySI5K+05aO4sZ/3kyyw1SkI3q6sRzXL7rB7b0NbOCtopnfVosAHr0KX6xXosoYspy1U3fxw2pEtllI7xSKHN+ll/1NVD2WYmS00pLKMj1VMzldBmp9RUTIN7spmrHjOWZe2SX+3SoKiohBXy9ehSR6pKUSFNOlMTJvTIkpOS9av26o0OtqFWqceclenurFdpryJVTrYMKaycVCYy2Ypty/3RkY6jvDf12EyN2RUPk3pKOZvSTVv9sJAZXbU2nXXrFf1Fu9Jf0Z+GQycPmcbRVT35s7pZKjui81ob0alnNZyagAn0nwDP/XReKu9/L+3d0rM3ARMwARMwARMwARMwARMwgRFOgH+c0V2j/i5FdYRP1tMzga4I2G8CJmACJmACJmACJmACAyMwJIFOlSFGBCIimRGdeUSmp4KqhH6VUagh+APqkmC9iJQi+KMdtKVLEKkCs0BE0ACCP5BOCQDBH1CXZJk8mSAA0BnIfpA26vSBErQDAVCXUGOWUgABuZVQg4QJ3dIoqRDcApBOoYbgD6hLskyeTBAA6AxkP0gbdfpACdqBAKhLqDFjKhuBLGOOTJilupkVyDbmqkihxipMqYPCnVmg8kMFoLPKBi36QAkAwR9QlwSA4A9kg1rQph7SKdqRt6EtIJ+EGoI/YB1JlsmTCQIAnYHshxnARBaSP7OkSwJA8Acsk2SZPJkgANAZyH6QtgDok1BD8Ad5WzqAzA+AtnQJAkCylclgDub0gUINwR/tkB0sV45IP0zkyLKUglsArCOhhuCPdtAXADOmSVcO0AFqFKbckcrohoxyLjXvr9jMIyLVTGkAKNqgkzuK/oId4E8AKPirbGhjJe5V/orNPCIQrBZKQ0pIowSYAEqoood6Af4EgO7qQRsrce+yXnftc+26bA9W4g71U8l52EBAO+QHqNKGNubckffn7bJfNSuiFZ2kRwSbhdSUR0RHnpxOTMAE+kGA5xEoAabwZgImYAImYAImYAImYAImYAL9I+BWbUAgeN8oaYOpeoomYAImYAImYAImYAImYAImMAgEGhroFBEdQ4wIRESVXTEiIpVFdOaVsuq8BHCHli1JBTS4y6lM//kit+xKveRPhkr0/zEsLbanXVOPjl71x3o146n0x1xH5RGzKrRT9WYfT258SeW4NY9ETxOgU64B82E/6rfCR/2p+6rjsEKymateaqKD005+NaBTLrWnmzud3AU9ZSynk3tqwW7kpSm/VDZOmWy5mdPF5vKyOm3tZY1q5pdNg1lmp96lsnGWKVWHzLmzw6x6SjN/5laa2amo0j4ZmZ8uNs/q1RwnVy+pqsxmNfXKfg447ewwq55SNmCuI6R2Mmlrr1uPFXvDu9I+dSeD7brqr8qveqyvrNvxqILqMW+q8XDCvRkPh83XIqVqQV1ZNuMspV2eXw0fvp5qma/Hquwj86Q0VUgam8tQf50iT0R23ZU3IpTVlYhI1+lKYURUVOcmYAJdENA5xlM1nZpdVLHbBEzABEzABExggATc3ARMwARMwARan0C6e/S9Y+u/kJ6BCZiACZiACZjAIBJw1yZgAibQHYEBBTpFRNUX4fUOFBFV7ojoaBOR6RFZXlUxGfKjoz61tCthkyp/xQ4AwR+kjVoAEUygLagzp82detDQHtRBCWRbUKfGSpEypVQQoIsSMijMudOhnSKDbgQq9YJmIJhqD1T8soDMBp0BMFMKbkEdlEC2BXVqvaiHKNdjHsGEJuiUGhHUkoVsox1ABBNoC+rMy3ZEANyVJFUJtAWkRjCnmaVUQC2ACCbQxpw7HdopMjK/qkQEgmYoDSrM6UJEMugI6sqCCRD80Z60YFqoFxGpOEvBjVoAEUygjTl3OrRTZGR+VYnI7EBAuxJqiFAKbkEdlIC2QEA7WM6dGW1oC+qgMAeQpeBGLYAIJtDGnDsdyDKlmV9VIjI7VBr0084ypbTppwsRmR0IaAdt7sxoQ1tQB4U5gCwFN2oBRDCBNubc6UCWKc38qhJRbYO2PIFQJUqALkpQ186cOx3aKTIyf6WePIGAdiUVP9JW9tNJjVWYcoc05hFMoC2QVCZBMxBMtQfoooQMCnPudGinyKAbgUq9oBkIaFdS8SNtAdlKgnYgoF2J/BG0oS2QVCZBMxBMtQfoooQMCnPudCDLlNJNq1JPnqCtHXQGiyOUUkEgqUyCZiCgHbKlMkdh04pOEcEq9aVSPSIqat08IlIfdQvtNIE2JhCce0QgmHs3gWEi4MOagAmYgAmYgAmYgAmYgAk0MwHeMIbuGn3v2MyvksdmAq1AwGM0ARMwARMwARMwgbYmMKBAp67IRURVUURmR2S5CiMCEZ0iX62U0qokWiml4/9c0lIJ8mshk8xLjfWYsowlkDBhd9Tko9DgntmqLJf6lS6p2KzBpkxT18xlqZCteQRWpY92KmYZHXREXlv2AAAQAElEQVTLp0xeVey0qbEW/dxVl02ZyajUo04n08yfKdSz/irtWUUO9qVMlTrbax7yqG65Qkd71mZFlrBC/XoqYyFrqW7NceSgcGefWT22oM7adCZdB01FtJjrOOqOFitRU72cX0662EeqwdYq7LoeK7JOaqWEwnZqok7UjKVSdVy6ZbEOC6TRIX/ZyvyszJ3dqrBcIpVOZmrVWY/FlfZyskpqV1OPjko9jo51WJuV6e7sTxodlXqskXZVppsZU+5ysmmyZao/NqU7acnPYXGnzQrqjxmrMOXOCtopMthMJVR7qqearMqM/ar3NIiksC+5y35WUpGc7FYWK2lnOR29OY7a96YeO9eBs0wp+0/HZZ5vr/6Sn8PgKJhqp1aopy5SvbI/2UzUPt8fXdlxK/XUHZ2ql9rTZu+sI4VauR4z1VIVltGvYnq005H8Og7ddLE2dzmzjCn3fD2ZqZekJI3VZZR7kMpBpYw9amcF7RR5Va9T5Ino/robEZ0NqEVU23S18O6hm8BgEug8R3WuDeaR3LcJmIAJmIAJmIAJmIAJmIAJmEB3BJq4jDeMunvU34eoNvFAPTQTMAETMAETMAETMAETMAETaF4CgxLoVG+6EdmX5RFRFeAUERg1alTyoWbL6rIQwbJQyvqgcGcWyQsEZCuhBgkTgIn0iEC2MZdOoZZKQV2SZYHKDxWAzg4b2mjRl/kBWkwiCVNEKAW3oK6MOTJhBrA8AGZKwY05fXSAGoUpd9DHnVmg8kMFoDMABH+QNmr0gRK0AwHtqNjMyw65KIEAKEy5g+UB/jAHtAVoUiLLlKqMwh0RAW2BgHbQDmQ/zAAmdCEioC0Q0A7a1BD8QdqoBRARCIDClDvyNrTRyb3KX7GZRzBhtUBAO2hTQ/BHu5x0ISKgLRDQDtrUEPzRLiddiEgepDQA5G1oo5N7lb9iM49gwmoB/oSUoAZKKAGkSS3Xk00Xs8gypQFuAVWJYJ5ZQADI29BGJ/cqf95m/awWndx7qgewEnewXcrAlDtkM48IBEBhyh15G9pCLigJAMEf7ajUY460sSSo0E4ZmHJHxWbOUu50cu/wgwZ3sJw7s0CkWky5g86UQSkLmNMFMJEnENQBVGzmoIsOSFUiMxByUUIaJZBtzLmDlVMGptwhm3lEIFgxlIaUkEYJMAGYsAoiaAMI/mgH7QAQ/NGetGBa9OdtaFMl5nk/XZDNPIIJi/O7VnSqXG8jglU7RfUiQpnFBEygXwQCwXY6jZRT9W4CJmACJmACJmACzUnAozIBEzABExhmAsH7R8kwD8OHNwETMAETMAETMAETGNkEPDsTGMEERg323CKi4xARmR4RiKiWQ34AvHTu53jx7E/xwpkf47nTP8I///gBnv7DB/jHqe/jif8bj8dOeQ+P/v49PHzyu3jwpHfxAGUs5X7KfSe9h3tPfBf3MP97kvG4+6TxuOvk93HnSZSTP8AdZbmd+W2//xC3JvkIt/z+I/zt9//DzZJTPsZNST7Bjad8ghv+71P8NclnuP7/PsN1//d5kr+c+gWuTVLCNaeWcPUfgKtOpfwhcBXlyj+MguSKP06Ay5OMxmV/HI0/nzYh/vRHymkT4dIkE+OS0ybGxad/CRclmQQXnj4JLjh9UpwvOWMynJdkcpx7xuQ458wv4+wkU+CsM6fAmWd+JckZZ02J05NMhdPOmgp/PPur+MNZlLO/hlMp/3f21DhFcs40+H2SaXHyOdPipHOnw4nnUM6dHickmQG/O3cGHH/ejPhtkplw3Hkz4djzZsYxkvNnwdFJZsVvzp8VR10wG36dZAx+dcEYHHnB7Pil5MI5cESSOXH4hXPisIvmwqFJvo5DLvo6fnHR3DhYcvE8OCjJvPj5xfPiwEvmwwFJvoH9L5HMj/0umR/7XroAfpZkQfz00gWxz6ULYW/Jn76JvZMsjL3+tDB+8udFsGeSb+HHf/4W9vjzothdctli2K0suzLf5fLFsXOSJfCjy5fATpcviR0lVyyFHZJ8Gz+84tvY/sqlsV2SZbDtlZJlsc2Vy2Lrq5bDVkmWx5ZXLY8fXLUCtkiyIja/akV8/6qVkmx29cr4XpJVsOnVq2CTq1fFxpJrvoONkqyGDa9ZDd+9dnVskGQNrH/tGljv2jWxruQva2GdJGtj7b+sjbWuWwdrJlkXa1wnWQ+rX7ceVrt+fXwnyQZY9foNsMpfv4uVr6f8dUOslGQjrPjXjbDCDRtj+SSbYLkbNsGyN26KZW6g3Pg9LJ1kM3z7xs2w1E3fx5JJNscSN22OxW/aAotJbv4BFkuyJRa9eUt8629bYZEkW2Phv22Nb/5tmyQL3bItFkyyHRa4ZTvMf+v2+MYtlFt/iPko8966AyTz3LYj5k6yE75+206Y6/YfYc7bKLfvjDmS7ILZb98FY+7YFbMl2Q2z3rEbZrljd8wsuXMPzJTkx5jxzh9jhrv2xPRJfoLp7voJpr1rryTT3L03pi7L15h/9e/7YKq7KX//KaakfOXvP4Nkinv2xZeT7IfJ79kPk927PyZNcgAmuVdyIL5074GY+L6fY6IkB2HC+w7C6PsOxgSS+3+BUUkOQdx/CDD2UJSSHIYvxh6Gz8cejs8kDxyBT5P8Ep888Et8/OCR+F+SX+GjB3+FDx/8NT6QPHQUPkjyG7z/EOWRYzA+ybEY/+hxlN9i/GPHY/wTJ2D8kyfi/adOxgdPn4IPnjkVH/zzD/joudPx8Qtn4tMXz8bnL50L7LVhzbU3ItI1OqIzj8j0VODEBEygTwRKJaTF1frUyJVNwASaioAHYwImYAImYAImYAImYAKDS4A3jr5zHFzE7t0ETMAEekHAVUzABEzABEzABFqXwKhGDz2i8wvyiEyPiPTluo4VkekR1fmEowN5mWjCUZBUfNIbIxOw38GVCSecAJahYzCavHsvozF6wkGUidj3CJcJOL/WlQkxwUStJaM43r5I8P1drC9fhxSuvRGRrs8RWY7yFhFlDakc3kwgI+C0BwIRgeihjotNwARMwARMwARMwARMwARMwATalABvGEN3jbx3bHICHp4JmIAJmIAJmIAJmIAJmIAJNC2Bhgc6VWYaERW1I48IRESyIyLpEZEeXafHKdWTCSaYAJJKmXRLxsQcmo2Dx+P35PC9B/LXyIreVR7Ref0Ft4hgWrtH1PfX1rTHBExA6ziVwJ8SxThMwARMwARMwARMwARGOAFPzwRMwAT6SaBUvnv0vWM/AbqZCZiACZiACZiACZiACQwlAR+rWQmMasTAIrr+MjwiOgKaImp1fREfkfmlSxQskc8ret4vvSijR49OQVFFv+0JzKUcMOf3gt8Lrfoe6O761tU1Uv68RHReayMyPaJ+3tXvhojoqsh+E2hzAoH0E2AObyZgAibQ3gQ8exMwARMwARMwARMwgW4IBO8bJd1UcZEJmIAJmIAJtAIBj9EETMAETMAEhonAqOE4bgRv5AqS/zI+r/c1KKG7YIC+9uX6EzhAygFSfg80wXugr9e1/DW0nh4RaSW9iOxaDG8mYAINIVBiLyUm3Kl1vbvEBEzABEzABEzABEzABEzABEygnQnortGrAbfDO8BzNAETMAETMAETMAETMAETGBwCowaj24hI3UZkuYyIQER9qXwRHxHpy/eKnc/7EnTU16CAvvTtuhM48KUJAl9G8PvQ76/C+6uv17PidbNiR2TX14j61+GITj+4RQRTpOs2vJmACfSKgM6aiED0qrYrmYAJmIAJmIAJmIAJmEBbE/DkTaA9CfCGMXTX6HvH9nz9PWsTMAETMAETMAETMAETaD8CgzLjUY3qNSK67CqisywiEJGJvoCPyPSIqApyKgZyqK5E/kouvStRcIBlNMzADPweaO33QFfXuIq/cj1ULqn4lcvOS0R2vZUvItMjOnOUt4goa9VZRH1/dS1bJtCuBLL/xi2VsrxdKXjeJmACJmACjSLgfkzABEzABEzABEYkgRKgu0bfO47IV9eTMgETMAETMIF+EHATEzABEzCB/hBoWKBT8eAR2RfiEZ15RKarbkSkgCd94d4b0Zf2RVG7oq9iq8wyqip4zDzMw++B1nsPVK5pxVyvZdEnW/6eJCK7/kZkua7JkohQ1iER1XZHgRUTMIE6BAJBr04b5VS9DyYB920CJmACJmACJmACJmACJmACLUsgeP8oadkJeOAmMHQEfCQTMAETMAETMAETMAETqENg0AKd8seKiGRGBCJ6J/kv6itf3tfL5SuK2hZ9tifwI8EKjwTze8LviVZ4D3R3PauUFXPZFYno/pqri3NEVqeiK7eYgAn0j0Ap/Xdu/9q6lQmYgAmYgAmYgAmYgAmYgAn0hYDrtioB3jhC0qrj97hNwARMwARMwARMwARMwARMYHgJjGrk4SOiqruITjuiVo+IqsCnyhfzyiOi29WIKgEKqluUSlmd3ME+Dvbxe8DvgZZ7DxSvcbIr1zfpXUlE9XU0ovqaC24RmY9quh4rl0SEsg6JqLY7CqyYgAlUEYgIRJXHhgmYgAmYgAmYwDAR8GFNwARMwARMoPkI8IYxdNfIe8fmG5xHZAImYAImYAImYAItScCDNgETaEMCDQ10Er+IUNYhEZ12RCCiU1QpIrP1RX1Epy67nujL/bxftiTvs956j+fya+bXzO+B3r0HdL2T5HkV7XyZ9IjOa2tEpuevvxVduSQilHVIRLXdUWDFBEwgR6CE9FNSmnNbNYGmJeCBmYAJmIAJmIAJmIAJmIAJDDmBEnzvOOTQfUATaHcCnr8JmIAJmIAJmIAJjDwCDQ90qocoovNL8ohMj4iqoKeIzK58KV8vz/uk56WnL/rzda33LqDCnMzJ74Hmeg90dZ2LiI4V8CIyPaI2j8iusxGdObhFBNNsj+jUM0+bpp62CfSZQCD9BJjDmwmYgAmYgAmYgAmYgAmYgAmYQCsQGJYxBu8bJcNycB/UBEzABEzABEzABEzABEzABFqewKAEOkXwRo2SpxMRHWZEpkd05hGBiGpRkEVE1HyBL79l+AIwzN7s/R5ovvdARO21MqL6mhqR2eAWEUyRrrsobxGZr2ymsohqX6XMuQmYQC2BEl0lJtypeTcBEzABEzABEzCB1ifgGZiACZiACQwGAd01ejXgwSDrPk3ABEzABEzABEzABPpHwK1MoNUIDEqgU1cQIjq/MI/I9IhIX6arTUSmR9TPK8EVEd2XV+o5b75gDL8mfk38Huj/eyCi+2tfRP3yiMyfv85WdOWSiFBmMQETGAABnUURgRhAH25qAibQUgQ8WBMwARMwARMwARMwARPoGwHeMIbuGn3v2Ddurm0CJmACw0vARzcBEzABEzABE2gyAkMa6KS5R/BWjtKVHpGVR2S5giIiMj0iy+WrSETmi3AeYQYRZhBhBhEjn0HlGqg8onq+9XwRWZ2urr3yW0ygsQTarbfsv3FLpSxvt9l7viZgAiZgAiZgAiZgAiZgC/5hBgAAEABJREFUAiZgAr0gUAJ01ziy7h17MW9XMQETMAETMAETMAETMAETMIEGEhjUQKeIzi/Wi2OOiA5XRCAiEzkjMj0iZHaURUSNri/0Lf1fIcbshondKB/X772BvQciaq+HEZlPF86ITI8ImVXXzuRgEpGVUa3aIyLVr3LaMAET6IEAzxvW4OmDYO7dBEzABEzABEzABEzABBIBJyZgAiZQQyB43yipKbDDBEzABEzABEzABEzABEygVQl43ENKYFADnXqaSQRv6Cj5ehGZL8J5hBlEmEGEGUSYQcTAGNS7zuZ90iOyY0i3mIAJ9I9AKf13bv/aupUJmIAJtCMBz9kETMAETMAETMAE2o8Abxwhab+Ze8YmYAImYALtS8AzNwETMAETMIFGEhiSQKeI7MvziKg79ohARHRbFhGpTkRnXreBnSZgAibQJgQiOq+HEdV6PQQRWZ2uyur57TMBE+gbgQieZ31r0l1tl5mACZiACZiACZiACZiACZiACYwkAgEEf8B7R3gzgU4C1kzABEzABEzABEzABEzABPpAYEgCnfLjiYi8WaVHBO/xqqWqQsGIqK4bYTvCDCLMIKIdGHiOhUtilRlRy6eqQs6IiJxl1QRMoH8ESkg/JaX968GtTMAETMAETMAETMAETMAE6hGwzwRGEIESfO84gl5OT8UETMAETMAETMAETMAETKCRBHrf15AHOmloEdER0CS7O4norBvRO727/lxmAiZgAq1GIKJ3176Izno9zTGi93V76svlJmACIsBzCpQAU3gzARMwARMwgaEj4COZgAmYgAmYgAm0GIHgfaOkxYbt4ZqACZiACZiACQwvAR/dBEzABEygg8CwBDp1HJ1KRDBt7B4RiLBEmEGEGUSYQURrM2jsFRLp+ghvJmACDSdQYo8lJtypeW8WAh6HCZiACZiACZiACZiACZiACTQXAd01ejXg5npNPJqRQMBzMAETMAETMAETMAETaB8Cwx7oJNQRnUEIsi0mYAImYAKNIRDReX2NyPRcz1ZNwAQaSCDYV0QgmHs3ARMwARMwARMwARMwARMwgSYi4KE0CwHeMIbuGn3v2CyviMdhAiZgAiZgAiZgAiZgAibQggSaItApzy2Ct3oFyZcPne4jmYAJmEBrEojovI625gw8ahNoRQLZf+OWSlneijPwmE3ABEzABEygfQl45iZgAiZgAiYwRARKgO4afe84RLx9GBMwARMwARMwAROoImDDBExgpBBoukCnemAjOr+0j7AeYQYRZhBhBhFmEFHLoN511D4TMIHBJsBzkYfgKan/zaXm3QRGEAFPxQRMwARMwARMwARMwARMoIEEdP8oaWCX7soETMAEGkHAfZiACZiACZiACZhAixBoiUCnFmHpYZqACZiACbQhAU/ZBPIESum/c/Me6yZgAiZgAiZgAiZgAiZgAiZgAiOBQOPmwBtHSBrXo3syARMwARMwARMwARMwARMwgXYi4ECndnq1h36uPqIJmIAJmIAJtDyBiEhziMjyZHSRRIRXdOqCjd0mYAImYAImYAIjmoAnZwImYAIm0BsCAd4zKqHAmwmYgAmYgAmYgAmYgAm0HAEP2ASagoADnZriZfAgTMAETMAETMAEWptACemnpLS1Z+LRm4AJDAYB92kCJmACJmACJmACJmACJFCC7x2JwbsJmIAJjFwCnpkJmIAJmIAJmMBQEHCg01BQ9jFMwARMwARMwAS6JtBCJRFd/ddtpP/KVXG00Hw8VBMwARMwARMwARMwARMwARMwgaEmENn9Yx8PG8F2lD42a67qHo0JmIAJmIAJmIAJmIAJmIAJNICAA50aANFdmMBgEnDfJmACJmACrUGgxGGWmHCn5t0ETMAETMAETMAETMAE+kbAtU3ABNqFgO4avRpwu7zanqcJmIAJmIAJmIAJmIAJFAnYHjgBBzoNnKF7MAETMAETMAETGKEEIqLXM1PNiED0uoUrmoAJmIAJ9IGAq5qACZiACZiACZhA6xPgDWPorrGbe8cI1qB0NdmI6KrIfhMwARMwARMYCQQ8BxMwARMwARPokYADnXpE5AomYAImYAImYALtQCBiIH8szv4bt1TK8qHn5SOagAmYgAmYgAmYgAmYgAmYgAk0PYESoLvGru4dIzrvSyMCEdH0U/IAh5qAj2cCJmACJmACJmACJmACJuBAJ78HTMAERj4Bz9AETMAEBp1AIHgM/Q1aOVXvJmACJmACJmACJmACJmACQ03AxzOBliAQvH+U9H6wEdH7yq5pAiZgAiZgAiZgAiZgAiZgAiOcwKgRPj9PzwRMwARMwARMwAT6RCAiEBEdbSIi2RGdeUdhQSml/84tOG2agAmYgAmYQJMQ8DBMwARMwARMwASagQBvHCFphrF4DCZgAiZgAiZgAiORgOdkAiZgAiOdgFd0GumvsOdnAiZgAiZgAibQLwIR0ed2EYFgqzsf+xQVuYt61/IJ7nqse7mb5f2Xj/H3xxoj97CfDnn0f0i68l7KvazXe/kI9z5aLffRHrh8iPvZz/2PKq8RlhV8j5TtXD6WetfyAcY+0r08wPL+y/t44JFMHmQ+EHmI7TtlPB56hPIwpZjLV0cepq/38h4efrhaHinbyvsv7+LRhwcgD72Lx9j+MeV15R089lDP8jjr9E3eRlZfeSZPPPQ2BiJPsn2njMOTD9WRB+nrQp6iv2d5C1kd5fXlHw++hf7Lm3j6wYHJM2z/zANvoiOX3iH/xTMP9E7+yXq9lzfwzweq5V+0ByLPsn2nvI5nH6gjY8u+fC49J89R71pew3Nju5fnWd5/eRUvjB24/Jt9JLn/VWT5K535/dR7IS+yTu/lZbx4f7X8h/ZA5KXU/iUof+l+5b2Q+8p1lJflZeZdy3/w8n3dyyss77+8iFfva4y8xn465d947T7Kvb2X11m39/ICXr+3Wt6gPXB5Hv+9tx9yT7kN8ze7lefw5j3dy1ss77s8i6yN8mcx7p6By9vso1P+hbfvofydUszlqyPv0Nez/BNZHeXV8u7fM1t5/+UZvPf3Acjdz2A824/P59I75GmMv7tneZ91+ib/wPt3V8sHtAciH7J9pzyFD++uI3eVfcoL8hHtnuVJfHRX9/I/lvdfnsDHdw1MPmH7DrnzCXyS5PFcLr1n+fTOx1FPdMMYKQneOdbuEYGITlGNiFBmMQETaBwB92QCJmACJmACJmACJtDiBBzo1OIvoIdvAiZgAkNDwEcxgfYkENH5B+WISH9wrk+ihPRTKuGA0z7A8j9+pyxvM8/LOKzw47cpyil7vI0Vaa+4x7iOfCXqnfIWVtojk5Vz+cq7v4lV9ngTKZe++3+xakcu/b/4Dn2SVZlLpH9nt7J/tzew2u4U5WVZnfnqu72OiqxBfY3dXkOSXXN5WV9z11exJssrshb1tXZ7FRVZm/rau76CtXej5HPpu76MdQqyLu11d30JSXZ5GevRXm+Xl7Ce9JRLr8h/sP4u1bIB7Q12fhEb7EJh/t2cbLjzv5HJi/huTpdvI9ob/ejfyPIXsPGPcrLzC9iE9iY7P8+cojzJc8h8z2HTnSk/6pTvUc/LZrQ3+9GzSLJTMf8Xvr9TXv6JzXeqli1ob7HTM0iy4z/xA9o/YL5Fkmfwgx3z8jS23DEnOzyNrWhvtcM/mFOYb12W5NvhKWyd5B/YRv4dn0r5Nsy3pX8byrZJfxLbSd9BeV6eoD+T7Xd4Atv/kJLyx/HDHSg/7JQdWLYD7bzs+MPHsENZpO+4/WPI5FHstH21/Ij2j7Z/BBXZmfrO25Vt5hVbvp23exi7FGRX2rtu9xCSbPsQdqO+23YPYtdtKcyld8oD2H07yYPMM9mDdfbY9gHsQf+Pmf845WOR9G2Vd8qe296PivyE+k+2uR9Zfh/22kZyf0e+N8v2Tj7574P0vbe5N8u3vhf7UN+nI78HP926Wn5G+2db/53+TKT/bKu/I/mZ75uXre/GfgXZn/b+W99FP2WruyB9f+VJ7sQBW1XLgVvdgQPpq8jPqf98yzvwc/pTLr1DbsdBW2ZycMpvw8FbZvIL5r/4wW3I8ltxyA8ktOWjHJJEvkwOZfmhW9yCSn7YD27BYbQz+RsO3yKTw5gf9oNMP/wHN6MiR1A/gmVHsOyILW7GL6vkJhxJ+8gtlOdk8xvppzD/1RY34lfKk9yAX2+elxtxFP1H0Vcl3/8r/RTmv6mS63H09zvlGOpJNrsOx3z/Ohxbzo/Z7C+QyM7LcfQn+f5f8Fvqv63km12L46vkmrKtPJPfbXYNfrfZ1Zl87xqcQPuEjvxqnPi9vFxVtpVnctL3rsJJm16Jk75HYX5ylVyB32+alytpS8q+Ta7AKSw/ZZPLO/L/o94pl+HUTarlD7I3/jP9mfyBunx/TPmf8cdNMjkt5X/CaZtkcjrz0zf+E7L8UuaUjTvlDOpnbHwJKnIm9TM3vhhJNroEZ9E+S3mSi3HWRtVyNu2zN7oIFTmH+jkbXohKfi71TrkA5254Ac5LPukXJv285KP/uxfgfOrnf/d8nC+d+QWSDc9Hlp+HC6lfuOF5uKAs0i/87rn0U5hflOQ8XPRdybm4mHZFLqGeyTn0n4NLNqB8l7LB2dTPxqXMK/In6n/a4CxU5M/UO2T9s5B05UnOxGXrV8vltC9f/wwkWe8MXEH9io78dFy5XiZXML9ivdM67ORf/3RcleQ05hSWX73+abhaeZI/4pr1Mrma+dXr/aFsK6es+wdcS9+1657KnML8L0n+gL+wTPp1tCXSJdKvW/f/cD3lunWYJzkFf+3IpZ+CG9ZR/nvmmdy4zu9x49qZ/4a1qSebuXTKTUlOxk1rZ3Iz85vXPglJ1jkJf6MuSfbaJ9Kullvoy8uttG9d6wTcujaF+W3Mb2OefGv9DrcV5Hbat691PJKseTzuoH7Hmr/FHdIpd1K/M+UsS/pvkfmy/C767lrjONy1JoX53czvXuNY3C2d+d9zcs8axyCzlR+De1Y/Fvew/B767139GNyby++jft8aR6Mi91OXJHv13+D+NSjKkxyFsavn5Td4gHZeHqT94GpHJf+Dq/0a1fIrPLRatTxM++HVjkSS7xyJR6g/oryu/BKPfqdaHqP92KpH4LHvUJg/npfvHI7HV6V05IfhCepPfOcwPEl5gmVP0n5y1cPwFKWSS/8H7adWPRT/oFRy6UlWOQRPr0pRnuQXeIb5M6solxyCf9L+J+0qWfkX9FNWPhj/KsiztJ9d+SBU5Dnqz630czy3MiWfr5TZz9OXlxdov7DygXhhJQrzf0tWOgD/riv748WVquU/tP+z4v6o5C/RfmnF/VCRl6lLZL+84r7Iyyu0k6zwM7xaJT/Fa7RfW0G55Gc5m/ryP8XrLHu9I98HbyxfLf+l/d/l90a17FW298Kby0v2Lud74S3aeRlHe9zyP0GS5X6Ct6m/zTyz98Tby+Xlx/js0ec67h1L9W8uq7wRUWXnjdumM3IAABAASURBVIiuy/L1rJuACZiACZiACZiACZiACZjASCMwaqRNaFjm44OagAmYgAmYgAmMCAIRtX8ojohuApwq02YdUII261NFyrKETmQ2VAHcgholqGpnPanMACU0sqysQFsglFEipAXKGfMA0q4kpCZbiSyJdBUEgIiUUuFOtWLSSmV0IdsC6adSIQCpEWUFyGxwowuI8g+yjfWShzlYkvagJlsCICIQqGxBnRJlW2XUI1KSnEllLUihJ6AfKtrpk8UMdCfJdHqTklwACwPoSKloRwS9SVjGnBYVcItUFtSyPRBUIlIKGVIjaEvoiAimKG/SKdFhprIIOpIAWVa2EYigoLJJp0TZZs7iVIdJciYbLChLMJevUthhyxlAlmUKUzq0Jw3Bn2QF0hZBRXuSSKWVRFZktSCf9IiUZjbVCCXgFoigUMt26ZkAke3KWAdJ6JINbsyBKP8g21gneZiDJWkParIlAJTRhWwLpJ/ILLAwIpgFmEAbTQR/IIWOKAszyBcI5mlnEkjVmEQEtGVZIPtJHtDQjoigLunIqIBbpLKglu2BoBKRUshImuwkdDGXT2W0mAUF2VYuiwggSSUr2whEUFDZpFOibDNncarDBKjYUsoSzAPljZVDdtAuC13yAFTkApNQQqnkVLUjIlI9dGa0wS3oklDVznrBPCKlYCGkRtCWALQDAW7lJGgFTTAv74igJwm9UpESgHkkQbaxTrJDJhPtSVIiJ1gFtFBJgkqgvLEwZDNHEpSzyBQA1KAt5awT8gSUMglERGcO0Aa3QPZDtbwH8wimSYCUpQTcgjaFWrZLp4QsJtme6jABZEuSAm5BTUJVO/uVFRFAkkpWtgG6A4HKFtQpUbbZRmoE0yRAlpVtRPkH2cbC5AmaOQnWQirL/MmG0qg4aAEROZtqxWRJKqML2RZIP5UKAUiNKCtAZgMAXUCUf5BtrBfUIpgmAVKWJdAW0I80iXRKZDpYjzszOqTQrSwQ0K4kqATKGwtDdtCmThVZRocUuSna6WEW0A8T7QDrRERnDm40gUAEBZ1bUI1IKcBMakRZoSMimKK8SadEh5nKIuhIAmSZbHAL2hRq2S6dErKYaE+SEjlZHwj+IG3SKJEMgJ0H+MMcSZIL9GQKkPRAZZMWUFUEfVKYR6QkuZSEEkqwCpiXd0TIQ9FeFjBXnYjIVGiTngnkDaZJUkKDu1RwYw7WiSTIttQXPcxBf9qDmmwJAGV0IdsC6ScyCyzkzoyOpIA6BWUboBYUZBvryGJGOwAq3JllOrjJBoI/4KY8IIMpIpgmoYs5LSrgFqksqFV26REpBZhJjehQEBEIVLagLinbAdoU1kES6RSogMI8IpiivEmnRIcJFlPoSAqoU0C7LME8UN5YJ2QHbepUkWV0SOlw05YO5YFyEfMAE+1ZDm5yIco/tKlV0oigStGeRAldrBMRTKkHhVokyXSq2hERYELhLhXcmANR/kG2sV7yMAdL0h7UZEsAKKML2RbIfjILLIyghyIdASQVZQWQlgTaWBi0mMkCqETQQ5EOblIB+ijgJo1ZsiICSFLOyjotugOByhZJjwg6KNmOCCkSJJ0aFXALZD9U0y4LiAglFO5JTQmAQAQFlU06Jco2c+6pDhOABqszKytJC6ao2SLoL0u+MCLzV3wRkdSILE+GExMwARMwARMwARMwgcYRcE8mYAJNTcCBTk398nhwJmACJmACJmACw0EgIhARVYeOiOSLiCp/xdB/45aUgEm2oySHRJXKPqlQHQpdnaY0OVQ/5WWHbKmsnzImpaSzEneaPI5SCR2szzQ7BOtJ76jPKslmnVSBhlQJq6ZSjZlu6torLeWhZDuPJ4XCKmqbtHKiFkllmXbp6rP6ePRyT+XsoKzSLLRmAXc2Zcp6rMBjK6XQxZR7h5LV00QqLuVJ2G+5PRukPblVNwmb0ls9TrahLyumzvZqI5dEelV9OpOtAjaSnlT61Tt7oDcZKVGZ6qhMBeyeGb3c5VNZUsu1patO2WRd1pJDIicrcJdGkSahmt/lUv2Uq4AKbabsTHYmGmtypAJq5VwH7RhX8qmmRO2SA0pVh62ynQ4eIulKVEaXGlCytpU09S9vpQErSmWmpiphlaw2De6Zrj5TBVZM9bOE5fTSl5SUqH7OQZV7uVLSqKside7SqkVOSrZndanrTZmNgbVll7NM7UyzOrS1S1iPE2LKcXHMdFHPdun00qCW7TyMFAkPXalPkxa7yWqzQdrlrj0evdxT/Ur7cm21TkWyy0pqz3rsXE2YlQuoJYfqJin7y1lnMR1sz7Squo5VcaiMVVIvaiddPumqo7rJzmokt3wqk6EytZGuKhqzfJmtmpJUUmmScVQFVlRbZqlMiWonW01Yp9OmV3uSlGQ1qGaK0s7asniglGU5K3Jnl/RR0YGpVXZ6qCqVaCQ5k3U1L3o6ClRLknxMpGd1qGV7x2HVSGV0s2a2S5eoTGOSrjqpEQ0eUu5UrKQws1SW6ktTfXarOqm9dHZANzXt0lKpDHWX8tSe9dSFJNVQVRlJUjUmclK408jaJ50J2zPNfOU2qZ8OnUWsU2knVZIVsyaN1D5VYF3m9KZUdVSWjZMu7qwud1aRmuqqDovSLj3VZ1na6VAb6apQXT+zWIVFTLOdCKVQ5M2yquPRXd5VSOGeKiiX6GDpoOVqzJJb/iSpNpPMywNyr+iszDqaQ9kjBz2qLg8l29mGRdRZQl1zoZ32TE9FyVYNisaURDpFZakS69OfVPko0unKNBrc0zGY0Me2dHBPOi3m7INpftccUn1VlGgWWaeslhzMtUuncJelallOB+szzQ6RCirHSd6ch7b2sqQCJhoDXak7dSI964FatnOIVFSDGQ/HVjSoZ/Wz2vSkXW71qTJVTPVTkorZVyrJDFZQa7VJDircWYdpuY2ySply1VeeCeuxD+2p17LJDmjKYK2qTIaExSpKndPWTp1ZVsAONYdks5526dmxqWU7D9OhJJ2WqlJUU0K1vKtMfaYD0ODheBQWUpdPZUmlK9nMO2wq3NMxmKi4krGW9lSa9SezosktXbkk6UlJfaSqTLKR0s+dZupbuarLSO5yorpJTYVZN/IljQXc1SSZSjrmpQK2Ud2kUi/vrC8PRbtEB2ee2rNSUuUr6+pDZTS1Z+3LlTq4dtQvF/w/e/cBaFtVnnv/fQ8dEVB6lSK9Hw69WegkdqxJNAY1auwNVEDF3lHgfrd89958SW76TTcxxagIxjQBwYaiYsWKiqDAYX/PM8aaa8+99trn7LPPLmvN9Z9nvmO8Y8wxy/jNFXfOdriO20q161SXCu8KdZTdQ2aGDzp6vU5LqPCN3K20VSmtHS4993JhNbTrOZvDmoHOd596yu5cvcqV1V3jnTh0lWa8mmpp3nW0Tii7u2ffT73ay/jm/N5on10Oua1E+4z76Qba1avd5ztK6vGtyMzy9053ZaarftuNzNrnnEAAAQQQQAABBBBAAAEEJlWAhU7L+Oa5FQIIIIAAAgiMhkDm9C+HM3POXxxn1mOZWR48s9alMVD4SGYpI1Rpj0yVisxeHdqchgqFS/WED7t2kpmuIjK0ZWQqIiNUhzZlkfoTjixl9A6pkcodEZGhLcPHVJZcRaSKzFKGG5kZ2kvuIlPt0JaKSP0JRUao7O2RqXYvMlPtiMjQlqocSpU1ZWYqVXgv4UJdGpOZKiNURYTzjGhqpdrVzMhM1dpVhbbadMMR4TKzlGqk2oqMUKLIyFSEtlRoVzNSf6JELTMzwm3VmRnaS9NFptoxvaXSzFJGqNIemSq1K9GekaGtV2RmbbfKzKwDVGVmZGaEdheZWdPwVvPMVENR98h0kqrdrVpVZGhXoTK0TWduZGQ6nDucKyIj1B/alEXqTziylNE7pEYqd0REhraMTEVkyVXUTH3hTN1OHW66LzObNEJZRvRLJd4js/aGqswM7R4UEc4V0Ww1z0x1KLyXKEXpy1TurFTpK6gVtU7XEaExGak6wlW4XZouFBHhMnulK+ca1juglhoZ2koRoWak/igLb6kis5QRqjPTlfIIJ5lqx/SWSjOylK5KpjHRi8yM1NGmyMyauk+RDvWFe9VwmukktGVkKpTV3bnDrYzQHtoylSi0h/uyFipTbUWEckfNQwMz9CcjVCkyMhWhTbXKSBXZK5XWLJ0pNCYzQ3tEhraMTEVkhOrQpixSf8KRpYxySLmTzIwMbb0i1XKE6t4emRkRCu+9cNN9mVnT8Oa8Rrg3VZYohRraNT601So1KtUK1RFRO0udoT8ZoUqRkakIbapVRqrIXqlUmVqprERGpqPXjpqrbDrUE5GZEaEoe0bTdJKpdmhLhXZXGVkzVdojU2UvMlPtejjCuSKmt1SaWcrQYe+RqXYvMjMytKnIktVSPaFDrlRnqPCu2rvbTa08Ilxmr3TlvJyfEaEkM10pD23KW6XSSBWZLksSmalwrgjnipKmS/WEwrmi7pHZT0ruZqirjkylGaEytJWsGZARTh31cEamQuMia5FKHKG6t0dmqumoVThVqKW0JKpry2VofIb+ZIQqRUamIrSpVql2RO3J8OYy06VaqjMztEdkaMvIVCiLyPDmMrOU4a6SlSIi1J+ZkaGtV7jK0pPqjJppTJRQW7V2JaEt1a1Q1uypJLOUEaq0R6bKXmRmZGhTkSWrpXpKq9QaEwrtERkRSjIz/CdUh7YsUctQpT16h8JJZrpSHtqcKyJLrqKX9dqqMjO0R2REKMnMyNDWK1xl6clwpTIyXUaEqswM7SV3kal2eEsX4TKzlOGG00y1tbsjM93tNEKZWw7nanqPTPUoItWr6NdKMt2h/gi3IlSG+jL0JyNUKTIyFaEtFdrVjNSfKFHLzIxwW3VmhvbSdJKpdnhLF+Eye6WrVG+mSu2hOjMj1dcUmVnTVpmZGqHw3otyWP2ZWVIN0F7zpvSBdK/GRIlQlZGhTUU6U3+q6T3dLokzRapRIiNTERmhOrQpi9SfcGQpo3dIjVTuiIgMbRmZisiSq+hlvbYq7aEhEb0kM0vaFG45yoAsZWQqCYV35drrAfVlpsrobTVvSh9IHclUqb20lTt1HipSEdpKnVFbZUxtKFVnRqkjSx7alKlVyyhZRhmTEU4y05XyKJuaoR7lqQjlCnc6U52qVakzIpRkuiciMsrmKksjw5XKyFTZi8yMDG29IjNrW13eU0VmKcMHSuZ2TSIzI0Nbr0i1Us1Q3dsjUz0lIsJpLVS6kapj1paZpS8zI7NG6ZhHkZnzGMUQBBBAAAEEEEAAgcUU4FoIILAyAix0Whl37ooAAggggAACIyCQOf2L4MzpfPDRMrP/S+bMHDystv/3u1H/F7sxpUS7q6lSlH7/r4HV0gHvHq8oHWprnNMyxrkaqnQlj1Eo00Vc9kIDnKkq41S7WcaoQ7suqsdSZ7mm6tKhcdo1rJS1S4O1l9xFHa9zPUTn1bu7ofBeohQarqM6WbtyndMTX7c2AAAQAElEQVQfX3PdSD061Azon9ZLdLS5XxnitkMNXdkn+hIKtdSnQ8rVraSep37lvbvpWK+tsSXr30at0qeR6itXUK3e2lFy9WqMLuJElY6qv17euUKjm70c8ngPUMOpn0knTp/vwTqmDnU356uj7qVPhQ+r0vF6EZ1Vcw1T7l1t3adcX3XZdbC0dY72en454Mv1xutUDesf8/ga9UDN61gN0tnO6/ku1eFdh3QV7Uq0a0zJdQ0dLddQPWu8+zSuPpvGKveYOj6clk5dTSN9UFH3cg8VZUwZr34NquN1QTfV0PHe2epTo+466HPK+TrJubpq0+0SHqpenadSx3Qd5TqkXMeU1/N6/bpZf1wZpDGqPUaVGnWcx5S2Ch9Tb+9MDXGm6/ZuoEpHfUIJ5wqNqXvNfY1ypsZoL+eoUJeO61ru0610Squtlvt8rJyvcaWtjn5bHc7V5dEKnV/6lKru7bqVRuh87cp123KgGevafQoP0LFyTeXa1aldSekrl/V4h/o11qUr3UHXLqW6dLycoxPcpQH1fDXUrwHqUdnL3XDqMc51Ie26hk4vbRVuOXRWs5cxKmp7+tI6SyN1QXUp9662r6G+OlilDtb7OXHbY1y3xivV0dLpox5fo3Tp1urVNT3G/Rquu/iY+p3pQMk0RoN9QJV61O/D6qjt0nCnexQe7z51+boONzVYu85vbqROt8px5b29jFHhC6nSCF3Hx9RR2z6/hI6pnnG+xpa2n0HhXF0+VZfweEXpUJdq7eWaKrzX0EgnGqnKpcb6Pu5X6LK1v5ysY+oo9+m11eNRJZwr8V7OqW1ds5xTLlqKcr4yDVKp4zrDfXW8Sl27tHWexzh3qmHT40ujDKxZM6B26TQnGq6j5fyaqlzf/abvXy7p80uo32ers1yhX6tft9INtfuI2+5wrSjnql33MkaFDmisr6F+DfGV1a0+ZTrYL/3spa1xGl7GqFCXxqpD3co9XG1dyGXp0AHtGqpS43So5OV66vIY5yX16Rrgc93nY2pqvLJyrkap9jFl6vReRpcxPr055tqdGu5KoXFqqKy5BvsabperqKFdx+oBn1+jtusYjy6j3PSjaXyr7ev3mjqg3eNb5+uM2qNBdS9jVNTrtc/3WLd1eu+gezRUJyoru1I/ozo1Slduxqvf56hHw9xQ+Fip1KtcB8ppPt/NMl6JhviQjmmcs9KnXAeUaphzhe+oPnVobCk1Wh11V5+TGv17qKkD2uv5PkuX0XnK6sWVlL2MUaGGxuqYTy0DVZTr+UTlvV1DNULjSrukpZh5fu8cXbGOL4M1RP2+pjpLw7nH1MPKdF1dTaN0uOS9Puc6oEqn9vrKSco1WofU6pWqtJdx6vSFSu5zS1tF/77KdXop3afBddcFSlu1TtZe71MGqnDLUQeXsoxRURo+d/b9fCeHz1Q0A3QPpz5nxvl1qEqNLff0pevg0qOT6jnqL93qVZ9auozycqZa6iutXu1zlPpAHVfO1WDfw7lqHXRHzepgdekqyrUr12El5VpKy0AVOr1cswxQQ3tta6wS7bpGe7z6PcZdDue+pgbWS6hjuq1zm/Hq9wD1lKHOdXvvauugxrlRq9quY136TjMjM/t/9/SRzOl2ZrqrHC9Jr8is/b0mFQIIIDBKAjwLAggggAACCCCwJAIsdFoSVi6KAAIIIIDAQgU4b6kEMtf/y9/MOiYzyy+PM4fXs59R49Sp4S4jUnuJUoS3zHS3U4VzRSr13juWqY4SEbWq7YyMULgMbak8HKmyF26GTsrMyNDWK1ItR6ju7ZGZEaHw3gs33ZeZNQ1vzmuEe1NliVKood1paFMdGpMlom69a2Wm2grvJUqhvojMjIxmS+WK7LV9THlmKUpnSTUqnESWPz6QpcjazpiulYfGZjqJiFJlqZrSjYyITJW9yMzI0NYrMrO21eU9VWSWMnzAaabavchMd5djLtzK6G1KtEemyhKhXBG9turMVBm9zbki+83QYYU6ShLKFaF2eEtlDucKjXFLVYSLjAhFlqKUarvO8Jbud2S4jMx+UnK16oHI3p/QlqGG98hUHgrvvXDTAzKzSSOUueVwrqb3yEw1Hf1KSWjLqH+Uete40lYdOlL2VOa2IyJcqSvqllH/1FboYCrNVFki3BWpP+F2RJQ8QnVEqK+0U2loUzuUh+rMjFRXU6QSR6gObenQmCgRqlIRERnaMjIVyupe88xUU1H3MkZFhNs6pqrkLlKdGb1NifbIVFkilCui11admSqjtzlXZL9ZjmWqo0RErXrtyN6fqJsPuifVVPSa7olQQ12qvZcsUn/ccpURkVlKJdqVa1cS2rIcS2V1z0glmaUMN5xmqq3dHZnpbqcRytzK8Kay7pHpxBHKa4SaylSlInqbc4XHuzcjnGb2kojaDm3qisjen6ibxpUe1VEielXWJCKUhbdSa0y6J8NlZDqpkZmRoa1XZGZtt8rMrANUOc10oi6NyUyVzh3OFVlzH3CaqbJERGZGhrZekZm1ra5QlhGRWUol2pVmliK8ZWakkxKpXJGlEWp4j0x1lFCX03ChUJ0lomzOw+2MUBU+JZRnlsJp6XeRajmcK/UemRkRCu+9cNN9mVnT8OZcob5wb6osUYrwlpk+Ek3hVkZv6x3LdI/CewkXHpORqXBawrki3VDhvUQp3KnxEak/3mtWWlG2ci21VYcHpEpFqJ3ppNeOiF5LtbK6R6aTGpkZGdp6RWbWtrq8p4rMUoYPOM1UuxeZ6e6om3OHWxk+oDIyVZZQl9MoRYTqzFQZvc25It1U4b1EKdwZGh5qlTyUpSOjbjroNFNliYha9doRamdk1C1LpjJ7bdeKzIxMhbuzFhn1T6ju7ZGZEaHw3gs33ZeZTRqhzC2HczW9R2aq6ehXSkJbRv2j1LvGlbbq0JGypzK3HRGRmZHRbKnc0Wv7WEZklkKJdqdRivCWytOJQ+NS7bpnlFpVuF8R2mqVkcpDZSp6e2SmumpkZmRo6xWZWdvq8p4qMksZPlAyt3uRme4ux1y4ldHblGiPTJUlQrkiem3VmakyeptzRbqpou6R6cQRyhVR85qlW1E2jXNLVYSLbKpeEtqcqvKekaoyPFSJ6ozQHurITFe1HcpLhLZUhFoKjVFZd3VnughtGZkKZZG1SCWOUN3bIzPVdPQrJaEto/5RWvbayky1FN5LlEJ9ET6klpLQllH/KPWug6WtOkpEr8qaRESWP1E3jXFbXd4j3M6IWjspaURk6FBkeJsuM50rvCvXHnVQRqYimq3mmakORd3LGBXhyMzI0NYrUq1Us9mdZ6osEVGqWkRERqYims25Intt1drLGBURami4ql5SsoyMmLVlqr8VgwMyc7BraDtzfuOGnkwnAggggAACCCCAAAIIIDDiAix0GvEXxOMNCNBEAAEEEEBgiQUy6y+EMzMyZ8e6bu//lW7zv+D1uP7/4rc2/D/kdaaY6oWq9u4LlFCnh/gM1fV/66tE3d77bXVpD5/ifie+p/t8qp/FeX+8BpV2OUGZ9170x+uYujSy7s7756uhXbdxqeOqNLw5tXR4rLqV1925n8nP4oFlfOnsHXdHTVUOnO1x6tUNVfYavcrXKtesSavUgLKXojdE123uo25drIxXr9La4bI+p7t0ROPdVwaq8LHS1mHvzjVKqbK66zH7ScnVqvf3+XWkyrr7mK9ZBqih22mUjil3n4+VVF3N7jEl7x3wGN3Iw0v0ujXEmUNpey9dKrT3b6aLulmu0xs7e17NAR3pj3ef2rpQOV917fGjuEdR93pp5eXIrPNLr07VgLprvBJfT5WGO/OgMqbeUWlv1xAdr6USnauh/ZOc9waWauBsn+Z+jy8nq9HvU1722jFdKqu7Lq4Byn1Tvwunvox6S+W71UG19JiSaaCPNbd1n4+p26eWcO4xPuaLlbZPKKFe1e7zMbVU1dHlZBU+5mv6mA56V6hXu/t8rKQa67arfruXeIznphObIb3aAxw+y9HLm8q1wyfOeE6P9SV80OFcUVMl2j3ebYfO9zOUtJ6qHo3pla58TKe4UyNkoIb7fMyd6qmpSx3QrimV0oeVq+o1lWmUz9Clyt7kvQGqtGuYSt3HQ3qV+kqrnO+shIbV2olCuwaoS4l2Jf29Nl066uWmr63nUKMc6RVq1ku1SluVMzVGe5lbPdw6v3fHcrzkzspZGq+8d2FfS616QBfpt8s5tdt9JdNA7dPna4yPuU+pdmd6BmVld9NJuZca2nUL9SjRXq5ZO9TnljsV2t3h01zrhjrYu25zTAdqT+1w6WdRt8ZqV0c5X7VaukQdXY6rcHftUVZ3jdGB3u5rqdunqscjHUp7u495TBmghu/lqNPRWDXU3R+tnn7uMeWYxjQ3dVoG1ANKS6Laey8vg5Rr9zV8bn0GjXFfv3LDUZ5Ow2quRHvvSUqXctXadWbdnatXDWV11zm16cT3U7c6vPdHqlF7XXpMubMafmRVpenCx0pbZ3h37vCxUKJdt1HpE3sD1HKmcFbvqcb0XsbqmPbi4qL0aUhTO3W/w+Pc7tW6ofbedUtfzZtSQ32WwgcV3nuhTh3WSN1HXWUa6ijd6lWq3rqXe6ijjNHwMqYpPFbDymEXzt1XB6tUh8+p492uRz1WLXVrQG24qbYazQk+5FBXPTAjUcMHHT5VtfYyTuf7fWmAD7SqZkDtnh7jZ3JoqIfoIj5WUnV5d15HKKt7dVGuRHs9qlM13LlDaW+vw0pZbq5HbIZqhMaqw0fV0K52KVV4VO+An0k3Kuf3u8sxF/Ucn9EPdzcD+3lJ6jV6A+uZvX716VFUalfie6rqjfdIh475uqp8Vu1RVvfyiPWwjuhkdbfOd+oeh3OFxqisu7q1l9yFrlAvpXvV9nTpAx7rZ3TuIb6U+2p75tnuq8dcKrS7z+f16+lE3dMDnPUP6SblnhrR9Kmrl5aRJa9j1C67nkV1OaDCx9z0JRzONUKpM89R0VxUdX98OeyRDg3v7e72GJ3V7HoP6tXuDh8raRnvcx2l0S88Rid5eIkyvl+UpD+2STJn/x00s/Y1Y1xnpisCAQQQQAABBBBAAIHxF2AGCCxAgIVOC0DjFAQQQAABBBDotkDm9C+NM3PWgqezVk/FmcdMxaOPXqt4IB511P01jrw/HnmEQvUZh98XjziixhmH3xunK6br+9R21H4fK6Hxpzt07mmqT1Nd+lU7n47747TDFb0xHnuqxpyqe5/WC+cOH/NY56fqnBJHrI1TD1dobOlXfUoJ99U4RWNOKX33xyklXxunHKloctUnK5pjzk8+4gGNdayN2u7VRz6gtsJ1ibVxkq51UskfiJN0nvOTjphSPhUnuu3QcecnHjlV+k9S7fxE95eYihP7fTU/4ciIE1p9zmtf7a/5VBlTc/f34qiI43Xu8apPcOhazo8/MuP4oxRuz4iM43TsuHJMx1Ufp/OOU+3xrmusilL3xjbnHHfUqlhzpEK1c49ZpDQRuwAAEABJREFUo3PXqD0Yx7rv6FXh+theveaoTeLYoxW9eo3GlONqr+7FsaqPVX9pa2y/dn70prG6xCZxjNrHaOxq1auP2lTtGs7dd4yOHaOxM2MzjXNsGkfrmKMe30ztduj4MYqj232bxVGttvOjjukdP2ZzHVOo7b5+HO0+heojS9RrHFXyzeNInVdji1a+eRwxo38LtZuox444Ru2jFaoP70Xp6+VN3+HHbBklVjf1FnHY6i3icLcdOn6Y6sNUl3Gqnfdj9VZx2DGKMqbWhyo/1P29cH6o+nydQzX2UPWXKPnWcehqx1aqtwr3H6Ljh5Q+928dzmvfVnHIsb12U69+UByssY46buteu/YfUo4r1/iDPO5Y5zUOUn6Q+11r3EFN7Xz1NnGg6gObPtXODzxW/YqDFDV/ULT7a18dc4DGOJo+5wcc++CYGduo7XhwPFzHHr7mwWorVDt3HKDc5zh/+LHbalwrdKyet23sr2P7r9GxXjifHduF+/YrY2vu8/Zbs100sX/Jt1XbUfv3LX3Kj9sunO/brku+fdS+7WOfNdtHGaNz9lXutsP5vsdtX47v43pGPCRK35qHxMOOU/i8cty5ovS53r4ed3uO2Fv9jnKd4x4aex+v6NcPCR/b2+1e7KXaUfo01vleqmt7h9jr+Bp3b/f9uO3uz8Rt9yjuvjm+fM/NcZtrh/IHPXxV7KmxTeyhfI/jd+z17RjOa98O6mvaTb1D73jT3jF217mOet502327n7BTPe66xI6x2wmK43eKemwntRVu92I31btp7Mx6Z41z7BS76tiuJziv4XzX43dWfy/aucb5+C6l3qWMcb7LCc53CdclTtxZ+c6x84nqc+j4Lqp3Vj08do2dfOzEXWPnExQau1MJ5zV20rF+aEzJXTtO3C12VL2j6p1K7Bo7avyOynfs1xpT2q36pOl8B+U7nLi7znPsFjtorNvT9e7TfSftHg/V2Ieq3qEXzh1ul2M+3o89NF6hseXYSXvEQ1rx0Fa+fSt/yIl7hNvbn7RnbH/inuWcftt9Q2I79W138p5RzlHdtLc7ea/o5yf1ctXbltizHiv5XrGtx/bC+Zxx0t7x4JMdOsfnOldd+9w/PLbxuBIPi21OVpyicQ71baO69Ll/IB6kdolTdI5z1Q86eZ94kOqtFa5LqG/rU/aJrcuYfcJjtnZfEz42EFup7SjnnbJvbFViH9UOt5va+b6xZTm+r47XcNtRz9tPxxWn7qtacWovL7VynbuF8i1OUa56S9XOHSVXn/Myxnk/9o8tTnXsF5urb/NevsUp+6tdYzP1ub+Jpu16s1MfHo7NNaa291dbcVrt30z1pg6PU72Z6qa9qfNTD4hNSzxctUJjNlH/JqepvxfOm9hUfSXXOdP1gTGdHxCrNGbVae5zTLebfh/rx+kHavyBkRq/qpXnaQep33FgOeZ2akyqv8TpB6lfoTp0XqjOXjiP0w6OOP3gmNL4cOiY6yn11WMHhfMp9dfQWB2rfTV/QG1H0+f8gdMPiRoHq27HIbG2f0xjzqjttarLeNXO155xaJTQ2NJ2XeLQuP/0GmtVe8z9Ouf+3njXNQ6L+89waKyO3d+Pw+K+0xVuq75fY+5Tfl+p3d+Ow8P99+pYE/c9Qn2PPCJqfXisVX5/iSPj/kcdVeKBRx8dD5x5TEw5zlod3latWjXr76Duz0xX5ZiTzNp2TiCAAAIIdFeAmSGAAAIIIIDAbIFVs7voQQABBBBAAAEExlpggx8+M8svizOzf25mlj53ZGY0v2y+6NyM33nlA/H/veL++O2X3x//66W/UNwb/+PFP4///uJ74r+96O74r7/1sxL/zwt/Fte84K74L73aueOq5/80atylusYHn39X9EPnlPwFP4sPzBFXqv/KF9wdg/F+9U3HPfG+FyheqGhq54r3lvh5vPeFM+M9ak/HL+I9L6zxbtX9+K17411uux6Id6r9zt+6LwbjHeqbjvvjHb9V4+2q3/6i+6NfO3/R2njbQLxV7el4IN76ohpvUT0dU1HyF0/Fm1+kcD0jIq5Q+4oXu67xJuXTkfGmF9d4o+o3viRjZr0q3vCS4XG5+i9/ySbRxGW93HU/XrppXPoSRbt2rnh9ic3i9S+dGa9Tezo2j9e9tMZrVb/2ZZtHU1+i9iUv2yIG42L1XfyyLWO6dr5lvEZ907GV2oqXbxWvfpmiVb9K+atevnUMxivVNx0Pile+vMYrVPfjFQ+Kkr9im3j5yxWue/GyUj84XL/sFa5rvFT5dGwbL31FjZeofskrt41+7fyV28WL54gXqf9Fr9w+mvgt5bPiVQ+JF75S4XogXqD2C1710BiM56tvOnaI579qh/jNJl7dy1U/r8SO8bxXz4znqv3cV+8Uz+3XzneK56hvOnaOi169czznNTuX+iLXvfgN1b/xml1iMJ6tvunYNZ79mhq/rrofF+8av15it3jWxTPjmWpPx+7xzItr/Jrq6dgjSn7JHvGrFytcz4g941cumR3PUF+NveIZl9R4uup+vHavKPlr946nzRFPVf9TX/uwGIynqG869oknv1bxOkVTO1dcWGLfuPB1M+NJak/HfvGk19V4oup+vH7/eILaT3A9EI9X+/Gvf3gMxuPUNx0HxONeX+Oxqh976QHRr5U/5tIDYzB+WX3TcVD88qU1fkl1Py47KEp+2cFxwaUK1zPikDhf7fMvc13jPOXTcWicd1mNc1Wfe/mhMbM+LM65fHicrf6zLz88mjhLeTu+ve9/xv+945r40+8o2rVzxe5P2TQe/YYjZ8Wj1DcdR8Wj3nBUPLKJN/byNx4dj1DfI1wPxBlqn/HGY2IwTlffdKyO09+oeNPqOE31aa36VOWnvunYGIxT1Dcda+KUN9U4WXU/rlgTJb/iuDhpIE4s7ePD9YlXuK5xgvLpOCFOuKLG8aqPf/MJ0a+dv/nEOG5IrFFfjZNizZtrHKt6Vrzl5Fj9ZoXrgThG7WPeckoMxtHqm45T46i3tOKtvVz1kSVOiyPfOjOOUPuIt54e07Xz0+Nw9U3HGXHYW8+Iw9+meiAOVfvQtz0iBuMQ9U3HI+OQt9U4WPXBb39k9GvlB739UTEYB6pvOh4dB769xgGqp+PMKPk7zoyHv13hekacFfu/Y2bsp/Z0nB37vaPGvqr78c6zo+TvPCf2mSMepv6HvfPcaGLvXu56Os6Lvd6peJeiqZ0r9ixxfuz5rpmxh9p7vOuC2KNfXxC7q13i3b383b8Uu6lvN9cDsavau777l2MwdlHfdDwmdnm34j2PiZ1V79yule/0nsfGYOyovul4XOz4nho7qO7Hex8fJVf90Pc8Ph7quhcPKfUT4iHvnRnbqz0dT4zt31tjO9Xbve+JMbN+Umz7vuHxYPU/+H0XRhPbKJ8V739yPOh9inbtXLF1iafE1u+fGVupPR1Pja3e/9TYsokre/mVT4st1LeF64HYXO3Nr3x6DMZm6puOZ8SmVz4jNvvAM0q9qetebKJ6kw/8SgzGKvVNx6/Gqg/USNX9+OCvRsk/+GsRAzGl9tQHnxlT/dr5M+MB9U3Hs9SusfaDz4q1Vyma2vlVvx73D4n71Ffj2XHfVTXuVT0rrv6N+MVVCtcD8XO1f371RdHEPb3c9XQ8J+6+uhXXKC/x3PiZ6p9d43pm3KW+u655XtzVq3/2X34zHHe5/n+eH6X+ry+In/3XF8bP/tsL4+7//lvx8//3xSXu/V8vjXv/98vi/t9+eaz9nVfG1O++KlY9dNvy99DM7NehLTNVRumL1pY5vL81pOsp80MAAQQQQAABBBBAAIEJFFg1gXNmyghMuADTRwABBBCwQGb9hbDzdmRm/5fHmTXPrLUXOw3GJptsUhZBud85sUlggAGfAT4DfAYm9zOQme0fq7Nyfl5O7meD/1xYiXfPPfnc8RkYxc9A87PQdROZWf4emrnuetYPVjoQQAABBBBAAAEEEEAAgZg8glWTN2VmjAACCCCAAAKTKpCZs6aeOd2XmeWXyx6UWfPM2XXzy+h23fwCvelr2q7d55rYhEVQm2DA/x3wGRiZzwD/97gk/5mcmf4xOmfwM5H/DOA/A/gM8BngM8BnYJP+/1jGPxeHRWaWv5tm1to/WDNrnllr9w2LzBzWTR8CCCCAAAKTK8DMEUAAAQQ6J7CqczNiQggggAACCCCAwAIEMqd/GZyZM36pnFnbzS+gM3POX0w3v7T32CbfdNNNZ/yXyYPtZtwo1TzLJjPeGR548BngM8BnYH6fgcyMdW04zs8RJ5z4DPAZ4DMwfp+B9f09z39HbKJ5v027qTOz/F3U7cyaZ9Z68OdrZpauzFqXBgUCCxDgFAQQQAABBBBAAAEExk1g1bg9MM+LAAIIjIAAj4AAAh0RyKy/EM6sdTOtzCy/XHY7s+bNL5pdN+FfTjt3vaHhX4K3Y0PPZ/wmLETi22j4DPAZ4DMwgp+BzPSPzzljoT83+bnHzz0+A3wGVugzwM+aEfxZMyqfhfbf55yv67kGf/65PVdkZvn7aGaWn6eZ2W9n1rwcoEAAAQQQQAABBBBAAAEEJlRg1eLPmysigAACCCCAAALjKZA585fGmbWdObOe6xfSTX/zC263m5x6E/5LIv5LIj4DfAb4DHTuMzD7P9szc53/TwA/G2eb8f8jYMJngM8An4HJ+gz4Z2ETfvdNnpllQZPbmTXPzKE/VzOH9w8dTCcCCCCAAAIIILDRAlwAAQQQGC2BVaP1ODwNAggggAACCCCwtAKZM38hnFnbmdN1ZpZfMGfOrP0L58FofjHtugmPafL51v5fABObRqcMNmU+vE8+A3wGJu8z4J+B6/pJ7p+LfC4m73PBO+ed8xngM9DFz4B/ps0n/LOxGdfO3ef2YGTO/Hto5sx2++dsZrab5e+xMzpoIIDA8ghwFwQQQAABBBBAAIFlFWCh07JyczMEEEAAgUaAGoFRFMic/iVxZpZfEmeuvx78BXXTdu3wL65dzxU+TqwKDDDgM8BngM/A+H8G1vfzPTP5z/tV4/+e+b9V3iGfAT4DG/IZ6PLYuf6O537P23UTTdv1YGSu/++d0dsys2SZtS4NCgQQQAABBBBAAAEEEEBgggRY6DSaL5unQgABBBBAAIElFMic+QvhzOHtzJyx2Gnwl9HD2v4ltvtdO9p503ZfO9xPbMI/aTUB/6QVn3M+53wGuv8Z8M+3df0I5zMw6zPAzz9+/vEZ4DPAZ2CMPwP+uTcY7Z91Pua262GRWf/Oua5jmVl+tGbWujSGFJnrPj7kFLoQQAABBBBAAAEElk+AOyGAwCIKrFrEa3EpBBBAAAEEEEBgbAUy6y+FM2fXmTljwVNmbTe/jM7MGd9O0f5Fdjv3eLeJTfgvc8b4v8xZ3s8vnxW8+QyM22cgM2NdGz8L+UyP22ea5+Uzy2eAz8CGfgb8s64Jnzssd19mzvh7ZGb2/94Z2jJrW2npH1a7j0AAAQS6IZcumhYAABAASURBVMAsEEAAAQQQQACB+Qusmv9QRiKAAAIIIIDASAnwMEsmkJnl2pnTdWaWXy5n1nrYL6bdNyz8y23HsGP08c9+8BngM8BngM9Alz4D5QfoOorMnPFf6nZp7syF/1vmM8BngM8An4HmM+C//zma9rrqzPp3zMzZdWjLzIghtbrKnlnPKw0KBBBAAAEEEEAAAQQQQGACBFjoNAEveVKnyLwRQAABBBBYl0BmzjqcOd2XWfPM6Tozy2In/5I6s+aZWf4L28xaN8dctyNz+ni7n5z/MoTPAJ8BPgN8Brr0GcjMWNfWpbkyl9H5v13eBe+CzwCfgVH7DGRm+Xti+7kyp/sya545u87M8vfOzFqHtsxUGaU/2BBAAAEEEEAAAQQQmFABpo1AI8BCp0aCGgEEEEAAAQQmTiCz/rK4PfHM6b7MLL9Izqy1x2XWPDPLL64za9u/wM6czt12ZM7ucz/BfxnDZ4DPwDJ9Bsp/VnEvPm/L9RnIzFjXlpl8JlfxeVyuzyP34bPGZ4DPwEp+BjKz/H2y/QyZ032Z9WdiZu3LrHVoy0yVUc7PnM6DDQEEEEAAgbkFOIIAAggggMDECLDQaWJeNRNFAAEEEEAAgdkCUX5xHANbZv1FctOdWduZ2R+fWfPM6dq/wM6cbmfmnP9lbubMcZm0MzHIxCATg0wMMjHIHE+DWM+WOZ7zyuS5MzHIxCATg0wMMjHInG3gvw8Oi8yZYz0ms/b5x2bm3LmPOzLT1azIHN4/ayAdEQECAggggAACCCCAAAIIdEWAhU5deZPMA4GlEOCaCCCAwIQIZM7+5XBm9hc1mSFzup1Z88zZdfuX1pmzj2fWPo8j+F+Y8xngM8BngM9A1z4Dmekfm3NGZs65CLhrFsyH//seq88A3zTGfzbxGdjoz0Bmlr9DZg6vm/9MyBx+PDPDW2aW6zh3ZKarWZE5vH/WQDoQQAABBBBAAAEEEEAAgUagIzULnTryIpkGAggggAACCGycQObwXxJnzuzPzFm/dM6sfZlZHiIzy5hM6kwMMjHIxCATg8zxNcjk2TPnZ1B+EK6jyJzfdTIZl4lBJgaZGGRikIlB5vgb+Mdj5ux5DPa73URmNumMOnN4/4xBNBBAAAEEEEBggwU4AQEEEEBgPARY6DQe74mnRAABBBBAAIFlEMgc/svizOwvXGoeI3O6LzOb7v64zJyUnHnyrvkM8BngM8BnYMZnoP9DcUiSyc/HTAwyMcjEIBODTAwyJ8ug/aMxc3ruG9PfPpccgSUW4PIIIIAAAggggAACCIyEAAudRuI18BAIINBdAWaGAALjJpBZf9k813Nn1uOZOWNIZs74L3kzaWdikIlBJgaZGGRikDkZBjN+OA5pZE6GQybzzMQgE4PMSTJgrpkYZM7foP1jMnP6vHZ/k2dmk1IjgAACCCCAAAIIIIAAAhMvsLILnSaeHwAEEEAAAQQQGFWBzCwLl9b1fJl1TOZ0va7xHEMAAQQQQGBiBZg4AggggAACCBSBzOm/P2bWvByYo8jMOY7QjQACCCCAAAIIjKAAj4QAAggsgwALnZYBmVsggAACCCCAwPgKZOZ6Fzy1Z5dZx2dSZ2KQOT+DTMZlYpCJQSYGmeNv0P65OCzPHP85ZjKHTAwyMcjEIBODTAwy528w7GfjsL7Mes1hx+hDAIHxFeDJEUAAAQQQQAABBDZegIVOG2/IFRBAAAEEllaAqyMwEgKZ9ZfMmbUeiYfiIRBAAAEEEEAAAQQQQACB7ghM9Ewy6981M2s90RhMHgEEEEAAAQQQQAABBBBYhwALndaBMx6HeEoEEEAAAQQQWAmBzPrL58xar8QzcE8EEEAAAQQQmCQB5ooAAggg0CWBzPp3ycxad2luzAUBBBBAAAEEEEBgYwQ4FwEE1ifAQqf1CXEcAQQQQAABBBCYh0Bm/eV0JnUmBpkYZC6zAfeLTMwzMchcWYP1/cjMXNnny+T+mRhkYpCJQSYGmRhkrpzB+n5mchwBBBBAYA4BuhFAAAEEEEBg4gVY6DTxHwEAEEAAAQQmQYA5IoAAAggggAACCCCAAAIIIIBA9wWYIQIIIIAAAggggAACCCDQdQEWOnX9DTO/+QgwBgEEEEAAAQQQQAABBBBAAAEEui/ADBFAAAEEEEAAAQQQQAABBBBAoPsCzLDjAix06vgLZnoIIIAAAggggAACCCCAwPwEGIUAAggggAACCCCAAAIIIIAAAt0XYIYIIIAAAgiMtwALncb7/fH0CCCAAAIIILBcAtwHAQQQQAABBBBAAAEEEEAAAQS6L8AMEUAAAQQQQAABBBBAYKQFWOg00q+Hh0NgfAR4UgQQQAABBBBAAAEEEEAAAQQQ6L4AM0QAAQQQQAABBBBAAAEEEEAAge4LjPIMWeg0ym+HZ0MAAQQQQAABBBBAAAEEEBgnAZ4VAQQQQAABBBBAAAEEEEAAAQS6L8AMEUAAAQRWUICFTiuIz60RQAABBBBAAIHJEmC2CCCAAAIIIIAAAggggAACCCDQfQFmiAACCCCAAAIIIIDA0gmw0GnpbLkyAgggsGECjEYAAQQQQAABBBBAAAEEEEAAge4LMEMEEEAAAQQQQAABBBBAAAEEEFiwwNgsdFrwDDkRAQQQQAABBBBAAAEEEEAAAQTGRoAHRQABBBBAAAEEEEAAAQQQQACB7gswQwQQQGChAix0Wqgc5yGAAAIIIIAAAgggsPwC3BEBBBBAAAEEEEAAAQQQQAABBLovwAwRQAABBBBAAAEE5hBgodMcMHQjgAACCIyjAM+MAAIIIIAAAggggAACCCCAAALdF2CGCCCAAAIIIIAAAggggAACkyrAQqdJevPMFQEEEEAAAQQQQAABBBBAAAEEui/ADBFAAAEEEEAAAQQQQAABBBBAoPsCzBCBCRVgodOEvnimjQACCCCAAAIIIIDApAowbwQQQAABBBBAAAEEEEAAAQQQ6L4AM0QAAQQQQACBbgqw0Kmb75VZIYAAAgggsFABzkMAAQQQQAABBBBAAAEEEEAAge4LMEMEEEAAAQQQQAABBBBAYCwFWOg0lq+Nh145Ae6MAAIIIIAAAggggAACCCCAAALdF2CGCCCAAAIIIIAAAggggAACCCDQfQFmOI4CLHQax7fGMyOAAAIIIIAAAggggAACKynAvRFAAAEEEEAAAQQQQAABBBBAoPsCzBABBBBAAIERFGCh0wi+FB4JAQQQQAABBMZbgKdHAAEEEEAAAQQQQAABBBBAAIHuCzBDBBBAAAEEEEAAAQQQWH4BFjotvzl3RGDSBZg/AggggAACCCCAAAIIIIAAAgh0X4AZIoAAAggggAACCCCAAAIIIIBA9wWWfYYsdFp2cm6IAAIIIIAAAggggAACCCCAAAIIIIAAAggggAACCCCAAAIIINB9AWaIAAIIILDYAix0WmxRrocAAggggAACCCCw8QJcAQEEEEAAAQQQQAABBBBAAAEEui/ADBFAAAEEEEAAAQQQ2EABFjptIBjDEUAAgVEQ4BkQQAABBBBAAAEEEEAAAQQQQKD7AswQAQQQQAABBBBAAAEEEEAAAQRmCnRxodPMGdJCAAEEEEAAAQQQQAABBBBAAIEuCjAnBBBAAAEEEEAAAQQQQAABBBDovgAzRAABBGYIsNBpBgcNBBBAAAEEEEAAAQS6IsA8EEAAAQQQQAABBBBAAAEEEECg+wLMEAEEEEAAAQQQmCwBFjpN1vtmtggggAACjQA1AggggAACCCCAAAIIIIAAAgh0X4AZIoAAAggggAACCCCAAAIIdEqAhU6dep2LNxmuhAACCCCAAAIIIIAAAggggAAC3RdghggggAACCCCAAAIIIIAAAggg0H0BZohAlwRY6NSlt8lcEEAAAQQQQAABBBBAYDEFuBYCCCCAAAIIIIAAAggggAACCHRfgBkigAACCCCAwBgJsNBpjF4Wj4oAAggggMBoCfA0CCCAAAIIIIAAAggggAACCCDQfQFmiAACCCCAAAIIIIAAAgiMjgALnUbnXfAkXRNgPggggAACCCCAAAIIIIAAAggg0H0BZogAAggggAACCCCAAAIIIIAAAt0XYIYjI8BCp5F5FTwIAggggAACCCCAAAIIINA9AWaEAAIIIIAAAggggAACCCCAAALdF2CGCCCAAAIILJcAC52WS5r7IIAAAggggAACswXoQQABBBBAAAEEEEAAAQQQQACB7gswQwQQQAABBBBAAAEEEFgkARY6LRIkl0EAgaUQ4JoIIIAAAggggAACCCCAAAIIINB9AWaIAAIIIIAAAggggAACCCCAAALdF1icGbLQaXEcuQoCCCCAAAIIIIAAAggggAACSyPAVRFAAAEEEEAAAQQQQAABBBBAoPsCzBABBBBAYF4CLHSaFxODEEAAAQQQQAABBEZVgOdCAAEEEEAAAQQQQAABBBBAAIHuCzBDBBBAAAEEEEAAAQQswEInKxAIIIBAdwWYGQIIIIAAAggggAACCCCAAAIIdF+AGSKAAAIIIIAAAggggAACCCAwEQITvtBpIt4xk0QAAQQQQAABBBBAAAEEEEBgwgWYPgIIIIAAAggggAACCCCAAAIIdF+AGSKAwCQIsNBpEt4yc0QAAQQQQAABBBBAYF0CHEMAAQQQQAABBBBAAAEEEEAAge4LMEMEEEAAAQQQQKADAix06sBLZAoIIIAAAksrwNURQAABBBBAAAEEEEAAAQQQQKD7AswQAQQQQAABBBBAAAEEEEBg9AVY6DT672jUn5DnQwABBBBAAAEEEEAAAQQQQACB7gswQwQQQAABBBBAAAEEEEAAAQQQ6L4AM0Rg5AVY6DTyr4gHRAABBBBAAAEEEEAAgdEX4AkRQAABBBBAAAEEEEAAAQQQQKD7AswQAQQQQAABBFZagIVOK/0GuD8CCCCAAAKTIMAcEUAAAQQQQAABBBBAAAEEEECg+wLMEAEEEEAAAQQQQAABBBBYYgEWOi0xMJdHYD4CjEEAAQQQQAABBBBAAAEEEEAAge4LMEMEEEAAAQQQQAABBBBAAAEEEOi+ADNcWgEWOi2tL1dHAAEEEEAAAQQQQAABBBCYnwCjEEAAAQQQQAABBBBAAAEEEECg+wLMEAEEEEAAgY0SYKHTRvFxMgIIIIAAAgggsFwC3AcBBBBAAAEEEEAAAQQQQAABBLovwAwRQAABBBBAAAEEEEBgXQIsdFqXDscQQGB8BHhSBBBAAAEEEEAAAQQQQAABBBDovgAzRAABBBBAAAEEEEAAAQQQQACB7gusY4YsdFoHDocQQAABBBBAAAEEEEAAAQQQGCcBnhUBBBBAAAEEEEAAAQQQQAABBLovwAwRQACBSRZgodMkv33mjgACCCCAAAIITJYAs0UAAQQQQAABBBBAAAEEEEAAge4LMEMEEEAAAQQQQACBDguw0KnDL5epIYAAAhsmwGgEEEAAAQQQQAABBBBAAAEEEOi+ADNEAAFKbnCZAAAQAElEQVQEEEAAAQQQQAABBBBAYHwFWOg033fHOAQQQAABBBBAAAEEEEAAAQQQ6L4AM0QAAQQQQAABBBBAAAEEEEAAge4LMEMEEBhbARY6je2r48ERQAABBBBAAAEEEFh+Ae6IAAIIIIAAAggggAACCCCAAALdF2CGCCCAAAIIIIDAqAqw0GlU3wzPhQACCCAwjgI8MwIIIIAAAggggAACCCCAAAIIdF+AGSKAAAIIIIAAAggggAACCKyQAAudVgh+Mm/LrBFAAAEEEEAAAQQQQAABBBBAoPsCzBABBBBAAAEEEEAAAQQQQAABBLovwAwRWBkBFjqtjDt3RQABBBBAAAEEEEAAgUkVYN4IIIAAAggggAACCCCAAAIIINB9AWaIAAIIIIAAAksiwEKnJWHloggggAACCCCwUAHOQwABBBBAAAEEEEAAAQQQQACB7gswQwQQQAABBBBAAAEEEEBgIQIsdFqIGucgsHIC3BkBBBBAAAEEEEAAAQQQQAABBLovwAwRQAABBBBAAAEEEEAAAQQQQKD7AsxwAQIsdFoAGqcggAACCCCAAAIIIIAAAgispAD3RgABBBBAAAEEEEAAAQQQQACB7gswQwQQQAABBGYLsNBptgk9CCCAAAIIIIDAeAvw9AgggAACCCCAAAIIIIAAAggg0H0BZogAAggggAACCCCAwAQKsNBpAl86U0Zg0gWYPwIIIIAAAggggAACCCCAAAIIdF+AGSKAAAIIIIAAAggggAACCCCAQPcEBhc6dW+GzAgBBBBAAAEEEEAAAQQQQAABBAYFaCOAAAIIIIAAAggggAACCCCAQPcFmCECCCDQOQEWOnXulTIhBBBAAAEEEEAAgY0X4AoIIIAAAggggAACCCCAAAIIINB9AWaIAAIIIIAAAgggMG4CLHQatzfG8yKAAAKjIMAzIIAAAggggAACCCCAAAIIIIBA9wWYIQIIIIAAAggggAACCCCAAAIjJsBCpyV4IVwSAQQQQAABBBBAAAEEEEAAAQS6L8AMEUAAAQQQQAABBBBAAAEEEECg+wLMEAEERkuAhU6j9T54GgQQQAABBBBAAAEEuiLAPBBAAAEEEEAAAQQQQAABBBBAoPsCzBABBBBAAAEEEFhWARY6LSs3N0MAAQQQQKARoEYAAQQQQAABBBBAAAEEEEAAge4LMEMEEEAAAQQQQAABBBBAAIHFFGCh02Jqcq3FE+BKCCCAAAIIIIAAAggggAACCCDQfQFmiAACCCCAAAIIIIAAAggggAAC3RdghggsogALnRYRk0shgAACCCCAAAIIIIAAAospwLUQQAABBBBAAAEEEEAAAQQQQKD7AswQAQQQQAABBOYvwEKn+VsxEgEEEEAAAQRGS4CnQQABBBBAAAEEEEAAAQQQQACB7gswQwQQQAABBBBAAAEEEECgL8BCpz4FCQJdE2A+CCCAAAIIIIAAAggggAACCCDQfQFmiAACCCCAAAIIIIAAAggggAAC3Rdgho0AC50aCWoEEEAAAQQQQAABBBBAAIHuCTAjBBBAAAEEEEAAAQQQQAABBBDovgAzRAABBBCYGAEWOk3Mq2aiCCCAAAIIIIDAbAF6EEAAAQQQQAABBBBAAAEEEECg+wLMEAEEEEAAAQQQQACBrgiw0Kkrb5J5IIDAUghwTQQQQAABBBBAAAEEEEAAAQQQ6L4AM0QAAQQQQAABBBBAAAEEEEAAgTER2IiFTmMyQx4TAQQQQAABBBBAAAEEEEAAAQQ2QoBTEUAAAQQQQAABBBBAAAEEEECg+wLMEAEEEBgPARY6jcd74ikRQAABBBBAAAEERlWA50IAAQQQQAABBBBAAAEEEEAAge4LMEMEEEAAAQQQQACBkRBgodNIvAYeAgEEEOiuADNDAAEEEEAAAQQQQAABBBBAAIHuCzBDBBBAAAEEEEAAAQQQQAABBJZDgIVOy6E89z04ggACCCCAAAIIIIAAAggggAAC3RdghggggAACCCCAAAIIIIAAAggg0H0BZogAAssgwEKnZUDmFggggAACCCCAAAIIILAuAY4hgAACCCCAAAIIIIAAAggggED3BZghAggggAACCCCw8QIsdNp4Q66AAAIIIIDA0gpwdQQQQAABBBBAAAEEEEAAAQQQ6L4AM0QAAQQQQAABBBBAAAEEEFivAAud1kvEgFEX4PkQQAABBBBAAAEEEEAAAQQQQKD7AswQAQQQQAABBBBAAAEEEEAAAQS6L8AMEVifAAud1ifEcQQQQAABBBBAAAEEEEBg9AV4QgQQQAABBBBAAAEEEEAAAQQQ6L4AM0QAAQQQQGDiBVjoNPEfAQAQQAABBBCYBAHmiAACCCCAAAIIIIAAAggggAAC3RdghggggAACCCCAAAIIINB1ARY6df0NMz8E5iPAGAQQQAABBBBAAAEEEEAAAQQQ6L4AM0QAAQQQQAABBBBAAAEEEEAAge4LdHyGLHTq+AtmeggggAACCCCAAAIIIIAAAvMTYBQCCCCAAAIIIIAAAggggAACCHRfgBkigAACCIy3AAudxvv98fQIIIAAAggggMByCXAfBBBAAAEEEEAAAQQQQAABBBDovgAzRAABBBBAAAEEEEBgpAVY6DTSr4eHQwCB8RHgSRFAAAEEEEAAAQQQQAABBBBAoPsCzBABBBBAAAEEEEAAAQQQQAABBFZSYHkWOq3kDLk3AggggAACCCCAAAIIIIAAAggsjwB3QQABBBBAAAEEEEAAAQQQQACB7gswQwQQQGAFBVjotIL43BoBBBBAAAEEEEBgsgSYLQIIIIAAAggggAACCCCAAAIIdF+AGSKAAAIIIIAAAggsnQALnZbOlisjgAACCGyYAKMRQAABBBBAAAEEEEAAAQQQQKD7AswQAQQQQAABBBBAAAEEEEAAgQULsNBpwXTLfSL3QwABBBBAAAEEEEAAAQQQQACB7gswQwQQQAABBBBAAAEEEEAAAQQQ6L4AM0QAgYUKsNBpoXKchwACCCCAAAIIIIAAAssvwB0RQAABBBBAAAEEEEAAAQQQQKD7AswQAQQQQAABBBCYQ4CFTnPA0I0AAggggMA4CvDMCCCAAAIIIIAAAggggAACCCDQfQFmiAACCCCAAAIIIIAAAghMqgALnSb1zU/mvJk1AggggAACCCCAAAIIIIAAAgh0X4AZIoAAAggggAACCCCAAAIIIIBA9wWY4YQKsNBpQl8800YAAQQQQAABBBBAAIFJFWDeCCCAAAIIIIAAAggggAACCCDQfQFmiAACCCCAQDcFWOjUzffKrBBAAAEEEEBgoQKchwACCCCAAAIIIIAAAggggAAC3RdghggggAACCCCAAAIIIDCWAix0GsvXxkMjsHIC3BkBBBBAAAEEEEAAAQQQQAABBLovwAwRQAABBBBAAAEEEEAAAQQQQKD7AuM4QxY6jeNb45kRQAABBBBAAAEEEEAAAQRWUoB7I4AAAggggAACCCCAAAIIIIBA9wWYIQIIIIDACAqw0GkEXwqPhAACCCCAAAIIjLcAT48AAggggAACCCCAAAIIIIAAAt0XYIYIIIAAAggggAACCCy/AAudlt+cOyKAwKQLMH8EEEAAAQQQQAABBBBAAAEEEOi+ADNEAAEEEEAAAQQQQAABBBBAAIFFFxi5hU6LPkMuiAACCCCAAAIIIIAAAggggAACIyfAAyGAAAIIIIAAAggggAACCCCAQPcFmCECCCCw2AIsdFpsUa6HAAIIIIAAAggggMDGC3AFBBBAAAEEEEAAAQQQQAABBBDovgAzRAABBBBAAAEEENhAARY6bSAYwxFAAAEERkGAZ0AAAQQQQAABBBBAAAEEEEAAge4LMEMEEEAAAQQQQAABBBBAAAEEZgqw0GmmRzdazAIBBBBAAAEEEEAAAQQQQAABBLovwAwRQAABBBBAAAEEEEAAAQQQQKD7AswQAQRmCLDQaQYHDQQQQAABBBBAAAEEEOiKAPNAAAEEEEAAAQQQQAABBBBAAIHuCzBDBBBAAAEEEJgsARY6Tdb7ZrYIIIAAAgg0AtQIIIAAAggggAACCCCAAAIIINB9AWaIAAIIIIAAAggggAACCHRKgIVOnXqdTGbxBLgSAggggAACCCCAAAIIIIAAAgh0X4AZIoAAAggggAACCCCAAAIIIIBA9wWYYZcEWOjUpbfJXBBAAAEEEEAAAQQQQACBxRTgWggggAACCCCAAAIIIIAAAggg0H0BZogAAggggMAYCbDQaYxeFo+KAAIIIIAAAqMlwNMggAACCCCAAAIIIIAAAggggED3BZghAggggAACCCCAAAIIjI4AC51G513wJAh0TYD5IIAAAggggAACCCCAAAIIIIBA9wWYIQIIIIAAAggggAACCCCAAAIIdF9gZGbIQqeReRU8CAIIIIAAAggggAACCCCAQPcEmBECCCCAAAIIIIAAAggggAACCHRfgBkigAACCCyXAAudlkua+yCAAAIIIIAAAgjMFqAHAQQQQAABBBBAAAEEEEAAAQS6L8AMEUAAAQQQQAABBBBYJAEWOi0SJJdBAAEElkKAayKAAAIIIIAAAggggAACCCCAQPcFmCECCCCAAAIIIIAAAggggAACCMxPYJwXOs1vhoxCAAEEEEAAAQQQQAABBBBAAIFxFuDZEUAAAQQQQAABBBBAAAEEEECg+wLMEAEEEJiXAAud5sXEIAQQQAABBBBAAAEERlWA50IAAQQQQAABBBBAAAEEEEAAge4LMEMEEEAAAQQQQAABC7DQyQoEAggggEB3BZgZAggggAACCCCAAAIIIIAAAgh0X4AZIoAAAggggAACCCCAAAIITIQAC50m4jXPPUmOIIAAAggggAACCCCAAAIIIIBA9wWYIQIIIIAAAggggAACCCCAAAIIdF+AGSIwCQIsdJqEt8wcEUAAAQQQQAABBBBAYF0CHENgIgX+/M//PP58keP2229fp+X111+/6Pf0HNZ5Uw4igAACCCCAAAIIIIAAAlWAEgEEEEAAAQQ6IMBCpw68RKaAAAIIIIDA0gpwdQQQQAABBBDoosA3v/nNePzjH7+o8ZGPfGSdVG94wxsW9X5PecpTYvXq1eu8JwcRQAABBBBAYL4CjEMAAQQQQAABBBBAAAEERl+AhU6j/454wlEX4PkQQAABBBBAAAEEEEAAgTEUeOELXxinn376GD759CO/+c1vjr333nu6gwyBpRTg2ggggAACCCCAAAIIIIAAAggg0H0BZjjyAix0GvlXxAMigAACCCCAAAIIIIAAAqMvwBOOp4AXCo3nk0esWbMmXvWqV43r4/PcCCCAAAIIIIAAAggggMBYCvDQCCCAAAIIrLQAC51W+g1wfwQQQAABBBCYBAHmiAACCCCAwEgKnHbaaeFvdhrJh1vPQ43zIq31TI3DCCCAAAIIIDC+Ajw5AggggAACCCCAAAIILLEAC52WGJjLI4DAfAQYgwACCCCAAAIISdZEigAAEABJREFUIIAAAisl4AVDO+2000rdfkH3ffaznx3nnHPOgs7lJAQQWEkB7o0AAggggAACCCCAAAIIIIAAAt0XWNoZstBpaX25OgIIIIAAAggggAACCCCAAALzE1ihUdtvv314sdMK3X6Db7vNNtuM1fNu8AQ5AQEEEEAAAQQQQAABBBBAoNsCzA4BBBBAYKMEWOi0UXycjAACCCCAAAIIILBcAtwHAQQQQGDpBJ773OfGox/96KW7wSJe2Yuydtttt0W8IpdCAAEEEEAAAQQQGCUBngUBBBBAAAEEEEAAgXUJsNBpXTocQwABBMZHgCdFAAEEEEAAAQQQQGCjBLyAaKMusAwnn3zyyfGSl7xkGe7ELRBAAIGRFeDBEEAAAQQQQAABBBBAAAEEEJhogQlZ6DTR75jJI4AAAggggAACCCCAAAIIILBegRNPPDFe9rKXxShv61+MNcpPz7MhgAACCCCAAAIIIIAAAggggMDiCHAVBBCYZAEWOk3y22fuCCCAAAIIIIAAApMlwGwRQACB9Qh4IdEee+yxnlErc/h5z3tePPKRj1yZm3NXBBBAAAEEEEAAAQTGSYBnRQABBBBAAAEEOizAQqcOv1ymhgACCCCwYQKMRgABBBBAAAEEJl1g6623Di92GjWHhzzkISP5XKPmxPMggAACCMxPgFEIIIAAAggggAACCCCAAALjK8BCp/F9d8v95NwPAQQQQAABBBBAAAEEEEBgAgSe9axnxXnnnTdSM/Xiqx133HGknqnDD8PUEEAAAQQQQAABBBBAAAEEEECg+wLMEIGxFWCh09i+Oh4cAQQQQAABBBBAAAEEll+AOyIwGQJeWDQqMz3jjDPiBS94wag8Ds+BAAIIIIAAAggggAACEyHAJBFAAAEEEEBgVAVY6DSqb4bnQgABBBBAYBwFeGYEEEAAAQQQ6ITA6tWr49WvfvVIzGWUFl2NBAgPgQACCCCAwCgI8AwIIIAAAggggAACCCCAwAoJsNBpheC57WQKMGsEEEAAAQQQQAABBBBAYFwEvMBon332WdHHfdGLXhSnnnrqij4DN0dgIQKcgwACCCCAAAIIIIAAAggggAAC3RdghisjwEKnlXHnrggggAACCCCAAAIIIIDApAow7zER2GyzzcKLnVbqcXfZZZcVvf9KzZv7IoAAAggggAACCCCAAAIdEWAaCCCAAAIILIkAC52WhJWLIoAAAggggAACCxXgPAQQQAABBEZH4BnPeEY85jGPWZEH8iKrbbfddkXuzU0RQAABBBBAAIGlF+AOCCCAAAIIIIAAAgggsBABFjotRI1zEEBg5QS4MwIIIIAAAggggAACCCyrgBccLesNdbMzzzwzLrroImXsCCAwsQJMHAEEEEAAAQQQQAABBBBAAAEEui+wgBmy0GkBaJyCAAIIIIAAAggggAACCCCAwEoKLOe9jzjiiHj961+/nLfkn6xbVm1uhgACCCCAAAIIIIAAAgggMKoCPBcCCCCAwGwBFjrNNqEHAQQQQAABBBBAYLwFeHoEEEAAgUUWuOKKK+LAAw9c5KsOv9zLX/7yOOGEE4YfpBcBBBBAAAEEEEAAgWkBMgQQQAABBBBAAIEJFGCh0wS+dKaMAAKTLsD8EUAAAQQQQAABBBDYcIHl+Cfs9txzT77NacNfDWcggAACcwjQjQACCCCAAAIIIIAAAggggED3BFjoNPhOaSOAAAIIIIAAAggggAACCCCAwCyBCy+8MJ74xCfO6l/MDi+m2mqrrRbzknNfiyMIIIAAAggggAACCCCAAAIIINB9AWaIAAKdE2ChU+deKRNCAAEEEEAAAQQQQGDjBbgCAgggMEzAC5GG9S9G3/nnnx/PfOYzF+NSXAMBBBBAAAEEEEAAAQTmKcAwBBBAAAEEEEBg3ARY6DRub4znRQABBBAYBQGeAQEEEEAAAQQQmEiBgw8+ON74xjcuydyXchHVkjwwF0UAAQQQmAQB5ogAAggggAACCCCAAAIIIDBiAix0GrEX0o3HYRYIIIAAAggggAACCCCAAAJdFbjsssvisMMOW9TpXXzxxXHMMccs6jW52HIIcA8EEEAAAQQQQAABBBBAAAEEEOi+ADNEYLQEWOg0Wu+Dp0EAAQQQQAABBBBAAIGuCDAPBDossJjfvrTffvvFYl6vw+xMDQEEEEAAAQQQQAABBEZRgGdCAAEEEEAAgWUVYKHTsnJzMwQQQAABBBBoBKgRQAABBBBAYHwFHve4x8XTnva0RZmAFzltsskmi3ItLoIAAggggAACoyfAEyGAAAIIIIAAAggggAACiynAQqfF1ORaCCyeAFdCAAEEEEAAAQQQQAABBEZaYDEWKD32sY9dtAVTI43FwyEwtwBHEEAAAQQQQAABBBBAAAEEEECg+wLMcBEFWOi0iJhcCgEEEEAAAQQQQAABBBBAYDEFuNYoCyzGPznnxVKjPEeeDQEEEEAAAQQQQAABBBBAYDkEuAcCCCCAAALzF2Ch0/ytGIkAAggggAACCIyWAE+DAAIIIIDACgtcfPHFcfTRRy/oKS699NI4/PDDF3QuJyGAAAIIIIAAAhMlwGQRQAABBBBAAAEEEECgL8BCpz4FCQIIdE2A+SCAAAIIIIAAAggggMDSCyzkW5kOOuigeNOb3rT0D8cdEEBgIgSYJAIIIIAAAggggAACCCCAAAIIdF+gmSELnRoJagQQQAABBBBAAAEEEEAAAQS6J7DkM7rgggvi137t1zboPgtZHLVBN2AwAggggAACCCCAAAIIIIAAApMlwGwRQACBiRFgodPEvGomigACCCCAAAIIIDBbgB4EEEAAgcUQ8MKlLbfccl6XuvDCC+NJT3rSvMYyCAEEEEAAAQQQQACBxRHgKggggAACCCCAAAJdEWChU1feJPNAAAEElkKAayKAAAIIIIAAAgggMA+BvfbaK7zYaR5D5z1uPtdiDAIIIIDAIglwGQQQQAABBBBAAAEEEEAAAQTGRICFThvxojgVAQQQQAABBBBAAAEEEEAAAQSqwCte8Yo4/vjja2OO8oorrogDDzxwjqOj282TIYAAAggggAACCCCAAAIIIIBA9wWYIQIIjIcAC53G4z3xlAgggAACCCCAAAIIjKoAz4UAAgj0Bdb1rU6HH354vP71r++PJUEAAQQQQAABBBBAAIGxEuBhEUAAAQQQQACBkRBgodNIvAYeAgEEEECguwLMDAEEEEAAAQQQmByBs846Ky666KKhE17XIqihJ9CJAAIIIIDAWAnwsAgggAACCCCAAAIIIIAAAsshwEKn5VDmHnMLcAQBBBBAAAEEEEAAAQQQQKBTAl7QtO22286Y09Of/vR47GMfO6OPxoQJMF0EEEAAAQQQQAABBBBAAAEEEOi+ADNEYBkEWOi0DMjcAgEEEEAAAQQQQAABBBBYlwDHEOiSwC677BJe7NTMadNNN53RbvqpEUAAAQQQQAABBBBAAIFJE2C+CCCAAAIIILDxAix02nhDroAAAggggAACSyvA1RFAAAEEEEBgzARe9KIXxSmnnFKe2oue9t1335JTIIAAAggggAAC6xDgEAIIIIAAAggggAACCCCwXgEWOq2XiAEIjLoAz4cAAggggAACCCCAAAIIjJ6AFzitXr06XvOa14zew/FECIylAA+NAAIIIIAAAggggAACCCCAAALdF2CG6xNgodP6hDiOAAIIIIAAAggggAACCCAw+gI84YoLTE1NRTvOOOOMuPTSS2f0tY83+Yo/OA+AAAIIIIAAAggggAACCCAwPgI8KQIIIIDAxAusmngBABBAAAEEEEAAgQkQYIoIIIAAAggshUCzWMn1sOs/9rGPHdY9o8/nNjHjAA0EEEAAAQQQQACBDRbgBAQQQAABBBBAAAEEui7AQqeuv2HmhwAC8xFgDAIIIIAAAggggAACCGyggBcnbeAp6x3uazrWO5ABCCCAwMIEOAsBBBBAAAEEEEAAAQQQQAABBMZcYB4LncZ8hjw+AggggAACCCCAAAIIIIAAAgjMQ2D9Q7wIqYn1jW7GzVWv6/zmnHWN4RgCCCCAAAIIIIAAAggggAACCCxEgHMQQACB8RZgodN4vz+eHgEEEEAAAQQQQGC5BLgPAgggMOECXny0PgKPaWIxxvpa67sOxxFAAAEEEEAAAQQQWFQBLoYAAggggAACCCAw0gIsdBrp18PDIYAAAuMjwJMigAACCCCAAAIIdFdgrgVH7m9HI9DuG5Y345q6GdO027WPtdvkCCCAAAIrK8DdEUAAAQQQQAABBBBAAAEEEFhJARY6LY8+d0EAAQQQQAABBBBAAAEEEEBgLAXmWmg02O92E4MTHexv2q7bY912tPucD+tz/wgGj4QAAggggAACCCCAAAIIIIAAAt0XYIYIILCCAix0WkF8bo0AAggggAACCCCAwGQJMFsEEBg3gWELjNznaObi3OG262HhY47BY4N9bjuacc6baPpcN33UCCCAAAIIIIAAAgggMIoCPBMCCCCAAAIIILB0Aix0WjpbrowAAggggMCGCTAaAQQQQAABBBAYAQEvJGpi8HHc3/Q5d7jt2tHO3d6QaJ/r3OHzXQ/GXP2D42gjgAACCCAwkgI8FAIIIIAAAggggAACCCCAwIIFWOi0YDpOXG4B7ocAAggggAACCCCAAAIIILC0AnMtIHK/w3d37Wjnbs8VDzzwQDQx15j2tZrctcPnuB6MufoHx9EePwGeGAEEEEAAAQQQQAABBBBAAAEEui/ADBFYqAALnRYqx3kIIIAAAggggAACCCCAwPILcEcElkxgroVD7f4mdz0svKCp6XfucPuOW38Urpu283WFJ9kcb3LXg+Exg320EUAAAQQQQAABBBBAAIEOCDAFBBBAAAEEEJhDgIVOc8DQjQACCCCAAALjKMAzI4AAAggggMBCBOZaMNT0u3b42q7XFV7M5GjG/PPVn44/evk/x3e/NL3YqTk+WA9ev2k3ta/pvB3D+trHyRFAAAEEEECgiwLMCQEEEEAAAQQQQAABBCZVgIVOk/rmmfdkCjBrBBBAAAEEEEAAAQQQQGBAYK6FQk1/u3Y+GO3FSoP5R67+dPzz1TfEd2+9M/7o5R+N7335zvLP2Pka7bFuO5o+5034cZ27drRztx3D+txPIDCxAkwcAQQQQAABBBBAAAEEEEAAAQS6LzChM2Sh04S+eKaNAAIIIIAAAggggAACCEyqAPOeFhi2QMh9Do8aVrtvMLxAyeH+pv7of7kxPnbNTZH+kxHf+9KP409e8bH47pd/VBY7eZzD5zjaudvN/Z034T6H267bMayvfZwcAQQQQAABBBBAAAEEEEBgsgSYLQIIIIBANwVY6NTN98qsEEAAAQQQQACBhQpwHgIIIIDAhAgMWxjU7mty18PCC5OaaI437Y/915vKIidTTqlwREzFHbf+KP70lR+P7912Z/icZrxrt9vR7tMlyngfd+5o5247hhJOwsUAABAASURBVPW5n0AAAQQQQAABBBCYJUAHAggggAACCCCAAAJjKcBCp7F8bTw0AgisnAB3RgABBBBAAAEEEEBg/AWGLQhq9zW5a4dn7Hqu8KKkJq797zfHx66+KSKjbKk6SyNL+/tf+nH831ddG9+7beY3OzXnN/XgvXxyu69pu26Hx7Tb5AgggMDCBDgLAQQQQAABBBBAAAEEEEAAAQRGUWBxFzqN4gx5JgQQQAABBBBAAAEEEEAAAQQQ6AsMWwjU7mty13PFAw88MOOfn2sWJ137P26Oj159U5RvcOoVU6qnSk9JSvbdL/4o/vzV18X3v3pn/zpz3avd70m4Pax2XxPNmKZNjQACCCCAAAIIIIAAAggggAACCxDgFAQQQGAEBVjoNIIvhUdCAAEEEEAAAQQQGG8Bnh4BBBAYVYFhC4DafU3uuh3NQqambo41bdfX/c/PxseuuTnCX+EU2soXOGVkkzpTQ3tkZnz31jvjL159Xfzw9p/0Fzv5Ok009xisdbnyz9gNq93XhM9rcmoEEEAAAQQQQAABBJZCgGsigAACCCCAAAIILL8AC52W35w7IoAAApMuwPwRQAABBBBAAAEEVkBg2MKfdl+Tu15fNIuRmvoT//OW+OerPhNRvr5pqs6uVdV0uvT1NTi++0UvdvrErMVOPt5c2/lg+AbuG1a7r4lmTNOmRgABBBBYVgFuhgACCCCAAAIIIIAAAggggMCiC7DQadFJN/aCnI8AAggggAACCCCAAAIIIIDA4goMW/DT7nO+vmgWHg3W1//vz8XHrrklsn5Vk+qM9OOXIsL9GRlRopaZte3qu1/8cfzlxdfPWuzk+/iZmtr5sAht7lcVTe28iWF9zbGVrbk7AggggAACCCCAAAIIIIAAAgh0X4AZIoDAYguw0GmxRbkeAggggAACCCCAAAIIbLwAV0AAgUUTGLbQp93n3OEbuh4WzWIj102sXbs2Pvnbn4+PXn2zv5wp6pc5TalW6GJu+0BzPecxVcoyRoV3xVTc8fkfxl9dcn3c+Y2f9v8ZO5/nezV1k7vt0C3Kue286XPdjmZMu48cAQQQQAABBBBAAAEERkCAR0AAAQQQQAABBDZQgIVOGwjGcAQQQAABBEZBgGdAAAEEEEAAAQTmIzBsgU+7z7nD13I9LJoFRq7b8cnf+UJ89OpbdGqGv6zJ386U6VwR4a4IlanY5cCHRqju7ZGZajqaKuOOz/8o/vLi6+LOb97VX+zU3K95Lreb3HVoc+1QWhY+tWvnTTRjmjY1AggggAAC4yDAMyKAAAIIIIAAAggggAACCMwUYKHTTA9a3RBgFggggAACCCCAAAIIIIDAxAsMW9jT7nPuMJTrYdEsLHLdjn/xIqerbuktLKpf01S+wcmFwxftxZkvWRO/8sGzYuf9ty89Gl3P87jS8Lc8KdF+x+d+FH998fXx42+x2KlgUaxPgOMIIIAAAggggAACCCCAAAIIINB9AWaIwAwBFjrN4KCBAAIIIIAAAggggAACCHRFgHlMsoAXLQ3Ov93n3OExroeFFza533U7/E1O/3zVLZE6ObOU4UZNMzIVoS0jznzxmjjrJWvC3+j0jKvPjp33f0ioOzJVlqjjMjLqXr/ZqVnsNHh/tx1+HtdNhLbBXF11QZWTVnhcq0mKAAIIIIAAAggggAACCIy5AI+PAAIIIIDAZAmw0Gmy3jezRQABBBBAAIFGgBoBBBBAAIGOCgxbyNPuc+7w9F0Pi2Yhket2/MvvfTE+etUtEVNTMaUL+Fw16q4Ot0vo2Jm/dWyc/dI1yuq+64EPjWdcdVbsuN/2Or0Mnj7PVyvXrP3f+ewP468vuT7u/NZPZ/0zdn4e36OpnTt8F9eOJm/XzptoxjRtagQQQAABBBDosABTQwABBBBAAAEEEEAAgU4JsNCpU6+TySCweAJcCQEEEEAAAQQQQAABBMZPYNgCnnafc4dn5npYNAuIXLfjU//n1vjoB2/xqRGZkRGRWUol2pVmliLKIqeXHReD264H7RDPuOrs2Gm/7UMnK7T7lHChcF0i4o5bfhh/c8kn4yff+dmMxU5+Zj9Xu3buCG2uHUrrgiolTVtpfx/W1z9IgsAECTBVBBBAAAEEEEAAAQQQQAABBBDovkCXZshCpy69TeaCAAIIIIAAAggggAACCCCwmAJjda1hC3fafc4dnpTrYdFeQOS8iU/9/q3xkQ/c7O9d8uklplT2vtep/81MMTUVj37B6jjn5bMXOWl42Xc7uC522nGf7cp5vmi5ji/oRol66Du3/CD+5pLr48ffvmuDFjv5Rp7fsNp9TTRjmjY1AggggAACCCCAAAIIIIDARAowaQQQQACBMRJgodMYvSweFQEEEEAAAQQQGC0BngYBBBBAYFQEhi3YafcN5m4Phhc1uc91O/71D74UH7nylsjM8J9QGdqyRKqVoSJ0OB79wmPj3FfMvcgpettuh+wYT7/q7CiLnXRiZpbzVUZJIiIjFBnfufmH8bev+2T85DvzX+zkeTQR2pyriqZ23sSwvuYYNQIIIIAAAggggIAFCAQQQAABBBBAAAEERkeAhU6j8y54EgQQ6JoA80EAAQQQQAABBBBAYBkEhi3Uafc5X194YZPHuG7Hv/7hl+Kf3n+zZjFVFgmpLLka4dznuFYjHvX8Y+a1yEkXKPvuh3qx0znx0L0frMvpKlMKXahes36jk3Nn377pB/Gh134yfnLHhv0zdr5RvYauouu3286baMY0bWoEEEBggwQYjAACCCCAAAIIIIAAAggggAACyyawYgudlm2G3AgBBBBAAAEEEEAAAQQQQACBjgoMW6DT7hvM3R4ML2xyn+t2/NsffTn+6X03R/irlVRkiaibv4HJbdWh+pG/eXSc98rjY9i2rr7dD9sxnnHVObHD3ttFlGupCt/JtaL0pZKI73zmB/GhS66Pn353/oudPK8mQptzVWVhlet2NMfafeQIIIAAAggggAACCCCAAAIIIDA/AUYhgAACyyXAQqflkuY+CCCAAAIIIIAAAgjMFqAHAQQQWLDAsIU57T7n6wsvbPIY1+349z++Lf7hvZ+JKT9dr6jft+SOGu72uY987lFxwatPqJ0LKHc/fKd4+lXnxEP3fHDvbF85yr19z5KpS3t8+6bvl8VOd33v7mg/r5/D7Xbt3NG7aH9xU9PX1M1x18P63E8ggAACCCCAAAIIILCRApyOAAIIIIAAAgggsEgCLHRaJEgugwACCCCwFAJcEwEEEEAAAQQQQGCYwLAFOe2+wdztwWgvDHLexH/86Vfi79/7mchMhe6eisjIVDiN7JdlkdNrFr7IqVxIxR5H7BRPv9qLnbaN0H1Cm++SkTVTpT0yM77tf8bukuvjru/Pf7GT564LsdjJCAQCCCAwkgI8FAIIIIAAAggggAACCCCAAALzE2Ch0/ycRnMUT4UAAggggAACCCCAAAIIIDBxAs2infbE233O1xde1OQxrtvx739yW/zdu28qC4J8fMpfo+SIqdpXbqoOHTjjoiPjly4+sfQsRrHHETvH064+J7bffZtyOd2l3LP/jU7q8DOpM751w/fKNzv97Af3zPubncq5uvJctQ7192ZMv2OlE+6PAAIIIIAAAggggAACCCCAAALdF2CGCCAwLwEWOs2LiUEIIIAAAggggAACCCAwqgI8FwKTJDBsAU67bzB3ezC8sMl9rtvhb3L68Hs+E803J0Wm94gMbanKoVT7I55zVPzyJYu3yEmXLPueR+4cT7/63Nh+9wfrfhGZGREK7yVKEd6+XRY7XRc/+yGLnexBIIAAAggggAACCCDQdQHmhwACCCCAAAIIWICFTlYgEEAAAQQQ6K4AM0MAAQQQQACBjgh4cdLgVNp9Te56rvDCJh9z3Y7/+L9fKd/kFFO9O0wpUWgvX6jkYkoH1Rtn/MYRS7LIqXfn2POo+s1O2+22Te+Oumvd/WVOfpQy1M/2rf/8XvztxdfF3T/8Od/sVFQoEEAAAQQmWICpI4AAAggggAACCCCAAAITIcBCp4l4zUxybgGOIIAAAggggAACCCCAAAKjL+DFSYNP2e5rctdzhRc2+Zjrdvznn301/u5dn9HlM8oXKClzktlrZ+lQV8YZzz4iHvPak9yxpLHX0bvE0/zNTrs9WPfRA9Rdz1CbTjLVqea3Pv29+NtLrot7fsRiJ3GwzynAAQQQQAABBBBAAAEEEEAAAQQQ6L4AM5wEARY6TcJbZo4IIIAAAggggAACCCCAwLoEODbSAl6cNPiA7b4mdz1XeGGTj7lux3/++VfjQ++8MXzMX5Xkb0mqMVX6nMeU7z4Vpz3r8Hjs65Z+kZPv5tjrmF3iqVedE9vu8iA/mp5HlR+oF35mP5qb3/iPO+JDl1wXd7PYyXQEAggggAACCCCAAAIIIDBcgF4EEEAAAQQ6IMBCpw68RKaAAAIIIIAAAksrwNURQAABBBBYKQEv5hm8d7uvyV3PFV7Y5GOu2/Gff/G1+NA7bor0n+zdRbW/KCmzJipDh+P0Zx0Rj3v98i1yit629+pdyzc7bbvrg6I+kp7IiY67UkuZ94xv/vt3428v+UTccyff7GQRAgEEEEAAAQQ2XIAzEEAAAQQQQAABBBBAYPQFWOg0+u+IJ0Rg1AV4PgQQQAABBBBAAAEEEFgCAS9OGrxsu6/JXc8VXtjkY67b8em//Fp86O036vJT5Qub/M1IakRpOPHXJCncf9qvHRaPu3T5Fzn5MRx7H7trPPWqc2ObnR4UnkvzjHo8H+6Fn3Sqt9jpurj7znuiPV+f53a7dt6EL+J8WO2+JpoxTZsagQkTYLoIIIAAAggggAACCCCAAAIIINB9gZGfIQudRv4V8YAIIIAAAggggAACCCCAAAKjL7C4TzhsQU27r8ldzxXthT3Om/j0X30t/uZtN0aUr0PKUmV4y/C3JDlzkplx2jMPi8dfdnLpWsniYWt2i6ddc248eOcHRWRE6NkynZQ0Ipw7Ir75b3fEh197fdzzY77ZKdgQQAABBBBAAAEEEEAAAQQWWYDLIYAAAgistAALnVb6DXB/BBBAAAEEEEBgEgSYIwIIIIDAvAW8cGlwcLuvyV3PFV7U5GOu2/Hpv7o9/vqtN9YvRfKXICnzdzrVb0dSpj7t5ZuTTv3VQ+MJI7DIqbHwYqenXn1ubLPjVqEH1K7n1cH+s2suapby65/6Tnz4kuvinp+w2MkmBAIIIIAAAgggsGwC3AgBBBBAAAEEEEAAgSUWYKHTEgNzeQQQQGA+AoxBAAEEEEAAAQQQQMACXpzkuh3tviZ3PVd4YZOPuW7HDX9TFzllZvn+o3oP54qsLR9wetqvHhZPuHzlv8mp91T9ap/jdo+nXn1ebLPj1qFphJ+1KbImpczM+Pq/3hEfvvi6+PlPf8E/Y9cXJEEAgZUW4P4IIIAAAggggAACCCCAAAIIILBxAqs27vRlOZubIIAAAggggAACCCD4Ou2GAAAQAElEQVSAAAIIINB5AS9OGpxku6/JXc8VXtjkY67bccPffD3+6s036vJT/W9CUkO72qVU4X0q4pRnHBJPfMOKLHKK+Wz7HO/FTufG1g/Zsg7XM0f5HqeS1Kx8zdNU+Jud/u7iT8Qv7mKxU8WiRAABBBBAAAEEEEAAAQQQQGDFBXgABBBAYKMEWOi0UXycjAACCCCAAAIIIIDAcglwHwQQ6LKAFycNzq/d1+Su5wovbPIx1+244W9uj796yw3R+6qjyOx991GGtoxslaf+yiHxpDeeop7R3vc5YY94ytXnlcVOmo7mUGfhpy6ZO9Ubqr/xqTuiLna6d9Y3O9nLYS/X7fC13B5Wu6+JZkzTpkYAAQQQQAABBBBAYOMEOBsBBBBAAAEEEEBgXQIsdFqXDscQQAABBMZHgCdFAAEEEEAAAQTGVGDYQpl2X5O7niuahTqu23HDh26Pv3zzjeVbnHpfdVTy8t1HvcLf6eTrnvK0g8dikVPzmvc7ac94ytXnxpbbbaGplVlobr3vdvI3OvXCc7v9k9+OD1/yibj3ZzMXOzVWHuPcdTt8L7eH1e5rohnTtKkRQAABBJZQgEsjgAACCCCAAAIIIIAAAghMtMCqiZ79BE2eqSKAAAIIIIAAAggggAACCIyewLAFMu2+Jnc9VzQLdFy348a//XpZ5JSZ4W82ClVKIjMjo9lSecYpTz8kLrxi9L/JqXnqpt7v5L3iKVefF1ttt2WZh6amOiIzXSi0O40ML3b6Oy92uvu+Tn+zU7AhgAACCCCAAAIIIIAAAggggEDnBZggApMswEKnSX77zB0BBBBAAAEEEEAAgckSYLYIjJSAFy4NPlC7r8ldzxVe2ORjrttx4999Pf7iihvK1xv5u47C397kUOLxJS03n4qTnnpQPHkMFzmVx1ex/yl1sdOW226uVplyeI4l00TLFzv5iPLbr/tWfPjia+Peu2d/s5PPcdjRdTvK6b6QEver6t3D2XQ0x6Z7yBBAAAEEEEAAAQQQQGAFBLglAggggAACCHRYgIVOHX65TA0BBBBAAIENE2A0AggggAACCCyXwLAFMe2+Jnc9VzQLcly346YPfyP+4k03air+KqOM8idrMzK1K9SMjDj5KQfHU958qltjHfuf2lvs9OAtPK3I1ORCoTozQ3tEhraM26//dvz9JdfFvffM/GYnGzbW7bzp08mzFjf5mPvbMayvfZwcAQQQQACBlRfgCRBAAAEEEEAAAQQQQACB8RVgodP4vjuefLkFuB8CCCCAAAIIIIAAAgggsAgCwxbCtPua3PVc0SzEcd0OL3L6szfeUBbk1G9yUjnl0INPOZwrlJ504UHxlLeM/yInTaXs+5+2dzz56vNi8202L/NXEY7GMDx/FW5/9RPfjL+/+Nq47+cLW+zkazh846Z23sSwvuYY9RgI8IgIIIAAAggggAACCCCAAAIIINB9AWY4tgIsdBrbV8eDI4AAAggggAACCCCAAALLL8AdN05g2AKYdl+Tu54rvLDJx1y34zP/8M3wIqfyhJnhPyoiU1mq1xEZmRknPfmgeOpbu7PISbMr+8NP3zuecs15scU2m4cmqtCu+WrWSkKbstKO+NonvhUfvvgTcd8v7o+2o3P7zhW6SPiY6yYG2+4f1ud+AgEEEEAAAQQQQAABBBAYBwGeEQEEEEAAgVEVYKHTqL4ZngsBBBBAAAEExlGAZ0YAAQQQQGBOgWELX9p9Te56rmgW4bhuhxc5/enln27du3x9UYQqf3/TlGrn7jjhSQfE0zq4yKmZ/MNPf1g8+ZrzY/OtN/N0NW0L6KgN3BJGSdX1tWu/Ub7Z6f57hy92aowH34dOjXZf03bdDo9pt8kRQAABBBBAoDMCTAQBBBBAAAEEEEAAAQRWSICFTisEz20RmEwBZo0AAggggAACCCCAwGQKDFvw0u5rctdzhRfd+Jjrdtz8j9+KP738hkj9sW6qyF4e5duL1MrSGSc+6cB4+ttOU6Pb+wFneLHTeWWxU4b+pOZbIiNToaZ3Z1/7eP1n7OZa7GTzYeHz3e+6icG2+4f1uZ9AoNsCzA4BBBBAAAEEEEAAAQQQQAABBLovsDIzZKHTyrhzVwQQQAABBBBAAAEEEEAAgQkRmLXQRfNu9zW567nCC5t8zHU7bv6nb8WfXOZvcvK3Fjki/G1FHlta/vaiXpzwhAPi6W/v/iIn8Zb9gEfsExdec35suuUm5duXVAhHKvYoI9SUlnriKx/9Rnz4NR+PuRY7NebF1ef3wpdp9zVt1+3wmHabHAEEEEAAAQQQQAABBBBAYAIEmCICCCCAwJIIsNBpSVi5KAIIIIAAAggggMBCBTgPAQQQ6JLAsAUu7b4mdz1XeJGNj7luxy0f+Xb8yaWfjsjQlqocSr2Xby3KUGdkZpzwhAPjGe+YnEVO0dsOfOQ+5Z+x22zLzUIQEZGRqYhmc67IiOabndbetzbazs7tP1f4Sj7muonBtvuH9bmfQAABBBBAAAEEJlWAeSOAAAIIIIAAAgggsBABFjotRI1zEEAAgZUT4M4IIIAAAggggAACYyIwbGFLu6/JXc8VzSIb1+24+SPfij++9NPhb29qCn8zUWnbZ8qZQvtxj98/fuWdk7fIyQyOAx+1b1nstOnmm6gpJdmIRbl3Zwrtbn31o9+Iv7/447H2/uGLnZp3MPi+fG67r2m7bofHtNvkCCCAwDoEOIQAAggggAACCCCAAAIIIIAAAkMEOrbQacgM6UIAAQQQQAABBBBAAAEEEEBgmQWGLWhp9zW567nCi2p8zLWjyW/552/Hn1x2Q5lRpipHZO9PqFb0Dhz/+IfHr77z9OjetmEzOvDR+9Z/xm6LTSPTVvX8mmVE3UOHwoud/uHia+OBtQ/wzU7BhgACCCCAAAIIIIAAAggggMBKCnBvBBBAYLYAC51mm9CDAAIIIIAAAggggMB4C/D0CCCwogJekDT4AO2+Jnc9V7QXNjl3rF27Nm756Lfjjy+7IaYe6H0zkb+JyBFqlwiViqmpWPOY/eJX38Uip+ZdHHTmfnHh1efHqk1XFSP3N2riKn1+H06+8pHb6zc7ydz27fCYpu28HeWaupj7nDvauduOYX3uJxBAAAEEEEAAAQQQ2CABBiOAAAIIIIAAAhMowEKnCXzpTBkBBBCYdAHmjwACCCCAAAIILJXAsAUs7b4mdz1XeBGNj7l2NPlnP+ZvcrqxLHIKfwNRpqtoCrcy6rbmMfvHM99zRm1Q9gUOOmu/ePI1F8QmmzW/DknxKbIOyVSiPVR/9SNfj3+85NpZ3+rUvBO/l2HhKzX9zh1uu27HsL72cXIEEEAAgY0X4AoIIIAAAggggAACCCCAAALdE2h+s9e9mTGjhQpwHgIIIIAAAggggAACCCCAwAIE1rdwpTnueq5oFtG4bsLf5PTZj30n/viyG2Pt/Q/UJ5uq39qkSom76ncTOVvzS/vFs97LIidbDIuDzvY3O11QvtmphzddFVCd1ftWptv+8fb4R/8zdg88EM07a96L285dD4au0B/v3OExrtsxrK99fIlzLo8AAggggAACCCCAAAIIIIAAAt0XYIYIdE6AhU6de6VMCAEEEEAAAQQQQAABBDZegCsgsGECwxasuM/hK7Vr58OiWTTj2uExrj/3cS9yuiEeuP8Bf9GQLxdOMtOV8tCmPDKO9SKn97HISSDr3A8+Z/+48JoLYtUmvV+LZEgvQ6RRNiWZtX3bP30t/vHij4cXnPl9tKN5R64Hw9dp+pw73HbdjmF97ePkCCCAAAIIIIAAAgggsJQCXBsBBBBAAAEExk2g9xu9cXtsnhcBBBBAAAEEVlSAmyOAAAIIIIBAX2B9C1Wa467nCi+e8THXjib/3LXfiT+67Ia4/z5/o1CUbwlS4UTVlEKPUb6FaCpWX7BP/DqLnAQyv92LnZ50zQWR+s3IlAxt7gjlhnXufrdv+8evxT9eUhc71f6p8HtyuN3UztvhJ2nazh1uu27HsL72cXIEEEAAAQRWTIAbI4AAAggggAACCCCAAAIjJqBf543YE/E4CHRAgCkggAACCCCAAAIIIIDAZAgMW6DiPocF2rXzYdEsknHt8BjXdZHTjbH2vqnyTUOZoboUSrQ7DW2qV5+/bzz7/Y9Qg31DBA459+HxpGt+KVatEqL3gqwrqM7MSKVN8ZV/uD3+6bXXzlrg5HfVvDPXg+FLNH3OHW67bsewvvZx8tEU4KkQQAABBBBAAAEEEEAAAQQQQKD7AsxwtARY6DRa74OnQQABBBBAAAEEEEAAAQS6ItD5eaxvYUpz3PVc0V4k084/94nvxB/6m5zuXSvHqfC3Cqn0Fw2prV0Nf9uQqjjm3H3iN65kkZNUFrQfct7D44nXXFDOtWmTlHfmhpH1AqYUX/77r8Y/vfbjLHayC4EAAggggAACCCCAAAIIVAFKBBBAAAEEllWAhU7Lys3NEEAAAQQQQACBRoAaAQQQQGCcBbwIZtjzN/3t2rnD41030V7Y1M4/f90d8UeX3Rhrf/FApP6EI0sZqTq8KcnMWH3uPnHRB1jkZJKNiUPPP6B8s5NI62WUZGb1Tndl1D8RX/7w1+Ijr7u2v9jJ764Jv1vnrgfDV2n6nDvcdt2OYX3t4+QIIIAAAgggMG4CPC8CCCCAAAIIIIAAAggspgALnRZTk2shgMDiCXAlBBBAAAEEEEAAAQRGVGCuhShNf7t23kR7AUyTu3Z4jOvPX39H/OGlN8S9P18b/iIhf4tQ83VOpe2vHOrF0WfvHb/BIqdF+5QcesEB8cSrLyjc/uosvxNTlxehwu/C78ADvvS3t834Zie/uyZ8nnPXg+GHbfqcO9x23Y5hfe3j5Ah0SoDJIIAAAggggAACCCCAAAIIIIBA9wUWcYYsdFpETC6FAAIIIIAAAggggAACCCDQbYG5FqA0/e3aucMirptoFsE0tfude5GTv8npvvJNTj4rwt8iFJHNHpnOM44+52Hlm5zcDLZFEzj0lw6si50Em5mRvnKvSLXSbYeO3fbhr8Y/v/7a8Ptrwu/R4XZTO2+HT2/azh1uu27HsL72cXIEEEAAAQQQQAABBBBAAIHuCDATBBBAAIH5C7DQaf5WjEQAAQQQQAABBBAYLQGeBgEEEFhWgbkWnjT97dp5E+0FL03erp03i5x+cff9EeVrhOrUpsLfIaSoezl01Fl7x0VXPiJyVX/ZTR1MuSgCh/7ygfGED54v66pfXoEKt/QaZtzjSx+6rSx2Wrt2bfmn7PzO/T4dTe56MHyRps+5w23X7RjW1z5OjgACCCCAAAIITIgA00QAAQQQQAABBBBAoC/AQqc+BQkCCCDQNQHmgwACCCCAAAIIILBYAnMtOGn627Vzh+/tuonBxS9uO77wye/GH73hpvjFPWsjMmtEhDJFLZV4j6PP2jue84FHxKpN3B9sSyRw2GMOiid88ILw64hCnaocvmG6qKEBX/7br8RHkyciXwAAEABJREFUL/tEsNipklAigMBKCHBPBBBAAAEEEEAAAQQQQAABBCZHYHIXOk3OO2amCCCAAAIIIIAAAggggAACGyHghUrDTm/627XzJryIaTBv+lw7vvAv340/vPzG+Pld99Vvcpqa6n+TkL89SC3dWqUaRz56r7joA2ewyEkiG7QvcPBhjz0oHnfl+XovvoDeQflWp5rrJZVW836/9De3xccu/0T5Vie/V/e7djS568EoV+u9c+cOj3HdjmF97ePkCCCAAAIIIIAAAggggAACCEy8AAAIIDAxAix0mphXzUQRQAABBBBAAAEEEJgtQA8CCKxbYK4FJk1/u3bu8BVdD0Z70YvzL37qu/GHl90Yv/jZ/eXbgiL9TUGpSuGLlEiVGUed6UVOj4hNNuWv8QJZtv3wxx0cj/vA+RGRvT9RN72r0qM6SkQMW+zkz4Dfdbt23g5fsGk7d7jtuh3D+trHyRFAAAEEEEAAAQQQWJcAxxBAAAEEEEAAga4I8BvSrrxJ5oEAAgggsBQCXBMBBBBAAAEEJlhgroUlTX+7dt5Es7DFbedNtNu3/tv34w8uuyl+ftf9/nKg8u1AKqQ9pbZCWd2n4ohH7RnPufKM2HQz/gpfTZa39GKnx7zvXL2e1nuZar7oSYmOeHfc+ldfio9efm3/m52ad++6ef+uB8MzavqcO9x23Y5hfe3j5AgggAACCxbgRAQQQAABBBBAAAEEEEAAgTER4LekY/KiRvMxeSoEEEAAAQQQQAABBBBAoJsCcy0oafrbtXOHJVwPRnuRi/Mv/fv34w8uvaEscoqMyMwSkaEtI1NRsogjH7lXXeS0+SbqYV8pgSOfeGg85n3nRZYHUFn3iPKu0pXyCCdf/uvb4mNv6No/YxdsCCCAAAIIIIAAAggggAACCCDQeQEmiMB4CLDQaTzeE0+JAAIIIIAAAggggAACoyrAc3VOwAuVhk2q6W/XzpvwIqZ27rbDfa4dX/qP78fvX3pj3P2T+yKmphTaVXtMaceUKoUe4PBH7FEWOW22BYucxLHiuxc7/fJ7z9Vz+L35HSl6706V3psP1b5b//JL8fHWYie/+yb8rp27HgxdQdep13Du8BjX7RjW1z5OjgACCCCAAAIIIIAAAksgwCURQAABBBBAYCQEWOg0Eq+Bh0AAAQQQQKC7AswMAQQQQACBcRKYawFJ09+unTs8P9eD0Sxmce348n/+oCxyuucn90VmhgqFdqfhQqE6M+OIM3qLnLZkkVOM0Hbkkw6LX37PuRF6Rxn641qhNFzpgGr1R4QXO137xvrNTs1nw58Dh9tN7bwdOpXFTkYgEEAAAQTGToAHRgABBBBAAAEEEEAAAQSWQ4CFTsuhzD0QmFuAIwgggAACCCCAAAIIIDAiAl5sMuxRmv527byJ9oIV5034eJP7m5z+j7/J6cf3xZRu4mPhTA3tzkrTxWGn7x7P/cAZsflWm2ok+6gJHHnhYfFL7z6nPtbUlN6d3qB2JepTu/Qp1f7Fv/hSXPum66L5HPi9D+buGwydymInI3QrmA0CCCCAAAIIIIAAAggggAACCHRfgBkugwALnZYBmVsggAACCCCAAAIIIIAAAgisS2Dlj3mhybCnaPrbtXNHM955O7yQxW3XDn+T0x9cflPcfed95ZRUmVnKCNUZ+pMRquLw0/eI517JIqcY8e2oJx8eF7zrnIiB91fapS8i/E4j4tY/vzWufVP9Zid/HtqfjSZ3PRg6lcVORiAQQAABBBBAAAEEEECgQwJMBQEEEEAAgY0XYKHTxhtyBQQQQAABBBBAYGkFuDoCCCCAwJIKeIHJsBs0/e3aucPjvWjF4bbDuaOd3/bpH8TvX35T3PWje2NKf3p7WcCiIhwe7zjs1N3jOVeeHltszTc52XfU46inHB7nv/NsvUK92anyKkvhd6mmcs9Ax/TSv/hnt8a1V7DYySIEAggggAACCKxDgEMIIIAAAggggAACCCCwXgEWOq2XiAEIIDDqAjwfAggggAACCCCAAAILFfCilGHnNv3t2rnD4123wwucHO5z7bjthh/WRU4/vNenROpPb4/MDBUK7UoPO3WPeO6Vp8eWD9os2MZH4OinHhHnv9Pf7BTldapUnZHRbKlckRG3/tmt8Yk3Xzfjn7FrPi/t2nk7fKWm7dzhtut2DOtrHydHoAsCzAEBBBBAAAEEEEAAAQQQQAABBLovsL4ZstBpfUIcRwABBBBAAAEEEEAAAQQQ6KTAXAtDmv527dxhCC9icrjtcO5o51+58Yfx+5fdFD/9QV3k5PN6X/ET/rYfjy1tNQ45ebe6yGmbjVrkVG9BuewCRz/tiDj/7WeX1+nC71avtf8czh3u+OKffjGuf8v1/cVO7c+Nz2vaztvhc5u2c4fbrtsxrK99nBwBBBBAAAEEEEAAAQQQQGDsBZgAAgggMPECLHSa+I8AAAgggAACCCCAwCQIMEcEEEBgpsBcC0Ka/nbt3OEruG6HF6Y43Ofa8ZWbfhi/50VOzTc5ZZRv9XEZ2tSMzFLGIafsFs+78vTY6sEschLN2O5HP/3IOO8dZ4derPaMDG2liJJnr3T1hT/9QnzyrZ9ksVOwIYAAAggggAACSyHANRFAAAEEEEAAAQS6LsBCp66/YeaHAAIIzEeAMQgggAACCCCAwAQJeFHSsOk2/e3aucPjvYjJ4bbDuaOdf/UzP4rfu/Sm+On3fxHu9zf5TKmYqt/j5MvUTJ0Hn7RrXeS07ealn2K8BbzY6dy3ntV/7+VFq/C792fB3/akpvf43B9/Lq5/K9/sNN5vnKdHYEwFeGwEEEAAAQQQQAABBBBAAAEExlyAhU7zeIEMQQABBBBAAAEEEEAAAQQQ6IZAXXAyey5Nf7t27vBo1+3wAieH+1w7vnpzb5FT75+r85c2pU52Hf4qnxI1O+Sk3eK57z8ttmaRU4zStrHPcsyvHBXnvu3s3pv21VK5Ip0rVGuPzIwv/MkX4pNvY7GTVNgRQAABBBBAAAEEEEAAAQQQWFYBboYAAuMtwEKn8X5/PD0CCCCAAAIIIIAAAsslwH0QGHsBL0oaNommv107d3i8FzE53HY4d7Tzr/UWOf34ez+PmJryaap7VWm6cEQcdMKu8dz3nxrbbL9FHUDZKQEvdjr7LWf15+S37igdTeLPiOLzf/R5FjsVGAoEEEAAAQQQQACBERLgURBAAAEEEEAAgZEWYKHTSL8eHg4BBBBAYHwEeFIEEEAAAQQQGGUBL0oa9nxNf7t27vB41+3wAieH+1w7br/lzvi9yz4TP/neL8o39aiIqF/bE95SedaOOPD4Xeoip4ds6UNERwVW/9rR0Sx2Ss0xe++/VGqHPhSZ6s2IL/zx5+OTb+ebncxCIIAAAuMhwFMigAACCCCAAAIIIIAAAgispAALnVZSf5LuzVwRQAABBBBAAAEEEEAAgRUS8KKkYbdu+tu1c4fHexGTw22Hc0c7v/2zd8bvXnZT3HnHz8sXOflYTULVVJQ/U8qVHXDcTvG8958WD34oi5zs2/Uoi53efKbevD4FU/oQKCu7Un9OakhB7c//4efiX7qy2ElTYkcAAQQQQAABBBBAAAEEEEAAgY4LMD0EVlCAhU4riM+tEUAAAQQQQAABBBBAYLIEmO3yC3gxybC7Nv3tusk93nk7mgVO7nPuqIucPhN33vGLiNReohThLZ36gBoHrNk5fvP9p8e2O7DISRwTs69+5jFx9hVnhj8LZdL+TJQoRekKpyo+/4efj0+945Phz1YTzeetXTtvhy/StJ073HbdjmF97ePkCCCAAAIIIIAAAgggsHgCXAkBBBBAAAEElk6AhU5LZ8uVEUAAAQQQQGDDBBiNAAIIIIDAogrMtbCj6W/XztvhhSZN2/lg3P65O+P3Lv9M/Og79+iZp/yVTf6ynvItTirUpy51Ozng2J3iN688LbbdkUVO9pi0WP2s1XHmm86s09ZnQrs+IirLtzypW6k+LSX53B98Nj71ThY7CYMdAQQQQKDbAswOAQQQQAABBBBAAAEEEFiwAAudFkzHiQgstwD3QwABBBBAAAEEEEAAgfkKeJHSsLFNf7tuco937kVNrh2Dudtf/7wXOd0cP/r2zyP1JxxZysh04lBb+cNX10VO2+24VbBNrsCxv746znzjoyPqRyMynaTqiMjQlpGpiIzP//7n4l/f9S98s5NUJndn5ggggAACCCCAAAIIIIAAAggg0H0BZrhQARY6LVSO8xBAAAEEEEAAAQQQQAABBJZfYB539AKlYcOa/nbtvB1eyNS0nQ/G1z//4/jdy2+OH37r7ulvcHI2FeEv6PG5NYnY/+gdyjc5bbcTi5yGvY9J6zv22cfGo9/waH9a9BGpHxh/ZtwxpcKfHdf6JMXnfu+W+Ld3s9hp0j4jzBcBBBBAAAEEEEAAAQRaAqQIIIAAAgjMIcBCpzlg6EYAAQQQQAABBMZRgGdGAAEEJl3Ai0WGGTT97brJPd65FzW5dgzmbn/jCz+O33vDzfHDb/qfq/O370RkZkQovJcoRex/zI5lkdP2O7PIKdj6Amt+49h49OWPisz6OQlVjlRRw0Mz1KyLnd7zKb7ZKdgQQAABBBBAYJgAfQgggAACCCCAAAIITKoAC50m9c0zbwQmU4BZI4AAAggggAACCHRYwAuUhk2v6W/XztvhhUxN2/lgfOOLPy7f5PT9b9zdv8WUsuYbeEIN7eWbevY7aod4/vtPi4fssrVGsCMwU2DNRWviUZc9KvRhUeiYPzj6APmzVFLl6i3lZ3/3M/Hv72Wxkz0IBDZQgOEIIIAAAggggAACCCCAAAIIINBRgdZCp47OkGkhgAACCCCAAAIIIIAAAgh0XsCLlIZNsulv103u8c69qMm1YzB3+5u3/qQscvrBN++J1J/wt/Ho5CxRy1ClPfY/ase6yGnXUV7kpAdnX1GBNc9ZE48q3+ykx/AHRx+gzHTZdCgPRcZnf+fm+I/3sdgp2BBAAAEEEEAAAQQQQAABBDZQgOEIIIBANwVY6NTN98qsEEAAAQQQQAABBBYqwHkIIDB2Al6gNOyhm/52PZh7IZP7HE3uuolvfukn8TuXfSa+9/W7w2P8rTtKdLuSKfV38Ci073vEDvGb7z81Hrobi5wExL4egTXPOS4e8fpHlm918qep//nydzlNuUeHVKuMW36bb3ZaDyeHEUAAAQQQQACBDRfgDAQQQAABBBBAAIGxFGCh01i+Nh4aAQQQWDkB7owAAggggAACCIySgBeHDHuepr9dD+ZezOQ+R5O7buJbX/5p/M5lN8f3vzH9TU7Zv1lGKs8sZex75A7x/CtPjR12f5B62RGYn8Bxzzs+HnHpI/VZqp8jl+VMfa6cZ5YyNCA+9zte7PQv0Xw+Xbc/u86HRWhr+pWW3e2StIphfa3DpAggMIECTBkBBBBAAAEEEEAAAQQQQACBURRgodPivhWuhgACCCCAAAII/P/s3RzB+qoAABAASURBVAegHFXZ//HfoffeO4QAYkNEesfeu2LXv2+xUdX3fa2IQALS1NdKs/vaULH33pXem4gSegqEkoSw/+d3Zs9lMsxNSHJz75bvZp45zzmzOzvzuXdnV/bxXAQQQAABBMZJYLTCjDJeb5t5KRLxeMndlrj5+ruVZ3K68V5PqBNn1Im2mmUnOnmJEXlkm8espzedTpFTRmG12AIudjrg3QfG4/zbFE13yb9f3Rmd4hdNTi//3CWj/hm78rvr3+lmeJdlzLnDfbf1aBurbydHAAEEEEAAgQUE6CCAAAIIIIAAAggggMAECFDoNAHoPCUCwy3A2SOAAAIIIIAAAgggsPQCoxVklPF628xdEOIxR8ndlrj577P1ufddqttuvE9lQh0pKaUIpUgjJGfa5tHr682n76MNNmcmJ3FbYoHd37SHDnj3QzM7eUf+LUspr+VfNqcpJV3hYqfT/8TMTuLW+wIcIQIIIIAAAggggAACCCCAAAIIDL7A+J8hhU7jb84zIoAAAggggAACCCCAAAIILIWAC5TaHl7G620zdzGTxxwld1villzkdIluveGeaganTm7kuXb8GLd5ap0Y2Wrndasipy3WaDuchY+xFYGGgIud9n/XATHqX7r4vXPmaZzidy0vHo6+fw8v/8zFOv/D7cVO5XfZ92tG7DJ+feO3OPbj3OH7uK1H21h9OzkCCCCAAAIIIIAAAggggMAjFOBuCCCAAAJjLkCh05iTskMEEEAAAQQQQACBpRXg8QgggMBoAqMVYJTxetvMXQDiMUfJ3Za45e9363Pvv1S33XCvUkqKVUQsTuVV8lq+bb3zenrz6ftqwy0pcrIHMTYCu795T+333wfIv2hJUkp5HUkskaaUV/LNxU4XfOTPzOxkDAIBBBBAAAEE+laAA0cAAQQQQAABBBBAYHEFKHRaXDHujwACCEy8AEeAAAIIIIAAAggMpYALlNpOvIzX22buYiaPOUrutsQtN9ytzx1zmW75+z2ePCfPepPn1OnEMzo82ul4ra0eta7efNo+2mgripxCh2WMBfZ4617a97/2z79r1W9c/AJ6iYhfzPxrmZ8y+pedfZEu+Gh7sVP53fbvfDP8+DLm3OG+23q0jdW3kyOAwDIX4AkQQAABBBBAAAEEEEAAAQQQQKAhMICFTo0zpIsAAggggAACCCCAAAIIIND3AqMVXJTxetvMXfDhMUfJ3Za49R+z9fljLtct19+bnVKsU8prdRs5SSlpq53W1ZtP30cbbb2muE20wOA+/55v21v7vnN/pfgnR4p1hOJ3MBal+Ccnki4/+yJd+L9/WaKZneLh8uvCraOeu+9oG/M4gQACCCCAAAIIIIAAAggggMD4CPAsCCCAwIICFDot6EEPAQQQQAABBBBAAIHBEOAsEBgCgVKAUW+buYuZPOYoudsSt944W597/2Wadu3sEOvk2XJiXRV/eAan6EST+1vssHYuctqYIqewYlnWAnsetrf2fsd+8TT+JYxfTTfxy+jfZc/05DY2xu+mdOkZF4xa7FR+133/tqj2ETt3EuH7RLPA0ja2wB3oIIAAAggggAACCEycAM+MAAIIIIAAAggMmQCFTkP2A+d0EUAAAQQqAdYIIIAAAggg0D8CbUUWZazeNnMXeHjMUXK3JW775z25yOnm6+4pk+NIKS9KyYkj+tFsucM6esvp+2qTbZjJSdzGTWCvw/fRPm/fX4rfwepXsptIHpJvMSLFxsvOvFAXfeyviz2zk18filtpI1U9d9/RNuZxAgEEEOh1AY4PAQQQQAABBBBAAAEEEEBgsAQodBqsn+dYnQ37QQABBBBAAAEEEEAAAQR6QqCtuKKM1dtm7mImjzlK7raEi5w++75LNe3ae+S5bBzlhJ37cepEFsvmk9fWW07fR5tsS5FTMaIdP4E9j9hHex+9X/XrmH8n45ey9vRVz+uOLj3jfF388fZip/K779/tWsR+Ozm8S4+7ddRz9x1tYx4nEEAAAQQQQAABBBBAAAEEEECgpwU4OAQGSoBCp4H6cXIyCCCAAAIIIIAAAgggMHYC7GmiBdqKKspYvW3mLujwmKPkbkvc/q9qJqdp192TTzElKcU/rxW35MiDSVu4yOm0fbTpdmvFKAsCEyOw15H75mKnlJJSStVBdFs3SSnGHNKlnz5fF3+ivdjJr4mFRexkpOipmbvv8OPdEggggAACCCCAAAIIDI4AZ4IAAggggAAC/SRAoVM//bQ4VgQQQAABBHpJgGNBAAEEEEBgGQq0FVOUsXrbzN0v4cIm525L3HHTvfrs+y/Tv66ZrTyVU6x8n060eaCT17nYY7NJa+ktp+0jt8vwVNk1Ao9IYK+j9tWeR+6bfzf9AP/eVq1/Z+MX17/D0cSiSz75t1GLnfxa8GNHi2qf3ouz2LdnkarSkbUfO9IhQQABBBAYfAHOEAEEEEAAAQQQQAABBBDoIQEKnXroh8GhDJYAZ4MAAggggAACCCCAAAJLJtBWRFHG6m0zd78UcdRb5447pt2rz7z/Mt10zT15/puySpGkcqiRxKLNJ62tt56+tzbbnpmcCg3txAv4T9jtedR++UA8k5MT/76m+B2WI+W1Ukq69FPn6+JP/EX+3S9RXiPuOx8tFDdviyYv9TwPxKptLIaHcuGkEUAAAQQQQAABBBBAAAEEEEBg8AU4w94RoNCpd34WHAkCCCCAAAIIIIAAAgggMGgCi30+bcUTZazeNnP3S/FGvXXuuPPme6uZnK66O8+Ik+erySt5Hpwc5WD9Z+recvre2nz7tcsQLQI9I5CLnY7Yt/rFjaPyr/HIjGSln2dh6ujST56viz/Z/mfs/Lrw62a0iF3l14pbh+/nth5tY/Xt5AgggAACCCCAAAIIIDA0ApwoAggggAAC4yZAodO4UfNECCCAAAIIIIBAU4A+AggggEBdoK1ooozV22bufinaqLfOHdNvuU+fPeYK/fOq2VJKsUQobikilhhSin+K2HTbtfTW0/bWFpMpchK3nhXY+x37aw8XO8UR1n9/oxu/xVJKSVJEtJd98nxd0lLsVH/dOG8Lxc3j0eSlnueBWLWNxTALAggggAACCCwgQAcBBBBAAAEEEEAAAQTGSoBCp7GSZD8IIDD2AuwRAQQQQAABBBBAYGgE2oolyli9bebuu5ip2XrMMf3W+/SZYy7XPy6/S57kxvfLYVlPhaNOjFexyTZrVEVOO1DkZB6itwVc7LT7YfvE768i/MscUS1Vv/qFz/kln/irLvnUgjM7+fVRIr8m4v5trRU87tZRz913tI15nEDgEQtwRwQQQAABBBBAAAEEEEAAAQQQGHyBMTpDCp3GCJLdIIAAAggggAACCCCAAAIILJlAW5FEGau3zdx9F2o0W485ykxO/7j8bnUnt1FKqQqVW/SVtMk2a+Yipy137L0ip3KktAg0Bfb5rwO0+2F7S/F7HauyRDdF7ihN0qWf+Jsu/fTf5NdGCb92HO67HS0UN2+LJi/1PA/Eqm0shlkQQAABBBBAAAEEEEAAAQQeoQB3QwABBBB4ZAIUOj0yJ+6FAAIIIIAAAggg0JsCHBUCCPS5QFtxRBmrt83c/VKcUW+dOzyT02ePvUI3XDorhMo0N06r2ZtiJDrVstFWa+htp++trXZapxpgjUAfCezzXwdq97fuFUdc/VZ77deHOpF5ccRWRXvJx/6iy85YsNjJr5cSftxokXfhfTqJ8P2iYUEAAQQQQAABBMZLgOdBAAEEEEAAAQQQQCALUOiUGVghgAACgyrAeSGAAAIIIIAAAr0r0FYoUcbqbTN334UZzdZjjhm33afPfuAK3XDpXVJK8r9YRS7JfYfilqSNtlxdbz1tL4qcgoOlfwX2+Z+D9KS37p1PIH6t49c81vF7HkksSclbYpUiu+Rjf9VlZ56/TGZ28mvST0UggMBECPCcCCCAAAIIIIAAAggggAACCAyHwHAXOg3Hz5izRAABBBBAAAEEEEAAAQR6TqCtIKKM1dtm7r6LmZqtxxwzb79fnznmCv39klnq+F8nrxVpnuDGKz+2EyIbbl4VOW2z87rRYxlogSE4ORc77faWvfyrHr/m8Rsev/uRxFJeA1Xr3/+LP/pnXX7WgsVOfv2U8H1GC1N6m1tHPW/re4xAAAEEEEAAAQQQQAABBBBAYFwEeBIEEBgKAQqdhuLHzEkigAACCCCAAAIIIDC6AFsQGG+BZmGEn7+M1dtm7r4LMZqtxxwz7+gWOdVmckopxe4jvEQo+iklucjpbaftpW0fvV5sZ0FgMAT2fdfB2u3Ne8Wvefyyx++5RppuEgMph3TxR/6sK86+gJmdBuNHz1kggAACCCCAAAKPSIA7IYAAAggggAACgyBAodMg/BQ5BwQQQACBZSnAvhFAAAEEEEBgDAVcpNTcXRmrt83cfRczNVuPOWbdWRU5XXfJrJHdd3LmdUQs3alutP6mqykXOT2GIqdMxGqgBPZ998F64pv2jHOKX3ovjujl3/+8igH3Iy768B91xTkLFjv59VTCr7fRIh6eZ4ty6/D93JZo9ss4LQIIINDDAhwaAggggAACCCCAAAIIIIBAHwhQ6NQHP6TePkSODgEEEEAAAQQQQAABBBB4ZAJthQ9lrN42c/ddeNFsPeaYNX2OPnPMlbr+kruU8qEsuE4x6sltotH6m62ut52+l7Z7LEVOmYrVQArs+55D9MT/3EuKX/yU4hWQJEWkvEryzesU/YtP/5Me2cxOnVzY5NdhCe/HuVtHPW/re4xAAAEEEEAAAQQQQAABBBBAAIFeFuDYEOh9AQqdev9nxBEigAACCCCAAAIIIIBArwtwfIsUaBZA+AFlrN42c/ddzNRsPea4Kxc5XaFrL5pZFWF4x561ptOJdcRIK623yap622l7ahJFTlmJ1WAL7PveQ7Trf+xRvS7idRBJ7TWhyCM8HtnFp7fP7FR/3TlvCyt63K2jnrf1PUYggAACCCCAAAIIINC3Ahw4AggggAACCEy4AIVOE/4j4AAQQAABBBAYfAHOEAEEEEBguAWahQ/WKGP1tpm772KmZusxx90z5uicD1ypay/yn6vz3DQO7z3Cs9go+tEqWhc5HXbaXtr+ceuLGwLDIrDf+56sXf9jz3gFJKn7WkjyP+VbSinaiFguycVO58uvrXrUX3/O2yJ2Io+7ddTztr7HCAQQQACBwRTgrBBAAAEEEEAAAQQQQACBZS1AodOyFmb/CCxagHsggAACCCCAAAIIIDCwAs2CB59oGau3zdx9F1s0W4857p45Nxc5XXPBTKmT9xpNJ8K5o5t3Olp3o1WUi5weT5GTZYjhEtjv/U/WE/59j5HXSTfJCNWrJF5A1aKLT/uTrvzMBRQ7ZZ1lsmKnCCCAAAIIIIAAAggggAACCCAw+AKc4TIWoNBpGQOzewQQQAABBBBAAAEEEEBgWAVcpNQ89zJWb6tceUYY5w4XMzVbjzlmz3KR0xW9nFdGAAAQAElEQVS65oJZKhPSSEkpRajcqnzdjVfV4aftpcm7UORUZGiHT2C/Y56iJ/zbHsqvinidWCDFKsWIHCmv5U0Xn/ZHXflZip3EDQEEEEAAAQQQQAABBJaRALtFAAEEEEBg6QQodFo6Px6NAAIIIIAAAgiMjwDPggACCPSZgIuUmodcxuptM3ffxUzN1mOO2bPm6JxjrtTVf5vZLYyKZ+lEqFP1nTo6Ha2z4So67NQ9NfkJFDmZhBhugf0+8BQ9/o27j7xO/LLx60zx2slLDOR+tBef8gdd9bkLmdlpuH9lOHsEEEAAgYkS4HkRQAABBBBAAAEEEEBgoQIUOi2Uh40IINAvAhwnAggggAACCCCAQO8I5GKJxuGUsXrbzN13MZPbEu6XmH3XXJ1z7FW66vyZ8tQzKSU3kStukcsRaSzrbLiqDjttT+2w6wbRY0EAAQvsf+xTtcsbd49XintSSklShJccXiluSbnY6fMUOwUGS48JcDgIIIAAAggggAACCCCAAAIIIDD4Ags7QwqdFqbDNgQQQAABBBBAAAEEEEAAgcUScIFS8wFlrNn6fh4r4YIm526bcY+LnI65Ulf+ZaYfJnW6Mzh1outQ9HNIa6+/Si5y2nH4ipwCgwWBhQvsf+zT9Pg37J7v5FdNvJjK4pdVzr3ya/GiD/1eV3/hojGZ2Sk/YW3l/de6pAgggAACCCCAAAIIIIAAAo9cgHsigAACQy1AodNQ//g5eQQQQAABBBBAYJgEOFcEEFjWAm2FC2WsrfVYCRc2ldyt+yXuvXuuzv7AlbrqbzOVJ6DxiUSSUqr6KQ9EnnKR0+Gn7amdnshMTlYhEGgT2P84Fzs9SSn+yZHyWvGSGklSSkqSLvrQ73TNGBQ7+XXtiF2OLM3+yAYSBBBAAAEEEEBgqQR4MAIIIIAAAggggMAgC1DoNMg/Xc4NAQQQWBwB7osAAggggAACCCyFQFvBQhlraz1WwgVNzt02497Z83TWB67SFX+ZKU/c5Pt52hm3VcRBe0NsXXPdlXT4qXtop90ocgoVFgQWKrD/cU/XY1+3W9wnXkBecuSVRl5jsTVeWrrwpN/qmi9ezMxO9iAQGAQBzgEBBBBAAAEEEEAAAQQQQACBPhag0OkR/vC4GwIIIIAAAggggAACCCCAQLuAC46aW8pYW+uxEi5sKrlb90vcd8+8PJOT/1xd8tQyfhInEbEopRQRg0lac92Vdfipe+pRT9owBlgQWHKBYXrkASc8Q4957W5SvIbi5aSUuomU8+ipuiVddOJvde2Xlr7Yya9zR7Xfat3sV6OsEUAAAQQQQAABBBBAAAEEEFh2AuwZAQT6V4BCp/792XHkCCCAAAIIIIAAAgiMtwDPh8DDBNoKFMpYW+uxEi5ocu62GfffW83kdPmfZ8RzdjypTLSxdCK8ROvHdqJdY23P5LSndt6dIifTEAgsjsCBU56px7z6ifk15tdTTmIH+fUVbbX4NdjRhVN/o2u/fMnDZnaqv37z42JHzdb78ZjbtljYtrb7M4YAAggggAACCCCwTAXYOQIIIIAAAggg0LMCFDr17I+GA0MAAQQQ6D8BjhgBBBBAAIHhEmgrTChjba3HSrgwouRu3S9x/30P5D9XVxU5eU6ZpNSl9YQzOY0kpaQ111lJR5y2px69B0VO2YUVAksgcOCJz8rFTvGSUn6xRZJSymlZdXu6aMqvde2XL16g2Km8ht0uLBQ3b49Gbh3OSzT7ZZwWAQQQ6D0BjggBBBBAAAEEEEAAAQQQQGCiBCh0mij5YXxezhkBBBBAAAEEEEAAAQQGRqCtIKGMtbUeK+GCJudumzEnFzldqUv/OEPVzDLVTDKdTkXnx+UsBlZba0UdfuoeFDllEFYILJ2Ai512fuWu1esuXl9+reWXXXdVvRKrzRee8Gtd+3/txU75Nf3ggyOFTHk/ZX/R+ig95rYtFrat7f6MIYAAAggggAACCCCAAAIIIIDABAnwtAhMkACFThMEz9MigAACCCCAAAIIIIDAcAoMwlm3FSKUsbbWY6NFKYpwO+f+B3TWsVfpsj/OrCaRyVieRyYi5Y6UqmT1tVbSEafuocfsuZG4IYDA2Agc9KFna+dX7Ro7S/FSi4hMqVqlSJJTR7wOLzrhN6MWO432ei/j3oXz0pbcfUez7zECAQQQQAABBBBAAIF+E+B4EUAAAQQQQGDZCFDotGxc2SsCCCCAAAIILJkAj0IAAQQQ6HGBtgKEMtbWeqweLmhy32095s55IP+5ukt+P72aCWbEwdPJeC6Z7kB0V1tjxVzk9Ni9KHLqqtAgMGYCudjplU946HUYrznP41R7Fbqbn++i43+t675yceufsSuvb7/e28I78LjbtljYtrb7M4YAAggg0HcCHDACCCCAAAIIIIAAAgggsEQCFDotERsPQmCiBHheBBBAAAEEEEAAAQQmTqCt8KCMtbUeq4cLH9x3W495c+frrA9crUv+MENKKZYIxS1JKf49tJZWW3NFHXHaHnrs3hQ5iRsCy0jgoJOfo51fsWt+9ZVV9VpUdCNLqm7xer3o+N/ouq9e0lrs5Nf7wsI78fbSltx9R7PvseEJzhQBBBBAAAEEEEAAAQQQQAABBAZfgDNcEgEKnZZEjccggAACCCCAAAIIIIAAAkMm0FZwUMbaWo/Vw4VN7rutx9y5D+iMY67URb+7U+p0cvh+kUXuxfPIRMTAKquvoCNO3V2Po8hpyH77ON2JEDjolOdop0N38Yswnj5eg4qI12Gs46Ua69rr9cIP/krXj1LsVF7v+XUdj2m2sfO8P7cOb3dbotkv47QIIIAAAggggAACCCAwBAKcIgIIIIAAAi0CFDq1oDCEAAIIIIAAAgj0swDHjgACCIy1QFuhQXOs9N02w4UOHnNbj3nz/OfqrtYlv5+hlJJiJSkppQiVm/OkVXOR0x56/D4blw20CCCwjAUOPvV52unlu8SzVK/DeGlGHkskKSXFizWWpCTpwuN+peu/dunDZnbya39REQ+n2MkIBAIIIIAAAospwN0RQAABBBBAAAEEEBhGAQqdhvGnzjkjMNwCnD0CCCCAAAIIIIDAYgi4QKF59zLmtoTvU/J668Im993W44F583XmB67WRb+drk48uJNXkUTP93fXPU8ns/Kqy+vIU/fQLvtS5FSZsEZg/AQOPu152ullj/cr86EnzS/Y6EY78nqNF+2Fx/5Cf//6gsVO9dd9vm95TKONvVHsZARiLAXYFwIIIIAAAggggAACCCCAAAIIDKBAo9BpAM+QU0IAAQQQQAABBBBAAAEEEFgiARclNB/YHCt9t81wgYPH3NZj/gPzdeaxLnKaIaWk/C9JkUQkpRShuCVp5VVXqIqc9qPIKUTGcGFXCDxygYNPf752eqlndpLiZamUvJYiiSVFSEqKW9KFx/5SN3zjstaZnXwd8DVhtIgdUOxkBAIBBBBAAAEEEEAAAQQQGDMBdoQAAggMngCFToP3M+WMEEAAAQQQQAABBJZWgMcjgMACxQaFw8UJzt2WaPbLeClocNuMM469Whf8+s54aEfxRLF0csTqoX5sXWnl5XXkKbvrCftT5BQcLAhMqMDBH36+dniJZ3byy7R67fo1W73m49BiKLbEUEfnH/Nz3XDugsVO9etA9Zjqdd/MY095H24d3u62RLNfxmkRQAABBBBAAIElEuBBCCCAAAIIIIAAAn0nQKFT3/3IOGAEEEBg4gU4AgQQQAABBBAYbIG2QoLmWOm7bYYLGjzmtkTpn/EBFzlNl/KMMCnaWNy471BSSkkucjrq1N216wGbiBsCCPSGwCEfeYF2fPHjFS/SkUgpXrOKW4pQUkoRkV7w/p/rH9+8XOUa4NbXAUc9d78Z8XCKnYxAINADAhwCAggggAACCCCAAAIIIIAAAr0msFyvHdAAHA+ngAACCCCAAAIIIIAAAgj0rYALDpoHX8bclvB9Sl5vSwGD2xLe7twzOZ3/K8/klB8dq44ngFGs1cmrGIre8iskUeRkC6LHBYby8A7+6Au0w4seV517vHA78Zr1yzeaGIteHos0lvPf9zPd8E1mdgoKFgQQQAABBBBAAAEEEEAAgf4V4MgRQKDHBCh06rEfCIeDAAIIIIAAAggggMBgCHAW/SjggqTmcTfHSt9tM1zM5DG3JUr/jGOv0vm/mp53n2KdlPJaefaX5EZK0gorLpeLnJ54IDM5iRsCPSpwyP++UJNd7NR4/cp9R+24L3zfz/WPbzGzU42EFAEEEEAAAQQQGDABTgcBBBBAAAEEEBhfgeXG9+l4NgQQQAABBBDIAqwQQAABBBDoMQEXJDUPqT7m3OH7uG2GC5s85rZE6Xsmp7/+4k6575lfcuRZXyJz243l4n+hHnnKk/Skgzf10xAIINDDAi522v4Fj61e1/FSzjM6dV/L7laH3onhjs5/z08fVuzk64SvCaV13hbej8fdOup5W99jBAIIINBTAhwMAggggAACCCCAAAIIIIDAmArEf0Ye0/2xMwTGRICdIIAAAggggAACCCCAwPgJNAsH/Mz1MeeOMu68HqVQwW0Jb3d+5gev1l9/6T9Xl1T9814i8qwvSTGoSLXc8svp6FN31+6HbCZuCCDQHwJP/viLNPmFj1W8klVWKaUqlW/OI5J0wXvbi53KtcLtaOE9eZtbRz1v63uMQAABBBBAAAEEEEAAAQQQQACB3hHgSBAYSwEKncZSk30hgAACCCCAAAIIIIAAAmMnMC57ahYM+EnrY84dZdx5PVzM5L5bh3OH8zOPu0Z//vmdUp7epZrZxfvJ0fFgRCyuijj6lCdp9ydT5JRtWCHQRwKHfPzFmvT8xzz0Oo/Xtl/W1Sn4dR+bugMXeGanby/4Z+x8rSjXDLejhffnbW4d9byt7zECAQQQQAABBBBAAIE+EeAwEUAAAQQQQGAxBCh0Wgws7ooAAggggAACvSTAsSCAAAIILK1As1DA+6uPOXeUcef1qBcoNPMzj7taf/n5nUopHu1Qyv+iF62UUpKUlJZLeSanPZ5CkZO4IdCnAk/+5EuqYie/plO8rkfOo8pTSjGS5ObC9/xUN553hXzNqIevLe67HS1iJ/lP5bl1+H5uSzT7ZZwWAQQQQKDfBTh+BBBAAAEEEEAAAQQQQOAhAQqdHrIgQ2CwBDgbBBBAAAEEEEAAAQQWItBWEFAfc+7wLtw2oxQkuHV4u1vHmcdfrT//7M5ckNDxTC4OeWYXhyKLiA3uHXXKbtqTIiczEwj0tUAudnruo6vX/ciZ+FUeEa/3eNXHttgQ14ML3vVj3fgdip1CY2wW9oIAAggggAACCCCAAAIIIIAAAoMvwBmOCFDoNEJBggACCCCAAAIIIIAAAggMh4CLkppnWh9z7vB93DbDxUwec+uo52dPuVZ//tl0KcXiUNyiVQykHKpuKentpzxJez1186q/jNbsFgEExk/gyZ9+qSY99zHxSi/PWb3q4+VefH3haAAAEABJREFUDaRociRd+K6f6J/fvZKZnYKEBQEEEEAAAQQQQAABBJZegD0ggAACCAyPAIVOw/Oz5kwRQAABBBBAAIGmAH0EEBhCARclNU+7Pubc4fu4bUazsMnbPeY4a8o1+sOPb/dDPXlLnr2l41531clzOXlAOvrk3bTX0yhyqjRYIzA4Aod86iXa9tmPXuCE8oROHsnXgkhiwNeO8//7R/rX9yh2ChEWBBBAAAEElrUA+0cAAQQQQAABBBBAYGAEKHQamB8lJ4IAAmMvwB4RQAABBBBAAIHBEnBhQfOM6mPOHb6P22a4mMljbh31/Oyp1+pPP7lTKXm6lthDtCml6CtHrKNN8u2ok3fT3k+nyMkWBAKDJpBSkmd22q5W7JRSUv6Xumfrfg4pFzt9/ypmdurS0EyUAM+LAAIIIIAAAggggAACCCCAAAL9IrDkhU79coYcJwIIIIAAAggggAACCCCAgFyU1GSojzl3+D5um9EsbPJ2jzlc5PSHH90Rz6GIjlc5fJ9OtxsDeduRH9pN+1DkZOb+CY4UgcUUSMsl5ZmdnrmzPJNbdS2IrHs9qPfjDjr/nT/QTRQ7LaYyd0cAAQQQQAABBBBAAAEExliA3SGAAAJ9IkChU5/8oDhMBBBAAAEEEEAAgd4U4KgQ6AcBFxU0j7M+1szdr4eLmdx366jn55x4nf7w4zulFEuOvIpOLE4Vt2gVdzjqpN207zOYyUncEBgCgbT8cjrk0y/Vts/cWcnXgG44TynFWIQdUrU6/50/1L8odjIGgQACCCCAAAI9KsBhIYAAAggggAACCPSGAIVOvfFz4CgQQACBQRXgvBBAAAEEEEBgggVclNQ8hPpYyd22RbOwyffxmOOck67T7350e+ze07R4zqYIT+HkKVo85Iit7h554q7a95kUOZmDQGBYBJZbYTkd8qmXapunP6o65bgm5CSuE76W5G531YkLRZ7Z6Qf8GbtsxAqB/hPgiBFAAAEEEEAAAQQQQAABBBAYFwEKncaFebQnYRwBBBBAAAEEEEAAAQQQWHYCLiRo7r0+VnK3beFiJo+7ddTzz3zoev3+h3coxT85Ul4rpUgU4SXyWHTEibtqv2dtIW4IDK/A8J75cisur0POeFkudvL1IEtEklJSLFJS3FI0VZz/jh/qph9eLV9z6lGuP25Hi9iRvM2to5639T1GIIAAAggggAACCCCAAAIIIDB2AuwJAQTGQ4BCp/FQ5jkQQAABBBBAAAEEEEBgdAG2LBOB5hf8fpL6WMndtoULDDzu1lHPP3Py9frND26XJ2LxLCxyFp1YqiKDTmReoj38hF21P0VO5icQGFoBFzsd/OmXasun7JgvF3GhiCWuHnGd8OXDg9GLtBo4/+jvadqPKHYa2l8YThwBBBBAAAEEBleAM0MAAQQQQAABBMZAgEKnMUBkFwgggAACCCxLAfaNAAIIIIDA4gq4KKn5mPpYyd22RbOwyffxmOOzp1yv3/7AMzlVz+A5WKRUFqXk3CEdPmVXHfAcZnISNwQQ0PIrraAnn/lybfXUHRUXiliSkuLWXaXopejmJa4j57/9+7qJYqfMwQoBBIZHgDNFAAEEEEAAAQQQQAABBBBYtACFTos24h69LcDRIYAAAggggAACCCCAQE3ARUm1bk7rYyV32xYuZvK4W0c9/+ypf9evv3e71PGsK3nXIzOwROIlNlXbDjv+CTqQIqcKiTUCCGSB5VdeQQef8TJt+eQd8rUiXy26q2pGp3y3vPJl5oK3f1/Tfjwys9PIn7Mr1yW3o4V34m1uHfW8re8xAgEEEEAAAQQQQAABBBBAAAEEJlyAA0BgkQIUOi2SiDsggAACCCCAAAIIIIAAAr0uUB1f84t8j9bHSu62LZqFTb6PxxyfO60qckopSQ5JkUVU60i8KKWkw47bRQc9d0txQwABBJoCK6yyog454+Xa8sk7xvUitvoSojTyT5EpbinC1ZMXvuMHmvaTa0aKnHw9cpTrk9vRIu/CFVNOIny/aEaWZn9kAwkCCCCAAAIIIIAAAj0rwIEhgAACCCCAAIVO/A4ggAACCCCAwOALcIYIIIDAEAi0fWFfHyu527aoFw40cxc5/fI7t+WZnEYeG6aeiMWzsMSGaomBt31wFx30PIqcgocFAQRGEVhhVRc7vUybHzw5Xzu88rXE4Vydbhbtgw88KM/sdPNPKXYahZNhBBBAAIG6ADkCCCCAAAIIIIAAAggMvACFTgP/I+YEEVi0APdAAAEEEEAAAQQQ6G8BFx81z6A+VnK3bVEvbCrbPeb4/Ok36FffvV0p/iml/DRuqkxK8c9rN287bhcd/HyKnMQNAQQWKbDCaivpkDMO1RYudooLiK8lqTwqLjLOU4p1RGf+g7rw7T/QzT+7lpmditEStjwMAQQQQAABBBBAAAEEEEAAAQQGX2DQz5BCp0H/CXN+CCCAAAIIIIAAAgggMNACLkxqnmB9rORu28LFTB6vt84dnzv97/rFebd5chV14l9O/GQdr6rI47Htrcc+Xof0d5FTdUKsEUBg3ARWXH0lHXzGy7X5QdvHVaS6muQnj2tMLHHJyes8ydOD8+brgqO/p1t+TrFTNmKFAAIIIIAAAggggAACSyrA4xBAAAEE+lyAQqc+/wFy+AgggAACCCCAwPgI8CwIINCLAi5Qah5XfazkbtvCxUwer7fOHZ//8A365XfukKoJVZRSlSSlGIuQnEUkvfUDu+jJL9hK3BBAAIHFFVhxjZWrmZ0OnJyvJ4p1d1FKSf4Xqzzc8Z+xO/r7uuXn1zGzk7ghgAACCCCwrATYLwIIIIAAAggggAACvS1AoVNv/3w4OgQQ6BcBjhMBBBBAAAEEEBhnARcoNZ+yPlZyt23hYiaP11vnjs9/5Ab9/Nu3SZ1ORCxuct6pZl2JPIYil95yzOP05Bfy5+qaPwv6CCDwyAVWXHNlHXTGy7XZAZPiQXF1KdcYtxG+2LjxNenBuQ/ogqO/q1uY2SmsWCZEgCdFAAEEEEAAAQQQQAABBBBAAIEJFRiXQqcJPUOeHAEEEEAAAQQQQAABBBAYMAEXKDVPqT5Wcrdt4WImj9db544vfPQf+sW3b1dKSbGKiMWpvIqQlFJSUlXk9JQXMZNTULB0BWgQWFKBldZaRQefcag22397qXuNSSmuNDnykKSklJI6c+frond8X7f+gpmdxA0BBBBAAAEEEEAAAQQQmAABnhIBBBCYSAEKnSZSn+dGAAEEEEAAAQQQGCYBzhWBMRFwgVJzR/WxkrttCxczebzeOne4yOln37rNk6fI95EzT64ST+i5nGIwslg6Hb35/Y/TUylyCgwWBBAYK4GV1nax08u12X6TfPWJS1BcgJx1mxiIy1C+Gmn+/dXMTrf+kmKnsfJnPwgggAACCCAwZgLsCAEEEEAAAQQQQGAZClDotAxx2TUCCCCAwOIIcF8EEEAAAQQQWJRAVXy04L3qYyV32xYuZvJ4vXXu+OLH/qGffev2vPMU65TyWoomFqUU64iUkt78vsfpaS9mJidxQwCBMRdYaZ1VddCZh2qzfScpLjxK/pekaCKSUopQ3KJ9cM58Xfj27+m2X10vX8fqUb/WOW+L2EsunHLr8H3clmj2yzgtAggsrQCPRwABBBBAAAEEEEAAAQQQQGDJBZZb8ofyyHEV4MkQQAABBBBAAAEEEEBgqAXavnCvj5XcbVu4AMDj9da544sfu1E/Ofe28O14whTPn1J9+d/p9t3kvKP/fM9j9LSXUOQUWCwILBsB9qqVc7HTy7XJPtvma1H38tPNqxmdohNSHc2/7wFdcNR3dduvKXYKEBYEEEAAAQQQQAABBBBAAIF+EeA4EUBgiQUodFpiOh6IAAIIIIAAAggggAAC4y0wrM/nAqXmudfHSu62LVzM5PF669zxpY/fqJ+ee5tSeYJIYlFKsc6hyCOU9Kb3PFbPeOnW4oYAAggsa4GV111NB5/5Cm26z3aKy4+qy1GKNkLlVuUP3j9PFx79PYqdCgstAggggAACCCAwAAKcAgIIIIAAAgggMJoAhU6jyTCOAAIIIIBA/wlwxAgggAACAyjgAqXmadXHSu62LVzM5PF669zx5U/cqB9/47ZqBqfak3Qi92PK9E6eTeU/3vVoPeNlFDkFDQsCCIyTwMrrraYDzzxUm+y1bb4ceeVrk69R5RCcO+bfO1cXudjpN8zsVGxoEUBgoAU4OQQQQAABBBBAAAEEEEBgaAUodBraH/0wnjjnjAACCCCAAAIIIIBAfwn4C/3mEdfHSu62LVzM5PF669zx5U/+Uz/6xm1592WmFCnJN69Tymt5yEVOzzp0G3FDAAEExltglfVX10FnvkIb772tFNellJKS4pZXynnqrh+4d64ufvv3dftv/y5f5+pRvxY6bwvFzePR5KWee6DZ9xiBAAIIIIAAAggggAACCCCAAAITJcDzDqsAhU7D+pPnvBFAAAEEEEAAAQQQQKCnBdq+UK+PldxtW/gLfo/XW+cPPvig/u9T/9QPv3arPFPTQzOkeE4Uh0civDHi3//70Xo2RU49/bvCwSEw6AKrbLC6DjrjUG28xzZx3erkWeiqVVyr4uR9rctZXMLmzZ6ji47+rm7/HcVOQcOCAAIIIIAAAgggMMwCnDsCCCCAAAIDKkCh04D+YDktBBBAAAEEEFgyAR6FAAII9IJA9aX9gkdSHyu527ZwQZPH661zx5c/9U/94GsPzeQkJaUUId+SV/I6pSQXOT3nFczklFFYIYDAhAqssuEaOsDFTntuk69R5WDK9UoejU4semC2/4zdd3XH729gZidxQwABBBAYTYBxBBBAAAEEEEAAAQQQ6E8BCp368+fGUSMwUQI8LwIIIIAAAggggMAyFnCBUvMp6mMld9sWLmbyeL117sgzOX31VqnTqZ6iNNHGEmMPrf/tnY/Sc165TYyxIIAAAr0hsNrGa+qATx+qDXffeuSAfNWq5niKrFriEtfRA3fN0YVHfSfP7FSuib4OOkrf7WjhJ/A2t4563tb32IAFp4MAAggggAACCCCAAAIIIIAAAoMv0JdnSKFTX/7YOGgEEEAAAQQQQAABBBAYRIHmF+k+x/pYyd22RfMLfPdLfOXT3ZmcUlJKjth7ioglukrxTzkkFzk991XbittoAowjgMBECay2yVo68IxXaKNusVOKA0n52pXkJtZKKdYR8++eq0ve/j2KncQNAQQQQAABBBBAAAEElkyARyGAAAII9KIAhU69+FPhmBBAAAEEEEAAgX4W4NgRQGCJBFy41Hxgfcz5wsIFTd5eb507vnLGv/S9r9wmT+Tk+1RRJnbqxHiEOvH0Hb3xHY/S8yhyCgsWBBDoVYHVNl1L+3tmp922qq5cvrg5i8uYU1/j4sIWS0dzZ92vi4/+rm7//d9z39fEEr6fc7ejhQ28za2jnrf1PUYggAACCCAwNAKcKAIIIIAAAggggAACEyBAoV36hxsAABAASURBVNMEoPOUCCAw3AKcPQIIIIAAAggg0BRofnHu7fUx544y7rwe5Yv6euvc8dUzqyInVROcKKVuEjtzKqXuP+n/vf1Rev6rmclJ3BBAoOcFVt9sbR1wxqHaaLetVK5lSpLzlLqJlPvzusVOd/zhhlzs5Ounr4+OkrsdLRQ3b4smL/XcA82+xwgELEAggAACCCCAAAIIIIAAAggggMDYC/RaodPYnyF7RAABBBBAAAEEEEAAAQR6WKDtC/L6mHOHT8FtM5pf1Ltf4qtn/Uvf+b9b46Ge5kSe7yR/yR+rGIslhmOdx99w9KP0gtdQ5GQPYlwEeBIEllpg9c3XyTM7bbDrVrGvuKBVS1zinETEaL7AxWrezPt10VHf0R1/vEG+Rvpa6tZRcrejRd6Vp4tyEuH7RTOyNPsjG0gQQAABBBBAAAEEEEAAgeEW4OwRQACBMReg0GnMSdkhAggggAACCCCAAAJLK8Djh0Wg7Yvx+phzhz3cNqP5Bb37Jb529k367pdvU4p/cqS8VkqpG5KS8u3/Hb2TXvhaipwyBisEEOgrgdW3WEf7n3moNth1S/maliSlFOuIWNyRlOT8gZnVn7G780//GJNiJzVuvkY3hugigAACCCCAAAKLEGAzAggggAACCCCAwOIKUOi0uGLcHwEEEEBg4gU4AgQQQAABBAZAoO0L8fqYc4dP1W0zXNDksXrr3PG1c27SeV+6RR3/yzOQdPJ0Tk79mCpiKIbfcNSOFDkZmUAAgb4VWGOLdbX/Ga/QBrtsEVc9X9vi4hYXvFjy7E7lWuh23vR7ddFR5+nOP/9jqYudqmtpPFdNzmO1LikCCCytAI9HAAEEEEAAAQQQQAABBBBAoCFAoVMDZBC6nAMCCCCAAAIIIIAAAgj0tkDbF+H1MecOn4XbZriYyWP11rnj65+ZpvO+6D9Xl5T/eRqTyPKSpJTySr694cgd9aLXbeeUQACBPhTgkB8SWGPLdbX/mVWxU0rd69xIE4lS/qdYz5t+ny456rua/pcbl7rYSS03X59bhhlCAAEEEEAAAQQQQAABBBBAYIkEeBACCCwoQKHTgh70EEAAAQQQQAABBBBAYDAEevYs2r4Ar485d/gE3DbDxUweq7fOHS5y+tYXbvFDc3ieEc9gIs9xEp1YIo11p6PXH7GjXvx6ipwyFCsEEBgIgTW2Wk/7nfEKrfe4zbvXujituOTFOi8j18PozbnzHl181Hma/td/LnWxk6/JjtjtyNLsj2wgQQABBBBAAAEEEBhrAfaHAAIIIIAAAkMmQKHTkP3AOV0EEEAAAQQqAdYIIIAAAhMh0PbFd33MucPH5rYZLmbyWL117vjGZ6fp21+8VckP9mwm0TpPeSTJTayjTbnI6SVvoMhJ3BBAYOAE1tx6vTyz0/qP30IpxVXPEWfpJik5i1DO5t5xry456jua8bf2YidfbxcWipu3R9O6LGxb6wMYRAABBJaJADtFAAEEEEAAAQQQQAABBAZLgEKnwfp5cjZjJcB+EEAAAQQQQAABBBAYY4G2L7zrY84dflq3zXAxk8fqrXPH1z87Ted+/hZ5e568pOO15y6J6OZ5UqcYfu3bJosiJysTCCAwqAJrbrO+PLPTOo/epHtdrK6FsY5TjgthteRtc26/Wxcd8e3WmZ18fXXka2tcS9va2GHeT2l9H+clmv0yTosAAggggAACCCCAAAIIIIAAAuMowFMNlACFTgP14+RkEEAAAQQQQAABBBBAoBcF2r7oro85d/jY3TajfNFeb507vvG5afrWFzyTU1JKEd5JDucRMSalvLzusB30sjdO0iO9cT8EEECgXwXW3HZ9HXDWq7TeYzaNK2BcA/O6aiP1opSq/tw77tElR5+n6Y9wZieb1K/Tpe+2LXzftnHGEEAAAQQQQAABBBDoFQGOAwEEEEAAgX4SoNCpn35aHCsCCCCAAAII9JIAx4IAAgg8IoG2L7jrY84d3pnbZriYyWP11rnj3M9P07mfu1Werckr36/jHXXDeZnB5LVvnayXvZE/V9eloUEAgSEQWHO7DbTfma/SOjtvks+2XA/dydfHTl778qk5t87WJUedpxnn/0u+vvp66raE+yU8VvLS5n3m/cXuovW4x0o0+2WcFgEEEECgLwQ4SAQQQAABBBBAAAEEEOghAQqdeuiHwaEgMFgCnA0CCCCAAAIIIIBA2xfb9THnDku5bUb5Mr3eOnd884u36NzP3abuhCSxixR5RGSReK0U6xTr17x1sl7+b8zkFBwsCCAwZAJrTdpA+59VFTv5eqi4JipuyVEuoNFxOve22br06PM044JFFzv5eh27yH+2zrmj9N22RblP27b+HuPoEUAAAQQQQAABBBBAAAEEEEBg8AV65wwpdOqdnwVHggACCCCAAAIIIIAAAgMk0PaFdn3MucOn7LYZLmbyWL117vjWF2/R1865ufsFe+zBk5KoU/WjG0msox9jr37z9jqUIqfwmKCFp0UAgQkXWGv7DbX/ma/U2jttHMcSF8xqiUtlJHGdzEukvubef/NduuTIb2vmhTeNzOzkcV97Hc5LuB87zEsZc8d5aUvuvqPZ9xiBAAIIIIAAAggggAACAyDAKSCAAAIIjJsAhU7jRs0TIYAAAggggAACCDQF6CMwqAJtX2TXx5w7fP5uFxX+Mr3Et790q772mVuUUjUFiRtFqlillGKt7i3p1W+erFf8BzM5dUFoEEBgiAXWmryR9jvrVVp7p03kC2WSlFJeRxJLpCnllebccndV7HTRTbnYqVx/S1u/Znus3neuuJU20octC9v2sDszgAACCCCAwIAIcBoIIIAAAggggAACCIyVAIVOYyXJfhBAAIGxF2CPCCCAAAIIINCHAm1fYNfHnDt8am6b4S/NR4tvf/lWfeWcm/1QqdOJtlOabh79yLy86k3b65UUOZmCQAABBLLA2jtspP08s1O03StojEfmpRue3SkGVWZ2mnXxtFzsVK7V5fpc+qX1Yxz1vvMy5rYeZVt9jHyoBTh5BBBAAAEEEEAAAQQQQAABBBB4hAJ9XOj0CM+QuyGAAAIIIIAAAggggAAC4yTQ9sV1fcy5w4fjdlFRvlB3e97/3aqvnH2LH1pFSsr/UnRzJKUUEd1X/ef2etV/MpNTULAMhAAngcDYCay948ba76xXy0VP1RUzSV664dwDKSXNmdb9M3YXPzSzk6/bviY7nDucO5zXQ3FzPxqV1nmJtrGyjRYBBBBAAAEEEEAAAQQQGD4BzhgBBBB4ZAIUOj0yJ+6FAAIIIIAAAggggEBvCnBUPSPQ9oV1fcy5wwfsti3KF+Vu63HeV27Tl8/0TE7VlCOxzl+aV/uIPcZAlXfyLE6vehNFTqHCggACCLQKrL3Txtr3zFdpze03jO2+gFaT5Pk6GhfXPOY8tuj+m2bp0iO/rVmXVDM7+drsbW4dzusRD85LGXPHeb11XqJsK31aBBBAAAEEEEBgVAE2IIAAAggggAACCGQBCp0yAysEEEAAgUEV4LwQQAABBBAYD4G2L6rrY84dPha3bVG+MHdbj+989Tb935k3KyU/OiISpynFOofHpBT//KfqXv3m7cUNAQQQQGDhAus8ahPtd/artdb2Gykun8qX02ol31KsHNHo/pvu0mVHfVuzLr05/xk7X6N9HXfrcO5w7nBeD+/D/XrrvETZVvq0CCCwZAI8CgEEEEAAAQQQQAABBBBAYDgEKHQajp/zaGfJOAIIIIAAAggggAACCCylQNsX1PUx5w4/jdu2KF+Mu63HeV+9VV86Y5o6+Z/3UIVnGfF+8swjuSO94t+302socqqAWCOAQFOAfouAi532PetVWnO7DavLafd66rs6dVtFR/f9c6YuO/JbuuuyhRc7+drsqB7nmaLiCt6p9lbGS1vu47ZtzOMEAggggAACCCCAAAIIIIAAAoshwF0RGAoBCp2G4sfMSSKAAAIIIIAAAggggMDoAku+pe2L6fqYc4efwW1buLDJ427r8Z2v+s/V3RIPTUopIrKypEhSStV4kg79t+302rcwk1OwsCCAAAKLJbDOzptWMztN2iCuqfHQuKZKSSkl+eYmKUWausVO39asRRQ7lWu5r+31iJ3I/XrrvETZVvq0CCCAAAIIIIAAAmMtwP4QQAABBBBAYBAEKHQahJ8i54AAAggggMCyFGDfCCCAAAKtAm1fSNfHmrn7zfCX4R5zW4/vfu02ffGMm6U8CUg1G0hOfSSRxJK/LPdjX/7/ttPr3kqRk2kIBBBAYEkE1nn0ptrnrFdrjW3Wj+tuvsJW19jYmSdjiqtwXI5jPJZ7b5yhy4/6NjM7hQ0LAggMoACnhAACCCCAAAIIIIAAAgj0gQCFTn3wQ+IQe1uAo0MAAQQQQAABBBAYPgEXGDXPuj7mfFHhwibfx209vvt1FzndkucPKasUSSpPGEksSinp0Ddup9e/jSKnQkOLAAIILKnAuo/ZTPue/Wqtue0GeRcpJaWceZUiT4qVF933jxm6zMVOl9+icv2uX8+dO+rbvBePOUpeb52XKPcpfVoEEEAAAQQQQAABBBBAAAEEEBg/AZ6p9wUodOr9nxFHiAACCCCAAAIIIIAAAj0k0PYFdH2smbvfDH/57TG39fjeN27XFz5188hMIur4xD2XiKrU3W689PVb91KRU/eoaBBAAIH+FVj3sZtXMzttvX6+Dj90Jr4YO6prsa/fudjpyG/prisWXuzk+5bw/pp5GXNbD9+v3idHAAEEEEAAAQQQQKBHBDgMBBBAAAEEJlyAQqcJ/xFwAAgggAACCCAw+AKcIQIIDIpA2xfP9THniwoXNvk+buvx/XNv1+c/dbPkWUQciluKUFJ0lZx21y993TZ64+E75BFWCCCAAAJjJ7Du4zbPMzutsfX6eafV9ddXYIfyVTilKnex0+VHfkt3X3krMzuJGwIIIIBAJcAaAQQQQAABBBBAAAEElrUAhU7LWpj9I4DAogW4BwIIIIAAAggg0AcCLk5qHmZ9rJm73wwXNnnMbT2+/83b9dlPTKtmEOl0cpvnDumu/JgYjqfv6KWv3VpvPGJy5CwIIIAAAstCYN3Hb5Fndlp9y3XjeqyIuC57Xr24JseS+7HyBt379+m69Ihv6u6rFl7sVF3HYz/VxTwevmDu8/B93Najbay+ve9yDhgBBBBAAAEEEEAAAQQQQAABBAZfYBmfIYVOyxiY3SOAAAIIIIAAAggggED/C7R90Vwfc76ocGGT7+O2Hj/41h367CcemslJKcUSMcLmPCJJL3nt1vq3I5nJaYRmwBJOBwEEekdgvV220D5nv0YudoqLslL86y5KKSlWEbFEfv/fp8szO82++rZFzuzk9wGH4ubWEWkufKq3zkuU+5Q+LQIIIIAAAggggAACCPS3AEePAAIIILB0AhQ6LZ0fj0YAAQQQQAABBBAYHwGeBYEJE2j7grk+1szdb4YLmzzmth4ucvrMJa42AAAQAElEQVTMx6ZV55anCYm0U83y4W70Yom+Onrxa7bWv1PkFB4sCCCAwPgIrPeELbXPWa/R6puvI8V1OFZ57eu54lrtjnNfr++97k5ddsQ3Nfua2yl2MhSBAAIIIIDAkgvwSAQQQAABBBBAAAEEFipAodNCediIAAII9IsAx4kAAggggAACy0LAX2A391sfK7nb0cKFTd7mth4//Pad+szHuzM5KSmleKYcKfKI6CpVqxe/emv9x1HM5GQNAgEEEBhPgfV23VJ7nfVqrbb5uvlpU6xTinU3UkrlUi0XO11+xDd1z7UUOwUTyzITYMcIIIAAAggggAACCCCAAAIIDLfAcBQ6DffPmLNHAAEEEEAAAQQQQACBJRBwcVLzYfWxkrsdLVzY5G1u6/Gj8+7U2f97k/JcTZ28lu8XA4okFo/Fs3ekF71qK/3n0RQ5hQYLAosW4B4ILAOBDXbbWnud+Sqtuuna3ct0XJzj2h0X61geul7HBTwXOV12xLmaTbHTMvhJsEsEEEAAAQQQQAABBBBAoCtAgwACQy1AodNQ//g5eQQQQAABBBBAAIFhEuBcH7lALjpq3L0+VnK3o4ULm7zNbT1+eN4dOut/p0l5FpDkRrHO/Uhym1IeyUVOb3o7RU7ihgACCEywwAZP2kZ7n/Uarbbp2kopKVYRsUQevUgUtyT/u/eaO3TFkd/U7Gtv48/YhQoLAggggAACCIy/AM+IAAIIIIAAAggMsgCFToP80+XcEEAAAQQWR4D7IoAAAgggkAVcnJST2qo+VnK3o4ULm7zNbT1+9B0XOd3c3XMnWofnAIk2lu5UIXmGkBe8cktR5BRELAgggECPCGyw+zba68xXa5WN16qOKK7bvtZH4wt5jDmrZni65+rbdcWR39Ls6/gzdgHDgkCvCXA8CCCAAAIIIIAAAggggAACfSxAoVMf//DG99B5NgQQQAABBBBAAAEEBl/AX1g3z7I+VnK3o4ULm7zNbT1+/N07ddb/3qI08gTOqkgxmlJsyJH0wldspbe8Y8cYYEEAAQTGW4DnW5jABntsq73Oeo1WdbFTXLhTSopFSopbrKIT69y99+rbddVR39Ls6yl2ChwWBBBAAAEEEEAAAQQQQACBnhLgYBDoXwEKnfr3Z8eRI4AAAggggAACCCCAwBgKuDipubv6WM7jDm5HiwcffDDPxuS2Hi5yOuMj0/I2z/cRu1F01PG/Tl5HN9rIX/DyLfSWd/Ln6rIRKwQQQKAHBTbcc1vt6ZmdNlxz5Nodl/M40uo67ut8jrimz77yVl1xxDd1z9/vWODP2Pl9xO8Tbh31PHb00H6j4+3R5DG39Sjb6mPkCCCAAAIIIIAAAmMgwC4QQAABBBBAoGcFKHTq2R8NB4YAAggggED/CXDECCCAQL8KtH1RXB8rudvRonxJ7bYeP/nedJ3xUf+5uqTqX1cpz/oRI+mh/gsO3VJv/S9mcuqK0CCAAAI9K7DhXttpr7NerVU3WjNf22MVx5qicUTqJa7zipF7r7pNV+ZipztHip38PuH3k9I2c8XNY45IR4qcSt9jJdrGyjZaBBBAYFkJsF8EEEAAAQQQQAABBBBAYKIEKHSaKHmedxgFOGcEEEAAAQQQQACBHhRo+4K4PlZyt6NF+aLabT1+8v3p+tSHp2lkpo9IPMtHxdCpet2B5790C72NIqeKhjUCCCDQBwIb7j1Je571Gq28wRrN63z36LsX+Gg8s9OVR56re2+g2KmLQ4MAAggggAACCCCAAAIIIIBAvwtw/BMkQKHTBMHztAgggAACCCCAAAIIIDDxAi5cah5FfazkbkcLFzZ5m9t6/PQH0/XpD9+s7oQe8TQp8ojIqsV5UgzqeS/dQof9z7DM5CRuCCCAwMAI5GKns1+jlddfPc4pxSU9IjIvI1mSUvy75wr/Gbtzde8/pjOzk7ghgAACCCCAAAIIDL4AZ4gAAggggMCyEaDQadm4slcEEEAAAQQQQGDJBHgUAgiMm4CLk5pPVh8rudvRwoVN3ua2Hj/74XR98rRp+U8NdTrxLA7P3xSdnMZQbPSInvuSzXU4RU4WIRBAAIG+FNhon+2159mv1UrrrhaX9k5c26vT8PuDp3qKS381Hm8A91zuYqdv6L4bKXaqlFgjgAACQyzAqSOAAAIIIIAAAggggMASCVDotERsPAgBBCZKgOdFAAEEEEAAAQTGQqD68nnBPdXHSu52tHBhk7e5rcfPfjRDnzjtZinF0g3n0YsmRai6paTnvmQLHfEuZnKqQFgjgAAC/Suw0b7ba69zXquV1119geu8oheXe5VQku65zMVO5+q+f85gZieNfmMLAggggAACCCCAAAIIIIAAAggMvsCSnCGFTkuixmMQQAABBBBAAAEEEECgbwVcnNQ8+PpYyd2OFi5s8ja39fj5j2bo46dMq3bfkapZPKIbefTkeT5yGkPPedFmOpIip5BgWQIBHoIAAj0osNF+k7Xn2a/Rimuv2j267hU/mljye0K8EcS2jmZferOuOPwbuu9fMxer2CkeHPvx3uJdxW8yMeD3o2gWWNrGFrgDHQQQQAABBBBAAAEEEOgHAY4RAQQQQKBFgEKnFhSGEEAAAQQQQAABBPpZgGNHYHSBti9+62MldztauLDJ29zW4xc/nqmPnzpNnrUjH0EkKaWqnzySIo+I9Dkv2lxHvWenyFgQQAABBAZJYKP9d9Be57xOK629qqorfpyd3wvcS84dSSkl3XPpzbryCBc7PfKZnfz+UyL29LCiJ4+V8P1KTosAAggggMBgCnBWCCCAAAIIIIAAAsMoQKHTMP7UOWcEEBhuAc4eAQQQQACBIRVo+8K3PlZyt6OFC5u8zW09fv7jGfroyTfliTq8Pb559lQb0XQiAjxPvuG8o2e9cDMd9R7+XF2osCCAAAIDKbDRATtoj7NfqxXWXCXOr7r2+70hT8Dk94NIcj+2zr54mq484lzdd9PMJZ7ZKXaTF+8zJ7VV21htM+mgC3B+CCCAAAIIIIAAAggggAACCAygAIVOjR8qXQQQQAABBBBAAAEEEBg8gbYveutjJXc7Wriwydvc1uMXP5mhj51ys1Kq3FKKJIfymFPFUPT07Bdspre/l5mcxA2BHhDgEBBYlgIbH7ij9jzndVphzVVV3gdKKyWlFKHq5mKnq444V/dPe+TFTn4/aob35jG39Wgbq28nRwABBBBAAAEEEEAAAQQGWYBzQwCBwROg0GnwfqacEQIIIIAAAggggAACSyswUI9v+4K3PlZyt6OFC5u8zW09fvlTz+Q0Lbw8RUc0sfh+0cjTO3Vi2OH8mc/fVG9/H0VO2YYVAgggMAQCGx+0o/b0zE6rr5zPtrwf+A3C7xXxFpHH3b/7on/JxU73TVt4sVN+XOzIbffBqucea/ZHG/M4gQACCCCAAAJDLwAAAggggAACCCDQdwIUOvXdj4wDRgABBBCYeAGOAAEEEECgXwQW9WVv2e52tHBhk7e5rccvfzZTHzn5ZlVzcqRM4nVKXkc32pSSYpGLnN75foqcQoUFAQQQGCqBjQ/eSXue83qtsPrK+f1AKU4/3hhSSjktK/fuvvBfuubIb+r+m0cvdirvQ35fKhF7zMVOzb7H6+Ht9T45Agg8EgHugwACCCCAAAIIIIAAAggg0GsCFDr12k9kEI6Hc0AAAQQQQAABBBBAoAcE2r7QrY+V3O1o4S+Uvc1tPX71s5n68EnTPAmHOuVfJ3fzl80568648YznbiqKnHrgF4JDQACBsRdgj49IYONDdtIeZ79Oy6+6Un57iDeKWPzuEQ+P9w4Puuf0rgv+mWd2uv+WWaq/75T3IrdtEXvK+3RbwvcreWnbxso2WgQQQAABBBBAAAEEEEAAAQRaBRhEoMcEKHTqsR8Ih4MAAggggAACCCCAAAJLL9D2RW59rORuRwt/wextbuvx65/P1Ic/dHM1CUc+VM/DEZFyRyk5SVI0z3jepvqvY5jJqZJhjQACCAyvwCZPfpT2OOd1Wn61lQIhKaWIyJSqVYokOY24+4J/6eojztX9t941arGT35f8HlWPeGgudipjpe+2Ht5e75MjgAACCCCAAAIILJ0Aj0YAAQQQQACB8RWg0Gl8vXk2BBBAAAEEEKgEWCOAAALLTKDtC9z6WMndjhblC2S39fj1L2bptBOnVV8kj5yB5+BwVAOdbvr0Z2+q/6bIqUJhjQACCCCgTZ6ys/LMTqus8ND7SH7PKPM5dZFi7O7z/6mrDvu65ty2ZMVO3T3lxu91Oamt2sZqm0kRQACBsRRgXwgggAACCCCAAAIIIIDAmApQ6DSmnOwMgbESYD8IIIAAAggggAACSyLQ9sVtfazkbkcLFzZ5m9t6/OaXVZGTPAuHwweYpBT/vFbckiNWT3v2JvqfY5nJKThYEEAAAQRqAps8dWftcc7rtfwqK+Z3DyVvTJGnSFJu4y0mcmn2Bf/SVYd/Q3Nuv3uJZ3bKO4qV39eiWWBpG1vgDnQQQAABBBBAAAEEEEAAAQQQQGCMBNjNWApQ6DSWmuwLAQQQQAABBBBAAAEEJkyg7Qvb+ljJ3Y4WLmzyNrf1+O2vZumUKTdJnq4pwvfp+ExjVc3DEeucS0991sZ6F0VO1ln6YA8IIIDAAAps8rRHa/ezX6e00grxvuITjPcQRfj9pbTOI+7+64266rCvUexkJgIBBBBAAAEEEEBgcAU4MwQQQAABBBZDgEKnxcDirggggAACCCCAQC8JcCwIIPCQgAuPHupVWX2s5G5HCxc2eZvbevz213fplCnTlFJSrORbSknJSY4UeUSSnvKMjfXuDz4qj7JCAAEEEEBgNIFNn/6YPLPTci52qt5FFG8t1d0jSSlFv4q7//pPXX341zX3jtnM7FQJsUYAAQSGToATRgABBBBAAAEEEEAAgYcEKHR6yIIMAQQGS4CzQQABBBBAAIEhEXBxUvNU62MldztauLDJ29zW43e/vksnH3+TOvEE3p6Tbu6xSGNx1tGTn76R3ns8RU4BwoIAAggg8AgENn3GY6qZnVZYLt5eOhHdB/ltxWknxiKc3v2XG3XV4V/THIqdzNEM+ggggAACCCCAAAIIIIAAAgggMPgCI2dIodMIBQkCCCCAAAIIIIAAAgj0m0AuPlrIQZftbkcLFzZ5m9t6/O7Xs3TylGlSyotSGklyHr28ISnpyU/fWO87YWdxQ6D3BDgiBBDoZYFNn/lY7XHOG7TcCsvHu4kiklfKt3jfSSkpFilJd//5Rl1zxNc1905mdhI3BBBAAAEEEEAAAQQQaAjQRQABBIZHgEKn4flZc6YIIIAAAggggAACTQH6fS3g4qTmCXjM4fF667wtXNjkcbf1+N1vXOR0s7zNU2x4Qo0q7ygGY+l4OHLp4KdtqPedwExONicQQAABBBZfYNNnPVa7n/16ablqZqd4k4ml9n4TaXnTuetPN+hqFztNv4c/Y7f41DwCAQQQQGCYmzwvCAAAEABJREFUBTh3BBBAAAEEEEAAgYERoNBpYH6UnAgCCCAw9gLsEQEEEEAAgV4VyEVHCzm4st3taOHCJm9zW4/f//YunTL1lviS2U+Q5Fk0PJtGSs4jYiClFGvpkKdtqGOm7CxuCCCAAAIILI3Aps9+nPY45/VKy8V/qkvxHhOhiJQi945TtUop6e4/3lDN7DRj9GInv781w3soY84d7rutR9tYfTv5YApwVggggAACCCCAAAIIIIAAAgj0i0D815N+OdSeO04OCAEEEEAAAQQQQAABBCZAYLQvYMt4vXXeFi5s8rjbevzhd3fp5Ck3a/58z9jUnUIjmljk+5cZNZwf9BSKnCbgx89TIjARAjwnAuMisOlzHq8nnfP6h56rU70X+T2o/v7j/l1/+Luu9cxOLcVOfo/ye5vbZnjnZcy5w3239Wgbq28nRwABBBBAAAEEEEAAAQQGUIBTQgCBPhGg0KlPflAcJgIIIIAAAggggAACvSkwvkc12hevZbzeOm+L8uWv23r88fcucrolFzl54oykFCcXkZeklJIUi6I9+Ckb6tgTmclJ3BBAAAEExlRgs+c8Xrt/5g3VPuP9Jin+peg6cp5iHf1YZv3+77ruyG9o7sx7F/gzdn5v8/tfaZ3XIx6ai3c95txRz913tI15nEAAAQQQQACBYRXgvBFAAAEEEEAAgd4QoNCpN34OHAUCCCCAwKAKcF4IIIAAAmMmMNoXrmW83jp3+Mndlihf+rqtxx9/f7dOOn6a5j3woB+SJ87wY+SsE2vPqhER3wzrwEM20AemPirfjxUCCCCAAAJjLbDZc3fRbme/Lt5yOt2IZ4j3ong3qvrRrZaOZv7uOl17+Nc0bxbFTpUJawQmUICnRgABBBBAAAEEEEAAAQQQGBcBCp3GhZknGU2AcQQQQAABBBBAAAEEHolAVXT08HuW8XrrvISLmZq5x+rxpz/crQ9NuVkPzJfKPBlJUkp5HUkskaaUdOAhG+rYqY/qbhM3BBBAAIFHKMDdFk9g8+fvqied/fqH3m/ifUhKSilC5eY86a7fX69rXOx0133M7FRoaBFAAAEEEEAAAQQQQAABBCZEgCdFYDwElhuPJ+E5EEAAAQQQQAABBBBAAIElFXChUttjy3i9de7w/d2WcGGTc7f1+PMf79ZJJ0zTvHl5qox4WNV67ft79ozupE7a/6D1c5HTcsuluN+YLuwMAQQQQACBhwls/oJd9cQzX1uN+40p3pD83pTTajRG4p0qBu763fW65rCvat7d91Ps1LWhQQABBBBAAAEEelCAQ0IAAQQQQACBMRCg0GkMENkFAggggAACCCxLAfaNAALDLOAvdNvOv4zXW+clXMzUzD1Wjz//abZOmnKz5j0gpVy75JUj+lKMOY+I5YCDNtAHT9xZyy0fHXFDAAEEEEBgfAQ2f+ET9cQzXyflt5+klCL00C1FmlJe6+7fXa9rD/uqHphNsVOwsCCAQF8KcNAIIIAAAggggAACCCCAwKIFKHRatBH3QKC3BTg6BBBAAAEEEEBgQAVcqNR2amW83jp3+P5uS7iwybnbevzlz7PlmZzmzOnI2zud/EhFz0m0niHDgx3tf2A1k9PyFDllG1YIIIAAAuMrsMWLnqhdP/1aKd6d8nvWyNNX71oei3eteD+TZv3mujyz0wP3zIl+Z4HZnXw/vxe6bYZ3WcacO9x3W4+2sfp2cgQQQAABBBBAAAEEEEAAAQQQWEoBHr5IAQqdFknEHRBAAAEEEEAAAQQQQGC8BUb7IrWM11vnJepf4JbcbT3++pfZ8kxOc+Z25EkwkpK8KG6pmyTnsXG/AzfIf65uhRU8EoMsPSvAgSGAAAKDLLDFi3fLxU4ppe47lc+2ymMoOkne4Pyu31yXZ3aaN/u+BQqd/F7o98vSOq+H4lb6kebF/ZzUVm1jtc2kCCCAAAIIIIAAAggsUwF2jgACCCCAAIVO/A4ggAACCCCAAAKDL8AZItBXAqN9gVrG663zhYW/zK3HX/58t0484Wbdf/+DnvxC1UxOwdOJyEuVeL3v/uvpg1N20oor8j+bMg0rBBBAAIEJFdjiJU/SEz75Gvk9qhyI8+q9LLJY8ngMzPrVNbr28K9p/n1z472OmZ2yCysEEEBgOAQ4SwQQQAABBBBAAAEEBl6A/2I/8D9iThABBBYtwD0QQAABBBBAoFcEXLTUdixlvN46b4t6YVM990xOH5p6q+6/398EPzTzRZkBI5UkDmDf/dfXB098lFZcif/JFBwsCCCAAAI9IrDFS5+kXT/5mpGjSZGllNfKTfSdpJR0l4udDvuq5t3Ln7EzSxWsEUAAAQQQQAABBBBAAAEEEECg3wUW/V/t+/0MOX4EEEAAAQQQQAABBBDoCwEXLbUdaBmvt84XFvUCJ+d/++tsnTT1Ft1774N5ZotYjczoVO3H3U4Md7TPfuvpg1N30koUObX9OBgbZAHODQEE+kJgi5ftrl0+8eo41njfUkSnE29ibnOT38vKe9usX1yt6w776sjMTh73+6Kj5G6bETsf2Y9zh+/jth5tY/Xt5AgggAACCCCAAAIIINCDAhwSAggg0OcCFDr1+Q+Qw0cAAQQQQAABBBAYHwGeZdkKjPZFaRmvt87bwl/atsX5f3OR0625yCklKaW8iiQWp8or+VaKnFZemf+pZA8CAQQQQKA3BbZ8+R7a5eOviXewJL+t5VVSt6mSWMeA5GKnaw//qubfP0/N90m/n3rMbTMUtzIWaV7cz0lt1TZW20yKAAIIIIBA3wlwwAgggAACCCCAAAK9LcB/ve/tnw9HhwACCPSLAMeJAAIIIIDAEguM9gVpGa+3ztuifEnrtoTvd/7592jqCbfonnvmS57wIo7S46XjSTBiKHf33mc9fXDKTlplleXzECsEEEAAAQR6WWDLQ/fQ4z/2KlXvZd03uXzAzjt+28vvb17N/NlVuvawr+iB++fG/WNbPKj+func74/N8O7KmHOH+27r0TZW304+UAKcDAIIIIAAAggggAACCCCAAAITKkCh07jw8yQIIIAAAggggAACCCDQJjDaF6NlvN46b4vy5azbepx//mydOMV/ri6+8FVSd1FKkSvCS4TTvfZZV8dN3UmrrkqRk7ghgMBSCPBQBMZXYMtX7KldPvaqeNKk/PYWmZOUuv2UB+Rm1s+u0nWe2WlONbOT31PL+2bJ3TbDeyhjzh3uu61H21h9OzkCCCCAAAIIIIAAAgggMDgCnAkCCEykAIVOE6nPcyOAAAIIIIAAAgggMEwCjXMd7QvRMl5vnbeFv6D1uNsS7l94gWdyulmzZz+oTvzzbBZuXPLk7epE5iViz726RU6rUeTU+BHRRQABBBDoA4EtX7mXHv/RV1ZvbfG+5ve5KuLgo+/3QL8XOmb99Epd87b/0/y5D+Q/Y+f71d8/nXusGbGn2H/swe+f7kT4PtEssLSNLXAHOggggAACCCAwHAKcJQIIIIAAAgggsAwFKHRahrjsGgEEEEAAgcUR4L4IIIDAMAmM9kVoGa+3ztuifBnrtoTvd8EFszV16q2aPbuTZ7BI3bWbFMgpxTqHtOfeVZHTahQ5hQwLAggggEC/Cmz5qqrYKb+9VSu/7amsUiQOD9z1s6t0rYud5lHsJG4ITJAAT4sAAggggAACCCCAAAIIILDkAhQ6LbkdjxxfAZ4NAQQQQAABBBBAYEAEXIzUdiplvN46bwsXNnncrcO546KL7tXUKbfo7rvm56foxLrjqZwc0Yklz0jh2S322GNdHTdlR62+OjM5BRMLAggg0CsCHMcSCmz56r312A+/It7i4t2uU737+e0vBnJTjcS22L9ndrqOYqeQYEEAAQQQQAABBBBAAAEEEJggAZ4WgSUWoNBpiel4IAIIIIAAAggggAACCCyugIuR2h5Txuut87YohU1uS8yfP18XXXSPppxws+6+O77E9WwW8UQpR7VWNLEopaTdXeQ0dUetscYKcY9+WjhWBBBAAAEERhfY6jX76LEffqVSShFxv2ilyKWRteKWImb95Epdf9hXNP+B+fwZu/BgQQABBBBAAAEEekuAo0EAAQQQQACB0QQodBpNhnEEEEAAAQQQ6D8BjhgBBHpawEVLbQdYxuut87ZwYZPH3TqcOy655F5NOeEWzZo1v5qxKc9k4bkrqvBsFp7OIob1pN3X1vFTdtSaa1Lk1PbzYAwBBBBAoL8FtnrtPnrMaYfG+2Gch9/4VL0Xej3yfpg3dTTzR5fLMzs9OH8+xU5hwoIAAn0kwKEigAACCCCAAAIIIIDA0ApQ6DS0P3pOfBgFOGcEEEAAAQQQQGCiBFyM1PbcZbzeOm+LUtjk1uH7eCaniy++V1Om3KpZsx6U8swVkpKXFE0V7kVHT9pjHR0/dSetuRZFTuKGAAIIIDCwAlu9bl899rRXyO99XpV3Q+ceS5JSinXErB9fnmd28nurw++vbh0ld9sMxa2MRZoX93NSW7WN1TaTIoAAAggggAACCCCAAAIIIIDAEgoM68ModBrWnzznjQACCCCAAAIIIIDAOAmM9gVnGa+3ztui/mVrPc8zOU25RTNnzFeeqSLPXBEn1omIxU0ej6277VbN5LQWRU4hM9QLJ48AAggMhcBWr99Xjznl0DjX8k4Yabwfdhf5/bbM8DTjB5fp+rf9X57Vqf4+W899/2bkPcZ7r8edO+q5+462MY8TCCCAAAIIIIAAAggsQwF2jQACCCAwoAIUOg3oD5bTQgABBBBAAAEElkyARyEwtgKjfbFZxuut87aof8lacs/kdMkl92jqibdpxsz5Up6UIq8irVrFLbLc3223aiantddmJqdgYUEAAQQQGBKBrd6wXy52Ku+HinfF7qKUqlFF43TmDy/T3w//CsVO4oYAAggMiwDniQACCCCAAAIIIIBAfwpQ6NSfPzeOGgEEJkqA50UAAQQQQACBRyzgoqW2O5fxeuu8LUphk1uH7+P20svu1QlTbtX0Ox+oJqPoRNPJK+V5K5xXmZ6w65o6bsoOWmcdipzafh6MIYAAAggMtsBW/29/7Xzyy7rvin6vjPfMOGW/p8rvlx7K0dGM711CsVPY5IUVAggggAACCCCAAAIIIIAAAgj0pMCYFjr15BlyUAgggAACCCCAAAIIIDDuAvnL05ZnLeP11nlbuKDJ424dJXeR05Spt2nGjAclT0HRnYkiKeV+rKNV3JKesOtamjJ1J6277orRZ0EAgbESYD8IINBfAlu/8QA9+kMvj4OOd8lqUUpOHIo8Qs5TLna64YivMrOTuCGAAAIIIIAAAggggAACCCCAQC8KUOjUiz8VjgkBBBBAAAEEEECgnwWG/thdkNSGUMbrrfO2qBc2le0eu6w7k9Odd86Xx/OcFJ3q2cpMTrkbq12esKamTN1R665HkVMlxBoBBBBAYJgFtv63A7TzSS/NBPE2ucD7qCd2GtkQyYzvXqwbjqTYKShYEEAAAZ8YkjEAABAASURBVAQQWJgA2xBAAAEEEEAAAQQmQIBCpwlA5ykRQACB4Rbg7BFAAAEEBlmgKj56+BmW8XrrvC1c0ORxt/W4/PJ7dcLU2+QipxRPkVJeKzfdfkop+km77FLN5LQeRU4hw4IAAggggEAlsPW/H6idT3yZUnRTymu5M5LGUOoOzPjOxfrHUV9jZidxW3IBHokAAggggAACCCCAAAIIIIDA2AtQ6DT2pku3Rx6NAAIIIIAAAggggECfCrg4qe3Qy3i9dd4WLmzyeGlLfvkV9+r4KbfqjjseGJnEydvU6XjphvOOHve4NXTC1B21/vrM5NT282AMAQR6RIDDQGCCBLb+jwP1qKkvjffOTrynOrpNfk+N91JFRO7Dm37eRbrhqAVndvL7b3mfLq3H6uHHlr5zh/tu69E2Vt9OjgACCCCAAAIIIIAAAgj0vQAngAACYy5AodOYk7JDBBBAAAEEEEAAAQSGT2C0LyrLeL11vrDwl6b1uOLK+zRl6m264475FWyS55pQSk4c0c9N0uMe75mcdtQGG1DkJG4IIIAAAgiMIrD1fx6knae+VPFmGhFL93009yVFV765nXnexfrH0Q/N7OT3aL+PN1uP1cOPL33nDvfd1qNtrL6dHAEEEEAAAQQGW4CzQwABBBBAAAEEFleAQqfFFeP+CCCAAAIITLwAR4AAAgj0lMBoX1CW8XrbzN0v4S9MHfX+lVfdpxOm3Kpbb5uvTu2snft+8mjuSI993BqaOnUHbbjhSrV7kiKAAAIIIIBAm8DWbzpYjzrhJdVbqd9Ly3tq7c4e7sT4jG9fqH+8nWKnGg0pAuMlwPMggAACCCCAAAIIIIAAAgg0BCh0aoDQHQQBzgEBBBBAAAEEEEBgvASqYqOHP1sZr7fORwsXODXjqqvv0wlTb8tFTnnypvw0nltCeaaJlJxHxPLYx62pqVN3pMhJ3BBAAIFhEuBcl1Zg6zcfrEdNeYmqt9SU21grJ5KSFFGtZ3zrQt34jq+r/n7t93X3663zeihupR9pXtzPSW3VNlbbTIoAAggggAACCCCAAAIIIDC0Apw4AgsKUOi0oAc9BBBAAAEEEEAAAQQQeIQCo30hWcbrbcm9a+f18BekjjLm3EVOx0+5Tbfc8kA8pKO8LbI87US0eYaJTqwjHvPoNTRlyg7aaCNmcgqahxYyBBBAAAEEHoHA1m8+RDse9+LqvTbeV+NdN95u4z02Huu134NjIC/Tv3kBMzuFCwsCCCCAAAIIINBTAhwMAggggAACQyZAodOQ/cA5XQQQQAABBBCoBFgjgMDSCVRfej58H2W83jZzFzJ5zOHcUc+vvuZ+nTD1dt3sIidPIuG5JFKK9UPPlyJNKenRj6mKnDbemCKnIGFBAAEEEEBgiQS2eeuTc7GT4r21voPyfitFVi2a6Zmd3snMTuKGAAJ9I8CBIoAAAggggAACCCCAwGAJUOg0WD9PzgaBsRJgPwgggAACCCCAwKgCLkpq21jG620zL0VNHnfuqOfXXHu/jptyq6bdPK96Ck8loY460cZSjcXa+c47r64pJ+ygTTddOUZYEEAAAQQQQGAJBEYesu3bnqIdjn3hSN+J32/jXTjSyKol3pM7mvGN83XjQoqd/N7eFrGj/Hhvc+6o5+472sY8TiCAAAIIIIAAAggggAACCCCAwBIJDNSDKHQaqB8nJ4MAAggggAACCCCAwLIVGO2LxzJeb5t5KWryuHNHPb/2Ohc53aabb5mvlFJEnEuKUFJ0FevopAhp5509k9NkbbYZRU4ZhNUyEmC3CCCAwHAJbHvYU6tiJ7/xxqn7XTfFO7AcKa+VkpOkGedeoH/+9zfk9/MS9fd1j7nfDMWtjEWaF/dzUlu1jdU2kyKAAAIIIIAAAgggMIYC7AoBBBBAoJ8EKHTqp58Wx4oAAggggAACCPSSAMcydAKjfeFYxuttM69/2enc4fu4dVx7fVXkdNO0B0ZmesizOHXM3KnG5E5Hj9ppdU09YXttvtkq3kgggAACCCCAwBgKbHv40zT5/c/Pe8zvvH5D9ntwdJz6/TvemOWY/rW/jVrs5PuNFt552ebc4b7berSN1beTI4AAAgiMkwBPgwACCCCAAAIIIIBADwlQ6NRDPwwOBQEEBkuAs0EAAQQQQGCQBEb7orGM19tm7kImjzmcO+r5ddfP0fFTb9e/pj2gapKIaqYI+7kvpe4/aScXOU2ZrM03p8hJ3BBAAAEEEFhGAtse+XRNPuYF8f4rpZQkRXjJkVfyzZtmfO1v+tf/nDvUMzvZgkAAAQQQQAABBBBAAAEEEEAAgfERmKhCp/E5O54FAQQQQAABBBBAAAEEllrARUltOynj9baZl6Imjzt31PPr/z5Hx029Tf/81zx1J4uItjtlhJ800hjwJu24o2dymqwttqDIyTQEAn0iwGEigECfCrjYafv3Pz/eg/1mHFEt8vt4rPJZ5RmeIpv+1b/qX+9qL3by/UeLeGjsqpq50bnD93Vbj7ax+nZyBBBAAAEEEEAAAQQQmHABDgABBBAYNwEKncaNmidCAAEEEEAAAQQQQKAp0Pv90b5YLOP1tpmXoiaPO3fU87/fMEfHnXi7/vmvBwLCs0PI80XEKiklh6SkuCXtuONqmjplsrbckiKnAGFBAAEEEEBgXAS2PeoZmvy+F8RzxRtytSglJ1WklJRiq1czvjJ6sZM/Azj8OaAZfngZc+5w32092sbq28kRQAABBBDobQGODgEEEEAAAQQQQGCsBCh0GitJ9oMAAgggMPYC7BEBBBBAYEIFRvtCsYzX22Ze/zLTucP3ceu44R9z9MGpt+sfN87NMzlI1TQReWaIWPm+0eThHSavpqknTNZWFDlN6O8DT44AAgggMJwC2x79DE167/Pye3K8W1fv236Tjsjv1+U9PNoZX/kLMzsN56/J0p81e0AAAQQQQAABBBBAAAEEEEDgEQpQ6PQIoXrxbhwTAggggAACCCCAAALLSsBfXLbtu4zX22buQiaPOZq5+zfcOFcfnHqH/nHjPCX/S36mWHnJkZRS8qAmu8hpyvbaeitmcsogrBBAYCgFOGkEJlpgu7c/Mxc7+d05pVjnUH6/Tkqqbm6TXOx003u+Kb/nlyifCep9j9Wj2oeqQqpux9u76UjTNjaykQQBBBBAAAEEEEAAAQQQ6GMBDh0BBB6ZAIVOj8yJeyGAAAIIIIAAAgggMPQC5YvFetvM/QWmxxwld1uizOR0wz/mhmdHeWaIyOJrzbJEG+OdjiZvv5pOPGF7bbP1qvkeo6wYRgABBBBAAIFxENjuHc/Sdu9+blWIFO/T1Zt4vGePPPdD7+rTv/xnjVbs5M8IjyTKbn3fkpe2baxso0UAAQQQQACBgRXgxBBAAAEEEEAAgSxAoVNmYIUAAggggMCgCnBeCCCAwOILtH15WMbqbTN3MZPHHCV3W+IfN87R8SfdqRtumKtq8oeUG68d7iTFLSVtX4qctqHIKURYEEAAAQQQ6AmB7d75bE169/OkeK8u4ffu3FXO5JuzGV/+s6a971vM7GQQAoFxEeBJEEAAAQQQQAABBBBAAIHhEKDQaTh+zpzlaAKMI4AAAggggAACCCwg4CKlBQaiU8bqbTN3MZPHHCV3W+LGf87RB0+8Q9f9fU6eAKKsPA+EH+NWnVh3pO22XTXP5LRttPH0LAgggAACCCy9AHsYM4Ht/uvZ2u5/njMyA2O8e8dbeF7H23u08V4eSx6b/sU/6qb3tv8Zu/z+n9/7/ZiHhw/Y93HrqOfuO9rGPE4ggAACCCCAAAIIIIAAAggMqQCnPRQCFDoNxY+Zk0QAAQQQQAABBBBAYNECbV8WlrF628xdzOQxR8ndlrjxX3NzkdP1f5+nlJLSyKGkyCOSB2IV2yZtt6pOmrJ9LnbyKDE+AjwLAggggAACiyOw3X8/Jxc7xVt3fi9XrB0p2mosek6iP+NLf1rozE7+/DBaKG7eFk1e6nkeiFXbWAyzIIAAAggggAACCLQIMIQAAggggMAgCFDoNAg/Rc4BAQQQQAABBJalAPtGYCgE2r4kLGP1tpm7mMljjpK7LfHPm+bqg1Nv13XXzwvH7mwNkVVL9PPcD+51tO02q+aZnFzs5BECAQQQQAABBHpXYLv/ea62/a/nxDt5OcY8j1Pu5KyT1/Idpn/hj5r2/tH/jJ0/R4wW3qG3uXXUc/cdbWMeJxBAAIHFFODuCCCAAAIIIIAAAggg0AcCFDr1wQ+JQ0SgtwU4OgQQQAABBBDod4G2LwfLWL1t5i5m8pij5G5L/CsXOfnP1c2TkuKWlFJEZErVKkXicJHTSSdM0vaTVvUGAgEEEEAAAQR6TuDhB7Tdu54r/ym7eDuPJcUdHIo8It7zY10tMTzjC3/Uzcd8W+VzgtvyGaLk7reF4ubxaPJSz/NArNrGYpgFAQQQQAABBBBAAAEEEEAAAQQWS6D370yhU+//jDhCBBBAAAEEEEAAAQSWmUDbl4JlrN42c/dLlC8n3Za4adpcHXviHbrmurkqEzpIncgjfDae5MH9iK23XkUnnjBJk7dfzVsIBPpTgKNGAAEEhlRgu3c/T9u+41nxju4394hqye/5fu+PDZFHFh8Ipn/uD7r5AxQ7DemvCqeNAAIIIIAAAggMhgBngQACCCAw4QIUOk34j4ADQAABBBBAAAEEBl+AM+xNARcqNY+sjNXbZu6+C5qarccc0252kdOduchJKXmRkuKWlFJEZNWStM1Wq+pDJ0zSDhQ5VSSsEUAAAQQQ6EOB7d7zfG37jmfHkSepWpRSJIrwksMrafpnKXYSNwQQQGCABTg1BBBAAAEEEEAAAQSWtQCFTstamP0jgAACixbgHggggAACCIy7gIuUmk9axuptM3ffxUzN1mOOabfM0wem3qmrr50rz+DgVacTz+SIAT8upzG01ZaryH+ubofJzOQUHCwIIIAAAgj0tcB2732+tn77M/M5+L2+E+/7/hzgxp8FHM49Nv2zv9fNx573sD9j588J/jzhdrTwE3ibW0c9d7/Hg8NDAAEEEEAAAQQQQAABBBBAAIGlFOiDQqelPEMejgACCCCAAAIIIIAAAgsItH0hWMbqbTN3v3z5WG+dO26+dV7+c3W5yMnPmJLyvxSdHEkpRUTXRU6eyWnHHShyCg4WBBDIAqwQQKDfBSa97wXa+uhnKsWJpO7aTUrRS3kwr1JKmvGZ3+mWDy5Y7OTPE/XwZ4+2iJ3I424d9byt7zECAQQQQAABBBBAAAEEekWA40AAAQSWToBCp6Xz49EIIIAAAggggAACCIyPwBg9S/OLQO+2jNXbZu6+v3hsth5z3HKrZ3K6Q1dePTd/8dhR/OuUiGfJUztU/c03X1knHT9JO+1IkVPIsCCAAAIIIDBQApPe/0JtddQz8ucBz94UHwly7s8Qzj3m3B8Npp/z8GKnvK37GcKfMer9em4099066nlb32MEAggggAACfSGFJSxNAAAQAElEQVTAQSKAAAIIIIAAAggsVIBCp4XysBEBBBBAoF8EOE4EEEAAgUULNL8A9CPKWL1t5u6XLxrrrXPHrbfN0wdOujMXOXmfSkn5X4peRHQVA1Kstth8ZZ08ZXs9aieKnMQNAQQQQACBARWYdMyLtPVRz4yz8wcByZ8FUqry6Cnlf8o3Fzvdevx3Fvgzdv584ah/BnHeDO/AY24d9byt7zGi/wU4AwQQQAABBBBAAAEEEEAAgeEWoNBpOH7+nCUCCCCAAAIIIIDAkAs0v/gzRxmrt83c/eYXje6XyEVOJ96py6+cU03S4B2X8FQNEZ0Ib9xs05XkP1e3M0VORYgWAQQQGGsB9odAzwhM+sCLtNURT/cETvJnAYc/D3igE4k/HlQH29H0s36jW4//7gLFTm2fQTzWDO/DY24d9byt7zECAQQQQAABBBBAAAEEEOhzAQ4fgaEWoNBpqH/8nDwCCCCAAAIIIIDAMAg0v/DzOZexZlu2edzhgqZm6zHHrbfP07EnTddlV85VSp6bwY+Wkro3j+WQXOR08pRJevSjVu9unIiG50QAAQQQQACB8RSYdOyLc7FTfByQQ/lDQlJKEXEg0XidY/pZv9ZtU75HsVNosCCAAAIIIIDA0grweAQQQAABBBAYZAEKnQb5p8u5IYAAAgggsDgC3BcBBAZSwEVKzRMrY22tx0q4mMl5vXXuuO2OefrA1Dt06RVzYvcd+X5lZoYq7451Otpk42omp8fsTJFTYLEggAACCCAwVAKTPvgSbXnY0/JnBeUPC93PCKEQHxO8juHYEMudZ/xKt57AzE6BwoLAshVg7wgggAACCCCAAAIIIIBAHwtQ6NTHPzwOfXwFeDYEEEAAAQQQQKDfBFxw1DzmMtbWeqyEi5mc11vnjttd5HTinbrsynlSUtxSNI5IvSTnEUnaZJOVdMqUSXrsoylyMg2BAAIIIND7Ahzh2AtMOu6l2uqwpys+MEixSinFWt2b8yQPxFozzvy1bmVmJ3FDAAEEEEAAAQQQQAABBBBYtgLsvX8FKHTq358dR44AAggggAACCCCAwKgCLlJqbixjba3HSriYyXm9de644855OubEO3XJ5XPV8RN0V53o5dRj3dh4w5V0ygkUOXU5BqXhPBBAAAEEEFgigUnHv1RbvvWp8dj41FBN5RS5F3+CcCg+TUREOuOMX+m2qfwZO+sQCCCAAAIIIIDABAnwtAgggAACCPSsAIVOPfuj4cAQQAABBBBAoP8EOGIEekPARUrNIyljba3HSriYyXm9de64c/oDOuak6brkinlKKSn5SbqrlFLVj7EUsdGGK8ozOT3uMczkFBwsCCCAAAIIIBACk054mbZ869OUkj8tKNoIOXdUeXeTpn/6V7r9xO/Ln0FKND+juN8WipvHo8lLPfdAs+8xAgEEEFg8Ae6NAAIIIIAAAggggAACEyVAodNEyfO8CAyjAOeMAAIIIIAAAstcoO2LuzLW1nqshL9EdF5vnTvunPGA3n/inbr40jl5qgXfr+Oz6a5yP+fShhusKM/k9PjHUuRkIgIBBBBAAIGhE1jICU+a8jJt8eanjMzelD9DRM+TPHVyGx8ocqejOz/5C916IjM7LYSTTQgggAACCCCAAAIIIIAAAghMnMAEPTOFThMEz9MigAACCCCAAAIIIDDWAv6isLnPMtbWeqyEi5mc11vnjukzH9AxJ07XxZfNlTzNQkRKSUnlliKPSN0ipymTtMvjKHIqOrQINAXoI4AAAsMuMGnqy7Xlm59SMeTPFEnRKHkkJ5FFm1LSzE/+UredxMxOpiEQQAABBBBAAAEE+kuAo0UAAQQQWDYCFDotG1f2igACCCCAAAIIILBkAjxqCQVcpNR8aBlraz1WwsVMzuutc8eMbpHThZfOke+jTjxLp5Nzp9GLJfqxYf31PZPTdnoCRU5hwoIAAggggAACCxOYdOKh2uJNT467+BOFQ/Fpotatfd6Y8Ylf6LYPUewUOiwIIIDAIAlwLggggAACCCCAAAIILJEAhU5LxMaDEEAAgYkS4HkRQAABBBB4uEAuQGoMl7G21mMlXMzkvN46d8yc9YCOOWm6LrhkjpL/paRoIpJSilDcUoSSNnCR0/HbatfHr+EBAgEEEEAAAQQQWKTApJNeoc3/w8VO+QNFfKJIio8YUpIUSUpJSXGL1YyP/0K3n/wD+TNKieZnGPfbIvaQi7TdOnwftyWa/TI+sS3PjgACCCCAAAIIIIAAAggggAACbQKDVejUdoaMIYAAAggggAACCCAwwAJtX8yVsbbWY6NF+dLQ7ay75uv9J07X3y6ek6dXyHM2dTqRV5H3YdforrfuCjr5uG212xPW9AiBAAIILHsBngEBBAZGYPuTX6lN//3g+IzhJT5xjPJ5w1unf+xnFDsNzE+eE0EAAQQQQAABBBBA4BEIcBcEEECgRYBCpxYUhhBAAAEEEEAAAQQQ6AcBFxs1j9NjHmtrPVbCxUwO993WY9ZdD+j9J7nIaa5S/OsuSikpVjlSSkqSXOR06gnb6km7UuQUHCwIIIAAAgggsAQCk095VS528meLlGLdjZRS/rxRVu7N+NjPdMepP2RmpyVw5iEIIIAAAoMnwBkhgAACCCCAAALDKECh0zD+1DlnBBBAYLgFOHsEEEBgIARcoNQ8kTLW1nqsLeoFTs6rIqcZ+uuFc2L3nW54DoWI0u1Usy2ss84KOuV4ipwCiQUBBBBAAAEEllJg8qmv1iZvPEjxMaPaUyT5s4t7/gyi+PyRQ5r+0Z9S7GQXYlECbEcAAQQQQAABBBBAAAEEEBhAAQqdBvCHunSnxKMRQAABBBBAAAEEel3AX/o1j7GMtbUeK+FiJof7butx192eyakqckrxBClPn5C6WVJKOZWTdddZQacev612fyIzOYkbAggg0JcCHDQCvScw+bTXaNM3HlQdWHzwSCn5Y4eUFLeklCIi8zLjoz/Vnaf/iJmdjEEggAACCCCAAAIIIIAAAqMKsAGBwROg0GnwfqacEQIIIIAAAggggMAAC7hAqXl6Zayt9Vhb1AucnN89+wG976Tp+suFc+RJE3J4JgX3uq3342kW1l5zeZ1y3LbaY7cBLnJqItNHAAEEEEAAgXERmHz6a7TJGw7MU0n6s0d8DIncT92JjyERTiO87c4P/1h3nMafsQsOFgQQQAABBBBYUgEehwACCCCAAAJ9J0ChU9/9yDhgBBBAAAEEJl6AI0AAgYkR8Bd6zWcuY22tx+rhgib33dZj9j3z9b6TZugvF8yT50lI5UnyrAnRqxallLTWWtVMTns+iSKnwkSLAAIIIIAAAmMrMPnDr83FTiklJe+6u0rRS+478rakGR/5CTM72YNAYBkJsFsEEEAAAQQQQAABBBBAoNcEKHTqtZ8IxzMIApwDAggggAACCCAw5gIuUGrutIy1tR6rhwub3Hdbj3vuna/3nThdfz5/buzesyQ4Is1Lntcpz6LgbM01ltepx2+jvXanyCnzsEIAAQQQGHYBzn8ZCkz+yOu08ev299yS+bOIV/6U4s8kCzxtDEz3zE4L+TN2/gw0Wnhf3ubWUc/b+h4jEEAAAQQQQAABBBBAAAEEhkqAk+0xAQqdeuwHwuEggAACCCCAAAIIINAUaH7h5u1lrK31WD1c2OS+23rc6yKnk2boTxfMlfL0CEkpRUhKUkS1jkRrruGZnLbR3ruvJW4IPDIB7oUAAggggMDSCUz+6Ou1yesOkD+LeJVSqlJppFUeS5r54R/Lf8qu/lmn/vnH+WihuHlbNHmp5x5o9j1GIIAAAggggAACCBQBWgQQQAABBMZXgEKn8fXm2RBAAAEEEEAAgUqANQKPUKDti7Uy1tZ6rB7+ss99t/W49775eu9JM/SHv85RpxMH41An8ohu149zb/XVltepx22tffagyCloWBBAAAEEEEBgHAUm/+/rtfFr9o9njE8l8aElf2RxL+fdMeexYcZpP9KdH/mx6p95/Hmm9J2PFrHL/DnIrcP3c1ui2S/jtAgggMAiBbgDAggggAACCCCAAAIIjKnAcmO6N3aGAAIIjJEAu0EAAQQQQAABLfBlW/EoX7K1tR6rh7/Uc99tPe67f77ed9JM/eFvczwJQg4lP0OKxuE8IiWtsdryOu34bbTvnhQ5hQgLAggggAACCIyxwCPZ3eSPvSEXO/lTSioPiM8pyZ9cUgxERFfR1YxTf6TpH/0JxU7ihgACCCCAAAIIIIAAAggggEDvCIzlkVDoNJaa7AsBBBBAAAEEEEAAgTEScIFSc1dlrK31WD1c2OS+23rcP+dBvfekmfr9X++XOrF0w3n0oomB7hOvtupyOvX4bbTfXhQ5dUloEBhvAZ4PAQQQQKArMPnj/08bvXrf+KzSHShN96NLx60j7jH9lB9o+v9S7FSIaBFAAAEEEEAAAQR6XoADRAABBBBYDAEKnRYDi7sigAACCCCAAAII9JLA4B6LC5SaZ1fG2lqP1cOFTe67rcecuQ/qvSfN0O//Mid276kPpJRShKSkuCWllKKVVlu1mslpf4qcsgcrBBBAAAEEEJh4gcmfeKM2ftV++UCqTyyRxmeXpPiXnDuSUkqacfIPNONjP2VmpyBhQQABBPpfgDNAAAEEEEAAAQQQQOAhAQqdHrIgQwABBAZLgLNBAAEEEOhLARcoNQ+8OVb6bpvhwiaPua3H3LkP6j0nztBv/zyn+pN4nvago5z7/oo8erm/yirL6dTjttYBezOTk7ghgAACCCCAQE8JTP7kG7XRK/fNn1k68QHGn2OqiMP055n4jJP70Z3+oe9rxseHoNgpzpUFAQQQQAABBBBAAAEEEEAAgWERGNpCp2H5AXOeCCCAAAIIIIAAAv0j4C/lmkdbH3Pu8H3cNsOFTR5zW4+5c+frPSdVRU4pHpxSrHNIuckrxS1plVWW1+nHbaMD96HISdwQQGAgBDgJBBAYPIHJn/q3XOyUFP9SnF+EP85EN3dSSlUaveknfV8zPvEzZnYKCxYEEEAAAQQQQAABBAZZgHNDAIHhEaDQaXh+1pwpAggggAACCCCAQA8LuECpeXhlzG0J36fk9daFTe67LeH+vHkucpqp3/zJf67OczZFdPJ0B5FITh2KoZVXSjr9uK114L4UOdmZQAABBBBAAIHeFZj86X/XhofunT/P+CjL5xkP+DNQfLTxcERH00/8rma2FDv5fv7c5Ha0iB3E56Xa3vITebQKP67KWCOAAAIIINDTAhwcAggggAACCCAwMAIUOg3Mj5ITQQABBBAYewH2iAACCIyPQNsXZM2x0nfbjPIFndsSvs+8B1zkNEu/+dPcOJEUoTy7QUrOI7xEHotWXDHp9OO30UEUOYkbAggggAACCPSHwOQz/kMbHrpPfL5J8ucZpTjuSFJKOS0r96af+D3N/NTPF5jZyZ+b/JmptM7bIvZKsZMRBjo4OQQQQAABBBBAAAEEEEAA1G2rsQAAEABJREFUgX4RoNCpX35SvXicHBMCCCCAAAIIIIDAUgv4y7TmTsqY2xK+T8nrbflizm0Jb3/ggQf17hNn6Fd/nKNO/PPsBm48H4G3j/Q7HS2/vPTh47fWwfsxk5OdCQQQQACBhgBdBHpYYPKZ/6ENXraX4iNN/njjxJ91/JnHn3086M9CjulTvqMZn1zwz9j585PvX1rnbWECj7t11PO2vscIBBBAAAEEEEAAAQQQQKCvBDhYBPpEgEKnPvlBcZgIIIAAAggggAACgyfQ/ILMZ9gcK323zShfyLkt4fvMn/+g3n3SDP3qD57JSfIsBl5H4kUpJUkRsaywQtJHjt9Gh+y/trgtmQCPQgABBBBAAIGJFZh81n9qw5ftJX+88SqlVFIpMveSfEuaMfW7mvEpip2sQSCAAAIIIIDA4glwbwQQQAABBBDoDQEKnXrj58BRIIAAAgggMKgCnBcCCIwi4IKk5qb6mHOH7+O2GS5s8pjbEqXvmZx++fs5fmgOz2Dg2Qzc8ewGvp/7y8X/GvBMTk8+gCIn2xAIIIAAAggg0L8Ck89+kzZ4yZ5xAvHJpxMR2YIzOnUH4sPQjCkuduLP2FmEQGAMBdgVAggggAACCCCAAAIIIDAuAvHVxrg8D0+CAAKtAgwigAACCCCAwDAKVIVGC555fcy5w/dw2wwXNnnMbYnSf/dJM/Vzz+SUuvMWRJOUYlcOVVlsW265aianp1DkJG4IIIAAAggsewGeYTwEJp/zZm3wkr2UUlLyE3ZXKXoORdtdNHPKdzTz079Q+SxV2vKZyu1oobh5WzR5qeceaPY9RiCAAAIIIIAAAggggAACCAyDAOc4HgIUOo2HMs+BAAIIIIAAAggggEBXoO2Lr/qYc4fv7rYZ/hLOY24dzh3O/efqfvbb+yXPYuBQx6nXsbuSRxojHz5uaz31QGZysgbRAwIcAgIIIIAAAmMkMPkzb9b6L9ojPu3EDjsRkcWnoPhM5E6EPyPlpqMZx39bM8+g2MlKBAIIIIAAAgggMC4CPAkCCCCAAAJjIECh0xggsgsEEEAAAQQQQGBZCrDvwRFwQVLzbOpjzdz9eriYyX23jnr+ng/N1M9+N1dKSb65SUpOI9wmeSw6+sjx2+hpB1HkZAsCAQQQQAABBAZPYPJn36INXrRH98TiM5AiUukm+TNRSklOZhz3bc0685fM7CRuCCDQCwIcAwIIIIAAAggggAACCCxagEKnRRtxDwQQ6G0Bjg4BBBBAAIG+EHBRUvNA62POFxbNwibf12OO95w8Uz/57ZxqpoJOJz+Nmypz15lD+sjxW+vpB1PkZBUCAQQQQAABBPpKYLEOdvLn3qr1X7h7PCbP56Tqk1DuVnn+sFSNzvjgtzTrLIqdQocFAQQQQAABBBBAAAEEEEAAgYkWWOTzU+i0SCLugAACCCCAAAIIIIDA0gm4KKm5h/pYM3e/Hi5mct+to56/75RZ+slv5ijFE6QU626klLpjijZJsfafq3sGRU7ihsBgCnBWCCCAAAJNgVzs9II94lNQyqFYd5dIY8yfl5LksRnHfkt3nf0rZnYSNwQQQAABBBBAAIHeFuDoEEAAAQQodOJ3AAEEEEAAAQQQQGDwBSbwDF2U1Hz6+pjzhUWzsMn39ZjjvSfP1I9+fb88LUE1KUEn8ip8vzx/gbtxh9M/uJWeeQgzOTV/FvQRQAABBBBAYIAFUpKLndZ7/pPi01B8KIp1XiLNn5XiA1QscsSHKE3/wLm66xyKnQb4N4JTQwCBYRDgHBFAAAEEEEAAAQQGXoBCp4H/EXOCCCCAwKIFuAcCCCCAwLIR8BdozT3Xx5q5+/V48MEH44u3zsjMAt7mMcf7T7tLP/7N3Nh9kmchiO/xlJLzCCnyCFX56cdurWc9mSIncUMAAQQQQACB4RNYrip2Wv95T4pzj89GXnLkVYxJ/ggV62iTZhxzru76zK9HPn/5c5ejfA5zO1oobt4WTV7quQeafY+Nd/B8CCCAAAIIIIAAAggggAACCPS7AIVOi/4Jcg8EEEAAAQQQQAABBBZboO2LrPqY84VF/Qu1Zv7+02bpB7+8X53459kH3HTiCL0/VVMS5OEY0mnHbqVnP4UiJ1sQCCCAwCIE2IwAAoMqsPxy2v5zb9N6z31i/ozkz03VZ6ac5TGv/DHKIzPe/w3d9VmKnQb114HzQgABBBBAAAEEEBh6AQAQQKDPBSh06vMfIIePAAIIIIAAAggg0HsCueCocVj1sWbufj2ahU3e5jHHMaffpR/8co5S7D91126S+56OoBanfmArPWfMipziCVgQQAABBBBAAIE+FUgrlGKn3fzRSYrPTEnxL0nRSLGKIa+lWM94H8VO4oYAAgggMKQCnDYCCCCAAAIIINDbAhQ69fbPh6NDAAEEEOgXAY4TAQQQ6Aq4KKmbjjT1MecLiwcX9ufqTp+l7/3i/rxfzzbg/Xj2gTyjUwzkfp6KoKOT37e5nvtUZnLKWKwQQAABBBBAAIEQSCsur0mffYvWedau8uemKuLTVHyOinU15g9WOSSKnQKN5eECjCCAAAIIIIAAAggggAACCEyoAIVOE8o/PE/OmSKAAAIIIIAAAsMg4C/LmudZH2vm7tfjwYUUOX3gw3fp+7+oZnLyc+TJBzztgCLzkiOvdPL7ttDzn76u70YggAACCCAwrgI8GQK9LrDcyivmP2O37rN2lfJnqdKk6EbooVuKdKZndvocf8YuKFgQQAABBBBAAAEEEEAAgREBEgQmUoBCp4nU57kRQAABBBBAAAEEBkbABUvNk6mPOV9YLKrI6bs/n7PA7j3xQCfPNhBZteRZCD703s31gmdQ5LQAVu90OBIEEEAAAQQQ6AGB5Vapip3WecYu1dHEZ6mHZnSqhrz2sD+/zXzv13XX534jf16rh7e573a0yPvxjJtOIny/aEaWZn9kAwkCCCCAAAII9LMAx44AAggggAACy1CAQqdliMuuEUAAAQQQQGBxBLgvAv0r0PYFVX2smbtfj/IFmVuHt7l1HPvRu/Rdz+SUpBT/vFbcUo5q7WFnJ793C72QIqeQYUEAAQQQQAABBBYusNyqK+WZndZ5xhPkz1JepZSqtLZOKUnRn/ner+nuL/yWYidxQ2AsBNgHAggggAACCCCAAAIIILDkAhQ6Lbkdj0RgfAV4NgQQQAABBBDoSQEXJTUPrD7mfGHhYiZvd+uo5y5yOu+nc/JMTR4fmcEpnrDMMODZBzyx04nv3lwvfCYzOQUNCwIIIIAAAv0twNGPm8Byq62sSZ97m9Z+qmd2ik9anYj87P6klT9l5c9hOYuhGe/6KsVO2YcVAggggAACCCCAAAIIIIDAUguwgyUWoNBpiel4IAIIIIAAAggggMCwC7j4qGlQH2vm7tejXthUxj3m+OD/3q3zfjZHnkQgKf45qT1ZijylvNZJ79lcL34WRU5BwjIEApwiAggggAACYymw/Oora9Ln36a1n7aLUkpKtZ07Tymv5Q1OZ777q7r7i79jZidxQwABBBBAAAEElq0Ae0cAAQQQQGA0AQqdRpNhHAEEEEAAAQQQ6D8BjngcBVyY1Hy6+ljJ3baFi5k87rYZH/zfu/Ttn96fJw/wbE1+nk7H64fCXc85cOK7NqPI6SEWMgQQQAABBBBAYLEFll9jFXlmp7We8rjy0SvvI3/eyh/CIovFg/78NvN//k+zv/TwYqfymc73GS3KPtw6fD+3JZr9Mk6LAAIINAToIoAAAggggAACCCAwtAIUOg3tj54TR2AYBThnBBBAAAEExkag7Quo+ljJ3baFvwTzeGlL7v5xH3OR09w40CTPHFDCMwgkd5xIznTi/2yulzybmZzEDQEEEEAAAQQQWEBg8TvLr7mqJn3+MK39lMfHg1OE8uetlJxHxKK4pZSUUtLM//mKZn/59wvM7OTPdA5/pnM7WsRuun8Sz5kWyD3ix7klEEAAAQQQQAABBBBAAAEEEEDg4QIPFTo9fBsjCCCAAAIIIIAAAggg0BBo++KpjLldVJQvvuqtc8fxH79b3/zx3OrLLs8e0PEXX45OHot1bn1IU/57M730ORQ52YJAAIHFFODuCCCAAAKtArnY6XNv01qHPCZvj49i1Wevts9lMTbjv76s2f+3YLGTP9OVWNjnQj+Bt7t11PO2vscIBBBAAAEEEEAAAQQWS4A7I4AAAgMqQKHTgP5gOS0EEEAAAQQQQACBJRNY2KOaX0D5vs2x0nfbDH/p5bF669xxwidm69wfz1FKisirSGJxKq8iJGdykdPLnkuRk7ghgAACCCCAAAJjLLD82qtp0hcO11qHPDZ/7kopPoPlkKqm25dyf+Y7H17s5M97Dn/GcztaKG7eFk1e6rkHmn2PEQgggAACYyfAnhBAAAEEEEAAAQT6U4BCp/78uXHUCCCAwEQJ8LwIIIDA0Aq0fdFUH3PuMJDbZpQvuuqtc8eUT87WN350v9TJSzVzQLfTiTHv0123J/zXZno5RU6mIBBAAAEEEEAAgWUi4GKn7T5/mNY86DELfi6LZ/MMmzEYWSzdz2m52Okrf1jgz9j5M16J5ufCej/2Ervr7ig63hbNyNLsj2xY9gnPgAACCCCAAAIIIIAAAggggEBPClDoNKY/FnaGAAIIIIAAAgggMIgCbV8w1cecO3zubpvhL7k8Vm+dO1zk9PUfzomHenYAKdZKKa9zZySNoRPeuZkOfR4zOYkbAgggMOECHAACCAy6wArrrK7tvnCY1jrYf8YuSdWilJykkVZxSxGz3vEl3fPVPy5Q7OTPfw5/5nM7WsTDKXYyAoEAAggggAACCCCAQM8JcEAIINCLAhQ69eJPhWNCAAEEEEAAAQQQ6BkBfyHVPJj6mHOH7+O2GeWLrXrr3DHlk3fraz+8X3lmgFh3l+qLLk/l1FHkjo6Oe/umesXz+6TIyRgEAggggAACCCDQ5wIrrLuGtvv84VrzgJ3jA1ks+bNZXsVntG4bH+D8Wc4x8+1f0D1fW7DYyZ/5SjQ/J9b7pnLfraOet/U9RiCAAAIIIDDhAhwAAggggAACCCAwAQIUOk0AOk+JAAIIIDDcApw9Agj0j0DzCyYfeX3MuaOMO6+Hv9Ryv946d0z99Gx97Ydzlbr/FG13UUopuo6qOf4dm+mVL6DISdwQQAABBBBAAIFxFlhhvTW03RcO15oHPjo+oynCn9EiFLdokh76p8hnHv0FzW4UO/nzoMOfAd2OFoqbt0WTl3rugWbfY0RvC3B0CCCAAAIIIIAAAggggAACYy9AodPYm7LHpRPg0QgggAACCCCAQE8ItH2RVB9z7vDBum1G+SKr3jp3nPjp2frq9/3n6qRO7MAzAOQsOrFUMwR4S3Q+ePSmehVFTqHEggACCCAwYAKcDgJ9I7DC+mtqu88fpjX227n6nOaZN3308VmtNCOf52Jg1tFf0D1ff/jMTv686M+CbkeLeHj1HE4ifL9oRpZmf08Nh1AAABAASURBVGQDCQIIIIAAAggggAACCCDQmwIcFQJjLkCh05iTskMEEEAAAQQQQACBfhdo+wKpPubc4fN024zyBVa9de446Yx79JUfzJE8a5OkJEVU60i8KKWq7yKnV7+QmZw0lDdOGgEEEEAAAQR6SWCFDdaqZnbaf+f8WS2l+LzmiIOMTCn+KUe1nnXUF3TPN/4kf/6rhz83uu92UaHuzffrprlp9vMgKwQQQAABBBDoUwEOGwEEEEAAAQQWV4BCp8UV4/4IIIAAAgggMPECHAECy1Cg7Yuj+phzhw/BbTPKF1f11rnjpDNn68vfu195EoBqJf+//x0jMzp1Iottxx65sV7zIoqc7EwggAACCCCAAAK9ILDChmtp288frtX32Sk+z8UnuPjMFuuHf56Lg/VnxFlHfE73nLv4xU7x8Lx4HzmJVT2Pbn5+twQCAy/ACSKAAAIIIIAAAggggAACDQEKnRogdBEYBAHOAQEEEEAAAQSWTKD5BZL3Uh9z7ijjzuvhYib3661zx4fOukdf/u5cKVX/f38lxS1FU4Uiy0uSjj1qE732xeuJGwIIIIAAAgggsDABto2/wIobra1tv3C41tjnUYqPdUrxTxGljdSLUkoxnORip3u/+eclmtlJcfNny2jyUs890Ox7jEAAAQQQQAABBBBAAAEEEBg8Ac5oQQEKnRb0oIcAAggggAACCCAwpAJtXxTVx5w7zOO2GS5m8li9de5wkdOXvjMnHpqna1KsVVbOPRNAHojOMUdsrNdR5BRWLAgstQA7QAABBBBAYJkIrLjxOrnYafW9dlK51T/PxUe67oxLkcUy87DP6t5v/oVip4JFiwACCCCAAAIIjK0Ae0MAAQQQGDIBCp2G7AfO6SKAAAIIIIAAApUA67qAC5Tqfef1MeeOMu68Hi5mcr/eOneccs69+tJ350hJUkqxRChuKUIp/ikiSbF2kdPrX8JMTuKGAAIIIIAAAgj0uMCKm6yTi53W2GvH+BSniOrzXCRelFKtH+mswz+je79FsZO4IYDABAjwlAgggAACCCCAAAIIDJYAhU6D9fPkbBBAYKwE2A8CCCCAwNAIuECpebL1MecO38dtM1zM5LF669xxyjn36PPfvl+djrrRiTYi76xaued4/2Eb6Q0vpcjJKgQCCCCAAAIIIDBuAkvxRCtuuq62+cLhWm3PHeTPc/GJryz5M1+sqn7+LNjRrLdR7LQU3DwUAQQQQAABBBBAAAEEEEAAgSywRIVO+ZGsEEAAAQQQQAABBBDocwEXKDVPoT7m3OH7uG2Gi5k8Vm+dO079zL36/HlzJf+/+VNpqiTWMaC4Jfnf+w/bWP/vZRQ5BQgLAgj0mACHgwACCCCwcIEVN1tP237hCK2xxw5xx6T4cOdFKTl3xFBu8kqz3naO7j3vr/wZO3FDAAEEEEAAAQQQ6CUBjgUBBBDoJ4Hl+ulgOVYEEEAAAQQQQAABBMZKwAVKzX3Vx5w7fB+3zXjwwQflMRc1lda545TP3KPPfntO3l793/i9F0f+v/Mr1nnYI+9920Z6I0VOpiAQQAABBBBAAIG+FFhx8/W0zReO0Oq7b5+P35/1/j975wEgSVH18feOeBw55yxRclJBJIuIovih5JyTJAEREFAR4chBcg5GBAFBSSogiCCCEkSREwmCZG4vbZiv/tXTuzU9M5tuw8zur7df16tX1dVVv+6ZrZ56Xa3+YezwhYhm9+xMCMqHh1xtk3F2CiRYIQABCEAAAhCAAAQgAAEIQAACfScwpu+7DNoeFAwBCEAAAhCAAAQgAIEhIZANPFUeKrVJlyiHwqLImUm2NJQuOfe6SXb97dPMw87ucWsxCHEp7q7AtDnp0AVtvx2ZyclYIACB0UaA9kIAAhAYcQRmWny+zNlpvY+Zh9a5x60p0qkGk5cNH8jZ6Y4nmdnJWCAAAQhAAAIQgAAERjABmgYBCEBgUAjg6DQoWCkUAhCAAAQgAAEIQKBRCchBqVi31CZdojwKiyJnJtnSULrk3Ota7NrbppqVShb/Qhj18pP82i8TsxMPXsD236mWk5OOjEAAAhCAAAQgAAEINBuBmZaY35a68Qibbd3lQxcw7wDGrmGMx36geomhjxhS7YNDrrLJd+Ls1GznmfpCAAIQGDgClAQBCEAAAhCAAAQg0B8CODr1hxr7QAACEIDA8BHgyBCAAASmg4AGl4q7pzbpEuVRWBQ5M8mWhtIl510/ya69bZp2NXM9qx/EzaRbCIMpBJly4iEL2gE74+RkLBCAAAQgAAEIQGCEEZh5yczZady6y5tlHcBykPUDLSxu+jPzkll8jR3OTlZzwQgBCEAAAhCAAAQgAAEIQAACEKhBAEenGlCa2UTdIQABCEAAAhCAAARqE5CDUjEltUmXKI/CosiZSbY0lC4574ZJdvUvploYq9LuUaSXtJFVoSTo3zpoATsQJ6fIiA0EIAABCPSfAHtCAAKNS2DmpRbIZnZae1kL3T9Tn7DcFSxXOsaUZKWODvvo0Ktt8l1/5jV2ZToEEIAABCAAAQhAAAIQgEAXATQIQKCaAI5O1UywQAACEIAABCAAAQiMMAJyUCo2KbVJlyiPwqLImUm2NJQuueDGyXb1rdPMPXsyX2VIPGzc4zakKWJ2wkEL2kG7MJNToDHYK+VDAAIQgAAEIACBYSUw89IL2lI3Hmmzrb1s7AuqWygxC/3DTJEWxK3UXrIPD7nKpvzqKZydjAUCEIAABCDQJwJkhgAEIAABCEBgFBLA0WkUnnSaDAEIQAACo50A7YfA6CIgB6Vii1ObdInyKCyKnJlkS0PpEjk5XfnzqWHXkilP9mx+iFqIh0C2kKDVvnngAnbwrjg5BSysEIAABCAAAQhAYFQQmHmZzNlp7JrLhP5g6B/GzqLCqIQeo0V72Jq1ddiHB19pU+7G2WlUXBxD1kgOBAEIQAACEIAABCAAAQhAYOQRwNFp5J1TWjS9BNgfAhCAAAQgAIERQyA6GhVak9qkS5RFYVHkzCRbGkqXXHjzZItOTq693dyDSI2S6e5uIcGOP2B+OwQnJ2OBAAQgAAEINBQBKgOBISAw87IL2ZI3HGFj11jGLHQNLSxeVly6+ouKK9IuZ6erbMo9f2Fmp8CGFQIQgAAEIAABCEAAAhCAwIAQoJARRwBHpxF3SmkQBCAAAQhAAAIQgIAIyEFJYSqpTbpE6QqLImcm2dJQuuSimyfb5T+dGp/CzzfKmz2brxLjc/nxCf1j95vPDtt9vszIFgJNRICqQgACEIAABCAwMARmWX4RW+rGI2zW1ZYqF5j1GrUtxc5k0LLVSq1t9uFBV9rke5jZqQyLAAIQgAAEIACBQSZA8RCAAAQgAIFmI4CjU7OdMeoLAQhAAAIQgEAjEKAODU5ATkfFKqY26RLlUVgUOTPJlobSJRffMsUu+9k0c/cgoQQPYm7uQaSWxUN43P7z29f3wMkpoGCFAAQgAAEIQAACo5rALB9b1Ja68cjM2Sn0GwVD/UU3D2qQbDX3oLS128SDr7Ipvx6YmZ3CASpW9XMrDEQgAIHuCJAGAQhAAAIQgAAEIAABCDQYARydGuyEUB0IjAwCtAICEIAABCAwfARqDdykNukS1VBhUeTMJFsaSpdc/KPJ9sOfTDErlcIqCaWUgpj0IFIlIf2YfefDyUksEAhAAAIQgAAERjABmtYXArOssKgteeORNsuqS4TeY+hShp3V74xa6FOGLmTsY4aNlaa12UcHX2lTfvP0dL/GTseQhMN1rsV4ZwIKBCAAAQhAAAIQgAAEIAABCECgikBjGXB0aqzzQW0gAAEIQAACEIAABKaDQK0Bm9QmXaJDKCyKnJlkS0PpkszJKZvJydzDGkQFebZx0590s2P2nd+O3JOZnDIabCEwignQdAhAAAIQgECBwKwrLhadnWZddcnQewyJoV9p0jxso8SNxWVae+bsdO/0OzvF8gob9XsLJqIQgAAEIAABCEAAAv0hwD4QgAAEIDCkBHB0GlLcHAwCEIAABCAAAQhAICcw0GGtgZrUJl2i4yosipyZZEtD6ZJL4kxO0+LD9to/PmVfKs/gVJJFusTs6L3ns6P2wslJVBAIQAACEIAABCAAgWoCs660eHR2mnmVJUKiOpNBsjV0M8uKUtTfnNIaX2M39b5nBmRmp1Bsxar+b4WBCAQgAIFBIECREIAABCAAAQhAAAIQGEgCODoNJE3KggAEIDBwBCgJAhCAAAT6QKDWAE1qky5RkQqLImem1KZ4LnpV3SU/aTXXn6uEIO7mLpEexKR7dHKSo5MsCAQgAAEIQAACEIAABOoRmHXlzNlp1pWXCFncQndSq7lnelDC6uZmVpoyzSYefKVNvf+vODsFHqwQgAAEIAABCEAAAhCAAAQgMLoJNKmj0+g+abQeAhCAAAQgAAEIQKCLgByUumKZltqkS5SisChyaMpt0lP54U8m20U/mhqfrC9Z+NNT9UGCIayKh1JLQULakXvOa8fsPZ8iCAQgAAEIDBgBCoIABCAwcgnMusoStsSNR9osKy1moTsZ+pchKPc1FYl9VDU/9Dc7Jk3NnJ0ewNlJSBAIQAACEIAABCAAgZFGgPZAAAIQ6D0BHJ16z4qcEIAABCAAAQhAAAINRkCDP8UqpTbpEuVR2J2kDk7SL/3pFLvoR7VncjL3sAZRwW525J7z2Tf2mU+xoRWOBgEIQAACEIAABCDQ1ARmXXVJW+LGo6KzU+hixj5m2JjE3c0tX9xKLTg75TQIIQABCIw6AjQYAhCAAAQgAAEIQKCTAI5OnShQIAABCEBgpBGgPRCAwMgmIKelYgtTm3SJ8iisJXJokl1hKpf9bIpdeMu0sGvJ9BeUbC1lQfqE/RG7z2vH7ouTU5kMAQQgAAEIQAACEIBAHwnM+vHM2WnmFRYN3czQ4QxrUMKa9kSj0UoTp9jEg660qQ/+jdfYJZxRIQABCEAAAhCAAAQgAAEIQGD0EMDRafSc62JLiUMAAhCAAAQgAIGmJSDnpGLlU1tRV7wocmySTWEql/98ql1w8zTLHp/3ELhZ3Lq5W7YExd3tiD3mteP2w8kpg8IWAhCAAAQalADVggAEmoDArKstlc3stMJiZupzhr6mu0dVm0xzi0vLFGs5+Aqb+lucnSIPNhCAAAQgAAEIQAACEICACCAQGDUEcHQaNaeahkIAAhCAAAQgAIGRQUDOScWWpDbpPYkcm5RHYSqX/3yKnXfTVNPz8vlGz9Erb2dYCqlBDt9tHjseJ6fiqWjCOFWGAAQgAAEIQAACjUFg1tWXtiVuPNJmXm5hs9DfzPqgoW7qfobOadYfDUnB1PHhZGthZqdAghUCEIAABCDQWwLkgwAEIAABCEBgpBDA0WmknEnaAQEIQAACEBgMApQJgQYjoMGeYpVSW1FXvChybJJNYSpX3DrVzrup1dzdvPMgHvQgXjYoLcjhu81r39yfmZzKVAggAAEIQAACEIDXBH3qAAAQAElEQVQABAaIwKxrLGNL3HS0zbz8Iubu5p3letCDeGZwdyt9NNkmaman3z3La+wyLGynhwD7QgACEIAABCAAAQhAAAIQaBICODo1yYmimo1JgFpBAAIQgAAEIDB0BOScVDxaapPek8ixSXkUpnLlL6bauTdOC8WXTOmloGVriFtXTOphu8xjJxyAk1PGhy0EIAABCEBgdBCglRAYSgKzrrmMLXHjUTbTMgup+1k+tPqkkiyqPmvU4sxOV9hUnJ0iDjYQgAAEIAABCEAAAhCAAASmhwD7NgcBHJ2a4zxRSwhAAAIQgAAEIDCqCXQO5CQUUltRV7wocmySTWEqV9021c6Rk1N8Ot7NPYiO49nGzYPiYet22K7z2LcOxMkpAGGFQEoAHQIQgAAEIACBASYw61rLmmZ2mmXZhSx0RMPqZmFrYYla6LMG1Uzhh5Nt0sFX2LSHnuv1zE4WFvWNJUGNzv5pKD2XPE8eJ4QABCAAAQhAYNQSoOEQgAAEIACBhiCAo1NDnAYqAQEIQAACEIDAyCVAy6aXQK2BldQmvSeRY5PyKEzlyl9MsfHXTwsDO6GW8QH5UtCDhGj2+Lz0IKWSHbLz3HYiTk4ig0AAAhCAAAQgAAEIDAGBWdde1ha78WibaakFQ9c09Em1DX3WsMY+q4V4UMJaso73J1nLQb13dlKfWP3jXNQc6WkoPZc8LY8TQgACtQhggwAEIAABCEAAAhCAAASGggCOTkNBmWNAAAL1CZACAQhAAAIQ6IZArQGV1FbUFS9KPoijMJWrb5tqZ9/YGh+C14Pwpkfjw8bdwzavlHS3Q3eex046iJmcciqEEIAABCAAAQhAoM8E2KFfBMaus5wtftPRNvNSC4Y+auibelaMu5QgWstSer/FWjSz08PP92pmp6wki45S6kMrXgxlyyVPy+OEEIAABCAAAQhAAAIQgAAEIACBKgJDYMDRaQggcwgIQAACEIAABCAAgb4TqDWQktqk9yRybFIehalcfftUO+uG1jCqE9cwuBPqp0fjrRT0ICGarSU7eKe57eSDcXLKeLCFAAQGiwDlQgACEIAABOoRGLvu8rbYTUfbTEsu0Jkldl0VC0qpLKEra6V3J2avsXvkhR6dnfL+sfrLucQiVWBQZAtBxVrLVpGBCAQgAAEIQAACEIBAtwRIhAAEIACB6SeAo9P0M6QECEAAAhCAAAQgAIEBJlAYQImlp7airnhRNHAjm8JUrvnlVDvr+tZYprlb/PMQjeLmHiREzc0O3nEe+zZOTqKBQAACEIAABCAAAQgMI4Gx630sc3ZaYgF1U6PE6qjvGiXEQv/VQoqcnSYffIW1/uHvPTo7qb9s5UW6RNFiKFsueVoeJ4QABCAwgAQoCgIQgAAEIAABCEAAAj0SwNGpR0RkgAAEINDoBKgfBCAAgZFFoNbASWrLdYX1RI5NSlOYyrV3TLUfXNcaZ23SXE7Kk0lgWJKUYprUg746t51yCDM5BSqsEIAABCAAAQhAAAINQGDs+pmz04yLzx/7rOrPBiWs6sOGCqoTa9JL1v72hzbpoMut9dGenZ3UX1afOJRQLisWFPXcpjCVPH9qQ4cABCAAAQhAAAIQgAAEIAABCAwFgZHv6DQUFDkGBCAAAQhAAAIQgMCAEKg1YJLacl1hPckHahSmct2d0+yMa7tmcjJzcw/bslgIQ8zc3Q762tx26qE4ORkLBCAAgWYiQF0hAAEIjAICYzdYIZvZafH5Q2tDB1ZrWSyEFjYexazj7Q+t5aDLrPWxF3s1s5P61xYWhZKg4uwkCAgEIAABCEAAAhCAQGMRoDYQgMCoJ4Cj06i/BAAAAQhAAAIQgAAEGoNAPpiS1ia15brCeiLHJqUpTEVOTt+/Zpplz6brCGUtBKWyZIkl23+Huey0EejkpFYjEIAABCAAAQhAAALNT2DsJ1aMzk4zLjqvqQ9b7M+WgjF0cWNDS//70CYd2LOzU953Vl9aOyqU5HoaSs8lz5PHCSEAAQhAYPgJUAMIQAACEIAABCAw0gng6DTSzzDtgwAEIACB3hAgDwQgMMwEag2QpLZcV1hPNDijNIWpXH/XNDv9mlYz17PtITCzTDMLirmHmJtZkP13mNu+exgzORkLBCAAAQhAAAIQgEBDExj7yZVssZuOMTk7ubuF1cwtLG7uQYJmnm2is9PBl9u0x7LX2KV95lxXmIr2zOO5nobSc1G+XG+CkCpCAAIQgAAEIAABCEAAAhCAQJMTwNGpyU/g0FSfo0AAAhCAAAQgAIHBI1BrYCS15brCeiLHJqUpTOWGX02z713dGipfiq/d0JPtUfTYuwVNa9DDavt9ZS773uE4OQVYrBCAAAQgMGoJ0HAIQKCZCIz9VObsNMPCc4e+bqh56Ntqiif1i8tqNIaesHX8932bfNDlNu2PL1p7e3vFq+yUX33oNJQedg7lhr3VWQ6R1BaiFWueVmEkAgEIQAACEIAABCAAAQg0KAGqBYHmJoCjU3OfP2oPAQhAAAIQgAAEmppArQGR1JbrCutJOigjPZcb7261717VavmT7B4Ut2xxlxZEa5D9/m8uO/3rODlldNjWJUACBCAAAQhAAAIQaDACYzdcOc7sNNPC81jo7pqFjbuHrZUX6UHcrPTWB9HZqfXxf0RHJ/Wv875zrqehdBWiUJLraSg9lzxPHieEAAQgAAEINC0BKg4BCEAAAhCAQEMTwNGpoU8PlYMABCAAAQg0DwFqCoG+Eqg1EJLacl1hPdHAjNIUpnLT3a122pXTNGdTGNFRzfRMu0S6TGU9BPtsP5d9HyenDAxbCEAAAhCAAAQgAIGmIzB2o1Vs0ZuOthkXnDvUPZuBKXRzg641xLNesSJWijM7XWatf8LZKQJh0y8C7AQBCEAAAhCAAAQgAAEIQGA4CeDoNJz0OfZoIkBbIQABCEAAAhBICMg5KYlGNbXlusJ6IscmpSlM5aa7p9mpV7Wau5ur5LBxaSFejoaYSzU5OZ1xBDM5RRhsIAABCEAAAhAYCAKUAYFhITD206vaojcdE52d3D30d0M1PEjQPIgFURiSys5Ol1vrE//snNkp71crzEV97Fy38qK41GIoWy55Wh4nhAAEIAABCEAAAhCAAAQgMAIJ0KRhJICj0zDC59AQgAAEIAABCEBgNBKoNfCR2nJdYT3JB10UpnLTPdPs1CtbzUqlsAYR4FKIWtCjTXqQoO/9pTntB0fi5CRECASGjgBHggAEIAABCEBgsAiM3XhVW+SmY2zMfHOE3m84SugHh05x0Mt9YWmhHxz72K+/a5MOvNRan3wpOjulfWrpMU/Im+q5TWEoPRStA2R9a8VTyfOkNnQIQAACEIAABEYTAdoKAQhAAAIQGDwCODoNHltKhgAEIAABCEAAAn0jMApy1xrwSG25rrCe5IMtClO5+ddycmoz02PqrsDNLSzljYeYkoLF9v7yXHbmUTg5iQUCAQhAAAIQgAAEIDByCMz2mY/bYjd/w2aYb46sUaEDnPaDTfEgCu3192zygZda258zZ6e8/533sdN4rmeFdjk3yS5bHkrPpZYtTyOEwKgnAAAIQAACEIAABCAAAQhAoN8EcHTqNzp2hAAEhpoAx4MABCAAgeYmUGugI7XlusJ6okEXpSlM5ZbfTLNvX9GWPVVeKoWRl7CGMGhBETdpJdN2r+3mtLNwchIUBAIQgAAEIAABCDQkASo1fQTGbrKaLXrzsTZm3tlDQeoDqxccVK1SowR76C93vPpOnNmp7al/dc7slPa3pUvU91ZYlFhkKCcNpeei/LlOCAEIQAACEIAABCAAAQhAAAIQSAn0V8fRqb/k2A8CEIAABCAAAQhAoNcEag1wpLZcV1hP8sEVhan86N5WO/nyNvNQG/ewLYu7R1vnJsT3/OIcNv5oZnIKqFghAIHmJUDNIQABCEAAAj0SmG3T1WzRm75hM8wzR+gOe8jvMQxdYgtKkBAPETez0qvvxJmdWvvg7BR2i6v67lKKoWy55Gl5nBACEIAABCAAAQhAoFcEyAQBCEAAAnUI4OhUBwxmCEAAAhCAAAQgAIGBIVBrYCO15brCeiLHJqUpTEVOTidd1hpGZ+JqpVIpKJkof9BCXO0o2W7bzm7nHDO/IggEIAABCEAAAhCAAARGPIHZNl/DFr7pGPO5Zoszn5Ys/Gn2JXWSQ5j2lzte+Z9NOfBSa/0LMzuN+AuDBkJgxBCgIRCAAAQgAAEIQAACo5UAjk6j9czTbghAYHQSoNUQgAAEhpiABk+Kh0xtua6wnsixSWkKU/nJfa124mVtoXg3PZUetuYetlGCKYQhFhSz3bedw877Bk5OxgIBCEAAAhCAAAQgMDoIlFs5bos1bZGbj7UZ5h6XWUIf2dRJDqG7RzXflF55u8/OTlmhFh2ppKvfnobSc8nT8jghBCAAAQhAAAIQgAAEIAABCECgPwRwdEqooUIAAhCAAAQgAAEIDByBWgMZqS3XFdYTOTYpTWEqP7m/1U64VE5O8XH0WOmolcI2rBZE+4XAdt1mdjvvWJycIiQ2EIAABCAQCbCBAAQgMJoIjNtyTVv4pm/YmDlmM/WTY9tDvznvL2e2UghK1vHv8sxOT79sef9b+VI9jyssisqWLQ2l55Kn5XFCCEAAAhCAAAQgAAEIDCYByoYABEYmARydRuZ5pVUQgAAEIAABCEBgWAnUGsBIbbmusJ5oMEVpClP56QNtdsIP2+KD59kz6B7bqq172IbVQujutuvnZ7cLjsPJKQLq/YacEIAABCAAAQhAAAIjjMC4rdayhW/+ho2Zc2zWstBXdnd1m83cwuLmHiRopX+/bVMPutRan5nQrbOT+uq5hN3iqriUYihbLnlaHieEAAQgAIFhI8CBIQABCEAAAhCAQFMSwNGpKU8blYYABCAAgeEjwJEhAIGeCNQauEhtua6wnsixSWkKU/nZA612/CWtppmaouhJdMVCJKzZKzOCLSi28+fG2YU4OfV0ukiHAAQgAAEIQAACEBglBMZ9du04s5OPm9XUX1Z/W11ndaeDIZhKmRq2Hf9606YeeKm1/bW+s1PeT8/KCfuGwnJdSKWnofRc8rQ83pghtYIABCAAAQhAAAIQgAAEIACBRiSAo1MjnpVmrhN1hwAEIAABCEBgVBOoNWCR2nJdYT3RgInSFKby8wfb7LhL8pmcypjjU+dulq3mLsVt58/Nbhcdz0xOxgIBCEAAAhAYLAKUCwEINCWBcVuvYwvffKzJ2cndzdWK8sZDzBWXhLTSy2/alAN+aG1/+zczO4kJAgEIQAACEIAABCAAgdFIgDZDoAEJ4OjUgCeFKkEAAhCAAAQgAIFmJCDnpGK9U1uuK6wncmxSmsJUfv5gqx17cVssXjM3RSVuFAuSrfEp9J0+O84u/iZOThEPm2EjwIEhAAEIQAACEIBAoxIY97mys9PYmS10ozWZU6hqKeiSoJZXpWlmp+js9OwrdZ2d8n67IUeEOQAAEABJREFU+vFFUVGypaH0XPK0PE4IAQhAAAIQaDYC1BcCEIAABCAAgaEngKPT0DPniBCAAAQgAIHRToD2j0ACtQYoUluuK6wnGiBRmsJUbv1tqx17SbtZfLzczd1Ni7ZuHtQg2Wo7bT27XXICTk4BCisEIAABCEAAAhCAAATqEhi3zbq20M3H2pixM1vsUoeNu4etdS4eNHe3kl5jd8APrf25+s5O6senEnaNq2xSiqFsueRpeZxwRBGgMRCAAAQgAAEIQAACEIAABAacAI5OA46UAiEwvQTYHwIQgAAEINBcBGoNTKS2XFdYT+TYpDSFqcjJ6ZiL2uNMTWETwJRCECRqFvWwjevXthpnP8TJKZBhhQAEIAABCECgOQhQSwgML4Fxn18vOjv5LDOFioQ+dilI0OJail3srL8d7B3/fCO+xq79+f9UzOyU9+HzUH156bmoLOm1QtlyyfPkcUIIQAACEIAABCAAAQhAAAIjhwAtGWgCODoNNFHKgwAEIAABCEAAAqOIQK0BidSW6wrrST4YojCVX/yuzY65uN3cLUjcmBY3/VnYmpkSze1rnx1nl36LmZyMBQIjiQBtgQAEIAABCEBg0AmM23Z9W+jm48xnmTn0qrN+djyoW4gHUX87ilnpn2/YVM3s9MKrnc5O6r+rn5+H0otiYZEtBJnjVFDyeFA711q2zkQUCEAAAhCAAARGLgFaBgEIQAACEOgjARyd+giM7BCAAAQgAAEIQKARCDRCHWoNRKS2XFdYT/IBEYWp3Pb7Njv6orYwmhJWPU0exCSx4ZmSb3fYcja7DCenSIYNBCAAAQhAAAIQgAAE+kpg3Bfk7HSs2cwzdnW5y4WoHx965HFVYseLr9nUAy6x9m6cndSv136pqDjFa4Wy5ZLnyeOEEICAGQwgAAEIQAACEIAABCAAgUoCODpV8iAGAQiMDAK0AgIQgAAEBplArQGI1JbrCutJPgCiMJXbH2qzoy5sDy3IHiOPD5BLDWJ6rlwGM2m2wxbj7IoTmcnJWCAAAQhAAAIQgMDoJECrB4jAuC9uYAvdfKyNmWnGUGLseIfQzN0t/rlZUIK4lV58PXN2+nv9mZ3Uvy/eB1hYZAsBMzsJAgIBCEAAAhCAAAQgAAEIQAACvSVQkQ9HpwocRCAAAQhAAAIQgAAEeiKQD06k+VJbriusJ/nAh8JUfvlQmx1xQXs28FEqxSfHYxA2KksGhSHFvrL5bHblSTg5pecBHQIQgEAlAWIQgAAEIACB3hMYt90nbMGbjzWbcUzodpc0gVPsl8f+d+iAhy55Z7zj76/Z1P0vsfYQpv155VU8DaXnotpIrxXKlkueJ48TQgACEIAABCAAAQh0R4A0CEAAAqOLQLhrHV0NprUQgAAEIAABCEAAAv0n0NOAQ56usJ6kAx/Sc7njkTb7+gXt5QfF3cwl5SDqIW5m2v7f5rPZVSdPp5OTsUAAAhCAAAQgAAEIQAACKYFxX/qkLXTzceYzzhD73eqGmzahE54FmRK2Vvr7azb1wEus7cXXLO/TK9R9QDGULRcdT3qtULZc8jx5nBACEIBAvwmwIwQgAAEIQAACEIDAiCKAo9OIOp00BgIQgMDAEaAkCEAAAkUC9QYacnsaSq8l6YCH9Fzk5HT4ee3xkKWw1b6mZ8hDJHtyXMYgYd1+s9nsapycAglWCEAAAhCAAAQgAAEITD+BYgnjvvxJW/Dm48zGuKkvnvfL1T3P9Gy2J+1Xev4/1noAzk5igUAAAhCAAAQgAAEIQAACEIDA0BDA0al/nNkLAhCAAAQgAAEIjCoCmeNRdZNzexpKryVyapJdYSp3/aHdMicnjwfQ1j1uzUIgVSJ9+03H2TXfZiYnY4EABCAAgaEiwHEgAAEIjEoC47b/VHR28jGhQx464nl/3ILi7uaiEkILWun5V631oB9a+z9eZ2YnY4EABCAAAQhAAAIQaFICVBsCEGgiAjg6NdHJoqoQgAAEIAABCEBgOAjIOanWcXN7GkqvJXJskl1hKnc92m6HnteWPRyurWZwCgdT3uxp8bCVrVSyL39mrF17ynwhlbVxCFATCEAAAhCAAAQgAIGRSmDcVzaMzk6a1il0x0PHPKxBUV89dNEVCU3X7E4l63j2FZt6wMXW/s83cHYKVFghAAEIjDwCtAgCEIAABCAAAQg0DgEcnRrnXFATCEAAAhAYaQRoDwRGAAENYtRqRm5PQ+m1RI5NsitM5a5H2+yw89rDuImb/ixsy6u5u5kF0Rrky5uMs2tPYSYnY4EABCAAAQhAAAIQgMAQEhj3fxvZgrccb+qaSzxs3LU1C6pZ2CgmsedetWlydnppFDo7GQsEIAABCEAAAhCAAAQgAAEIDBUBHJ2GijTHqSKAAQIQgAAEIACBxiYg56RaNcztaSi9lsixSXaFqfwqOjl1WEdHdoSSZnOKYnGrfaJWMvvixrOZZnIK4ylZZrYQgAAEIAABCDQVASoLAQg0N4FxO2xkC950XOyea6O+euimS40Nk57350t/e8WmHXCJtf/rv6Gvr/5+JtpH9wNpKD0XFSS9VihbLnmePE4IAQhAAAIQgAAEIAABCDQOAWoCgaEigKPTUJHmOBCAAAQgAAEIQKCJCNQbQMjtaSi9lqQDGdJzufuxNjvsgpJ1lDwSkQOTmwddYpkmY9C++JnZ7LpT5rMxWZKxQGAEEqBJEIAABCAAAQhAoOEJjPvqp22Bm441C/10dzf9WQgtLB4l25qCv/3bWjWz08tvWn4PoFD3DMVQtlxCMSa9VihbLnmePE4IAQhAAAIQaBICVBMCEIAABCAAgQEigKPTAIGkGAhAAAIQgAAEBoMAZQ4HgXoDB7k9DaXXknQAQ3ou9/yxzQ47v2RtbaU4iBG2nWF8JLwUt9H2hU+Pteu+PZ/NQI91OC4DjgkBCEAAAhCAAAQgAIEKAuO+trEtcMM3Yl9d/fighHRpQUqhI6+5WUMgteOZCdHZqWMCzk4BEmuvCJAJAhCAAAQgAAEIQAACEIBA7wgwbNQ7TuSCQGMSoFYQgAAEIACBASYgp6VaReb2NJReS+TUJLvCVH79eLsdel6HtbZnR9AD4B4f+dbWgzFIttoXPj1bdHKacYZgZoUABCAAAQhAAAKjnQDth0CDEBi342eis1Potpdr5KFHH0Sd+6DF1c3c3UrPTLBp+19k7Tg7GQsEIAABCEAAAhCAAAQgAIFeESBTrwjg6NQrTGSCAAQgAAEIQAACI5+AnJNqtTK3p6H0WiLHJtkVpiInp0POa7dpbeEIesQ7BHrgW4GkFCMlqfb5DcfG19XNNGOMsoEABCDQIwEyQAACEIAABCAwdATG7bSJzX/9MeUD5j159eWDZKvpniBsrPT0hDizU/u/3+I1dmViBBCAAAQgAAEI9J8Ae0IAAhCAAAREAEcnUUAgAAEIQAACEIDAyCXQq5bFgYgaOXN7GkqvJXJskl1hKr/5U7sden6HtbZ5fLI7bLRatsmCkGJm3unkNDNOTsYCAQhAAAIQgAAEIACBRiUwbudNbf7r5OyU9+Q9VDVItpq7RzEP5qdftrYDLrb2V/6Hs1PAwQqBQSRA0RCAAAQgAAEIQAACEBgVBHB0GhWnmUZCAAL1CZACAQhAAAJyTqpFIbenofRaIscm2RWmcu8T7XbIeR02dZrpge4gesS7FELFQ2hBSkFC+LlPzWrXfXtem2WmWrXBBgEIQAACEIAABCAAgekhwL4DTWDcLpva/NceHXryWX8+9PCzNXb5gy3080Ni1vd/6iVrO+Ai6/gPzk4DfR4oDwIQgAAEIAABCEAAAhCAwGgj0L2j02ijQXshAAEIQAACEIDAKCMg56RaTc7taSi9lsixSXaFqdz3ZNnJqdVNT3K7gmxjWqKqhCCf++RYu/7b89qsM4dMSkQgAAEIQGBoCXA0CEAAAhCAQD8IjNt1M5v/mqNDj179+CBao8RNLFH9fgs57Kl/xdfYdbz6NjM7GQsEIAABCEAAAhAYJgIcFgIQgMAIIICj0wg4iTQBAhCAAAQgAAEI9IeAnJNq7Zfb01B6LZFjk+wKU7m/7OQ0eZqOoEe648PdprxhI2NmCNrWn5zVrj9lXhs7SxgMCfFGXKkTBCAAAQhAAAIQgAAEIFCbwLjdNrf5rj4yJHb1+7M+f4gHq2Z1ikGIlp78Z5zZqR1nJyFBIACBBiRAlSAAAQhAAAIQgAAEGp8Ajk6Nf46oIQQgAIFGJ0D9IACBJiQQHY5q1Du3p6H0WiLHJtkVpvLAnzvskPNLNnmqm/4sbMuruXuIemf42U/MGmdymg0nJ2OBAAQgAAEIQAACEIBAgxOoW71xu29h8111lJnHNWw8qEHcLCimJd4KhEjpiZes/cCLrf21d5jZSWAQCEAAAhCAAAQgAAEIQAACEOgTARyd+oSrP5nZBwIQgAAEIAABCDQWATkn1apRbk9D6bVEjk2yK0zlgT+328Hnd1jLlFJ8cFt54tRNeno7StyY7FuuN7Ndd/I8Nm5WjX7UqhE2CEAAAhCAQDMRoK4QgAAERjeBcXtsYfNecUTo64c7gFK4H4giPUi4O9A9QLAGSGH7p39Y+/4XWvvr1c5OMV/YV/cZuZ6HYedQfrinkFIWpZXVzqCWrTMRBQIQgAAEIAABCEAAAtNFgJ0hAIHhJoCj03CfAY4PAQhAAAIQgAAEhpBAvR/8c3saSq8l+YCDwlQefKrdDrmgZC2T1SA3D4F73JoiUt1DPMiW689iN3x7XptjNrqjNloW2gkBCEAAAhCAAAQgMOIJzL7XVjbvFV8396zfrwZH1dzcXdEueeKf1r7/RdbxxrsVMzvpHiO/D0n13KYCcl1hHleYSp6W2tAhAAEIQGAICHAICEAAAhCAAAQgMMgEGFkaZMAUDwEIQAACEOgNAfJAYCgI1PuhP7enofRakg80KEzlt3JyOt/so0ldLdFz1iXLtgqiVirZ5uvOnDk5jaMr2kULDQIQgAAEIAABCEAAAiODwOx7f9bmuexws9D3jy3SjUBQ8mhQ4ypz6fEXrU3OTv99r1/OTrGg8kb3L2W1M6hl60wcJoXDQgACEIAABCAAAQhAAAIQgMD0EWB0afr4sffQEOAoEIAABCAAAQhMJ4F6P/Dn9jSUXkvk2CS7wlR+95d2O/j8kn002Sx9Rlu6R4vHhLC1zded1W789rw2J05OxgIBCEAAAhCAQBUBDBCAwAghMPs+W9s8l33d8tsBC4smdPLE4NEWto+/aHqNXceb/XN20j2KJBRneSg9l1q2PI0QAhCAAAQgAAEIQAACEBgWAhwUAtNFAEen6cLHzhCAAAQgAAEIQKDxCdT7YT+3p6H0WiLHJtkVSnL9d0+320Hnl+zDSXpgO5u/KScSn9COj20HLaybrj2z3fjteWyu2emC5owIIdA3AuSGAAQgAAEIQAACzUNg9n23tnl+eLjFWwIL9wpBCdvQgHBzUN7qviLcSdygm4sAABAASURBVFjpsb9b234XWns/nZ1CcZ1rVmZnNCq1bDGBDQQgAAEIQKAhCVApCEAAAhCAAAS6I8AoU3d0SIMABCAAAQhAoHkIUNOaBOr9oJ/b01B6LUkdm6Tn8vtnspmcPpzk4dhu7kGClq8eFPe4tU3XmcU0k9Pcc9D9DFhYIQABCEAAAhCAAAQgMCoIzL7f52yeHx4W2urJ/YKHuJm27nEbI/7Hv1vH/hdax1vv9+s1dvm9jIVFeggq1lq2igxEmocANYUABCAAAQhAAAIQgAAERjUBRppG9emn8aOJAG2FAAQgAIHRR6DeD/m5PQ2l1xI5NcmuUJLrv3+mzQ4+3+z9iWFgIj6QXYpPake1jFp6sNoma2UzOc0zJ13PMhoCCEAAAhCAAAQgMGgEKBgCjUZg9v23sbkvOTS5X9CdguZxClKSHiRbrfToC9lr7P73Qb+cndK2694ljUuvZZMdgQAEIAABCEAAAhCAAAQg0GwERnN9GW0azWeftkMAAhCAAAQgMGIJ1PsBP7enofRakjo2pfrDf+3odHLKH8C2oITVXESlhFD6JmtpJqd5bF6cnAKRxltfeukl22qrrWzdddetkL333tsmTpw4YBV+++237Utf+lLFMYrH7G188803t+22284OOeQQu/766+3ll1+Og2D9qWytem222Wb2/PPP96c49mkOAtQSAhCAwIgg0NLSYj/60Y9M/7M33njjzv+x66+/vm2zzTbRfvvttw97W0855ZTOuul/fX//z7a1tdljjz1mp556qm2//fa24YYbdpabt1l9g5tuusnefPPNYW83FagmMPsBn7d5Lj403C/oLkFiQQ8S7x1CPFvNPSiPvpDN7PR2/5yd8nsbC4v0EFSstWwVGYhAAAIQgAAEIDASCNAGCEAAAhAYwQRwdBrBJ5emQQACEIAABCAwOgnU++E+t6eh9C4pWa6njk253t7ebg//td0OOr9k73yYPX2tB7AlYcewhv2FPDPYp9ec2W48eR6bby66nMLSiHL//ffbu+++W1U1Ofo888wzVfZGMHzwwQf22muv2R//+Ee74IILbIcddjA5P8npadKkSY1QReoAgRFFQP8X/vSnP9nll18+otpFYyDQrAT0mXzooYeiA/H48eNN/6/T/3/qt7311lvR/s477zRrMzvrPXXqVLvhhhtsyy23tEMPPdTuuOMOe+WVV0z2PFPeZvUNzj33XPvCF75g++yzj/3tb3+L/dM8H+HwExh34OdtrosODhUpBQn3E2GrazqcqBjRbUQeLz3yXObsFG48dI5TUZ56EooMxWXlS5cor8JUatnSdHQIjHwCtBACEIAABCAAAQhAAALNS4BRp+Y9d9QcAhAYagIcDwIQgEATEKj3g31uT0PptUSDCLIrlOT6H57tsIPON3v3I8+etNbT1m5Bt7B4CIMETeun15jFbjp5Hpt/brqb4tGIohmbNDNCrbq1trbaww8/XDVIVCtvI9g++uij6PS0++6723PPPdcIVaIOEBgRBDQrynHHHRdnUHv99ddHRJtoBASancCDDz5oxx9/vL333ns9NmXppZfuMU8jZ9Csjfrffv7555v+1/e2ruq/Pv3003FWq/POO6/CKaq3ZRgZB43A7Ad9wea+8JBYvoete9hGsXA/EcTKcQvLI89nzk7vfhRn8NS5zSW/R1Fceiphz9iPlU26JNUVl9SyyY5AAAIQgAAEIAABCEAAAhCAQGMTGLCRp8ZuJrWDAAQgAAEIQAACI59AvR/qc3saSq8l+UCBQonyKPzDs5rJyeztD+LD1mGjp6SDhNUkYaO8UjdafWa76dvz2ALz0NVs5KtOM0Bo5qZ6dZSj0xtvvFEvuSHtEyZMsCOOOMKeffbZhqwflYJAsxDQTCmaJU0zpj3wwANxcDmtOzoEIDA8BDQL45VXXtkrx5055pjDFl544eGp6AAcVf/LDzjgAHvppZf6XZr6sHqV3bHHHmty8O53Qew44ATGHfwFm+uCg8MdhG4rdAcRJFuDTUoQHVVTPD30rJX2v8A66jg7xXuQkK8YZruXosOTdInyKEylli1NR4cABCAAAQhAAAKjmQBthwAEINCoBBh9atQzQ70gAAEIQAACEIBAHwjU+4E+t6dhUVdcosGgNMz1R5/LnJz+94FbfMDawuIe1CAuXeLm7pY7OS04ep2cAozGX3Vu5cikmZvy2s4777w2duzYPGqavUV5Og2DoHzyk5+07bffvk+ywQYbxIHbGWaYoWaNNAh86qmnWrM5adVsDEYIDBOBf/3rX3bttdda+jqsYaoKh4UABBICehXbP//5z8SSqfqf+PGPf7zz/+lWW21lK664oi244IJZhibb6n+4/pfrf3qx6rPMMoupfeecc4796le/snvuucd+/OMfx5nn6s1g9cgjj8SZH9va2orFER9GArMf8kWb+/yD4j2EmeeruUv3ztC0/P5ZKx1woXW891F0vtV9Sy7q16a64rlo11xXmMcVppKnpTZ0CEAAAr0gQBYIQAACEIAABCAAgWEigKPTMIHnsBCAAARGJwFaDQEIDAaBej/M5/Y0lF5LNDggu8JUHn22zQ48z+zN91Xzkh65trCNT0YrfylEJMFgn/r4THbTyXPbQvPSxRStRhYNIBadmHbaaSdbbrnlKqqtwcPBnAFBs8WccMIJ1he5+OKL7c477zS9uuewww6z2WabraLOishJ45ZbbgmXZbhAZUAgAAEIQAACI4CAHJ3UT0ubsuyyy9rPfvaz6JyY/z89/fTT7dJLL7X5558/zdoUupyRrrjiCtP/8mKFN9lkE7v11ltN7dt4442jI5faqP7LXnvtZT/5yU/su9/9rs0555zFXe22226z3/zmN1V2DINJoOeyxx26nc153oEhY+izaY0SN7EfF+83slQr/e6v2Wvs3p8Y0/RZyCXmCzcltcKwe8yvMBfly/U8rGXL0wghAAEIQAACEIAABCAAAQhAoLEIMArVSOeDukAAAhCAAAQgAIEBIpD/UJ+Gua5DSC+KBgpym/THnmu3A893e+t9N9dO2rpra+5uYRMkrEH91Gp6Xd3ctvB8tWfZMZaGIvD000/HGZvySmkmp7XWWss0G0RuU6hX2+kVd9IbTeTgtMcee9hFF11kmo2qWD85adUaJC3mIw4BCEBgWAhwUAj0g8Bbb71VtZccfJZYYokqe7MannvuObv//vurqv+lL33Jvve979lCCy1UlZYbxowZY1tvvbVdeOGFVX0D9W1vvPFGqzVLVL4/4fAQmP2wL9lc5x5k5mGNEjemxd1llhrCoP/ub1bSa+w+aKk7s1N+P5OGKiCPS5corjCVWrY0HR0CEIAABCAAAQhAAAJ9JsAOEIDAoBDA0WlQsFIoBCAAAQhAAAIQGD4C+Q/0xVA1kk2iwR6FEulFefyFDjvgfIszOZVMf3FvC6rWEJaCIUhYP7HqTHEmp0VwcgpMGn+dOnWq3X333RUV1WwIiy66qGl2hJlmmqkzTa+202th2tvbO21DofTlGKuvvrodccQRpsHNdD8NZOpVNakNHQIQgAAEIDCSCGjmonqva2vGdqpfKkfllpaWiuqvsMIKdvDBB5teW1eRUCey6qqr2vHHH1+VX6/906xYdXbDPIwExh3+JZvrnAPjfYaug6ioPqVws6EwSHZHEuK//au173OetX/QEmdqSu9jtK/iCosSioj5ZZcuSXXFJbVssiMQgAAEIDA4BCgVAhCAAAQgAAEI9IcAjk79ocY+EIAABCAAgeEjwJEhUEGg+EN8Hq8VyiZJf/yXLpFdIv1Pf++w/c8r2ZvveziWZ09Ph61JPG7DxkPM7ROrzmw3nzy3LTo/MzlZkyya5ag4yLfiiivafPPNZ8svv7wtueSSFS156qmn7L///W+FrdEictAqzkalOqru06ZNk4pAAAIQgAAEINDgBP73v//Zo48+WlFLOTLvuuuuVTM0VWSqEfnMZz5jm266aUWK+rmPP/54hY1I4xAY9/Uv21xnH2DubqY1hkExUzSIdInZmN/91UwzO304/c5O1tgLtYMABCAAAQhAAAIQgAAEIACBGgRwdKoBBVMzE6DuEIAABCAAgdFDQI5JaWvrxWWvJRrsye3SJbmT0xvvumVPUuvZ6UyioRT0sqy/8ox288lz2WIL4OSUnodG1x966CH78MMPK6q5/vrr2wwzzBAHEddbb72KtDfffNMafWak2Wef3TbZZJOKeivy8ssvV7VVdgQCEIAABEYCAdow0ghMmDChyrl6scUWs3XXXbfPTVW/ZrPNNqva77XXXjOcoKuwNIxh3BHb25xn7R9uO7ruOYIWb0sUhoR8NXvgaevY93xrLzs76b5G9zOSXFdYlLyxskvPQ+kIBCAAAQhAAAIQgAAEINCIBKgTBKoJjKk2YYEABCAAAQhAAAIQaHQCxR/k03hRVzyX4g//iufyxIsd8XV1b7w7xlwAyhsPMVdc4m7ubhusMrPd/O25bfEFcXISlmaR999/3x588MGK6uq1dWuttVanTbMjpa+vU4JeIzNx4kSpDSu1Xt0zZcoU++ijjxq2zoNaMQqHAAQgAAEINBmBV1991VpbWytqnc86WWHsZWSRRRYxvd4vza6+QVtbW2pCbzAC4476is05/oBYK/dw72Ge6TEMeraau5s/+IyV9rvAOiZONt3TFO958nitUIXKnobSJbldOgIBCEAAAhBoeAJUEAIQgAAEIDAKCYwZhW2myRCAAAQgAAEIjHICzd787n54z9MUFiX/8T8NpUue/EeH7X+e2Wtvm8X9BKmUbfT0dFSzqK270kymmZyWwMlJRJpKnnvuOZswYUJFnVdYYQVbdNFFO20rrbSSaVCx0xCU559/3p555pmgNe6qgcyxY8dWVFAzNmhAs8I4zBGx1AwTmp0il9///vexVvrs6bWCRx11lMnhTOkbbrih7b333vajH/3IPvjgg5ivp40+0yrn7LPPtq9+9audZam8DTbYwL70pS/Zqaeeao899pgN5GCvylKZ3/rWt2ybbbYxzRSWH/P//u//TPXRqxPVzrwNRR5iI1ueXgyVpjwqN5dTTjmlmK3H+KRJk+yggw6Ks4Tk5YjL22+HL8Ee967MoPa88sordskll9huu+1mm2++eWe5YiAWxx9/vN13332m41bu3b+YylF5Knfbbbc1nde8HbpmvvjFL5rSlKe3TorimJehdhRnfrvzzjs725Xnu/766/vXgF7ulV9Tul633357U9vyY6vNavshhxxit99+u7377ru9LLUrW9pmlatrS9dYV47eafoMa/9U+stG7VB71K6tttqqgrnisiu9t98H3bVA3xWa+S6/dvPvHbVDfPWZEHt9rnUuuiurN2ndXbc6tq471UWfJ32uelNmd3lUhspSmSo7/WyqjeIpu9LFQTy6K6+nNDESKzEbiOtV30c6B6prLvocpvXQ51RtyNPzUNd2mk+SQpROAAAQAElEQVTXY56Wh7pu0zy90fX50OckL0Nh8Vi9KadentVXX912331307nRq3Tnmmsuk02zM9Xbp692vQrP3fu6G/mHmEB0djpzP92YdB65VJ7XSYHuTfQZDxnM7/+LlfY9zzpapkRnJ32WlaZQIr2eqHClpaF0SW6XjjQ3AWoPAQhAAAIQgAAEIAABCIw8Ajg6jbxzSosgML0E2B8CEIAABJqMQP4jfBpK7070o38uf/5n2cnpnTDoEwZ+3N1cDMobDzGJhVBOTrecPJctuRAzOVmTLe3t7farX/2qaqYEvfJtlllm6WyNHIY+9alPdcalaHYF7asyFG9E0WDv5MmTK6qmwcyBHBytKHyAIxogv+KKK6JTkwaf5RCgQ0ydOjU6mY0fP94+//nP2+OPPy5zTdFn+te//rXJ+WPPPfe0W265xeRYlJelnXQONWPGHXfcYYceeqhtueWWdsMNN5iOo/T+SH7cz33uc7FM1eGtt96Kg40qT8ecMGFCrM+OO+5oxx13nOmViEprZtF37J/+9CdTm+TUcPXVV5ucAFIHFLERCzkcyfFIvHUuW1pa+tV07af9VY7KU7n//e9/TYzzAnUuX3/99ehYpTxy7jjttNOairnaoOtS7dR1qutVDiuy5+1Um9X2P/7xj/ad73zHtt56azvssMPiNZ/naaZQn1XVX+1Qe9QuOT2lbVBcdqXLEUTn9Z133kmz9ErXdXnvvfeartsddtjB8mu3u+8Kfb5/8pOf9Ms5sjfXrY6tz4/qonrpc6XPlz5nvWpUkkn7aF+VobJUpspOP5vKLp6yK10clFdcxEfpvRVdl018vfa2mUOSb/nll7fDDz/cTj/9dLv11lvt/vvvt5133rnfx/7f//5nRWdPzfJUdIzu9wHYcVAJjDtmB5tDzk7hKB4l24ZbEq3mnsTvfzpzdppU6eyk7wN9phXmEorqXGXrjASlp3jIwgoBCEAAAhCAAAQgAAEIQKAZCYy4Oo8ZcS2iQRCAAAQgAAEIQGAUEejux3ilFUU/9Kfy53+0x5mc/vO/MFCQPRpdZ0ankq2z4oxxJqelFp5hFBEeOU2VY0lxVqaFFloozgRTbOUnPvEJGzduXIVZDjYTJkyosDVSRAPpxfrMPvvsNu+88xbNDRm/+eab7corr+x0DqpVSc2+tcoqq9RKMjk7yElCsynJsaZmphpGvdrv/PPPjzNoaEaTGlm6NaXHfe+997rNq0R9/zzwwAO2//7729///neZGljqV01OGXI20ew6L730Uv2MhRQ5RGh2Ls1wJUeMQnK3UfHSgL/2VzndZk4S5RD0y1/+0nbaaSeTE53+LyTJDafq+j3ggANM16Wuz95WUNfWo48+GmfVEiPFe7vvcObTubzgggvi+VH9e1vv/Lzuuuuu1pdrSU5w4vvNb37T5PTY27br833mmWfa17/+9fh909v9VDdd7zonamtv99PnSp8vfc70eevtfnIaFU/tqzJ6u5/yiYe4SOQ8K1tPMtqu1554NFK6PiP6zit+ptZZZ51GqiZ16YFAdHY6Y19N4hQk3qxYULTGe5awyeKlkHbvU1ba93zrmDw19qd07iX6v1dP8sMrPdeLYXdpxbzEIQABCEAAAhBoVgLUGwIQgAAEmo0Ajk7NdsaoLwQgAAEIQAACo5pAvR/aU7t0iUAplNT6kf8vL5XsgAvG2Cv/c8sfiDaTHsTC4kEUD7LOCjOZZnJaZpGyk5OSkKYi8PDDD5sGuNNKr7XWWrbwwgunpqhrRoWiQ41mvnjyySdjeqNtNJj5yCOPVFVrscUWq3LYqsrUAAbNWHHZZZfFQbnuqqOZXuS8VcwjB6X99tvPNNNLMa23cTkEHHzwwabXG/Z2nzfeeCPOoFPvuLPNNpvpHOjViOmsYSr/tddes5NOOqnqmlRao4ucu4488kiT85C+W/tTX80ycvTRR5ucvnqzv1iLl7j1Jn+tPHLckAPHgw8+WCvZ9IoonS/JggsuaJoRLc2Yn0+l51J0iEzz90fXzCt67Zdevdif/bWPnGnOOeccu/HGG8P4dxj4lrFBRe3Va7/0WjF9j/WnmrqW5OD47LPP9ri7nOX0ysannnqqx7z1MujzfvLJJ1fNklPMr76HZuI64ogjTHUspvcmrs+XPme6bsWqp310TDmN3nTTTT1+n3ZXlr6Te3NM1Wkwr1d9BvVZzD9vCvU5TOteK4/y6fOc5huN+u9+9zu7++67K5qu/0drrLFGhY1I4xMYd+xXbY4z9gl3JB4qGyRbzV2KxIIexMz83j+b7XuelaZMi/8D9L2g7xKJ9HpiYVFaCOJ+ChEIQCAhgAoBCEAAAhCAAAQgAIEGI4CjU4OdEKoDAQiMDAK0AgIQgMBgEMh/fM/LzuNpKL2e6Af+XP7yUoftd77Zv9/MStND0GUt/rgfh4bLm7U+ls3khJNTRqgZtxr4l6NTWncNjm688cZW69VuGkjddNNN0+xRv+eee3oc3I4Zh3ijmaY041TxsKuuuqo1w+tp7rrrrs5Xx80zzzymmUj0yh69LlAOG3p91xJLLGEbbbRRsYkmBxi9Ck6v9SomzjHHHPaVr3zFNLuJytL5+/GPfxzLX3rppYvZozOCnC5UZlViwaAZVvRqoRdffLEiRdfVJptsYnrFlQaZb7/99ugQ9NBDD9lVV11lq622Wmd+vapLZRRfOdiZoQEVOTbIyaOW05+cufQ6sTPOOMPk4CHeOo8nnHCCyXFQbNImiaHy9uSgohlqLrzwwqpXsumzq9nX5ACl86rjSaR/4xvfsFrnWN8FmjlMjotpXaTLeUvnS3L22Wdb0alus802M6WloutL+w6E6H+XXv8lR5q0PHETP13n1113namNErHV9aprSnnSffS/Tq9ulBNgam8kXedVn029Kq1YL7Unb7POZ95eXUua2a2YX+fz1FNPjd8HxbQ8rs+1rpVaznK1rl2x3mOPPUzfSXkZeahzpLqrDbmtGMqhTte3rrlimq5Nfc/pGGqb5JJLLonfV/reKuaXI2tPx9M+f/nLX+L3jM6/4rnIWUhtueiii+IrXHU8fSeqTL3qU+3P8+ahZqLSazjzeDEciutVMxJefvnlFZ87fQ7Tuuhzqs9r+rmUrs9zmm+06fperXX9aXYxOTsNNA/KG3wC4479ms1++t7hQPEGpWtGp2BRRPcyMUWbXz9ppX3Ps44p06LToz6v9US7S5SuEIEABCAAAQhAAAIQgAAEIACB5iAwHI5OzUGGWkIAAhCAAAQgAIEmJqAf6+vJMy+Xyk5OegLaLf55ubHu5i4JcTdb62PZTE7LLTpDMLA2KwHN4vH0009XVF8zPqy55poVtjSy3nrr2fzzz5+a7Pnnn7fi6+8qMgxDRI4ncgbSQH96eM00U8sxKM3TaPqyyy5rV199te2111625JJLmgbn5Yz2/e9/PzoOLbLIIhVVlgPB+PHjazrAfO1rX7M777zTNCvJpz71qViWzudyyy0Xy5cjkvYtOjHkzkdywqk4WCGiWTLk7JCa5SxwzDHH2FlnnWVqi3v4EilnkOOGZtG49NJLbZdddumcLeiDDz6w1tbWcq7GDvSdKqeDYrvVNjkfyPFGjltbbLGF6VyJt87j9ttvb9ddd110wFh66aUrGqnr9rTTTjO9/qoiIYloli05eiSmOFPWNddcY3Lc2G677UznVceTSNf51znW+dB5Sff95z//aU888URqGky912XLEUfXVbrDnHPOabpOxW+HHXYwOS+qjRKxlZOKPjPKo7zpvppF6L777ktNDaXrlVpyiCtWSteInALzNut85u3VtaSZquSwVDyv+uzKuUvXabFMzRalMpUnTdO1K+c81aN47Yr1YYcdZrfddptts8026W5Rl4NmLYc/Jeo4+h7Qd5Tiuej75nvf+178PtP3nI6htknWX3/9+H2lcnfbbbcqJ1zVQ05feVnFUG38+c9/bi0tLZ1Jap++b37xi1/E2efkGKjvVR1Pob4b5Sz305/+1D7+8Y937idFzlKqi/7HKF6U0Xa9FtvfyHH1U/Tdp+/XtJ4bbLCB6TOU2tCbi8C443e02U/fJ1ZaPQx3bUM0BO4e7mEy3Szov34yzuzUMXVa9hBHqVQRWnnRd6akHI15pKe2WnHZEAhAAAIQgAAEIACBCgJEIAABCAwpgTFDejQOBgEIQAACEIAABCAwIARq/fguW0/yzL86bN9zS/byG2bh5/74Y362T6hWKdg6BwHM1lhuRrv5pLlsucVwcgp0BmEduiI1m1M6+Ksjf/KTn7QFFlhAak2RE0HREUoOKZoFQwPKNXcaYuObb75pmuWl6Hiiamy44YZxFh3pzSBy0tBMQZq5qVZ9Z5ppJnP3iiQ5v/zhD3+osMn54cQTTzQN8srZqyIxicgBQDMvyXFH5zpJiq/A++1vf5uaKnQNHsuJRo4AeYLKO+CAA0zOKO6V9czzKFT95Dyx4447KtpU8sILL0TnsbTSave+++5rchJZaKGF0qQK3d3jbFZ6ReE666xTkabXBspBQ9/FFQnliF7jln5+dS3outeMP+UsNQPVTQ5Peq1hmkHnTa/Ma5TPcV63CRMm2H//+988GsMDDzzQ5OznXv+acveY5/jjjzexiTuWN/p86JV95WjDBHKekcOSvlPTSuna0DWiWarca7dZ51XObXpdnfR0f31u5YCT2qRrdpvizFHaV9euHO00c5Dy1RJ9j+i7SQ5RabqcmOQgVbyOFNfr4+RolubX94y+bz772c92Ojqm6bmuGQUPP/xw0/eYvi9yu65bOXL95z//yU0VoZwm5RSYGuXYpFdypuWk6bmuGX70GVYdc5vCf/zjHybHQOlFGU3Xa7HtjRxXf+eII46IMxSm9ZTzra4pzYCV2tGbj0B0dvruXuE+JrtvCTczQQlr+R4mJoSN/qeW7v6TlfY519qnToszO+l7JNrLeWvpzUeEGkMAAs1DgJpCAAIQgAAEIAABCAwkARydBpImZUEAAhCAwMARoCQIQKBXBPQDfTFjblMo0Y/6kr++3GH7nmf2r/+GwdMwgOoW/jzsnYhHm9say2UzOX1scZycAqGmXuWU8rvf/a6iDXIGkJOLu1fY04hei6VZajQYntr1irgJEyakpiHTp02bFl/NJGerQw891L74xS9Gp5xiBTRor9cUzTjjjMWkho1rZpGVV1651/XTjEuahaToKCGnFs1y417/3KYHWWaZZaKzWOoIoO+Ln/3sZ3VfU6jZgIqvBPv0pz9tcqpx7/m4Oi/777+/yakjrUsj63LekDNS0WlGrPfee29Tm3pT//nmmy/yLjoZaiajWg4qKrP4ekA5VNV6fZnyFsXd4+dEswKlaSpTjiGpbbh1OZTo2svrIec/Ofzk8Z7Cz3zmM6aZ6NJ8r776apXzVJo+XLpmnNEMeenxF1544ejco2sktdfTN998c9PnLk1//fXX7bHHHktNpn6AXtWWOsspWqK06QAAEABJREFUg2Ye6+21q+tbTlHF61bfBcXXZurakiOdjpGLzqUcqvR9k9u6C93d9NkqvhpRjnD6rNTaV46v77//fkXSuuuua+l3W0ViISJnpx0LDph6rWbReSrfbTRdr3mbGznUdS7HOzmBFr+n5cD2gx/8IM6018htGPV16wOAcSfsbHN8Zy9zD32OKBb0IKa4hcWDJjHzu5/IZnZqbYvfh7pWUrEai9JlzkPpCAQgAAEIQAACEIAABCAAAQg0FgEcnRrrfPS6NmSEAAQgAAEIQGB0Eejuh3alpSIyaVz63yZ02D7nluylN5QqKWkTfvCPgZmikqCstuyMdsvJc9oKODmV4TR3oNlgik4pK664oq200ko9NmzNNdeMr8hKM8px6v77709N/daPOuoo00B0b0XOQF/4whdMs4toMF/OJ8WDyzFLTk5qYzGtkeOagUrOZb2towbZiwPwcmaR85e797aYmE8OR3ISiZHypt5MJmIuJ4bUIUWOc3JI6K1DgQ6hWTV0nrSv4o0ucqKQk19aTznU6bVYcgJJ7T3pcvbQeUrzyUGl+HrJND3VNYhfnC0nTS/qel2YPu96VZde3SRnDs2U1Nd6F8sd7LhmPepLO3X96TtL52X11VePs4tp9rC55557sKvap/L1P1mv1Cs6KeqaqDejW60DqL363BU/Q7pO9TnN9xHDRx99NI/GULM06TroyzWg63bTTTeN++ebt99+2zTTWR5X+NBDD5muUem5bL311vG1g3m8N6G7x3O48MILV2TvyyxdEyZMCP2c2LmpKKNeRK+v0+dEs//I0UozS+laqpc/tY/U6zVtY6Pq+kxpFrHvfve7ppnG0nrKyenss882Xb+pHb35Ccz2rZ1t3Gl7hoaEz7hWSYiFW5mwLYUgGIIW17sejzM7dbS1x+8EXTMSpSmUSO9Jepuvp3JIhwAEIAABCEAAAhCAQD0C2CEAgd4TwNGp96zICQEIQAACEIAABBqCQP4jex4WKyV7Ks/+O3Ny+ufrac7MEcLdsyeePaQFWW3ZmeyWk+a0FZdgJqdApOlXDXb/5je/ia/rSBsjhyHNsJHaaumavUOvuCum9WWgubjvAMcripOj0Ne//nXbeeedK+yNHpl77rlNTkp9qedf/vIXK87QImclOXn0pRzllbNDcWYYzWSi86z0VN555x37+9//nppMjgjLL798ha03Eb16bemll+5N1mHPI8cyzSaTVmTttde2/tTf3U2fq7Fjx6bFmWZe02e2whgiGqgPQecqJ5ILL7ywypmkM0NBcXc79dRTTTOhXXzxxfG1hnoNWW++AwpFDWp08cUXryhfznQXXXSR1XtVWUXmckQzFOk77+qrr44zZ+kVb3JcKSc3RKCZtIqzOelzqxma+lpBObB97GMfi04ccszRbDZiIIfPvCw5+xSv3TXWWMP66gzq7rbRRhvZ/PPPb3L+kaOUXveWzqKlmeaeeuqp/NAx1HWu683dY7wvG82yJOejdB+96vFf//pXaoq6ZsKSA2WMlDe//vWvTa/sU5+obOo20HeSPid6Necpp5xiu+++uxWPnxcwWq7XvL2NGurc3nDDDXb++edb8ftT5+7SSy+Nn49GrT/1mj4C407cxWY/bU8LNzPm7kHMzC0sbu4ewmS984/Wsfc5Vmpvr3J2Ui5dS7kojkAAAhCAQEMSoFIQgAAEIAABCECgkwCOTp0oUCAAAQhAAAIjjQDtGSkE9KN7b9qifLnk+Z9/pWT7nFOyf7yWW/KwFJ90zvOXSmarLp3N5LTSkjPkmQibnIAGt4uDzprJ4xOf+ESvWuaeDWwXZwyRo4tmiupVIUOUSQ4ncoqQk5N7YXBriOrQ38PI4UTOA73dX6/wK55XnSPNjNXbMor55Gglh6vUrlmddKzUppmHNItLapPDhJwMUltvdB1v1VVX7U3WYc+jWXLkeJNWZP311zc516W23upyXpIjYZr/3//+t3300UepKeoarNf5jZHyRvXRbD7XXHON6Zzou7yc1LSBZlwpfg7k0KJZs8aPH2+ama54DpqxsW+99ZZplqW07vr+WmSRRVJTr3Q5SF1//fWm11jKMWeHHXYwvdbQves7UE56xdmjNPOVZoTq1UGSTHKS1Wvw5Eh2zDHHmByY0nOmmc90npJdTA5Bal9q662uz5ecqtL8csLUdZHapOv7RN9j0nPR7D4nnniiaWYmOW4Wv8/yfP0JR8v12h82Q7mPvgsvu+yymg7dF1xwgTWao+NQshktx5rtxF1t3Cl7lJ2XQqvDPY2mqi2Fm5uoBlPnesdj1rbX2SE5S4l5Qr7O9ERRmqJ5KL3xhRpCAAIQgAAEIAABCEAAAhAYPQRwdBo955qWFgkQhwAEIAABCIwAAvrxPZe0ObI9/0qH7XV2u/391ezH/DTdzLM/NwuKrbrMjPajk+e0lXFyspG0PPLII6aB57RNmrGiL7PvKH9xkFqD5pr1ojh7QnqcodA1UK+B9/POO880A4dmFnHXRT0URx+4Yyy00EI266yz9rpAzZoiJ7Z0B+2v8yEnpP6IypptttkUdIqOoWN1GoKiVxfK0SConaucduSQ0Gnog6Lrqw/ZhyWrnCNee63KW9R0/fWHtfbRbFx6pVzaoPfee88kqU26HJ3kmCI9FeXVDE165Zlm8zr++OPjrE06R2m+ZtF1HWnGoGJ9dQ3+6Ec/iq8x08xjBx98sN16661N6+Clz9X7779f0UzNXFT8/FVkmI7Iiy++WLV3X/4HVO3cjUEOXJqxKs2idsmBT9d9f2SuueZKi4t6LUenmWee2fRq06JToJzj9Oq+ww8/PM5I9dWvftUuueQSe+6556ytrS2W15/NaLle+8NmqPbRd51mcpJDW3rMDTfc0DTbmJyIUzv6yCUw7uTdbNy3d9ctjeUbD4pbjeWXj1nbnuOjY1SeqvumXCeEAAQgAAEIQAACEIAABJqcANUfNQRwdBo1p5qGQgACEIAABCAwGgikP9SvtITb1UeNsRUW66blZR+oZ19usx1P+9Cef6W9m8wkNRMBOQc8+OCDVVXedNNNTQPPVQl1DJolQ/sUkzWLwoQJE4rmPsX1+q7tt9/eeit6VdJ3vvMd08xNej3Vww8/bJqxQc4R6aua+lSJJsyswfmis5EcCQ477DDbeuut+yzaRzNhaWagFIeOoWOltldffTWNRr34uqho7OUmnQ2ml7sMeTYxmDJlStVxv/3tb/eLtXh/+ctftqeffrqiTDlU1TqOPq+HHnqoafaeih2SiD7v9913n5188slxlh3NtPP973/f/vSnP02XM0dyiEFX5Sy3zz772LLLLlv3WHJo0HePnBhyB69vfetb9vvf/97EoO6ODZQgZ59idbprczFvX+K6poqOR3L+KM4m1pcyu8ur61eOsGkeXee63nXd90f0OUvLkz5x4kQFVbLxxhtHZ6eqhLJBTk9yktKMVHot3YYbbmh77rlndJwrOgWXd6kbjJbrtS6ABkhQH0czlqVVWWeddex73/ueTc//pbQ89OYg0HLaDdZy6vUWb2vKG81dW6v2/sVP2Jirj4pJum+SKKJQkusKEQhAAAIQgMBIJECbIAABCEAAAiOFAI5OI+VM0g4IQAACEIAABAaDQFOWmf5Iv9ISZlceafaxes5O7vF55xDYsxPabKfTPrQXcHZqyvNerLQG/zRjRdF+5plnml5x1he5/PLLi8WYZlK4//77q+x9Meg1SyeccIL1VvSqpM997nP2iU98Ijp9uHtfDteweTWjk5xZeltBzZry4Ycf9jZ7v/PpGDpWTwVMz4CyHJ3mmGOOng4xrOlyoHnjjTcGvQ7d8dYr/vRqsuIsUPUqpc/nz3/+czvooINMsz0deeSRJgchOXrU26cR7Hp9m5wZl1566V5VR+fm17/+tR111FEmh0w5Sul7SQ5RvSpgGDLVc9IZjKrUc9IbjGOpzAkTJigYdJFTks598UAzzjhjfE3dZz/7WeuN86tmwdNrWOU49/nPf97kPKfXQdZyRiseS/HRcL2qnY0ocuKTs3P6naZX8x544IE4OTXiCRvEOk367o3Wcsp15u5BwoE8iLm5u5RK2XYD86uOspBo+f2ShaWeHpJYRx8BWgwBCEAAAhCAAAQgAAEINAkBHJ2a5ERRTQg0JgFqBQEIQAACjUSg3o/0qyzpdvnhHbbcIvER56zKpZLFP4VRgjkkP/OvVtvptA/s7/9hZqdApKlXzXik12MNZiPuv//+6PA0mMeg7MYnIGel/tbS3cN4o/d391G1n17TeOONN9p2220XX5vX28bL6eehhx4yvfJNr+3685//3NtdhyXfiiuuaNddd53tscce1hcnODmtaPag4447zrbddlvTd2D6f3FYGsNBh5yAHC/lLKdZfXrrMJdXUrPa6XWQcnoaP358r2YJG13Xa05q+EM54b744osVFVlllVVM56PCSGREE2j57k028aRrLdzURMel+J0f7mdkkB7VMoHSNutZ6YqvW4kuR5kIAQQgAAEIQAACEIAABCAAgXoEmsOOo1NznCdqCQEIQAACEIAABCoI6Mf7CkM3EeVdZUmzyw5rt2UXLv/kL+cCcwuBmZvl4kH568vtppmdXnwVZydr0kWzueiVVYNd/VdeecVeeOGFwT4M5Tc4gaGaxaWhMQxR5TT710knnWT33nuvnXHGGbbGGmuYXqHV28PrXB122GF2xx13xEHh3u431Pk0M4vqqXZedNFF9ulPf7pPzl3vvfeenXjiiXbFFVc0zav7hprxSD6eZnPacsst7ac//Wl8LZ1ezdndqx+LLOQ096Mf/cg0E9o777xTTK6Kc71WIRl0g17JWJzVa7nllrO+zI446JXkAINKYNL3braWk681082M54EUC4tb9hfUsHZsvY61X3aY2QzZz+C6NwpmVghAAAIQgAAEINA/AuwFAQhAAAINQSC7w2uIqlAJCEAAAhCAAAQgAIHBJLDKkiX74SGttsxCpXAYiYWB7qBqVVRipWAr2dMvZTM7/WMAnJ1UPDK0BJ544gl7+eWXB/2gra2t9qtf/co0KDzoB+MAnQRmnXVWm3nmmTvjUtZee237/e9/bzr3AyUPPPCArbzyyiq+U/RqqM7IAChySBnKV3n1p8pq89ixYyt2XXTRReO1P1Cs83I23njjiuPUi2gwf4sttrCrrrrKNFvT1VdfbTvttJOpXvX2ye2a4encc8+1Z599Njc1bCj2elWl6vu73/3OfvKTn9jee+9tyy67bI+vJtMrrfQaMl3HjdRAtWmo6uPuPXKyAVw0m1KxOM0kll/fAxX+8Ic/7JVDi7vbkksuGV9tqFcc3n333SZHwfXXX79XjnNPPvmkaYYnvQKw2K5acZ3bkXa91mpnI9j0esGPPvqooioLLrhgRZzIyCXQcvot9tFJ18R7lnA3k63hPiasUdcm3NFEAO1brWWtPzzEbMYZYlwbd1eAQAACgy9jbowAABAASURBVESAYiEAAQhAAAIQgAAEIDAUBMYMxUE4BgQgAAEI1CVAAgQgAIF+EXCv/oHevcvmXq27u626VMkuPniqLbVgHAowd7f456EaUdzcg4To0y+12c7f+cBeeo2ZnQKOplnldCSHFw3yp5VeZ5117Ac/+MF0iQaH0zKlP/744zZhwgSpyBAR0Ou85OyUHu6///2vDYXD0OKLL54eNur/+te/YtifjWblKF6r/Smnr/toJpA33nijV7vJqWzuueeuyKsBdg20VxiHKaL6rb766nb00UfbL3/5S/vDH/5gueNTvYH/Dz/80DRjjb4vhqnafT6snEjk4CTHGTk8qZ0K5fhU7xVlcsZUOwf7s9GX78CB/gx1B1IOegsssEBFFp17vfarwjhAkVqvsRSbRpg9xd1NLPTqx0suucQefvhhyx2f1ltvPas3M5pe0frcc8/1mVAjX699bkyyg64dXUOJqWHUet8DDVPBrCJsp5NAyxk/soknXm0eynGPW1PE3S2sUdfG3a1tizVt2iWHmM88U0hz0+KehdJzca+25WmEEIAABCAAAQhAAAIQgAAEINCYBBrc0akxoVErCEAAAhCAAAQg0MgE3LMf69296kd9d7ePL1Wyiw6cYkss0B6fhNYAZEl+T1FKmU0NDPGn/pHN7PTS6zg7CUkziAaV5XyU1nXMmDH2la98xTbffPPpkh133LFqdhC9Jk8Dwenx0AeXgF6TtNhii1UcRDMjvf766xW2wYgsvPDCVnT60TXX34HvgZhVaMqUKX2eVUyzGskJpjeMNHtSkbccnf7973/3Zvchz5M6Pt1111120003mV7pVKzIM888Y715LVdxv8GL963k1JHkZz/7WXTy2mCDDaoK0ex2r7zySpW9lkHXhK6NWmnd2friSCVnIDkrpuW9+eabJue71NZbXU5tW221le222272ne98J76u7a233urcXTMadUbKij6zZbVPgep40EEH2bbbbmuHHHKIjR8/3h588EHLmdX6fhB7fV76dKAhyOze5fikGaLUjv3337/K4amlpSXOlDe9VRqM63V666S29bWM/uzT12OQHwL1CEQnpxOuMgv3KGGN9yxhk8XDzUxYo65N62ar29SLDzKfZabO4ty9U6+nuPecp96+2CEAAQhAAAIQgAAEekuAfBCAAASmnwCOTtPPkBIgAAEIQAACEIBAwxBwr/5x3j2zuXeFqy1dsgsPmGJLLhCGCYI5JoXQzM09iIXFg5jbU/9os51P+8BefgNnJxEZFunDQfWqHTkfpbvISWPNNddMTf3SP/7xj9syyyxTta8cnYrHrMqEYcAIaJaW4nmYPHmyFR3c+nJAOb1sueWW9sUvftG+8Y1vRAcGzQw2bdq0imLkyFCckUaOJP1xnJBzSH9mSqmoUIhoVqjc0SJEe7W+9tpr1pdrdpVVVqkq95FHHumzg1VeiJzSvvzlL3c6jGi2Nb0GUkzyPArVNjlgXHDBBdGxRA4tmoVGab0Rd7cVV1wxnk+du3QfHatRHJ3kQPPYY4/ZZZddFq+/bbbZxuR8kta3J12v7Tv99NNttdVWq8gqJ5vezr6lz1Ffnfb0GfnHP/5RcczuIjoP88wzT0UWfYbk7FRh7EVEM3K9+OKL8Vp+/vnn7fbbb48M33///c69V1pppSoH1aeeespU785MvVTkUCnHJc0g98c//jHOCiYns3xWNs0gplmT0uLUtgkTJqSmPumXX355dND96le/aqecckps3wsvvFBRho6v9v/0pz+NeXbYYQeT01JfzqUcGvfbbz/bc889K8pWRG1WmEujXK95ffobanamvu47EM6pfT1mrfx6zWfxVYiy1cqLbWQQaDnzxzbxhKtDY9zC7YlWc5cuCaYsCIpZ66ar25QLDzCfNXvNr7tnec1i6J7F3bPQyou7R809C2OEDQQgAIHhIMAxIQABCEAAAhCAAAR6JICjU4+IyAABCEAAAo1OgPpBYKQTcK//Y7u7d/5gn3Nw77K519dXW7rDzt9/ki0+X0d8GDrbvxT0IIqUso1iT76Yzew0AWcnQWlYkePCPffcU1W/T37yk/GVPVUJfTTMO++8ccC5uJsGsjXgWLQTHzwCeo2gZupKj3Dvvfdaf50l9MozOTHIAUeONXrdlxxviq9zmnPOOU0Ob+lxNcPHfffdF787UntPupyr5JzQU740fb755rPZZ589NZmcOvrqtKHrVbP3VBTUTWTllVc2tT3NolenyckktfVWF6///Oc/ljuMyEFDr2GTw0ZahpwKjjvuOLv++utNjiVyzvrTn/7UZ9bitsQSS6RFN5T+6quv2oknnmhXXHFFnCFIMxLp+pBDSV8qOtdcc9lSSy1lvV1qzXbUW6eo/BhyFunLdaA6Fh3ndEyd17zM3oa6fv76179WZJcjopypcuPSSy9taVx2XVe6/qT3RXROit8xq666qsn5UuWobfqsSM9F3w/6fpFTVm7rbahj6XtNDn96Readd94ZrxH9z0nLkKPjRRddFF/NqjxK/+c//2lyaEzz9aS7u6k9PeUbruu1p3p1l67ropiuz1nR1l1cjmN/+9vfustCGgQGhUDLmT+xj46/ynRPotmadBDdpmhWWukhIfxfzFJaP/Nxm3zB/uZjZ+m8R3Lvuh+K+cPG3cO2a3WvjOcp7rXteTohBCAAAQhAAAIQgAAEIAABCAwPARydhof7UB6VY0EAAhCAAAQgMEoIuHv8QT9vrntX3D3T3btCOUmsvkyHnbtfiy06X3u2W2d6iHoQ886/J//eZjt95wP793/LeZWMNBQBDewWZxaZaaaZbJNNNjF3H5C66vV3cnhKC5NzxgMPPNDv2W3SstB7R0DORsVZnTS4r9eUdQ789a4ok/OCnAnS7Pp+2Gyzzape46Q8mlVIr8+TnoucC+Q8kcd7CuWUp7r2xdlIZer1TxLpucg5qzjjSp5WK5SDh5y4aqXVsy277LJVDl4a9L/yyis7X9tVb9+iXceXU1PR/qlPfarKmUpOO8UZcjRzlxwtivv3FC86mugVd7POOmtPuw1Juhxxio4Ymu3r73//e5+Or2tf30fpTvoOrNfOWvY///nPvf4u0/HkxCOHnPSY3elyHtx4442rZlmSc6Gu5e72TdPqHDtep6lT3kILLWSrr766pYsc5vT5a2trS83d6nI2Kl63Yrvuuut27ufutsUWW5jsncagaBYyORcGtder2nfrrbeavtfSnTRz1xprrJGaoqNV0UFJn8/f/va3pnIqMvcQqcWk6Fw5XNdrD1XvNlnXur7X00z6jOm7OLV1pz/88MOmfbrLQxoEBppAy/if2kfHX2nqxXp5q2N42LhrK8XM3a2t7OQ0ZtysMe7u8bvW3Tvj7pluYXHPdHcPscrVvdpWmYMYBCAAAQhAAAIQgAAEhpUAB4fAqCeAo9OovwQAAAEIQAACEIBAMxBw7/qx3T3T3bOwWH93jz/m53b3LO7unT/2a7DLPYuvuWzJzt23xRaepz0OCGpQsBQfk7aw6NnpTMxK9sTz02yn0z6wV97E2SnAaahV5+03v/mN6dVLacU0u0Zx9pA0va+6ZgdZe+21q3aTc8D0vJ6oqsABN4ysAuVs9pWvfKWqUT/+8Y/thhtusKKzR1XGsuGNN96w73//+6ZZV8qmGMhpYIMNNoh6caPracMNN6wwy6ngtNNOM5VXkVAjIkcCvYpNMxTVSO7WJIcDOf+kmVR3OYmo3NReS9eg/hlnnBFnUqqVXs82yyyz2I477ljlwPHQQw/ZOeec02tnp3rHl+PE5z73uarDy77WWmtV2DWLz9VXX93rY2pnvRau6Igmh5GiE5XySuSMo/8T0nORo0tfZ87K9+0plGOOHL3SfDqven2drq3U3p0uJwy1Nc2jNhadqPL05ZdfvuY5lfNfnqe7ULOf3Xjjjd1lqZmmz5Y+Y2minPW+973vma6R1F5Pf/rpp00zgaXp4vj5z38+NUVnRX1X1HJOvPnmm+P//YodakT0faJX1BVnj9IrUeV0me6yzjrr2HrrrZea4rV6yimnRKfKioRuIvXY6nOyyCKLVO250UYbWbGN4iNOVZnrGMT+5z//eUWqPgdFRzFxHo7rtaJifYyImf5vpLtpdia9ojS11dP1/XHeeef1+n9LvXKwQ6AvBOTk9OGxV4Q7kFIQ3YmUwu5BsjX7/tJNS4i3fnoVm3T+vuZlJyd9dt277oHca+uhwLi6d6VHAxsIQAACEGhyAlQfAhCAAAQgAIGRTgBHp5F+hmkfBCAAAQhAoDcEyNPUBNy7fph399gWd4/OTu5ZmP7Yn+tpuNZymbPTIvN0ZPupFM82bvqTHiSU98QLrbbzaR/Yf95qDwbWRiGg1yc9+uijVdXRbE5yDqlK6KdBDhCa6UfXT1qEZgi5//77UxP6IBP47Gc/a6uttlrFUTRrj17hJKcjOaZUJCYROcbpVVkHHnig6ZVQSVJ0/Nhpp51Mr6FK7bmuGZX22GMPKw6aqxyVp3JVfp4/DeW88t3vftduu+221NxrXbMQ6VWMxR30KrgLL7wwOlQU0/K46nfwwQfHV8Dltr6Eel3gpptuWrGLHEDkGHHUUUdZT7PxdHf8//u//7Nazjj6vH3hC18wOVqlB77jjjvsW9/6Vo+vKtR5kCODmOv1XmkZW2+9ddVrAPN0ndvi94YcHYozxuX5ByLUTEBySkrLkgPloYceWnWNpnlyXU5OJ5xwgum7KLcplAOMnDykF0WOTksuuWSFWdeonHJUXkVCEhHL6667zk466aRur7lklwpVn6299tqr6rzK+U/XqK6Vih2SiK45vaJU11zRCUyzra2wwgpJ7kyVo44chLJYtlU5+q4488wzqxwdsxzZVjzOOussu+yyyzJDeatrUt8Ts802W9mSBbKrbUWnI/2P0rm8/fbbrTunxO7Y6lxtt9125u7ZwZLtiiuuaOnsUkoSH3ESL7VXtnqivN/5zneqvh+WWWaZqnJVxnBcrzpuf0WOjcVrQ0zGjx9v+o7Qd0WtspVH/A477LCqz1at/ENl02dU5zuVgw46yPr6usuhqi/H6TuBlnN+bnJycnfTn0rIQrdg0Gru0t3aPr2KtZy3r/nsY6NNfVR3r3rAw91junsWWljcu/QQHT0rLYUABCAAAQhAAAIQgAAEINDkBHB0avITSPWHhgBHgQAEIAABCDQaAXePVXLPwhgpb9y94kf84o/97l71w7/yrLVch52zX4stOFd7fGo635SCUrLyEpSw2uPPTbOdT/3AXsXZqQxm+IO//OUv9tprr1VURM4KxZl3KjL0M6KBRQ3+FneXo1PRyaCYh/jAEZCzxDHHHFPlcKSBab1KbptttjE5fmimL80W8/bbb5tCpe299952yCGHVF0zqp0ca+TMJr2eyKng+OOPr3LU0DWoclW+Xg+nGZ50XDnJaOajbbfd1nR81bFe2T3Z5biiQfs0n8qz5T68AAAQAElEQVTTq7i+/OUv21VXXWUvvfSS6bh5e/faa684I1PuvCJnDDmKpWX0pMvBS4P9eo1dMa8cVHTs3JEjP77aLyesr3/96yankPz46f6a3UeOTu6emjt1zZBTq656Ldf2229fdY7VbvG+/vrrTQ5pukbkxNFZYFDkIFerzJAUV7V17NixUc83+mzvv//+pvJOP/10k8hBIk+f3lDfKV/72teqihEzsSuyVTvFWbP2yMFB51jXX1qAZsTSvu612eo7Uq/jTPeRrnJUns6b2vjWW2/F6+nJJ5+MM3jJSSx1rNPsTEUnEpXTnWhGoOLsS8qftlefFV3DeVs1Y9tXv/pVO/HEE614TnVd6nzLOU7lpCKb0pQntetzI376XGpmtz/84Q9WbKvSlEd5031Vd7UhteW6ZnraZ599Yl8jtymUE4qcib74xS+a+Gn2rfx4umb12dXnSGlyeNI+uegzq2ug+NlP03XONNtSblMoTuIlbtdcc43pHIqnJP98nnrqqbbddtuZ/odpn1zUNxI3XSe5LQ+H43rNj92fUPx0LtWmdH/x0We61ne2zof2ET/l0366huQ4Jx2BwGARaDn35/bhMWXnSs3YVD6Q7kks3JeU1zijU+uGK2dOTnOMjd85usZzcfdoc/eKeyP3rrjVWNw9Wt2zMEbCxr0yHkysEIAABCAAAQhAAAIQgEATE6DqzU0AR6fmPn/UHgIQgAAEIAABCHQScPfOH/FldO+Ku2d6/sN/vXDt5Trs3P1abKF5SmZuYfEQZGJBK69BdXv8+Wxmp9f+x8xONsyLXid19913V71SRoPvSyyxxIDXToO+tZwDXn75ZXviiScG/HgUWJ+AzrFm69E5KeaSo4CcnOTsJIcYOWco1EwYegVV0XFB+2+55ZZ2+OGHmxxdFC9IRXTTTTc1zT4jJ4o0QeWq/JNPPtnkNKXjyllAr8n66KOPOrP2d8Bcjg4qT99jnYWVFTlN6HVncpjRcWu1V/sdcMAB1p2jT7m4qkAzA/3gBz8wzSxTTNRsWnLckCNHfny1Xw5hjzzyiCm9uI9e+/Xtb3+77sxKyq9zsd9++5l4KZ5KrXOsdouPXg8opxmdj3QfXStybJCjXGpP9TnmmMOKrwhUuo4nB6tbb73VJA888IDMAyLubnL4kuNXsUCxK7JVO8VZ50OziClPup8cOzSbT0/fgTpmLScllafzpjLkNKjj6bqpdR3rWu+OZ1qvXNd5PeKII0xl57Y81LHVXn1WdQ3r2GqrZlaaMGFCnq0z1ExYyqvrs9NYUJQmVrWuXX0uNTOZPvuqj45Xq615kXKgVV61IbelobvbzjvvbPvuu290MkjTpOtzqhmx5LiUH0/XrD67SlOeVHQu5XSm75zUXtT1fbjnnnvWPKa4XXzxxaZ2qX2S/POpGdLEoFjel770JdMsWUW74u7Dc73q2P2Vz3zmM/bpT3+6and9R9T6zi6eD3136Puq1jVUVSgGCPSTQMt5t9qHx1xuFj5j7h5DC0vQzMOfSTxurXXDlWziOXuZzzlb/Nzr/7vE3Tvj7m7uWdw9093rh1Zncfc6KZghAAEIQAACI5YADYMABCAAAQg0NIExDV07KgcBCEAAAhCAAASahsDgV9S99g/s7h5/wE9r4J7Z8h/73bO4e1eotFqy9vIdNn7vj2yBOTtCkXp2OpPsCWrpQSuFMMhjz06znU97315/G2enAGvY1v/85z+m2TDSCujc6lVFetVXah8offPNN687k5CcIQbqOJTTMwG9Uk2vlVpuueV6zlwnh66XXXbZxeQsUXxlWZ1d4veOnBnk5FF8fVW9fXL7YostZnII6u+AuWZfqedEkR+jViinLDk6qN610ntj00wuV1xxhdVyyOnN/nkefYbkjLTgggvmprqhnFT0mjE5RtXN1IsEXSO6VuQQ0l12cdLMOnIw6S7fm2++OaCvitK1J2ccOdx1d9ye0uT4c95551lPM5OpHDlvfO9736vpvKb07kQ8VV+dn+7y1UvT50afHzn5iHm9fN3ZVYdLLrnEVlllle6yxTRdu5deeqmttdZaMd7Xjb4nNBuTZn/SuepufzlByUFPjjFqZ3d5u0vTDE063g477BC/c7rL6+622267xVnHerp2uytH50KzhB177LHdOn2Kgc7/UF6v3dW7pzQxkeOrZonrKW8xXZ8pfU56+u4o7kccAn0h0HL+L+yDoy6z+CrFcJ+hMEoopBQl22pGp2mfWNEmnbuPjZl79k6nJn1H1RN378zn7qbF3eP3irsrGsU9092zMBrZQKAmAYwQgAAEIAABCEAAAhCAwHASwNFpOOlzbAiMJgK0FQIQgAAEBpyAe+UP8O7e+WO9e6Ve70f/evb1VijZ2ftMtAXmKlkoKYiq72Yq1ywEmW4heOzZVtvltPftjXc6jGV4COh1O3qtVHp0vbJpep0i0vKK+uKLL24rrbRS0WwvvPCCvfrqq1V2DINLYJllljG9qkwD871xnElrIwcJOT9odhkNhKdpPenubnqFlV5tJacSfad0t4/Sle/qq682vf6uu7zdpeVOFJqhRY4e3eXN05ZeemmTs5Be0aT9c3t/wvnmmy++eksOGCq3L2Xos6P9JHLi6O2+Oq9yUtLMNppxqbf7KZ/yaz9dI7pWZOtJ5ECnfbq7JvTqL72OrKey+pIu5xE5VEjU5r7sq7ruuOOO9rOf/czWW2+9Xu8qJjfccEN8vaHK6GlHOcJohiVdx9q3p/zdpeta1CsRb7nlFltjjTXiQHx3+fM0OQ9pVqW+nFPtK6a6jvrKV9e5Pm8nnXSS6dgqqydx7/p+kHNib9jmZYqxnKrEZeONNzb30OHIE7sJ3d30mjqdz77wVJH6ftI+OqZevadzI3t3MhzXa3f16SlN311ysNRnW98LPeUXE31nX3vttX36TFlPBZMOgQKBlgtusw+OujR81i1I+LyHz7KFxd3NQ6jVo+bW+skVbNJ5+5h34+Tk7vH7VNewe9izhliyuHsSQ4UABCAAAQhAAAIQgAAEIACBXhEYxkw4Og0jfA4NAQhAAAIQgAAE+krAvfJHePcs7p6FKs/dzb2+6Af/XNy9cxBAg4q5XeG6K3TY2fu22HxzdujBaTNtS3EbNkEpxxX84a/TbJdT37P/4uwUOA3tqifd9Yqj4lE32mgj6+8sI8WyasU1YL3tttvG6ydNl8OVHK9SG/rQENA50QD/nXfeaRqU1gxNK6+8shVfqaUZbFZffXU78sgj7Ze//KXpFVJrr712/N7ob00XWmghO/PMM02vgNIsLjpu7gyh7xO9bu4rX/mKySFK+TTY3t9j5fu5exx4l1OC2qvy5USk7zLl0XHl1KFX1F111VX2k5/8JOZ3dyVPt6h8zeSiNuk1bmq3uIpvWrj4i4ccrJRXebWf9k/z9UbXOdaMNffee6/ptVI77bRTfKWdjpHuL/Z61Z3Sr7nmGlN+7af903zd6e6Zw4he1Sa2OofFOk+cONH0me+unP6k6Tg6b7qW5bAidmJYZKv2aFYwvYJMzhsPPvhgnM1n3LhxfT6s9tEr/X71q1+ZnHl0LlOuYqo66HPzm9/8xr7xjW+Y9unzgersoPOl61SfIR1Dx0/bKya6nrfYYgs744wz7J577rHdd9/dxMD6uKisnO+1115ruk50fLUxL0rlyolLacozPZ8ffT+Iqa5D1V2vq9N50zHy4+lzu/DCC1vePv0f0WxX2jfP05dQ7cl5ahYjzcCm8nWcvBxxEFOlqX5iqn20b56nN6HKyXkO1fXam3rVyyPu+j6466674rX0qU99qmKGRqXr3Otzp+tR39n9PQ/16oAdAimBiRfeZh8c+cNwfxHX8oxO5Rwl3XNkeincdLRu8LE4k5PPk83kpM+0PoO1xN1j3yZPc8/i7tWhjuDuCuI+USlv3DN7OUoAAQhAAAIQgAAEek2AjBCAAAQgMHgEcHQaPLaUDAEIQAACEIAABIaUgLtX/TCvCrhndnePTinulfH8x/9iqIGDdT/WHp2d5p9Dgwxulq0h9KAGcbOgBHH7w980s9N79ua7/Z7ZyVj6TsDdTbOKPPHEE5aKZvZx1wnqe5m93WOrrbayxx9/vOK4qsP+++9fUcT8889vt912W1U+zdJRkXGII7Xq9cADD5icGQarKipbxxCnXPS6uIE8nj7Lms1LzhIadJfDQH4shXLS0DUjRyg5r7gP3HWiwXC9Gk7H/f3vfx/Pua4ROVR985vftKWWWmogmxrLytur8nWd/fGPf+w8rpxWNHONZmlRvrhDeaPrTzxy0b66JsrJvQ7cPb72TO0WV/HNy1Qo/uJx8MEHm5wHivXo9YGSjJppRjMWHX300dGBS8fQsXIRezmmKH211Vbr9vVbSbE1VZ0zsdU51LnMj6HwvvvusxVWWKHmfgNhFCt9ZsRODItsH3nkEZPjmF6PJmeNgXhVp5ybNPuQzmXKVUxVB31ulCdtnxyE5HgmJrnICSnN01tdnyEdQ8dP2yv2up7lKCRnIB2zt2XWyye++q7QdaLrRW3M6y+2csxTmvIob71yemtXnVX30047LZ43HSM/nj63cmzL26eZknpbbnf5xHP77bc3zUal8nWc/Jg5U6XpnKeOZd2VWS9NjAb7etX/i7z+CvX/RMesV6fu7Pn5kJNgeq3pvOjc63MnfsUyinVQvJgnjStddc1leuqcl1ssU2XrM6g25XkIm4NAy0W324dHXBoqG/oi2WrumeKuMEiWau0brGCTzt3bfN454j2N7lX0uetJ3D2W6V4dhqLj6u4xLG7ca9uL+YhDAAL9IsBOEIAABCAAAQhAAAIQ6DcBHJ36jY4dIQABCAw1AY4HAQhAICPgXvmDu3t13N2rftDXIIC7x4EB6bWkOGCg+HortNtZ+0y0eWZvNyuVwppKNMWNZhZ6+JlsZqe33sPZyVggAAEIQAACEIAABCDQLwIjf6eJF//S3v/6D+O9RdiE+4mwliRxE0zlew4r2bT1lrOWc/Y2n2/OeC+je5T0XqYYV5p7dj+U6u5eAda9+3hFZiIQgAAEIAABCEAAAhCAAAQg0DAERo6jU8MgpSIQgAAEIAABCEBg8Am41/5R3j2zu3uVo5N7l00/+NeTWgMFG6zUYeP3bbF55ih1lhsUMw9rkLA1dzc3s9zZ6X/v4+wUcLBCAAIQgMBAE6A8CEAAAhBoagItl9xhHxx+Sbx3cA93EFHMsqAcNwtxt/b1PmaTz93HfP7MyanePUxud/e4n+Lume6ehRYW90x39xCzmNfC4p7Fg8oKAQhAAAIQgAAEINAoBKgHBCAAgToEcHSqAwYzBCAAAQhAAAIQaFYC7tmP9O4ef7h37wqLP/gr3pPkjk+fWKnDztqnxeYa12FWKgU8QcJqkrDRjE5RDSkPPZ3N7PQ2zk6BxtCuHA0CEIAABCAAAQhAAAKNSmDiD++w9w+7OFZP9w66hwg3F/mqu4qgK8WsCdfPNgAAEABJREFUbZ1lbbJeV7fAXHEmJ9235Pcm0ovi7p353DPdveteyL1Lt7C4e9havGeywuKepRXMRCEAAQg0FAEqAwEIQAACEIAABEYrARydRuuZp90QgAAERicBWg2BEU3AvevHePdK3d3jD/juHn/8d68Mi4MExQGEPP7JlTWz0ySba1zJQokWijFzMwuKu5tb1/LQX6bZrqe9Z+980NFlRIMABCAAAQhAAAIQgAAERiWBlkvvsg8OvSS0Pbtr0NY9bk03ElFTPEj7OsvZ5HP3MeuFk5O7m7vH+xzd17hHPdrcszT3LLTy4u5lrTpwr59WnRsLBCAAAQhAAAIQgAAEIAABCAw1ARydhpp4Qx+PykEAAhCAAAQg0EwE3Kt/gHevtLlncXev+UN/OhAgPZXcuSm3KS755Mrtdta+k2yOsR1xYqdscqdS0IMkAEtB/+2fp9qup75n736Is1PAwQoBCEAAAhBoEAJUAwIQgMDQEph42V323iEXZjM2ha2OrvuFihmdgkHx1jWXtknn7GW2YPczOeneJL9XyUN3jw5P7tX3PxYW98we1Li6ewzzjXtlPLcTQgACEIAABCAAAQhAoDkJUGsIjEwCODqNzPNKqyAAAQhAAAIQGCUE3Kt/iHfPbO7VobtHhycNBLjX1pWWS63BA6V9apV2O2u/STbHbKVQnmBnZbnUskh3d/vtU9Ois9N7ODuVyRA0PAEqCAEIQAACEIAABCAwYAQmXv4re//gi8J9g5vHUru27tKDaA3StuYyNkWvq1t4nuiwpHuPeuLuFXncs7i7m3ulWFjcM1tQ4+ruMcw37pXx3E4IAQhAAAIjmABNgwAEIAABCECgKQng6NSUp41KQwACEIAABIaPAEduPALu1T/Iu2c29+rQ3eMP/xowcO/S87jCVIrOTnl8Qzk77TvJZh9bClBKppmdpIVIXKUHa9BL9uCTU+Nr7N7/iJmdAhBWCEAAAhCAAAQgAAEIjAoCE6+4294/6MLY1q77Bd0pWJzXSTM4RS2Y2tZY2iafs5f5IvNWODDl9x/pPUpRd/e4j3t2f+PeFVpY3LN4UOPq7jHMN+6V8dw+2kPaDwEIQAACEIAABCAAAQhAoBEJ4OjUiGeFOjUzAeoOAQhAAAIQGBYC7tU/zLtnNvfKUBV09wFxdtpo1XY7ax85O6k8M7ewhLLDNupe3iqQs9Nup75nH0zE2Ul8EAhAAAIQgAAEmpoAlYcABHogMPHKe+z9gy4w3QtYWHSb0Hl/oLhExpChvezkNGax+aLDUu7IhJNTgMQKAQhAAAIQgAAEIAABCAwnAY7dgARwdGrAk0KVIAABCEAAAhCAQH8IuHvVbu6Zzb0rdHdz7xINIrhncekSd68YYJCtOMiQxzf6eLuduc9Em22WbP6mOLWTZXr6hLae4L7viSm266nv2octODsZCwRGNAEaBwEIQAACEIDAaCYw8ap77L0Dzo+3BroP0N2B7g0UxhmcApySJCS2rbakTT5nT/M+Ojm5d93DuGe6e1cYiu+875EucXcFneJeGe9MQIEABCAAAQhAoJcEyAYBCEAAAhAYegI4Og09c44IAQhAAAIQgMBoJzCI7Xev/qHePbO5V4aqhrvHH//lyOTepedxhankzk2pTfqnV+uwM/edZLPNolIloawQuLu2ZiGQ6u52/xPTbLdT37WPcHYyFghAAAIQgAAEIAABCIw0AhOv/rW9d4Bmcgo3AaFx4RYg3A64uXuIda2Kta+2lE3R6+oWn7/iQYt69x2695C4e8zv7rFc98rQwuLuYdu1ulfGu1LQIDCIBCgaAhCAAAQgAAEIQAACEBhwAjg6DThSCoQABKaXAPtDAAIQgMD0EXCv/gHfPbO5d4XuXjEokA8YuHscNMjjClNJBx1SfePV2u3MfVtslpn0bHb2nHbnE9vBFFbTU9xhY/c+PtWis9MkZnYyFgiMYgKnnHKKPfHEE53ywAMP2MorrzyKidB0CEAAAqOLAK0deQQmXvMbe3d/zeQUev+lIGpiHpRDmSRtqy5hUzST0xL9c3LK71HcK+9rVLa7K4j3O1Lcs7h0BAIQgAAEIAABCEAAAhCAAASGlsBAHw1Hp4EmSnkQgAAEIAABCECgAQi4V/+Q757Z3CtDVdfd4yCABgvcu/Q8rjCV1MEp1T+zeoedtd8km3VmMzcLkm2DotXcQzxIWO3eP02z3U991yZOxtnJWCAAAQhUE8ACAQhAAAIQaCoCE6+9197d7zwLPX5z9yjmoQkSBSH0sqE9d3JacoHOhyx0v5HeWyheFHeP+d1DSTXEwuLuYWvmXhlaYXHP0gtmohCAAAQgAAEIQGCoCXA8CEAAAhDoIwEcnfoIjOwQgAAEIAABCECgWQi4V/9w757Z3LtCd4+DAO5ZqMEE9y49jyusJ+mAxCZrdNgP9mmxmWcqWZzByUpxeic90B3jQQlrTPv1H6dEZ6eWKX11dmqWs0A9IQABCEAAAhCAAAQgMPIJTLzuXnt333Mr+v1Z3z+Ywu1A2Mb+f7hDsPaVF7PJ4/cwX2rB6LSU32Ok9xS5LQ3dvSK/e3bP4p6FFhZ3D1uL9zcWFvcsHtSK1b22vSITEQhAoEEIUA0IQAACEIAABCAAAQhUEsDRqZIHMQhAAAIjgwCtgAAEIFAm4F79A757ZnOvDLWLu8dBAQ0ouHfpeVxhLsWBiDS+6Zod9oN9J9nMM8VSzTysUeLGtITig9nt149Ntd1PedcmT40jIEpCIAABCEAAAhCAAAQgAIHeEGiAPBOvv8/e3ee8UBP19c1iPz/bmBapZm7ubu0rLx5fVzdmmYUqnJbSe4n8fiMN3T3md8/Kca8MLSzuHrYWj2Nhcc/iQa1Y3WvbKzIRgQAEIAABCEAAAhCAAAQgAIGGJTAqHZ0a9mxQMQhAAAIQgAAEIDAIBNyrf8h3z2zuXaG7x0EB9yzUwIJ7l57HFeZSHJBI45uVnZ1mmqFk5Umd4lPcYZO1Mpgzxeyex6bYHqe+a1OmJcY8kRACEIAABCDQTwLsBgEIQAACg0ug5cYH7J29zw3dffXjg2Rr6P8HJVjj0aUGpW3FRW3q2XuY99PJKb8Hcc/uUdyzMBQd72NqhbKl4u5pFB0CEIAABCAAAQhAYIQQoBkQgMDoIoCj0+g637QWAhCAAAQgAIFRSsC9+gd998zmXhkKkbvHwQINJrh36XlcYS6pc5NsaXzztTrszP0m24wzmrmZuYdtEPcstLBE1dx+9YfM2WlqazCyDgUBjgEBCEAAAhCAAAQgAIF+E2i56UF7e8+zQ0/egoT+fdiW12DwoAZxs6BYe3Ry2tOsn05O7m7u1WJhcfewtZhuYXHP4kGtWN1r2ysyEYEABCAwMgnQKghAAAIQgAAEIDCiCODoNKJOJ42BAAQgAIGBI0BJEBh5BNyrf9h3z2zuXaG7x0EC9yyU85J7l57HFeaSOjfJlsY3W6vdfrDvZBszpmSlUik+3a0wimW2sA3AS3bXw5Ntj1PesWltIcoKAQhAAAIQgAAEIAABCDQkgZabH7S39xgf6qaefBD180PfPq6xy5/ZZG7/2CJxJidbdiFL7xNSXfcQRXH3cA8xJt6bKM09uydxz0ILi7uHrcU8Fhb3LB7UitW9tj3LxBYCEIAABCAAAQhAAAIQgAAEmonAmGaqLHVtIAJUBQIQgAAEIACBpiTgXv0Dv3tmc68M1UB3j4MG6cCCdIm7x4EH6ZLiQEUa32Ltdjtzvyk24wxuoUDTEnY3D38WJA+Danc9kjk7teLsZCwQgAAEIACBYSdABSAAAQgUCLTc8lt7e3c5OSlBPfkg6tyrM+9mUt0zpWOF7HV1ttzCODkZCwQgAAEIQAACEIAABBqYAFWDQBMRwNGpiU4WVYUABCAAAQhAAAIDQcA9DDoUCnLPbO5dobuHQYoukTOTexaXLnH3Pjk7naGZndyypZQF2pb06HcUi9s7Hppke5z6jrW1KxWBQOMSoGYQgAAEIAABCEBgNBFo+dHv7H+7nRX77Fm78568OvdBsjXO5Nqx/MI2ZfzuZssvgpNTBostBCAAAQg0MQGqDgEIQAACEIBA4xDA0alxzgU1gQAEIAABCIw0ArSngQm4595GXZV0z2zulaFyuHt0esqdm9y908HJvUtXejqTUzG+5Trt9v19JplbWMJ+YWsK3DyoEsu0YLzjocnR2am9w1ggAAEIQAACEIAABCAAgWEm0PLj30cnJ3ePfXYLoVmm59sQ1Wql5RexaWfvYf4xnJxsdCy0EgIQgAAEIAABCEAAAhCAwJARwNFpyFBzIAgUCRCHAAQgAAEIDC8Bd6+qgHtmc+8K3d3cu0TOS+5ZXLrE3TsdnxTvztnps+t12Pf3nRyf8tbz36VS3Fqcyyl5AlzxX/5uku1xyjvWEewhAysEIAABCEAAAhBoQgJUGQLNT6DlJw/Z/3Y5M+vDx/57aFMI1WfPevPqsAcJa8eyC9nUs3e3Ek5OARIrBCAAAQhAAAIQgAAEIDB6CNDSoSKAo9NQkeY4EIAABCAAAQhAoAEJuHtVrdwzm3tlqIzuHp2e5Mzk3qXncYW5dOfstPX6HXbGflMslBCK1dZjGAxazb0r/svfT7I9T3knDKqELKwQgMDII0CLIAABCEAAAhBoaAItP33Y3trlB2ahi+5h466tWVDNwkYxifSOZRawKWfvbrbCoryuzlggAAEIQAACEKggQAQCEIAABCAwQARwdBogkBQDAQhAAAIQgAAEBoPAUJTp7lWHcc9s7l2hu5t7l8ihyT2LS5e4e69ndtp6vXY7fd/JpkVPgetp8EwPWvnpcCtJN/vFbyfZnqe+o2QEAhCAAAQgAAEIQAACEBgiAi0/e9je2vmM0CkPBwx9cynZjKx5XBZJyTqWXsCm6nV1Ky6Gk1PAwwqBvhIgPwQgAAEIQAACEIAABCDQOwI4OvWOE7kgAIHGJECtIAABCEBggAi4e1VJ7pnNvTJURnePTk+5c5O7dzo4uXfpSi9KOtPT59bvsNP36ZrZycLiklCGWdC0luU2OTudgrOTsUAAAhCAAAQgAIHRR4AWDwOBlp8/Ym/t/IPQK3fLu+dS3EPc3CyEFpagWWnpBW3q2bubr7x4hZNT8V6gGHf3eB/h3hW6eyg6EwuLu4etRZuFxT2LB7Vida9tr8hEBAIQgAAEIAABCEAAAhCAAAQamUCv6oajU68wkQkCEIAABCAAAQiMfALu1QMD7pnNvSt09zjI4J6FGqxw79KLcTk2SWTPJY1/boN2+85ekwLgkh4F1yROpqfEwyaLy1wqhWjJbn2wxfY69e2QlxUCEIAABLoIoEEAAhCAAAQGlkDLrX+ITk6ljqwfHrrjoT8euudBUV89WBUJBy1Z+5Lz27Tx1U5O6vNL8nuAYujudZ2crLy4e9TcK8NoTDbuWXpiQoUABCAAAQhAAAIjkABNggAEIAABEcDRSRQQCEAAAhCAAC/JnoMAABAASURBVAQgAIFIwL16gMA9s7lXhtrB3SucntyzeD6I4e5x8CKPp2E66PH5T5bsO3tPMfO4mrsUSYgryONmdusDk2zv0/ows1PYhxUCEIAABCAAAQhAAAIQ6B2Bll88Gp2crKMU+uVhn9gXt6i7eVTC1rR0LDm/tZ6zu9kqAzeTk8p1d3N3qVVhNCYb9yxfYkKFAARGKwHaDQEIQAACEIAABCAwKgjg6DQqTjONhAAEIFCfACkQgAAEigTcqwcK3DObe1fo3qXLgcnd4yBEriuUuHt0dkodm2SXpLbPf6LDTttrSteMTtJK2YPipRAqamGR+vP7W2yf05jZKeBghQAEIAABCEAAAhCAQK8I9CZTy22Zk1OpvSN2v2M/XJo64ZKox/mcrGOJ+az1bDk5LVH1urq0n69+fyruHu8P3LP7B/eu0MLinsWDGu8v0lB6Ku6eRtEhAAEIQAACEIAABCAAAQhAYBQQwNGp+5NMKgQgAAEIQAACEBiVBNyrBwzcM5t7V+jepWvwwt3jYESuK5S4exzMqDXgkdq2/WSHnbrnlFiGmWergiCKyuCuiNnP759k+36HmZ2MBQIQgAAEBoIAZUAAAhAY9QRabn/M3tr5TCu1tUcW6nW7x62VA5Pi7lZavOzktOqS0+XklN8ruOs4Kt7DIdy0uFeGsqXinqWnNnQIQAACEIAABCAAAQj0QIBkCEBgBBDA0WkEnESaAAEIQAACEIAABAaDgHv1wIF7ZnPvCt279HSgItcVSty9V85OX/hUh528+2Sz+LR42JYkcRNtpVL2BHmw2E/vnWj7fZeZnQKYQV4pHgIQgAAEIAABCEBgJBNo+eUf7c2dz7SO1rasmaGzHVZT3ztstIZOeVhDX7xjsXmt9ezdzD6Ok1MGiy0EIACBkUSAtkAAAhCAAAQgAIHGJ4CjU+OfI2oIAQhAAAKNToD6QWAEE3DPnJjSJrpnNveu0L1Lz52a3D06NrlnYW5XmM7ipHhRttuoZCfvPsUsFBt2N/eyYmYe/xSaWbD/9N5JdsD3cHYyFghAAAIQgAAEIAABCPSDQMsdj0cnJ5vWZp7vH5SwmnvYRgkJQTU5OY3fzWy1pUbnTE4BAysEIAABCEAAAhCAAAQgAAEIDC8BHJ2Gl/+oODqNhAAEIAABCECguQm4a0Sjsg3umc29K3Tv0uW45O5xYCTXFUrcPTpAFZ2dinE5O520+9T49HgpPk5u5UUR03xPIS69ZD/+TYsdiLNT4MEKAQhAAAIQGD4CHBkCEGg+Ai13ysnpB1aaOi30r7OZU9NWxBmdQorWjoXntlY5Oa2Ok1PKCB0CEIAABCAAAQhAAAKjjQDthcBwE8DRabjPAMeHAAQgAAEIQAACTUDA3atq6Z7Z3LtC9y49d2py9+jY5J6Fqb3o3FSMf2mjDpOzU9jVJGah/EyRFiTEw9bCImeng05nZqeAgrUxCVArCEAAAhCAAAQg0FAEWu76k72581lWmtoa6uXmHiRoZm754u4h5lZaeG5r0+vq1liamZxyOIQQgAAEIACB2gSwQgACEIAABCAwyARwdBpkwBQPAQhAAAIQgEBvCJCnGQi4e1U13TObe1fo3qWnTk25rjCVonNTMf6lT3fYt3adYvnT5AqzeZws2uJz58EQVrvlnol2MM5OVecJAwQgAAEIQAACEIAABFICLb96wv6785nWMXlq6FQrJfSqS0Gkavqmsq6+d/uCc1qrnJzWXAYnp8iHzfQRYG8IQAACEIAABCAAAQhAAALTRwBHp+njx94QGBoCHAUCEIAABCDQIATcMyemtDrumc29K3Tv0uXU5O7m7nVndlKeVIrOTl/euGQn7DbNtHjYSEJgoVDz8Fdezd3tll+32CHfZ2YnY4EABCAAAQhAoPkIUGMIDAGBlruftDd3PtNs8jRzHa+88RBzxSWhXx31heaKMzn5Wjg5CQsCAQhAAAIQgAAEIAABCEBgQAhQyHQRwNFpuvCxMwQgAAEIQAACEBh9BNzjkEdFw90zm3tX6N6ly4nJ3c3dq5ydlFZ0bKpl237jDvvmrlP1fLl1LZrHKUi2xhmewsZuvnuiHXoGzk5dnNAgMDII0AoIQAACEIAABKaPQMs9T2YzObVkM6aGbnTXjE6hpx3j5UOUFpjTWsfvar72sszkVGZCAAEIQAACEIDA0BDgKBCAAAQgAIHuCODo1B0d0iAAAQhAAAIQgEDzEBjSmrp71fHcM5t7V+heqbt7TWcnd48OUHJwSqXoAPWVz5Tsm7tMNS0eNm4etwqiFsqxstx8d4sd9gOcnQIgVghAAAIQgAAEIAABCNikX//Z/rvLWVZqmWLqM7u7uYWlvHH3LB5Mljs5rbNcVT+92EdP++/uHvO7h7KCKM090y0s7pV6MJm7K6gS99r2qowYIDD6CNBiCEAAAhCAAAQgAAEIjGoCODqN6tNP4yEwmgjQVghAAAIQGGgC7tUDD+6Zzb0rdM90DXJI3D0OZuS6wlxqDZoUbV/ZpGTH7TLN9LR5qRS38Sn0qCleFqXdeNdEOxxnp4E+9ZQHAQhAAAIQgAAEGpgAVatFoOU3T9kbO59lHR9Oin1nzYKq/rL60LFjHTZ5vDTfHNammZzWzZyc0v54qud9+Dx0d5ycjAUCEIAABCAAAQhAAAIQgAAEBptA5ug02EehfAhAAAIQgAAEIACBEUnA3ava5Z7Z3LtC90rd3Ws6O7l7HBzJB0vysDig8n+bdNixO0+1UIiZeb6au3RJMAU9aHbjrybaEWcys5OxQAACEBABBAIQgAAERh2BSff+Jc7k1PHRJAsd5iBmCt3d3MJS3rhi881h7WfvZtYHJyf3sGcQ9d3dq/VwBHPP7LmehtJTcfc0ig4BCEAAAhCAAAQg0B8C7AMBCEBgBBPA0WkEn1yaBgEIQAACEIAABIaCgHv1QIR7ZnPvCt0zXQMgEnePAx65rrA7KTo77bBpyb6x09TQxPgcummrp9AzxUy6bIpff+dHduRZPTs7hcJYIQABCEAAAhCAAAQgMGIITLrvL/bGLmdaxwctWZtiBzmopVJFfzn0nq007zhrH7+r2Xp9m8kp78O7V/bv3T0cyGKf371Lt7C4Z/GgVqzute0VmYhAAAIQGAACFAEBCEAAAhCAAAQg0LwEcHRq3nNHzSEAAQgMNQGOBwEIQKAuAffqAQn3zObeFbpnugpy985BDw2OuHvN2ZyUlkvR2emrm5Xs6B2nmRYPG/ewDWsoOKxuHmzaeNhcf+dEO2o8zk5CgkAAAhCAAAQgAAEIjHwCk+5/2t7YZbx1vD8pNFY94iAeVK2h3+zuFlYzN7N5Zre2s3YxW3959cmt2O/O++Np6O7m7jG/e7VuYXHP7EGNedNQeirunkbRIQABCEAAAhCAAAQgAAEIQAACNQng6FQTS3+M7AMBCEAAAhCAAARGNwH36oEJ98zm3hW6exzkyAdJ3Lvi7h4HSvK0WmFx0OWrm3XYUV+bpomb4lPpYWOSdEanUkhV/NrbP7KjcXYyFghAAAIQmB4C7AsBCECg8QlMeuAZe32Xs6z93Y/UEw7d49gjzsJSqau/LHWu2aKTk39ihdgXT/vb0iXFfrm7x7yyu1f2593dtLh77PfnehpKT8Xd0yg6BCAAAQhAAAIQgAAEGoAAVYAABBqVAI5OjXpmqBcEIAABCEAAAhBoQgLu1QMU7pnNvSt0z3Q10d3jAIi7x8ES9yzUoEk9SQdbpH9t8w47esfWWE7YmHlYQzkhCIqFxYMpiJtd+8uP7JizmdkpQBmclVIhAAEIQAACEIAABIaVwKQH/xqdnDrenWgW+8SuwOKieBAZ3N1srtmsY/yu5p+sdnKq1xd399hvV7q7h6KyuHumW1jcK/VgivkUFsXdiybiEIAABCDQDASoIwQgAAEIQAACEBgmAjg6DRN4DgsBCEAAAqOTAK2GwGgg4F49UOGe2dy7QnePgx0aIJG4d8XdvXPwRGm1RA5OuV36VzdrtyO/Oi0+nW56Mr2kp9YtxIPIECSYFbFrbv/QvnEOzk4RBhsIQAACEIAABCAAgRFDYNJvMyen9nc+KrdJfeK8FxxMUqME+xyzWvv4XczqODmpj533t/PQ3Tv76e6V/Xd3Ny3uHvv5uZ6G0lNx9zQ6onQaAwEIQAACEIAABCAAAQhAAAKDQwBHp8HhSqn9I8BeEIAABCAAAQiMEALu1QMW7pnNvSt0z3Q1293jgIi7x8ET9yzMB1Vqhengi/SvbdFhR3ytzUJBYQ3lWVg8iIVNKC9spQVxu+a2j+xYnJ0EB4EABCAAAQgMNQGOBwEIDAKBSb/7m72+y3jreOej0N8NB1DnN2gexIIoDF1iqVaaY6y1ayanT60Y+97qS6f97WJcae4e8+a6exZ3DyUHsbC4V+rBZO6uoErca9urMmKAAAQgAAEIQAACEIAABJqVAPWGwKAQwNFpULBSKAQgAAEIQAACEICAe/XAhXtmc+8K3T0OfmjAROLeFXf3zsEUpdWSdBBG+o5btNvXd5hmpcKMTnk8e4A9bu3qX3xox53LzE7G0mAEqA4EIAABCEAAAhDoG4FJv382Ojm1/++D6n6wZjaNfeNSTLPZZ7WO8buYb4iTU98okxsCEIAABCAw0AQoDwIQgAAEIACB/hDA0ak/1NgHAhCAAAQgAIHhI8CRm4qAu1fV1z2zuXeF7pmuzO4eHZ/cPTo5uWdhLSen3CYHp1TfacsOO3yHVnMLS3njIeYhqtVdWpCwytnp+PNwdhIXBAIQgAAEIAABCECg+QhMeqjLycnU5w193dDNtWxxWSyYYtRnH2vtZ+1ivtFKsa+d9qPVny7GZXP3mDfX3bO4eyg7iIXFvVIPpnBMV1Al7rXtVRkxQAACEIAABCAAAQhAAAIQgAAEahDA0akGFEwQaGYC1B0CEIAABCDQaATcqwcy3DObe1fo7nEwxN3jQIp7Fs8HVBR2J+mgjPSdt+qwQ/+v1UyTN8VNVExLKcaDFkxhtSt//qF9E2enAIQVAhCAAAQgAIFmIUA9ISACkx5+Ls7k1Pbm+5393nwmU6XL2Nn3nW0Waz9rZ/NP4+SUsWELAQhAAAIQgAAEIAABCECg8QlQw2oCODpVM8ECAQhAAAIQgAAEIDDABNy9qkT3zObeFbp7dHZSZvdMd/dOx6fuHJ2UJgcnhRLpu3w2c3YKJVko2LR42Lh52IY1lO1BD4FdeeuH9q0L3glGVghAYAQQoAkQgAAEIACBEU9g8h9esDd2Pdva3/zA1J81V5Pd3INkathKd7PZZrH4urqNV459a/WV1WfOpRiX3d1j3lx3z+LuHo9hYXGv1IOpM016Ku6eRtEhAAEIQAACEIDAQBCgDAhAAAIQGIUEcHQahSedJkMAAhCAAAQgMNoJDE/73asHNtwzm3tX6O5xcMS9MswHWBR2J+kgjXQ5Ox38lVaLT7aX9Ex7kFJQrFS2KQxMgunyn76cEYsuAAAQAElEQVRvJ16Is1OgwQoBCEAAAhCAAAQg0MAEJj/6gr22y3hrff3dcp82VDb0Z0NPN4uHaOjuhmjJOmaZ0TrO3NkcJydRQSAwygjQXAhAAAIQgAAEIAABCIw8Ajg6jbxzSosgAIHpJcD+EIAABCAwaATcvaps98zm3hW6+4A6O+26dYcdvH1bKLN8+FC+mY4Rtp5JiJqFzeU//cBOvghnJ2OBAAQgAAEIQAACI51Ak7Zv8mN/t9d2OdvaXn/XQvfV1LWVWOjXyuBBcSsvY2c2O3sX801WibMz6UGA9KGBYlxp7h7z5rp7Fnd3c3fT4u4Vem5TWBR3L5qIQwACEIAABCAAAQhAAAIQgAAE+k2gz45O/T4SO0IAAhCAAAQgAAEIQCAQcK8e6HDPbO5dobvHwRP3yjAfcFHYW9EAzm6f67ADv9waaqA1Pu5uespdkztJpMugmZ9++OP37ds4OwkUAgEIjGICNB0CEIAABBqPwOQ/vhidnFpffTurXOjWqi8r6ezPBiWYzfKZnDZZNTouqU+c9p+LcaW5e8yb6+5Z3D3rk1tY3Cv1YIr9doVFcfeiiTgEIAABCEAAAhCAQIMRoDoQgAAEmo0Ajk7NdsaoLwQgAAEIQAACEBgBBNyrBzzcM5t7V+jucdDEvTLMB14U1pPiwI3iu29TsgO/3GahtIyim7l7EDNzC4ube5Cg/fAn79spF9ed2SnkYIUABCAAAQhAAAIQgMDQEZj8+D+ik1Pbq2/HPms8svquUULMg5ibe5CZZ7SOs3a2MZvh5CQqCAQgAIHpIMCuEIAABCAAAQhAAAINRgBHpwY7IVQHAhCAwMggQCsgAAEI9EzA3asyuWc2967Q3bPBmkIoByd373ziXPGiyLkptSm++zYdtv+XNLNTSRM4mWZwqngCPkRCSky75Efv2amX4OxkLBCAAAQgAAEIQAACw0pg8p/k5DTepr3yP1NfVX3Y2GFV3zVKqJ4SQmppxjHWceZONmazj8e+svrAxT5xGpfu7jFvrrtncfesL25hca/Ug8ncXUGVuNe2V2XEAAEIQAACEIAABCAAAQhAAAIQ6CMBHJ36CGxAslMIBCAAAQhAAAIQgEAk4F49AOKe2dy7QncfUGenPT5fsv2/1G7mYS2L9BAzdze3fHG75Jb37bQf4uyUEyGEAAQgAIE+ECArBCAAgQEgMOWJf9pru5xjra9oJqesQHf1WINoLUvsxM44g9n4XWzMFqtFx6W+ODm5u7lXi47ontlzPQ2lp+LuaRQdAhCAAAQgAAEIQAACI58ALYQABIaUAI5OQ4qbg0EAAhCAAAQgAAEIFAm4Vw+EuGc2967Q3WsOvORPnSusJ7UGePb4fIftt1276cH3UtyoZqVshiepUUI85Lj45vfsOzg7RSIDuaEsCEAAAhCAAAQgAIHuCUx58iV7dZezbdq/3wwZ1WkNQVg7taCoLyuxMeGn3vE7m2/ev5mc1Jd291DMmCjublrcPfbDcz0Npafi7mkUHQIQgAAEIBAJsIEABCAAAQhAAAIDSSDc/Q5kcZQFAQhAAAIQgMAAEaAYCIwqAu7VAyLumc29K3T3OMjiXhkWB2UUL0otZ6c9t82cnUJxZm5mQXF3cwtLeeMx5nbxze/bdy9lZqdAhhUCEIAABCAAAQhAYAgITPnzv+zVXeXk9FbokXo4osSCnolpUd81yJgZw8+8cnKqM5NTsW+suLt3OjS5u7lXioXFPbMFNaanofRU3D2NoveeADkhAAEIQAACEIAABCAAAQhAoA8Ewh1wH3KTFQINQ4CKQAACEIAABCAw0gi4Vw+MuGc2967Q3eMgi3tlmA7WSK8l9Zyd9vpCm1kpEC2VumZ0UjwYg6VsK9mFN75r38PZKYBihQAEIAABCAwVAY4DgdFJYMpT/7L/7HK2Tf3Xm7GfGvuk6puGPmpYY/80SwgxN+s4cyfzLWu/rk794mI/2N2jk5PSJO5dcfdQoFlnn9vC4t5lC9Gq1T1Lr0rAAAEIQAACEIAABCAAAQhAoFcEyASB3hPA0an3rMgJAQhAAAIQgAAEIDDIBNyrB0jcM5t7V+junQMv7l16cZBG8aIUB3kU3+eLJYvOTlYuq7OdIR5tZUM41oU3vWenX8bMTmUiBMNNgONDAAIQgAAEIDDiCEz5y8v2n13PsdaX3ww90bx5lf1Sdw8JQcJaOnMnG7PV6hWOS2kfWP3dPO7u5u4xr3umu1eGFhb3zBbUmD8Npafi7mkUHQIQgAAEIACBwSBAmRCAAAQgAAEIdBLA0akTBQoEIAABCEAAAiONAO1pTgLu1QMl7pnNvSt09zjo4l4ZahDH3ePgjfRakg72KF3xfbbLnJ1KmtXJ8iV7dj6PWSnTLrjhXfv+5Tg7ZTTYQgACEIAABCAAAQgMFIEpT0+w/+xyjk375xtx1qZy9zMUL00S1LCqzxoCi05OW6/R2fdVv1b921yK8dyeh+7eua+7mxZ3j/3sXE9D6am4expFh8CwEeDAEIAABCAAAQhAAAIQgMDoIYCj0+g517QUAkUCxCEAAQhAAAINS8C9esDEPbO5d4XuHgdh3CtDDdy4e+egjeJFqTXoI2enPb/QYW5hKW88xrQN4sGuNZR9wQ3v2RlX4OwkHAgEIAABCEAAAg1NgMo1CYEpz0yIMzlNe+kNs9DfdHdzC0vYeNQ8RCzTQpqduZPN8Lk1O/u8xf5tGnd3c/eY1z3T3btCKy/umU1Rd1cQ94tKYeOepRfMRCEAAQhAAAIQgAAEIAABCEBgeAiMmqPi6DRqTjUNhQAEIAABCEAAAs1FwL164MQ9s7l3he4eB1/cK0M5Nrl7HMyRXkvSwZ9c33e7Dtv98+2Wzd6UzeikJ+ajptmeglgQ2c677l37Ac5OxgKB5iZA7SEAAQhAAALDT2DKX/8dnZymvvha6IeWoqi/GbSga429UXVDs27qD3a0MZ/r3UxO7l7VJ3bP+s7qI7tnunsWWljcPWwt9rOtxuKepddIwgQBCEAAAhCAAAQalADVggAEIACBkUIAR6eRciZpBwQgAAEIQAACEBgMAsNcpnv1AIp7ZnPvCt09DsK4V4b5wI3CepI7OCk91/f7cilzdrJQnsTLIMrlWzmU+bzr37Uzr2RmpzIhAghAAAIQgAAEIACBPhKY8rdXopPTtBdfD93M0MMMfc2ghNXNO8vyoAdxMz/jazZmm/ozOalfm4u7dzo5ubu5d4nyWHlxz+yKuruCmDcqhY17ll4wE4UABJqdAPWHAAQgAAEIQAACEIDA/7N3H/B2FOX/x5/vTSehiiAdLPxsWEDFih0rShekSRMlkS4loGIBGwiIKAoivYkoCqKCIh2RoiA1gRBIgNB7DZzf88ycvafe5NzklnPO/Sw7M8/MlrP7vr//7v5fM046RICBTh3yh+IyEUAAAQQQQACBkSogNXakSLlNqpSSUmeMVFtGB46k3g6eqNenYoBTtBdxDHba6tMvWfxv561Y0v+k3ivlGZ1S1bPDjn/YfvxrBju5DCsCI1KAm0YAAQQQQGBBBZ67KQ9yev7W2f7daRazOJWDFPunZvnUEZVM3/+C9Xzm7b3ftsW3a3zHRop6pIgl9e4n5VjK38qx3XyRcl2S1yx9T5svUq57WLNKzdtrdqKCAAIIIIAAAgh0qQC3hQACCCDQHgIMdGqPvwNXgQACCCCAAAIIdKvAgNyX1NihIuU2qVJKSp0zUm0ZHTlSbou4WSo6hGJbEX95w5Jt+emX/R78WPMkD2Mtn8sL82Yzzw47/hE75DgGOxkLAggggAACCCCAQEsCz998j92z5WEWg5z8czJWk/yD01cPfJUpzuSZPNLBm1rPZ/se5BTfsUWS1OcgJ0kWiySTcirq1WXE1UlSdZUYAQQQqBegjgACCCCAAAIIIIDAkAgw0GlImPkRBBBAoC8B2hFAAAEEWhWQGjtWpNwmVUpJvR02UiUuOn3mVRYDnGKfiCPttGHJtvhUntkp/hf2kayY0ankVx/JSt5UskOPezglb2VFAAEEEEAAAQQQQKBKoDZ87pZZdveWh9lzN9/jG/yDMtaUUhZTO6XvS6957LsctLH1rLdm7+Cl+E6Nb9YiRT1S1CX17iflWMrfxcV2KdclWSxSbRlt1UnK26vbiBFAAAEEEEAAAQQQQAABBBAYDoH2Hug0HCL8JgIIIIAAAggggEDbCkiNHSxSbpMqpaQ+BztJeVt08jRLRQdRsS3qO20Ug528m6l8rJ/cVz9PSClnsvjP0kCnn/yGmZ1ChYQAAgi0LMCOCCCAwAgSiBmc0kxOMcjJvy/NvyPTKo+iHsnMJJnMrOegTWzU59bqHbwU36fFt2p1Kckk9e4n5VjK7ZIsFklpP0lRTXEEUq5HXJ2k5u3V+xAjgAACCCCAAAIIINCSADshgAACAyDAQKcBQOQUCCCAAAIIIIAAAkMnIDV2tEi5TaqUklKnjVRbVncG9RXXdx5FfaeNXrbNP/FSvtFiRqeolXJWilmdIvR0yK8ftsOOH7jBTn5KVgQQQAABBBBAAIEuEHj+ttk2c8uf2HM33e1fj3FD8THpKa9pFqfyhhx/Z0Pr+VzfMznF92x8q0ZZnSSlAU9SLmObVPtdbL5I8tzSd7M1WaS8vckmmhBAAAEEBkGAUyKAAAIIIIAAAgjMX4CBTvM3Yg8EEEAAgfYW4OoQQGAECkiNHS5SbpMqpaTUaSPVlkVHT5R9pWYdRl/dxOwL675kflJf45xmJvNFJnnyqFgPOfZhO+IEBjsVHpQIIIAAAggggMBIF3j+9nvTP1f3/E3xz9WZycxTzj2I1SSv++qB9Xx3Ixu9wTvTgKX4Zm32fRrtknx39e4n5ViqlOaLlPeT5DVLx5gvUq57WLNKzdtrdhraCr+GAAIIIIAAAggggAACCCCAgDHQqev/j4AbRAABBBBAAAEEulNAaux4kXKbVCklpU4cqbYsOoWi7CtVdyYV8c6bmm368ZfS/8K+VHLbSFbKda/m1ese/PBXDzHYyR1YEUAAAQSGQoDfQACBdhZ4ftp9NnPLw+zZG2em78a41viMLBUflF6JMNU90IEb2Kj139E7eKn4Fu3ru7Vol5SOkSrfvuaL1Fj35vSdHGV9klTfRB0BBBBAAAEEEEAAAQTaQoCLQAABBjrxfwMIIIAAAggggAACHSsgNXbASLlNqpSSUieOVFtGh5Ck1BkUcbNU3alUxJO/YPaFT5RM5ks5k5Tr3mQeycwk2Y+OediOPJGZnWy4F34fAQQQQAABBBAYJoHnp+dBTs/dODNdgUzl0kyK2FOsKcl6vr2hjd5w/jM51X+7Sn5sT086p6RUmi9SjiV5zWrarcki5f2abKIJAQQQQACB9hfgChFAAAEEEECg6wV6uv4OuUEEEEAAAQQQmK8AOyDQyQJSY0eMlNukSikpdepItWV0EEma52Cn2KdIxWCnnTct2SbrvmxWMl9K6X+Zn0KvJC24OQAAEABJREFUxRpx+l/k+w4/+OVD9rOTGOwULiQEEEAAAQQQQGAkCTx/x/02c8vD7bn/3lX+boy7jy/FXPWvSG/wel5N31zfRg3AIKf4dpVqv3v9h9L3cHUZcXWSVF0l7kIBbgkBBBBAAAEEEEAAAQQQ6HQBBjp1+l+Q6x8KAX4DAQQQQAABBNpcQGrskJFym1QpJaXOHam2rO4Iirg+FYObivaiHjM7bfxx75Wy8vmqnOSxlHKLIgY7HXUyg52chRUBBBBAAIF2FeC6EBhQgefvnFMe5DTDzD8L45tQRWAWkSeZeR7rqG9tYKM3flfvAPzim7P4Bu2rlJSOkWRSTuaLlGNJXrO0zXyRct3DmlVq3l6zExUEEEAAAQQQQAABBBBAoPMFuIMOF2CgU4f/Abl8BBBAAAEEEEAAgSwgNXbMSLlNqpSSUiePVFv21XFUtNd3NBX1KZuVbKOPvVw7o1Mp/rf5nrz0DbGmdPAvHrSfM9gp/8HIO1CAS0YAAQQQQACBVgWenxGDnA6zZ6+/M30HxkyfKVn+Royh8inF96K39Xzj8zZqo4X/5+ri21Wq/c6Na5YURfoOTkFdJuXtdc1UEUAAAQQQQGBECnDTCCCAAAIItLcAA53a++/D1SGAAAIIIIBApwhwnW0hIDV20Ei5TaqUklInj1RbVncMRVyfisFNRXvUI31tc7ONPlYyFQpxXq95YRaZb8iF7OCjH7JfnMLMTsaCAAIIIIAAAgh0qcALdz2QZnJ69vq+ZnKSye89kvlHYs8Bn7fRm6ydZmWK78z4voxyfklSOkaSnyYn80XKsSSvWdpmvki57mHNKjVvr9mJCgIIVASIEEAAAQQQQAABBBBAYFgFGOg0rPz8OAIjR4A7RQABBBBAYKgEpMaOGim3SZVSUur0kWrL+XUoNet4irYY7LTBR0q9txlR+h/om0e+RmGReeNBP3/Qjj6VwU69WAQIIIAAAggg0DUCI/1GXpj5oN215eH2zLV3OIV/BMYayWvxKRhF+ib0wJutZ//1bPSmCz/IKb5hpdrvWv+J9L1bXUZcnSRVV4kRQAABBBBAAAEEEEAAAQQQaElgOHdioNNw6vPbCCCAAAIIIIAAAoMiIDV22Ei5TaqUklLnj1RbFh1FUTZLMbCpvj3adtnCrBjsJL8zKeX+G1GJJI89eRiDnX556iMesSKAwAgS4FYRQAABBLpY4MV7HkqDnJ699o70zWemvEZRTr0NZtYzdT0b84V3p1mZ4tsyviejnF+SlI6RZFJO5ouUY0les7TNfJFy3cOaVWreXrMTFQQQQAABBBBAAIEFEeAYBBBAAIFBFGCg0yDicmoEEEAAAQQQQACB/ggM7L5SY8eNlNukSikpdQJJtWV0MElKnUgR16foiIpU3R71GOz0+Q+/nP4H+6VSycyTr1F4KuVkvvim7x01x351GjM7uQYrAggggAACCCDQ0QIvznrYZmxxmD3z7+k134FRyd+C8R0YtxhlyXr2+6yN2WzhBznFt6hU+x0bvyIpivSdm4K6TMrb65qpIoAAAkMkwM8ggAACCCCAAAIIILDgAgx0WnA7jkQAAQSGVoBfQwABBBDot4DU2IEj5TapUkpKnUBSbVl0HEXZV4rBTdXbor7blrLPf7iUzumZmXyNVA489AbzRfa9nz1ox5zOzE6OwYoAAggggAACCHSkwIuzHykPcrrD0ueemUn+xZdSxJ4s6paWUft+xsZs/p4+B9T39PQ03SYptUsyKSfzRcqxJK9Z2ma+SLnuYc0qNW+v2YkKAggggAACCCCAAAIIIIAAAm0q0DUDndrUl8tCAAEEEEAAAQQQGGYBqbEjR8ptUqWUlDqFpNoyBjFJSp1KETdLMbipvn23Lc3W++DLZul/xu9FWkteLUWLl6khxd85co4dewaDnbIIOQIIIDBvAbYigAAC7STw4r15kNPTV0/zy/JvvXKeZvaMLz1vihmdvDl9/43a5zM25ovvrfm2bPYtWf9tKSkdI+Vv1dgu5VjKpfkiyXNL37XWZJHy9iabaEIAAQQQQAABBBBAoK0EuBgEEECgLwEGOvUlQzsCCCCAAAIIIIBA1whIjR06Um6TKqWk1Ckk1ZZFR1KUfaXqDqoi3n1r2XofLPk5y5S95/W6x56bPJPn3/npA/brhR/s5GdjRQABBBBAAAEEEBgKgRfve9RmbHG4PfOvaf41J//JSOaxp/St5/VYPUXj6H0+bWO2WPhBTlKcMP+GJJNksUi1ZbRVJylvr24jRgABBBDoWAEuHAEEEEAAAQQQGLECDHQasX96bhwBBBAYiQLcMwIIjGQBqbFjR8ptUqWUlDqLpNoyBjhJSv9L+oibpWKAU2wr4hjs9Ol1Shb/S/74X/bnZJYazNvLyRvs20fMsd/89lHfyIoAAggggAACCCDQzgIv3v+Y3bXlEfbUVbeVv+ZKfrme8uqfehFE8q88L0Z9/VM2egAGOcV3plT7neo/nL5fq8uIq5Ok6uoIiLlFBBBAAAEEEEAAAQQQQACBbhVgoFO3/mUX5L44BgEEEEAAAQQQ6HIBqbGDR8ptUqWUlDqLpNqy6FiKsq9UDHCK7UW85zayz37QzM/mWcq9NF8izsl8a6wHHn6/HX8Wg52MBQEEEEBg8AQ4MwIILJTA3DnlQU5X3uqfb/Jzqbf0IFaTZJ55Mhv99U/ZmC3fVzNgvvhOjG/GvpKkdIwkP1VO5ouUY0les7TNfJFy3cOaVWreXrMTFQQQQAABBBBAAAEEEOg+Ae4IgS4V6OnS++K2EEAAAQQQQAABBBBoKiA1dvRIuU2qlJJSp5FUW0ZHlKTU6RRxs1TdcVXEe2xjFjM7WalkJfOlnEWRWzzKq33zJ/fZCQx2cqThWflVBBBAAAEEEECgL4G5DzxuM7Y8wp68/BbLH3V5z/rvuZjFM3YYvecnbcxWCz/IKb45pdrv0vhlSVGk79YU1GVS3l7XTBUBBBBAAAEEzAwEBBBAAAEEEOhMAQY6debfjatGAAEEEEBguAT4XQS6QkBq7PCRcptUKSWlTiOptqzuaIq4WSoGOMW2It7zS7JPr+PnCkXlLAqZvOIprybJvnnY/Xbi75jZyWFYEUAAAQQQQACBthCY++ATNmOrGOR0a/pe8yxdl3/Cmfw/i6SUmyQbtccnbMzW768ZIF98F8Y3Yl9JUjpGUjqPJItFUkO9aI+yPkmqb6KOQH8E2BcBBBBAAAEEEEAAAQQQaEsBBjq15Z+Fi+pcAa4cAQQQQAABBDpFQGrs+JFym1QpJfV2KEmVuK+Oqer26o6sIt7zS2afeH956iaL/+1/TvG/+PdqrJZmACiV7BuH3mcnnc1gp075vymuEwEEEEBgJAlwryNNYO5DT9idWx5hT1xys3+2+febf6v5R5t/u3lczn1DsVrPbh+3sdt8IA1YKr4Pi+/Bot6slJSOkSrfnVJtbL5I8tzSd6o1WaS8vckmmhBAAAEEEEAAAQQQQAABBFoWYMd2FGCgUzv+VbgmBBBAAAEEEEAAgSERkBo7gKTcJlVKSakTSeq7bNZRFW3VHVpF/PXtemzd95X8Hv18lpN5WV5NklcjWRrsdPLvGexkLJ0lwNUigAACCCDQRQJzH37SZmz1U3vq0psr32lxf+lzTVb8Zx7FOnr3dW3ctuukAUvxPRip+A6MuK8kKR0j+Rn7SOaLJM/NpFxa3SI1b6/bjSoCCCCAAAIIILDwApwBAQQQQACBYRBgoNMwoPOTCCCAAAIIIDCyBbj79hKQGjuCpNwmVUpJqTNJqpR9dVLVt1d3bBXx3tvHYKf0P/pPcwCkqJRySzM6eWuskQ748X12CoOd2uv/cLgaBBBAAAEEEBgRAnMfecru3PKn9sQ/b0r3m77TYjanqPm3W1HEvE7xJTd614/bmG0G5p+rkyrfnZLip9L3aARSrkdcnaTm7dX7ECOAwNAJ8EsIIIAAAggggAACCCAw8AIMdBp4U86IAAILJ8DRCCCAAAIIDLmA1NghJOU2qVJKSp1LUm0ZA5uk3BZxs1QMcIptRbz39rJ132fmR5p5Xl5Nkpl58jWKSAcccp+d+gdmdjIWBBBAAAEEEOgWgba/j7mPPmUztjrCnrz4JovvMfNFkkk5eeAtZjLzJEuDnLb9gBXfevHd10qSxExOxoIAAggggAACCCCAAAIIINClAgN+Wwx0GnBSTogAAggggAACCCDQiQJSdFHVXrmU26RKKcmkxtRKJ1b1PkUHWAx2+th7YjoAT7GmlLKYFMBiwoCYOSDS1B/da6edw2Cn2r8SNQS6VYD7QgABBBAYToG5jz2dZnJ6/B//82+y+DYrF/5xFt9lvcliLqeSjdrlozamySCn4puv+juwOpbEICdjQQABBBBAAAEERrIA944AAggg0F8BBjr1V4z9EUAAAQQQQAABBIZfYJCuQFLDmaXcJlVKSX0OdpLytuoOrCKu7+gq6vvs2GMfe4//tMzPG6kIIvZk5bqZTf3hvXb6Hxns5BSsCCCAAAIIIIDAoAi89PgzdudWP7UnL/qfSeXvsN6iHPgvp00mG/21j9nY7dZpmMmp+NYrvgXrS0kMcjIWBBBAYD4CbEYAAQQQQAABBBBAoE6AgU51IFQRQACBbhDgHhBAAAEEFlxA8s6rusOl3CZVSkkmNab6Dqz6en2HV1GPwU4febdZyX87ZghIkVdKnrwpVVPp2X4/uNfOYLCTS7AigAACCCCAAAIDK/DSE8/YHVv+1J74+42N32X+UzF/U5py0+PYYfSUj9jY7YdvkJOkuBISAggggAACCCCAAAIIIIAAAiNGYCQOdBoxf1xuFAEEEEAAAQQQQGDBBKTGDiMpt0mVUlKfg52kvK1+oFPUi8FNEUcq6vt9ucc+sralc3qeV5mZJz+dFx54br7EYKcz/8TMTk7BigACCPQlQDsCCCDQL4GXnnzW7tjqyDTIKQ5MX17xERbfX17x1STPPUmyMVM+amN3+CAzOQUWCQEEEEAAAQQQQACB4RPglxFAYIQJMNBphP3BuV0EEEAAAQQQQACB1gQk78TqY1cpb5OUOrukxjIGMM0rFYObin2K+n479diH1/YfjqmcSpYmDIgZnlKKaQNS8nbfZZ+DZ9tvz13QwU5+AlYEEEAAAQQQQACBJJAGOW35U3v8gv963T/Cynl8g6UvL29Kn2c5s1Ff/ZCN2YGZnJyJFQEEEECg7QW4QAQQQAABBBBAoLsEGOjUXX9P7gYBBBBAYKAEOA8CCCDgApI8r6yS0sCmaJEURapLalrGICYpb4u4PhWDm4r2op4GO73bP9Vlfl5PJpNk1UvUJNk+B99rZ53HYKdqG2IEEEAAAQQQQKA/Ai899ZzdsfWR9sSFN1h8YxXHRiyl3GJDhJJs9Fc/bOO+/CFmcrIuWbgNBBBAAAEEEEAAAQQQQACBjhLw3pOOul4utk0EuAwEEEAAAQQQQGCkCEjRudX8bqW8TS2JV/gAABAASURBVJJJzVMxiEmSFXF1WQxuKtqK+n47yT74TksTCHieZnaKskglD0ppdqeS7f292fY7Bju5CCsCCCCAwEALcD4Eul3gpaefT4OcHv/rf9L3VnxjFfcccfWMTtE+eqcP2ridGOQUFiQEEEAAAQQQQAABBBDoHgHuBIFOEmCgUyf9tbhWBBBAAAEEEEAAgWERkFTzu5LSwKZolBRFqkvqs4yBTJL6Ndhp/6+OsnVisJPMz+vJyoFZRJ687nmsex80287+82PGMqQC/BgCCCCAAAIIdLDAy89UBjmZf1D5p1rkZp6bL+lLKxqj7pXRX/6gjfvKh5nJyW1YEUAAAQQQGGEC3C4CCCCAAAIItJEAA53a6I/BpSCAAAIIINBdAtwNAt0lIHnvVh+3JOVtkkxqTNWDnCT1b7DTzqPs/WuVLGYT8DyV5kv9DAMlb9jru/fY2ecz2Ml5WBFAAAEEEEAAgXkKvPzsCzZ96yPtsfOv9++r2NW/tPyDynOv+IdVOY9vsNhhTAxy+iqDnJyFFYEmAjQhgAACCCCAAAIIIIAAAkMnwECnobPmlxCoFaCGAAIIIIAAAh0nIKnmmiWlgU3RKCmKVJfUUC7MYKdvTB5t73+H8vlTbhY1KeWpEqEk+/p3Z9kf/sJgJ2NBAAEEEECgXQS4jrYTePm5F8uDnP6Trs0/obyUSZ48KlZ5IMnGxD9XNwSDnPznmq5SXEnTTTQigAACCCCAAAIIIIAAAgi0iwDXMWQCDHQaMmp+CAEEEEAAAQQQQKAbBKS+O5qkvE1S7iirKxdksFMcE2n/r/bY+9dSL2HMM9A744BXfLVixoE9v30Pg516pQjaXYDrQwABBBBAYCgFXn6+PMjpvOvMP57yT8eHlPmXVZrRKTdFHs1jdviAjRuCQU6S0vdj/G51klRdJUYAAQQQQAABBDpWgAtHAAEEEEBgoAQY6DRQkpwHAQQQQAABBBAYeAHO2KYCUm2Hk6TejilJ6aolpTaptoxBS5LSP18n5TLaqtOoUaPS9mgr4tGjR9nUnXvsfeXBTjIz+X+RRyEzkzwvp72+M8vO+SszOxkLAggggAACCCBQFnj5hbk2feuf2WMxyMm/mST595NvlCeTSZ4iNKV8bAxymvwRK77H4tssUn092qqTpPQtJ8mk5sl8keR536s07+19H8kWBBDoQAEuGQEEEEAAAQQQQAABBFoU6GlxP3ZDAAEE2lCAS0IAAQQQQGD4BKS+O56kvE1S086t6AiT1NsBFvX6VN2BVsRj0mCnUfbeNWUxw0CawSkir5RSSlmanSC27XHg3fbHvzHYyVgQQAABBBBAoMMFFv7yS3NftulbH2mP/unaNJFTfCvllD6d/AeqZ3Qq2Zjt3m/jhmCQk5S/F/0CalZJNXUqCCCAAAIIIIAAAggggAACCHS/QGt3yECn1pzYCwEEEEAAAQQQQACBBgGptgNKUhrYFDtKiiLVJTWUMbBJ0jwHO8U+RaoMduqx/XceZe95ez6nmfIahZ/PIpmlQibb41v32J8uYLCTsSDQzQLcGwIIIIDAvAVeetmmbfVTe/RP15l/Hll8Lkny2JNZqnvupUxmaZDT+K99lJmc3IIVAQQQQAABBBBAoI0EuBQEEEAAgSTQk3IyBBBAAAEEEEAAAQS6VGCwb0uK7rDmvyLlbZJMakwxiElSn4OdisFNsV+koj5mTB7stPbbzJeYxcliXieLWQk88zZfvdnztO7+zbvtXAY7JQsyBBBAAAEEEBhhAi+X7PatjrRH/niN37h/IOXVP548SF9Qudkb0mfUmG3fZ/0d5CTl77z4XpNyLDWW/kvpm7AoJUVYk6TGtpodqCCAAAII9CnABgQQQAABBBBAAIGRIcBAp5Hxd+YuEUAAgb4EaEcAAQQQGAABqbZDSqrUpRxLSh1bUm1ZdIhVlxH3lYrBTmPH9tj+k0fb2m+TWV5NiqAqmXmbJ5Pt/s177LwLmdnJWBBAAAEEEEBg5AiU8iCnR8+5xr+G/BvJ8/Jq5t9NMv9PZl6YeTb2S++18bt8rN8zORXfbZJMap7MF0me971K897e95EtbWEnBBBAAAEEEEAAAQQQQAABBLpCgIFO8/wzshEBBBBAAAEEEEAAgdYEpNqOKalSl3IsqWnnV3SOSWo6s1MxsCn2KVLRNm5sj03debS96y1KMxD0zujknXoRl8z/K6X5CSzyXQ+42/78dwY7OQYrAgggUCdAFQEEulEgzeT0h6vji8i/lfyjyCMPYvUU30mR/CvJN43Z5j02ftf+DXKS8rddfKNJOZYay7CVFEXvt2CqVGVS3l7VRIgAAggggAACCCCAAAIDLsAJEUCgGwQY6NQNf0XuAQEEEEAAAQQQQKAtBKTaDiqpUpdyLKm3g0uqxEUHWXUZcaRiYFPERSraxo/rsamTR9u73prP5SdPFn5q85YUm0eRoi0GO53/j34OdjIWBBBAAAEEEECgswTSIKff/9svOr6IPMnDWP2DyFeTvCGSt43d+j02YbeP92smJ0lpkHp8m0lK55MaS/NFkud9r9K8t/d9JFsQQAABBBAYYAFOhwACCCCAAAIIdIAAA5064I/EJSKAAAIItLcAV4cAAghUC0i1HVVSpS7lWFLTzrCio6woJfV2oBUDm2JbkYq2CeNjsNMYe8calqckKBclL/MaUaRc23X/mfYXBjtlDHIEEEAAAQQQ6DqB27f+mT189tXl+ypZ/q+36nWPS/5t5GnsVu+2Cbsv2CAnqfk3nZTb/VfSN19RSoqwJkmNbTU7UGkrAS4GAQQQQAABBBBAAAEEEEBg+AUY6DT8f4NuvwLuDwEEEEAAAQQQGHECUm2HlVSpSzmWlDq+pNoyBjFJ6h3gJFXiYmBT7FOkom3CeNnUyWPsHW/xT3w/RvLzmvlveDKZpVTJd/vG3fbXix43FgQQQAABBAZIgNMg0BYCt29zlD1y9tX5yyc+gTxSOZmX5dVD2bit3mMT9lh3gWZykpS+1yQ/e5NkvkjyvO9Vmvf2vo9kCwIIIIAAAggggAACCCAwbAL8MALDLtAz7FfABSCAAAIIIIAAAggg0IUCUm3HlVSpSzmWZFJjikFMklLnWX1cDGyK9iIVbYtM6LH9dh5la74pJnbKcxeUYrKCNG9BCnLkjS+/XLJd97/L/vZPBjvZkCz8CAIIIIAAAggMtsDtX/q5PXzWVVbybx3/8vEPovjF8jdR/gpKbb7Zxm6xto3f4+O931v131VFvbqUlPaXKqXU+C1nvkjy3Hq/9axukfL2umaqCCCAAAIIINDxAtwAAggggAACCAy2AAOdBluY8yOAAAIIIIDA/AXYA4EuFZBqO7CkSl3KsaTeDjCpEkenmqTUmVYfFwObor1IRdvERUbZ1Mmjba01eszPZrHkUuYNsZrkscle9h7A3Q6YaRdczGAnY0EAAQQQQACBjha4fds8yMn8G0eS52ZFFjVZLJ77Om7LtW3Cnuum76ziGyq+qarjqFcnSWl/qVJKMqk2mS+SPO97lea9ve8j2YJAFwhwCwgggAACCCCAAAIIIIDAQgr0LOTxHI4AAkMgwE8ggAACCCCAQOcKSLUdWVKlLtXGkmo6y6JzTVLqVKuPm3XEFW2TJo6yfb86yt7+ZlksMY9Bmr7AK6VIMY1BzGrglblzS7bb/nfZhQx2chlWBBBAAAEEhleAX18wgdu3+4U9dOZV5c8d//Lxbx3/zKnU/bsn1b0cu9k7h2SQk6T0XVd/R5Lqm6gjgAACCCCAAAIIIIAAAgiMMAFud+EEGOi0cH4cjQACCCCAAAIIIIDAfAWk2g4tqVKX1NsJJuVYqpT1A5ykvC3a55UWnTTK9t15tL39TT3mR/g1ypN57MnP4XlePZ77klnM7PT3S5jZyVjaWYBrQwABBBBAoEHg9u2PtofPvMr8k8YsPnc8kJTCIotapBjktMjen0yDyIsB4vE9VR1HvTpJSvtLlVLys9Ul80WS532v0ry3930kWxBAAAEEEEAAgRElwM0igAACCCAwT4GeeW5lIwIIIIAAAggggECHCHCZ7S4g1XZsSZW6JJOUbkFSiqVKGZ1tklInW8RFatYpV922WAx2mjza3vIG8yVmN8gTG5RKJQ8iRRHtJXvxxTyz0z8uZbCTY7EigAACCCCAQAcI3L7DL+3B06+w+LaJzxvzzxuv+OrfN3H9UffGqI3ZdC0bikFOUv6Gi5+vTpKqq8QIIIDAQghwKAIIIIAAAggggAACI1uAgU4j++/P3SMwcgS4UwQQQAABBNpAQKrt4JIqdUlpgFNcppRjqVLG4CZJvYOdpLytemBT7BOpum2xST02dcpYe8sbYn8zmZnkeUoRR4q62Qsvmu3+jbvtn5c/YSwIIIAAAggggEA7C0z78q/sodOv8O8av8r4lPFkkTyT5Lm3p1U27gvvtIn7fip9R1V/J1XH8Q1VnSSl/aVKKfl5q5KVF0nlqHkhzXt786NoRQABBBBAAAEEEEAAAQQQQACBZgI90UhCAAEEEEAAAQQQQACBoRGQaju6pEpdkklKFyIpxVKljM43SanTLeJIUm092iJVd9wttmiP7Td5rK3xellMbBCzHlhEXonZDyJFNdqee+4l223/u+xiBjsZCwLdKMA9IYAAAt0gMG2nY+yBUy/Pt+LfMxFUf8/Et0652cbGTE77DM4/Vyfl77T4fakSR71IkoqQEgEEEEAAAQQQQACBIRPghxBAAIFuFmCgUzf/dbk3BBBAAAEEEEAAgf4IDNm+Um2Hl1SpS0oDnOJipBxLlTIGMUmqGewUbdUDm6Ieqbpt8cWKwU495fPLLFY/l68pjkySPffcy7b7ATPtkiuY2clYEEAAAQQQQKCtBKZ95Vh74JTL4jMmX5d/u8hrXpgXnrzmFZnZuE3WYiYnd2BFAAEEEGgQoAEBBBBAAAEEEECggwV6OvjauXQEEEAAgSEV4McQQAABBAZSQIrut8oZpUpdkklKGyWlWKqUMYhJUs1gJ6m2HvtEqh7stMTiPbbPzqPtTf8ni9mbYhanNONBTHkQyRtS3bc+8+xLaWanS65ksJNzsCKAAAIIIIBAGwhM++qvbc7Jl6Yryd8sJUtlKUpvju+ZFJds7MZr2iL7Nf5zdfF91FeSlL6vpEopqeFbTMptVl4klaNKITW2Vba2e8T1IYAAAggggAACCCCAAAIIINC+Agx0Gqi/DedBAAEEEEAAAQQQQKCfAlJtB5hUqUtKnWpxSinHUqWMDjpJqTMu4nml6sFOSy0xyvadPNbetLr/fwVk/hs5mcceeSFPlpZnnn3Z9th/pl161ZOpToYAAgggYGYgIIDAsAhM3/nX9sBJl/Z+p5h/B8VXixdm8tVTlB7ZuI3WtIlTP52+k6q/g+J7qb4ebZEkpf2lSinJpEqy8iKpHFnabnWLVNlet4kqAggggAACCCCAAAIIdIoA14kAAm0r4L0bbXttXBgCCCDWwSViAAAQAElEQVSAAAIIIIAAAl0vINV2hEmVuqTezjMpx1KlrO6Ui3heqbpTb6klemyfyWPsja+TlUqWknnpkRcpKLuX7Oln5toe+8+wy1oc7FQ+kAIBBBBAAAEEEBgwgWmTj7P7T7wkfadUf6mkHyg3xDeN72BjN3ybTdx/cAY5Sfk7LP2uZ5I8r12lxrbaPaghgAACCCDQHQLcBQIIIIAAAgggMFwCDHQaLnl+FwEEEEBgJApwzwgggEBTAam2Q0yq1CUNymCnVyyZZ3Z64+o9fn6/LHkymaQILHKV86eeftn2OOAuu/xfzOyUcMgQQAABBBBAYMgEpk/5jc058RL/Pf8y8e8UeRRrUVpqUxRpkNOkAz6TZmaqHuQdg8Hr69EWSVLaX6qUUpyvkswXKdc9TKukVFZnUmNb9XbiESXAzSKAAAIIIIAAAggggAACCAySQM8gnZfTIrAAAhyCAAIIIIAAAgiMXAGptmNMqtQleeedEo6kFEuVsrqTLuJ5pepOvlcsNSrN7PT61ygmc/Lzl6xU8pQib0pxKQJ78qk8s9MVVzPYyXlYEUAAAQQWSoCDEWhNYNrXjrf7jr/Yv0Vif/9GSd8mEXtTisttHo/9/FuNQU7ZhhwBBBBAAAEEEEAAAQQQaA8BrgKBwRFgoNPguHJWBBBAAAEEEEAAAQT6LSCp5hipUpeUBjjFDlKOpUoZg5skpRkJIp5Xqh7stHQMdpoy1l7/WpmZyv9ZXvx80eKNsdqTT72U/hm7K//NYKcMNEg5p0UAAQQQQAABm77L8Tbn+IvTN0iRxXeJCpvyd4oXNm79t9qkb342fQdVf+fE91B9PdoiSUr7S5VSkkmVZL5Iue5hWiWlsjqTGtuqtxMjgAACCCCAAAJNBWhEAAEEEEAAgQUSYKDTArFxEAIIIIAAAggMlwC/i0C3C0i1HWVSpS4pdb6FgZRjqVJWd9pF3Gp65StG2d6Tx9rqrzErpf/iFyKVPPOU1zTb0xNPvGR7TJ1hVzHYyW1YEUAAAQQQQGAwBKbveoLdd9w/07eHf4bEB4r/TP5KSXWvFevY9d7CIKcCgxKBLhPgdhBAAAEEEEAAAQQQQACBZgIMdGqmQhsCnSvAlSOAAAIIIIBAFwhIqrkLqVKXNCCDnepnN1hm6VG2z+Rxtvprekz+6znlPBrkmSTzwh5/8iXb84C77F/XMLOTsSCAAAIIIDA8Al37q9N3OzENcjL/7pBkijstZ5Jy3dvkaex6a9iiB66XZmaq/7aprxcDwCWl/aVKKcmkSjJfpFz3MK2SUlmdSY1t1duJEUAAAQQQQAABBBBAAAEEEFhIAQ5vItDTpI0mBBBAAAEEEEAAAQQQGGYBqbbjTKrUJaXOuLhEKcdSpYyOPEmpEy/ivlJ9B+Cyrxxl+04ZZ69dTRazJZRKeeaEqKTI61ZOjz72ou2x/wy7+loGOxlLGwpwSQgggAACnSgwffcT7d5j/2HF90b+FvE7iQ8T/yDprXsTg5wcgRUBBBBAAAEEEBjxAgAggAACCIxEAQY6jcS/OveMAAIIIIAAAiNbgLvvGAFJNdcqVeqSBmWw0zJL99g+5cFO/gPmv2KexWqSPM5Jkj322Fzbc/8Z9u/rGOxkLAgggAACCCCwUALT9zjJ7jv2oobvDf/yMCtn8kBmNu6zazCTkzuwIoAAAvMVYAcEEEAAAQQQQAABBLpQgIFOXfhH5ZYQQGDhBDgaAQQQQACBdhKQojuvckVSpS7JJKWNklIsVcqYyUlSv2d2etUyo2zvyePsNauYL2kKBYs8JnMqgmJGhUcenWt7TGWwk0OxIoAAAggggMACCkzf82S795h/FJ8Z+Sz+4VF8b6QNnsUMk+M+82Zb9NsD88/VSZXvpvhRKdcjjiQpipokNbbV7EAFAQQQQAABBBBAAAEEEEAAAQQGVaC/A50G9WI4OQIIIIAAAggggAACCDQKSLUdalKlLikNcIqjpBxLjWUMeppXqv9n7JZbdpTtPWWcvWbVUX5qP595UgrNivObL94Wg532OuAuu+b6p7yBFQEEukSA20AAAQSGRGD6XqfYvb/6R/otmf+nFJoV3xtRj2SycZ96ky36nc+lQdz13y719eK7R1LaX6qUkkyqJPNFynUP0yopldWZ1NhWvZ0YAQQQQAABBBBAAIEOFOCSEUAAgY4T6Om4K+aCEUAAAQQQQAABBBAYdoGhvwCptmNNqtQlpc66uCopx1Iu6zv5inqzsr6DcPlXjba9dh5jr15FeQ6FUsmsnOpnWHjo4Rdsz6l32rX/YbBT/B1ICCCAAAIIIDB/gelfP8VmH31h+TvDPzMiKn9rxDdH+t7wzw9vtrGffIMt9r3Pp0FL9d8x9d8wxXZJaX+pUkr5G0nKpfkiVWKv9n5XRVwkSUVIiQACCCAwogS4WQQQQAABBBBAAIF2E2CgU7v9RbgeBBBAoBsEuAcEEEAAgUERkGo72KRKXVJvp5yUY6mxLDr++irrOwpXWG50mtnp1av05PP7OT3w1c/de5cRyx5+5EXba/877br/Mtipl4YAAQQQQAABBJoKTN/7VJt99N/NPyosfUnIQ/Ol/K1hXkoyedO4T77RFj9o/TRoKb5hqr9XquPYViRJaX+pUkoyqZLMFynXPUyrpFRWZ1JjW/X2ER1z8wgggAACCCCAAAIIIIAAAggMsUDPEP8eP2dmICCAAAIIIIAAAgggsKACUm1Hm1SpS0qdd3FuKcdSLqPTT6rEUe8r1XcYLv+qUbbXzmNt1ZUUUy14KlmaYSF+KCWvWySzBx960faaeqddz2CnJEOGAAIjW4C7RwCB5gLT9znNZv3iwvLG8pRNXovIPyn8WyMq/m1RKtnYT7zRFjuoMpNT9XdKdVx810hK30NRl9Q72EnK7VIuzRepEns1HRdldZJUXSVGAAEEEEAAAQQQQAABBBoEaEAAgaEVYKDT0HrzawgggAACCCCAAAIILLSAVNvhJlXqkno76aQcS7ksOvwkpU6/qPeV6jsOV1x+tO01eZytEoOd/HjJz2m+yJPJJE8RekqDnfa/0/5zwzxndvI9WRFAAAEEEEBgpAlM3/d0m/2LC01+4/75EHk5mbfJUpvMIhj/iTfa4gc3H+TU1zdM0S4pfe9I8lPVJvNFym0eplVSKqszqbGtejsxAggggAACCLQkwE4IIIAAAggggMCACjDQaUA5ORkCCCCAAAIDJcB5EEAAgXkLSLUdb1KlLil16MUZpBxLuYzOPynHklIHYLQ1S/WDnVZaIQ92WnkFVWZ0Kk+9UD3DU8RzHnwhzez03xsZ7GQsCCCAAAIIIJAEpu93us066m+93xGl4jsipnHyuORlfEf4DjbuY6+3xeYxyKn+O0XK3zfxTSMpfeNIuU2qlOaLlOseplVSKqszqbGtejsxAgMnwJkQQAABBBBAAAEEEEAAAQT6I8BAp/5osW/7CHAlCCCAAAIIIIAAAr2DmQoKqdIhJ6l3u5RjKZf1HYBR7yvVdyKuvOJo+/qUcbbyij2m+OFyJq8p6pHid7yeBjvtf6fd8D8GOwULCQEEEEBgAQQ4pGsEpk89w2YddYHfj0zy5FFeI5ZZXk2Sjfv4G2zxH6yfBivFN0r990h9XVLvvlKOJaVzSZXSfJFy3cO0SkpldSY1tlVvJ0YAAQQQQAABBBBAAAEEEBhgAU6HQD8EevqxL7sigAACCCCAAAIIIIBAmwlItR1xUqUuKXXwxSVLOZZyGZ2GklKnoJTLaGuW6jsTY7DTXpPH2ooryKxkvqT5F3Lotd7Vt90/J8/sdCODnXpZBjLgXAgggAACCHSCwPT9z7R7jvxb5bshT+VUvnT/YCh/RUQ09qP/xyCnsgwFAggggAACCCBQCFAigAACCCCAQEWAgU4VCyIEEEAAAQQQ6C4B7gaBESMgqeZepUpdUkuDnZoNcKpuqx/stMpKY2yvyePyYCfLv6HyVRSlxW+bLAY7fX3/O+3Gm54u70GBAAIIIIAAAiNF4I4Dfmuzjvyb+WeBWfpIkEmyWKKQycNIZuM+8n+2xA83SAOx4zuk/vujvi6pd18px5JMqk3mi5TbPEyrpFRWZ1JjW/V2YgQQaFsBLgwBBBBAAAEEEEAAAQRGkAADnUbQH5tbRaBWgBoCCCCAAAIIdJOAVNsxJ1XqklKHX9yvlGMpl9GJKOVYUm9nYbTXp/rOxVVWGm177jzOVljOrFQqebK0pNiiXiSze+97wb4+9Q77380MdkpIZAgggAACCAyZwPD90PRv/NbuPuIv/o2Qvwn888AvJscxe5N/PuRtvmHsh1e3JX7EICcHYkUAAQQQQAABBBBAAAEEEEBgAQRGziEMdBo5f2vuFAEEEEAAAQQQQKDLBSTV3KFUqUua72Cn+oFNzerVg50iXm2VMbbnlPG2wnI9fv7yz8dvWfye12XmVc/yYKe997/Dbr71GWNBoG0EuBAEEEAAgUERuOObZ9k9R/zVrPwtIEVgvsibInkYq7eP+9DqtuSPN+wdcB3fGNXfIfV1Sb37SjmW/Jx1yXyRcruHaZWUyupMamyr3k6MAAIIIIAAAggg0AUC3AICCCCAQNcI9HTNnXAjCCCAAAIIIIAAAgMuwAk7T0Cq7aiTKnVJJindlKQUS7mMzkQpx5J6Ow+jvT7Vdza+OgY7TR5ny7+q7v97kaZqiNmezDNPVrJZs5+3vfabbrcw2ClASAgggAACCHSlwB3f+p3NPOx8vzf/GIi1nPxTILWVPPAmj83GffC1tuQhDHJKGGQIIIDAMArw0wgggAACCCCAAAIIdIpAXU9Ep1w214kAAgi0hQAXgQACCCCAQFsKSKq5LqlSl5QGOMUOUo6lXMaAJklpkJOUy2hrlhoGO606xvYoD3aSlRc/hyT/Pa/Lk8kk2ezZz9vXp063W29jZqdQISGAAAIIINBNAncc+Du7+7Dz0zvfTHmNwlNUo0FSCtMgp0M3St8e8b1R/31RX5fUu6+UY8nPVZfMFym3e5hWSamszqTGturtVTEhAggggAACCCCAAAIIIIAAAgi0icAgDnRqkzvkMhBAAAEEEEAAAQQQGIECUm3HnVSpSzJJSUVSiqVcRiejpNSJKOUy2pql+s7H16wWg53G27LLxAROJSuVimTRkLLU5tE9s55PMzvddjuDnZyDFYEOF+DyEUAAgSxwx7fPtpmHnm8xW1O889MHgFf8kyB9F6QNnsW2sR94jS05j0FO9d8ektL3SbRLOZby94tUKc0XKdc9TKukVFZnUmNb9XZiBBBAAAEEEEAAAQQQqBegjgACCLSHAAOd2uPvwFUggAACCCCAAAIIdKvAMN6XVNuBJ1XqktIAp7g8KcdSLus7EKPeV2oc7DTa9pwywV61TI+f38+ezhmlJ8vnV4SeYrDT1/ebbrdPY7CTc7AigAACCCDQ0QJ3fOf3FoOc/HUfq0nxxvcUa0qRxS3Kxq/zWlvqsI17By7Vf09ELOQcmQAAEABJREFUPVLx/SGpd18px5LSb0iV0nyRct3DtEpKZXUmNbZVbydGAAEEEEBggQQ4CAEEEEAAAQQQQGBIBHqG5Ff4EQQQQAABBPoQoBkBBBBAYHAFpNqOPKlSl5Q6COMKpBxLuYyORUmpU1HKZbS1kl776jG255TxtszSspjJIWZxsJKHnsUMDimMqtdn3pNndpo2/dnUQoYAAggggAACnSdwx3d/b3cdcp5feH7LR17y93x8B0QR3wKRIh73/lfbkj/p+5+rq//WkJS+R6JdyrGk9A0jVUrzRcp1D9MqKZXVmdTYVr2dePAEODMCCCCAAAIIIIAAAggggAACAyHAQKeBUBy8c3BmBBBAAAEEEEAAAQQWWkCq7dCTKnVJqaMwfkTKsZTL+g7FqDdL1TMuFNtfs9po22PKeFv2lT1+fj+7IsljTx6achbF3Xc/bzGzE4OdwoSEAAIjVIDbRqBjBe743h9s5iF/9ld7vNUjmceRIvYUa/q2MItBTksd3vdMTvEdUf1dIYlBTsaCAAIIIIAAAggggAACXSTArSCAwAAI9AzAOTgFAggggAACCCCAAAIItLmA5L2MVdcoVeqSTFLaKinFUi6jw1FS6mSUchlt9am6UzK2Rf11rxlju+08zl75CqUJHaxU8tWT+RJTPVjEnrz9rpnP2tf3m2bT72g2s5Pvz4oAAggggAACbSdwx0Hn2IwfnVt+v/s7Pd7t/o73NbWlDwCvxIyOY9+7mjHIqe3+hFwQAggggAACbSbA5SCAAAIIIIAAAvMXYKDT/I3YAwEEEEAAgfYW4OoQQACBFgUk1ewpVeqS0gCn2EHKsZTLGLgkaYEGO63+2jG22+Tx9sqle8wsn09WLIoW81N7g+yumc/Z3vtNszvuZLCTg7AigAACCCDQ1gJ3HPxHu+tH51q8zc3zSBHHe11mJqXcA7Ox71nVXnHEJulbIr4rYkB0lNWpaJOUji22SUrHSbldqpTmiyTPK6tUW48tUmNbtJMQ6DgBLhgBBBBAAAEEEEAAAQQQQMCitwEGBLpagJtDAAEEEEAAAQQQqAhItR19UqUuKXUsxt5SjqVcRmejpN6Oxqg3S0UnZbEt6v/3ujG2++Tx9opXKM3uULJiKc/8kKre6uuddz1n+0ydbnfOYLBTYiFDAAEEEGhZgB2HTuDOH/zJZngq+bvb1/IPRxQpzeOU3vkRjXv3arb0kZumb4j4PohvgyirU9EmqXe/2C7luqT0jSJVSvNFkueWtpkvUq572LtKjW29GwkQQAABBBBAAAEEEEAAAQQ6ToALRoCBTvzfAAIIIIAAAggggAACI0xAqu3wk5rXJaWOQymX9R2OUW+Wis7KYlvUV3/daNtjygRb+hU9pvAuZ/JaJPOyvKYZnfaZeofNYLCTDeDCqRBAAAEEEBgQgRk/PNfu/P6fzMrfBzJfPJMpB+Vcko1de1V7xZHznsmp+F6QxCAnY0EAAQQQQAABBBZagBMggAACCCDQ9QI9XX+H3CACCCCAAAIIIDBfAXZAYOQJSNEZWblvKdelxlKSSTlFZ6Sk1BEp5TLa6lMMbqpui/r/vW50+mfsllxSMcGDRZbmdIrpIKwUVYuw5Nn06U+nmZ3uuouZnRyKFQEEEEAAgbYQmPGj82z6Qef4Ozve2/4W93e2516P1duK97lf7dh3rWJL/4yZnJyCFQEE2kqAi0EAAQQQQAABBBBAAIFOF2CgU6f/Bbl+BIZCgN9AAAEEEEAAga4UkFRzX1KuS42lpAEZ7PT61cfY7lMm2JJLyn9blv6Thx6l1WNJJsmmTX8mDXaaOfO52IGEAAIIIIAAAoMtMI/zz/jxeXbHQeekd7RnZvLV39eKwGKRZ558HReDnI6qDHKqHvw8v1hS74BqSSZVkvkiyXNL7eaLlOse9q5SY1vvRgIEEEAAAQQQQAABBBBAAAEERrpAh98/A506/A/I5SOAAAIIIIAAAgggsDACUm1HoJTrUmMpKXUqSurtgIzOSinXI65PMZNTdVvU3/B/Y2z3yRNsicVj9oecUl5KuWcli1mdzJdp056xffabZjPvZrCTc7AOswA/jwACCIxUgRmH/Nmmf/ecmK8pv6NL5Ze2lx6VWSIq2dh3rGxL1w1yivd/9fdAEUtK3xTVdUm93xtSJTZfJHluabv5IuW6h72r1NjWu5EAAQQQQAABBBBAAIEWBNgFAQQQQKC9BRjo1N5/H64OAQQQQAABBBDoFAGus4MFpNoOQSnXpcZSUupclJQ6JqXasuiorC7rOzej/obXj7Hdv7aILbG4n89y8iJWMz+n5G0yM0+3T3vG9p063e6+h8FOxoIAAggggMAQC8w49Pw0yCneyf5aNsnzquQ1bzOT/xeDnF75iy+kb4TiWyDe+0VclM3aJPUeJ/nZqpL5IslzM6m2tKpFytuqmggRQAABBAZegDMigAACCCCAAAIIIDCsAj3D+uv8OAIIIDBiBLhRBBBAAAEE2ltAqu0YlHJdaiwlpU5GSalDUqoti07M6rJZh+YbXz/GdpsywRZbzKzk/1nMClHyOJXekmLzpWS33faU7bvfNLuHwU7uwYoAAggggMDQCMz4yfk27du/9x+Ll3K8oyNFnFPMwOhvbH+Fl2zMmitaK4Oc4vtAUvqGiDiSVPm2kGpj80WS55a+P8wXKdc97F2lxrbejUMa8GMIIIAAAggggAACCCCAAAIIIDCYAu0x0Gkw75BzI4AAAggggAACCCCAQEsCUm0HoZTrUmMpKXU2SkodlVJtGZ2W9al6sFMRv+kNY2z3KYvYYovJ/ISxesqx+eKnjdzk/91229NpZqdZs5jZyVFYEehMAa4aAQQ6RmDGYX+x6d/+g0nya/YUa0op8zbzbZ5MNnbNlWyZX26WvgmK93/xri/qfZWSeo+TZFIlmS+SPLfUbr5Iue5h7yo1tvVuJEAAAQQQQAABBBBAAIGhF+AXEUAAgUEU6BnEc3NqBBBAAAEEEEAAAQQQ6IdAO+wq1XYUSrkuNZaSUqejpNRBKdWWzTo0qzs9i/hNbxxju02eYIstqpjXKaaKyMl8KXny1igi3Xprntlp9mwGO4UMCQEEEEAAgcEQmHH4X23agb/3N7C/kst5FPEuLpU8j+Q/HMXYt6+wUIOcpMr3hFSJ/fTpO6NZGW1FklSElAgggAACCHSMABeKAAIIIIAAAgggsOACDHRacDuORAABBBAYWgF+DQEEEEBgiASk2g5DKdelxlJS6oSUtFCDnd78prG2a3mwk5/Q1zivmcl8kfnpTR6Z57fc+rTtN3W63Xvv88aCAAIIIIAAAgMrcNcRf0uDnOKs8e6Vv3stklJuUgQ5jXvbCrbMrzZP3wDFAOdiIHNR76uU1HucpHReKZfmiyTPLbWbL1Kue9i7So1tvRsJOlmAa0cAAQQQQAABBBBAAAEEEECgTwEGOvVJ02kbuF4EEEAAAQQQQAABBAZOQKrtOJRyXWosJaVOSEmpw1KqLZt1cFZ3gkYcaY03j7VdJk+wSRPNYraImCUiZo/wWq5bLKXI7KabY2an2xnslDTIEEBgZAlwtwgMnkAMcrrtm7/zV29+30Ye72RvKNb0TvbMnlxhrC1zzIIPcpIq3w9SJY67kxRF+r6IQMr1iIskNbYV2ygRQAABBBBAAAEEEEAAgc4X4A4QQKAvAQY69SVDOwIIIIAAAggggAACI1xAqu1AlHJdaiwlpc5ISQs02KkYDPWWN4+13b420SZNKv9/VWS+KJ/bo2KVBzffHDM7TbP77qua2cnbWRFAAAEEEECg/wJ3HXmB3fats2sOjPetlHIzL3w1SXbTy3Nsw1uOsh/+8If2xBNPpHd/DFou3ufzKiWlc8Q+Uo6lXJovkjy3tI/5IuW6h72r1NjWu5EAAQQQQAABBEaGAHeJAAIIIIAAAiNWoNx7MGLvnxtHAAEEEEBgRAlwswgggEB/BaTajkQp16XGUlLqlJSUOjyl2jI6NOtTdadoEa/x5jG265RFbOJEpdkjIovZnWJWCSsvEccMEzfd9KTtt9/tdv/9DHYq01AggAACCCDQb4E0yOmAmMmp9tD0vk3TK3qUV7tp7hzb7ek/pR1/85vf2C677GJXX311evfXv+fr65LSt0K0SzmWchknlBRF2icCKdcjLpLU2FZso0QAgYoAEQIIIIAAAggggAACCCDQrQIMdOrWvyz3tSACHIMAAggggAACCCDQRECq7VCUcl1qLCWlzklJqcNTqi2jY7M+FQOcor2I37JGHuy0SAx2sjinRW7mufmiSH5u8/pNNz1lU6dOszlzGOxkLAgggAACrQiwT5XAXUddaLd943fmr1SLV6tMHnsyi8hTxJ58veWlB2y3Z/5o1csVV1xhO++8s/36179O7/54nzdLkkxS2kfKsZRL80WS55b2MV+kXPewd5Ua23o3EiCAAAIIIIAAAggggAACCCBQK0CtSwUY6NSlf1huCwEEEEAAAQQQQACBgRSQajsWpVyXGktJqZNSqpTR4SkpdW5GPK9UDHZ661vG2i6TF7EJE8xi9qZS3YwS0eYbYrUbbsgzOz3wAIOdbKEXToAAAgggMFIE7jrq73br1LPSuzTeqyn5+zbKMCh5luOS3TL3Adv16XO8pXF95JFH7MADD7Tdd9/d7r777pr3vdT4PSBV2swXSZ5b+n4wX6Rc97B3lRrbejcSIIAAAggggAACCCyAAIcggAACCCDQmQIMdOrMvxtXjQACCCCAAALDJcDvIjCCBaTaDkYp16XGUlLqrCwGNElKnZ5SLov2oozBTZGq6xG/7a1jbZcpMdipx2TlxQNfTfI8JfPY7MYbnrL99ptmDzzwgrEggAACCCCAwLwF7vr5P+zW/c8y632dlgOzaLJYvMUk2a0vPWi7PtN8kFPsV6TTTz/dtt9+ezvvvPPSez/e5ZEkpbqkdD4pl+aLJM8ttZsvUq572LtKjW29GwkQQACBwRLgvAgggAACCCCAAAIIINCWAj1teVVcFAIIdKwAF44AAggggAAC3S0g1XY0SrkuNZaSUqelVCmrOzsjnlcqBj69/W3j7GuTJ9i4cerFrZ5hwlLFvCjZDf99wqbud5s99NCLvfsSIIAAAggggECtwF2/+Ifdst+Z3ugv0Vg9xZvUX6beVlmjuef/lrZT17i/0liO+ipuuOEG23bbbe373/++vfjii+lbIN73klIs5TKOlxRFao9AyvWIiyQ1thXbKBFAAAEEEEAAAQQQQAABBBBAYHAF2vHsDHRqx78K14QAAggggAACCCCAQBsLSLUdjlKuS42lpNR5GR2ckST1zugQ9fpUDG4q2ov6mm8fZ7t8bWLvYCeZpfN6nlbzBilldsN/n7Kp+95mDz/8orEgMEwC/CwCCCDQtgIzj77Ibt3vtyb5e9M8xerJvO6ryf+zCPwOxr5+GVvxpK3txBNPtN12281bWltfeukl+8EPfmBbb721XXmgRpgAABAASURBVH/99X46P6ufU8plnEVSFGlbBFKuR0xCAAEEEEAAAQQQQKBDBLhMBBBAAIFhEGCg0zCg85MIIIAAAggggMDIFuDuu0FAqu2MlHJdaiwlpU5MqVLGQCZJadBTxNWpGNxUtBX1Nd8+1uKfsRs7Ns05YaVSyYNI5aJcL1nJ/vOfJ2y/fW+1Rx5hsJOxIIAAAgggUBaY+cuL7OZ9zvQ3Zbw74x0aKeJI/gb1d6nnUbExr1/Gljtxy9539S677GJnnXWWLbPMMuWzzb8499xzbYsttrDjjz++91sgjpIURWqLQMr1iKuT1Ly9eh9iBBBAAIF2FuDaEEAAAQQQQAABBBAYeAEGOg28KWdEAAEEFk6AoxFAAAEEEOgQAam281HKdamxlJQ6M4vBS5JSx6mUy6K9KIvBTfX1Ndcsz+w0Np/PT2omXyOVAw+9wew/1z+ZZnZ6lMFOxoIAAggggMDMX/3Tbt7nt5Zel2Ym+RszpYg9WbluZjGT0/JVg5zifRzv5rXXXjvN0LTBBhv4Xq2tM2fOtK985Su2++6725w5c0zy3/FDpdrSm2pWKW+vaey2CveDAAIIIIAAAggggAACCCCAAAL9Fui4gU79vkMOQAABBBBAAAEEEEAAgUETkGo7IaVclxpLSalzU6qU0XEq5XrE1Sk6VJvV11pznE2ZsoiNGRO3lWeiyFHEaR4KS1NVeON11z1h++17mz32KDM7OQcrAh0lwMUigMDACcw85mK7ae8z/IT+riznaWbEeGF6U8mTN6f359jVX1kzk1O8i+vfyUcffbT95Cc/SYe0mh111FG2+eab2wUXXJC+B+I4SVE0JKl5e8OONCCAAAIIIIAAAggggEDHC3ADCCCAQH8FGOjUXzH2RwABBBBAAAEEEEBg+AXa6gqk2s5IKdelxlJS6tyMTlOpEke9WarvWC3q71hrnH1tykQbM6bHz5c5pHw+SVY0emTXX/dEmtnpscfmGgsCCCCAAAIjTWDmsZfYzV8/w+T/WUo5l2QWdS+KMAY5LX/yVmnWxeK9XLx7i3pRbrPNNnbNNdfYGmusYa0ul156qW222WZ2yCGHmOQ/3ORAqXl7k11pQgABBBBAYCQIcI8IIIAAAggggAACdQI9dXWqCCCAAAIIdIEAt4AAAgggMNwCUu6klBpLSalzMzpKpeZxbOsrFR2u73jHOJsyeRHvjC1ZzEQRM1MUKRq81Yp07bWP29R9brXHH2ew03D/3wa/jwACCCAwdAIzf32J3bTXab3vwzRlUynl/qqMIJLXvRjzmqVt+ZO39PdqT28q3rl9vZNf97rX2eWXX26TJ09u+aYef/xx22effWzrrbe2W2+9teY4STV1KgjMX4A9EEAAAQQQQAABBBBAAAEERpoAA51G2l887peEAAIIIIAAAggggMAAC0iNHZNSbpMaS0lNBzs160ht1slatL3zneNsl10Ws1GjzPyMnsnS4oVSS87N4zTYad9b7YknGOxkLAggMDIEuMsRLTDzuEvtpr1Od4P8LpRH5u/D8mqSt6RkNva1/R/kVP3O/tGPfmS//e1vbdy4cdbqcvLJJ9sXvvAFO+OMM9Ihkl9PisgQQAABBBBAAAEEEEAAAQT6JcDOCIwwAQY6jbA/OLeLAAIIIIAAAggggMBgCUiNHZRSbpMaS0mpkzU6SqXmcWzrK1UGO421KVMmWk/8/25iaqe4wVJkZlHErE4p8so1/84zOz35xFzLe5AjgAACCCDQfQJ3/+ZS+98ep6XXX2T+CkzvxIgjSPX0zizZ2JjJ6aQtbNToUf4u7Wk5SfndLSkds95669msWbNs3XXXtVaXG2+80TbffHPbf//97ZlnnjEWBBBAAAEEEEBgMAQ4JwIIIIAAAgh0l0BPd90Od4MAAggggAACAyTAaRBAAIEFEpDUcJyU26TGUlLTwU4xuElS6jiNeNSoURYp4upUtK299nib8rUY7OTnM5n5seaLRyb/zyIp5RaDnfbf91Z76sm5xoIAAggggEC3Cdx9/GX2vz1Ot/Qq9Hefmfy/Sh4VmZkkG/vqpW2Fk7a0UWNG975z4z07yt+7UfaVJKX9pUopyRZffHE777zz7OCDD7b+LN///vdt0003tSuvvLI/h7EvAggMjABnQQABBBBAAAEEEEAAAQQ6SqCno66Wi0WgbQS4EAQQQAABBBBAAIG+BKToPq3dKuU2qbaMvSSlztboTJUqcVGPspUUg50mT5loppJZeZYKj6zk/3lDsfqmkl39r8ds6j632lNPvWQsCCCAAAII9C3QWVvuPuFyu2G3U9O7rvwq9BuIN2FOxcsw3o+jV13Sljthc+sZMyoNWiretQs6yEnK73D/Qdt7773tiiuusJVXXjmqLaUYIBWDnY4++uiW9mcnBBBAAAEEEEAAAQQQQAABBAZOgDN1kkBPJ10s14oAAggggAACCCCAAAKdISCp4UKl3CZVSklpkJOUy+hklSpxUY8yUrPO1+q2d797vE2eMslM5otSUeRRUbT6+c3T1Vc/Zvvve4s9/TSDnZxlwVaOQgABBBBoG4G7T7zcbtztVH/F+dvO33Oem5UzeRApNchszKpL2gonbmGjx48d8EFOkv+Ama299to2Y8YM22abbbzW2hr/9N1Xv/pVixRxa0exFwIIIIAAAggggMCgC/ADCCCAAAIItJFATxtdC5eCAAIIIIAAAgh0lQA3g8BIF5ByR2e1g5TbpNoy9pFkklKHq1SJY4CTlNsjrh7YFPVI1W3vec94mzx5osUSM1aUmszoVMxo8a8rH7P997nFnnmGwU7hRUIAAQQQ6EyBu0+6wm7Y5dR88TGVk6d4B6ZXoGcRF+/D0SsvYSuc8EUbPWHwBjlJStciyX7zm9/Ycccdl+qtZjGrU8zu9Oc//7nVQ9gPAQQQGFYBfhwBBBBAAAEEEEAAAQSGToCBTkNnzS8hgECtADUEEEAAAQQQGAECUu7orL5VKbdJlVJSGuQk5TIGL0mVuKhHGal6YFPUI1W3vee9E2zy1yaZ/IdVzqNQ1P28Vq5E+K+rHrMD9rnVnmWwk7EggAACCHSewD2nXJUGOcU7LV29B5LMVytnJjNPsjGrLGUrnrSFjV5kXBpYHO/PSNXv0KjXJ0lpf6lSSjIpJ/NFkueW2swXKdfNzL70pS/ZnXfeae985zt9S2vrlVdeaTHY6fvf/35rB7AXAggggAACCCCAAAIIIIAAAggMp8CQ/TYDnYaMmh9CAAEEEEAAAQQQQGBkCkiVjs5CQMptUm0Z2yWlTlKpUhYdrlJui/r8OmVjZqevTpnUO4+FB1YqmaeUeeBrCkt25RWPppmdnn2WmZ3ib0AaSgF+CwEEEFhwgXtOvcr+M/mk9ELL77gIS+ldF3UP/ORe95fg6JWWsBVO2HzIBzn5BaR11VVXtauvvtr23nvvVG8le/rpp23q1Km22Wab2Y033tjKIeyDAAIIIIAAAggggECbCnBZCCCAAAIDJcBAp4GS5DwIIIAAAggggAACAy/AGbtGQFLDvUi5TaqUUo5j5xjMJKl30FPUiyQpzSxR1IuyfvDTe9873naevKiZKa9R+LGWkjdF3VKWBjsdsO+t9txzLxsLAggggAAC7S4w67R/2X8nn2zxSktZvM4iWWSK3IpszEpL2oonbm6jJw7tTE5WtUhKtR/+8IcW/yTdpEmTUr2V7IwzzkizO5188smt7M4+CCCAAAKdKMA1I4AAAggggAACCCDQogADnVqEYjcEEECgHQW4JgQQQAABBDpJQModnNXXLOU2qVJKMklpN0kpliplMahJUmuDnd433r6ys3emxuxNlme68Dyv3uZNKY7yyssesQP2udmef57BTuFBQgABBBBoT4FZp19t1+98ksVrLM3cFFFU0uV64I2ep/fb6BUXtxWO38xGTxpf896sHxxcvF+LUlLaX6qUUuV9bL5I8tzSu9p8kXLdw5pVqm3/1Kc+ZQ888ICtt956NfvNq3LrrbfaVlttlWaEevzxx+e1a1du46YQQAABBBBAAAEEEEAAAQQQQCAL9OSiK3NuCgEEEEAAAQQQQAABBNpMQKrt6IzLk3KbVCklpU5TqbYsOl+ry2YdtfVt73v/ePvyVyea/AellFtUesNoigZPV1z2qH1j31vthRcY7GQsCHSGAFeJwIgSmHXG1Xb9V09M9xyvLynllopo9UBSqo9ZcXFb8fjNbMxiE9KgpeL9Wf+eLNqLUlLN/pL8fJVkvkjy3FK7+SLluoc1q9S8fcKECfbHP/7RDj300Jr951f58Y9/nGZ3uuSSS+a3K9sRQAABBBBAAAEEEECguwS4GwQQQCAJMNApMZAhgAACCCCAAAIIINCtAu13X1Jjh6eU26RKKSl1nkrNy746Y4v2+k7cD6yziH35K5OsVCqZZ558TWEpVb1mHiWwyy552L6xzy32IoOdkgcZAggggEB7CMw689923VfyIKf83vI83mvxBkvvtFyPd92o5RazFX6zmY1ZfJGaQUv178fivVmUktL+UvP3r/kiyXNL72nzRcp1D2tWqXl79U577LGHXXfddfba1762unme8d/+9rc02OnII4+c535sRAABBBBAYGQJcLcIIIAAAggggMDIEGCg08j4O3OXCCCAAAJ9CdCOAAIIIDAsAlJjx6eU26RKKSl1okq1ZXTGSkodsRH3leo7c9+/zgT78lcXNT+pJ1/lyVJmsShiD+TpsksesW/sd6u9+CIzOzkHKwIIIIDAMAvM+u01dv1XTiy/qeJilGJ/HXpFFpWIJdmY5RezlWImpyUWfJBTvFslmVRJ5oskzy21my9SrntYs0rN22t2Klfe/va327Rp02yHHXYot8y/mDNnju2yyy6244472l133TX/A9gDAQQQQAABBBBAAAEEEEAAAQS6QoCBTl3xZxy8m+DMCCCAAAIIIIAAAggMloDU2AEq5TapUkpKnalSbVl0wEY5r1Q/2OkD60ywHXaaZFae+SLdn8epjEYPohqzO136z4fsm/veanPnRotvYEUAAQS6VIDbam+BWWddY9d9+XiLmZqq30gRpwmd4v0VFb+N0ctOshVjJqclJ9YMCK5/H9a/OyWl/aVKKVXeveaLJM8tvZfNFynXPaxZpebtNTs1qRxzzDF28sknN9nSd9Oxxx6bZnc655xz+t6JLQgggAACCCCAAAIIIIAAAkmADIFuEOjphpvgHhBAAAEEEEAAAQQQQKAzBaTGjlApt0mVUlLqVJVqy+iklZQ6ZiPuK9V37q7zwRjstKif08zka6QiMIvIkzd6fsk/H7Jv7nuLvfRSuQfZWBBAAAEEEBg6gdm/u9au+/IJ/oMyyZNHxSoPpJT7NrPRyy6aBzkt1XmDnPxW0rrFFlvY7Nmz7X3ve1+qt5L9+9//ToOdvvOd76TBYK0cwz4IIIAAAggggEATAZoQQAABBBBAoAMEejrgGrlEBBBAAAEEEGjmsqPUAAAQAElEQVRrAS4OAQQQWDgBKTpoa88h5TapUkryTtzGFIObJPV/sNOHJth2O05KHaIxG0bM4BQzZZgvMaQpxx75evE/HrJv7nOLvfyyV3w7KwIIIIAAAkMhMPvsa+2aHY5PsxBGFu+mypsovbnSe8wzG/XKSbbicZva2KUn1bwT6wf7xnuzOklK+0uVUqq8b80XSZ5beg+bL1Kue1izSs3ba3ZqobL88svbZZddZvvvv38Le+ddXnjhBfvWt75lG2+8sV1//fW5kRwBBAZYgNMhgAACCCCAAAIIIIAAAsMv0DP8l8AVINDlAtweAggggAACCCCAwHwFpMaOUSm3SZVSUupklWrL6LCVlDpqI+4r1Xf2fvDDi9j2Oy5qJkuLyoG8JqXcoinCiy96KM3sxGAnY0EAAQQQaCYwwG2zf3+dXbtDzOTkJ45Xkr+QJHnu9bRG7Elmo5eZZCsdv5mN6YJBTunWytn3vvc9u/DCC22ppZYqt8y/OPvss9PsTscff/z8d2YPBBBAAAEEEEAAAQQQQAABBPorwP7DLtAz7FfABSCAAAIIIIAAAggggAACLiB5T62X1auU26RKKcmkxhSDmyT1f7DTRxaxbXeYZHnJ82REHrNmxOwZ5hVfLer/vPAh+9a+t6Q470/eqgD7IYAAAgi0LjD7D9fbNdv9pvK+iReRv5DiXZTC8qkiHh0zOf1mUxuz9ESrHtBbHcc7sj5JSu9MqVJKlfer+SLJc0vvXfNFynUPa1apeXvNTgtY+ehHP2r33Xefbbjhhi2fYfr06bbtttva7rvvbg8//HDLx7EjAggggAACCCCAwMILcAYEEEAAAQQGW4CBToMtzPkRQAABBBBAAIH5C7AHAgiUBaS+O0qlvE1S6nCVGsvoxJWUOm4j7ivVd/5+8MMT7Es7LGpmslgil1Ju0ZSiqHtw0d9jsNOtxoIAAggggMBgCNx7Th7kZP7ekRSFmcwXmeTJo2Id88qJ+Z+re+Wi/RrkVLwfJaV3puTnrUrmiyTPLf2m+SLluoc1q9S8vWanhayMHTvWfve739mRRx7ZrzMdfvjhtskmm9jf//73fh3HzggggMAgCnBqBBBAAAEEEEAAAQQQWEgBBjotJCCHI4DAUAjwGwgggAACCCAwkgSk2g5TSQ2drFJukxrL6LyVlDpuI+4rVQ92ivjDH13EttpuEYslZsiIWTN6Z3TyhlQvpcD+ccED9s19bo5dSQgggAACCAyYwL3n/Meu3rY8k5O/c+Ld40V6HUWW6uVfG/2KRWyFYze2ccsuZvEeK9531XHRVl9K+f0Z7VKOJZXPbE3fu9ZkkSrHNNm8AE3zPmTKlCl244032hve8IZ571i19aKLLkr/lN1hhx1W1UqIAAIIIIAAAggggAACCCCAAALDJ7Bwv8xAp4Xz42gEEEAAAQQQQAABBBAYBAGp745TKW+TlDpipcay6LiNcl6pvjP4Ix+baFtvN8nk9ySl3KISoeT1SN4gyS664EE7cL9bjAWBIRPghxBAoKsF7v3Tf+3f2x+f7lHK7xxJ/tbxJnnySJLnZqOWmmArHbepjV9uiZqBvfXvtWbvQEkmKR0n5ViqLc0XSZ5b2teaLFLe3mTToDa9+c1vtptvvtl23nnnln/nkUcesT322MO+9KUv2bRp01o+jh0RQAABBBBAAAEEEBgWAX4UAQQQQGCeAgx0micPGxFAAAEEEEAAAQQ6RYDr7D4BqbYDVVJvZ6ukdMOSUpvUWEbnrqTUkRtxX6m6Uzjij3x8om257SQr+X8xe0YUJfMoptSIwBuKGTX+/tcH7MD9mNnJeVgRQAABBBZCIA1yipmcXn7ZXzjlE/l7J95F5VePN3rN23qWmGArH/cFG7fc4vN9x1W/+6TKuzLapUrdT55WSU3L1FiVSXm/qqYhD4866ig788wz+/W7J5xwQprd6ayzzurXceyMAAIIINBeAlwNAggggAACCCCAwMgWYKDTyP77c/cIIDByBLhTBBBAAAEEOlJA6rsjVcrbJA3oYKfo/P3ouhNtq20XdTOZpVUmKcUe+CqT+eLZP/76oH1n6i1eYUUAAQQQQKD/Aveee0Oayan0csnfLbJ43aSzeOC1XFe0yEYvuYitfNwmNm752kFOMVA3UrzD5pUkpcFRkvy8OZkvUm3sTWl7lPVJUn3TsNU32WQTe+CBB+xDH/pQy9fwn//8Jw12+uY3v2kvvvhiy8d10I5cKgIIIIAAAggggAACCCCAAAJdLcBAp/TnJUMAAQQQQAABBBBAAIF2FZBqO1SlSl3KsaTUISs1ltHhKyl17EbcV6rvII7BTlt8aWKaWSPN4FQqeZxTqpsvUbWSXfCXOfadqczs5CKsCLS5AJeHQHsJ3HveDXb1dr+xl+e+ZPndkmdtSrG/d3Lp1+zvm1FLjLeVjt3Yxq+4ZM07rf79Vf+ekyrvxtgmVep+5t73ZxFXlxFXJ0nV1baIX/nKV9pFF11k3/72t1u+nnD97ne/axtvvLFdffXVLR/HjggggAACCCCAAAIIINApAlwnAgh0swADnbr5r8u9IYAAAggggAACCCDQH4E23leq7ViVKnUpx5J6O2ul2rjo2I1yXqm+s/hjn5hkX/zSJD+veVJkFoskUwQpyWPZhX95wL53ADM7JRIyBBBAAIH5Ctz35xvt39ufYKW5L6f3iL9a8jEeSP5uKadoHLX4eFv52E1s/Er9G+RUvPMkpcFRUu15pVw3XyR5bibl0uoWqXl73W7DVo0Zmi6++GJbdtllW76GP/7xj2l2p2OOOablY9gRAQQQQACBrhDgJhBAAAEEEEAAgQ4WYKBTB//xuHQEEEAAgaEV4NcQQAABBIZXQKrtYJUqdSnHklIHrdRYRmevpNTRG3FfqX6w08c/Ock233pSmmnDSpaWmAmiHHo9okhmf/vzHAY7uQgrAggggMC8Be47/3929XbH28svzPUdS/56ieRhrPmVkmYRjPfNqMXG2coxk9PK/RvkJFXehfHOkyr1+Bkp14u4uoy4OkmqrrZtvM4669js2bNts802a/kaZ86caV/+8pdtypQpdv/997d8HDt2twB3hwACCCCAAAIIIIAAAggg0L4CDHRq379Np10Z14sAAggggAACCCCAwKALSLUdrVKlLuVY0sAPdvrUJPviNouZycyK85svXpcpB+X8gj/PsYO/wcxOzsGKAALdKcBdLaTAfX/5n129fXmQU7xC/D2ilCznsrz4+2bUYuNtlZjJaZWlagbq1g/KjYFM1UlS2l+qlJJMksUiqSYu2qKsT5Lqm9q6HjannXaaHX300f26zqOOOirN7vTXv/61X8exMwIIIIAAAggggAACCCDQpQLcFgJtK8BAp7b903BhCCCAAAIIIIAAAggg0ExAqu1wlSp1KceSUgeu1FhGR7Ck1AEccV8pOkqrt338UxNts60m9c6wkSbc8Czm4EgpxbG5ZH89734GOxkLAggggEC9wH1/vcliJqeXnnvR/LXhL43YI71FUj0iK3nuqWfiGFvlmI1s/KoMcgql/qaddtrJbrvtNnvrW9/a8qGXXnppGuz0ox/9qOVj2BEBBBBAAAEERqoA940AAggggAACwyXAQKfhkud3EUAAAQQQGIkC3DMCCCAwQAKSas4kVepSjiUt9GCn6oFOEa/76Un2ha0m5fP2XoH/jnlSbpAiUBrs9P1vMbNTViFHAAEEELjvbzfZ1dufYC89N9ckmYKknMlrinok3zZ60fHpn6sbVzfIKd5F80qS0kBeqVJKMkkWi6QUS7ks2qKsT5Lqmzquvvrqq9t//vMf23XXXVu+9ieeeML22Wcf22KLLezmm29u+Th2RACBOgGqCCCAAAIIIIAAAggggMAgCTDQaZBgOS0CCyLAMQgggAACCCCAAAKtC0i1HbBSpS7lWFJNh65UqUdHsaTUIRxxs1Q/q1Ps84nPLGqbbDExzbxhaYk5OSKlSkzEUQ7M/vLH++0HDHbKHuQIIIDACBa4/4Kb8yCnZ15whZKVSqX8Hkmvj4hT4NvMehYZYyv9akObsNorrP49VF+P91KRJKV3mlQpJZkki0VSbxz1SJKiaEhS8/aGHTuk4fDDD7ff//73NmbMmJav+NRTT02zO51++uktH8OOCCCAAAIIIIAAAggggAACCFQLEA+OAAOdBseVsyKAAAIIIIAAAggggMAQCEi1HbFSpS7lWFLq2JUay+gclpQ6hiNulpp1Kn/iM5Ns0y0mmSlWzyIwS7mfztLigST7y5/utx8eeGtqImtJgJ0QQACBrhK4/8Jb7F8xk1MMckqvDJnkKe5SOZPJA1nPhPzP1U149eAMcpJkkiwWKZcRVyepeXv1Pp0Yr7/++nb//ffbuuuu2/Ll33TTTbb55pvbfvvtZ88880zLx7EjAggggAACCCCAQEsC7IQAAggggMACCfQs0FEchAACCCCAAAIIIDBMAvwsAgjUC0i1HbJSpS7lWFLq2JUayxjcJKlfg51i8NMnPjvJNt48ZnbKM3GUSpZm54hZOtK0Tt4QsRd2/jn32Y8O5J+xMxYEEEBghAnM+cet9q/tjre5Tz2fXg3lF4XH8e5wDH93xNsjaho/ylY5ZiOb8JqlmcnJaQZjXWqppeyvf/2rHXzwwf06/Q9+8APbeOON7fLLL+/XceyMAAIILJwARyOAAAIIIIAAAggggEAzAQY6NVOhDQEEOleAK0cAAQQQQACBESkgqea+pUpdyrGkAR/s9Mn1FrWNv7io+ZnNT5+uQZKlSlF4aZ7+fM799uPvMLOTsSCAAAIjRGDORbfZVdudYHOfft7iPRCvhyijIimHFousZ/xoWzUGOb12cAY5Sf57nswXSZ43rlLz9sY926RlIS4jZmi68sorbaWVVmr5LOeff376p+x+/vOft3wMOyKAAAIIIIAAAggggAACCCCAwEIKNDmcgU5NUGhCAAEEEEAAAQQQQACBzhOQajtopUpdyrEkk5qnBZ3Z6ZPrTbKNNp/UCxazOKVKySxmc4qUZvDw7Lzf32uHMNgp8ZANrgBnRwCB4RV44J8xyOl4m/vkc/4yyNdS/T6Id4W/JtKGnnGjbJVfbmgTXvdKZnJKIkOTvfvd77a7777bttpqq5Z/8N5777XJkyfbV77yFZs1a1bLx7EjAggggAACCCCAAAKDJcB5EUAAgZEowECnkfhX554RQAABBBBAAIGRLcDdd7GApJq7kyp1KceSBn6w0+cm2Yabx8xOls5tsfT+jlfkyWSSLAY7HfpdZnYKERICCCDQjQIPXHx7nsnpiefy7clM8Z/MvPAkkzyZWc+40bbqrzayRf5vmUEb5CTJf8nSb1qTRcrbm2waEU0nnniiHXfccf2611/+8pe2ySab2Lnnntuv49gZAQQQQGDIBfhBBBBAAAEEEEAAgS4UYKBTF/5RuSUEEEBg4QQ4GgEEEEAAgc4WkGo7bKVKXcqxpNThxeMSaAAAEABJREFUKzWWPT09aVuUfaVRo0ZZ9baof+pzk2yDzSZZzNKRpu8olVLsRapGFttiBo9zz77XGOzU2f93xtUjgAACzQQeuGSaXbnt8fbC48+md0B+9nvuLwNfPfCjPIj3gcaMslV/uYFN+L9XMsjJWYZz3Xbbbe3OO++0d7zjHS1fxlVXXZX+KbuDDjqo5WPab0euCAEEEEAAAQQQQAABBBBAAIHOE+jpvEse5ivm5xFAAAEEEEAAAQQQQKDtBSTVXKNUqUs5lpQGNEmNZQxiklQzmCnaqlMMbqqvf+rzi9oGmy1qZsprFJ6iGg3yQJaXGOx02EHM7JQ1yBFoQwEuCYF+Cjxw6bQ0k9OLjz+bj/T3iMVz3x/8EUbyqplnPcUgp9czk5O1ybLaaqvZv//9b9trr71avqJnn33WDjjgAPvCF75gN9xwQ8vHsSMCCCCAAAIIIIAAAgi0kQCXggACHSfAQKeO+5NxwQgggAACCCCAAAIIDL9AJ1yB5D3LVRcqVepSjiWZ1DzFICZJ/R7s9On1F7XPbzopzdpRKnnhySJ5VkrJykvJ/nTWbGOwU5mDAgEEEOhggQcum25XbneCvfDo0/6kL24kPfz9RZBWi3dCbNRo2Sq/3MAWeeOyzORUULVR+eMf/9jOO+88mzhxYstXdeaZZ6bZnU466aSWj2FHBBBAAAEEOkWA60QAAQQQQAABBNpNgIFO7fYX4XoQQAABBLpBgHtAAAEEEGgTAUk1VyJV6lKOJQ34YKfPbBCDnRYtn9cvQZ5MJnmKMCV5LvvTWffaEQff5jErAggggEAnCjx4+fQ0k9MLjzxj/qC3/HT3MEVmlp79isI0usdWOXp9m8ggJ2vn5dOf/rTNnj3bPvOZz7R8mbfddpttvfXWaUaoJ554ouXj2LHjBbgBBBBAAAEEEEAAAQQQQACBIRZgoNMQg/NzIUBCAAEEEEAAAQQQQGDoBCTV/JhUqUs5luQd0M3Tgs7s9JkNF7X1Np7YO4NHzOdRKsWcTuXLSbHXvTznt7PsiIP5Z+zKMhQIINA1At1/Iw9ecYddse0J9vzDT/vN5md6zOOUkj/fe5/9Ects1aPXt0lvXm6BZ3KSVPO+8h/trRdxdRlxdZJUXSWeh8Diiy9u5557rh1yyCHz2Ktx06GHHmobbbSRXXzxxY0baUEAAQQQQAABBBBAAAEEulKAm0JgaAUY6DS03vwaAggggAACCCCAAAIIDIOAVNuxK1XqUo4l9XYWS7Xxgg52+uxGi9nnNplkJvNFXkTyMNb4jWhRVMzO+e1s++kPmNkpa5AjgAAC7S/w4JV32pXbnWgvxCCn9CxXPNU9la/dn/PmtSjUI1vtlxvYxDe/aoEHOcW7KJLkv+PJfJFqY28ySVE0JKl5e8OONNQI7LnnnnbNNdfYq1/96pr2eVUuvPDC9E/Z/fSnP53XbmxDAAEEEEAAgZEiwH0igAACCCCAwIAKMNBpQDk5GQIIIIAAAggMlADnQQABBAZaQKrt4JUqdSnHklIHsdRYFp3LUfaVRo0aZdXboh6DnT670SS/nZLl/zxMa7kW035E3ctzTp9lRzLYKTRICCCAQFsLxCCnK7Y7wZ578El/tvul+jM8zd7ktRR6U9SLYtVffN4mrsFMTsmjA7O11lrL7rjjDtt+++1bvvoHHnjAdt1113TMjBkzWj6OHREYiQLcMwIIIIAAAggggAACCCDQH4Ge/uzMvggg0DYCXAgCCCCAAAIIIIDAAghIqjlKqtSlHEsa8MFO6228mH12o0XzeXuvwH/HZBa/ZzIvPDb7wxmz7Gc/ZGYnY0EAAQTaVOChq2bYldufaM8/+JQ/u/35HdepnEkyRehJ5Wi1+Ofq3rr8gs7k1DuAVvIzevJTm1QbF21R1idJ9U3UF1Dg2GOPtZNOOqlfRx933HG2ySab2O9///t+HcfOCCCAAAIIIIAAAggggAACI0qAm+2HQE8/9mVXBBBAAAEEEEAAAQQQQKDjBaTaDl+pUpdyLKm3E1mqjWPGJim3RdwsxUxO1e1RX2+TxewzG06y3pk+SnlGp1JVmTZ6/fen3WNH/fj2jrce/BvgFxBAAIGhFXjoXzPsiu1PtOfmPGHmz+v8DPdrSA93f65Hm1djjW2r/fxzNulty/cOVireDfFeKOL6UlLaX1LDu8h8kXK7h2l7dRlxdZJUXSUeAIEtt9zSZs6cae95z3taPtu1116b/im7b3/72y0fw44IIIAAAggggAAC1QLECCCAAAIIVAQY6FSxIEIAAQQQQAABBLpLgLtBAIE+BaTajl+pUpdyLCl1IEuNZX2ndLN6fSd21PNgp0XzdcV5Lc5tkXsmT2YW7Z5+f8rd9otDGOxkLAgggECbCDx09V125Q4n5UFO/py2eGx76YVFHJk8kOXl1T//vE16+wppJqd4BzR7V9S3Seod5FRsk2SSLBZJNXHRFmV9klTfRH2ABFZeeWW74oorbOrUqS2fce7cuXbggQfahhtuaDHwqeUD2REBBBBoRYB9EEAAAQQQQAABBBAYQQIMdBpBf2xuFQEEagWoIYAAAggggMDIFpBqO4AlNe08lnK7VFtGB7SU2yJuluo7tqP+uU0Xs09vGIOdYvqPSGYl/y/WnLxWnhHkdyffzWCnkf1/ptw9Agi0icBD/56ZBjk9c9/jFjM1pcvyR3jEXsSD3Jsi8me4R6v97HM2ac0VrJV3Q7GPpLS/lN8tUqU0X6Rc97DhfRVt1UlSdXXEx4MFcNBBB9nf/vY3W2KJJVr+ifgn7DbddFOLf9Ku5YPYEQEEEEAAAQQQQAABBBBAAAEEegX6GujUuwMBAggggAACCCCAAAIIINCtAlJjR7CU26RKKSl1Kku1ZX3ndFGvLmNwU309Bjt9cv1JzqqUZP6fUmhW/Ib54m0x2OmXh07zCisCgyLASRFAYD4CD19THuR072Pmj2WTIveDvJTk9Yg9mcy8/uqfrWeLrrVC05mc6t8JxftBUu8gp+o2yc9p5qdVSuaLJM+tt251i5S31zVTHSSBj3/84zZr1izbYIMNWv6FO++807bffnvbbbfd7OGHH275OHZEAAEEEEAAAQQQQGAhBDgUAQQQ6BoBBjp1zZ+SG0EAAQQQQAABBBAYeAHOOBIEpMYOYSm3SZVSUupUlmrL6g7pIq4v6zu2o77+ZkvYup+fmGYGifk/0qwgpZJ5g6/R4vpe9Qb77Ul32S9/wj9j5yKsCCCAwJAKPHzt3XbF9ifZ07MfjcdxeeI9fzhXP69THJdVslWP+IwtutaKadDS/N4FxXZJaX+p9v0iyWKRlN4/RVxdRlydJFVXiYdIYOLEiXb22WfbEUcc0a9fjP033nhju/DCC/t1HDsjgAACCAyGAOdEAAEEEEAAAQQQ6BQBBjp1yl+K60QAAQTaUYBrQgABBBBAoEsEpMaOYSm3SZVSUupslmrL+s7qol5dxuCm+voGmy9hn1w//hk7hyyf03/AVz+/N+U1YtlZJ860Xx3GzE7ZhBwBBBAYfIGHr7vbrtghBjnFTE4yy6tJEUTyJo9l8sDs1T9dzxZ750pp0FKzZ371O6CIJaX9JZlUG5svUm73MG2vLiOuTpKqq8TDILDLLrvYDTfcYK9//etb/vV//vOfFv+U3aGHHtryMcOyIz+KAAIIIIAAAggggAACCCCAQJsIMNBpEP8QnBoBBBBAAAEEEEAAAQQ6R0Bq7CCWcptUKSWlzmaptqzvtC7q1WWzju/1N1/c1v3cpDRTSHmqkMqMTokvZneKZPbbE+6yYxjslFTIEGgnAa6l+wQevv6ePMjpnkf95krlVH5UpxmcvC1Wj72w1Q77tC36zjyTU7NnffW7oIglMcjJum9ZY4017JZbbrGvfOUrLd/co48+anvttZdtvfXWdvvtzODYMhw7IoAAAggggAACCCAwxAL8HAIItIcAA53a4+/AVSCAAAIIIIAAAggg0K0CHXVfkhquV8ptUqWUNM/BTkUndrOyWQf4Bl9cIg92kv98cW4PLeqeSfI8GszOPOEuO/ZwZnbKGuQIIIDAwAs88p977ModTran737U/PFr+Qms9EORS56XkyR79WGftsXWXjkNWmr2jG/2LpCU9pdkUm1svki53cO0vbqMuDpJqq4St4nAL37xCzvjjDP6dTUnnXRSmt3pt7/9bb+OY2cEEEAAAQTaRIDLQAABBBBAAAEEhkSAgU5DwsyPIIAAAggg0JcA7QgggAAC7SYgNXYYS7lNqpSSUuezVFtGh7ak1IEdcbPUrCN8gy2WsI99NmZ2KlVmdIppQqyqbr542xnH32W/PoLBTq7BigACCAyowCP/nWWXb3+yPTnzYX/6mj+PPXnkT+IIPPKi5A/iclr10E/ZYu9mkNOA/hG66GTxT9LNnj3bPvjBD7Z8V//973/TYKcDDjjAXnzxxZaPY8dOEOAaEUAAAQQQQAABBBBAAAEEBkKAgU4Docg5Bk+AMyOAAAIIIIAAAgggMAwCkhp+VcptUqWUNKCDnTbccgn72HqL5nPGFShnsvgvYk8yr5md8Zu77LifMtjJWBBAoDsE2uAuHrlhtl2xw8n21MyHTZKp95rkscyzWE2KWLbqIZ+0xd+TBznVD2qtH9BabJeUBsJKSueJdinH5otUG3tT2i/K+iSpvol6Gwosv/zy9s9//tO+9a1v9evqDjroINtwww3tqquu6tdx7IwAAggggAACCCCAAAIItLUAF4fAAAgw0GkAEDkFAggggAACCCCAAAIIdJ+A1NiBLOU2qVJKSp3QUm1ZdF5H2Veq7wiPegx2+shnJqZZQ4qs5LyRvKispZKdftwMBjtVRIgQQACBBRZ49MbZdvn2J9mTMx5O5yj5MzYFKYsncCRLj+XYttqPP2lLvG/VNGgpnvHx/I4yUnUc9UhSfkf0FcfPSHmfIq4uI65OkqqrxB0gcOCBB6YBT8sss0zLV3vuueem2Z1+9atftXwMOyKAAAIIIIBAZwtw9QgggAACCCAwfwEGOs3fiD0QQAABBBBAoL0FuDoEEEBg0ASkxo5kKbdJlVLSgA522mirJe1jn13UTOaLzE9v8sjKucXijfL6GcfNsOOPnB4tJAQQQACBBRB49H/32uU7nGJP3fWw+WPVzDNJFksU8rqllPNXH/IpW/x9q7Q8yCkGNxVJ8rN5irqUY/NFqo29ySRF0ZCk5u0NO9LQdgLxT9jNnDkzDV5q9eLuuece22mnnWzy5Mk2Z86cVg9jPwS6VYD7QgABBBBAAAEEEEAAAQSMgU78HwECXS/ADSKAAAIIIIAAAggsjIDU2KEs5TapUkpKndJSbVl0ZkfZV6qf/SPqG261hH3k04v6pZcsZg/Jk4uUzCu9M4oU7acde6cd/zP+GTvHYkUAAQT6JfDoTffaZdufbE/c8aA/XvMz1h+0Kfaal17zB7A/iT0wW/WH6/ZrkJOU3wnx/Jca47hYKbcXcQSA3fIAABAASURBVHUZcXWSVF2ti6l2gsD48ePtjDPOsF/84hf9utyf//znttFGG9n555/fr+PYGQEEEEAAAQQQQAABBBBAoNsEuB8GOvF/AwgggAACCCCAAAIIIIDAfASkxo5lKbdJlVLSgA12ik7xjbZewj78qUnmZzU/db5KD+SR5HlKUTE77ZgZdsJRzOzkGs1XWhFAAIE6gcduuT/N5PTknQ+mZ6xUfq76fh5ZJA/NvF2mNMhpiQ+sNiAzOVl5kfzMnqIqKQqTcpkqVZnUvL1qF8IOEvjKV75iN998s62xxhotX/Xll1+eZoP64Q9/2PIx7IgAAggggAACCIw4AW4YAQQQQKDrBRjo1PV/Ym4QAQQQQAABBBCYvwB7IIDA/AWkxg5mKbdJlVJS6qSWassYuCSpt4M86vUpZnIq2op44y8tZR/81MQ0i5OVlzzLiOelSN7oRUw1cuqv7rATGezkIKwIIIDAvAUev+V+u2y7k+yJ6Q/E47M8c5Mfk56nqckrxVqyVb//cVtyneaDnIrndnUp5XdAtEm1cZxVym2SopreGxFIuR5xdZKat1fvQ9x5Am94wxvshhtusF122aXli3/qqads3333tS9+8YtpoFTLB7IjAgggUBagQAABBBBAAAEEEECg0wUY6NTpf0GuHwEEhkKA30AAAQQQQAABBJKA1NjRLOU2qVJKSp3WUm1ZdHhH2VcqBjjF9iLe5EtL2Yc+OSldQ2TyTFL5N6LiyXI9Bjud9AtmdgoREgIIINBM4PFb59ilO5xsT0x/0DfL/PFp/khNybwaDVIKLIrVDv64LfnBvgc5Fc/qeG7XJ0l+DqVBrpIsFkmpTVJUUxyBlOsRVyepeXv1PsQDJjAsJzriiCPs7LPPttGjR7f8+6eddpptsskmduqpp7Z8DDsigAACCCCAAAIIIIAAAggg0A0CAzDQqRsYuAcEEEAAAQQQQAABBBBAoDUBqbHDWcptUqWUlDqvpdoyOsGl3BZxs1TdaV7Em2y7lK3ziYlpmpGYcKRUKllOft3RYOW6V085+g5jsJNDsA6wAKdDoPMFHr9tjl26/Un2+O0PpGdo8VD1R2quR1D1PF31ex+zJT/06jRQKZ7XxTM54kj1danyfJdqY/NFym2SvGbpPWG+SLnuYc0qNW+v2YlKVwhssMEGNmvWLPvYxz7W8v3EP323xRZb2D777GPPPvtsy8exIwIIIIAAAggggAAC8xZgKwIIINDeAgx0au+/D1eHAAIIIIAAAggg0CkCXOeIEpAaO56l3CZVSkmpE1uqLaNzfH6puvO8iDfd7hW2zicnmVxb8tyTr5YaPJPkuaUlBjudcjQzOyUMMgQQQMAFYnDTpTuckgY5yetSyi0enBFKXo9kZpJste9+1Jb88KtbHuRU/VyXZJLSsZIsFkmpTVJUUxyBlOsRVyepeXv1PsTdJbDsssvaBRdcYAcddFC/buxHP/qRbbjhhnbZZZf16zh2RgABBBBYQAEOQwABBBBAAAEEEBhWAQY6DSs/P44AAgiMHAHuFAEEEEAAgW4TkBo7oKXcJlVKSakzW6oto0Ncym0RN0vFAKfYVsSbbreUfWDdSWa9s464bN2MTt6S1pN+cYed8ksGOyUMMgQQGNECT0x70C7d/mR7/Nb7k0M8NkuW8yjikRop4thhlW9/2Jb66GvSQKXqZ3DEzZJUeZ5LtXGcT8ptkqKa3gsRSLkecXWSmrdX70PcvQJTp061yy+/3FZYYYWWb/Ivf/mLbbrppnbUUUe1fMxg7ch5EUAAAQQQQAABBBBAAAEEEBhMAQY6DaZu6+dmTwQQQAABBBBAAAEEEOhAAamxI1rKbVKllJQ6taXasllneX1bMcAp2ot40+2Xsvevu6j52cxPaSYz80CSyXzx0vMUn/zzO+zUX90RVRICCAy/AFcwDAJPTH/QLt0hBjnN8V9PT8n0fFQ5jyIem5EiXvU7H7FXfOy1Fs/dSMWzN+L6JPlZPBXtUqUuyX/PTFJvMl8keW6pzZosUt7eZBNNI0jgve99r82YMcO23HLLlu/6vvvusylTptiXv/zl9M/gtXwgOyKAAAIIIIAAAggggMBAC3A+BBAYRAEGOg0iLqdGAAEEEEAAAQQQQACB/gh05r5SY4e0lNukSikpdWpLfZdFR3l9Wd3JXsRf2GEpe9/HJhYTO3lZyikYy9OSeEtqO+moaXYag51ChoQAAiNM4Ik7HrJLtj/ZHr35PotnonleXtPzsbde8sifnase+OH5DnIqnsOSegdDSZVnezzDJVksknqf/UW9uoy4OkmqrhKPcIExY8bYSSedZMcee2y/JI455hjbaKON7E9/+lO/jmNnBBBAAAEEhk6AX0IAAQQQQAABBBZcgIFOC27HkQgggAACCAytAL+GAAIIINC2AlJjx7SU26RKKam3w1vKcXSIt5KKjvXYt4i/sOMr7H0fn2SmWGWSJyuWiD15m5nsxKOm2enHMLOTsSCAwIgRePLOh+zSHU6xx26Of67On4f+LLRISrlJHpinWD2tFoOcPj7/mZwk9Q5wimeylOuSTMrJfJFyLMlrlraZL1Kue1izSs3ba3aiMiIFtt9+e7vttttsrbXWavn+r7766vRP2X3ve99r+Rh2bCMBLgUBBBBAAAEEEEAAAQQQQKBPAQY69UnDhk4T4HoRQAABBBBAAAEEEBhOAamxg1rKbVKllJQ6u6W+y+g4b5aKAU6xrYg32/EV9t6PTvJbL6XZSUoeFWvE3upVj3w94WfT7Ixj7/A6KwIIINC5Aq1c+ZMzHraLtz/FHv3fvb67PwBTHmUki0md0jMzRd606jc/ZK9Y93W9A5iKZ2w8b+eVJKVjpFzGvuaLVHnGezU996vLiKuTpOoqMQINAquvvrpdc801tueeezZs66vhueees2984xu2ySab2H//+9++dqMdAQQQQAABBBBAAAEEEGhLAS4Kgb4EGOjUlwztCCCAAAIIIIAAAggggEA/BaTGjmopt0mVUlLq9JYqZXSO9zcVHfGbffkV9p6PTopzmuKa/byp8EypRRaF53bCkdPszF8z2MlYEECgawWevOthuyRmcrrpXrP0PFQqPDczWSyRSym3Vb/xQXvFJxZukJMkkxSnTqWkVEaDpCh666lSlUl5e1UTIQJ9ChxyyCHpn6SbMGFCn/vUbzjrrLPSYKcTTzyxfhN1BBBAAAEEEOhcAa4cAQQQQACBESvAQKcR+6fnxhFAAAEEEBiJAtwzAgggMPgCUmOHtZTbpEopKXV6S32XzQY+FYObim1FffOdlrZ3f3himqXESiW/0ZjLyVM5jg0Rljw7/ojbGezkQqwIINB9Ak/NfMQu2f4Ue+SG2elRGM88fxJ6nHK/YX8+5jW1rXrAOrb0p1ZPszLFc7V4pkY8ryQpHSNVSvNFqjzTvZqe89VlxNVJUnWVGIGWBD772c/a3XffbZ/+9Kdb2j92mjZtmm2zzTZpRqgnnngimkgIdLkAt4cAAggggAACCCCAAALdKsBAp279y3JfCCyIAMcggAACCCCAAAIIDIiA1NhxLeU2qVJKSp3gUqWMjnVJNR3o0Vad6jvii/rmX4nBTpMsL35O8+TnMi/TKo+i7ikGO/32uDuNBQEEEOgWgafufsQu3uEUe+TG8kxO6Zln/vjzIOW59DBWW2XqBxZ6kJMkkxqT+SLJc0vbrcki5e1NNg1+E7/Q8QJLL720nXfeefajH/2oX/fyk5/8xDbccEO76KKL+nUcOyOAAAIIIIAAAggggAACCHSgQJdeMgOduvQPy20hgAACCCCAAAIIIIDA8ApIjR3YUm6TKqWk1AkuVcoY1CRpgQY7ffGrS9vaH5posZQ8izlMLE3nlHLPvLXkybcdf/ht9rvjZ3jEWi1AjAACnSfw1D2P2sXbn2IP/zdmcvJnXDznvIjHX3E3vc9Db1h53/fbMp99fXrOxjO3GDAa8bySpHSMVHlmmy9SY92b0/M9yvokqb6JOgILJPD1r3/drr76altttdVaPv7vf/+7bbrppnb44Ye3fAw7IoAAAggggAAC3SjAPSGAAAIIdKYAA5068+/GVSOAAAIIIIAAAsMlwO8igEA/BKTGjmwpt0mVUlLqDJcqZXS0S+rtUI96farvmC/qX9z5lfauD000mXnKuQexeoNMimRmMjvuJ7fa2Scw2MlYEECgYwWemvWoXbLDqWmQkz/WTPLck5TLuLEUmtc9rbrfB2yZ9RZ+kFM8kyWZVEn5txRFak9BXSbl7XXNVBFYYIF3vvOdNn36dNt2221bPsdDDz1ku+++u2233XY2YwbfAS3DsSMCI0uAu0UAAQQQQAABBBBAoC0FGOjUln8WLgoBBDpXgCtHAAEEEEAAAQRqBaTGDm0pt0mVUlLqFJcqZdGJXl1GXJ2KwU1FW1HfYudX2js/NMlKMatJTGlSKiZzKqW2aI7krfbrQ29hsFPtn40aAgh0iMDTsx6zi7c/1R66/p54nPnzzYt4uHmK519K/gwsypX3ea+98rP/lwaRxnOzeGZGPK8kKR0jVZ7R5ovUWPfm9DyPsj5Jqm+i3rEC7XXh8X+/xx13nJ144on9urDf/OY3tvHGG9vZZ5/dr+PYGQEEEEAAAQQQQAABBBBAAIHhEhjagU7DdZf8LgIIIIAAAggggAACCCAwjAJSY8e2lNukSikpdY5LlTI6LiX1drBHvT7Vd9QX9S12Xtre9aFJZqa8RuHnskhm5UIW/x136C32hxOZ0cFYBkaAsyAwBAJPz37cLt7xVHs4Bjn5kyytMpNSZrGk0LzuaZW932fLfu4N6Xla/xydV11SOkaSSbWxlNvMF0meW9rHmixS3t5kE00IDJjAVlttlWZ3eve7393yOa+77rr0T9l961vfavkYdkQAAQQQQAABBBBAIAmQIYAAAsMgwECnYUDnJxFAAAEEEEAAAQRGtgB3PzIFpMYObim3SZVSUuoklypldMBL6u1oj3p9KgY3Fe1FfYvJr7R3rjPRLGZ0Mi9KEXjyONqKIlqOPeQW+8NJDHYKExICCLS3wNP3Pm7/3OEUe/Dae8qPMn+K5dVi9ibP8g14mz/5bJWvv9eW/XztIKfiOVk8N5uVknqfvVJ+LpsvUo4lec3Sc9t8kXLdw5pVat5esxMVBAZI4DWveY1deeWVtu+++7Z8xpdeesm+853v2Prrr2/XXntty8exIwIIIIDAvAXYigACCCCAAAIIIDDwAgx0GnhTzogAAgggsHACHI0AAggggEDXCkiNHd1SbpMqpaTUaS5VyuiAl9Tb4R71+lTfaV/Ut5jySlvrAxNNZiapnMxMlhZv8jAqsmN/fIudc/JdqZ0MAQQQaEeBZ+57Is3k9NC19/izyzzl55cHsZrkdU+++kbZKnu9z5Zd/w3p+Vk8N4vnY1FvVkpKx0hK55QaS/NFkueW9rEmi5S3N9lEEwKDKvD973/f/vrXv9riiy92MSICAAAQAElEQVTe8u+cc845tskmm9ivf/3rlo9ZiB05FAEEEEAAAQQQQAABBBBAAIF+CzDQqd9kw30Av48AAggggAACCCCAAAKdLCA1dnhLuU2qlJJSp7lUKaMjXlJvx3vU61N9531R32qXZezt71vEYqaTnMxj86Xkpac0J0qa+sSO+dHN9kcGO7kNKwLDKcBvNxN45v4n8kxO/747bY6nVjzT/IlWrOmZ5lmstvIe77ZlN2CQU8IiG5EC6667rs2YMcM+//nPt3z/sf8OO+xgu+yyiz3yyCMtH8eOCCCAAAIIIIAAAgggsCACHIMAAv0VYKBTf8XYHwEEEEAAAQQQQAABBIZfoMOvQFLDHUi5TaqUkgZ0sNPWuy5ra31gkvlJLRY/vRfl3/DITBZL5DHY6U+nMLNTeJAQQKA9BJ6Z86Rd/OXT7cHyIKe4qnheSSm3eISlKOqeVtnjPfaqDd+YBof29PS0XEpK+0oyqXkyXyR5bmkfa7JIeXuTTTQhMKQCSy65pP3hD3+www8/vF+/e+SRR9oGG2xgF1xwQb+OY2cEEEAAAQQGVICTIYAAAggggAACdQIMdKoDoYoAAggggEA3CHAPCCCAAALtLyA1doBLuU2qlJJSJ7pUKaPDXlJvR3zU61Mxk1N9e8zstOb7JlpaYioUD0pe+hqRpzQpisUMKb/64U127qkMdkooZAggMKwCzz7wpF2842k256oZaf654mLi2RVz0qUnl1d8Tc+vlXdb2161UeMgp76ejcWzUlLvs1WqPHelSmy+SPLc0vPZmixS3t5kE00IDJvArrvuatdee62tvvrqLV/DJZdcYptuuqkdcsghLR/DjkMrwK8hgAACCCCAAAIIIIAAAiNNgIFOI+0vzv2GAAkBBBBAAAEEEEAAgbYQkBo7wqXcJlVKSakzXaqU0SkvqbdDPur1qbpDvzreatdl7O0x2EmWFj+Nyf+zlHIuyczrv/zBTXbeaTONBQEEEBgugWcffCrN5DTnX3eZJFNciJep8EypRRaF57bKbmvbchu/KZ6PNan6OVj/vIy6pLS/JJOaJ/NFkueW9rEmi5S3N9lEEwLDLrDmmmvabbfdZjvttFPL1/LYY4/Z17/+ddtqq61s2rRpLR/HjggggAACCCCAAAIIIIDAEAnwMyNMgIFOI+wPzu0igAACCCCAAAIIIIBAewlIjR3iUm6TKqWk1KkuVcr6jvmo16fqjv3qeOvdlrW3vidmdiql2U88t/oZUXxDajr64P/Zeafd5dtZEUAAgaEVePahp+yfO55m910xwx9J/qQqeYpL8DIeUMUMThHHVE8r7fIuW26TN6cBS9XPw+rnX3V7EUtKx0iVZ6xUG5svkjy39Dy2JouUtzfZRBMCbSVw9NFH22mnndavazr55JNto402sjPOOKNfx7EzAggggAACCAy3AL+PAAIIIIBAdwkw0Km7/p7cDQIIIIAAAggMlADnQQABBIZQQGrsGJdym1QpJaXOdalSRie9pN4O+qjXp+oO/up4m92Xtbe+Z5L52TxZXmQpliKI5HUvfnnwTfbnM5jZyVgQQGDIBJ5/5Bm7eMfT7f4rZ1h6JJlM8tR7BTn2Jm+RrbzLu2z5TWsHOcUzL1L9c7G6Lqn3GSr5OZsk80WS55auwZosUt7eZBNNCLSlwGabbWYzZsywddZZp+Xru/HGGy2O23///W3u3LktH8eOCLS1ABeHAAIIIIAAAggggAACHSXAQKeO+nNxsQi0jwBXggACCCCAAAIIIDCwAlJjB7mU26RKKSl1skuVMjrsJfV21Ee9PlV39FfH2+yxrL3l3YvERChWLCUPSuXZUmJDhDGHytHfu9HOZ7CT67AigMBgCzz/6DN20Q6n2n1X3Jkma4pnUQTxbIpnVPH7EUdaeco7bPkvNA5yqn8W1tcl9T47pcpzVarE5oskzy09f63JIuXtTTZ1fBM30N0Cq666ql188cX2zW9+s183evDBB9v6669vV111Vb+OY2cEEEAAAQQQQAABBBBAAIH2FOikq2KgUyf9tbhWBBBAAAEEEEAAAQQQ6GoBqbGjXMptUqWUlDrbpUoZnfeSejvso16fqgc4Vcfb7Pkqe8va8c/YyWKJXEq5mRcRSjk4+nv/s7+cycxOlhdyBBAYBIHnH3vWLtrhdLvv8hn+CIpnj/+IF+bPIUkmr+bMUrHyzu+w5TdbIz3/iude9TOuaKsvJaVjJJnUPJkvkjy3tI81WaS8vckmmhDoGIFvf/vb9o9//MOWXnrplq/5vPPOs0022cTin8Fr+SB2RAABBBBAAAEEOlOAq0YAAQQQaCMBBjq10R+DS0EAAQQQQAABBLpLgLtBAIEFEZAaO8yl3CZVSkmp012qlNGJL6m34z7q9am68786jsFOb37XBIslZkeJWVMsT+WUixTHvE4l+/l3b7S//JbBTmFFQgCBgRV4IQ1yOs3uvewOf/b4Myc9e8xj/x2P49kUz6g8w5PZil9dy1b44lvSc6/+eTevuqR0jFR5hkq1sfkiyXNLz1trskh5e5NNNCHQcQIf/vCH7c4770yDl1q9+FmzZtlXv/rVlObMmdPqYeyHAAJdJ8ANIYAAAggggAACCCAwdAIMdBo6a34JAQQQqBWghgACCCCAAAII9CEgNXacS7lNqpSSUue7VCmjY19Sbwd+1OtT9QCnIh41qse22eNV9uZ3LWIyM8nzlCL2ZOW6mUmyX3znRvvrWXcbCwIIIDBQAi88/pxdtOPpdu+ld5g/cUzyPCXz2HyRl548ijVmclrhi40zOY0aNSo9A3t6epqWklK75OfqI5kvkjy39JvWZJHy9iabaEKgVqCDaosuuqideeaZdtRRR/XrqmNWpw033ND+/Oc/9+s4dkYAAQQQQAABBBBAAAEEEECgvwI9/T1gqPbndxBAAAEEEEAAAQQQQACBkSwgNXagS7lNqpSSUie8VCmjc19Sb0d+1OeVikEBo8eMsm32XM7e9M5FLGZNsZgypZRyjyLwZL6Ucvnzb99gfzuLmZ1chHUhBDgUgRB44Ynn7B87nmazL5keVX/meJGeNf688bXckJ5NUV3pK2taDHIqnl/zesZVb5PU+2yUKs9NqRKbL5I8t/R8tSaLlLc32UQTAl0hsPPOO9t//vMfe/Ob39zy/VxxxRW26aab2ve///2Wj2FHBBBAAAEEEEAAgZEjwJ0igAACAyXQM1An4jwIIIAAAggggAACCCAw4AKccIQLSH13pEt5m6TUES/VltGxL6m3Qz/q1al+cEBRHz26x7be81X2pndONDMVq0kRq7c0X+Tp59++0S74HTM7OQUrAggsoMCLTz6fZ3K6+A4/QzxZzFLuzx155EVu8ECSrbzTmrbCFo3/XF3xHKt+1lXHknqfiZKfuUkyXyR5bibl0uoWqXl73W5UEeh4gbe+9a1244032pQpU1q+l6efftqmTp1qm222md18880tH8eOCCCAAAIGAQIIIIAAAggggECLAgx0ahGK3RBAAAEE2lGAa0IAAQQQQKD7BaTaDnVJvZ3vkhKApNQm1ZbRwS+pt2M/6tWpflBAUR+TZnZ6lb1xrQlpOqeYVCXN8ORBlClZ2mQl/++oA/9rF5zNYCcnYUUAgX4KvPjU8/b3HU+zWf+c5k+TmKvJUzxr/DzpWRNxbkqzOa2ww9tshS3fYsXzqnim1deL9qKU1PsslGqflVKumy+SPLf0TLUmi5S3N9lEEwJdK3DkkUfa7373u/T/7lq9yTPOOMM22mgjO+WUU1o9ZD77sRkBBBBAAAEEEEAAAQQQQACBLMBAp+zQnTl3hQACCCCAAAIIIIAAAl0hIKnP+5DyNkmpY16qLaOTX1JvB3/Uq1P94ICiPmbsKNt6z+Xsje+Y6Oc187N6JovFT+f1iMzLaJMd9a3/2oW/Z7CTsSAwHAId+psvPv2C/WPHM2z2RdPTsySeJulW/CETseR5SmZRrLzjmrbS1m9Ngy3m9Ryr3haxpN5noCQ/V2MyXyR5bmm7NVmkvL3JJpoQ6HqBDTfc0O666y776Ec/2vK93nrrrbblllva3nvvbc8++2zLx7EjAggggAACCCCAAAII9CFAMwIIJAEGOiUGMgQQQAABBBBAAAEEEOhWgW65L6m2g11Sb2e8pHSbklKbVFvWd/RHvToVg5uKtqI+dtwo22qPV9kb1lwkz7RSKqXf8UouPS+lirf7+rNv/tf+zmAnV2FFAIH5Ccx9JgY5nW6z/nG77xpPkkgexurPE1/TDE5p7jivrLT922zFrZnJKXhICAyXwIorrmgXXnihffe73+3XJfz4xz+29ddf3y677LJ+HcfOCCCAAAII9FeA/RFAAAEEEEBgZAgw0Glk/J25SwQQQAABBPoSoB0BBBBAoIMEJPV5tVLeJmlABzuNGz/KttpzOXvDWhPNT2x+9lSaL0op574hVovBTv845x7fwooAAgg0F5j77ItpJqc0yCkeIf70UDmZl+XVpNy64vZvtRW3YSYnY0GgTQQOOOAAu/jii2355Zdv+Yr+9re/2cYbb2w/+9nPWj6GHQdcgBMigAACCCCAAAIIIIAAAl0hwECnrvgzchODJ8CZEUAAAQQQQAABBBBoLwFJNRckKQ0GiEZJUaS6pIYyZmyS1PtPOEW9OhUzORVtRT0GO8U/Y/f6t+WZnUqlPPNKyWKulZzHxE4p8m1H7n+9XcRgJ9dhRQCBeoG5z71of9/xdLv7wtvMHxfxEPFd4pmSU2rwDcXzZIVt32Irf+ltQ/DP1cmvo3GVmrc37kkLAiNLYJ111rFp06bZF7/4xZZvfM6cOfa1r33NdtxxR5s9e3bLx7EjAggggAACCCCAAAIIIDBwApypGwQY6NQNf0XuAQEEEEAAAQQQQAABBEaUgNR3x7uUt0lqGOgkqWaQk5T3KQY2RVkMboo4Uqr39FgMdtpqr+Vs9bdNyOe1vMjkgae8mhSB7KcHXG///CMzOzkOKwIIlAVeen5umsnpngtvT88Kf1qYlTN5ICsv/hyJeKVt32orb8sgp7IKBQJtJ7DIIovYKaecYsccc0y/ru3YY4+1DTbYwM4555x+HcfOCCCAAAIIIDAEAvwEAggggAACHSDAQKcO+CNxiQgggAACCCDQ3gJcHQIIIDAcAlIMA6j8siSTlBqkSikptUuVMgYwSUqDnurjqBeDmyKOVNTHTxhlW++5vK3+1glWLDEHS56BJeUWsz2lbSWzI6ZebxefOytVyRBAYGQLvPTC3DyT0wW3+cPCnxzlWZtiNjhv8MLbqohW2GYNW3k7BjlVkRAi0LYCO+ywg/3vf/+zt7/97S1f47///W/bdNNN7Tvf+U7Lx7AjAu0gwDUggAACCCCAAAIIIIDA8Asw0Gn4/wZcAQLdLsD9IYAAAggggAACCAySgKQ+zyzlbZIaBjpJSoOcpFzGYCapEke9GNwUcaSiPmHiaNtyj+Vs9bcuYjLzGUXs2AAAEABJREFUlHMPYjUp6mYe+Co7Yr/r7JLz+OdpjAWBESzw8osv2d93PMPu/tttWcGfE5L8GeFVeTL1/mcerbj1GrbK9m/nn6uzjlu44BEs8KY3vcmuu+4622OPPVpWeOGFF+xb3/qWbbzxxnbDDTe0fBw7IoAAAggggAACCCCAAAIIDKvAsP84A52G/U/ABSCAAAIIIIAAAggggAACCy4gqeZgSSYptUmVUlJqlyplDGCSlAY91cdRLwY3RRypqC8yabRtseer7LVvmZBmYYnZWDywUsmjnEXg9ZIns8P3udYuPW+kz+xkLAiMSIEY5HThDqfbzL/cmp4H+RERz4ZITuLPDX9g+CPE656vuNWbbZUdGOTkMqwIdKTAoYcean/84x9t/PjxLV//7373O9too43s+OOPb/kYdkQAAQQQQAABBNpXgCtDAAEEEBhsAQY6DbYw50cAAQQQQAABBBCYvwB7IIDAQglI6vN4KW+T1DDQSVIa5CTlMgYzSZU46sXgpogjFfWJk8bYlnsuZ69bYxEzU16j8OMtJW+Kuvni5WH7XGeX/ZmZnVyDFYERI/Dy3Jft718+02b+9VYzfw5ESo8HzyRFNbd7FLUVt3izrbIjg5yMBYEOF1hvvfXszjvvtE9+8pMt38n06dNt2223td13392efPLJlo9jRwQQ6EABLhkBBBBAAAEEEEAAgYUUYKDTQgJyOAIIIDAUAvwGAggggAACCCAwPwFJNbtIlbqUY0kmNaYYwCQpDXqqj6NeDG6KuDpNXHSMbbnX8vaaN4+PCVksJmYpxXQtEXklQi/Stsh+svc1dtn5DHYyFgRGgEDppZftwh3PsBnn35Jmckq3nB4IHvnDIZ4VqVrOVtjyTbbqTmvyz9U5D+vIFuiWu19uueXs/PPPtx/+8If9uqXDDz/cPv/5z9tFF13Ur+PYGQEEEEAAAQQQQAABBBBAYOQIdMNAp5Hz1+JOEUAAAQQQQAABBBBAAIF5CEiq2SpV6lKOJS3QYKfqAU7VA58mLjrattprBXvNGhNM/utSyi0qkszXFEfmNTvs69fY5X9hsJOxLIgAx3SIQOnlkl345TPtrvNvMfk1Sym3VHg9gv9n7z7gpajOPo4/f3vvFRS7xhKjxt6wISBNsMWSqIkaS6xgi5qoiSbqa42xa9TYAbsCgoUiICJYULHH3nvDuu95zty9u3vL3lm4ZctvnDOnzJmZc76zy8eEx7OSPDOTWee91rYVD9qgpCAnSSYpBmhKSVlqnFvYJIWjxf7WxCYl55s4RRMCCMyiwHHHHWePPvqorbDCCqnv5EFOu+22m51//vmpr6EjAggggAACCCCAAAIIlKcAo0KgLQQIdGoLVe6JAAIIIIAAAggggAACCMy8wCxdKRX+hb2Uq0tJWVL8C3+pMPdgJkkxcKBhOT+4yc/l1+dfaA7bZ2AnW2mtec1XaQkHX8ApZJmQLJb9EGq+1pOdN2iyjSfYKcCwI1B9Av5nQFzJ6b7nwuSSb723xT8DfPWmmEJ7XNXJrPNv1rKVDv51SUFO/mdQNkmFf45JuXoYQPyzLj/3cn6SlF+ljAACbSCw+eab2wsvvGD77bdf6rt//PHHdswxx8Rr/ve//6W+jo4IIIAAAghUmADDRQABBBBAAIGZECDQaSbQuAQBBBBAAAEEOlKAZyOAAAIItCQgFf7FvZSrS0lZUgwAkApzDx6QVHKw0wILz2n7HNvJVl57Xgs3DinsCsnCFnIz1f1jcTt30GSbMOKdWOaAAALVI+ArOb0Wg5x8TnXfe3k5JM9jkklKgpwOKS3ISUquzf5ZJSV1qTAPT4vPyM+9nJ8k5VcpI4BAGwrMPffc9p///Meuvfbakp5y3XXXWf/+/W3o0KElXUfnahFgHggggAACCCCAAAIIIIBAYwECnRqb0IJAZQswegQQQAABBBBAAAEEgoBU+Bf4Uq4uJWVJMRBAKsyzAQSee5JUH/iUv5KTn8uvL+jBToM6x5WdfOmmTMbXcLH6Q8YbQzXZM3buwEk24QGCnRIPjghUvsDIA2+1V+95tuCb7rPyPws8rz8RGjrtvqatfGjpQU7+544nqfDPLSlX92dJ8iz+GRcLDQ5Scr5Bc2VVGS0CFSiw77772vPPP2+bbLJJ6tE/+eSTtvvuu9tf/vKX1NfQEQEEEEAAAQQQQAABBBCoGgEm0kiAQKdGJDQggAACCCCAAAIIIIAAAtUhIBX+Rb6Uq0tJWVIMBJAK82wggeeeJKULdlpkTtt7YCdbcc156+5rIbewJfcPBVM4qO543sDHbeLI1g92Co9gRwCBdhQY9cfb7NV7nzMp+XbnP1rytpCUtHbeY01b+bCZC3KSlDyjmdyfIMmz2C8WGhyk5HyDZqoIINBOAr/4xS9s4sSJdvzxx6d+4s8//2x/+9vfrF+/fvbEE0+kvo6OCCCAAAIIIFD9AswQAQQQQKD2BAh0qr13zowRQAABBBBAAAEEEECghgSkwr/Ql3J1KSlLigEBUmHeMMBJUqpgp4UWndP2HtTJuqwxt2V8VaeQfFmnTKh4MaZYzljm54yde8wke2wUwU7GhkCFCoz842B75a5nw9c8fKfjdzs7kVC3kLwtJrNOu/3CVj5sQ8tfDc7/rGlY97ZskhT/7JFyuVT455Uk800qzL0tP0nJ+fw2yggg0DEC//znP+3++++3BRdcMPUA7r77bttll13syiuvTH0NHRGocQGmjwACCCCAAAIIIIBA1QkQ6FR1r5QJIYDArAtwBwQQQAABBBBAoLoEpMK/2JdydamwLKkg6MkDDSTFIIOGZa/np/xAhYUXm8v2GdTZVlhjHjNZ2BQyT6Hoe7hnrClUMmbnHvO4TXrw3VBhRwCBShIYdcgQe/WuaRa+4GbhICkcrW7zckgK1ZA67bqGrfKnDev/PMn++ZH/Z0e2LZtLiv2lXC7JpMJkYZMUjs3vUvHzzV/JmeoVYGYdLdCzZ097+eWXrW/fvqmH8vrrr9tBBx1khx9+uH3yySepr6MjAggggAACCCCAAAIIIIBAdQiUHuhUHfNmFggggAACCCCAAAIIIIBATQlIhX/BL+XqkhoFDUi5Ng84kBSDDbJlKVf3tmzKD1hYePG5bO9Bna3LanOb+aouIYVCsmcyIQ8p2e3nn5KVnQh2CizlsjMOBFoQ8CCnl+94Jvlmh+9y/J6H73Ysxmsz8Vxosk4D1rBVj9go/jmS/+dEfjn750g2lxT7S7lcyv3ZJCVlC5ukcLT6P8uswSYl5xs0U0UAgTIQWGqppeyuu+6y8847r6TRXHzxxbbzzjvbyJEjS7qOzggggAACCCCAAAINBKgigAACFSZAoFOFvTCGiwACCCCAAAIIIFAeAowCgUoUkAr/ol/K1aXCsqT6gAFJBcEG2SCE5vL8wIVFlpjL9j52OeuyxrwW7mi+KRykeDQLuSz8I4vBTucPnGSPP8TKTsaGQJkLPPin2+3lO6eZpJDCYBWSyaSQvBhTUo5BTke2fZBTfGQTB0lNtNKEAALlJnD00UfbxIkTbbXVVks9tLFjx9quu+5qZ599dupr6IgAAgiUKkB/BBBAAAEEEEAAgfISINCpvN4Ho0EAAQSqRYB5IIAAAggggECZCkiFf+Ev5eqSYpCCD11KylIu98AmSTHoycvFUsNgp70GdrLlV5snWd3FzDK+xIvXQu5lT6HRfvzhZzvvmEk2+WGCnQITOwJlKeBBTi8Necq/yOFrmwkpDDMu4+TlkEI12TO27M6r2WpHtX2Qk5T8WZU8N3eUlKtQQgCBthBo1Xtusskm9txzz9mBBx6Y+r5ffPGFHX/88bb33nvbSy+9lPo6OiKAAAIIIIAAAggggAACCFSmAIFOHfLeeCgCCCCAAAIIIIAAAggg0HECUuFf/Eu5uqQ2CXZadMm5bc9BSbBTnHl4jpmS3TOvewptP/2YicFOTzzynrEhUNkC1Tf6hw6/w14c+rSZf19DkmSysNUdJCX10NRp59VttaM3jsGR+cGP+eWGAZOSYn8pl0vhnnnJ6jZJdaWmM6n4+aavohUBBDpaYI455rArrrjCbrrpppKG4v0HDBhgt9xyS0nX0RkBBBBAAAEEEEAAgVkX4A4IINCeAgQ6tac2z0IAAQQQQAABBBBAAIGcAKUOFZAKAwCkXF2SSYrjkxTLUi73wARJMRjBy9nUVPBCfttiS81tew3sbMutOo+Zr+bkKVNXCrlXvearO/3w/c/mP2P3BMFOwYodgfIQeOiIO+yFuJJT3Xh8RbbwxfWvb8hCY8b8++v1Zfqu2iZBTlLuz6LwwPo/n7ycnyTlVykjgEAFCuy555724osv2pZbbpl69NOmTTO/7sQTT7Qff/wx9XV0RAABBBBoYwFujwACCCCAAAIItKIAgU6tiMmtEEAAAQQQaE0B7oUAAggggEBbC0iFgQBSri4pBhD4GKSkLDXOs0FOnkuy/MAmb/OU37bY0nPbXoOWs+VWmdfMFHaFY0gyC4WQZFJIZvb9dz/ZBYMm2ZTRrOwUONgR6FCBh468014Y/JT5tzN8RZOxhEJ9XaHJ6yEt22dVW2PgJjEYMv/7738eNJckxf5SLpdkUi5Z3SaprtR0JhU/3/RVtCKAQDkKrLbaajZ27Fg75ZRTShreP//5T+vbt6899thjJV3XUZ15LgIIIIAAAggggAACCCCAQHoBAp3SW9GzvAQYDQIIIIAAAggggAACCLSCgFQYECDl6pJikIE/RkrKUpJngxUkxeCE/HpTgQ35bYstPZftccyy1mnluc18RZi65GVP2RVhfIWY77790S4YOMmmjiHYydgQ6CCBh46606bf9qR/PcPXsm7VpvC99Yb4ffUlnGLK2LK9V7E1BjUOcvI/Azxl/6zIzyXFP0ekXC4lf9ZIin8OSbm6hU1K6qFYsEsqqFNBAIHqEDj99NNtxIgRtvjii6ee0LBhw2yXXXaxSy+9NPU1dEQAAQQQQAABBBBAAIEOE+DBCKQWINApNRUdEUAAAQQQQAABBBBAAIFyE2id8UiFgQFSri4pBhn4k6SkLDXOmwpayG/zcn6Qw5Kd5rXfDOxknVaeJ9zfQpIfzEwmhWTZTfbdtz/FYKcnxxLslFUhR6C9BB4++m6bfmsTKzmF72n4soa97vsqs2V6rWKr1wU5+Xc+TZLUYpCT1W1SeEhdualMKn6+qWtoQwCByhHYcccd7YUXXojBS2lH/fbbb9uhhx5qBx98sH3wwQdpL6MfAggggAACZSjAkBBAAAEEEEAgK0CgU1aCHAEEEEAAAQSqT4AZIYAAAgikFpAKAwSkXF1SDGbwm0lJWUpyD2SQcmWvF0sNg532GNjJlllxbl8YxsxXhAmHuEKMPywmb8zYt98kKzs9Oe792MoBAQTaXuDhY+6252+ZGh6U8W9myOt2X83JiyHPfl+X6bmy/eK4TWPQkv8ZkP9dzy/7uWySFPtLuVxK/jyRGpeo3ZsAABAASURBVOdWt0mqK+UyqXFb7iwlBBCoFgFf0WnIkCF28cUXlzSlyy+/3Pr162f3339/SdfRuYIEGCoCCCCAAAIIIIAAAgjUjACBTjXzqpkoAo0FaEEAAQQQQAABBBBAIF9AKgwUkHJ1SW0S7LRU53ltz0HL2bIrzW0mM6t7jhet/qBY/PbrH+3CgZPsqUcJdjI2BNpY4OGB99jzN0+1+OULh+RbmFQlWdxCLsmW3Wll+8XxrR/kFJ8RDlLd8xqUQzXuUu58bODQSIAGBKpN4LDDDrPHH3/c1lprrdRTmzhxou2666525plnpr6GjggggAACCCCAAAIIIIBAJQnUylgJdKqVN808EUAAAQQQQAABBBBAAIEUAlJhwICUq0sySfEukmJZSnJfoUXKlb1eLOWv8LJk53nsNwM729Jd5jJf2im7Qoz5Yk7hENeSiWWzb7783i48ZpI93XrBTnE+HBBAICfw8KB77LmbpoRvX2iL3734LYx1r/p31L+rnpbusVKbBDlJyZ8nksIgkl3KlZMWi38OGRsCCNSkwIYbbmjTpk0zD3pKC/Dtt9/aSSedZHvssYc9//zzaS+jHwIIIIAAAghUhwCzQAABBBCoEgECnarkRTINBBBAAAEEEECgbQS4KwII1KKAVBhMIOXqkuoDC6SkLCW5BzZJubLXi6X8YKellktWdlp6hbnj/VUPL4v/qK4h3P+br34wX9npmfGs7FSnQoZAqwk8cuy99tyNU02Sye9ad1CoyeuewjkLaZkeK9uaJzS9klNz331JLf5cndVtUv0Tw+Ny5brTTbZlz5EjgEBtCEiKP2N32223lfRngvfv37+//fe//zU2BBDICpAjgAACCCCAAAIIIFAZAgQ6VcZ7YpQIIFCuAowLAQQQQAABBBCoUgGpMKhAytUl1f9lopSUpST34AYpV/Z6sVQQ7LT8vPabgcvZ0l3mjivHJLRx/Zhc3avhxNdffG8XDJxkz0wg2ClwsCPQKgIPH3evPXvDlHCvjPmqTfHrVncILaG9bg9tS3VbwdY8cdMYtOTf8fzvclN1b5MU+0u5XEr+vJAa51a3Saor5TKpcVvuLCUE2kCAW5a1wG677WYvv/yybbfddqnH+cILL9jvfvc7GzRokM2YMSP1dXREAAEEEEAAAQQQQAABBBDoWIE2DXTq2KnxdAQQQAABBBBAAAEEEEAAgVkRkAoDCaRcXVKrBTt5AEQ2Ld1lXts9/ozd3GbyPRxCITmGuhcsbOH533zxg100cJI9+9iHoYG9IwV4duULPHL8ffacBzn5dyx8vySFb16Yl0IKJYWULS3dbQVb+6TNY9CSf3dbK8jJ7+9JkmcxSblybAgHqXFbaGZHAIEaF1h55ZXtwQcftNNPP70kiXPPPdf69u1r48aNK+k6OiOAAAIIIIAAArUowJwRQACBchAg0Kkc3gJjQAABBBBAAAEEEKhmAeaGQEULSIUBBVKuLskkxflJimUpyT34QcqVvd5cahgksUyXeW2PgZ1tqeV8ZSdfRyakjMVVnXyVGct4PUlffva9XXD0RIKd4lvggMDMCXiQ07TrnwhfLf+iJcm/a6GUfPHCty9848J5s6W272Jrn9z6QU5S8ueFpPpJSLlytlFq3JY9R44AAgi4wCmnnGKjRo2yZZZZxqup0siRI22XXXaxiy66KFV/OiGAAALNCNCMAAIIIIAAAggg0A4CBDq1AzKPQAABBBAoJsA5BBBAAAEEECh3AakwsEDK1SXFACefg5SUpST3wCYpV/Z6c6lRsNMK88WVnZboPJeFO1i4jT/CYiFUwh6K4YzMvvr8e7vwmIn23CRWdjI2BEoUeOTE+23af58I3ycLKXyh/MtlFsuhZskm83+W3mEFW/uU1g9ySp5hJsmym5QrF2vLniNHAIFKEGi/MW6//fb2/PPP25577pn6oR988IEdeeSR9oc//MHefvvt1NfREQEEEEAAAQQQQAABBBBAoH0FCHRqX+/Sn8YVCCCAAAIIIIAAAggggEAZCEiFQQdSri6pPkBBSspSkntgk5Qre7251DDYadkV57PfDFreFu80p8WVZdwhWwh5XHEm5H7yy0+/i8FOzz9OsJMzkSpQoAOG/MiJw2zadZPjqk3xqxQPyUDi9ysphmPGltpueVunDYKcpOTPB0nhOcku5cpJi9X/GWNsCCCAQEqBRRZZxG666Sa7/PLLU16RdLvmmmts5513trvvvjtp4IgAAggggAACCCCAQGsKcC8EEJhlAQKdZpmQGyCAAAIIIIAAAggggEBbC3D/8hCQCoMPpFxdUn0ggpSUpST3wCYpKUsyrzeXGgU7rTSf7TFoeVuy89zmW7jcMwsPC7vf08xkYZN9+en3duExj9n0yR+FOjsCCBQTGH3S8CTIyb9A4TsUdovfr7qCJJPfIByW3raLrfOXLeq/uw2/pw3r/v2WFPtLuVySSblkdZukupLF89Zgk3LnG5yiigACCLQocNBBB9mUKVNsvfXWa7FvtsPkyZNt1113tdNOOy3bRI4AAggg0E4CPAYBBBBAAAEEEGhJgECnloQ4jwACCCCAQPkLMEIEEEAAAQTaTUBSwbOkXF1SfZCClJSlJG8q8MHbmkoNgyY6rTyf7XZMZ1t82bnMV5mJA8hkYjlkcTUaP/i5zz+eYRcePdGmP0GwU3TigEATAh7k9PR/Ho/fIf/u+Kpo/l3y75CXw4mwh+9YuHbJrZezdf7afJBTU99hSamCnKTkzwer2yTVlXKZ1Lgtd5YSAgggkE5g/fXXt6lTp9pRRx2V7oLQ64cffrBTTz3VBgwYYE8//XRoKYudQSCAAAIIIIAAAggggAACNS9AoFPNfwRqAYA5IoAAAggggAACCCCAQGsKSIWBB1KuLqlNgp06rzK/7T5oOZt3kZ+SqdQ9J2RmsrApZJ7MPNjpoqMn2gtTCHYKMOwIFAiMPmWEeZCTN0oKWUi+x+SH0OTfpnBuqa2Xs3VP2zIGLXlAU8MgxIZtkkxS7C/lcilpl5LcwiblyqEar/M8P0nKr6Yo0wUBBBAoLnD++efb0KFDbe65k5Uii/dOzt5xxx3Wv39/+89//pM0cEQAAQQQQAABBBBAAIEOFuDxtS5AoFOtfwKYPwIIIIAAAggggAACCNSGQCvPUioMQJBydUn1QQtSUpaS3AMjJBUEQnhbU6lhUIUHO3003z325ffvmmUyYfdkoRyShXJMXjb77KMZ5sFOL075OGngiAACFoOcrp5UL+HfmvgFysRj+E6FU6HstSW27Gzrnp4+yCn/Oyyp/jsuJd99KcktbFKuHKr1f154OZskZYvkCCCAQKsK+ApNL7zwgnXv3j31fV999VX7/e9/H1eE+vLLL1NfR0cEEEAAAQQ6RICHIoAAAgggUOUCBDpV+QtmeggggAACCCCQToBeCCCAAAKlC0iFgQhSri6pPnhBSspSkntAhKT6QAivN5caBjvd/9CNNuGtc+2rH96P9w+3MZOFTSaFFEpmMt8++3CGXXTMBHtpKsFO7kGqbYExf3nAnr76cbPwPbGw+bdEpqQUsrBbPBUKS261nP3qb+mDnCSFa1XwnZaSNimXW9ikpB6KcZcU8/yD1Lgt/zxlBBBAYFYFVlhhBRs+fLj94x//KOlWF154ofXt29ceeeSRkq6jc3kJMBoEEEAAAQQQQAABBBCobAECnSr7/TF6BNpLgOcggAACCCCAAAIIINCkgFQYkCDl6pJi8INfKCVlKck9sElSQWCEtzWVssFOI0eOtEwmY5/OeM3Ge7DT9++FuvniM/Hg5+JiNBaOoZ+vVvPJ+9/ahUdPsJeeJNgpILHXqMCYvz5gT171WPhmhG9F/G4kXxv/zsRS8pUJ36eMLblFp4Igp2LfyYbnJNV/p6Xkuy4luYVNypVDtf7PBy9nk6RskbxjBHgqAjUlcMIJJ9jDDz9sXbp0ST1vD3LyVaHOPffc1NfQEQEEEEAAAQQQQAABBBAoM4GKHg6BThX9+hg8AggggAACCCCAAAIIINDxAlJhYIKUq0uqD2aQkrKU5B4kIak+MMLrzSUPdrr//vstu30641Ub/9Z59vUPH5jJwqaQeQpF38N9vSbJPv1ghl109AR7+alZDXbyG5MQqCyBMaeOtCevnGQWvgvhYPF7YckmKRRC8j2kJTbvZL/6+1bxO5n9Lvp3L1v2PL8uySTF/lIul5J2KcktbFKuHKrxOs/zk6T8KmUEEECgXQS22WYbe/bZZ+13v/td6ud9+umnNmjQINt3333tf//7X+rr6IgAAggggAAClSLAOBFAAAEEylmAQKdyfjuMDQEEEEAAAQQQqCQBxooAAjUtIBUGKEi5uqT6oAYpKUtJ7oETkgoCJbytqTRs2DDL3z6Z8Yr5yk5ff/9haM4kq9WEUrJ7PZQyGT/YJ+99G4OdXnn6k1BnR6A2BMacNtKmXvFY+G6E+fpXIZZiITT4Wk5eDinsS2zWydY/c+v4Xcx+//KDmrytYd3bPEmK10nJ91rK5RY2KamHYtwlxTz/IDVuyz9PGQEEEGhLgQUWWMCuu+46u+aaa0p6zPXXX28777yzDR06tKTr6IxAxQswAQQQQAABBBBAAAEEOlBgtg58No9GAAEEakqAySKAAAIIIIAAAtUuIBUGKki5uqRZCnZ64IEH7Mcff2xEGIOd3j7Xvvv503h/1feQycv+XC+FSn2w0zOf+BkSAlUtMPb0UTb1ikkmyeQzDQd5KdTrqqGmUJQtuVknW+9MVnIKGOwItIoAN6lcgf3339+efvpp22ijjVJP4qmnnrJdd93VTj755NTX0BEBBBBAAAEEEEAAAQQQQGDmBWab+Utb9UpuhgACCCCAAAIIIIAAAgggUAUCkgdO5CYi5eqSTFI8KSmWpSRvuCqM1/PTvffeG69r6vDxty+brfiYLbjYHHG9mtgn4ys6hVSX+4lQtI/f+dr+ddQEe5Vgp8jUAQce2Q4C4/7+oE25bKJZ+NBnPNV9AcI3IjT5MZwK4/Bzi2+8jK33j/RBTvnfS0ms5GRsCCBQbQK//OUvbdKkSXbccceVNLUzzjjD+vbta1OmTCnpOjojgAACCCCAAAJVKsC0EEAAgTYTINCpzWi5MQIIIIAAAggggAACpQrQH4HqEJBUMBEpV5cUA5y8g5SUpST3AApJ9YETXs+me+65x4ptG269su12bBdbaPE5km7hPuGudc+Sme8hWWj/+N1v7F9HT7DXprGyk7FVncC4Mx6yJy6daP5Zt/CZDx/5kNUVYknhaHFbYpNlbYOz0v9cnRSuDcm/l5Lqv6tS0i4luYVNypVD1SR5VpCkxm0FHagggAACHShw1lln2Z133mn+s3Zph+H/vtK/f3+74oor0l5CPwQQqFkBJo4AAggggAACCCAwswIEOs2sHNchgAACCLS/AE9EAAEEEEAAgYoRkAoDGKRcXVJ90IOUlKUkbxhA4XX/2bpC7mZFAAAQAElEQVTvv/++2bkvs8wytummm1qXX8xvuw3qYgsuPmfsm6k/hlLYfVEb89VtQvrw7a+TYKdnP429OCBQDQLjznzYJl8yIXzM6z7wIQsf9/jRzx1CY5js4hst3WKQk3//sklSDGzyupSUpeR7K+VyC5uU1EMx7pJinn+QGrfln6eMAAI1LlAm0+/Xr59Nnz7d+vTpk3pEb7zxhv3xj3+0ww47zD79lH/PSA1HRwQQQAABBBBAAAEEEEAgpQCBTimhKqEbY0QAAQQQQAABBBBAAAEEyklAKgxkkHJ1SamDne66666i0/Igp5VWWslmn31267LmArbrwOVtwcXmNMWrFPKQFCoxyaSQQtWDnS4+erz97zn+EjJwsFeQQFNDffQfD9vkf483hZNSPJqFXJJnoey7wkG2+IZL26/P7lofuOTBS/798Tw/Zdsk1feVkrKkcN/CZGGTkrZQjLukmOcfpMZt+ecpI4AAAuUk0LlzZ7v77rvt3HPPLWlYl1xySQyQGjlyZEnX0RkBBBBAAAEEEEAAgawAOQIINC1AoFPTLrQigAACCCCAAAIIIIBAZQow6jITkAoDGqRcXVIMlPAhS0lZSnIPtpAUgyv8Z2OsyLbZZpvFfn6NB2assFYS7LTAonPElW0yFv7JWCh78nJIfr/Q9sGbX9m/jhpvrz9PsJOTkCpT4NF/PGKPXzw+fMDjHj7r4cMdl3IKn/WQZ0IKjf5NsMU2WMp+fQ5BTpX5phk1Agh0pMAxxxxjY8eOtVVWWSX1MB599FHbZZddzH8GL/VFdEQAAQQQSCtAPwQQQAABBBCoUQECnWr0xTNtBBBAAIFaFWDeCCCAAAIItL+ApIKHSrm6pKLBTiNGjLAZM2YUXJ9f8Z+t23zzzeNqTh7o5CkGO629gO0yaHlbYNE5Q3eZ+R6TTArJspvswze/ToKdpn+WbSRHoGIEHj1rtE3yICeT1e0medlTaIqZH2SLbbCUbfh/BDkZGwIIIDCTAltuuaU988wzdsABB6S+w5dffmknnHCC7bXXXvbyyy+nvm7WO3IHBBBAAAEEEEAAAQQQQKA6BQh0qs73yqxmVoDrEEAAAQQQQAABBBBAoE0EJBXcV8rVJSWBGaGHlJSlJL/jjjtCa/O7r+a06qqrxhWdPMDJA508eXnFtRe03Y7tYvMvPHvdMjfhPpm6FW5CMbtnQuH9N76yi4961N4g2ClosFeKQAxyuujRMFz/FHuq+6iHz7mv4GShKRZDj0XXW9I2Oneb+F3x74gn/554np+ybZLq+0pJWUq+l1Iut7BJST0U4y4p5vkHqXFb/vl2L/NABBBAYCYF5p13XrvyyivtuuuuK+kON998s/Xr189uueWWkq6jMwIIIIAAAggggAACCMyCAJdWpQCBTlX5WpkUAggggAACCCCAAAIIIDDzAm11pVQY6CDl6pKaDHZqKdBpiy22qA/GyA/W8LIHbKyw9gK2y6AuNv/Cc5jJzOqe40WLh9gUirL3X//aLj56vL35Ais7GVvZC4w/Z4xNuuhRCx9pU/jHYkqOkkIhSZJssfWWtI3PaznIyb83kkxS/fdKSspS0i7lcgublNRDMe6SYp5/kBq35Z+njAACCFSiwO9+9zt79tlnzf9dJO34n3vuOdtzzz3jCk8//fRT2svohwACCCCAQJsJcGMEEEAAAQQqUYBAp0p8a4wZAQQQQAABBDpSgGcjgAACCMyCgFQY8CDl6pJigIXfXpL5z9Z9/fXXXm0yLbXUUuY/IePBGdnkwU3ZsudeX+mXC9qAQcvbvAv6yk4Zy2RC8jtmkkNS90rG3nvtS7v4qPH25osEO7kOqTwFPMhp4gXj4uDCx9mST3T4DCd7/IyHg3ladN3FbePz0wU5+XcmP0mKAU9S8t2UcrmFTUrqoRh3STHPP0iN2/LPU0YAAQQqWWCttdaycePG2UknnVTSNM466yzr3bu3PfbYYyVdR+d2F+CBCCCAAAIIIIAAAgggUIYCBDqV4UthSAhUtgCjRwABBBBAAAEEEECguIBUGPgg5eqS6oOdbr/99qI38iCnNdZYIwZi5AdneHBTw/rK6y4UV3aad8E54v3ld647yPwfbwhJZu/970v791Hj7a2XPg8N7AiUl8CEc8eaBzmFr0ocWPjI1n2CQynZTfKCbNF1l7CNL9i24DvS8PuR/13JL0uK95Ea5/5gKWn3sidJnhUkqXFbQQcqFS7A8BFAICvw97//3e69915bbLHFsk0t5sOHD7f+/fvbJZdc0mJfOiCAAAIIIIAAAggggAACHSdQfk8m0Kn83gkjQgABBBBAAAEEEEAAAQSqXkAqDICQcnVJMcBi6NChRR080Ck/MCO/3DCYw+sr/2ohGzCoi80z/2yW8TvHg8VyXdFbY/2dV7+wfx/1qL398kwGO8U7cUCgdQU8yGnCeclKTvGDGm7vn936FZ2y9UzGFl1ncdvkwpaDnPy7kf/d8bKk+uAoKfk+SkluYZMUjrldKqz7Galxm7eTEEAAgWoV6NWrV/wpuwEDBqSe4rvvvmuHHXaY/fGPf7QPPvgg9XV0RAABBBBAAIEyEmAoCCCAAALtLkCgU7uT80AEEEAAAQQQQAABBBBAAAEXkAoDIaRcfdSoUfbll196tyaT/2xd165dY0CUB2Y0lRoGcHh9lfUWsl2OW9HmXWB2s7rH+WMVKzLf/CjJ3nn1S7vk6PEEOzkKqcMFPMBpwvnjLHw0TeEf80IYlWexbgo1i8dFf7mEbXJRy0FO/r2RVB/UlK1LMqlxsrBJCkeL5y1sUlIPxfpdatxWf5ICAgggUMUCyyyzjHmg9kUXXVTSLK+44grr27evDRs2rKTr6IxAJQgwRgQQQAABBBBAAAEEWluAQKfWFuV+CCCAwKwLcAcEEEAAAQQQQKBmBKTCgAgpqQ8ePLiowVZbbWW/+MUvYoCGpJh7kEbD5MFN+W1eX/lXC9qAY1ewuef1/0mcsUwmSXFtp0w8xrZwiD9fd8kx4+3dV78wNgQ6SsADnMafOzZ8JJPPajjGso8nfHzrysmHd+G1FrNNUwQ5+Xch/7vhZUn13yVJMZhJSnILm6RwtNhuYZOSeijW71LjtvqTFBBAoKEA9SoVOPzww238+PG25pprpp7hY489Zr4alP8MXuqL6IgAAggggAACCCCAAAII1KCA/7+6FTZthosAAggggAACCCCAAAIIIFBNAlJhYISkuBpCsTluvfXWMSBDUkHuwRpp0ip1KzvNM/8cJv9HlmwhD7tJ4RiT2dsvfW7/Pmq8vfda8ytMJRdzbF0B7uYCEy941DzIKX4ck4M3W/iE5nJvDy0e5LTZxdvF70T2e9BUQJOfk1TQT5JJTScLm6RwtNjHwiYl9VCs36XGbfUnKSCAAAI1JrDZZpvZk08+aYccckjqmc+YMcNOOeUU22233ez5559PfR0dEUAAAQQQQACByhZg9AgggEBpAgQ6leZFbwQQQAABBBBAAAEEykOAUSBQZQJSLkDCf7bus88+a3aGSy65pHmgk6QYqCEV5h7EkZ8aBnpk66usv5D1H9TF5ppvNstYbvOyr/Jkcamc0B4a3nrxU/v3UY/ae/8j2CmIsLeTwMQLH7VH/29MXGYsfhyTQ8HTw8cz1DO28C8Wtc3/3XKQU/bzn/8dkRS/S94mKQYzSUluYZMUjhbbLWxSUg/F+l1q3FZ/kgICCCBQowJzzTWXXXLJJXbjjTeWJDBkyBDbeeed7YYbbijpOjojgECVCjAtBBBAAAEEEEAAgQKB2QpqVBBAAAEEEKgSAaaBAAIIIIAAApUnICWBEkOHDi06eA9yWnvttWPQhaQYoCEV5h6wkZ8aBndk66tusLANGOQ/Yze7mSXP96MUjiGFva5Z9taLn9klRz1q779OsJOxtbnAxIvG26PnjA3P8c+imX8WJYVcFrdQ9tyzRX6xmG1+SctBTv6dkBS/M172JCneU2qcW9gkhaPFPhY2KamHYv0uNW6rP0kBAQQQaGOBSrj9XnvtZdOnT7dtttkm9XBffPFF++1vf2sDBw40X+kp9YV0RAABBBBAAAEEEEAAAQSqXIBApyp/wc1Mj2YEEEAAAQQQQAABBBBAoCwFJNngwYOLjs0DnSTFwAspybMBG/m5l/NTNrgp25atr/rrhW3ngV1sznmUrJwTnp5d0Sm7gE7Gwj+h8sb0T2Ow0wevfxV6sSPQNgIT/zXexp09xuLnMHz24p4JH8/wGUzakrI/fcHVFm4U5JT9jM8222wFQU0N2yXVn5dU8J2ysEkKR4vtFjYpqYdi/S41bqs/SQEBBBBAoF5gjTXWsIcffthOO+20+rY0hfPOO8969+5tjz76aJru9EEAAQQQQAABBBCoTQFmjUBNCRDoVFOvm8kigAACCCCAAAIIIIBAToBSOQr4XwB+8sknzQ5t8cUXt65du8bzkmIAhlSYezCHpPoADq9nUza4qWF99Y0WsQHHrmhzzB3uZRbvGw6hEHaFZH6QH+2N5z+1S44eZx+8QbCTsbW6wGMXT7BxZ42JnzVJ4f4h+R5TPIQ2Mz+18OqL2JaX7dDos97wc579vOfnksI9mk4WNknhaLGPhU1K6qFYv0uN2+pPUkAAAQQQaFLgL3/5iw0bNsyWXnrpJs831fjggw/Gn7K78MILmzpNGwIIIIBAiwJ0QAABBBBAAIFqEiDQqZreJnNBAAEEEECgNQW4FwIIIIAAAh0gkGY1p3XWWacg+EJSrGeDOCTFwA8pybPt2bxhEEi2vtqGC9uA41a0OeaarWAlHV9Nx/zgq+lYsr3+3Kd2yVHj7MM3v0oaOCLQCgKP/XuCjf3n6HinTDhm/HPnKVTCxy98DL0QToR9oVUXsc0vLfy5Ov+MZz/PXm4uSYrfET8vJd8fKcktbJLC0eL3ysImJfVQrN+lxm31JykggAACCBQV6NGjhz3zzDO2xx57FO2Xf/Kjjz6yo446yn7/+9/b22+/nX9q1svcAQEEEEAAAQQQQAABBBCoIAECnSroZTHU8hJgNAgggAACCCCAAAIIIND6AkOGDCl6U1/NSUoCLKQk9wskxaAMKZfnB3F4OT81DAbJ1n1lp/7HrmBzzu3/c9nvFe4uT0rubzILz7CwvfHcp3bpUY/aR299HWrsCMyawKRLJtrYf4wJNwmfsbqjTEkpZPFjFw5hNw9y2uKy7Sz7uc1+thvWs+3ZXJJJzafwsHi+qdzbsklStlgTOZNEAAEE2kJgySWXtFtuucUuueSSkm7/n//8x/r27Wt33313SdfRGQEEEEAAAQQQQAABBIoLcLZyBPz/ua2c0TJSBBBAAAEEEEAAAQQQQACBchJo1bGMHj3aPvzww2bvueiiixb8bJ13lFQQmCGpYKWa/ACPbDmbNxcUsvrGi9jOg1aw2eeoW0DHF9HJZOIqT+GYNFos2WvTPo4rO330NsFOxjbTAo9dMtFGn/lI3acqfuBCwHM4mwAAEABJREFU2T9qoeylkIWPYPwMLrjyQrbl5aUHOWU/95Lid0RKvjtSklvYJIWjFXynrMEmJX0aNFNFAAEEEJhJgUMOOcQee+wxW3fddVPfYcqUKTZgwAD761//mvoaOiKAAAIIIDCLAlyOAAIIIIBA2QgQ6FQ2r4KBIIAAAggggED1CTAjBBBAAIFSBNKs5vSrX/2qURCGpII2KalLSd4wwCNb93z22WePQR8Ny2tssqj1P3ZFm31Ov4dZOIZDPFqyJWVJ9r9pn9ilR42zj9/5OjnFEYESBCZd9piNOdN/ri75TMVLw+dKoSDFo4UPoHlxoVUWti2v2H6WVnLyz7qkcL9csrBJCkeL7RY2KamHYv0uNW6rP0kBAQQQQGCmBTbeeGPz4KUjjzwy9T1++uknO/30061///7xZ/BSX0jHNhLgtggggAACCCCAAAIIINBeArO114N4DgIIINBIgAYEEEAAAQQQQAABBPIEBg8enFdrXNx6663rG6Uk4ELK5VJh2QM6PEmqD2aScmU/52n25oKdNl3Udh60os02u983WVInHC27eTlZ1yljrz39sV165Dj7+F2CnbI+5C0LTLpsko3++yOhY+7TFCpxjy2+jFPdik4LrLSQbTUTQU7+GfckybK5pBjQJMl8k5rO/Vw2SUmfbJ0cgZIE6IwAAi0KzB7+feSCCy6IP2c355xzttg/2+HOO++0fv36mf+knbEhgAACCCCAAAIIIIAAAh0p0E7PJtCpnaB5DAIIIIAAAggggAACCCCAQPMC48aNs/fff7/ZDgsvvLBts802BeelJPBCyuVSYVlSfUCHB3l4khQDPrzcVPK/aMy2/2KzRa3/cSvZbLPX3cdkFq63sIWSKfxjnmT22jMf22VHjrNP3v3GStnoW5sCj18xyUaf8bD5x8cPkkJRZuFoYYul0GahvuBKC1nXq3YoeSUn/xxLMkmWX5aSNgubpHC02MfCJiX1UKzfpcZt9ScpIIAAAgi0qsAee+xhzz33nO24446p7/vaa6/Z73//ezviiCPsq6++Sn0dHRFAAAEEEECgfQV4GgIIIIBA6wgQ6NQ6jtwFAQQQQAABBBBAoG0EuCsCCNSIQEurOXXt2tXWX3/9+mCMLIuUBGBIuVwqLEuK10mKwR7ZgA/Ps2n22WevP+dt+fU1Nl3Edj52JTOZxRWc6lbZabjijje/8tRHdulRY+3T974xNgSaE3j8isft4dMfNv/MhA9V2MMnK1TCMVwSPlnJHs5nbIEVFrCtr9q+4PPZ8DPq9aaSJJMUr5WSspTkFjZJ4Wixj4VNSuqhWL9LjdvqT1JAAAEEEGgTgVVXXdVGjBhhZ555Zkn3/9e//mW9e/e2Rx55pKTr6IxAmQgwDAQQQAABBBBAAAEEUgnMlqoXnRBAAAEEylSAYSGAAAIIIIAAAtUhkCbQKTtTqTDwQkrqUi6XcmUPAJEUgzkkxaCPbJvn2ZQf3ORt+fVfbL6o7XzsiuFaWbLJFApSPJpXvCjJXn3qY7v0qHH26fsEOxlbI4HJV022h//mKzmFz07Y42cnHBSTd5eFou+24AoL2jbXdGMlJ2NDAAEzDGpR4MQTT7QHHnjAlltuudTTHz16tPXv39/OPffc1NfQEQEEEEAAAQQQQAABBBCoJIHqDnSqpDfBWBFAAAEEEEAAAQQQQACBGhUYP368vfvuu83OfqGFFrJtttmm4LykJutS0i7JJMU+kswDlyTFNimpZ9s8z6b84CZvy6+vucVi1nfQCvEeFrZMTMnRQhb2uAJPONgrUz+0y44aZ5998G3oxd7mAhXygMlXP2EPnfaQ+WckSWHg/sEJHyBfzSkWQzm02vzLL2Bdr9khfnb9s+jJP4+evFwsScln3ftISVlKcr+3JM/qP8tSUo+NdQepcVvdKTIEEEAAgXYU6Natmz311FP229/+NvVTP/vsMxs0aFC85vXXX099HR0RQAABBBBAAIGyF2CACCCAQBAg0CkgsCOAAAIIIIAAAgggUM0CzA2BchdIs5rTBhts0GgaUmEghpTUpVwuJWW/WFIM7JCS3INAPElqFEzi7dmUH1iy1paLx2AnC5tiSo4WsrCbFI4xmb0y9SO77Kix9vmHBDsFqprfn7hmij146oOJQ/iMSAqfl1BVSCaTQjKFimKQ07bXFq7klP85zH42G+aSTEqSn5OSspTk4ebxfFO5t2WTpGyRHAEEEECgDAQWW2wxu/766+3yyy8vaTQ33HCD9enTx4YOHVrSdXRGAIHKFWDkCCCAAAIIIIBALQgQ6FQLb5k5IoAAAggUE+AcAggggAACCHSwwJAhQ4qOoGvXrs2elwoDMqSkLuVySTG4wwM/PElJXVJ9gJOUK3ufhkEl+fW1tvJgpxXjujuZTMbMSyHzYqzHQmgN+UtPfGCXHTnWPv+IYKcAVbP7E/+ZYqP+Oip8KMIePysZ889K+IiEBt/r6uGztMDy89t213ar/2w29Xn0tuaSpHitlPucSzLfpKZzP5dNUtInWydHAAEEqkig4qdy0EEH2eTJk23DDTe0tNszzzxju+66q5100klpL6EfAggggAACCCCAAAIIIFDWAgQ6lfXrKYfBMQYEEEAAAQQQQAABBBBAoO0EJk6caG+99VazD1hggQWsWKCTXygVBmZISV3K5VJSzvaXFIOfJMWgEA8akXJlr+cHN3k9P6299eLWb9BK8R5mSnbPwj3Mk1nMZLKXnvjQLj9yrH3x0Qxjqz2BKddOtVF/GZVMXGb+8ZDqChY2L1o4hLTAcguYr+SU/1kr9jnM9pNkUpK8TUrKUpKHp8TzTeXeliSOCCCAAAKVIPDrX//aHn/88fjTdKWM98wzz7TevXvblClTSrmMvggggAACCCCAAAJVJ8CEEKh8AQKdKv8dMgMEEEAAAQQQQAABBBBoawHu32YCaVZzSrNqgaSCMUpJXcrlkmKwh6QY3CQV1rMBIp5nU36QSX7Zz6+19WLWZ+CK5uvxmK/S4yVfosdTLIdD3f7i5A/ssqPG2JcfE+xUR1IT2ZTrptoDp4zyj0cy3yY+J8nJjM3feX7b7rqOW8nJByjJMxICCCCAQAUInHPOOeY//zv//POnHu19991n/fr1syuvvDL1NXREAAEEak6ACSOAAAIIIIBA2QvMVvYjZIAIIIAAAgggUPYCDBABBBBAAIGZFfC/oCt2bUurOeVfKxUGaUhJXcrlkmKwk18nJWUpl3sAk5TUvdwwNQx2Wrvr4tZn4EpmirtJXvAU6l42C20hmeylxz+0y44aa19+QrCT1cA25fon7YGTR4U3byGFz0Q41u0mhXpIYfeTNl+n+W3760sPcpIU7yWpUfCeJPNNajr3c/lJSvrlt1FGAAEEEChvAf9JOv9pul69eqUeqK+k6T+Bd+ihh9qnn36a+rpsR3IEEEAAAQQQQAABBBBAoKMFCHTq6DfA82tBgDkigAACCCCAAAIIIIBAEwKPP/64vfHGG02cSZrmm2++Fn+2LumZO0qFwRpSUpdyuaQmg0MaBjVl6w2DmxrWPdip9zErmi/klEkOySJPoZwJQwuZZcI/3vjipPfjz9h99el34Qx7tQrEIKeTRobp+ZsPyT8E/hkIH4iwh89KOIa2sNu8y8xnO/x3xxio1NxnLtveVC4pXivlPteSzDep6dzP5Scp6ZffRnmmBLgIAQQQaHeBlVZaye699147++yzS3r2pZdeGn/KbtSoUSVdR2cEEEAAAQQQQAABBBAwCDpYgECnDn4BPB4BBBBAAAEEEEAAAQQQqA2BxrNMs5rTxhtv3PjCFlqkwqANKalLuVxSDHbyW0lJWcrlHlAiFda9LZsaBjuts80S5sFOkizc2HyLxVDw3Cy0x2SWBDuNsa8+I9jJqnCbesNT9kAMcvLJKbz1kOTlkEIedpPCMaT5l53fut1QepCTpHgPSQQ5GRsCCCCAgAsce+yx9uCDD9rKK6/s1VRp/PjxtvPOO9s///nPVP3phAACCCCAQDoBeiGAAAIIINC2AgQ6ta0vd0cAAQQQQAABBNIJ0AsBBBCoQYEhQ4YUnXUpP1tX9EZ5JyXFmqT6QBFJBcEi2WCmlvJGwU7bLmE9j1zBzJfpsbBlQgp7UvWKp3A6tE2f+J5dceQY+/pzgp0CR9XsHuQ0/MQHfO2m+jn5W/cUG7KF8KGYb+l5bYcbZu7n6vyzKangcysln2kLm6RwtPgZt7BJST0UC3ap6faCTlQQQAABBCpGYLvttrOpU6fa73//+9Rj/vrrr+3EE0+0Pffc015++eXU19FxFgS4FAEEEEAAAQQQQAABBGZJgECnWeLjYgQQaC8BnoMAAggggAACCCBQXQKTJ0+21157rdlJzTPPPCX/bF3+zaTCAA4pV5eSsqQYCCIpXiqpvi4lZQ8oKZYaBjutu/2S1vPIFc1kZuEeFjbPZPJSSJaUQuP0ie/bFUeOtW8+/97YKl/gyZuetuF/HmmSTD6deLBYVt0xZmY279LzWbcbC1dyKvY5y56TVB/c5G1SuHNesrBJCkczqTC3BpuUnG/QTBWBDhdgAAggMGsCCy20kF199dV21VVXlXSjW265xfr27Wu33nprSdfRGQEEEEAAAQQQQAABBBCYGYFZuYZAp1nR41oEEEAAAQQQQAABBBBAAIGZEhg6dGjR63w1p0033bRon5ZOSoWBHFKuLiVlSTEgREry/OARL6dJjYKddljSehy+gmUyGYv/ZHwVp1jyQmgLWTgXOtjz49+1y48cbd98kSrYqaUpc76DBDzI6f7jH/AXG16rv+swkPDeQ0N436Hu7zuUfJ9nyXltx5saBzk1/Bw1/OxJIsjJ2BBAAAEE0gr84Q9/iKs7bbbZZmkvseeff95+85vf2HHHHWc//fRT6uvoiAACCCCAAAKtLsANEUAAAQSKCBDoVASHUwgggAACCCCAAAKVJMBYEUCgkgQGDx5cdLge6FS0Q8qTkgp6Srm6lJQl1Qc7eWcpV5eScsOgk4b1hkEqv+q2lPU4YgULV/stY4plWWgLKdzXYjKbPuE9u/KosTbjqx+MrfIEnrz5Gbv/hAfi6zSTSSFZdvNySErq8y41r3W/uTDIyT87nhp+ppqqS6oPdpKUPCvkFjZJ4WixzcImJfVQLNilptsLOlFBAAEEEKgKgfXWW8/Gjx9vf/7zn0uazznnnGM77bSTTZo0qaTr6IxA+wnwJAQQQAABBBBAAIFaFiDQqZbfPnNHAIHaEmC2CCCAAAIIIIBAmQhMmTLFXnnllWZHM9dcc9k222zT7PlST0iFgR1Sri4lZUkxQERqnHvAiaQYYOLl5lLDYBUPdup++AqW2+ISP76oT1z1x1f78Yov9vPsuLftiiPH2Iyvf8h1p1T2Ak/e8ozdf/yI+Cr9XXohWckrN3R/657mWWKeJoOcmvs85bdLqv/8SYWfUQubpHC0+Bm2sElJPRQLdqnp9oJOVBBAoF5eA/sAABAASURBVPIFmAECDQTOOOMMu/32222RRRZpcKb56gMPPGD9+vWzSy65pPlOnEEAAQQQQAABBBBAAAEEOkCAQKc6dDIEEEAAAQQQQAABBBBAAIH2EUjzs3Wl/MxKmlFLhQEeUq4uJWVJMVBEapx70Imk+mATrzeVGgU77biUebBTuKOZyXzzoxSP5k2STJI9O+4du/LIMfbdNz8aW9sJtNadn7p1mt1/3AMW3p6F12cmMwsFSSYLWzxYLM+3xLzW45buBZ+fhp+Vpj5P3iYpXifJpMJkYZMUjhbPWdikpB6KBbvUdHtBJyoIIIAAAlUr0L9/f3v66afN87STfO+99+ywww6zAw880D744IO0l9EPAQQQQAABBBAoCwEGgQAC1StAoFP1vltmhgACCCCAAAIIIIBAqQL0R6BdBNrrZ+saTkYqDPSQcnUpKUuKASNS4zw/6MTLzaWGASy/2nEp2/FPXcJwfF0fX/MnJF/GKaak7KsAWahPG+MrO422778l2CmAle3+1G3T7N5jh4dXlqlL/h7DcMM79HcZ33TdYe7F5rbutzT+ubrmPj/57ZIIcjI2BBBAAIHWElh++eXjyk7nnntuSbe86qqrrHfv3jZs2LCSrqMzAgiUtQCDQwABBBBAAAEEKlaAQKeKfXUMHAEEEECg/QV4IgIIIIAAAgjMqsDUqVPtpZdeavY2c845Z6v+bF3DB0kqaJJydSkpS2r9YKfuS1u3w5KfsVMYgRSOMVl4VkhWVw/5s2PesSuOGGPfz/jJ2MpP4OnBz9q9g0aENyWTkmQyC0Uzk0khWbLNveg81vO2mV/JSQr3aiL53SV5Fp/nBSmpezk/SU235/ehjAACCCDQUKC668ccc4w98sgjtsYaa6Se6OOPP24777yz/f3vf099DR0RQAABBBBAAAEEEEAAgbYQINCpLVRr9Z7MGwEEEEAAAQQQQAABBBBoQeD2228v2qNr1662xRZbFO0zqyelwsAPKVeXkrKkGEAiNc59xR1JcaUdLzeXGq7stF6Ppa3boSuYL/Tjq/6Yl0Il7F6K1XjIZGza6LfsyiNG2w8EO1k5bU8PedbuGTg8N6TwrjL+9vJeor9br8696Fy20+CZD3LKfq6kws+gP1ySZ/Ez6gUpqXs5P0lNt+f3makyFyGAAAIIVLyA/zvXE088YQcffHDquXz//fd2yimn2K677mrTp09PfR0dEUAAAQQQQAABBCpUgGEjUKYCBDqV6YthWAgggAACCCCAAAIIIFCZAoy6uMCQIUOKdvC/dCvaoZVOSoUBIFKuLiVlSTGQRGqcexCKpNKDnXoubd0OWSHe10xhVziGJLNQCCkUwn0tbNMeecuuPHK0/fAdKzsFjg7fnx76nN1zjAc5hXeUHU14VwovLmQWspBCLVTmXsSDnHoUfD4aBr75Z6ipJCX3kBrnFjZJ4WgmFebWYJOS8w2aqSKAAAIIIFAvMP/889ull15q//nPf+rb0hSGDh1qffr0sRtuuCFNd/oggAACVSvAxBBAAAEEEECgYwQIdOoYd56KAAIIIIBArQowbwQQQACBGhZ48skni/7X/x4Iss0227SbkFQYCCLl6lJSlhQDSqTGuQepSCoIZvG2ltJ6Oy1t2x/cxSyTiSmuAFRX9rZYt3AqpKcffjMGO/34PcFOgaPD9meGPmd3Hz3M124KY6h7b6EW31V4d2H3VxdeWsbmWngu6zVk5oOcsp8fqfAzFx4cP4tN5d6WnyTlVykjgAACCCBQVGC//fazZ555xkoJOH/55Zftt7/9rfnP4H333XdN3Z82BBBAAAEEEEAAAQQQQKBNBAh0ahNWborAzApwHQIIIIAAAggggAAC1Stw5513Fp2c/+XalltuWbRPa5+UCgNCpFxdSsqSYoCJ1Dj3oBRJRYOdPIDL++Wn9XstY9sfsoKZwu4pWwi5pHC0uk32zEPJyk4//fBzXRtZewo8c8fzdtfRw8M7yXsv8R2FesgtJovZ3AvPbb2GzPzP1UnJPaXC3MImKRwtPKcwtwablJxv0Ey17AQYEAIIIFBeAuuss4498sgj9pe//KWkgZ1//vm200472aOPPlrSdXRGAAEEEEAAAQQQQKA2BJhlWwgQ6NQWqtwTAQQQQAABBBBAAAEEEECgkcDgwYMbteU3eKBTrLfzQSoMDJFydSkpS4oBJlLj3AOYJM1UsNN2B3WJKwFlLGO++yGuEmTZLbSHE0+PetOuPOIR++lHgp2yMu2RxyCnI4eFR/kb8hSKvofXEvbwuvwYUtjnWnAu6zV01oKcsp8lKfc588dJjeve3jBJathEHQEEEEAAgZIETjvtNLvrrrtsqaWWSn3dQw89ZP369bOLLroo9TV0RAABBBBAIApwQAABBBBAYCYECHSaCTQuQQABBBBAAAEEOlKAZyOAAAKVKPD000/bc8891+zQJdk222zT7Pm2PiEVBohIubqUlCW1frBT72Vsuz92ifc1+SxlUkihqJiSo4Xs6QfftKuOGG0//5QJZ9jbWmDandPtrqOGmdv7QaEg8y0ck90svivZXAvNZb1vb9sgJ6vbpPDwunJ+JjXdnt+HMgIIIIAAAmkE+vbta1OnTrXdd989TffY5+OPP7YjjzzS/Gfw3nnnndjGYdYFuAMCCCCAAAIIIIAAAgg0FpitcRMtCCCAQEULMHgEEEAAAQQQQACBMhRI87N1W2+9dYeOXCoMFJFydSkpSzKp6ZRdjcfz5lLDn7Hz+vq9l7FtDly+fnWg7IpOHs6UseTomZeeHPl6XNmJYKe2/ahMu2u63XHE/XG1LbcPLydkydvwsp/wmr+r2eef3foQ5NS2L4S7I9C0AK0IINCGAp06dbJbb73VLrjggpKect1111nv3r3t7rvvLuk6OiOAAAIIIIAAAggggAACzQg0aibQqREJDQgggAACCCCAAAIIIIAAAq0tMGTIkKK37KifrWs4KEkFTVKuLiVlSa0e7LRBn2Vt24NWCM+uu3co+R5qIZNZspske2rkG3bVkY9Y5mcPfbJmNppnVuC5e160O44YFq0Du1ndQaEgq9vCe1Coz7XAnNbvzp4FP1vowWvNBbrlt0vhDiF5m5SUpST3p0i5crbuecMkqWETdQQQQAABBFpN4Mgjj7Rx48bZL3/5y9T39NWg+vfvb3/9619TX0NHBBBAAAEEEJhZAa5DAAEEak+AQKfae+fMGAEEEEAAAQQQQAABBBBoV4FnnnnGPBV76LbbblvsdLuekwoDR6RcXUrKkkxqOmUDVzxvLjUMhvH6+n18ZacuZplcAJOvGhQasnv9qSdHvJ4EO+W6tqtRtT7suXtftKF/ui94B/nwHiJv3SG0WCzWTX6O+eawvnf2IMipzoMMAQQQQKB6BbbYYgubNGmSHX744akn+fPPP9vpp59u/fr1a/HfA1PflI4IzIwA1yCAAAIIIIAAAghUnQCBTlX3SpkQAgggMOsC3AEBBBBAAAEEEGhNgZZ+usR/sq5cVnTKzltSthhzKVeXkrKkVg922qDvMtb1AF/ZyUxmISXHUPDdwiMtbqHw5Ig37OojH4lVDrMu8Nx9L9nQw+5LbhR8JSXe8iZZ8k9SnnO+OazfXQQ5uQYJAQQqW4DRI5BWYJ555rGLLrrI/vvf/9occ8yR9rL4E3Z9+vSxa6+9NvU1dEQAAQQQQAABBBBAAAEEigkQ6FRMp+lztCKAAAIIIIAAAggggAACCJQgMHjw4KK9yy3IKTtYSdlizKVcXUrKkkxqOvlqTpIKVvzxtvzkKzk1rG/Qbxnb6vfLx9WDfBUhC6VMJhxjiodYyYTGKcP+Z1cdQbCTzeL23P0v2ZBD7jU3DdxZ31APNw7koSE0J29jjnlmazHIyd+rp/x362Up+azkl6WkLTyp/rPkZU+SPKtPkhr1qT9JAQEEEEAAgXYQ2Geffezpp5+2HXbYIfXTXn/9ddt///3jilBfffVV6uvoiAACCCCAAAIItJMAj0EAgQoTINCpwl4Yw0UAAQQQQAABBBBAoDwEGAUC6QSeffZZe+qpp4p23raMfrau4UAlFTRJubqUlCXVB59IheVsQIvnzaWGATFe32hA5xjsZCazkMJtLUmhHguh1YtmNnX4/1jZKTjM7P78sJdt6KH3mblnna2FXJLJwlZ3UKjNMc/stvM9PQuC1/x9NfVuJRX0k8IdQvK+UlKWktzCJuXKoWqSPKtPUmG9/gQFBBBAAAEE2llgzTXXtJEjR9ppp51W0pMvvvhi22mnnWz06NElXUdnBBDoaAGejwACCCCAAAIIlJcAgU7l9T4YDQIIIIBAtQgwDwQQQAABBBCIAi39bN2WW25p5Rzo5JOQCgNMpFxdSsqSYmCK1DjPBrZ43lxqKlhmw/6dbMv9lwtDyPiCQhaOyQpDocUrmdAQ9nhuyv2v2TVHsbKT05SSnh/+sg059F7L/BwlzU3j9aHgqzvF1rrDbHPPZv1bCHLy9+hJEkFOxoYAAgjUiEANT/Mvf/mL3Xfffda5c+fUCmPHjrW+ffvaueeem/oaOiKAAAIIIIAAAggggAAC+QIEOuVrUG43AR6EAAIIIIAAAggggAACtSEwZMiQohMt15+tazhoSQVNUq4uJWVJrRrs5AEzvrLTlvt3MVPcLTzC4hYKkpK6vEU25b7/2X+OZoUE10iTpo94xYYcep9lfg69g2HYE89Q9YIkz8xkNsfcc9iAe1teyUmSSSLIyXIbJQQQQACB6hbwFZqeeOIJ23vvvVNP9IsvvrBBgwaZ/wye/6xd6gvpiAACCCCAAAIIIFC2AgwMgfYUmK09H8azEEAAAQQQQAABBBBAAAEE6gWqvvDcc8/ZlClTis5zu+22K3q+nE5KKhiOlKtLSVlSDHSRGue+mpOkgiAYb8tPHtzkKdvm5Q0HdLIt9lveF3EyX2UoHMyTlzO+2pCncDYT0uR7XyXYyVrePMhp8CH32c8//RzUglwwDHtgDcewh0LYk/bZ55zddr67e8F78/eSfUfN5VLuM+B9pFxdUhykpPh5iZVwkBSOuV0qrOfOUEIAAQQQQKB8BJZeemm74YYbzH+arpRR3Xjjjda7d2+7/fbbS7mMvggggEAlCjBmBBBAAAEEEGhFAQKdWhGTWyGAAAIIIIBAawpwLwQQQACBShe49957i05hiy22sEoKdPLJSIWBJ1KuLiVlSTF4RWqcZwNePE+bPKhmo1062xb7Lh/vGw5mCrvf38IWyhYaFJPZE/e+atcew8pO1sz2wgOv2uDDkiAni2ZBThY3KRTCbiGXZLPNOZv1v7u7zT7H7PWBTrPPnis39w6lcO1ss4Xb5HJJsS7JfJMU6172JMmz+iQV1utPUEAAAQQQQKBMBQ477DCbMGGCbbDBBqlHOG3aNNtll13sz3/+c+pr6IgAAggggAACCCCAAAK1LTBbbU+f2SNQwQIMHQEEEEAAAQQQQACBMhcYPHhw0RFDTk6HAAAQAElEQVRWys/WNZyEVBiAIuXqUlKWFINYpMa5B8dIqg+c8XrD1DCYxusb7drZNv/d8ha3jC/qlLGQhYK3eDnWvGKT73nFrhtIsFPEyDu8MPJVu+3Q++ynH/z36vxEnVk2q8stkzHNbrbLvT3MV3TKvp/ZCXJyNFJ7C/A8BBBAoIIENt10U5s4caIdc8wxJY36H//4h/Xq1cumTp1a0nV0RgABBBBAAAEEEECgagSYSGoBAp1SU9ERAQQQQAABBBBAAAEEEEAgrcD06dNt8uTJRbtvu+22Rc+nOdlRfSQVPFrK1aWkLKn1g51262yb/3Z5CzcOu9/fzGRhU8gUcgu5J9nku1+16weNMbZE4IVRr9ngw+63n3/8ORp5q7IlWSjJwisz3zS7bMA9PaytVnLyZ2STpGwx5lJhPTZyQAABBBBAoIIE5pxzTjv33HPtpptusnnnnTf1yO+//37r06ePXXnllcaGAAIIIIBAQwHqCCCAAAIIZAUIdMpKkCOAAAIIIIAAAtUnwIwQQACBDhNo6WfrNttsM9thhx06bHyt8WCpMCBFytWlpCzJpKaTrxIkqfSVnXbvbJvts5xlMpmQrGBFp0xdNZ6zjD1+58t2/SBWdnrxwdds8KH32Y/f/RjMgltw8t1LMQW4aBZMNZtswN3dbY655jB/R55mb+WVnCT54+NnIxbqDlLSXlclQwABBBBAoKIF9txzT3vyySdtp512Sj2Pt99+2w466CA7+OCD7bPPPkt9HR0NAgQQQAABBBBAAAEEakaAQKeaedVMFAEEGgvQggACCCCAAAIIINBWAtX6s3UNvaTCwBQpV5eSsqQY0CI1zj2IRlJ9QI3XG6aGQTZe33iP5Wyz3y5vsrDVHRRqCtW4h3sq1H2ffNer9t9ja3dlpxcf+p/dduj99uP3PwWaoBJtQjHuoR6QQpOFzDTbbNb/rh1tznnmrH8n7t3wnTSsS4r9pVwuhXvXJQubpHDM7VLxeq4nJQQQmHUB7oAAAh0lsPrqq9t9991nZ5xxRklDuPzyy61nz542atSokq6jMwIIIIAAAggggAACCFS/QPOBTtU/d2aIAAIIIIAAAggggAACCCDQBgIvvPCCTZo0qeidt9tuu6LnK+mk1HzAipSck2RS08mDZiTFQBkvN5UaBtt43YOdNtl7uUYrOplvmUw4hhT3jE2642W78fixoa2JvYqbXnzYg5zusx9m/JhzCjaBpW7WXgop7AotA+7qZnPNW1qQU/Z9SYrvUFLBu7awSQpHi+0WNimph2LcpcJ6bOSAAAIIIIBAFQn8+c9/tuHDh9tKK62UelYTJ060fv362VlnnZX6GjoigAACCCCAQBEBTiGAAAJVIkCgU5W8SKaBAAIIIIAAAggg0DYC3BUBBEoX8P9qv9hVm2yyiXXr1q1Yl4o7JxUGqki5upSUJcVAF6lx7sEykmKgjJebSh7clN/u9U32XN5isJOFe8Zk4RhSuFc4hr2uXWaP3f6S3XRC7QQ7vfTI/2ywr+Q04yfLcgSQUJbJkk2xJPNswF072lzzzVX0HeT7Z8uSTFK8TkrKUpJb2CSFo8U+FjYpqYdi3KXCemzkgAACCCCAQBUKdO/ePQbD77///qln980339gJJ5xge+yxh73yyiupr6MjAjMjwDUIIIAAAggggAAClSFAoFNlvCdGiQACCJSrAONCAAEEEEAAAQQaCQwZMqRRW35D165d86tVU5YKA1akXF1KypJiwIvUOPfAGUkxYMbLTSUPbspv97oHO228V2fLxH+ShYsycdWiTKiEVi+HYjhtE4e8aDedWP3BTi+Nfj3+XN333/xg0SIY+PwDSFK3ZAs6oTlj/e/oZnPNXxjk5Lb51g3LUu4d+jkpV5cUHyCp/n17gyTP6pNUWK8/QQEBBBAoPwFGhECrCCyxxBJ2zTXX2KWXXlrS/W677Tbr1auX3XrrrSVdR2cEEEAAAQQQQAABBBCoPgECndr0nXJzBBBAAAEEEEAAAQQQQKC2BF566SWbMGFC0UlX08/WNZyoVBi4IuXqUlKWVB/8IhWWswEznjeXGgbgeH3TvbrYxnsuZ8oOyO/rtdAgycJuJgub7LEhL9nNfx4XytW5vzwmG+T0o/mcJYVMsewHSaFudZtswB3dbJ4F5y4IMHPT5vzz2yXF66Rwz1CWktzCJuXKoWqSPKtPUmG9/gQFBBBAAAEEakDg4IMPjqs7bbrppqln+8ILL9hvfvMbO+644+znn39OfR0dEUAAAQQQQACB1hPgTgggUA4CBDqVw1tgDAgggAACCCCAAAIIVLMAc6spgfvvv7/ofDfaaCPzny0p2qnCT0qFASxSri4lZUkx8EVqnHsgjaQYQOPlplLDQByvb7p3EuxkcfMlnEIhZHHVopCbp3DwFY4m3PaC3VKFwU4vj3nDbj10mH331ffZyfuMQ0qqDVd0GnD7DiUHOUm5d+bvRsrVJYUHWf27tbpNStrrqvF8tkyOAAIIIIBArQr4vxc++uijMXCpFINzzjnHevToEQOlSrmOvggg0A4CPAIBBBBAAAEEEGgHAQKd2gGZRyCAAAIIIFBMgHMIIIAAAghUk8DgwYOLTqdaf7au4aSl5gNbpOScpBjwIjXOswE0njeXPLgp/5zXN9m7i230G1/ZScmQ/N4mC5mZzCwUJJnMbMLgF+zWk6pnZadXxr5htx02zL7/6nuTfIYhhVwW/lGYcEwyKaRQ7T90e5tnodJWcpIUA9CkXC6F+9UlC5uU1EMx7pJinj1IhfVsOzkCCCCAQPULMMPGAv7vMmeddVb8SbqFF164cYdmWkaOHGl9+vQp+SfwmrkdzQgggAACCCCAAAIIIFBBAgQ6VdDLqtGhMm0EEEAAAQQQQAABBBCoEIGXX37Z/L/KLzbc7bffvtjpqjonFQa0SLm6lJQlJYE3TeT+F3+SYmCNl5tKHtyU3+71TffpYhvu0dl8JSfLhGNdCg1WX7ewZczG3zrdbj258oOdXhn3pt1y2DD79ovv6qYZJhfmXT/funK23n/I9jbvwvMU2LpdvmXDsqTYX8rlUu79WdikpB6KcZcU8+xBKqxn28mjAAcEEEAAgRoW2H333e2JJ56wfv36pVb44IMP7NBDD7UDDjjAPvzww9TX0REBBBBAAAEEEECgQwV4OAKzLECg0ywTcgMEEEAAAQQQQAABBBBAoK0FKuP+w4YNKzrQX//61/FnRop2qrKTUmFgi5SrS0lZUusHO/12Bdtoj+XMFPZwf4vJwqZQDCmUkl024ZYX7LZTHk2qFXh89dE37dbDhtl3X/hKTmYyMykcY/JySFZXD/mAwdvbPAvPHYOWssFMLQU5ZftJitdJMimXLGxSUg/FuEuKefYgFdaz7eQIIIAAAgggkAisssoqduedd9o///nPpCHl8eqrr7addtrJhg8fnvIKuiGAAALlLMDYEEAAAQQQQKAlAQKdWhLiPAIIIIAAAgiUvwAjRAABBBAoC4EhQ4YUHUet/GxdQwSpMMBFytWlpCypIHBGytU9yEZSDLDxclOpYaCO1zf97Qq2wa7ZlZ3M4lJH4ZDJZMIx1OOelB+9+Xkb/JfKC3Z6dfxbyUpOn88Is8mElEzT5xhLoSlMN5lvKO9867Y276LzmPtkHfPL2bb8XGr8LqRcmz9USupe9iTJs/okFdbrT1BAAAEEEEAAgUYCxx9/vPlP062++uqNzlkzLZMnT7a+ffva3//+92Z60IwAAggggAACCCCAAALVIkCgU7W8SeaBQBEBTiGAAAIIIIAAAggg0NYCr776qo0ZM6boY2rpZ+saQkiFgS5Sri4lZUmtHuy0+X4r2q93Wy7cN4xInhTKIYWiKTl45unRm6bbkL9WTrDTqxPeiis5zfj8uzARn4Eni9OSvBxSyCVZ2M2DnOZbbJ6CgLE0QU7NBT1JMt8khfvLizFJubI3SIV1byMh0FYC3BcBBBCoFoEddtjBJk6caAcddFDqKf3www92yimn2IABA2z69Ompr6MjAggggAACCCCAAAKVJlDr4yXQqdY/AcwfAQQQQAABBBBAAAEEEGgFgZZ+tm6DDTawnj17tsKTZvoWHX6hVBjwIuXqUmFZUgyekXK5B9xIKgjU8bb81DBwx+ub7buCrb9r57jAkWUyYQ/JwpYJybwcUl153A3PV0Sw02sT34orOX396Ywwn9w8klKYaphnPBFyX91p55u3MQ9yco+sV34525afS4rWUu4dSLmyhU1K6qEYd0kxzx6kwnq2nRwBBBBAAAEEWhZYdNFF7fLLL7crrrii5c55Pe644w7r3bu33XjjjXmtFBFAAAEEakiAqSKAAAIIVLkAgU5V/oKZHgIIIIAAAgggkE6AXggggMCsCaT52TqJoA+p0EDK1SU1Cm6SCts8EEdSDMDxclOpqQAeX9kpBjtZ3f0su4V6bKury+zRG5+3oaeOr2sov+y1x962Ww4bbt9+OiOMPIwvjNlCSSFZ2OQpGFlMZjHIafF5S/65OreVFK0lhdvlkoVNSuqhGHdJMc8epMJ6tp0cAQQQQAABBEoTOPDAA+2JJ56wrbbaKvWFr7zyiu2zzz529NFH23ff+eqPqS+tgY5MEQEEEEAAAQQQQACByhYg0Kmy3x+jRwCB9hLgOQgggAACCCCAAALNCrz22mv2yCOPNHveT9Tyz9b5/POTVBgAI+XqUmFZUkGAjaT6wBsPxGku5Qc7Zcub77+irbdLJ/MVjuICTuZbxrzsyWuxEgrj/vus3X5a+QU7vf74OzHI6euPvw3zCAP1PQ7eD54sTsHn6KWdb9zG5l+iMMipObNsu6QCY6nwHVjYpKQtFOMuKebZg1RYz7aTI4BABQgwRAQQKEsBXx10zJgxduKJJ5Y0vgsuuMB69Ohh48eX37/XlDQROiOAAAIIIIAAAggggEC9QKsEOtXfjQICCCCAAAIIIIAAAggggEDNCQwfPrzonNdbb734F0xFO9XYSakwEEbK1SXF4CYnkZKyVJh7UI6kGJDj5aZSNsDJz2XLW/x+JVtvQGeTha3u4JliSzgqtPse7j3uv8/ZHacX/qWgn+qo9Prkd+uDnCyMT0oG65lMYVieLCmFxn7/7WrzL9k4yClr4S4Nk6RoKsmkxsnCJiXtoRh3STHPHqTCeradHAEEEEAAAQRmXeDMM880X0l0iSWWSH0zD8j3n7K76KKLUl9DRwQQQAABBGpdgPkjgAAC5SxAoFM5vx3GhgACCCCAAAIIIFBJAowVgZoV8L9sKjb5rl27xp8NK9anFs9JhQExUq4uqclAGynX7kE6kmJgjpebSvlBPdnyFn9YyX7Vv5MveGR+8DWdsisgZTKhJabQGipjrnu2LIKdPMjp5kOH2xcffJ0doPmYw1BDHposjNdTaAi79fvv1rbA0vPFz12+S9Ygvy1blhQtpST3dinnbWGTknooxl1SzLMHqbCebSdHAAEEEEAAmkRr5AAAEABJREFUgdYT2GWXXWzy5Mm22267pb7pp59+akceeaTtu+++9s4776S+jo4INCNAMwIIIIAAAggggEAHChDo1IH4PBoBBBCoLQFmiwACCCCAAALVKPD666/bQw89VHRq/Gxd8zxSYWCMlKtLSVlSs0FP+cE4Xm4q5Qf3ZMtbHLCyrde/cxhYuLeFpFD0PeThcSYlhXC0sdc/a3f+bYKf7ZD0xhPv2S1/Gm5fffh1/bh8IHGIXohJFv+R2c6zGOQkyaTC5I+QkjYve5LkWX2SCuv1JygggAACNSfAhBFoe4EVVljBbrvtNjvnnHNKetj1119vO+20k91zzz0lXUdnBBBAAAEEEEAAAQQQKB8BAp3K5V0wDgQQQAABBBBAAAEEEECgAgWGDRtWdNTrrruu9ezZs2ifWj8pFQbISLm6lJQlNQq+kZK2poKbGrZlA5y83cueNj9gJfvVzp3MV0DyFN9DtpAJhZDC0ZdLsjHXPmN3/r39g53emPKe3XzYcPviva+TcYYxxUIYrBdDVrf7SDPW77qtyn8lp7oRkyGAAAIIIIDArAsMGjQoBt2vvfbaqW/21FNPWd++fe3UU09NfQ0dEUAAAQQQQACBkgW4AAEE2kyAQKc2o+XGCCCAAAIIIIAAAgggUKoA/StP4Pbbby86aP/ZujnmmKNoH05aDGKyvE1SfU0qLEuK/aVc7gFMUlL3clPJg5satm9x4Mq2br9lTfFpsnCLWPKCVFeXN8nGXjvN7jqj/YKd3pz6vt3ypxH2xftfm4UxhN2kcAx7KITdC+FUzGR9r93KFlx2/pn+uTpJ8Z5SklvdJjWu152KmaSYc0AAAQQQQACBjhHYdtttbcKECXbooYeWNIDTTjvNPOBp2rRpJV1HZwQQaB0B7oIAAggggAACCMysAIFOMyvHdQgggAACCLS/AE9EAAEEEECgrATeeOMNGzlyZNEx7bDDDkXPczInIBUGzEi5uqSCIBypcT0bxCTJsuWGeX6wU7a85UGr2Dp9ljVfuslXSYprI4VCJqbYHA9eH33NM3b3mW0f7PTmk+/bTYcNt8/e+TI+21dxCsMxH0M4hKFmQhaSnw0D7nvNFrZQp5kPcso6SY1dwyPqd0n1ZS9IhXVvIyGAAAIIINAKAtyiRIEFF1zQ/v3vf9vVV18d/z0o7eX+E3a9evWya6+9Nu0l9EMAAQQQQAABBBBAAIEOFiDQqYNfAI9vTQHuhQACCCCAAAIIIIAAAu0pMHz48KKPW2eddaxHjx5F+3CyUEAqDJyRcnUpKUtqNugpP2AnW26YZwOcvD1b3urgVZNgJ5mF3aRwDCnsSYOp7h+z0Vc/Y/f8Y6K11fbWUx/YzYeNsC/e/cokhceE5HtM8RDaLJwLycz6XbOlLbzcAm2yklO4fXhOeGYoSEkeinGXCuuxkUM7CfAYBBBAAAEEmhb4/e9/b1OnTrXtt9++6Q5NtHrw/v7772+HH364ff311030oAkBBBBAAAEEEECgYwR4KgJNCxDo1LQLrQgggAACCCCAAAIIIIBAZQq046jT/GzdXHPN1Y4jqo5HSYUBNFKuLiVlSTEAR2qcewCTJ0lxRQMvF0sFwU69l7G4JcsnmWe+mpKFg6+flIknzR656mlri2Cnt57+oH4lJ3+WP9OfHR7ve954QmvoEFdyWm7+VPPMGkiK/aUk93apsaOFTVI4WrS2vE1K2vOaKCKAAAIIIIBAmQisu+66NmrUKDv55JNLGtHFF18cg/RHjx5d0nV0RgABBDpMgAcjgAACCCBQowIEOtXoi2faCCCAAAII1KoA80YAAQQQaB2Bt956y0aMGFH0Zt26dSt6npPNC0iFgTRSri4VliXFQBypMM8G8HjeMGWDm7Lt2fpWh6xm6/Re1sINw+73MzNZ2GRSSKZYDgcbfdXTdu8/W29lp7ef+SCu5PTZO1/57eueVPe8kIXdwhDM6gp9r9o8ruTkc8iO38ueGta9zZOk+iAnSSblktVtkmJJKsxjYzhISXsosiOAAAIIIIBAGQv87W9/szvuuMM6deqUepTjxo2zPn362HnnnZf6GjoigAACCCCAAAIIIIBA+woQ6NS+3jwNgXIXYHwIIIAAAggggAACCKQSGDZsWNF+a621Vvwv4ot24mRRAakwoEbK1SXFIB2/gZSUpVzuQT3ZJCkG92Tr2bxhMFC2vuUhq9ravZaxTCYTkllcSikcYj3kscHPhfLDVzxl950168FObz/zod142Aj75K0vwjPDc+se689MnheOGU/xYH2u2MwW6bJgnFd23M3NK9suKfaXEidvl5KylMstbJLC0eqNrW6Tkva6KhkClSzA2BFAAIGaENh5553tscces7322iv1fL/88ksbOHBgvMZ/1i71hXREAAEEEEAAAQQQQKD8BKpyRAQ6VeVrZVIIIIAAAggggAACCCCAQNsK3HnnnUUf0LVrV5t77rmL9infk+UzMqkwsEbK1SXVB+JISVlqnGcDejxvmJoLEtrq0NVs7V7Lmpyi7qBQk9c9+XO8HvKHr3ja7jv7MW+dqfTOtA/tpj+NsE/f+jJeL79vKMlTuL+FetxDgyTrc8XmtugKrRfkZHWbFB4QylJhHpriLiXtscIBAQQQQAABBCpGYLnllrMbb7yx5FWabr75ZuvZs6e19HPNFQPBQBFAAAEEmhCgCQEEEECgEgUIdKrEt8aYEUAAAQQQQACBjhTg2QggUPMCb7/9tt1///1FHfjZuqI8JZ2UCgNspFxdkkmK95MUy1Iuzw9skhRXNMpv83KzwU6HrWZr7rSsWcbC5qsseQrFut2bsysuPXzZk3b/OaUHO73z7Ed2458esI/f+LzuOX5zv3NSTZ4Y6sluvS/bzBZdsfWCnKSclT9ZkmfRMRbqDlLSXlclQwABBBBAAIEKFDj66KNtzJgxtv7666ce/XPPPWe77LKLnXTSSamvqaqOTAYBBBBAAAEEEEAAgTIUINCpDF8KQ0IAgcoWYPQIIIAAAggggEC1CwwfPrzoFNdcc01+tq6oUOknpcJAGylXl1QfmCMlZalx7kFNkkoKdtr6T6slwU5Wdz/zTX4ILWaSl0MKuwc7DT/3cUu7vfPcR3Elp0/e+NwU/kl2mcV7hszMFP7xo2d9LtvUFlup9YKcrG6TFEtSYR4bw0FK2kORHQEEECgQoIIAApUnsNVWW9m4cePs8MMPL2nwZ555ZlzdaerUqSVdR2cEEEAAAQQQQAABBBBofYH2DnRq/RlwRwQQQAABBBBAAAEEEEAAgXYVSPOzdfPOO2+7jqkWHiYVBtxIubokk5pPHuSUTZJKDnb6RY9lzFdvyphv4ZipW2sp5HHtpaTJRv37CasLdvKOzaZ3n/cgpwfso/99Hu7rd0huEO8a7+ltIcVyxvpc6kFOC8VxN7cCVXZ+2VxS7C8lLt4uJWUpl1vYJIWjRUPL26SkPa+JIgIIIIAAAghUuMB8881nF110kV177bU2zzzzpJ6NB/v36tXLrrrqqtTX0BEBBBBAAIEaEGCKCCCAQLsLEOjU7uQ8EAEEEEAAAQQQQAABBBCoXIF33nnH7r333qIT4GfrivLM0kmpMPBGytWlpCwpBuxITefZgB/PG6bmgoi6HrG6/aLHsqbs6P3eoSx5S0i+xyR78JIpNuK85ld2enf6x/Hn6jzIyW/ot1C24HlMFo+SrNe/N7HFVk4f5CSFu4Xkc5Mal61ukxRLUmEeG8NBStpDkR0BBBBAAAEEqlBg3333tcmTJ1uPHj1Sz+7dd9+1Aw880A4++GD77LPPUl9Hx1oWYO4IIIAAAggggAACrS1AoFNri3I/BBBAAIFZF+AOCCCAAAIIIFC2Av5fshcb3BprrFHSXxYVuxfnmhaQCgNwpFxdSsqSTGqcPPgnmyTFFY+y9WxeLNhpje7LWHbLhEJcgclCyfeQkuWZMjbq4ifsgfMbBzu990IS5PThq/4Xg+GCsCeXh0LYzSsxJaXe/97Ellh14TjO5saVHXfDXErm7+2SwmiTXVK08Zokz+rrsRIOUtIeiuwIIIAAAm0pwL0R6GCBtdde24YNG2Z//etfSxrJ5ZdfHv+d98EHHyzpOjojgAACCCCAAAIIIIDArAsQ6DTrhu1+Bx6IAAIIIIAAAggggAACCHSUwN1331300V27djX/OZCinTg5ywJSYSCOlKtLhWVJMZBHKsyzAUCeN0zNBRV1PXINW2PHJNhJYRay5J+QWbi9+UHyNkuCnS6YbNntvRc/sRv/NNI+evWz0E2hWSH3zHNPZuEYDjLfev9rY1t81dZbyUmSSUny+0vyLLbFQhkeGBICCCCAAAIItI/Aqaeeavfcc4+tsMIKqR/42GOPWe/eve2ss85KfQ0dEUAAAQQQQACBpgRoQwCB0gQIdCrNi94IIIAAAggggAACCCBQHgKMogME3nvvPbvrrruKPpmfrSvK06onpSRQJ3tTKVeXVB/AIyVlKZd7YJOkuFKSlOTelp+aDXY6ag1bvdvSlvF/MvFooWihGFKoh4IvzhQyG3XR4zbywsn2vgc5HfaAffDyp9419gsH30OquyZcEEqx3uuijWyJ1dt/JScLm6RwZEcAAQQQQACBWhPwoKUJEybY7373u9RTnzFjhp1wwgm2++672yuvvJL6OjoigEBJAnRGAAEEEEAAAQQKBAh0KuCgggACCCCAQLUIMA8EEEAAAQRaX6Cln61bbbXVrGfPnq3/YO7YrICkgnNSri6pTYKdPABqm6N/YavvsEzd/WXme0zxYL6FUshkoy6cbDccPtI+eOUzi/3MTApnY/JySFZXN7PeF21kS66xiPlzPBULvvJzkkxSfdCWlCtb2KTkvKRQs9jXwiYl9VBkRwABBBBAoIIFGHprCiy77LJ23XXX2YUXXljSbQcPHmw77bST3XbbbSVdR2cEEEAAAQQQQAABBBAoXYBAp9LNuKIaBJgDAggggAACCCCAAAIIlCyQ5mfr5p9//pLvywWzJiAVBuxIubqkgsAeKalLSZ4NFMrPvZyfGgYb+Tlv23bgmrbaDkuHwWfqV3SyjJdDCq3Z3Wvvv/RJqHopdg3dQjn2TZp9JSdf6mmnCzasD3Ly5+Qnf2Z+3cuSYoBTtiwldUnmm6Q4f0lejWUvSEndy/lJaro9vw/lChNguAgggAACCMyEwBFHHGGPPvqobbzxxqmvfvHFF22PPfaw4447zn7++efU19ERAQQQQAABBBBAoBUEuEVNCRDoVFOvm8kigAACCCCAAAIIIIAAAjmBUkrvv/++3XHHHUUv2XHHHYue52TbCUiFATpSri6pIMBHSupSkmeDhPJzL+cnDzLylN/mZQ92Wn37ZcwU9pCs7p5etHhI2hUrMt/8KIVjTKHFi+F8rws2tGXWWiyu5OT3zk9NPVsSQU7GhgACCCCAAAJtJbD55pvbmDFj7KijjirpEeecc475vxc//vjjJV1HZwQQQH3UxTcAABAASURBVKAtBbg3AggggAAC1SRAoFM1vU3mggACCCCAAAKtKcC9EEAAAQTyBFr62bpVVlnFevTokXcFxfYWkFTwSClXl2SS4nlJsSzlcg8qkhQDh6Qk97aGqamAo20GrWke7BQXaAqHjCcLWyYky1io+jFUQkOyhzYveLJQNut1wUa29FqLxufnP9Of5ym/zcuS6vtKuXlIMt8k1c8xW8/PvZyfJOVXKSOAAAIIIIBAbQk0O9u5557bzj//fLvhhhtswQUXbLZfwxMPPvig9erVyy699FJjQwABBBBAAAEEEEAAgdYVINCpdT25GwI1JMBUEUAAAQQQQAABBGpJ4J577ik63a5du5b0lz9Fb8bJmRaQCgN2pFxdUgz+8ZtLSVnK5fkBRJLqA4m8PT954FHDtO2xa9lq2y+d3D9ca74pOXjmySwck90kL3gy633+RrbM2os2WsnJn5H/3GxZUv3YJMV7Zc9Z2KSkTVKoWTxvYZOSeigW7FLT7QWdqCBQ0wJMHgEEEEBg7733tkmTJlnfvn1TY3z44Yd26KGH2gEHHGBeTn0hHRFAAAEEEEAAAQQQ6BCBynkogU6V864YKQIIIIAAAggggAACCCDQIQL+FzNDhw4t+mz/eY6iHar1ZBnOSyoM3JFydUkFgT9SUpeS3AOGJMVAIinJvS1N2v74dWyVbZZKlmiysGVCCrtnnsKJUEuOvuqTl/qct7Ets86i8Xn+DA9uyiavN0yS6vtKyZilJLewSUlZUqhZwVytiU1K+jVxiiYEEEAAAQQQQKBA4Be/+IXddddd9re//a2gvaXK1VdfHVc+bWmF1Jbuw3kEEEAAgQ4W4PEIIIAAAmUjQKBT2bwKBoIAAggggAACCFSfADNCAIHqEBg2bFjRiay00krWs2fPon042b4CUmEAj5SrSyoIAJKSupTkHlwkKQYUSUnubc2l/MCkbn9e11bdbhmThS0ezMItTOGfUDLfFA6SrLcHOf1y0biSk9+juftn2yXFMXldkkm5uoVNStokhZrF8xY2KamHYsEuNd1e0IkKAggggAACCCDQQODkk0+2+++/31ZbbbUGZ5qvTpkyxfr06WNnnHFG850q/AzDRwABBBBAAAEEEECgvQQIdGovaZ6DAAIINBagBQEEEEAAAQQQqAiB++67r+g4/WfrFlpooaJ9ONn+AlJhII+Uq0sqCASSkrqU5Nlgovzcy9nkgUnZlN/mZQ92WmXbZSwTl3HKhDxJvoKThbawW5/zNrJO6y4Wg5z8Gk8N7+dt2SSpUZCTlIzVwiYlZUmhZgVzsyY2KenXxCmaEEAAgbYQ4J4IIFBlAh7kP27cONt///1Tz+zHH380D5Lq37+/vfDCC6mvoyMCCCCAAAIIIIAAAggUCpRxoFPhQKkhgAACCCCAAAIIIIAAAgi0v8BHH31kgwcPLvrg7t27Fz3PyY4TkAoDeqRcXVJBQJCU1KUk9yAjSfUBRl735AFJnuenbJvnnrqfsp6tvt2yZhbu5UkWtnAIe9/zNrbO6y0Rg5y87+yzzx7L2ft5W7bcMJdkkurHZGGTkjZJoWbxvIVNSuqhWLBLTbcXdKKCAAIIIIAAAgi0ILDUUkvZNddcY//+979b6Fl4+s4774yrod54442FJ6ghgAACCCBQ9QJMEAEEEGgdgdla5zbcBQEEEEAAAQQQQAABBNpEgJsi0MECw4cPjyvyNDeMFVdc0Xr06NHcadrLQEAqDOyRcnVJBYFBUlKXktwDjaRc2ev5yYOSPHlbNveyp+5/Wd9W9ZWdgoGv4uQrOu166ea2/AZLxsCmbP+GuV+bbfOypBjYJCXjkJLcwiYlZUmhZgVzsSY2KenXxCmaEEAAAQQQQACBmRI49NBDbeLEibblllumvv61116zffbZx4455hj7/vvvU19HxyoXYHoIIIAAAggggAACqQQIdErFRCcEEEAAgXIVYFwIIIAAAggg0LYCaX62bpFFFmnbQXD3WRaQCgN8pFxdUkGAkJTUpST3YCNPkuoDjryen7KBSZ5nk5/f6bQNbbVtl7VwJ9v5/M1s2bUXj0FOfs6T9/W8YZKSZ2XbpXCHkLwuyXyTZFKSsvX83Mv5SVJ+lTICCCCAQIUJMFwEyllgk002sYcfftgGDRpU0jDPP/9823HHHW38+PElXUdnBBBAAAEEEEAAAQRqWYBAp+p++8wOAQQQQAABBBBAAAEEEJhpgU8++cSGDBlS9Hr/i5miHThZNgJSYaCPlKtLikFDPlgpKUuFeTbIyPOmkgctefJznnvycq+/bWS9ztjIVthoqfogJz/nyc97yi97PZukZAwN61LSLsmHXDD22NDgICX9GjRXU5W5IIAAAggggEAHC8wxxxx2zjnn2M0332yLL7546tGMHj3aevXqZf/6179SX0NHBBBAAAEEEKhZASaOAAJBYLaQ2BFAAAEEEEAAAQQQQACBKhZgajMrMGzYMPvxxx+bvbxLly7Ws2fPZs9zovwEpMKAHylXl1QQMCQldSmX5wccZcsNg5Sydc+zaY3tlksV5OT9s/eVFFeQ8rqUG4OUK1vYJIWj1Y/dGmxScr5BM1UEEEAAAQQQQKBNBH7zm9/YhAkTbMCAAanv/9lnn9kRRxxh++67r7377rupr6MjAgg0FKCOAAIIIIAAArUgQKBTLbxl5ogAAggggEAxAc4hgAACCCDQjIAHOjVzKjZ37drVFl100VjmUDkCUmHgj5SrS6oPGJKSstQ49+CjYikbsJTNs33z6172lD3nuaT64KZsXWr8fEnmm1SYe1t+kpLz+W2UEUAAAQQQqFkBJt5uAquttpoNHTrUzjzzzJKeef3111uPHj3snnvuKek6OiOAAAIIIIAAAgggUEsCBDrV0ttmrjMlwEUIIIAAAggggAACCNSiwKeffmqDBw8uOvXu3bsXPc/J8hWQCgOApFxdUgx2kgpzDzxqKkmqD07ywCVP+f28nk3e7mXPm0tS4XOlXN3CJikcLY7RwiYl9VAs2KWm2ws6UUEgT4AiAggggAACrS1w4okn2ogRI2yttdZKfeunn37a+vbta6eeemrqa+iIAAIIIIAAAgggkF6AnpUvQKBT5b9DZoAAAggggAACCCCAAAIItLrA8OHD7fvvv8/et1G+3HLLxf/avNEJGipGQCoMBJJydSkpS4oBRVLzeXMBS00FNGXbsnlT10pNP8thJXkWx+QFKal7OT9JTbfn96GMAAIIIIAAAgi0h8COO+5oY8aMsQMPPLCkx5122mnWp08fmzZtWknX0RkBBBCYRQEuRwABBBBAoOwFCHQq+1fEABFAAAEEEECg/AUYIQIIIFB9Aml+tm7xxRevvonX2IykwoAgKVeXkrKkGFgkFebNBSk11d5Sm5S7d7avlGvz1yLJszgWL0hJ3cv5SWq6Pb8PZQQQQAABBBBAYOYEZu4q//fmK664wi677LL6f5dJc6d7773XdtppJ7vuuuvSdKcPAggggAACCCCAAAI1IUCgU028ZiaJQAcL8HgEEEAAAQQQQACBihL4/PPP+dm6inpjszZYqTAwSMrVpaQs5XJJ8S/opFyeDU5Km0uq/7k7qbAs5e4r5coWNknhaPH51sQmJeebOEUTAgi0hwDPQAABBBAoKvDHP/7RJk2aZNtuu23Rfvkn33zzTdtvv/3s8MMPt6+//jr/FGUEEEAAAQQQQAABBDpGoIOfOlsHP5/HI4AAAggggAACCCCAAAIIlJmAr+Y0Y8aMZkfVqVMn69mzZ7PnOdG0QDm3SoUBQpLqg4kkxaFLim1SYe7BTVLSli173lSSVB/g5OelpC4l10uNcwublLSHYhyD5w2TpIZN1BFAAAEEEEAAgbIT2HDDDe2hhx6y448/vqSxXXzxxZb9GbySLqQzAggggEC7C/BABBBAAIG2FSDQqW19uTsCCCCAAAIIIIBAOgF6IYBAGQkMHz686Gi6du1qSyyxRNE+nKw8AalxoJCUtEmqDzCSkrJUmDcVuORtDZNUeJ3UuO56kjyrf65XpKTNy54kxfOSvEpCAAEEEEAAAQQqRuCf//yn3XbbbbbMMsukHvP48ePjT9mdd955qa8pw44MCQEEEEAAAQQQQACBWRIg0GmW+LgYAQQQaC8BnoMAAggggAACCLSPwBdffGFDhgwp+rAePXoUPc/JyhWQGgcMSbk2KSlLqg8wkhqXs8FNUuNzkuKqTlLT56Sk3cImKRyt/lmWt0nJubwmiggggEAVCDAFBBCoJYHddtvNHn30Udt9991TT9t/vm7gwIG299572xtvvJH6OjoigAACCCCAAAIIIFAtAtUR6FQtb4N5IIAAAggggAACCCCAAAIdLOCrOflfnjQ3DP8vzgl0ak6nOtqlxgFEUq5NUgw88tlK8izWJTXKPeBJKmxvqk3K9fEbSkndywWpriKprkSGAAIIIIAAAghUtsDKK69st956q5111lklTeSmm24y//fyO+64o6Tr6IwAAggggEBFCDBIBBBAoIgAgU5FcDiFAAIIIIAAAggggEAlCTBWBFpDYNiwYUVv4z9bt9RSSxXtw8nKF5AaBxJJioFM2dlJikVJsV1qOS8W5OQ3k5J7eNmTVFjPtnlOQgABBBBAAAEEqknguOOOs1GjRtmvfvWr1NN6/vnnbcCAAXbSSSelvoaO1SHALBBAAAEEEEAAgVoWINCplt8+c0cAAQRqS4DZIoAAAggggEALAl999ZUNHTq0aC//r8aLduBk1QhIanIuUq5dUn2Qk3eWcnVJ3lR/Xmpclwrb4gXhICleF4oFu6SCOhUEEEAAAQSaEKAJgYoV2H777W306NF28MEHlzSHM888M67u9OSTT5Z0HZ0RQAABBBBAAAEEEKhEAQKdKvGttcmYuSkCCCCAAAIIIIAAAgjUuoCv5vTll182y7D00ktbz549mz3PieoTkJoOLJLUKBBJStok1UNIiv2kXJ49KTXflu2Tn0vKr1KeaQEuRAABBBBAAIFyFlh44YXt0ksvtSuvvNLmmmuu1EMdMWJE/Hf1q666KvU1dEQAAQQQQACBahZgbghUrwCBTtX7bpkZAggggAACCCCAAAIIlCpQ4/2HDx9eVMB/ts6DnYp24mTVCUjNBxhJioFMDSctJe1S83lT1zRsy9YlZYvkCCCAAAIIIIBATQgccMABNnHiROvevbul3d577z078MAD7ZBDDrHPPvss7WX0Q6A2BZg1AggggAACCFSsAIFOFfvqGDgCCCCAAALtL8ATEUAAAQSqV+Drr7+222+/vegE+dm6ojxVfVJSDGiS1OQ8JdWfl9Rkn/xGSQX9JeWfLihLzZ8r6EgFAQQQQAABBFpNgBuVh8D6669v/h8j/PnPfy5pQJdddlkMkHrwwQdLuo7OCCCAAAIIIIAAAghUggCBTpXwlhhjpQgwTgQQQAABBBBAAAEEKlbA/wKl2H/1veSSSxqBThX7elt14FKRviK3AAAQAElEQVTLgUeSGgUySbm2lgYkpe/b0r04j0AbCHBLBBBAAAEE2lXgjDPOsKFDh1qXLl1SP3fSpEnWq1cvO/vss1NfQ0cEEEAAAQQQQACBAgEqZSpAoFOZvhiGhQACCCCAAAIIIIAAAgi0p8CwYcOKPs5/tm7ZZZct2ic5ybEWBKS2C0SSVAuEzBEBBBBAAAEEEChJYMCAATZ27Fjbc889U1/33Xff2fHHH2+77767vfrqq6mvoyMCCCCQToBeCCCAAAIIdIwAgU4d485TEUAAAQQQQKBWBZg3AgggUIYC3377rd1xxx1FR8ZqTkV5avqkpPrVm2YWQpr1e8zss7kOAQQQQAABBBBoE4E2uKmv6HTTTTfZ//3f/5V098GDB8efsrvttttKuo7OCCCAAAIIIIAAAgiUowCBTuX4VhgTAjUswNQRQAABBBBAAAEE2l/AV3P65JNPmn3w4osvbj179mz2PCcQyApI6QOWpPR9s/cnRwCB6hFgJggggAACMy8wcOBAe+SRR2yjjTZKfZOXX37Z9thjj7jCUyaTSX0dHRFAAAEEEEAAAQQQmBWBtriWQKe2UOWeCCCAAAIIIIAAAggggEAFCQwfPrzoaLfZZhvr1KlT0T6cbFWBqriZlAtkkhqXq2KSTAIBBBBAAAEEEOggga5du9pDDz1khx12WEkjOPvss22HHXawxx9/vKTr6IwAAggg0CYC3BQBBBBAYCYECHSaCTQuQQABBBBAAAEEEOhIAZ6NAAKtKTBjxgy78847i96Sn60rysNJBBBAAAEEEEAAAQQ6RGCBBRawiy++2K655hrzctpBeICUr9h62WWXpb2kg/rxWAQQQAABBBBAAAEEGgsQ6NTYhBYEEECgsgUYPQIIIIAAAgggUIKAr+b04YcfNnvFoosuagQ6NcvDCQQQQAABBDpOgCcjgAACdQL777+/jR8/3nbaaae6lpazjz/+2A455BA74IAD7KOPPmr5AnoggAACCCCAAAIIIFAmArOVyTjabRg8CAEEEEAAAQQQQAABBBBAICcwbNiwXKWJ0jbbbGPLLbdcE2doQqC8BRgdAggggAACCCBQSwK//OUv7b777rNTTjmlpGlfffXVtuOOO5r/BxAlXUhnBBBAAAEEykSAYSCAQO0JEOhUe++cGSOAAAIIIIAAAggggAACUeD777+3u+66K5abO/hPWjR3jnYEEEAAAQQQQAABBBAoL4HTTz89/jv+KqusknpgU6dOtV69etkZZ5yR+ho6VowAA0UAAQQQQAABBKpOgECnqnulTAgBBBBAYNYFuAMCCCCAAAK1IeCrOb3//vvNTnbhhRfmZ+ua1eEEAggggAACCFS+ADNAoDoF+vbta6NHj7Z99tkn9QR//vlnO/nkk23AgAH2wgsvpL6OjggggAACCCCAAAIItLcAgU7tLV4Nz2MOCCCAAAIIIIAAAgggUBUCLf08xbbbbmvLL798VcyVSSCAwEwIcAkCCCCAAAIIVKxA586d7b///a+df/75Jc3hjjvuiP+xw0033VTSdXRGAAEEEEAAgQoWYOgIVJgAgU4V9sIYLgIIIIAAAggggAACCJSHQKWP4ocffog/aVFsHj169Ch2mnMIIIAAAggggAACCCBQ5gJHHXWUjR071jbffPPUI/3f//5ne++9tx1zzDHmP3ed+kI6IlClAkwLAQQQQAABBMpLgECn8nofjAYBBBBAAIFqEWAeCCCAAAJlLuCrOb377rvNjnKhhRaynj17NnueEwgggAACCCCAAAIImBkIFSCw5ZZb2qhRo+yII44oabS+GlS3bt1swoQJJV1HZwQQQAABBBBAAAEE2lKAQKe21OXeCDQrwAkEEEAAAQQQQAABBDpWYNiwYUUHsM0221iXLl2K9uEkAggggEBLApxHAAEEEECgPATmnXdeu/DCC+3666+3RRddNPWgxowZE/8DiH/961+pr6EjAggggAACCCBQewLMuD0FCHRqT22ehQACCCCAAAIIIIAAAgiUgcCPP/5o99xzT9GRtMtqTkVHwEkEEEAAAQQQQAABBBBobYHf/va3Nm7cOOvTp0/qW3/++edxNaj99tvPiq0Km/qGdEQAgdoTYMYIIIAAAgi0ogCBTq2Iya0QQAABBBBAAIHWFOBeCCCAQFsJ+M/WvfXWW83efoEFFrAePXo0e54TCCCAAAIIIIAAAggg0HoC7X2ntdZay+6++2479dRTS3r0ddddZzvuuKPde++9JV1HZwQQQAABBBBAAAEEWlOAQKfW1OReCCDQngI8CwEEEEAAAQQQQGAmBTzQqdil2267ra244orFunAOAQQQQACB9hLgOQgggAACbSTw17/+NQYtrbnmmqmfMG3atLgaVKlBUqkfQEcEEEAAAQQQQACBWhVIPW8CnVJT0REBBBBAAAEEEEAAAQQQqHyBn3/+ucWfrWM1p0p6z4wVAQQQQAABBBBAAIGZF+jVq5c99NBDtu+++5Z0k9NOOy0GPD377LMlXUdnBBBAAIGZFeA6BBBAAIGsAIFOWQlyBBBAAAEEEEAAgeoTYEYIINBIwFdzeuONNxq1Zxvmm28+69mzZ7ZKjgACCCCAAAIIIIAAAlUusMwyy9i1115r//rXv0qaqf+EXffu3c1/0q6kC9uiM/dEAAEEEEAAAQQQqBkBAp1q5lUzUQQQQKCxAC0IIIAAAgggUHsCw4YNKzpp/9m6lVZaqWgfTiKAAAIIIIBAZQkwWgQQQCCNwJ/+9CcbP368bb311mm6xz5vv/227bfffnbEEUfY119/Hds4IIAAAggggAACCCDQlgIEOjWvyxkEEEAAAQQQQAABBBBAoKoEMpmM3XfffUXnxGpORXk4WZ0CzAoBBBBAAAEEEECgTmCzzTazkSNH2tFHH13Xki7z1aC6detmY8aMSXcBvRBAAAEEEGh/AZ6IAAJVIkCgU5W8SKaBAAIIIIAAAggggEDbCHDXahLwn6177bXXmp3SPPPMYz169Gj2PCcQQAABBBBAAAEEEECg+gXmmmsuO++88+zGG2+0pZdeOvWEJ0yYEH8G+/zzz099DR3LSYCxIIAAAggggAAClSFAoFNlvCdGiQACCCBQrgKMCwEEEEAAgQoS8ECnYsPdbrvtbJVVVinWhXMIIIAAAggggEBtCjBrBGpQYK+99rLRo0fbzjvvnHr233zzjR1zzDG2995725tvvpn6OjoigAACCCCAAAIIIJBWgECntFL0mykBLkIAAQQQQAABBBBAAIHyEWjpZ+tYzal83hUjQaDSBBgvAggggAACCFSnwBprrGF33HGH/f3vfy9pgjfddJPtuOOO8dqSLqQzAggggAACCJS1AINDoBwECHQqh7fAGBBAAAEEEEAAAQQQQKCaBcpibr6a0yuvvNLsWPznKXr27NnseU4ggAACCCCAAAIIIIBA7QqcdNJJNmzYMFt33XVTI0yfPt0GDBhgJ598cupr6IhAhQswfAQQQAABBBBoBwECndoBmUcggAACCCCAQDEBziGAAAIItIeABzoVe47/bN2qq65arAvnEEAAAQQQQAABBBCYBQEurXQBXwF21KhR9oc//KGkqZxxxhnm1z755JMlXUdnBBBAAAEEEEAAAQSaEiDQqSkV2hAoJwHGggACCCCAAAIIIIBAKwjcf//9Re/Cak5FeTiJAAIItL0AT0AAAQQQQKACBJZcckm76qqr7JJLLrE555wz9YhHjBhh3bt3t6uvvjr1NXREAAEEEEAAAQSqUoBJzbIAgU6zTMgNEEAAAQQQQAABBBBAAIHyFnjggQfspZdeanaQ/hcU/l9YN9uhDE4wBAQQQAABBBBAAAEEECgfgUMOOcTGjRtn2267bepBffDBB3bAAQeYX/v555+nvo6OCCBQWwLMFgEEEEAAgZYECHRqSYjzCCCAAAIIIIBA+QswQgQQQKCowLBhw4qe95+tW3311Yv24SQCCCCAAAIIIIAAAgh0uEBZDWDjjTe2kSNH2rHHHlvSuC677DLr1q2bPfjggyVdR2cEEEAAAQQQQAABBFyAQCdXICGAQJULMD0EEEAAAQQQQKC2BYYPH14UgNWcivJwEgEEEECgYgQYKAIIIIBAewvMPvvsdvbZZ9stt9xiyy23XOrHP/7449azZ894beqL6IgAAggggAACCCCAQBCYzcKBHQEEEEAAAQQQQAABBBBAoDoF/L+wnj59erOT87+Y8L9gaLYDJ6pHgJkggAACCCCAAAIIINBGAnvssYc9/PDDtuuuu6Z+wg8//GDHH3+8+bWvvvpq6uvoiAACCCDQggCnEUAAgSoXYEWnKn/BTA8BBBBAAAEEEEAgnQC9EKhWgZZWc/KfrVtjjTWqdfrMCwEEEEAAAQQQQAABBNpJYNVVV7XBgwfbP/7xj5KeeNttt9mOO+4Yry3pwpnszGUIIIAAAggggAAClS1AoFNlvz9GjwACCLSXAM9BAAEEEEAAgQoVaCnQidWcKvTFMmwEEEAAAQTaRoC7IoAAArMscMIJJ9gDDzxgG2ywQep7vfLKK7b77rvHFZ4ymUzq6+iIAAIIIIAAAgggUHsCBDq1yjvnJggggAACCCCAAAIIIIBA+Qk8+OCD9txzzzU7MEnWo0ePZs9zAgEEGgpQRwABBBBAAAEEEEgj0K1bNxs1apQddNBBabrX9zn77LPNr508eXJ9GwUEEEAAAQTaX4AnIoBAOQsQ6FTOb4exIYAAAggggAACCCBQSQKMtewEhg0bVnRM22+/va255ppF+3ASAQQQQAABBBBAAAEEEJgZgUUXXdQuv/zymOabb77Ut/D/YKN79+522WWXpb6Gju0swOMQQAABBBBAAIEOFCDQqQPxeTQCCCCAQG0JMFsEEEAAAQTaW6Cln61jNaf2fiM8DwEEEEAAAQRqQYA5IoBAoYCv6jRmzJi4UlPhmeZrn3zyiR1yyCF24IEH2kcffdR8R84ggAACCCCAAAII1JwAgU4198rLdsIMDAEEEEAAAQQQQAABBFpR4KGHHrJnn3226B179uxZ9DwnEUAAgTYQ4JYIIIAAAgggUIMCv/71r+2BBx6wE044oaTZX3XVVTFAasSIESVdR2cEEEAAAQQQ6HABBoBAmwkQ6NRmtNwYAQQQQAABBBBAAAEEEChVoPX6t7Sa03bbbWdrrbVW6z2QOyGAAAIIIIAAAggggAACLQj84x//sMGDB9vKK6/cQs/c6SeffNL8P9I444wzco2UEKh4ASaAAAIIIIAAAjMrQKDTzMpxHQIIIIAAAgi0vwBPRAABBBBILTBs2LCiff0vCop24CQCCCCAAAIIIIAAAh0lwHOrWmDXXXe1Bx980PbYY4/U88xkMnbyySfbgAED7MUXX0x9HR0RQAABBBBAAAEEqk+AQKfqe6fMqIYFmDoCCCCAAAIIIIAAAi7wyCOP2LRp07zYbOrRo0ez5ziBAAIIIFDeAowOAQQQO0nYVgAAEABJREFUQACBShdYccUV7ZZbbrGzzz67pKnccccd8afsbrrpppKuozMCCCCAAAIIIFCJAoy5aQECnZp2oRUBBBBAAAEEEEAAAQQQqFiBllZz2nbbbW2dddap2Pm1MHBOI4AAAggggAACCCCAQIUIHHvssXF1p4033jj1iN944w3be++9beDAgfbDDz+kvo6OCCBQdQJMCAEEEECgRgUIdKrRF8+0EUAAAQQQQKBWBZg3AgjUgsDw4cOLTpPVnIrycBIBBBBAAAEEEEAAgSoQqJwpbLfddjZy5Eg75JBDShr0eeedZzvssINNmDChpOvojAACCCCAAAIIIFDZAgQ6Vfb7Y/QIINDaAtwPAQQQQAABBBCocIHRo0fb008/XXQWPXv2LHqekwgggAACCFS9ABNEAAEEECgrgYUWWsguueQSu+qqq2yRRRZJPbYxY8ZY9+7d7eKLL059DR0RQAABBBBAAAEEKlugpECnyp4qo0cAAQQQQAABBBBAAAEEql+gpdWcunbtar/85S+rH4IZzpIAFyOAAAIIIIAAAggg0BECf/jDH+yRRx6xUlah/fLLL+3www+3/fbbz957772OGDbPRAABBCpWgIEjgAAClShAoFMlvjXGjAACCCCAAAIIINCRAjwbgbIWGDZsWNHxsZpTUR5OIoAAAggggAACCCCAQAcL/OpXvzL/3zUnnXRSSSO57rrrrFu3bnbvvfeWdF2RzpxCAAEEEEAAAQQQKEMBAp3K8KUwJAQQQKCyBRg9AggggAACCHSUwNixY+2pp54q+vhS/svoojfiJAIIIIAAAgjUuADTRwABBNpW4O9//7vdfvvttsYaa6R+0LRp06xPnz522mmnpb6GjggggAACCCCAAAKVJUCgU3u/L56HAAIIIIAAAggggAACCLSRgP9Xz8VuvfXWW5v/19HF+nAOAQRaSYDbIIAAAggggAACCMyyQP/+/W3kyJG21157lXSvU089NQY8PfvssyVdR2cEEEAAAQRKFuACBBBodwECndqdnAcigAACCCCAAAIIIIAAAm0jMHz48KI3ZjWnojycRAABBBBAAAEEEEAAgTIUWH755e3GG2+0c889t6TR+U/Y7bjjjnb99deXdB2dW1eAuyGAAAIIIIAAAq0tQKBTa4tyPwQQQAABBGZdgDsggAACCCBQssC4ceNs6tSpRa/r2bNn0fOcRAABBBBAAAEEEGhXAR6GAAIlCBxzzDE2evRo22yzzVJf9c4779i+++5rRxxxhH3zzTepr6MjAggggAACCCCAQPkKEOhUvu+GkTUrwAkEEEAAAQQQQAABBBBoKNDSak5bbbWVrbfeeg0vo44AAgiUsQBDQwABBBBAAAEECgW23nrr+FN2f/rTnwpPtFD717/+Zd26dbOxY8e20JPTCCCAAAIIIND+AjwRgdIECHQqzYveCCCAAAIIIIAAAggggEB5CDQYxbBhwxq0FFb52bpCD2oIIIAAAggggAACCCBQmQLzzz+/eeDStddea0suuWTqSYwfP978p+zOP//81NfQEYGyEGAQCCCAAAIIIFAgQKBTAQcVBBBAAAEEEKgWAeaBAAII1JKA/x/2U6ZMKTplAp2K8nASAQQQQAABBBBAoEIFGHbtCvhP0j300EPWq1ev1AgzZsww/wm8ffbZx958883U19ERAQQQQAABBBBAoHwECHQqn3fBSBBoTwGehQACCCCAAAIIIFBFAi2t5rTFFlvYBhtsUEUzZioIIIAAAikF6IYAAggggEBVC6yzzjp277332l/+8peS5nnjjTfGn7K78847S7qOzggggAACCCCAQJkK1NSwCHSqqdfNZBFAAAEEEEAAAQQQQKAaBYYPH150Wj179ix6vnZPMnMEEEAAAQQQQAABBBCoBoHTTjvN7r77bltrrbVST+eFF16w/v3728knn5z6GjoigEClCjBuBBBAAIFqEiDQqZreJnNBAAEEEEAAAQRaU4B7IYBARQhMmDDBJk+eXHSs/GxdUR5OIoAAAggggAACCCBQ2wJVMvs+ffrYyJEj7be//W1JMzrjjDPM/+OQp556qqTr6IwAAggggAACCCDQMQIEOnWMO09FAIEqEGAKCCCAAAIIIIBAOQi0tJrT5ptvbr/+9a/LYaiMAQEEEEAAgYoUYNAIIIAAApUj0KlTJ7v++uvtwgsvtDnmmCP1wP1/V3Xr1s2uvvrq1NfQEQEEEEAAAQQQQKBjBNoq0KljZsNTEUAAAQQQQAABBBBAAIEaExg2bFjRGbOaU1EeTs66AHdAAAEEEEAAAQQQQKDsBI444gh75JFHbMstt0w9tg8//NAOOOAAO/TQQ+3zzz9PfR0dEUAAgRoRYJoIIIBA2QgQ6FQ2r4KBIIAAAggggAACCFSfADNCoG0FHnvsMXv88ceLPsR/gqFoB04igAACCCCAAAIIIIAAAlUosMUWW8SfsjvyyCNLmt2ll15qvrrTQw89VMJ1dEUAAQQQQAABBBBoLwECndpLmucggAACCDQWoAUBBBBAAAEEZkmgpdWcNt10U9twww1n6RlcjAACCCCAAAIIzLIAN0AAAQQ6SGCeeeaxCy64wP773/9a586dU4/C/4OS7t2729lnn536GjoigAACCCCAAAIItI/AbO3zGJ4yMwJcgwACCCCAAAIIIIAAAggUExg+fHix08ZqTkV5OIlA2QgwEAQQQAABBBBAAIG2Fdhnn33i6k59+/ZN/aAff/zRjj/+eNtjjz3stddeS30dHRFAAAEEEGhOgHYEEGgdAQKdWseRuyCAAAIIIIAAAggggEDbCHDXZgSeeeYZ85+ua+Z0bO7Ro0fMOSCAAAIIIIAAAggggAACtS6w5ppr2l133WWnn356SRS33XZb/Cm7wYMHl3QdnUsW4AIEEEAAAQQQQCCVAIFOqZjohAACCCCAQLkKMC4EEEAAgVoVePDBB4tOfZNNNrGNN964aB9OIoAAAggggAACCFSKAONEAIHWEjjllFPsvvvus1/+8pepb/nKK6/Y7rvvbieccELqa+iIAAIIIIAAAggg0DYCBDq1jSt3LRcBxoEAAggggAACCCCAQJUKtBTotP3221fpzJkWAggg0IQATQgggAACCCCAQAkCO+20U/wpu/3226+Eq8zOOuss22GHHWzy5MklXUdnBBBAAAEEEGglAW6DQBAg0CkgsCOAAAIIIIAAAggggAAClSTw3nvvWUuBTtttt139lCgggAACCCCAAAIIIIAAAggUCiy99NL2n//8xy6++GKbd955C08Wqfn/FuvWrZtdfvnlRXpxCoGOEeCpCCCAAAII1IIAgU618JaZIwIIIIAAAggUE+AcAgggUHEC/n+sf/vtt82Oe8UVVzQCnZrl4QQCCCCAAAIIIIBAbQowawSaFDjssMPsoYcesq5duzZ5vqnGzz77zA4++GA78MAD7eOPP26qC20IIIAAAggggAACbSRAoFMbwXJbBKpHgJkggAACCCCAAAIIlJuABzoVG5MHOUkq1oVzCCCAAAIINBCgigACCCCAQO0KbLrppvGn7AYOHFgSwlVXXWW+utOIESNKuo7OCCCAAAIIIIBAxwlU/pMJdKr8d8gMEEAAAQQQQAABBBBAoIYEfvrpJ362riPeN89EAAEEEEAAAQQQQACBqhaYc8457f/+7//spptusi5duqSe69SpU61Hjx525plnpr6GjgggUMYCDA0BBBBAoOwFCHQq+1fEABFAAAEEEEAAgfIXYIQIINB+Ar6a0xtvvNHsA+eZZx5+tq5ZHU4ggAACCCCAAAIIIIDArAjUwrV77rlnXN2pf//+JU33pJNOsl122cVefPHFkq6jMwIIIIAAAggggEBpAgQ6leZFbwQQQGBmBLgGAQQQQAABBBBoNQEPdCp2M//ZumWXXbZYF84hgAACCCCAQNsIcFcEEEAAgSoRWH311e3222+3M844o6QZ+TX+U3Y333xzSdfRGQEEEEAAAQQQQCC9QBkEOqUfLD0RQAABBBBAAAEEEEAAgVoXSBPoVOtGzL9cBRgXAggggAACCCCAAAKVJfDnP//Zhg8fbuutt17qgfsKvHvttZcNHDjQfvjhh9TX0REBBBCoHgFmggACCLStAIFObevL3RFAAAEEEEAAAQQQSCdALwRSCEyZMsWeeOKJoj233377ouc5iQACCCCAAAIIIIAAAgggkF6ge/fu8afsDjjggPQXhZ7nnXee+epOEydODLW8nSICCCCAAAIIIIDALAkQ6DRLfFyMAAIIINBeAjwHAQQQQAABBMxaWs3p17/+dUn/pTGmCCCAAAIIIIBAuQkwHgQQQKAcBZZYYgm78sor7dJLL7WFFloo9RBHjx4dg50uvvji1NfQEQEEEEAAAQQQQKC4AIFOxX0q5SzjRAABBBBAAAEEEEAAgRoQeOihh4rOcrvttit6npMIIFDxAkwAAQQQQAABBBBAoAMFDj74YBs1apSVspLuV199ZYcffrjtv//+9t5773Xg6Hk0AggggEAFCTBUBBAoIkCgUxEcTiGAAAIIIIAAAggggEAlCVT3WN98880WV3Qi0Km6PwPMDgEEEEAAAQQQQAABBDpeYKONNoo/ZXfccceVNJhrr702ru503333lXQdnZsSoA0BBBBAAAEEalmAQKdafvvMHQEEEECgtgSYLQIIIIBARQv4z9b98MMPzc6hc+fORqBTszycQAABBBBAAAEEakeAmSKAQJsLSLKzzjrLbr31VltppZVSP2/atGnWu3dvO+2001JfQ0cEEEAAAQQQQACBQgECnQo9qNWwAFNHAAEEEEAAAQQQQKCcBTzQqdj4PMhprrnmKtaFcwgggAACZgYCAggggAACCCDQWgK77757XN1pt912K+mWp556qvXt29eee+65kq6jMwIIIIAAAgikF6Bn9QoQ6FS975aZIYAAAggggAACCCCAQJUIzJgxo71+tq5KxJgGAggggAACCCCAAAIIINA+Aqussorddttt9s9//rOkB95zzz22ww472PXXX1/SdXRGoJUEuA0CCCCAAAIVK0CgU8W+OgaOAAIIIIAAAu0vwBMRQACBjhHw1ZzefffdZh8+xxxz8LN1zepwAgEEEEAAAQQQQACBUgXoj0DpAscff3xc3WnDDTdMfbH/77x9993XjjzySPvmm29SX0dHBBBAAAEEEECglgUIdKrlt8/cEWhtAe6HAAIIIIAAAgiUucB3331nU6dOrbi0+OKL25gxY5pNo0ePto8//niW51Xmr4/hIYAAAgiUiwDjQAABBBBAAIEmBXyFppEjR9of//jHJs8313jRRRdZt27dbOzYsQVdvv/++1n+33mV+L+BO2LM06dPL7CnggACCCCAAAJmVqYIBDqV6YthWAgggAACCCCAAAIIINA2Aj///LNVWppzzjltvvnmazbNPffcszwnY2s1AW6EAAIIIIAAAggggAACtSuwyIwIIdEAABAASURBVCKL2GWXXWZXXHGFLbbYYqkhxo8fH4OdLrjggoJrKu1/v1bqeAvQqSCQUoBuCCCAAAIdI0CgU8e481QEEEAAAQQQQKBWBZg3AggggAACCCCAAAIIIIAAAghUv0DNz/DAAw+0UaNG2Y477pjawlchPvroo22fffaxt956K/V1dEQAAQQQQAABBGpJgECnWnrbzBUBBCpAgCEigAACCCCAAAIIIIAAAggggED1CzBDBBBAAIFaEFh//fVtxIgRduKJJ5Y03RtvvDGu7vTAAw+UdB2dEUAAAQQQQACBWhCorECnWngjzBEBBBBAAAEEEEAAAQQQQACBWhdg/ggggAACCCCAAAIIVJHAmWeeaUOGDLHVVlst9aymT59uf/zjH1P3pyMCCCBQkQIMGgEEEJgJAQKdZgKNSxBAAAEEEEAAAQQQ6EgBno0AAggggAACCCCAAAIIIIAAApUlsMsuu9jIkSPtN7/5TeqB0xEBBBBAAAEEEECgsQCBTo1N/p+9MwG0txr3//OQ5pJKRCndJCQaSEWTlEqlRITMCgmJKCW65mu83Ivr+nMHLq7xXkOUa44mVJIyT5FKokmD//e71vvu37v3mX+/c85v730+71nftZ7nWc9a73o/+/3lrOPdexOBAAQgAAEIQAACEIAABCAAAQhAYPwJcIUQgAAEIAABCEAAAhBYVAKbbbZZfPjDH443velNcbvb8X/RLSp8TgYBCCxlAlw7BCAwZgT4LWrMXlAuBwIQgAAEIAABCEAAAvNDgFkgAAEIQAACEIAABCAAAQhAAAIQWAgCxx9/fJx55pmx0047LcT0c5yTdAhAAAIQgAAEIDBaBHjQabReL1YLAQhAAALDQoB1QAACEIAABCAAAQhAAAIQgAAEIDD+BLhCCEAAAgtEYI899ihfZffc5z53gc7AtBCAAAQgAAEIQGA8CfCg03i+riv9qlgABCAAAQhAAAIQgAAEIAABCEAAAuNPgCuEAAQgAAEIQAACEFh+Auuss068613vin/913+NjTbaaPknYiQEIAABCEBggQkwPQSGiQAPOg3Tq8FaIAABCEAAAhCAAAQgAIFxIsC1QAACEIAABCAAAQhAAAIQgAAEZiTw9Kc/vXy603777TdjLglDSYBFQQACEIAABCCwiAR40GkRYXMqCEAAAhCAAAS6BLAhAAEIQAACEIAABCAAAQhAAAIQGH8CXCEEIDAbAttuu2187nOfi1e84hWzSScHAhCAAAQgAAEILFkCPOi0ZF96LnzoCbBACEAAAhCAAAQgAAEIQAACEIAABMafAFcIAQhAAAIQgAAEOgROO+20+NSnPhVbb711J4oJAQhAAAIQgMDIE+AC5o0ADzrNG0omggAEIAABCEAAAhCAAAQgAIH5JsB8EIAABCAAAQhAAAIQgAAElhqBgw8+uHyV3aMf/eildulc7xImwKVDAAIQgAAEZkuAB51mS4o8CEAAAhCAAAQgMHwEWBEEIAABCEAAAhCAAAQgAAEIQAAC40+AK1yCBDbZZJN461vfugSvnEuGAAQgAAEIQAAC0xPgQafp+dALAQiMNAEWDwEIQAACEIAABCAAAQhAAAIQgMD4E+AKIQABCEAAAhCAAAQgAAEIQAACEBh/AvUKedCpcqCGAAQgAAEIQAACEIAABCAAAQiMJwGuCgIQgAAEIAABCEAAAhCAAAQgAIHxJ8AVQgACEFgiBHjQaYm80FwmBCAAAQhAAAIQgMDkBIhCAAIQgAAEIAABCEAAAhCAAAQgMP4EuEIIQAACEIAABCAAgfEgwINO4/E6chUQgAAEFooA80IAAhCAAAQgAAEIQAACEIAABCAw/gS4QghAAAIQgAAEIAABCEAAAhCAwEgQ4EGnFXqZGAwBCEAAAhCAAAQgAAEIQAACEIDA+BPgCiEAAQhAAAIQgAAEIAABCEAAAhAYfwJcIQQgMAoEeNBpFF4l1ggBCEAAAhCAAAQgAIFhJjDCa7vxxhvjrW99axx11FF9evOb3xw33HDDvF3ZZOc57rjj4he/+MW8nYOJIAABCEAAAhCAAAQgAAEIQGD8CHzhC1/o26+2+9e3ve1t87pv7ZL71a9+FS95yUsmnPcNb3hDXHfddd1UbAhAAAIQgAAEILDoBG636GfkhBCAAAQgAIElRoDLhQAEIACB0SNw6aWXxle/+tX429/+NnqLZ8UQgAAEIAABCEAAAiuFACeFAAQgsBAEdt9999hqq60mTH3JJZfE1772tXnft/qNOp/85Cfj2muv7Tvn6quvHoceemistdZafXEcCEAAAhCAAAQgsNgEeNBpsYlzvkEC+BCAAAQgAAEIQAACEBhKAmeeeSafuDSUrwyLggAERpQAy4YABCAAAQhAAAIQWA4Ca6yxxqQPGPmNOWeccUb8+te/Xo5Zpx7yjW98Iy6++OIJCfvtt19sueWWE+IEIAABCEAAAgMEcCGw4AR40GnBEXMCCEAAAhCAAAQgAAEIQGAUCfjdq5/61KcW7KsA+pngQQACEIAABCAAAQhAAAIQgAAEJiew+eabxz777DOh0/tWf/qSP4VpQudyBPyVdaeffvqET4nyJ0r5k6UyczlmZUg/ATwIQAACEIAABFaUAA86rShBxkMAAhCAAAQgsPAEOAMEIACBlURgob4KYCVdDqeFAAQgAAEIQAACEIDAcBNgdRCAwKQEMjP8oJEfOBpM8Kcv+VOYBuNz9f2wlB+a8sNT3bHrrrtuPOYxjwl/slQ3jg0BCEAAAhCAAARWFgEedFpZ5DkvBOaRAFNBAAIQgAAEIAABCCwMgfarAH7xi18szAmYFQIQgAAEIDAHAqRCAAIQgAAEILB0CfhBo4MOOihWX331Pgjet/pTmPxpTH0dc3T8sJQfmuoOy8zYe++9Y7PNNuuGsSEAAQhAAAIQWGACTD89AR50mp4PvRCAAAQgAAEIQAACEIDAEifgd7N+5jOfCb+7dYmjGPbLZ30QgAAEIAABCEAAAhCAAATGmsCWW24Ze+2114Rr9L71f/7nf+Lmm2+e0DebgB+S8sNSfmiqm7/11lvHbrvtFpl8ZV2XC/ZKJ8ACIAABCEBgiRPgQaclfgNw+RCAAAQgAAEILBUCXCcEILAiBPyuVr+7dUXmYCwEIAABCEAAAhCAAAQgAIGFJ8AZxplAZv2EpS222GLCZV5wwQVx1llnTYjPFPCbevjKupko0Q8BCEAAAhCAwDAR4EGnYXo1WAsEILDyCHBmCEAAAhCAAAQg0BBYZZVVYrXVVmu82vhdrX53q9/lWiPUEIAABCAAAQiMJAEWDQEIQAACEBhxAmuttVYceuihk36F3Wc/+9m4/PLL53SFZ599dvjNPd1BmRkHHnhgbLrppt0wNgQgAAEIQAACEBgKArN60GkoVsoiIAABCEAAAhCAAAQgAAEILAIBP+TkPxr7j8fd0/mrAPwuV7/btRvHhsA4EeBaIAABCEAAAhCAAAQgAIHhJzDVV9hdc8014X3rbL/Czg9F+eEov7mne9Xbbrtt7Lzzzt0QNgQgMGYEuBwIQAACo0yAB51G+dVj7RCAAAQgAAEIQAACi0mAcy0hAptvvnnss88+E67Y73L1u10ndBCAAAQgAAEIQAACEIAABCAAgXEhMPTXkZmx5557TvqJS/4Ku/POO2/Ga/DDUH4oyg9HdZPXX3/9OOyww+IOd7hDN4wNAQhAAAIQgAAEhoYADzoNzUvBQiAAAQiMOgHWDwEIQAACEBgfApkZu+++e2y11VZ9F+V3ufrdrn7Xa1/HIju33npr+WqBD37wg3HKKafEMcccE0cddVSRbcfcd9FFF8Utt9yyyKvjdBCAAAQgAAEIjDcBrg4CEIAABIaBwLrrrhuPecxjJjyQ5H3rpz/96bjiiiumXeZZZ50Vfiiqm5SZcfDBB8dGG23UDc9o+5w/+9nP4qMf/Wiceuqpceyxx5b9qfepz3nOc+IVr3hFeI/qNw95PzvjhLNI+OMf/xhnnHFGvOENb4jjjz++dz6f87jjjivr8Hp++tOfxnydcxbLIgUCEIAABCAAgUUgwINOiwC5nIIKAhCAAAQgAAEIQAACEBgpAmussUYcdNBBsfrqq/et2+929bte/e7Xvo5FcPy1eZ/73OfKH3Hf/va3x7e+9a34/e9/H9212HbMff/4j/8Y/gPvJz7xifDYRVgip4AABCAAAQhAAAIQgAAEIACBRSKw9dZblzfpDJ7u6quvjs985jNTPuDjN+/4TTx+QKk7dpdddokHPehB3dC0tsefc8458fKXvzxe//rXx5lnnhme+6abbuqNu+222+IPf/hD2b96H+uHkr74xS/27WN7ybMwfvvb38Yb3/jGcs6Pfexj4QeZ/vznP/eNvO6668o6vB4/CHXCCSfEV77yleU+Z9/kOBCAAARaArQQgMBKI8CDTisNPSeGAAQgAAEIQAACEIDA0iMwale85ZZbxl577TVh2X7Xq9/9OqFjAQOXXXZZnHbaaeF35l5//fWzPpP/wHz66afHK1/5yrjkkktmPY5ECEAAAhCAAAQgAAEIQAACEBhuApkZ++6776RfYffd7343zj///AkX4E838kNO11xzTV+fP8Vp//33j9vf/vZ98amca6+9Nvzg0vve977wpysN5k3lez/78Y9/PF772teWh5GmyhuM+6Gq//u//yvjfvKTn4T9wZypfD8I9eEPfzje/OY3x5VXXjlVGnEIQAACEIAABEaEAA86jcgLxTIhAAEIQGBJEOAiIQABCEBgyAhkZuy9996xxRZb9K3Mf1D9/Oc/P+NXAfQNWk7H5/KnM/kPyCvyB1n/Efud73xneRet51zO5TAMAhCAAAQgAAEIQGDFCTADBCAAgXkjMNVX2N1yyy3hTwT2XrB7Mj/85IegurE73OEOceihh8aGG27YDU9p+1Ob3vSmN8UPf/jDKXNm6vAnM73tbW+Ln//85zOllv7vfe974Qek/CnGJbAclb9e713veldcddVVyzGaIRCAAAQgAAEIDAsBHnQalleCdcyCACkQgAAEIAABCEAAAhBYfAJrrbVW+Qo7/+G3e/aZvgqgm7sitv+Y+6EPfWjSj9i/053uVN69++IXv7h8dL8/vt+239HrvsHz+g/CnstzDvbhQwACEBgeAqwEAhCAAAQgAAEIQGAuBO5973uHv3ZucIwfJvrqV7/a+/QjP/Tkh5/8EFQ3d+edd45tt922G5rS9kNC733veyd948+aa64Zu+22Wxx77LHhr4zzHtWfLvzoRz867nrXu06Y0+v54Ac/OOODR1dccUV89KMfnbAvbs939NFHl0968vks74v9piX3D57UTL785S/3mAz240MAAhCAwGIS4FwQWD4CPOi0fNwYBQEIQAACEIAABCAAAQgsIQJbb7117L777hOu+Nxzz41zzjlnQny+ApP+MVeT+6Erv9vWX2Xndquttoo73vGORbYda/t2C2QnAAAQAElEQVScqyG94oed/uu//mtOXxHQG4wBAQhAAAIQgAAEIAABCEAAAkNH4Ha3u134a+fudre7TVjbV7/61fjlL39ZHuz50pe+FH7Qp5vkMY985CNn9ZV13k9+5CMfmTCHz7/nnnvG6173unjiE58Y97vf/WK99dYre1TPv99++8Wpp54az3nOc2Kdddbpnr7M9Z//+Z9x44039sW7ztlnnx1+s1E3tv3228drXvOacr7tttsuNthgg3I+7429L37sYx9b+p3XHWfbn2g1OJ/jQycWBAEIQAACEIDApARuN2mUIAQgAAEIQAACEBhRAiwbAhCAwEIQyMzyyUmbbrpp3/T+CrhPf/rTk76TtS9xOZzbbrstTj/99Al/zPUnTB111FFlPYMPMXVP4z5/spNzPabb53fNnnHGGeFzdOPYEIAABCAAAQhAAAIQGBUCrBMCEOgn4AeLDjnkkPBesNtz3XXXxWc/+9n4wQ9+EN/4xje6XSXXY/yQUF/HFM6FF15Y5ul2+3xPfvKT4/DDD4/VV1+929VnZ2Y88IEPDH/a0kYbbdTXd/HFF8dUnzx80003xY9//OO+fD88dcQRR8Rkn9jUTXT/kUceGX7wqRv3p1INztntx4YABCAAAQhAYLgJ8KDTcL8+rA4C802A+SAAAQhAAAIQgAAElpPAuuuuG495zGPKH4K7U/hdoJ/5zGfi1ltv7YZX2P7d734XF1xwQd88mRmPe9zj4v73v39ffDrHuU94whNilVVW6Uvz3D5HXxAHAhCAAATGhQDXAQEIQAACEIDAEiSwzTbbTPoVdn7I6f3vf/+ET03y1915zGxQ+ROX/OlQg19796hHPSr81XeZOZtpYuONNw4/pOQHpNoBfhOR577hhhvaUK/1ea+88sqeb2OzzTab8MlQjk+mNdZYo7xRaHBPfOmll06WTgwCEIAABCAwagSW5Hp50GlJvuxcNAQgAAEIQAACEIAABCCwPATufe97T/pHY3/s/fnnn788U0455qKLLoprr722r/++971v7LDDDn2x2Th+16y/OqCb67nne83d+YfbZnUQgAAEIAABCEAAAhCAAATGj4C/Qm6yr7Dzw0n+ZKfuFfsTi/2Qksd041PZv/nNb+LnP/95X7c/WWnXXXeNzNk95NQO9icseZ/a+m49v2V7Jv3xj3+c8NDWdGM22WST2HDDDeMud7lL7LjjjuHr3mmnnfiU4+mgjU0fFwIBCEAAAuNIgAedxvFV5ZogAAEIQAACEIDAihBgLAQgMCUB/wF4qj8a+1OdBt9lOuVEM3T4j9CXXXZZX1Zmloesuu967UuYxvGYhz70oRP++Oxz+N2x0wylCwIQgAAEIAABCEAAAhAYVwJc11gSWG+99eKggw6a8GnE3Yv1HtGfWOxPLu7Gp7N/8pOfTHi4yA8rrbPOOtMNm7Tv9re//YRPKvZX1PmTpwYH+OvwfE3d+I9+9KP4yle+Ev4kqG58KtvjX/WqV8WrX/3qeNaznhUHHnhg+To77/GnGkMcAhCAAAQgAIHhJcCDTsP72rAyCEBgSAmwLAhAAAIQgAAEljYB/4H0kEMOmfBH4yuuuCI+97nPzctX2Pnj+ge/Vs7n3XzzzZcb/j3ucY9Yf/31+8b//ve/j7/85S99MRwIQAACEIAABCoBaghAAAIQgMCoEth2223L18lNtf5HPOIRsfXWW0/VPSE+2Ztx/FVw/tTjCcmzDNz97nePtddeuy/717/+dfhc3eBqq60W/vSpbswPOH3yk5+M17/+9XHeeeeF99DdfmwIQAACEIAABMabwHw/6DTetLg6CEAAAhCAAAQgAAEIQAACIrDNNtuUT1eS2Ve+853vxHx8HdzVV18dg18r4I/ZX553yrYLXGONNWKjjTZq3dL6HbOD5ykdVBCYmQAZEIAABCAAAQhAAAIQgMCQEvAnJj3ykY8Mf7Xc4BK32GKL2HvvvSd84m9Mc/iTgL1P7aasuuqq5Y0+f/rTn2J55Ln8aU1uW/kcPlfrt+1DHvKQWGuttVq31/qr9N773vfGC1/4wjjppJPiox/9aFxyySUTHpbqDcCAAASWhwBjIAABCAwdgdsN3YpYEAQgAAEIQAACEIAABEaeABcw7gT88fb77rvvhD8a+52n/lSnq666aoUQ+N2ofgipO8kGG2wQ/kNyNzYX2++C9adCdcdcf/31cc0113RD2BCAAAQgAAEIQAACEIAABCAwawLDm+g95GabbTZhgdttt92kDw1NSOwEbr311hjco3o/+Y53vCNe+tKXLpdOO+20uPLKKztniXIOn6svKMefUOw9eGbKm7x4rjPPPDPe+ta3xjHHHBOnnnpqfP7znw9/+rI/AWryUUQhAAEIQAACEBhFAjzoNIqvGmuGAAQgMOoEWD8EIAABCEBgDAj4j8YHHXTQhK+w++1vfxtf+MIXyjtbl/cy/QdkPzTVHZ+Zc3rHbXcsNgQgAAEIQAACEFgpBDgpBCAAAQiMBQG/QcYPNi30xfgcPtfgeTKzfArVPvvsE37j0WD/oO8Hmy6//PL41Kc+FSeffHJ5EOtjH/tYeehpMBcfAhCAAAQgAIHRI8CDTkP4mrEkCEAAAhCAAAQgAAEIQGA0CGy77bax8847T1jsWWedFRdccMGEOAEIQAACXQLYEIAABCAAAQhAAAIQgMDsCPjr+A455JB40YteFP76vcyc3UBlXXvttXHGGWfEKaecEu9+97vDvsIUCEAAAotGgBNBAALzS4AHneaXJ7NBAAIQgAAEIAABCEAAAvNDYCRm8R9a/fH5G220Ud96b7755vjMZz4TK/oVdn2T4kAAAhCAAAQgAAEIQAACEIAABMaPwKyvKDNjq622ihNOOCFe97rXxaMf/ejYcMMNZz3en/T03e9+N970pjeFP/Fp1gNJhAAEIAABCEBgqAjwoNNQvRwsBgIQgAAEIDBbAuRBAAIQgMCwEPAfVf0VdqusskrfkvwVdqeffnrcdtttffHZOKuttloMzuc/yFqzGU8OBCAAAQhAAAIQgMC4EOA6IAABCKx8AquuuuqEPeq97nWveMc73hHvec975k1vectbYrPNNpvVBd/pTneK/fbbL17zmtfEm9/85nj2s58dO+ywQ3g/PdMEV1xxRXzoQx+KG264YaZU+iEAAQhAAAIQGEICPOg0hC8KS5oHAkwBAQhAAAIQgAAEIACBRSSw/fbbx0477TThjN/61rfioosumhCfKbDGGmtM+OOsPx3qr3/960xDp+y/8cYb449//GNf/1prrRXrrbdeXwwHAhCAwEgRYLEQgAAEIAABCEAAAgtOYM011ww/7NQ90dVXXz00Dwqtvfba5SEnP+zkh6/aB5+8V7/DHe7QXXbPvuyyy+IHP/hBz8eAAAQgAIEhJ8DyINAhwINOHRiYEIAABCAAAQhAAAIQgAAEloeAv8Ju//33j8m+wu6Tn/zkhAeMZjrH+uuvH34IqZt35ZVXxp///OduaEa7m/CXv/wlfv/733dDsfrqq8cd73jHvhgOBCAAAQhAAAIQgAAEIAABCECgS8B7R3+acTfmPab3qd3YsNjtg09HHXVUvP3tb48jjzxywpuJ/InJF154YbgdlnWvyDoYCwEIQAACEFhKBHjQaSm92lwrBCAAAQhAAAJdAtgQgAAE5pWA/+h7wAEHRGb2zeuvsPv85z8ft956a198Osef6HTXu961L8WfxvSTn/ykLzYX5+c//3lcc801fUPufOc7l4ed+oI4EIAABCAAAQhAAAIQGC8CXA0EILCCBPx1cBtvvHHfLDfddFNccsklfbG5ON7fHn/88XHiiSfGu9/97vjIRz4SF1xwQdx88829afwQkr9m7pvf/Gb8x3/8R7z2ta+NV77ylTGXB6z8xqRdd901jjjiiAn7de+RfR29E2JAAAIQgAAEIDASBHjQaSReJhYJgZVBgHNCAAIQgAAEIAABCMyVwIMe9KDYcccdJww7++yz46c//emE+FSBVVZZJe51r3tN6PZX4fkr6CZ0zBDwH4o91n8k7qZuscUWPOjUBYINAQhAYEkS4KIhAAEIQAACEIDAzATuc5/7THhQ6Nxzz53zJxj7TLfddlt4j+pPLb7qqqviu9/9bnz5y1+Ob3/72+EHk5xjZWacfvrp8W//9m/x9a9/PX7xi1+UTyr2G4rcPxf5QS1/Bd9cxpALAQhAAAIQGC8C43M1POg0Pq8lVwIBCEAAAhCAAAQgAAEIrGQC/oPsQQcdFP7que5S/IDRXD7RyWO32WabWHfddW329KMf/Sj80FQvMEvjvPPOi4svvrgv21894HP0BXEmEiACAQhAAAIQgAAEIAABCEAAAnHPe94z/LBQF8Xll18eZ5xxRnjP243PZPvTnPyQVDcvM2P77beP292u//+63Gqrrbpp5VzeF891j+1JBte56qqrht9o5D4EgQABBCAAAQiMDIH+3xZGZtksFAIQgAAEIAABCEBgGAiwBghAYCKBjTbaKA4++OAJ73SdmDl9xF9dt+222/Yl+Y+y//3f/x3nn39+X3w658ILL4yPfvSj5Y/B3bx73/vecY973KMbwoYABCAAAQhAAAIQgAAEIDApAYIQWGeddWK33XabAMKfxPTFL35xwp5zQmIT8Cc4fehDH4rBTyv2g1T+1KgmrddsueWWscEGG/R8G/4EKO+LvUe2P5P8UNQ3vvGNuP766/tSN9tsMx506iOCAwEIQAACEBgNAjzoNBqvE6uEAARGkwCrhgAEIAABCEBgiRLYYYcdYvAhpbmi8LtY99133wmfDnXTTTfF+9///vLx/f5KuqnmdZ8/4v8973lPXHfddX1p/qSoAw88MO5whzv0xXEgAAEIQAACEFguAgyCAAQgAAEILAkCD37wg2OLLbbou1Z/Dd0nP/nJ+OAHPzhh79lN9ENJl1xySbzlLW+Jwa+e86cq7bXXXrHWWmt1hxTbn5i83XbbFbutbrnllnI+P2DlvW8bn6x1/yc+8Yny1Xfdfu+L/QlS3Rg2BCAAAQhAAAKjQWAlPug0GoBYJQQgAAEIQAACEIAABCAAgbkS8ANEhxxySKy33npzHdqX70+HetzjHjfhgaT2D7UvfelL42Mf+1hceuml8ac//anItv+Ie/LJJ4db53Yn9dqOOOKI2HTTTbthbAgsIAGmhgAEIAABCEAAAhCAAATGgYAfRDr88MPDDwl1r8cPMZ111llxwgknxL/8y7/EOeecE1dccUXZo7p13xvf+MZ429veFldeeWV3aLF32WWX8rV1xRmoMjP23HPP8P642+W9rve87d734osvjmuuuaac8xq1P/jBD8qnG7t/sq/Xe+hDHzrhq/i682NDAALLQ4AxEIAABBaHAA86LQ5nzgIBCEAAAhCAAAQgAIHJCRAdWwIbb7xxHHDAASv8FXYPfOADww8m+QGlQVj+2H3/wfbNb35z+KEny7Y/yemPf/zjBoP3TwAAEABJREFUYHp5YOoxj3lMeM4JnQQgAAEIQAACEIAABCAAAQhAYOEIjMnMm2++eTzjGc+Y8LCTL88PH5177rnxvve9L/yAkfeobj/wgQ/ET3/600m/3m7HHXeMQw89NG5/+9t7ikm14YYblpzJ9sXe+3oP/Pa3v708aOVz+oGrd7zjHXHmmWeG+wcn9Vfk7bPPPiu8Xx+cFx8CEIAABCAAgcUhwINOi8OZs0AAAhCAwHISYBgEIAABCEBglAnsvPPOK/wVdpkZfnfrMcccs0KfELXeeuvF8573vNhjjz34Y+4o31SsHQIQgAAEIDCmBLgsCEAAAhAYHQJbb711HHfccXG3u91tuRedmbH33nvHU5/61FhjjTVmnMdfX3fUUUdN+vV2Mw5uEjIzdt111zj66KNndc5mGA0EIAABCEAAAkNGgAedhuwFmeNySIcABCAAAQhAAAIQgAAEhpiA32164IEHTvpO17ku239IftWrXhX77rtvrLbaarMevuaaa8bBBx8cHut3rWbmrMeSCAEIDA0BFgIBCEAAAhCAAAQgAIGhIuBPMT7xxBPjCU94QtzpTnea09o233zz8qDUYYcdVj55eLaD73//+5dPinrQgx4Ut7vd3P4vTj+U9cIXvjCe/OQnx+qrrz7bU5IHAQhAYLEJcD4IQGAWBOb2W8AsJiQFAhCAAAQgAAEIQAACEIDA4hIY7rNtuumm5eGkzBV/wMh/jPVH+r/lLW+J5z//+eWTnu5yl7v0/WHYD1f5D84Pf/jD40UvelH8wz/8Q+y///78IXe4bxNWBwEIQAACEIAABCAAAQhAYOQIeP+5xx57xOte97p42cteVj6habPNNpvwqUvrrLNObLHFFvHYxz42XvOa15Tcrbbaajk+bTjKQ1XPfOYzy173aU97Wuywww6xwQYb9O2LDXLwnKecckpsvfXWy3VOz4cgAAEIQAACEBgeAjzoNDyvBSuBAAQgAAEILAwBZoUABCAAgSkJ+MEhPwz0nve8J1r5ISL/YXbKQcvR4Y/jf/e73907h8+1IudZZZVVYptttomnPOUp8epXvzre+c539ua2feqpp8bjHve48kfc29/+9suxYoZAAAIQgAAEIAABCIwcARYMAQhAYICAvxbO+8+u9tlnn4GsFXczM+55z3uWB5n8KU/e73bP6TfgnHDCCeVBqA033HBeHjZaa6214iEPeUg8+9nPjte+9rV9+2KfeyHOueKkmAECEIAABCAAgfkgwINO80GROUaaAIuHAAQgAAEIQAACEIAABCAAAQhAYPwJcIUQgAAEIAABCEAAAhCAAAQgAAEIjD8BrnD8CfCg0/i/xlwhBCAAAQhAAAIQgAAEIACBmQjQDwEIQAACEIAABCAAAQhAAAIQgMD4E+AKIQABCEAAAiNPgAedRv4l5AIgAAEIQAACEFh4ApwBAhCAAAQgAAEIQAACEIAABCAAgfEnwBVCAAIQgAAEIAABCEAAAsNOgAedhv0VYn0QGAUCrBECEIAABCAAAQhAAAIQgAAEIACB8SfAFUIAAhCAAAQgAAEIQAACEIAABCAw/gSG/Ap50GnIXyCWBwEIQAACEIAABCAAAQhAAAKjQYBVQgACEIAABCAAAQhAAAIQgAAEIDD+BLhCCEAAAhBYuQR40Gnl8ufsEIAABCAAAQhAYKkQ4DohAAEIQAACEIAABCAAAQhAAAIQGH8CXCEEIAABCEAAAhCAAAQWlAAPOi0oXiaHAAQgMFsC5EEAAhCAAAQgAAEIQAACEIAABCAw/gS4QghAAAIQgAAEIAABCEAAAhCAAARWhMBoPOi0IlfIWAhAAAIQgAAEIAABCEAAAhCAAARGgwCrhAAEIAABCEAAAhCAAAQgAAEIQGD8CXCFEIAABFaAAA86rQA8hkIAAhCAAAQgAAEIQGAxCXAuCEAAAhCAAAQgAAEIQAACEIAABMafAFcIAQhAAAIQgAAEIDA1AR50mpoNPRCAAAQgMFoEWC0EIAABCEAAAhCAAAQgAAEIQAAC40+AK4QABCAAAQhAAAIQgAAEIACBJUyAB52WzIvPhUIAAhCAAAQgAAEIQAACEIAABCAw/gS4QghAAAIQgAAEIAABCEAAAhCAAATGnwBXCIGlS4AHnZbua8+VQwACEIAABCAAAQhAYOkR4IohAAEIQAACEIAABCAAAQhAAAIQGH8CXCEEIAABCEAAAmNLgAedxval5cIgAAEIQAACcyfACAhAAAIQgAAEIAABCEAAAhCAAATGnwBXCAEIQAACEIAABCAAAQhAYFQJ8KDTqL5yrHtlEOCcEIAABCAAAQhAAAIQgAAEIAABCIw/Aa4QAhCAAAQgAAEIQAACEIAABCAAgfEnwBWOKAEedBrRF45lQwACEIAABCAAAQhAAAIQWDkEOCsEIAABCEAAAhCAAAQgAAEIQAAC40+AK4QABCAAAQgMJwEedBrO14VVQQACEIAABCAwqgRYNwQgAAEIQAACEIAABCAAAQhAAALjT4ArhAAEIAABCEAAAhCAAARWCgEedFop2DkpBJYuAa4cAhCAAAQgAAEIQAACEIAABCAAgfEnwBVCAAIQgAAEIAABCEAAAhCAAAQgMP4EVsYV8qDTyqDOOSEAAQhAAAIQgAAEIAABCEBgKRPg2iEAAQhAAAIQgAAEIAABCEAAAhAYfwJcIQQgAAEILAABHnRaAKhMCQEIQAACEIAABCCwIgQYCwEIQAACEIAABCAAAQhAAAIQgMD4E+AKIQABCEAAAhCAAAQgMHcCPOg0d2aMgAAEILByCXB2CEAAAhCAAAQgAAEIQAACEIAABMafAFcIAQhAAAIQgAAEIAABCEAAAhCAwAQCY/eg04QrJAABCEAAAhCAAAQgAAEIQAACEIDA2BHggiAAAQhAAAIQgAAEIAABCEAAAhAYfwJcIQQgAIFBAjzoNEgEHwIQgAAEIAABCEAAAqNPgCuAAAQgAAEIQAACEIAABCAAAQhAYPwJcIUQgAAEIAABCEBgyRHgQacl95JzwRCAAAQgEAEDCEAAAhBYygTufOc7x8rSaqutFh//+Men1Omnn77S1rbBBhss5duCa4cABCAAAQhAYCwJcFEQgAAERp/Aytq/zva8a6yxxpR7XO9/V+Y+d7bX4Lw111xz9G8WrgACEIAABCCwRAjwoNMSeaHndJkkQwACEIAABCAAAQhAYEwJ+EGje9zjHrGytMoqq8TrXve6KfWBD3xgpa3NTMb0ZeeyIACBqQgQhwAEIAABCEAAAhAYagKrrrrqSt0jep84G023z33ta187Etfg6xzqm4HFQQACEFgRAoyFwJgR4EGnMXtBuRwIQAACEIAABCAAAQhAYH4ILMQsN95447TTrr766tP20wkBCEAAAhCAAAQgAAEIQAACEBgmAmuvvfa0y7nuuuum7R+GTtYAAQhAAAIQgMBoEeBBp9F6vVgtBCAAAQhAYFgIsA4IQAACEFgOAjfddNO0o3jQaVo8dEIAAhCAAAQgAAEILD4BzggBCEAAAhCAAAQgAAEIQGCoCPCg01C9HCxmfAhwJRCAAAQgAAEIQAACEJhIgE90msiECAQgAIHRJsDqIQABCEAAAhCAAAQgAAEIQAACEBh/AlzhMBHgQadhejVYCwQgAAEIQAACEIAABCAw1gRmetBptdVWG6/r52ogAAEIQAACEIAABCAAAQhAAAIQGH8CXCEEIAABCEBgEQnwoNMiwuZUEIAABCAAAQhAoEsAGwIQWHoE+Oq6pfeac8UQgAAEIAABCEAAAhCAAAQgAAEIQAACEIAABCAwfwR40Gn+WDITBCAwvwSYDQIQgAAEIAABCIwdgZk+0Wn11Vcfu2vmgiAAAQhAAAIzEKAbAhCAAAQgAAEIQAACEIAABCAAgfEnMG9XyINO84aSiSAAAQhAAAIQgAAEIAABCExPgAedpudD72QEiEEAAhCAAAQgAAEIQAACEIAABCAw/gS4QghAAAIQmC0BHnSaLSnyIAABCEAAAhCAAASGjwArgsCIEeCr60bsBWO5EIAABCAAAQhAAAIQgMBwEGAVEIAABCAAAQhAAAIQaAjwoFMDggYCEIDAOBLgmiAAAQhAAAIQGC4CM32i02qrrTZcC2Y1EIAABCAAAQiMBAEWCQEIQAACEIAABCAAAQhAAAIQWCoElvKDTkvlNeY6IQABCEAAAhCAAAQgAIEhITDTg06rr776kKyUZUBgrAhwMRCAAAQgAAEIQAACEIAABCAAAQiMPwGuEAIQWCIEeNBpibzQXCYEIAABCEAAAhCAAAQmJ0B0MQnw1XWLSZtzQQACEIAABCAAAQhAAAIQgMAyAlgQgAAEIAABCEBgPAjwoNN4vI5cBQQgAAEILBQB5oUABCAAAQjMIwE+0WkeYTIVBCAAAQhAAAIQmE8CzAUBCEAAAhCAAAQgAAEIQAACI0GAB51G4mUa3kWyMghAAAIQgAAEIAABCEBg9gR40Gn2rMiEAASGiwCrgQAEIAABCEAAAhCAAAQgAAEIQGD8CXCFEBgFAjzoNAqvEmuEAAQgAAEIQAACEIAABIaZwKzXNtNX16222mqznotECEAAAhCAAAQgAAEIQAACEIAABBaVACeDAAQgAAEIQGAICPCg0xC8CCwBAhCAAAQgMN4EuDoIQAACEGgJ8IlOLQlaCEAAAhCAAAQgAIHxI8AVQQACEIAABCAAAQhAAAIQWHgCPOi08Iw5AwSmJ0AvBCAAAQhAAAIQgMCSIcCDTkvmpeZCIQABCEwkQAQCEIAABCAAAQhAAAIQgAAEIACB8SfAFS44AR50WnDEnAACEIAABCAAAQhAAAIQgEAlMNNX162++uo1cQnWXDIEIAABCEAAAhCAAAQgAAEIQAAC40+AK4QABCAAAQisKAEedFpRgoyHAAQgAAEIQAACC0+AM0AAAmNCgE90GpMXksuAAAQgAAEIQAACEIDAwhBgVghAAAIQgAAEIAABCEBgBgI86DQDILohAIFRIMAaIQABCEAAAhCAwGgQmOlBp9VWW200LoRVQgACEIAABFYKAU4KAQhAAAIQgAAEIAABCEAAAhCAwPgTmP4KedBpej70QgACEIAABCAAAQhAAAIQmDcCN99887RzrbrqqtP20wmBaQnQCQEIQAACEIAABCAAAQhAAAIQgMD4E+AKIQABCCxxAjzotMRvAC4fAhCAAAQgAAEILBUCXCcEIAABCEAAAhCAAAQgAAEIQAAC40+AK4QABCAAAQhAAAIQGG8CPOg03q8vVwcBCEBgtgTIgwAEIAABCEAAAhCAAAQgAAEIQGD8CXCFEIAABCAAAQhAAAIQgAAEIACBkSbAg06zevlIggAEIAABCEAAAhCAAAQgAAEIQGD8CXCFEIAABCAAAQhAAAIQgAAEIAABCIw/Aa4QAhAYZQI86DTKrx5rhwAEIAABCEAAAhCAwGIS4FwQgAAEIAABCEAAAhCAANpKgEcAABAASURBVAQgAAEIjD8BrhACEIAABCAAAQgMMQEedBriF4elQQACEIDAaBFgtRCAAAQgAAEIQAACEIAABCAAAQiMPwGuEAIQgAAEIAABCEAAAhCAAARWHgEedFp57JfambleCEAAAhCAAAQgAAEIQAACEIAABMafAFcIAQhAAAIQgAAEIAABCEAAAhCAwPgT4AohsNII8KDTSkPPiSEAAQhAAAIQgAAEIACBpUeAK4YABCAAAQhAAAIQgAAEIAABCEBg/AlwhRCAAAQgAAEILBQBHnRaKLLMCwEIQAACEIDA3AkwAgIQgAAEIAABCEAAAhCAAAQgAIHxJ8AVQgACEIAABCAAAQhAAAIQWE4CPOi0nOAYBoGVQYBzQgACEIAABCAAAQhAAAIQgAAEIDD+BLhCCEAAAhCAAAQgAAEIQAACEIAABMafAFe4fAR40Gn5uDEKAhCAAAQgAAEIQAACEIAABFYOAc4KAQhAAAIQgAAEIAABCEAAAhCAwPgT4AohAAEIQAACkxLgQadJsRCEAAQgAAEIQAACo0qAdUMAAhCAAAQgAAEIQAACEIAABCAw/gS4QghAAAIQgAAEIAABCCxNAjzotDRfd64aAkuXAFcOAQhAAAIQgAAEIAABCEAAAhCAwPgT4AohAAEIQAACEIAABCAAAQhAAAIQGEsCfQ86jeUVclEQgAAEIAABCEAAAhCAAAQgAAEI9BHAgQAEIAABCEAAAhCAAAQgAAEIQGD8CXCFEIAABMaRAA86jeOryjVBAAIQgAAEIAABCKwIAcZCAAIQgAAEIAABCEAAAhCAAAQgMP4EuEIIQAACEIAABCAAgREkwINOI/iisWQIQAACK5cAZ4cABCAAAQhAAAIQgAAEIAABCEBg/AlwhRCAAAQgAAEIQAACEIAABCAAgeEjwINO8/2aMB8EIAABCEAAAhCAAAQgAAEIQAAC40+AK4QABCAAAQhAAAIQgAAEIAABCEBg/AlwhRCAwNAR4EGnoXtJWBAEIAABCEAAAhCAAARGnwBXAAEIQAACEIAABCAAAQhAAAIQgMD4E+AKIQABCEAAAhCAwGIT4EGnxSbO+SAAAQhAAAIRMIAABCAAAQhAAAIQgAAEIAABCEBg/AlwhRCAAAQgAAEIQAACEIAABCAwzwR40GmegTLdfBBgDghAAAIQgAAEIAABCEAAAhCAAATGnwBXCAEIQAACEIAABCAAAQhAAAIQgMD4E+AKITC/BHjQaX55MhsEIAABCEAAAhCAAAQgAIH5IcAsEIAABCAAAQhAAAIQgAAEIAABCIw/Aa4QAhCAAAQgAIE5EeBBpznhIhkCEIAABCAAgWEhwDogAAEILDSBhz/84XHf+953XnX22WdPu+ynPvWp83o+r/9zn/vctOekEwIQgAAEIAABCEAAAsNMgLVBAALzR+Dyyy+f9z2n950zrdA5860rr7xyptPSDwEIQAACEIDAmBLgQacxfWG5rCVPAAAQgAAEIAABCEAAAitI4O///u/jhz/84bzq+uuvn3ZVv/jFL+b1fA9+8INj//33n/acdEIAAhCAwEgTYPEQgAAEIAABCEBg1gQ23njjOOqoo+Z13+l980wLcM586nnPe15suOGGM52WfghAAAIQgMA4EeBaOgR40KkDAxMCEIAABCAAAQhAAAIQgEBLYOedd44XvvCFrTty7RprrBF+WGvkFj6vC2YyCEAAAhCAAAQgAAEIQAACEOgSeMELXhC77LJLNzRS9m677RZ+0GmkFs1iF4EAp4AABCAAgaVEgAedltKrzbVCAAIQgAAEIACBLgFsCEBgRgJ+UOhud7vbjHnDmOC1b7LJJsO4NNYEAQhAAAIQgAAEIAABCCwmAc4FgQEC3i8OhEbGHeW1jwxkFgoBCEAAAhAYcgI86DTkLxDLgwAEVh4BzgwBCEAAAhCAAATWWmutkfxUJH9l3XHHHccLCAEIQAACEIDALAiQAgEIQAACEFhqBPbcc884+uijR+6yjznmmHjYwx42cutmwRCAAAQgAAEIzC+B5X3QaX5XwWwQgAAEIAABCEAAAhCAAASGlMDTnva02HfffYd0dZMvi3e4Ts6F6HIRYBAEIAABCEAAAhCAAAQgMIYEvG9cf/31R+bKNtpoo5F8I9LIAGahEIiAAQQgAIGRIcCDTiPzUrFQCEAAAhCAAAQgAIHhI8CKlgoB/wF4VK71mc98ZjziEY8YleWyTghAAAIQgAAEIAABCEAAAiNAYPyWuMEGG4zUg0Pel9/xjnccvxeCK4IABCAAAQhAYM4EeNBpzsgYAAEIQAACsyZAIgQgAAEIQGBMCOy4447xkpe8ZOivZt111x2pP1QPPVAWCAEIQAACEIDA7AiQBQEIQAACI0ngOc95Tuy+++5Dv/a99947nvWsZw39OlkgBCAAAQhAAAKLQ4AHnRaH86RnIQgBCEAAAhCAAAQgAAEIjA4Bv3t0s802G+oFe413uctdhnqNLA4CS5EA1wwBCEAAAhCAAAQgAIFhJeB95LCurV3XKKyxXSstBCCwtAlw9RCAwOIQ4EGnxeHMWSAAAQhAAAIQgAAEIACByQmMTHTVVVcd6k9LeuhDHxrPf/7zR4YnC4UABCAAAQhAAAIQgAAEIACBlU9gEfeSy3Wxxx13XOy0007LNZZBEIAABCAAAQiMJwEedBrP15WrggAEIACBsSHAhUAAAhCAwDAReNKTnhQHHnjgMC2ptxbe4dpDgQEBCEAAAhCAAARGkABLhgAEILDyCHg/OYyfDnz3u999qN9wtPJeMc4MAQhAAAIQWNoEeNBpab/+o3/1XAEEIAABCEAAAhCAAAQWmYD/ALzIp5zxdM997nNj9913nzGPBAhAAAIjS4CFQwACEIAABCAAAQgsGIF11113KB8o8v57jTXWWLDrZmIIQAACEBhCAiwJArMgwINOs4BECgQgAAEIQAACEIAABCAAgZbAtttuGyeddFLrrvR2gw02CP/xd6UvhAVAAAIQgAAEIAABCEAAAhCAwMgSeOYznxmPeMQjhmb9++23Xzz1qU8dmvUMy0JYBwQgAAEIQAACETzoxF0AAQhAAAIQgMC4E+D6IAABCMw7AT9YdK973Wve512eCb2WO93pTsszlDEQgAAEIAABCEAAAhAYJwJcCwQgsIIEvL9cwSnmbfgwrWXeLoqJIAABCEAAAhCYFwI86DQvGJkEAqNMgLVDAAIQgAAEIAABCCwPgWH4o+uee+4ZRx999PIsnzEQgAAEILDkCHDBEIAABCAAAQhAYHoCD37wg+PFL37x9EmL0HvCCSfE9ttvvwhn4hQQgAAEIACBcSQw/tfEg07j/xpzhRCAAAQgAAEIQAACEIDAAhB43OMeF4ceeugCzDz7KYfhYavZr3bIM1keBCAAAQhAAAIQgAAEIAABCIT3mZtssslKI3HPe96zrGGlLYATjz8BrhACEIAABEaeAA86jfxLyAVAAAIQgAAEIACBhSfAGSAAgckJ+A/Ak/csfPQFL3hB7LLLLgt/Is4AAQhAAAIQgAAEIAABCCwZAlwoBFZfffWV+qCR99mrrLIKLwQEIAABCEAAAhCYkgAPOk2Jhg4IQAACsyZAIgQgAAEIQAACS5TAfe5znzj11FMX/eo33njjlfqH50W/YE4IAQhAAAIQGA4CrAICEIAABCCwJAg85SlPif3333/Rr/Xggw+OI444YtHPywkhAAEIQAACEBgtAovwoNNoAWG1EIAABCAAAQhAAAIQgAAE5kLgla98Zdz3vvedy5AVzvU7XNdee+0VnocJIDC/BJgNAhCAAAQgAAEIQAACEBgXAt53Lva1rIxzLvY1cj4IjAcBrgICEIDAyiXAg04rlz9nhwAEIAABCEAAAhBYKgS4zrEmsJh/jN13333j6U9/+ljz5OIgAAEIQAACEIAABCAAAQiMLIExWfh2220XL3vZyxbtak4++eTYZpttFu18nAgCEIAABCAAgdElwINOo/vasXIIQAACY0WAi4EABCAAAQiMMoFDDjkkHv/4xy/KJSzmQ1WLckGcBAIQgAAEIACBJUWAi4UABCAAgdEh4P3nFltsseALvve97x2vfvWrF/w8nAACEIAABCAAgfEgwINOo/E6skoIQAACEIAABCAAAQhAYMgJ+A/At7vdwm6xjj/++Nhxxx2HnATLgwAEVoAAQyEAAQhAAAIQgAAEIDA0BG5/+9uH97oLvaDFOMdCXwPzQwACEJgjAdIhAIEVILCwf4VfgYUxFAIQgAAEIAABCEAAAhCAQD+B4fb+7u/+bkH/AHyPe9xjQecfbrqsDgIQgAAEIAABCEAAAhCAAARWBoEnPOEJ8ehHP3rBTn3YYYeF1X8CPAhAAAIQgAAEIDA1AR50mpoNPRCAAAQgAIHRIsBqIQABCEBgpRN4+ctfHg984AMXZB1+h+tqq622IHMzKQQgAAEIQAACEIDACBFgqRCAAAQWmYD3owt1yoWce6HWzLwQgAAEIAABCKxcAjzotHL5c/ZFJMCpIAABCEAAAhCAAAQgsBgEFuKPtI961KPiyU9+8mIsn3NAAAIQGHkCXAAEIAABCEAAAhCAwPwSuN/97hennHLK/E6q2V796lfHve99b1kUCEAAAhCAwNwJMGLpEuBBp6X72nPlEIAABCAAAQhAAAIQgMACEDjggAPiyCOPnNeZ5/HhqXldF5NBAAIQgAAEIAABCEAAAhCAwNIg8KpXvWpeH0raZptt4uSTT14a8FbOVXJWCEAAAhCAwNgS4EGnsX1puTAIQAACEIAABOZOgBEQgAAE5oeAH0yar6+ZO/HEE+MBD3jA/CyMWSAAAQhAAAIQgAAEIACBiAACBCCwPAS8112ecZONmc+5JpufGAQgAAEIQAAC40uAB53G97XlyiAw/wSYEQIQgAAEIAABCEBgVgQ23XTTmI8/2m655ZbzMs+sFk0SBCAAAQhAoCVACwEIQAACEIAABCYhcNhhh8VjH/vYSXrmFjriiCPi4IMPntsgsiEAAQhAAAIQmH8CIzojDzqN6AvHsiEAAQhAAAIQgAAEIACB4SZw/PHHx4Me9KAVWqQflsrMFZqDwfNPgBkhAAEIQAACEIAABCAAAQgsVQLep67Ita+yyiq8oWdFADJ2UQlwMghAAAIQGE4CPOg0nK8Lq4IABCAAAQhAAAKjSoB1QwACHQIr8gfgQw89NA4//PDObJgQgAAEIAABCEAAAhCAAASGhgALWaIEttpqqzjttNOW++q9T77nPe+53OMZCAEIQAACEIAABHjQiXsAAhCAwKIS4GQQgAAEIAABCCwlAvvss0884xnPWK5L9h9/l2sggyAAAQhAAAIQGAICLAECEIAABCAwvgRe8YpXxP3vf/85X+D2228fJ5xwwpzHMQACEIAABCAAAQh0CQzXg07dlWFDAAIQgAAEIAABCEAAAhAYAwJ+YGmdddaZ05W88pWvjPvc5z4msE+iAAAQAElEQVRzGkMyBEaKAIuFAAQgAAEIQAACEIAABEaagPe6c72A5Rkz13OQDwEIDBkBlgMBCEBgAQjwoNMCQGVKCEAAAhCAAAQgAAEIrAgBxo4Xgbve9a4xlz/m+gGnU089dbwgcDUQgAAEIAABCEAAAhCAAAQgMIHAKAcOOuigeOITnzjrS3jKU54S++2336zzSYQABCAAAQhAAAJTEeBBp6nIEIcABCAAgWElwLogAAEIQAACI0fg2GOPjV133XVW657LQ1GzmpAkCEAAAhCAAAQgMJoEWDUEIAABCAw5Ae9fV1lllRlXucYaa8RrXvOaGfNIgAAEIAABCEAAArMhwINOs6E0UjksFgIQgAAEIAABCEAAAhAYRgL+A/BM6zr88MPj0EMPnSmNfghAAAIRAQQIQAACEIAABCAAAQisXAKbb775rD7B2Pvhu9/97it3sZwdAhCAwMgSYOEQgMAgAR50GiSCDwEIQAACEIAABCAAAQiMPoEhvII99tgjnvOc50y5ssyc1R+Ip5yADghAAAIQgAAEIAABCEAAAhCAwCITOOGEE2L77bef8qw77bRTHHfccVP2r3AHE0AAAhCAAAQgsOQI8KDTknvJuWAIQAACEIBABAwgAAEIQGDlEPC7WNdff/1JT+6+LbfcctI+ghCAAAQgAAEIQAACEFgeAoyBAAQgsBgEvJ+d6jzT9U01hjgEIAABCEAAAhCYjgAPOk1Hh76lSoDrhgAEIAABCEAAAhCAwIIQ8ENOk/2R9wEPeECceOKJC3JOJoUABCAAgSkJ0AEBCEAAAhCAAAQgMA8E9ttvv3jqU586YaZnPetZsffee0+IE4AABCAAAQgsMgFON2YEeNBpzF5QLgcCEIAABCAAAQhAAAIQGG4C/vq6PfbYo2+Rkz381JewUhxOCgEIQAACEIAABCAAAQhAAAIQmB0B72vXXHPNXvId73hHvp69R2PYDdYHAQhAAAIQGC0CPOg0Wq8Xq4UABCAAAQgsGIG//e1vgebAAF7cL9wD3AMrcA+cdtppvf+eP+lJT4oDDjgAnivAk//94n+/uAe4B+Z6D/T+I4wBAQj0CMz13xH5/Ld3ydwD/J7KXoV7YFb3wN3udrfo7nVt3/nOd57VWP57wv+mcA9wD3APcA9MdQ/0NiwYEOgQ4EGnDgxMCEBg/ggwEwQgMDoE2l8eR2fFrBQCEIDA6BPYdddd49hjj41VV1217w/Bo39lXAEEIACB0SDA78Dz9zox0+gSaP8dtO3oXgkrhwAEIACBYSHwohe9KB7ykIfEwx72sDjmmGOGZVmsAwIQgAAERphAu19p2xG+lJFf+jBdAA86DdOrwVogAAEIQAACC0yg/UWw2y7wKZkeAhCAAASmIOB3t1qbbbbZFBmEx4AAlwABCAw5ge7vxbaHfLksDwIrTMD3easVnowJIAABCEAAApMQ8D7XmqSLEATGmQDXBgEILBKBdj/jdpFOyWmGkAAPOg3hi8KSIAABCEAAAgtBYK6/9Dkf8XGxC3sPwBe+S/seWHvtteP444/nY/z5GgjuAe4B7oFFuAdm+/t1+7/Ns80nDwKjRMD392zW6zy0tH9P5fXn9Z//ewCmS4npXnvtVT7RaSldM9fKv3HuAe4B7oH5vwdmu3eZTR4540eAB53G7zXliiAAgXEhwHVAYB4IdH+5nmy6bv+gPVk+MQhAAAIQgAAEIAABCIwigcHfde1Pdx3ut6bLoQ8C80ZgASfyfdxqstO0fd12sjxiEIAABCAAAQhAAAIQgAAEFpNAd4/S2pOdv+1zO1k/sfEkMLIPOo3ny8FVQQACEIAABOaPwHS/1LnPmuxsjqP5f/cBTGHKPcA9wD3APcA9sHz3ANzgNp/3QPf33+683XjXbnO6MWwIjAoB379TrdV91mT9jiP+28s9wD3APcA9wD3APcA9wD2w2PcA5+Oe694D0+1VJutzzOPdovEnwINO4/8ac4UQgAAEILAECUz1y5zjVovE9qCm6xvMxWfjwT2w0u8Bvu5oEb7uiPuc+5x7gHuAe2D074GpfsedLN7Guq3vga6PDYFhJzDVPeu41V2//a7avm4Me/T/O8hryGvIPTDy9wD7f/b/3APcA9wD3ANL4h6Yaj/Sxt22v9fYHpT7BmP440eAB53G7zXliiAAAQhAoEdgaRqT/RLnmNUSsW0N+o61cl9r0/LHMO4B7gHuAe4B7gHuAe4B7oFRvQcm+73WMau9JtutHGvtbjtVvJuDDYFhIDDZveqY1a7PdivHWrvbThXv5gyPzX+jeS24B7gHuAe4B7gHuAe4B7gHuAdG/R6Yag8yGLdvtddruyvHuz72+BHgQafxe01nf0VkQgACEIDAWBHwL25W96LsW23MtmXf7VS67bbbwpqq33H3o8oJDnDgHuAe4B7gHuAe4B4Y6nug+d1uHNfo30tnkq97upzu78a2rTbfdleOd31sCAwbgcF71L7VrtO2Zd/tdJrp3477Ef/7xz3APcA9wD3APcA9wD3APcA9MET3wAjs/1dkD+Kx3b2Mbctxy3arQb+N044HAR50Go/XkauAAAQgAAEITCAw+Etc67udTt6UDPY7NqjBHHzeLcI9wD0wqvcA6+be5R7gHuAeGN17YPB31K7ffV0d7/qT2f6Fuo3bnkrOmaqPOARWJoHBe7Pr27a8PrdW17bfyv9erNZvW8e6auO0o/vfUF47XjvuAe6BpXYPcL3c89wD3APcAyv/HujuKWwPviaOWYNx+909TGu7bdXmTOW3cdrRJ8CDTqP/GnIFEIAABCAAgfK9zF0M3V/mbM9W3V8ebd922219n+zUjWHzLg3uAe4B7gHuAe4B7gHuAe6BYbwH2t9927V1/cnsNta2/r3adtu2tv1Wk8XaPloIrAwCg/dk129tt13530jXt92N2e6q7e/GsMfqfwfK/p/XlNeUe4B7gHuAe4B7gHuAe4B7YLHugcn2GI5ZXoPbriaLtf3tPsx+a7sd9B1Do0+AB51G/zXkClYqAU4OAQhAYOUTGPwlreu3dre13VX7i2G3HbTtWx7nFrHR4R7gHuAe4B7gHuAe4B7gHhjGe2Dw99Wu39puB+Xf6h2brHUsYmLd5k/sIQKBxSUweC92/daerHXM8r/lwbYbs92qzWt9Wv63gHuAe4B7gHuAe4B7gHuAe4B7gHtgee6ByfYW3Vhrd1vblndcU7XdPttWm2t7ZpExCgR40GkUXiXWCAEIQAACEJiCwHS/nLV93dZ2V/7l077bmXTrrbeGNVMe/WxquAe4B7gHluA9cBvXzH3PPcA9MBz3wODvq4N++zq1vwO7tRx325V/Bbfftq1tH0FgWAhMd1+2fd3Wdlftvd9tbU8m/3uyJusjNhz/DeR14HXgHuAe4B7gHljwe4D9P5+AyD3APTBP94D3FtZ0/93y3sX93XbQ9t7MsW5re1BtzmAcfzQJ8KDTaL5urBoCEIAABCAw4evqjKT9RW2y1rHJ5F8SLfe5bdX9BbNrd/sdR/UBsOk40Acj7gHuAe4B7gHuAe4B7oGFuwfa30/b1qxbe7rWv/9aznHbyr9XW/a7rW0EgWEi0N6j3TW1sW5ru6vBe97+ZOr+W+ra3VzH0cL99w22o8eW14zXjHuAe4B7gHuAe4B7gHtg6nugu5dobfOazG5jbdvd0wza3hM5NlnrWKs2p/VpR5cADzqN7mvHyiEwLgS4DghAYJ4ItL+gTdY61tXXL7w5vnHRLRP0zR/cGpb7vmVbOd+UbFfdEt/6gaTYWRffGmcpZ4LcN6NujrMuqvq22rnoO8pfpr/Gdy6anc5W3tkX/jV6re0Lb4qzp9A5is9eN8a5F85N5yl/om6I8y7s6ILGdtvofLUz6/o4/4Kq76qdi76n/O9dcF3MVd/XmJ6+f118v+gvaifXBd//S8xef44Lvz83XaT8Zbo2Lvr+NPpe06f2B9PqT/GD7/XrYvlz0Q+V/8PvXROz1SXKnaDvXhMl9t0/xiVT6EeKz15Xx6XfnZsuU/4yXRWXfXcand/0qf2x8n7sdlJdGT8+v18/kT8X/VT5Pz3/DzFb/Uy5E3VF/Ox86TypbW139HPZM+v38fPzqn6hdi76pfKX6Xfxy/Nmp18p71fn/i4m1+WK9+vX514es9dv4zfnzk2/Vf5E/SZ+e25H58ge0OXyZ9av4/Jzqn6ndi76vfKX6Vfx+3NmpyuUd8XZv4pea/vsX8YVU+gPis9ev4grz56brlL+RP08rjq7o+80tttGV6udWj+Lq7/Trz/Kn4uuUf413/lpzEV/Un6fvv3TKP63fxJ/mkLXKj57/Tj+/O256S/Kn6jL4i/fnkRnNTG1102rS+O6s/p1vfy56Abl33DWj2IuulH5k+pbl8SNU+gmxWfWD+Omb1X9Ve1cdLPyl+niuPlbs9A3L45bz/ph3Kqxg7pFfbd88wfR1c3fuChukW51vGltW44P6ra/3FDeSND9nbm1/eu67W5r22rjttGMBEhYYALt/TjY+rSOdTWbPaH3hkXa331Le79+3VL2hmU/2O4N29a5GnPWnHTzcu8RB/eT3yl7xr/Oeq/4He0Vrd5eUf7ZZb/4V+0XW90ke3KdM6e9401R82+c8x6yu+eccS/Z7iu1fyx7TLeNzlc7s+p+8nztD1vNZV/Zzf2e5qj7y+vntM/8vvaYHue2p7LPvK7ZZ7btXxq/v539fvMvnb3p3Pad3X3qRX170D9rD2pdq3Yaaf95kTT9PvRa7UNb/Ul2v+ayH+3m/nCOe9Mfam9qXaJ2SmkfOj971D9G3c9erbbqUu1Bl0fL9q1XT79v1V71slber8r+sdtpdeWEPeyPtSf9yXJr9nvZn2ov29XP5E9UZ0+7QnvbK7S3tX6vtmou+9vJcn9Z9ry/m/Ve95fa6/7Se121v+q2tnu6fMKe91fa81q/Vjt3zW3/+xvtfwfVvx/+zcS9sPfG2v+WPbLbRpernb1+vdx743Yf/fvl3CN7L32F98mW98dta7unX87TnvmXUffXv5jz3rnda181mz10u5/Wvvkq224bXa12Zv1shffU7f77muXYW18zuLdu/Vnssb33nv0e+ydRc3+stmque+42v3/f3eytJ9t3d2PT7rsv07671aWy+3W99tTLL+/FL53TfvwG7cetSffk6itx7b9XbG9+ifbmXf1Q/g9jLnv0wdybte9epotnvWe/RXv7W8r+/OJJ9+7ey3f37a1968C+3ft1xyzbg7r56xdOun9v9z2TtY6hRSWw4CfjQacFR8wJIAABCEAAAiuPQPcP2V37U9+8NfZ52U2x78v/Go888ebY76RbqmQf8Ipb4lGvuLXowJNvjVYHybYOVrtMt8SjT646RO0hJ98ch5xyS9Ghag895eZ4jKX4Y4r+GoedbN0cj5X/2GLb/6t86RU3xeNOltwW3RiHv6Lq8Wof/4ob5Esn3RC2H3/SjfGEohvUVh2hH1suDAAAEABJREFUviNOuj6e2NWJ18UTrZOuiyepfdJJf4mq6+LJij1Z/pHWiX+J2v45jjyx6ilqn3LitdHqqbKf+vI/xdNOlNwO6Onyn/7ya6LVM2Q/42V/jGf26Wr5Vc962dXxrJddVXXC1fFs+c9We5Sl+FEnXBVHqT266Mo4+mXSCVJp/xDPOaHquWqfe8IVUfWHeJ7858kveukV8byi38cxL616vtrnv/R30epY2ce+5PI49qXSS34XxxZdHi9QzHqh2he+5LdRdPxv40WyX3T8b+K4Rrat4r/k1/Hiot+olY7/dRzf6CVqX3L8r+RX2X7J8b+Ml1ovbttfxAkvrnqZWqvPP+7n8fIXS26LfhYnHld1ktqTjvup/CrbJ73op/GKPv0kTn5R1SlqTznux3HKixoV+7J45Yu6ujROfZF1WbxK8Ve9sG0vjVe9sOrVal/9wh9Fq9Nkn/bCS+LvrReoLfph/P0LrEviNfJfI7vVa2W/9tiL43UvkNwW/SBed2zV69W+/tiLotUbZFtvVLtMF8abjp1Ez78g/qHRm9W++fnfj1Zvkd3TMd+PYh/zvXhro7epfdsx341Wb5f99uedH28/RnLb6B1qrX9U+4/POy9avVP2O593brzruZLad6p95/POiXc1+ie1//S8s6PouefEP8v/5+eeHe9uZPufn/sd+VXvkf2e53w73vPcb8d71VadFf8i+1+ec5Zi1rd7/vsUe9/RZ4X1r0d/K1q9X/b7j/6m/Crb7z/qG/H/jpaO+mb8P+kDsj+gmNsPyv7g0V+PoqPa9mvxb0ct078f9dVo9R+ye3r2V+M/ir4S//nsZfqQ7Kr/iw8/W3qWVNovx4efVfVfalt9RHbRM8+Mjz5Lclt0RnzsmR0960vxMem/Wz3zi/Hxoi+ptb4Yn5C/TKfLPz0++QzpmdIzvhCf6tPn49PPsL6gVnq67c/HZ9RWfS7+5+nL9L9P/2z8r/zayn5a1Wef9r9R9dn4nGKfk1/09P+Nz1tP+5/4wtMltZ+XvvC0z0Sr02Wf/rRPh/XFp346vijb7ZdkW9X+VHzpqVVnqD3jqZ+MM62nqC36RHz5KVVnlvbj8q1PxP/J/78ja/uVIz8erb4q+6tH/ndYX2varx75sfhao6+r7eob8r9x5EfD+mbTfuPJH4lvNvqW2m89+b+i1Vmyz3ryh8P69pP+K856svSkD8e3G31H7Xee9KFodbbss5/4n3H2k/4zznFb9B+yq8594n9EV+fJP++J/x7nHfHvcb7afv1bfPeJHR3xwfjeE6Uj/i2+J31ffr8+EBccIT1BKu3/iwufsEwXPeH9MagfKPaDx78/qv41Ln581Q/V/vDx74tWl9g+/F/iksdLbi3ZP1L7I7fSpa0Of29c9njJbdF74rLDq36s9seHvzt+0tXj/jl+WvRutVbr/3P8TPGfPe6f4ufWY9v2XfGLx3b1TvlVv3zsO+OXh70zfqX2V26L/jF+fZj02H+M36j9zWPfEb9uZPs3h709fjugy+Vbv1P7u8PeFrYvf8zbwvbv1P6+6K3x+8dUXaH2ise8Jf5gHfqWsH2F2j80ulLtlYe+OVpdJfuqQ/8hrrYOUStddcib4upGf1T7x0PeGEWHvimuseT/6dA3xp/cFr1BdtW1h7whrj3k9VWPfn38Wfaf1f5lUr0urnt0Rwe/Nq5vdIPaGw5+TfTr7+PGg6WDXqNWOujv46ZGf1X714NOi1Y3y775oFfHXw98VUenxs0HVt2itqtb5d/6qFeGdcsBp4R18/6viJv3O6noFrePPDH+uu/L46Z9XlbU/V25taM57DdmaQb9EqSCwJARaO9Tt5PpS+fdFrPZEz5K+8N2T1jbW+Ig7f0O6tsX3hoHK/Zo5T7arXSI9oNd1f3hLXGo9oFT7REPU99hE/aIf51xr+g9Y90v3hiP136w3SuWmPwn9On68H7RmrBn1N7wiZb2jE/U/vBJHT1Z8aq/xJGKHznJ3vFI7R2P1H7xKY2e2mmn20M+TXtI6+lqn679o/WMl10TU+0lvYd8pvaNrew/S/vHZyv2bLdFV8VRzV6ybY9u9pRHeS/ZSvvGdk9Z2yt6e8rnqs96ntrnTbO3nGyPWfaXE/aYl2ufeXlvj+l9pvXCZq/pPeYLO3vNF02x1zxOe83jXvIb7TV/HS/W/vJ4+e1+83jtNV/SyLZV/V/GS7TnfMkke86+vab2n32+9psva/eepf2Z9pr9Oqm7B9W+8yTtR0/SPvMVx/2kbx96svrafajbU5RzivehZQ/646j70ssG9qKXaS9qXapW6uxFX6096qu1D31VI9uv1j601WmyT9N+tEj7z7+X7f1ouwe1/feKv6boh9qjVrV709dqb/rasi+9WPvSi7UXtX4gu+r13T3q8y8K709bLdujXqQ9qnVhvFF7VetNat+kfembjr0g3P6DbGvavWq7b9X+9C1Su191O+me1ftVS/vTsn9V+44BTbp3LfvVc+Odvb3rudq7Wueorfon7Vn/acIe9hztWbWf7exj313s7yhe9Z7OXtZ72rqX/XZv7+r97L+Ufa1jZykueS/b2dO+T/vYwT1t2ctqb1ta7V/fr71r2dvK9r7W8p52+r3t15u97td6e9x/11633d+6Lftb72u91+22sv9Te9tW7R73Q9rbWoN73XZ/O9h+pOx3z4yPaK/7Ee9z1X7UbdEZUfa8z2rbL8mXenveL0XZ/z7zS82et22/qL1uV6fLl3p739PrPrhv//sF7Xs/38h2R7098Oeb/fDnenvhvj2w9sSftbTv/d+i/+3thT8rv+yDvR8u++D/bfbDass++H+0D/6f+Lzsz2sf/IVG3T3x6d4PW9oPT7Y3/qL2w19qdIbanrwvnmKP/GXtic98ysfjy0Wf6Nsj/5/2xV/pU90jf1V75K9Jbqs+1tsrf017469pT/z1oo/F1+V/Xbb3ypb3y998ct07f0P75G8e+ZHevvmb2ie3e2a3dd/8X3GW9sff1v55sr1z3UN/aGDv/CHtnSXtm8+ZYg99jvbM56q/6j/iPPnnHdG03kP37aX/Tfvqqu9Oupf+oPbSVf176Q9G9T8wsKf+f3176gu1fx7cUxffe2r11X31+7W//tfe3nqyPfYlh7+v7rW1n76kK+2jf6Q9dLvHdlv32e/t22Nfqn11u8du2x8r9mPts63eflv76Z8e/s/NPvvdam3362fK+Zn329aUe+53ac9tvVOt9a74pfbkU+69te/+taU9+K+L3hHee//6sNr+Rvvs/j34O7Tntt6utiPtuy/Xftx78Kq39vbgg3vx3h682ZP/4TFvjnY/7vbKyfbk3oe3e/LSvqm3J590b659+uR78zdqb269QW3VtZ09uvfmdY/+uviL9uLL9HrtzV/fFyt7de3Lr3/0a+M6t40G9+o3at9+o/bpN1jal9u+0a10U0dT7tm9b5dulrx/v1l7+Ju1P2/V3bfbbvfutwzs32/1Pn6aPfxtX/n+pA86ed/jbVnb2kbjS4AHncb3teXKIAABCEBgjAkM/qLW+t3W9mTyx3w6PognFcgsdUTThPzMjIz2sCXVEpk2LPWricjIlKIe1coIl6JSRTlkhjqyKOqhsSG/lJRl34r2SHVJWf3SZVuyrSaUEFGq4lWrdGa4iQwdGZmSrFpSjVRL6VPlEqGYq5SR0RwaG/JLUTCzVHZL2FXKy2iOpl+hKGaoR0a6bWQ7MzVAUqnhjExJUZdqZUQtkWnDigg1rjKzmhFqM0J1KTIzS2W3hF2lvIx6ZNqSXIpKVTtLnSW7pMnPzIiiXiOjlGgPZShFtfJUImS6ysxiZoTaWstwiUz5koo7IyIji6IcmeqXX4rMzFLZjbZKGRmhWmr67RSzMdwf5UhFpAy1Ukmyk5EpRUZIKbl1kxGRmY0iIkNHRqYky6VaGeFSlJEphY6UIpsf2xGZGRGSS1FGphTtYVvK6mfKKArlSZGRKcWyI2UqFCGjbe1kpkONMsKWGpXIzEYRkaEj1VihVlK/6lpSjX1JppzQkcqzQq2kviiyLYX65Ge0RzoSCkUqlKm6KKI2GfUndGSEghlZW9uSXQUiMyMjGjWWGoUVzMiUQkdKkc1PqJXUp7qWjAj5mRkZ7ZGypQy1kvqiyHboSLmSrFpsSxmKW40RUfzQoUhYMsOG7cyMTCsiMnSkmlQbaiX1qa5F4cyMTCl0pBRZfqoVkZmuJBWbkZEpRXvYzohaItOGpVBpMupP1EP99hWMTFmSDPU1dqitXqnlhlNcZda+SHWpyqJQLalPdS0ZEfIzMzLaI2VnqHKJTNuWQmpUl1gxw4ctyaWoVO5QnpuM+mNbypAf4aqd2nboyMZI2+60X5wSiMyMlNlWWY1SZ2ZEUUTIdJWZ1QwftjMcUB2ZqosiQqarlJHRHOpL+aVkRGapohwyI7L3YzvUn5kyU6YUOlIKV1ZUyzm2FKpmRqYU7ZEypFpKn6oI+5KNzLQb9Ug1kktRqRRTkRnKzKKoh8aG/FJSlmQ7dNhUU9ySZsvBooxMqU2IlGVFtdQXRRFRwhmZUrRHypBqKX2qXCIUc5UyMppDY0N+KQpmlspuCbtKeRnN0fQrFJkZ/om2jVRS1lqxsJURbkJ+ZkZGPbJYGW5UR6bqooiQ6SozqxmhNiNUlyIzs1RRDpmhjiyKcmSmWsmlqFSKtSVLdklTqLQpQ8V2MXtVMZQfkSlbUpETOrLEUlYttqRaSp8qlwjFXKWMjHpk2pJcLPWFYjIjmiplZNQjU1ZRRG2qrzoiah2dw78ft78n2+6qTXOstbvtVPFuDjYE5pvA4H3X+m3r89meTOVej785pU/+l5FZ6vA/E5uZ8q2IcJOREVJKbt1kRGSqLrItReNH2AofikRmqSPU2MxsDYVsukNKSZG2RGZGhORSVKrwIcuNeyPTnlRL9R2zb4UqKaUoqnVmRthXYzOzMSLCZuhQJFI/YWWpI9OGJb80rqSoqrX7GktNHdIYEVH8aI8M/6hyicwMVZKKzXAlqc2iKEdmqpVcikqlWIS75MkIHRn+kaE2IjNdSSo2w5WkNjNVRzmqleGAwpFpW4qQLYWO4mb4R57aiMyMCMnFKrYMtZmpOpoj1WYoFGmrGLJcLMVKh6osckBynvxSMiKzVBGRkSlFe9iWsvqZMopCeVLoUCgim5+oh3IcUdAlMjNURURGphTtYVvK6mfakFwahdpQlUVRD+XZV8glMjNUFWVmZLRHypay8dUXipSiWOs6lpkORz1sSxk1pr5olJmRoaOpUl7KLaX0ZajpKdI9GZmSzSLbUhYn1KkixzlW6JAbkc1P1KP0KZZyJbmhhAhVmRkZOhQP+0VRD/dJIWVmpKNNlZnVd0yWPYVCZrStnUz3RESGjlRjyXQpffLdFimYkrPs2yxKR0Kh4kWqkTIzMiW5kbVKGWnTKn0ZmRmqpIiQ6Sozqxk+bEtpW1Kr7sishuqIpmSnFEAAABAASURBVEoZGc2h/rSvNoqiNK4y3RPNYVvKnhs2M1VLKlECqrIo6qGO4qsNxUvJiJCfmZHRHinbavwM+ZJyoigiFHOVmdUMH7YlxcLRVF2UkZlRjtJk1J8SCTkukZmyrbbJEstoj4zy4zxZpWREZqnCh82IbH6id6SsTNVFEbWpvmoFQkdG+xOySklZJVlGRNhUrTYjY9lhO1N1UURpahWKKhA6UnZVyGpKZKZcq22yxDKWHbYzSx2hxmZmY4QOm+rIRqG2KZGZcq22sS3FssNeZqkj1NjMbIyIKGbIl1JSpC2RmREhuRSVKnzIcuPeyLQn1VJ9x+xboUpKKawsdWTKCMmlqFTho3TJUEQZtZbhEpnyi0K2FI3vtsgxyTn2m+7MxoiIYkaEIhGlllVLZNqw1FMaV1Jk86N4RGRmREguRaUKH+6SF+52lTbSllQ6q1PM0idfbWaqjnJUK8MBhSPTthQhWwodxc3wjzy1EZkZEZKLVWwZajNTdZSjWhkOqI5M1UUK2QwdaiOy+bElOUeRUrLxm1hmOhz1SDUZCkXaKoYsF0ux0qEqixyQlGdfoZApZaiKiIxMKdrDtpTVz7QhuTQKtaEqi6IeyrOvkEtkZqgqyszIaI+ULWX1M21ILo2UoM5UY8ksxXaGgi6RabsqMyNDR1OlvJRbivrCvgI2LbkRqjJTdTSHbSlbNyMzQ5VKRoaOpkp5KbcU5aT9lCfJDbkRqjJTdTSHbat1Zas/pEzZDmetMjPS5qD+9rcpH3Ty/qdNb+22HYy3Pu1oEuBBp9F83Vg1BCAAgT4COEubwHS/pLmvq/IH7eaXwEFq/jO3fj1UWJZK+bt3k2tXHSq2rGi6bUsqJaCqnE+ZLt35Sorm02+g7qoTyCpxtX1FwV6q7G6fXcsx57jVacu0Jd6riuEu9dnWamqjIbYlWbX0Opbla3KVZp3OtWp2DWpMLXV+JcutXZqlm62EOlAJSlOvXNvFklFdebYlFTmaS7NogF2lKGTLUlcJ2JZU1KnIFPnqV9Eg1e18MhXQMI3RSJdqqcNFUqdT3NVTG3ZAU7kpOX12jZa65JdOzV4ch23bKUN1GttW4ztfUqmBklH7m9Fq5NcivDY0p6JKVW1bsWJpinYihYrpJNvqb4vcYrotOY0x6f2sTHfrxJpJ57Jj2SuDlaCinlIr7OKFaEiNNoHar9ql9mgiF0nJKjXqfk1Qh1VHfa2hHufL9ekbU15TmoD76gSaszgapxR5pVZVi/rKdXucpUE1ZyC/9GmI8r2Y4jZVX777NYdLkaoyv4bW4uwyUD06h82ulNS66pXX1Jq3jOx1ylDMCbI0V61luGiQstXvaBNQavGKq97qO1SkSJuvHk2g2h2NpT4FitMz1a1Swr1KARUjKrkl7oAMN5bMZUWTFT7usJrVOcGuViVTlooMzamIx9gpMVeWuhTzXMVyyNJ8jhVT/aVPMZuOua8stjg12jPttlJQZy6pdbgDkvpdu6/MbUcxJ3ru4vaqYpThffkO+5osjy0qwWWW+nrzu0uz9OYvWU2lPhWfvqSXqAMy3FgylxUFPLWlKZu4grJc961TMU/cO68TyqBiVKudyCFL0V6+x8tvF+Zu93nOZWGf0SrJqpxVG1vt9Iq00zRDS28v5jk9t6MloVTFayzbkkoN6Jya3G6ZuwaL6ZjnKpMXx+Ep8tWvotOrVnFmmUqGXUvmsqKATqt8hWSr7hW7Vu+87lGy11LivaoY5TTu6+WX8BTr1FzuLvllziagWTRCtfxSStayKZXrxTraJtm2euk2FPDcapqxtqziaqhtSUWOgjqr5rZbh9uy1KWA5yqWQ5YGOVZM98tv+x1zn9eprhJ2VeIlYG+ZodPWgBOasBu7VrFbQ47zi9urilFX4E5ZTeNsLaP2y1GxbTWndKKkUgMeKymxFFFRq/xa1GOjRuWUvsaTrSnaiWpam1Lbpi6JTWVOM6lJpYHASiUw2cl973bj9mfUbfrH0R0k2xGP07+gttR/t+XfU5OgxqX+e/OIklrz/G9LoTbdrnNbqUuhWstwqeM8oAkvy10WKJZzPEKOTctum+9WXQrVWobLhPndW3NtWc36a3ZxPLdVQjXZdXEnvW4na6qmKXPUSkGNdN0bJ0dF62o63DigthY7VjODJ/WZFbKppnY4VtSOco9Uy+Tzq68OLkYZ3fd6K6xSU9zrE9bp5blHqmXC/AovG6dsD3Osb34FHavdIqL5i694HSyvljq/4/atxnaeRtprpE5PqEaljrOhmM9dzJJpyypOzbOpkJahbDmyF2x+z23pTF5/MXVKn6+q1l6LUuQoS85g3jK/DFaeioJKleHY5ONqj2rlTpjfMQU1UrVyukV9KpWXDWUMcvW43pCSI08L6uWVmLMs9XVL6dPS3Vrd+Vtfsd6QEpM32fyOqauvNPnqasJag5wSbipFlp2hxJRactRj31JG73rU7eKw0mzqAmpjUL08J3hcUdOvpoZdSyrqLtHeOHkuva7WKa2iOqnq5pxaoyYovvulYiunJNgpUp5iNpVSim2r59hQTr0GOaVT4yaZ32ud0/yazqWMK+eQ184vv5gKudj2WXvzl6AiyrOp5fQa5xZHle0yvxOKo6Bsx+zas2xrNpmyatGpbEiKaojr0jSRZX5Zg6IqJcGVYnZtOtH2rOZXooqHFNn2WrWYUmpQ0VnM3zdOQzxWw9ol2S12N89pxXeiMxxQ66a3/tYvOepxkRRetsbiVLc3TjkqupVUl7FKkqm6lF6ePIfLOrxCOSVdrV1190oN1dp9xXJykdIcUOMyYX4PsJRT0tXadW7b1lCtHS9WmyynmG1HGaSgfNe988kpeWpLivttu5VaSjYdHrxux+o4W1Y7wrZUi7hqBtmqq12Mtqodrqed3wv1EKlv/fbLYBkqTrM76brc6Q4lqNiqC5blczumKeypkVdL35o9hcLLxilbyaWeel3q0cAyzslNtk3H1GWzzGnbsZKiSiNrX6ndI9VS1yXbA7vrt19VBtU8m8ot86vV1Ip4djsyS7Et1VLHybYx2fzu8rC29ZyTzd/rd0JRXZ1ziyujN39Jrusqpk/QSgEVL6dOoMG9cSWnjiumKyeXVnGfo9i1UkSjbXfU5Ct1xefXJM10nRNE3KZ49//r8vq7CfatwVjXxx59AkvhQafRf5W4AghAAAIQgECHwOAvaG1XN27bcp/brvwLoOOD8pPxGc1PqrcoI1OSGxkqqlSHjmKVvgw1ERkRMjIzMuqRxcpwozoys1FEZJRDodbstTYyM1SqIiPsRIQsqandhA71ZWaoVEU6KEW13CGraRTMyJQi1EqREUW1zszItCIiQ0dGplSsiJ6VtiX3FUWEWlWR+mnbzIxyqM3MUKmKjLATEbKkrMoIGVJGphShVoqMKGrq0pehpgZkZMqPiIyQai3DRYGMTCsiMnRkZErFiuhZKVtSINQdNmuleITMrMqoh5Iy5bhY6o2iWmemPCkjZEgZmRk+3GSkTCuqpWBmhkoNhO0MH65TflhZ6sjMRhGRoSPVpNoobaZtSW1m29a+sB8RikaoTisj1EgZmVKEWikyoqipS1+GmhqQkZnhw3VGypRqiVBfZrqRHToyqqMmIlI/rt0oTaYiMjJ0NFVpGlddslQULHbTpicoUp+LOh1TEyUsIzPDh5usQbtVCmYqmnIt9WcWQ1ZItiWV8KG+zAyViAwdqSbVhlqp7XCoKCNTinRnhNqU2lZdNqWsigjHMjKiqKkVTPlqasCGFaGolRG21KjIzMi0IiJDhyr5MoqbTd02ob7MGo1cltWz1GfbfcVUjls1JdyrFEwlqQk1UlZFhGMZGVEU9VAwM0MlIkOHquJEcbOtM+qhvswMlYgMHa6sKG6mbUmlCURmRoaOXlUMxTIyM1Sp1FaO7FJHhGLRHMpL+WpCTWSmWikiXGdTlyZ0qD9T0bQdCsuQHzpkVV+1S1VGpqT+yFBRpTp0FEt9Yb84ESE/MyOjHm3rgG11he2wYUVUM0pvqcOH+jIzVCIydKgqThQ32zqjHurLzFCJSBdVNiJKnVn9plEwI1MKHSmFKyuqpb6QVBRwPOVKkRFSSuFDCbbVhEOZqVaKsCtlVUY91J+ZoRKRLq6kCLuS7Yy230am/NCREakf16EjrdKXoSYiI0JGZkZGPbJYGW5UR2ZKcjMirIhQKBqz14aCmemmKrImRtiS5Lt2EzpKboaaqkgHpYiMiMxSq42IYmZkShFqpciIolpnypdUakB9mam6uj2rxOSpDSkzlSBFhOtUXZRRD/VnZqhURUbYiQhZUlZlhAwpI1MKHRmR+nEdOtIqfRlqIjIiZGRmZESjxlKjEpnZKCIydGQoFFmsKG34UMBxB9xma6gvi1IRKeW4KCkzQ6UqUlErqqWOlKWmDURmhg83GSnTimopmJmhUgNhO8OH65QfVpY6MrMqdKQUWX6i1LLVbzvUZtqXl1K4kqL/8O/I3d+ZbfdnVK+Nt22NUkNgOAhMd1+6z+rd6xP/Lwn/64hM//uQaqm+YpkOSLrUYoZtK6rloC2FeqbtEpMRYUuyLdUSmTay14aOEoq0JUW1HLSlsM2eSkzBCFuSbamWyLSxTLIUc64s90WELKnWMsJhKxxyVRzlyU/7RfIjIjNdFWVmZOhQlbbky7MlpUyplihdsm1k2gibkfqRFT5SVWapI9RmphvZLqlKigjX2dRuMiKUqirCRqYjxYzUj6zwkaoySx2hNjPdyA4dGdVRExGpH9duMiKUqirCRma6KVIgIjJ8uM4sdYTaDP1khBopI1OKiIyQai3DJdQV5ZCRmdVPRzL8U61o7JSRxVaq7IiQkelYRKSLKhsRpVZXlENGZoZKRIaOjMxUG+E6mzoUs62m6ZAnJ0OHqoysRlOrS5aKjMwMlYgMHRmZUrEi+i15GaGglJEphY6UQlXjy7LnYIRjRRHhDlWZqTpiWZURctLKCDVSRqYVERk6MjIlWS7pyiqxVJ+ctFK2JDOyVlkM11I6JnlckW1JOZmp2nb02igxxTMiijIypdCRUmT5iVLLzqiHc4rkllhGpiS3r5SY4tlE7RfJL7GM7o8cdag4R46aUCMpS07GssN2ZqpbyiZuv0h+iWVkSpFtoFjRxNRElK6MTCl0pKTiJiOLpS61KjIyM1QiMnRkZEqRxVZVrGhiaiJKV0amFDpSUnGTkcVSl1oVGZkZKhEZOjIypcgItaFDlsyM8pO9QGRmpNxaRciN1I+saI9MRYoUSUn9mek6Qm3oyKJahxv5ob7MjCy2qwi5kfqRFT5SVWapo2nCRmaGf0Jt6MiiWocalQj1ZaYb2VEOuaGI7JRCtuSgrKZxIDIz/BNqQ0cW1TrUqESoLzPdyI5yyA1FZKcUsiUHbdWQA5GZRarCR6rKyFK7KZZzek7TpY50rChKnZkRttSoRKZqKbO2oaOYIb8oSp3Z+Gp6pm33lkCTZ98qfYrrrQWSAAAQAElEQVS5T8p0QIqIYoZtS35EZNqWXKSQHMrWiLAlZYTqpkSmfCmztqGjmCG/KEqdTe2m9KfikmqVYkSJh21L4YjIlN0oMyNDh6q0JV+eLSllSi6NFIxQTqYCETYj9SMrfKSqzFJHqM1MN7JdUpUUEa6zqd1kRChVVYSNTEeKGakfWeEjVWWWOkJtZrqR7ZKqpIhwnU3tJiNCqaoibGSmm6rIiKJaZza+2lRcTdsRmY40bmSEpUYl1BXlkJGZ1U9HMvxTrWjslJHFVqrsiJCR6VhEZES1Mny4VpfNCBmZ6UZ26LCdaiNcZ1OHc0JeRqiRMjKl0JERqR/XoSMtV2rDOUVySiwVSjkRrrOpwzkhLyPUSBmZUuhIKVQ1vix7DkY4VhQR7lCVmaojllUZISetjFAjZWRKoSOlyMiUbEoplVJiqT55aaVsSWZkrbIYrqV0TPK4ItuScjJTte3otVFiimdEFGVkSqEjpcjyE6WWnVEP5xTJLbGMTEnuhPK3v0Xf3qbxHbO6+YN+tw97tAnwoNNov36sHgIQgAAEINBHwL+0DcoJjvX+oN380ud4T47pD93O06+I+iUxilzVmDL/pphyXLuRq25le6wcNepqfKW7yFPjztLVl+85FG1iSlPxuRxzn+2eFLDtPs/ZszW1uhRWVAtQ0Xxya1Az2paaDje1q8lXhmPtfO4rUyromBoNVpI6ii+z7S8dcpxT+mSoKKyg87tyR6NluVqDcuqCq136FHPbi2tc6dW0bnWCtihFEferT8MUb/x2nTWouIpyPG9Vk6D+1ld3mU+ZtShQ+zSn0pWq2rbkcyrgfg1SfhNz3FKfgsqvtfOqFNK8HlN8u/Jtl0zbJdbOZ0fSfM5Rtyxl6hyqa1Gw9CmmUmKuNEPNVe1+n9Oy3ZP6HLNKviZoW8eskqu8tvXcJa5llZjHaA1KUZdG23dfUdOhRmENa/rll3xVdQ4Ndb6TFCtFObVPY9TnmLPsOU3dZT5VDtdGHWVMSS4ZsjSijf9NMRUn1zwNlW9bVlvU3Y7RidXvDufYLNJ8jmly5cqSX/pLp8aoQzPUPrnuax2lylSvDNUeXGTbeW2rpBpv8to+BVVKllLUul+SU+Oy22V4jIK1KGi/youSvE7nu0+u+2qyasdKn86hPqWqti25z57663knyVe/+5StRrVyy/xqFVDRJJq0utWW61L6nOu+ElBlv0ypqtqec+C8zTSKeoQbtWo8UZFty2MlzdUkqNHgUhQvubX1uWTVNSlLo1VKpLbKdY4SVBS3rzxZxVeSijzNrYBKayvsPOerT6X0OaqwbC2u9ClfZompsqewLGUWQyNdJA/yWmyWIerv5SvoPudYxdYsbi3NpnDJlqnWYzVGKZqq+jKKuyy/pNZxnXxlK0+Dayn9qlyKXHkOdWsCzeqxGtEUdavHMTVynKCmzuoBdaw6S47iapWg0tiaSFb1bavfYxRQUY98hVXqHDJcSl+dX7W6FFBRvlbghGqpo5bap7lUZCtJhs+jbjmew5bkUqQZSo77nLLML5761KPSxptWJ/e86pCluslrGgd0fucWUzmyVTel9KlyUYLOpIGeT0sqsWrLq0UxG5pDjefwoJpjS9J41SrOqdIgFQ1o+hQtfq91XCrztK0nl61EWcqUrdqu5u5fpxJUNL/qpihP2R7ThBVQUcxDLfWVidRvc9m53SlpohorWWVssQbzladODfDckiZTrZATHZbnmF3L+VaxNWPpc45zLdtSNes80+Wrr6zT+Zbm06y1+Bzy236lOkON5nfcllqdRPlNTH7NL4OV319Kn3IGf2du423bPwoPAiuHgO/Hqc7svplU7vPZfKJT+edSKv1zav4tNf++5GkJ7tM/M1v696Ok4lRTGTJUK6w851iK1STVCnutSlBRpvpUV1vnUUZbSkxV9ZtxHtvma+o6QnPUpFJrSEmWo0z1qS4xtzIUL0Wm8jyDGqVV34Zi9TzKK32qFGvKsjzl1jz121ZC9TVOi7NdrNo9yTj1us/jpKZMzNPcCqpbVyBbQ2R7bGOpUVgpPaPY8tQqT9kaaUOWmppsQ/3qaX31es1lnNcvX0m1KOg+DZBfx/SGKU8R1eryuLZDrcdYfeOcU6RJNUppTbf8xvEYm+puMn2GZfMXTwk1b2CcRnicc4rcrZhzmxOpUY/izvOs7mvdastbjPm1AJ9PC9IyvCZJa1VYteyyBnXZk10stR6jpriuiq+cMk4dGqkpS11aVUqT7z5dWslT1RunsdVuc9w6aNmWZGqIatuS51KgjJPtc1S7pJSq+LJcqt2MU76K1qQeGbXPtuQ5LcfbVvZM83syza401cpXcUga8D1nRxqg0ua41RoKI9uS3FpsS5pYtcaUqdXKc6yMcWbj6xzKUJEvu1xjk6emxmV4mLo1cFmeOjWvanV2x/Xyyjh1OtDYNU9zKKxQGVximtlpCqhxvxJsqVHReWqsjqnJdZx6HZSUUfPacaVL0dKnMfLL/PYl20p1qeMUU5HtnnacBjVBRdQn3yPU1LCiMuSqT+dQX29dspuiPmU4rzbF7+Up3pyxxG2XcSW3mb/YCz+/zlbW4LasQ6fUqUtMVQl5uWXtMtw67vxWNUm1BrrfmnA9DhQpz+fQXJ7HoWqWwQppVgVUV9sJlrunGOfztflKcXYZW87kcUWlKvFuvsf18jTYfUqqoTJEGZ31KGXF5/cMZW6dxnNLsnRanUsnsFvW0eaVWG9Ak1d9j3CuPGeXPs9lpzdPNUpfyVNVxpWkkl36VMlRj/I9p315alyrq11HO87zKFcJ6lSObIWqqxxFFC9FMfWoX4aKelrbebLVK8u5jaVG4ZKrSh11TI3JVbYiqm1LvQ5FZbfr91jbmq7JrZZS3CXJb5ySJ7ckqtJMqjV333UrqnznarA6G185TpanRrXmUVGKauXLUKlxJSjbtlQsT2O75npuSwPcocZ9NdFWkVMdauZWkop6FJ9xfiVMNb9O2JunTOX5la+gyuTzu1udatwv2fK4Rj6X51LYK1aqckpAZ1OOvCYmy/Ei25JG9MbJqHMp7nGSBqrYV6LH9XLkqwzme4hSfOI6TjnFV6VZmpgsJXqsAir2lTjJ/Ir2irvLnqYZ6/FTqTdowHD+QAh3xAjwoNOIvWAsFwIQgAAEFojAiE470y9j7u+q/eVvwuWWJ+OzPCEfkbWoCcetaI8SjFCjEpmqrQjZoSPVSrJqSTWSS1GpFFORGZH1J6MeZS45LkWlKn2y1OZAfgmpivDQDB29qhjhOlN10bL+zCx9ikTIVtUWuSk71UZEho5UY8l06eZnlL4osYiQ7yplZDSH+4oiaqMeGaqjHMXO0heRKsuUmYpk+EhZYWWpI9OGFDpKkyWWcl0yUo3kUlQqxVRkhvrTyihHpg3JpahUpa9W6ewoaQpkZrROMWOZH82hSLgvZLRtyMlM1VEP2WEvSx2ZNlJtRGToSDWWTJXMdB0Khs2MlJ2u1YYO25ZMl5KU4YRiNoYiUQ4FUzE1jZsRdkqT4R8Fem2oLyPUZFXoSCkyMiWbUrUywqWoVHZLzFXK05DwkZlqJBer9KVqhUuxLWVxIlOGJddNhn5kpPxa0pFQKCJVbKgNHa1p17ZCUXIiIlNRSbWc0JFRf0KtpD7VtaQbV1n62sqe0zIiMlUX2Zai+qqjHOpLxdSojshMV+GjmCFfcu1YKJihH7eW7FAb0cQiZElNzI7NzGX9jilDjWNRjsxUK7lY7lVMpuIu6UgoFCk3U7VV7FAsI1OK5ii2/AzFrcaIKL7qUCSUFuWQo1J8x2xHU2U1Sp2ZSpdcLEUzU3UNh6zipS1JfVFkW4qMTCmao9gZUUtk2pAiZEuRzU/UQ/2OKBgyo9pZ+jKz+KWWHfJCrYpMRWVk6GiqDP1kqJbUp7oWxWxkZumLctiWMkos04YUETZVq83IaA4FU56aqMooRkTTZJSfjHooKRUpJcNNU/WaEstUpy01NlN2pusImRGqipe2JPVFke3QkXIlWaWor3gZoRKZqq3QITMim5+oh/ocUTBkRrWz9NmPEslobRuZqXDKlCJlhw61jV0s57S+A7IzU7VSS0nVUi2RaUNytDRZYim/FPeHPJeiUi3rUl9aWUIRg/mhjhJTV/hIR6IJRWREUUQ4ZjeaKm2k4hGRacOKCDWuMrOaoaPYGQ6ojkzVVuiQGZHNT9Sj9GUoGDYzUrYUOkqTikgp30VJmXJcLPWG/ZBjyU61malsSUVusTOzmvKiWFka1ZGp2godMiMyMqWoR2bKkFyKSqWYisyIrD8Z9RjMV2+UWO2OyPqTUY5MGSp2embjO6Zkl8hUUFKJkOkqM6sZOmSHvSx1ZNrIyNDRVCkv5ZbifvmlKJiNkaXTVSoipW3J+UURtVGHDNUx2eHfk632d2fn2HY7qMnik8UGx+FDYCEIzHTvub9V3z0+yT8GhzJLHaHGZmZjREQxQ76UkiJticyUbbWNbSkial3bTHuSS1Gpwoe7smS7ToWkWiLThhWypbAtRdgKH/YySx0OFst+kUIKpDu6SsUjIlNGSC5FpQofstxTFN08dWaqtyhKV0ZGNEq1GaFaco4tBWxmNkZEFDPaI8M/qlwiM0OVpGIzXElqsyjKkZlqJZeiUikW4S55UY8M/6hyicwMVZKKzXAlqc2iKIftkF9KymrHRUQxQ4fiEdn82JJKZ8pQKY0ryVnqsxXlsJWhUKOMavQaGaEjo/7IdNEA+wqGTClDVURkZErRHralrH6mjKJQnhQ6FIrI5ifqoRxHFAyZUoaqiMjIlKI9bEtZ/UwZRaG8qlBIlpqUoh7KKV5GiWXaqMrMEoty2JayOBHqU1WLYq3rQIZ/oh7qsKem54cdKdM9CqcU2fzYlkqfYmk7Qq6q0JGyJVm12JayeupUkaMBmRnpcFOlvLRvlb4MNRGpIrmVFZkZGe2RsqVsfPdJIWVmpMNNlZnVd0yWPYVCZrStnUz3RESGjlRjyXRxX0cOKUGNchyXVYt8dSjUumHbURvpaFNl+McBSUn2MjOiqDaq5WZktEfKlrLx1Zb0WqlPccVCVhZFPdRffLVRFKVRrdY90Ry2pey5YTNTtaQ6SkBVFkU9Sp8iakPxUlKW/EwZ0R6pLikbX61KZKouCtlSZPMT9VBfiagN9ZSSsuxbEVGbjPoT9ciQL7mzyLbkqHx1Rz1SEUmxkFVKyrJvRURtMupP1CNDvuTOItuSo/LVHfVIRSTFQlYpKcu+FRFuMtqf6B0pK1N1UURtGj902Izs/YSsUlJWSZYREcUM2TZi2aFIZKouCtlW40dUP+RLKSnSlshM2Vbb2JYiota1zbQnuRSVKny4K0u261RIqiUybVghWwrbUoSt8GEvs9ThoM1M+UUK2XRHVyXmPhmOqynptQofCrmnKBwPRWqJTBtWyJZCdqNUmxGqJefZUsBmZmNERDGjPTL8o8olMjNUSSo2w5WkNouiqrH5xgAAEABJREFUHJmpVnIpKpViEe6SF/XI8I8ql8jMUCWp2AxXktosinLYDvmlpKx2XEQUM3QoHpHNjy2pdKYMldK4kpylPltRDlsZCjXKKEZEaeTJCB0Z9UemiwcoUkpGZJYqIjIypWgP21JWP1NGUShPCh0KRWTzE/VQjiMKhkwpQ1VEZGRK0R62pax+poyiUJ4UOhSKyOYn6qEcRxR0icwMVRGRkSlFe9iWsvHVFyHHpZFdx1JGRnMoL+1nqI4I+a0yMzJ0NFXKU0gBFRmtLzOsSMVVZaZq25ZtKW1L7pNCysxIhdoqZaR9q/RlqIlIFcmtrMjMyGiPlC1l47tPCikzIx1uqsysvmNdTfOAUzdt0Pa+aDCGP7oEeNBpdF+7RV05J4MABCAAgeEm4F/QJpNXPRhv/7jtvq78FLxzI2SpuIn2F8ZeYttRstS9zC/5qjyHo3WILamWmq85S59inuVvHlMCqjp9Ni11q2NZ8TCrRHqGZpKtIsM9tqzqek3FcsjSpI4V0+ny237H3KfFupSwq751DubbL4vVZJ5Afl9+6VOHi6U0pbjYKlK4ns/R4iiscV6LXXnqsWV5RZL6VburaXRWxWqGQ7akWjS/DckjSqP8ZtYS0liPUki5itgvebKbYtey6263lu0SL5UjVXbdZ6+0DugEvi7HqhyUatG5bWhtapSqFNnVkO0VNh1qVNSjWpOrdqdy+vM1YYkpsZjutVHy1eNBxS6VPLeNvE6bTivjPImcEivnrNEall1iSlCRV2r3tfm989aAumqWEtXloOQiaSUlVkwn9GWrd1mH8kpCaTthjViWp6XJWZZny7mWbScX24lStd3jNRbPKZJtScW9ZdLp8tVXc1SXMaoUU12Hlxnl1aJraAz3ynRj9UwZKmWy3spqoMTaXPcp0Ba1irTnbfN1budbfq2VVEvT71gxnVBy5dVS11liGqKY6hIrZslvKgVU1Cffhpu2tS2V0sQ8pZbpxlOqS+uuXqm9ptLR5ivqWHF7VTHUo0xPZsshS3YvX7MrwxE3atU433Jfm6+eYvZiMhRQUU+1VXtwbVR71QqUIletIprXY5YNKl5xvSYllVICqhyrGZ7BllSLeMpQjntq05m/F1ROLcpXULbqeg4Zdi2ZvZjn0jLdLIuVhOp6TcXqDHSsuL2qGGUO9/XyS3imdSrJC/A5ZXqsRpS5HOpdiPpUFFfdl+8RVaVWdzvOayluryqG5lBmmUO+Sgmo6uXXCVSrsxYtQ4ZyFNRg11ql5nDUXg3Kq6Xmq7/0KebWjWW7ncqt00q8VKW3VHbd13OKoTOpQ0WGA7as6voaiuWQpRM4Vkyny2/7HXOfFlt6SpcqXZnqGqp9yqxFcRuSu0tTs4vZi8lQwGtXU05Xq+JpDnnutOWQJdtrKaaGK0O1vFq0DBnKUbB2ye7mexWlQ2kqNb+cQyMccH6RfJfSpw6Xv0WoKcPd1cqxkqZA28rU3E2qExxoZNdrcm/Jd8DnlFPMkmdLqkVz2airV6oybFsyXTTW87lPmWpUK6bavZJzl3masMSUWMzSo0pF8YnF652t2tHOb21aCKxsAoP3o33L63LbyvtB62+z+UQnDfa48o9Itv89ubH8L678m5Tjf1clzwly9E9TURXZqnvFbm+cHBVNrbodILNN7uUp4PDg/I75dOruFcd64+SoLJu/OO2KPaQJyCxWWYMsl0bt/HKV1Y61Z1W/rMtjFWqaktv0FltdmqrWMrQm9TauEzzObdWyjmKVTlkulpPUagZZxVBrz7ZUSzmHz+XOMoWNIiU0HcUqnbJcLOeo9YxWMRWbyLUEVSlLSSoy7DqzeOUshY8thVRsLcvTuR3zqBqUV0tdvzvsW43tPJ/BbpHmcMwTK62Os6GAz13MmqhanoqMmlcMjVZMRUYN9M2veUqHElTqOBuKTzZ/6dI0ZVlqlVbGFL90enbLnZaDUi0l12NsDM7vUUrzoLKkYijgua0yTlVfXuOXXFfKV0jjlaVBdouvShHVTurICZJSNcZxZclRyI4kvzvKHUWKt3n2laOIag0ppQSbOdXYtZQxu+vWbIPzt36ZX3OqVUi1bM9tdedvfcdKlirFVMoAr0MR2a4757PbjGnnl1uiJVnBOodDGqfO4ldXngzl1FzbkqI+Xy9PIduWzJJaW0U0VnUTG5hfSe7zXCWhOApOmN/jSoY7e0YZtzzze4xUJ6t179TV1Qp0GucUKegERb2SYirkYtsxZddSAqo8rk0o40q3I0XK0D8b1c5ToxTFZchXLbsW233zO6wcDbbVm7Tm1ZDr4jvPExeniSpm155le3D+lqv7PdwnqXklUqriay73OcdmmceGM5yg1k2Jl6SSraXXqLpll7p22GxUMspcsmpRrg3JOU1TTTtSLTWvPZ9izrFb2qZyeNJ1lXMqyQlqXHp5chwufDyhHKermXz9zrGUoFLX1Q5QQEUzutiy6jQT5neX5dRG1XUt1dI3f3uamq4Er0NOtWrtUMlrXHVrDtetlnUUy8llkNapgIoM59qybDtkW6qlzinbvWUKG0UOWh4jlU75LpZz1KpHVjHU2rMt1TJhfoWdpFxbVnUncFWGL8e97quZbVBeLXV+hyUvUWEPsafhxZOt4k5FmlLHlW7dQeorptLqYHkqdn1ut2WcYio1RQGNLF21co9Uy8zz10HK0wDbarQMzSpHtk/i+YupkP0iBVQ0TkEbGuE1FlOhkuNYsVV5UjUKlTHFLcl19mK6XwmO2CwxV0WKapBNpahbvoziy6vnk6GA0so51F0Cg+vySHXUovySp0G9PMcUdF4xS2ZjtY1by3keW3Jc9Y9St4NanuJt3qTjaprr25RX9jRqy5qa1n2tb7uVY61NOz4EeNBpfF5LrgQCEIAABCDQR8C/vE2nvmQ5aWWp41E7rxYHSG5bVX91xa3af8Autqv2l73/ztU+QK3t/XdeI4qavv13kd9oP7VWiSlvP2uXNaO2a4T7lmnNeKT6HqkxVY2/65qxr+JW7W/9tRS3Gn9X25LafRrtq3bfXdaK4rvdZe1l9q62qx4hu9U+ra3cvWVbtW+d2HtXa+2mtd3RQ9eJh6v/4Wr3thq7xGy3eui6ypOUs1eR7aq91GftqXbPXdeNvayH3jH23FVyrMh2v/ZQzh4Pa2PrxR4Pkxwrst2R+nZ/6Hqxu1rn7f6wOxV7d/m7SW3f7g+9U+wmlbjyd1PeoB6mmFXj68fDHmbdSa1le/14aImtr9j6xX7obusX+2G7bRAPLVpfrfSw6u+q1npo0+6qHPu77rZhVG0Quyi2S+O77elhG6qv1Z1lWxvGzsrdebc7y98wdt79zmF7591tS4rv3MQeYlty29PuG8VDdpOUs1OR7aqd1LeT+krb2A/e/S6xU9FG8WDFHlxsxxp/j7so3kj2g3a/q3zrLvEg5bZ+tRVTzo6K77jHXeNB0o72LY1zbEe3lvuadgfZO+yxcewo7VDsu8YOxd44dthTkr291MZsb7/H3WIHaXvFq+4W29nfs7bbuZWcV+w97q7+u8cDleO87fa0LaktttoHdrXHJvHAPTeJB/Ri1X5AibX23dVvW9pLUt+2ardV67xqbxr339PaJBzfttibxv332lR+bW0v0z1im72kXp5tSbH7S6Wvr90s7rfXZnG/h98j7uf4wxt/r4ntfRXrSXnFdlu0edz34ZvHfZxjfy/bUok1re2e7hn3efg9Y+uOv3XxHevXvRW/98O3iKp7qpX2bny1W1nuV+ucrWRbxVbM9lZ7/120updsq9/fIu6lcY7f6+F/F263bPLctrrX3lvGltYj/i7+Tv1/V+wasz1Bj7iX8qRHbBlbFNmu2kJ9W+x9L8UbFXur2GJvSX33LNoq7vkI+7W1vbl8y7Zle6LuHZs/Qtpnq9hM+ZvtY7vK9mbq67XF3lp5kvLuIf8e+2wd1mZNa3vTjn2Pfe4Tmz5CUszxTe0PaBP5m+zrHGnf+8YmVhPbZB/5Xanv7vLvrrb07Xu/uHvRfdV2tM/94m6K3015d1P+3Yrdxmq7sWJW6XvkNrHxvtb9YuNHSsVu/Ma+q9q7tnmPvH/cdV9JvmN3tW8p5y6Oqe8ulmK13Tbu8kjr/rGRYtZd1Fq2N9qvjW+rfmuZf2eNszZSu9F+24btO/faB8Sd95PUd+cSe0Bs+MiO1Fd8tRsUPTA23M96QLT+BvIn0/qKr7/fdsqzHhjr299/O7VS26p//ca+k+w77bd9WOsXe7u4k/rWs72/4kXbxXqOyV7PUn5pO/YdZd9x/x2UZ20fd2z8Oyp2xwN2kC+1rWLrFu2ouLVDtP66++8Y6x4gNe06snva/0GxzgGS+taxZK+t2NpqS1y5axc9KNZWrKdHLfPXUnytAx6sfutB0fqO9fSoB8eaylnLrXXATrHmoyTFHF9T/hpWiSmudo1p9ZBY/VFVaxzwkFijsdtY267Wxg/cOVZ7lHTgQ2I1aZWtNgn/qpuRETai/5juj6T/n73zAJClqPb+Kb+nzyfyAMWAiIIgiiiiRAUToCgGFAyogBEDKCqo5CBIRgUuGe4FLhkuOUfJOQpIUCQHkYw5vP3Or3p7ttPszuzOzM5M/2f3dFWdrq6u+nWqU11VnY+pkAj0L4Gs/ZfmMqvL+RtvFNKYZn51WAhxGW3CT6z434k7ahtiEyKfiOGXNrUNsRPX8Dgff+9/xzhrNOzDl7p9iPyPrdHURnyp24Iu0T78n8Q+jP6Xud/FbcKPjUrONnRdLuy24kfdVowy6l99NIy7utuAibzMbUeXUftwddwoL3P70IV4Hv6Iux9JXfypuF344VH5iLsf8TgfjvJy+7CHs7Ka232rZXT4V3Pdh11Wc30ic7tNOPeYXel24aq+flV3V0NG/au6PZhIEh//Kq5bZeX/9e1dPG7WpkSfSsOm9LirrDzPqE05j+FfxXVxves/6PKhjBD+4Ps8Pjp38X9w5XktkXncRZLwB1L9++Y1/NiOxMNNZD77wPtcPN4HYpz5LLEd3V15Pl83r73f1zV0Hjfrf18aTm3Ihm05n9uUyCvczcvKHmdlj19y3YaM+rjulW6DvtKinZnanbgeJ+pwC/LeGJ4/2pQrNezOV3oYSfQNu9Ttz9T/Hve/x23MKG5PJu789h7sUfSjutT+jOtdH8O+ruHid1khyqttRbc1kRXcXcFt0uh3Fz+65V2P4EfwL+925Qqjgn95j7Mc4vbl8oivW87d5dxdflTwj9mor3Wb1cXjLBsFfyLLut2JLOcu8RM7dQFbxm3UZVwXw+7iX8ZtzmVHBX+VvNvXI+k6/O922zORBWzMdf+onfpud9+VEeLE8AcXtHdFeV3iEsfTWtpt03eNCv6yYMMuaFn9Oz0dbNNxZZXXR7t2KXeXcls2SvQvZEtFu/X1brtmZaHExvV10dbFzckb3N51waZ1/dtxEezVD70hsXfxZ2TJ6H9jYx3hJVMb123UJfSqAcEAABAASURBVN1GXRK3INGmTXUeJ4ZxoywcbVx0S3i4ZOu6zfs2pGHTLhztW+xabN0lXP/WUcG/hNu1b20ib3E99mu6Pgkv4um5uE37liiLuE37Jlvc7dYYdhc/wrYI/sU9Li427eJusy7u4TePCv7FXfdmZNTuzfoTu3cxt4eRRd32zcpiHnZxW3ix1A52Gxf/oh5e1O3ZRaO7mNvAGXG7dlHWedxFo7zZFkXnkrOJPU4Mo4/+xRu2MXps30V8XeIubg3Xbd6G323fRdyeXTjK4rawh8fkLR528fhR57ZvahcvjD8V3zZnK3/4rfYGl4bObeA35OQt0XZu6Dxu4l/CFnL7d6FMXPwLRV26LnErbWe3pVN7Oq53+zfazL59DLtNHMPuRlvb3QVH5XWjbgxnbOgk/pKjNvWSbmsv6f63jcqSbjsn8jq3qV+3+ts97IId7YIua1O/1uMsMBrnte4iMez28GtXf4e99qNvL8g73HZ2GY1LnMSmRufi270mI9jTSXipki39areTo7itTLxERm1qX4dt/Wq3n1+FeJxXocON8s4JbO2lbf6PuridPX9O0CHvtGqb2/W+XdYGfwW2ttvNr3RJ/Etbamc3XI8z3xpLu739rsa6rA0+n9vZMez2Mzb4vO7OF+VdNq+vS8Pzpja4u/N8bBlf925LdfN4/Hncvp43yrvdxkaWcTcjbov/r8f7X48zj/uJjx/7ex63rbPhuT08t9vVrPtfjzt3lGUTO931cyOpHU5cxO3sl7v7cnfnjrKs29zIcu4uF+141qUyl8fJ+rHFX+72NjrWES7Ky3ybl7l9jp2O4H+Z2+Uvc1v8Zb5tIiu4Lb+CYa+/LK5b3u1vxHUeb8xuX9H1yKje7fSX+vpomzf8KzTs+KhP7XV3/9sFHfY6/v/Ghkdc/99uw5sFC8HFKn6jHZtSO54Yqa2DH0nDuIRbFcUbHAIvGpysKqciIAIiIAIiIAKtEkgrb7hVUpUOneSJa97g/ZXV/9tO3+l/7bSd5snJqR5OZF47dadETnH3lJ3ntcSdz07eOS8nefiknV9hqcxx/5i80k7c2WWXMTnB/SfsMr+lcrz7x+RVdvwuiRznbkN2fbUdW5BjPHzMrq+xVI52/5i81o7a1WU3l+guYEe6/8jdcBOZ7f4xeZ3N3u11dkQquy/ofhd3D99tQTscN8rr7TB3D9sdN5FZ7p+1+0KWykz3z9xjIUvcN9ihe+TlEA8fsscbLZWD3T8mC9vBe7jsubAdlJNF7MA983KAhw/Y802Wyv7u3/8Xb7LEXdT2+0Ve9vXwvr9YzFKZ4f4xebPN+MWbbZ9fuqSu+/f+5eJWlL1ct9cv32Kp/Mr9v/rVWyxx32q//FVefuHhX/xqCUtlT/ePydtsj1+57OWSuu7ffa8lrSi7uW63vd5uqezq/obs/Q7bpSA7e3jnvZeyVHZy/5i8036+t8s+Lqnr/h33WdqysoOHE3mX7bBPIj9ztyEz3m3b7+OCOyrbubvdjGUslW3dv+2MZS2Vbdy/zb7LWupu7f6t913OUtnK/Vvtu7wVZUvXbbnvChZlvxVsC/dvgRtlRdt8v7xs5uHN9nuPpfJT9zdk//faTwryYw//eP+VLCubejiRlW3T/Ve2TQ5wSV38B7zPflSQH3r4hwe831L5gft/cOD7LXE/YBsf4HLgmHzf/d8/8IOWyvfcPyYfsu8d+CHb6CCX1MV/0Cq2YUG+6+HvHrSqpfId9zfk4NXs2wX5loe/dfCHLZUN3D8mH7ENDv6IfTOVQ9zv8o1DVreifN11Xz/ko5bK19zfkEM/Zl89xAV3VL7i7lcOXcNSWd/9Y/JxW+9Ql5kuo+667q478xNWlC+77sszP2mpfMn9DZn1KfviTBfcKGvaOrPy8gUPj8mn7fOzMnLYZ+xzeYnhzx62lmVlbQ8nsratfZjL4WvbWu6uhRvls/aZw/PyaQ9/+vDPWSprur8hR3zePnW4C+6ofNLdTx7xBcvKJzycyDr2iSNcZq9jH3f347hRvmhrzM7Lxzz8sdlfslQ+6v6GHPllW322C+6ofMTdjxy5rmXlwx5OZD378JHr2WqpHOX+KOvbqkflZRUPr3LUVyyVD7m/IUd/1T54lAvuqHzA3Q8c/TVL5f3uH5Ov2/uOzsgxo/5jvmErF2QlD690zDctlfe6vyHHbmDvOcYFN8q3bEV3VzwWN5EV3D8m37blj83Icd/x8HdsOXeLsqzrlj3uu5bKMu5f5rgNLZV3u//dx29oiWxk7zo+L0t7eOnjv2epvNP9DTnh+7bU8S64OdnY3nFCXt7u4bef8ANLZUn3L3niDyxxf2hvOzEvS3h4iRN/ZKm81f0NmbOJveVEF9yMLD5nU8vKmz2cyI/tzXMSWczdxU76sSXuT2zRk/LyJg+/6aSfWiqLuH9MNrOFT3I5eUze6P43nry5pfIG94/JFvaGkxNZyN2FTtnCEndLe/0peVnQwwuespWl8jr3j8nWtsApLqe6jLqvdf9rT93GUnmN+8dkW3vNqdvaq1M5bdR/2nb2qoLM7+H5T9veUnml+1952s8slVe4/xWn/8xSdz73z3f6DpbKvO6f9/QdLZV53D8mP7d5Tv+58aOuO+J13WToKpoxietGG0uzfmIQxpWIwKAR4NxtJlwKxfJkbcLPfuAl0SY83W3A5nbhPA27EPvwlKJtuNN8JfvwZLcHT5rARpzjNuIctwsnshXzNmNiJ2IvNuxEbEa3C4/d5dUlexH78Rhfd4zbiakc7f4xea0d7bbi0W4nHuXuUQ03sRePdHuxKLNdN9ttxlQa9qPrjnC78Qjc3Re0Mfsx8RdtSOzJWdGOfH3DjpyFHYk0bMmF3JZE3uBuXg5p1abcY+GcXXmg25gHuh1ZlANcl9qVuPtjW6aCjRklb19ib1bZmNibM7K2ptuV+6Q2Zuq6rmhnEt6rytbE3kTasDnztufbbM9og2ZszoztuYfbmbsXpGh77pazPd9uuxJ2e3OXvfJ2aNEGbccW/bnbnllbFP8OrtvB7c+i/Mx1DXH7c/uCTbo9OrdDU5s0dbd13Zgs28RGXa5hm+Zt1OXcRkWWdzeRLaONurzbqMgKBRvVw+Paqiu6rYoUbNb932PRbnX7tGizJmFs1vc2sVtXinZrc9t15Zz9mtiu77PELdiw2LHIgR8o2bAbo3NpxZb9HvZrastGd5WSLZvatt89aBX77kGrNqRhz7ruO26/fvug1Sy6+DPyLfd/y+3ZrGzg4UQ+Em3bhn3rdu03sXPd/UaU1du2cb/mNu7X3K6dyNbN27wft/XdtkWizev+6GL7uhTtXcJfHs/mdXs32r/Yu+7/Iu6orOPuOm7vFiWxfz9tX5iVyOfdbchhn05s4ko7+DM5Ozi1ideO9vDabguv5bJ2wRb28KRs4s/ZmtjIbgd/qgXbGDv5Ew37+AvRPv54ahunbos2csZWtvFs5dUrbGXs5g9He3k9t5XXdVkvsZexk7GbG+76TWzm9W2V8Wxn7GbE7eUP5uRrDdu5mQ39/jZs6JXdbk5t6NRt2NG+7r1uRyPvOXaDtm3qFdymRoq2ddGmTsPLHvedhl297HHfdZs6Kxt62AXbOrWxo7uRFW1swomdvVHDzsbebtjZ2NzY15W29vfd1kbG7O23R1t7Y7e1kR+4m0hia/8gY3P/oGR3Y4cvMYHt/Va3vd+K3e3uW3BHZXF3F3ebuygT2eDY44u63V2UiWzxRdwWX8Tt74ls8rxtvkXeJj95i1GbPHW3nNA2x0Z/XcM+39pe5zY5soC7C7hdnspr3f9at8uL8hrXYZ+n8urUTsdtw1af32115JXujsmYrZ7a7K9wm/0VbqenNnvqzuu6ed1eTwW7HT9uQ874ub14zZXM3GCJtoz7iv/M6BTXZWx44qQ6/JLhJ/Ci4S+iSigCIiACIiACw02Aylu2hGk4ddN1hJFsL/d0HW7wRQhx6T79d4aAUhEBERABERABERABEegbAl7XpbZrliwt86OenJV0FbrUn3Wr9FW67Dbyi0AvCVSdj+ga4i8OivnhygghLourFBYBEZiQgCKIgAiIgAiIgAiIgAh0ggAWibndHkLwpZV+wTUNu6bQ2clXGetwJcNNQB2dhvv4qnQi0N8ElDsREIEpEchW1vCnkk001RXdbJzUH0fvxsZufKlWrgiIgAiIgAiIgAiIgAgMCQGv5vq/FyZZuqfxn60vo0zD+JE0nLroJG0QUNSuEOB8JOHUTf1pGLdKGPwSTT82yAhXBvEZPZ1RyysCIiACIiACIiACIiACIiACPSOAXYJNgm2S+PO7rprRKcYd7fREbMK4qaTh1E31crtAoEdJqqNTj0BrNyIgAiIgAiLQCQKtVsKK8dIwbirF/NALPlj6V1yrsAiIgAiIgAiIQLcIKF0REIHeEAjBYm3X8Fj+l9aRm7n52GMh4o+F5BOB7hMY75xrZV0aJ37GsZBdv0T88ohLY1lYraAIiIAIiIAIiIAIiMAUCWhzERCBiQkktkiwEFwqogfXYdek4sHKf9ZXrhhVTrR+NJqcPiWgjk59emCULREQAREQARGYKgEqaamQVtZPOCf0dDdv6k7d3EoFRGBaCWjnIiACIiACIiACItARArE+7HVe8zpvMcG4blSPv7heYRHodwLF85ZwVsh/LlwxNBoVceLoaTaQiIAIiEBvCWhvIiACIiACIiACIoDV7hTS91XuLfynMzqhxn6pEtYh6Tr8kuEioI5Ow3U8VRoREIHaEVCBRaBMgIpbUYsOQY+L4G9I7BkfYg95s2D6iYAIiIAIiIAIiIAIiMDQEYh13upSUT9OpSoG66r00olA7wi0vqeq8zWrw++vDUoJYgmGEJeldVKIgAiIgAiIgAiIgAiIgAiIQC8IYJGYv6cKIfjSSr/gmmjTaLCSk6jv/3B3dKrvcVXJRUAEREAERKBBgApfGsCPpOGsmx29m9XLLwIiIAIiIAIiIAJ9T0AZFIFWCHiF1/8njEl9ORUi48eViMCgEkjPYdxURodJ54rE9cF6ZnTKrVBABERABERABERABERABPqFgPIx9ASwS7BJsE0Sf77IqS6uH+3slI/hWzfRF+MpPLgE1NFpcI+dci4CIiACIiACTQmkFTxcIuEi+JsJveBDiMtmUaQXAREYUALKtgiIgAiIgAiIgBlV3WAh8Vj+R105lewadNmw/CIwaASansN+KRTLgiqEuORKKa5WWAREQAREYAAIKIsiIAIiIAIiMOgEsEjMLZIQgi+t/BsZsaKdUwyXN5Jm2Aioo9OwHVGVRwREQAREoF0CQxV/osoc65GqQtMLPlmHryqGdCIgAiIgAiIgAiIgAiIwuASo63pzKEM7JywEcYuRirpiuBhfYRGYDgLpeYmLpHnAn5P/K9t9aIjjF0nVhE9pUoPsKu8iIAIiIAIiIAIiIAIiIAJ9TgC7JNokdGiqyGuyfmxFYsP4FsTtO+EbAAAQAElEQVQflbG18g0rAXV0GtYj27FyKSEREAEREIF+JpBW4MbLYytx2D74IoS4dJ/+RUAEREAEREAEREAE6kWgBqX1ui61XaseE2r6iUCtCCQXQ67IqEKIy5xeAREQAREQAREQAREQAREQgWEi0N9lwSIxt9tDCL600i+4hvdeqXhQ/zUkoI5ONTzoKrIIiIAIiIAIVBGgF3wc4a6xu1V4pBMBEag7AZVfBERABERg8Al4hdf/vRzJ0j2N/7SBNHVZgR9XIgKDTqDyXC5fBtESTOJWrBx0CMq/CIiACIiACLRKQPFEQAREQASmlUBijfjbKmZnqshJsr5ihVS1IqCOTrU63CqsCIiACIhAXQkkjdVJ6fEjSWhsSS/4YOnfmL4Vn+KIgAiIgAiIgAiIgAiIQL8TCMFibdfwmH4iUHMCfj0UCaAKIS6NZXG9wiIAAYkIiIAIiIAIiIAIiIAIdJNAYosEC8GlYkehQlf1zqsimlRDREAdnYboYKoofUtAGRMBERCBnhCYqCLHeqQyM7FnfNpD3t3KSFKKgAiIgAiIgAiIgAiIwOASoC4ca7pe951sKUhjnG21SgT6lkD23I3+imHQqOI6i1dK35ZFGRMBERABERABERABERABERheAtglhk3itnviz5e1SpePkYQS2ybxd2GpJKeZgDo6TfMB0O5FQAREQAREoC8IxJ7xIfaQNwumnwiIgAiIgAh0noBSFAEREIFpJhDrvNOcB+1eBKaRAA39SMxChdmHKoS4jFG0EAEREAEREAEREIHJEdBWIiACIjB5Algk5u+pQgi+tPJvpNWuTuVNpRkeAuroNDzHUiURAREQAREQgRKBRiN2aU1ZQdUwiY+vvF6aLhNQ8iIgAiIgAiIgAiIgAt0l4NVc/29rH0n9uK1NFFkE+opA03O44mJAlcTH11fFUGZEYLgIqDQiIAIiIAIiIAIiIAJNCSTWyIhhmyT+fFR0rMtrFaobAXV0qtsRV3lFYEAJKNsiIALdJxB8FyHEpfv0LwIiIAIiIAIiIAIiIALDRYCqbmA8KJ5C0dRIWgAyjUHtukcEQnk/qEKIS66UcgRpREAEREAEREAEREAEREAERKDLBLBIzC2SEIIvrfQLoxrZ8aMgBtiZStbV0Wkq9LStCIiACIiACAwRgbFe8PiGqGAqigiIgAiIgAgMDwGVRAREYAoEaAQdMa/rapr7KVDUpkNDwC+FYllQcZ2YXyf4i+sVFgEREAEREAEREAER6BkB7UgEaksgsUXcenfbPfHnUWR12C9IPoZCdSCgjk51OMoqowiIgAiIgAi0QIBe8CHEZQuxFUUE+pGA8iQCIiACIiACIiAC4xDwui61XascE2r6iUC9CCQXQ67MqEKIy5xeAREQARHoPwLKkQiIgAiIgAiIwLASwCIxt9tDCL600i+UNFLUkYA6OtXxqKvMIiAC9SSgUovABAToBT9iyXKCqFotAiIgAiIgAiIgAiIgAoNHwKu6/u/5Tpbu0b8IDCeBVkpVcRmgSkZD42slEcURAREQAREQAREQAREQAREQgc4SSKwRf1vVwoxOnd2zUhskAuroNHq05IiACIiACIhA3QnQCz5Y+ld3Giq/CIiACIiACIjAsBJQuepLIASLtV3DY/qJQM0J+PVQJIAqhLg0lsX1CouACIiACIiACIiACIjAIBFQXgeTQGKLBAvBpaIIoUInVf0IqKNT/Y65SiwCIiACIiACZQKxZ3zaQ97dcgxpREAE6kFApRQBERABERCBoSXATDWxput136EtpAomAq0SSIZJ52Kj4joxi1dKbp0CIiACIiACQ0dABRIBERABERCBviSAXRJtErfdE38+m1W6fAyF6kBAHZ3qcJRVRhEQAREQgQ4RGOJkYs/4EHvImwXTTwREQAREQAREQAREQASGjkCs8w5dqVQgEZgcgQqzD1UIcTm5NIdqKxVGBERABERABERABERABERgOghgkZi/pwoh+NJKv1DSSFFHAuroVMej3q0yK10REAEREIGBJkAv+HT07kAXRJkXAREQAREQAREQARHoLoFBTd0rvP4/qLlXvkWgswQqLgZUsgk7i1mpiYAIiIAIiIAIiIAIiMBAE5iGzGOXaEanaQA/YLtUR6cBO2DKrgiIgAiIgAh0iwC94EOIy27tQumKgAiIQC0IqJAiIAIiIAL9SYCqbmA8KJ7+zKJyJQK9IxDKu0IVQlxypZQjSCMCIiACIiACIpAjoIAIiIAIiEDnCWCRmFskIQRfWukXShop6khAHZ3qeNRVZhEQAREQARGoIEAv+R6M3q3Ys1QiIAIiIAIiIAIiIAIi0H0C1HVHzGu9Iy7d3532IAL9TaDiMkDFdRJHT/d37pW7wSCgXIqACIiACIiACIiACIhA2wSwS6JN4rZ74s8nUaXLx1CoDgTU0akOR1llHCACyqoIiIAITB8BesGHEJfTlwntWQREQAREQAREQAREQAS6RcDrutR2rXJMqPX4p92JwDQTSC6GXCZQhRCXOb0CIiACIiACIiACIiACIiACItArAlgk5nZ7CMGXVvqFkqbfFcpfNwioo1M3qCpNERABERABERhAAvSCjyPcGeU+gPlXlkVABERABIaIgIoiAiIgAt0g4BVe//eUk6V79C8C9SVQcRmgSmd0qi8YlVwEREAEREAERKCnBLQzERABESgQwC7RjE4FKAqWCKijUwmJFCIgAiIgAiJQTwL0gg+W/tWTwaCUWvkUAREQAREQAREQARFon0AIFmu7hsf0E4GaE/DroUgAVQhxaSyL6xUWARHoPQHtUQREQAREQAREQATqRiCxRYKF4FJR+FChk6p+BNTRqX7HXCUWgWEnoPKJgAhMhsAIczm5pO5k0tA2IiACIiACIiACIiACItDHBJipxmu8Zl7n7eNsKmutE1DMqRBIhknnUkDFdeIXieb5zZFRQAREQAREQAREQAREQAREoFcEsEuiTeK2e+LP77lKl4+h0BASKBVJHZ1KSKQQAREQAREQgRoSiD3jQ+whbxZMPxEQAREQAREQgUEnoPyLgAiUCMQ6b0krhQjUk0CF2YcqhLisJxOVWgREQAREQAREQAQGkoAyLQLDRQCLxPw9VQjBl1b6hZJGijoSUEenOh51lVkEREAEREAEKgjQCz4dvVuxWioRGC4CKo0IiIAIiIAIiED9CHiF1//rV26VWASqCFRcDKhkE1bBkk4ERGCgCSjzIiACIiACIiACA0UAu0QzOg3UIZuWzKqj07Rg105FQAREoL8JKHf1JEAv+BDisp4AVGoREAEREAEREAEREIGhJkBVNzAeFM9Ql1SFE4EWCIQkTnaJKoS45ErJrpJfBERABERABERABERABERABHpCAIvE3CIJIfjSSr9Q0khRRwLq6NT+UdcWIiACIiACIjCUBOglr9G7Q3loVSgREAEREAEREIHJEdBWQ0aAuu6Iea13xGXIyqbiiEDbBCouA1RcJ3H0dNsJagMREAEREAEREAEREAERGFgCyngfEcAuiTaJ2+6JP5+5Kl0+hkJ1IKCOTnU4yiqjCIiACIiACLRAgF7wIcRlC7EVRQREQAREQAREQAREQAQGjIDXdantWuWYUNNPBOpFILkYcmVGFUJc5vQKiIAIiIAI1J2Ayi8CIiACIiACvSOARWJut4cQfGmlXyhppKgjAXV0quNRV5lFQAREQAS6T2AA90Av+DjCnVHuA5h/ZVkEREAEREAEREAEREAExiXgFV7/9yjJ0j36F4H6Eqi4DFClMzrVF8wkSq5NREAEREAEREAEREAEREAEOkYAu0QzOnUM59AmpI5OQ3to+7tgyp0IiIAIiED/EaAXfLD0r//ypxyJgAiIgAiIgAiIgAgMHoF+ynEIFmu7hsf0E4GaE/DroUgAVQhxaSyL6xUWAREQAREQAREQAREQAREQgWYEOqVPbJFgIbhUJBoqdFLVj4A6OtXvmKvEIiACIiACIlAmEL91PGKM3vWl5nQqE5JGBERABLpBQGmKgAiIgAj0kEBa1/VKbw/3ql2JQJ8SSIZJ5zKHiuskjp7OrVFABERABERABERgigS0uQiIgAiIQIsEsEuiTRLfW5U3StaX9dLUi4A6OtXreKu0IiACIiACIlBNIPaMD7GHvFmw/vgpFyIgAiIgAiIgAiIgAiLQQQKxztvB9JSUCAwygQqzD1UIcTnIJVPeB5KAMi0CIiACIiACIiACIiACCQEsEvP3VCEEX1rpF0oaKepIQB2d6njUVebhIKBSiIAIiECHCdALPh292+GklZwIiIAIiIAIiIAIiIAITD8Br/D6//Tno90cKL4IdINAxcWASjZhN2ArTREQAREQAREQAREQAREQgVYJYJfUdkanViEpnqmjk04CERABERABERCBSIBe8CHEZQxrIQIiIAIiIAKDQEB5FAEREIFWCVDVDYwHxdPqRoonAsNKIJQLhiqEuORKKUeQRgREQAREQAREQASmkYB2LQIiUA8CWCTmFkkIwZdW+oWSRoo6ElBHpzoedZVZBERABERABCoI0Eteo3crwAy2SrkXAREQAREQAREQAREYJUBdd8S81jviMqqTIwK1JVBxGaDiOomjp2sLRgUXgYEloIyLgAiIgAiIgAiIwFAQwC6JNonb7ok/X6wqXT6GQnUgoI5OdTjKKqMIiEATAlKLgAhkCdALPoS4zKrlFwEREAEREAEREAEREIHhIOB1XWq7Vjkm1PQbagIqXIlAcjHk1KhCiMucXgEREAEREAEREAEREAEREAER6BUBLBJzuz2E4Esr/UJJI0UdCTTv6FRHGiqzCIiACIiACNSYAL3g4wh3RrnXmIOKLgIiIAIiIAK1I6ACi0BdCHiF1/+9tMnSPfoXgfoSqLgMUKUzOtUXjEouAiIgAiIgAiIgAkNMQEUTgQEggF2iGZ0G4EBNcxbV0WmaD4B2LwIiIAIiIAL9QoBe8MHSv37JlfIhAtNPQDkQAREQAREQAREYDgIhWKztGh7TTwRqTsCvhyIBVCHEpbEsrldYBERABIadgMonAiIgAiIgAiIw/QQSWyRYCC4V2QkVOqnqR0Adnep3zFViERABEegkAaU1LARGmMvJJXWHpVwqhwiIgAiIgAiIgAiIgAiMEmCmGq/xmnmdd1QlRwTqSyAZJp0rPyquE79Iqub5zcVVQAREQAREQAREQAREQAREQAS6QQC7JNokbrsn/vxeqnT5GArVgYA6OnX1KCtxERABERABERgQArFnfIg95M2C6ScCIiACIiACIiACItAOAcUdCAKxzjsQOVUmRaD7BCrMPlQhxGX39689iIAIiIAIiIAIiIAIiMBAElCmu00Ai8T8PVUIwZdW+oWSRoo6ElBHpzoedZVZBERABERABCoI0As+Hb1bsVoqERABEZg8AW0pAiIgAiIgAv1AwCu8/t8POVEeRGD6CVRcDKhkE07/oVEOREAERGCgehlU+gAAEABJREFUCSjzIiACIiACIjBFAtglmtFpihBrsLk6OtXgIKuIIiACIiAC/U2gX3JHL/gQ4rJfsqR8iIAIiIAIiIAIiIAIiEDHCFDVDYwHxdOxVJWQCAwogVDON6oQ4pIrpRxBmikTUAIiIAIiIAIiIAIiIAIiIALjE8AiMbdIQgi+tNIvlDRS1JGAOjrV8agPVpmVWxEQAREQgR4RoJe8Ru/2CLZ2IwIiIAIiIAIiIAIiUCTQ9TB13RHzWu+IS9f3ph2IQJ8TqLgMUHGdxNHTfZ59ZU8EREAEREAEREAEREAERGBgCYybceySaJO47Z7489GrdPkYCtWBgDo61eEoq4wiIAIiIAIi0AIBesGHEJctxFYUERABERCB3hLQ3kRABERABKZMwOu61Hatckyo6ScC9SKQXAy5MqMKIS5zegVEQAREQAREQAR6SUD7EgEREIF6E8AiMbfbQwi+tNIvlDRS1JGAOjrV8airzCIgAiIgAiJQQYBe8HGEO6PcK9b3tUqZEwEREAEREAEREAEREIGJCHiF1/89VrJ0j/5FoL4EKi4DVOmMTvUFo5L3PQFlUAREQAREQAREQAREYKgJYJdoRqehPsQdKZw6OnUEoxIRgf4moNyJgAiIQCsE6AUfLP1rZQvFEQEREAEREAEREAEREIHBIRCCxdqu4bHh/KlUItAyAb8einFRhRCXxrK4XmEREAEREAEREAEREAEREAER6DaBxBYJFoJLxc5Cha6OqrqXWR2d6n4GqPwiIAIiIAIiAIH4reMRY/SuLzWnE0wkIiACIiACw0ZA5REBEag5gbSu65XempNQ8UXACSTDpN0z9o+K6ySOnh5TyycCIiACIiACIiACg0ZA+RUBERhgAtgl0SaJ763KBUnWl/XS1IuAOjrV63irtCIgAiIgAiJQTSD2jA+xh7xZMP3qSEBlFgEREAEREAEREIEhJxDrvENeRhVPBFolUGH2oQohLltNRfFEQAQGkoAyLQIiIAIiIAIiIAL9SwCLxPw9VQjBl1b6hZJGijoSUEenOh51lVkERKB9AtpCBGpAgF7w6ejdGhRXRRQBERABERABERABEagbAa/w+n/dSq3ytkugLvErLgZUsgnrcgKonCIgAiIgAiIgAiIgAiLQnwSwSzSjU38em37KVUc6OvVTgZQXERABERABERCByRGgF3wIcTm5BLSVCIiACIiACIjA0BNQAUVgkAlQ1Q2MB8UzyAVR3kWgEwRCORFUIcQlV0o5gjQiIAIiIAIiIAIiIAK1IaCCisB0EcAiMbdIQgi+tNIvlDRS1JGAOjrV8airzCIgAiIgAiJQQYBe8hq9WwFGKhFonYBiioAIiIAIiIAI9DEB6roj5rXeEZc+zqeyJgI9IVBxGaDiOomjp3uSCe1EBERABAaWgDIuAiIgAiIgAiLQJQLYJdEmcds98ed3VKXLx1CoDgTU0akOR1llFAEREIG+IKBM9DsBesGHEJf9nlXlTwREQAREQAREQAREQATaJ+B1XWq7Vjkm1PQTgXoRSC6GXJlRhRCXOX37AW0hAiIgAiIgAiIgAiIgAiIgApMjgEVibreHEHxppV8oaaSoIwF1dOqXo658iIAIiIAIiMA0E6AXfBzhzij3ac6Ldi8CIiACIiACIiACQ0tABZs+Al7h9X/ff7J0j/5FoL4EKi4DVOmMTvUFo5KLgAiIgAiIgAiIgAiIQIcIKJlJEcAu0YxOk0JXq43U0alWh1uFFQEREAEREIHmBOgFHyz9ax5Pa0RABESgmwSUtgiIgAiIgAh0i0AIFmu7hsf0E4GaE/DroUgAVQhxaSyL6xUWAREQAREQgU4SUFoiIAIiIAIiUEUgsUWCheBSESFU6KSqHwF1dKrfMVeJRUAEREAEBpdA93I+wlxOLqnbvT0pZREQAREQAREQAREQARGYFgLMVOM1XjOv805LBrRTEegnAskw6VyOUHGd+EWieX5zZKYloJ2KgAiIgAiIgAiIgAiIQC0JYJdEm8Rt98Sfx1Cly8dQqA4E1NGpDke5NmVUQUVABERABCZNIPaMD7GHvFkw/URABERABERABERABESgfwlMMmexzjvJbbWZCAwbgQqzD1UIcTlspVV5REAEREAEREAEREAEREAEBoQAFon5e6oQggWz0i+UNFLUkYA6OtXxqKvMIiACIiACIlBBgF7w6ejditVSiYAIiIAIDAoB5VMEREAERKCagFd4/b96nbQiUDcCFRcDKtmEdTsRVF4REAEREIGBJqDMi4AIiMAQEsAu0YxOQ3hgO1wkdXTqMFAlJwIiIAIiIAKDSoBe8CHE5aAWoaV8TxTpsssus2WXXXbKsvzyy9saa6xha621lm277bZ29tln29NPPz3R7ru6fvbs2aVyUd6u7lSJi4AI1JbAnXfeaausskruvrP99tvXlkfdC/7Xv/7Vvvvd7+bOh09/+tP25JNP1h2Nyt9DAlR1gwUzPKafCNScgF8KRQKoQohLY1lcX5dwVR1mKjZiP9qGdTmWxXJWHVvVT4uUFBaBwSDAtTuVe/NUtqV9rUipyt5hH51ud6u6j2F3oy/mSWERmC4CnPec/1mpum6mK3/ab/8TSGyRYCG4VGQ3VOikqh8BdXSq3zFXiUVgPAJaJwIiUGMC9JLX6N3OnQD/93//Z0888YQ9+OCDsZMTnZ0+8pGP2Be+8AW79tprjfWd29vwp/SXv/zF9t9/f7vnnnuGv7AqoQiIgAgMCIF//OMfRmPlddddNyA5VjbrToC67oh5rXfEpe4wzESg7gQqLgNUXCdx9HTd+XSw/Nh+zWzD66+/3hLmHdyhkhIBERCBUQJ/+MMfbK+99jI64Yyq+s65+OKLbaWVVmoMiNBgiL47RMpQBwioXbMDEHuUBPUy6mcHH3xwj/ao3VQRwC6JNonb7ok/H6tKl4+hUIHAUAbV0WkoD6sKJQIiIAIiIALtE6AXfAhx2f7G2qJlAvfee699//vft6233tqef/75lrera0ReCpx33nlGQ9ecOXPsP//5T11RqNwiIAI9JaCdjUcgbfj78pe/bPvss4/9/e9/Hy+61olA/xDwui61XbNkafqJQJ0JVFwGqEKIyzqT6VnZsQ032mij+Cz997//3bP9akciIALDT4BOFXvssYd98YtftLvvvrtvC/zQQw/ZL3/5S2MARd9mUhmrAYHuFVHtmt1j242U//jHP9pmm21m1M8effTRbuxCabZIAIvE3G4PIfjSSr9Q0khRRwLq6FTHo64yi4AIiIAIiEAFAXrBxxHujHKvWC9V5whg5J5//vm2xRZb2J///OfOJdyrlHq0H0YefuMb37CtttrKnnnmmR7tVbsRAREQAREYj0C24e/+++8fL6rWiUD/EfAKr/97vpKle/QvAvUlUHEZoKIzK6On6wumtyXHNjzyyCNt9913N3V26i177a1FAoo2UAS4p6SDxY4//vi+HizGLFPc+x5//PGBYqzMikCrBNSu2Sqp6Y9HZ0tmq/7c5z5nzDLHvXT6c1XvHGCXYJNgmyT+PI8qXT6GQnUgoI5OdTjKKqMIiEBPCWhnIjCoBOgFHyz9G9RSdCffc801l62xxhq21lprtSxrrrmmLbHEEvaKV7yiaab4hB0zYahBuxoRBuZtt91WvVJaERABERCBaSHAixM1/E0Leu20AwRCsFjbNTymnwhMncBAp+DXQzH/qEKIS2NZXF/n8GRswtR+XGqppca1C+F6xhlnxBdr+CUiIAIiMFkCTz/9tB1wwAF9P1iMF9fM2k272GTL+q53vavlNrr0fvyGN7yhtLsll1yy7XQWW2yxUjpSiECRgNo1i0T6N0yntMMPP7yvP/PZv/S6k7PEFgkWgkvFLkKFTqr6EXhRj4us3YmACIiACIiACPQjgRHmcnJJ3X7M4zTmab755rONN97Yttxyy5Zlm222MUbmMnPT6aefbqussoq96EXlqtdZZ51lN9544zSWTrsWAREQAREQga4QUKIi0HcEeKnmNV4zr/P2XeaUIRHoNYGKYdCouE78ItE8v4XjMRmbMLUfZ82aZdiFyLe//W172cteVkjd7F//+pfxgo1OCqWVUoiACIjAkBG45ZZbbObMmTaVWVMYYJjeZ1t16XhaRLnqqqu23NaX7ue9731vMRmFRaDuBFR+EegoAeySaJO47Z7488lX6fIxFKoDgfLbtjqUWmUUAREQAREQARHIE4g940PsIW8WTL/OEnjd615nu+66q2244Yalzk5MjXv00Ucbbmf3Wk5t/fXXtxtuuCEn73//+8sRpekBAe1CBERABOpFgJe6jC7PPodOPfVUm3/++esFQqWdXgKxzju9WdDeRaBvCFSYfahCiMu+yeYwZYTZfjfYYAM74ogjrGpWkXvuuccuueSSYSqyyiICIhAJaJEl8MQTT8Q2sr/85S9ZtfwiIAIiIAIi0CCARWL+niqE4Esr/UJJI0UdCaijUx2PusosAiIgAv1OQPmbFgL0gk9H705LBoZ8p8zmtO6669pqq61WKuntt99uTJFbWiGFCIiACIiACIiACIhA5wh4hdf/O5eeUhKBQSZQcTGg6rlNOMgMJ5n3RRZZxHbcccfKz9ldfvnl9s9//nOSKWszERABEehvAv/+97/t0EMPtXvvvbe/M6rciYAIiIAITCsB7BLN6DSth2Agdq6OTgNxmPKZVEgEREAEREAEukGAXvAhxGU3kleaTuC//uu/bJ111rG55prLQ2P/zz//vN15551jCvlEQAREQAREQAREwMwEobMEqOoGxoPi6WzSSk0EBo9AKGcZVQhxyZVSjiBNxwi87W1vqxwEw8v/Z599tmP7UUIiIAIi0E8ELr74YjvjjDMaWfqf//kfe/nLX94IyyMCIiACdSagso8RwCIxt0hCCL600i+UNFLUkYA6OtXxqKvMIiACIiACIlBBgF7yGr1bAabDqsUWW8xo1C4m+5vf/KaoUlgERGB8AlorAiIgAiIgAm0RoK47Yl7rHXFpa0tFFoEhJFBxGaDiOomjp4ewyP1UpBCCffCDH7QXv/jFuWz9+c9/tqeeeiqnU0AEREAEhoEAM5n/6le/sn/961+xOMx8/sUvftHe8pa3xPAEC60WAREQARGoEQHskmiTuO2e+POFr9LlYyhUBwLq6FSHo6wyioAIiIAI1JBA+0WmF3wIcdn+xtqiZQIve9nL7DWveU0p/nPPPadPFJSoSCECIiACIiACIiACHSTgdd0Qk0uW0auFCNSVQMVlgCqEuKwrlZ6We955562c7fdPf/pTm/lQdBEQARHobwJ04vzFL35h2fvb+973vjjrOR2e+jv3yp0IiIAIiECvCWCRmAULwcXKv1BWSVNDAuroVMODriKbmSCIgAiIgAiUCNALPo5wZ5R7aa0UnSTw6le/upTc3//+d/v3v/9d0j/55JP26U9/2pZddtmGzJ49uxHvgQcesB122MFWXYQW5lsAABAASURBVHXVuH6FFVawL33pS3bQQQfZH//4x0Y8PGyXTQf/ZZddxqpKYR1xUiEf5CcbmX2Q7nrrrWfvf//7Yx6Ijx9dVT6y22f9fL5vlVVWaaRx5plnZlcbn/gjTdJPpSpPuY06GPjrX/9qF154oW2++eb2iU98wmCd5iMt7/77728PPvigJSPh29t5sfykzTEgFdK7/fbbbZNNNmlwXmmllezrX/+6HXfccUZHOeIhHCO4sH0qHCPWIe2cM8Svkv/7v/8z8kND5ec///lGntgfXOADJ3jRoFmVxkS67bffvnEukO53v/td4xiw3V/+8hejTJ/5zGds+eWXj/HWWGMN+9nPfma33nqrkT/idUs4Ho8++qgdffTRttFGG5XOB/LLNQmbnXfe2a666qq2OzJWHcf0fEjLBQ8Yb7zxxvaRj3wkcmDfHAPOgU7z4HrnmuY65JxnXwhlrToX03xOt8v5cN999xnXZzHvWVbXXHNN5X243fxzLyct+K+11lrGtQonBD861k3mvCAvvT43ivvbZ599yEZOuDdRvlS4l3NPy0bifOU6TuPgcp6SfjZe1s91TrxU2J500jhci9xzZ8yYYZ/73OdyrKdyXpIn8pbuF7e47zQPE7nFe1kVm4nSSNdzrz/ttNPifYd7Xnr/I39pebkvca2m28g1sywEr/D6v2uSpXv0LwL1JVBxGaDi3sro6fqC6V3Jmc3pv/7rvzq2Q56R1A2ph1Mfp57DMwKh7kY9iPoQz87kOHdm12ldi3oidcLiM4r9U1dl/8zmctttt3WkzkXueeaxX9KmjOwLSZ+LRVuJbfpBUmYcj2LeOW7UQ6gvUqekbtlqnjtV78DugGNWqJc1ywf1Puo42fikQXzONWxH6ovpMaJOzLlSdXyKZcjWwTplB3a7TkXZsyw4ntQv4ZEK5y5Mi8cfRug4r4mTxh/PJZ10fx/96Eft4YcfzkW//vrrczY7ceGci9TFAOfAnDlz7Nprr23s5bWvfa398Ic/tJe+9KUNnTz9S6CVc/qhhx4y7LLPfvazjfYy7BWeCVtttZVdd91147bVcJ7wfBovjU6196T7Su/BPDO4LpA0zzxLeabybG31yBTvhZ1u10yfHdwfuIfClvyS71S68byFFzOy0QZYtLvZH+1iZ599dqPNrlVercRj391qf+M+mHLjvku7czZPHL90fepyv83GGc9Peyjn0Lbbbmu0A3F/T9PB5Vn4qU99yn7yk58Ydv7TTz89XnK1W4ddgk3COZD48wiqdDGGFrUioI5OtTrcKqwIiIAIiIAINCdAL/hg6V/zeFozdQJPPPFEKRFGsIUQSvpmCir5Z5xxRuzUdPrppzc6uvznP/+xe+65xw455BDDWDr55JObJTElPQ2Me+yxR9wHL70x5rPGP3505OOTn/ykfeMb34gdgKa002namLLuueee9uEPfzh2csJIffzxxw3WaZbS8s6aNSsar+uss47RmMhxSuNM1qVhG440YtC4xL5I6x//+IfxyUPy9vGPfzw2GqFvJuRlqucM++R848XJV7/6VTv22GONxo40T+wbLvCBEw1DNBjRGa/VRlrSGE/osEIDBOcdDWk09BCf64ryca6xXzoPou+ksK8LLrggdqjg+uJFDY21lJdyZ/dF4zlsuAbpiLT66qsb50eWVTZ+O37ycd5559maa64Zz0k6zGQbRMgLjdspD47X+eefX9kBr5X90tj4/e9/37iWORe5trPloKzpuUgjF/cGrptW0u5mHDhxvGhQojEO/sW8Z1l973vfs4997GN2wgknTOrlG2WeOXNmvFeQFvxhx3WTlhM/OtZxXqy22mrGucy2aZypuJS5l+fGVPI61W25p2y22WZGQ/oRRxxh3Bvgm6ZbPC+33HLLgf0UEGUl/1xfO+64Y3xJxD2P410sL/clrlXuhdyD0vVyEwJUtYLXdw1PotJSBOpLIJSLjiqEuDSW5RjSdJLA3/72N8s+u0h77rnntvnnnx9vy0I9Apug1/YKeafeRF2Tuhb1ROqExWcUBaGuSj2MDrlf+9rXoh1JfQhbh/XtCvUp1U/bpdb7+Bxfzoup2rLknLreVO3AfqhTcb1iL2FPYgdwXWRtK/zo4JbW6TjfYTCoQgcXypPm/7//+7/jIK6FFlooVcntEYFu7Ibr6qc//amtvfbahl12//33N9rLsFd4JmCjbrjhhkY7UtX5TBpZ265ZGtg4SFUarZSNdjHa6mizo50gbSPAdky3T/OctmnxbOUZy7Wbxum1O53P21tuucW+8pWvGAP5aAPkXkx+UgY832kXozMPHS3pCJRdn8Zr1+U40J5D/YL7JXYu++l1+1u7+SY+dvgPfvCDOCiZ9kk6gXHOcn9nfSpwohPXr3/9a8POpz2Ka4n2vDROnd3EFgkWgksFiFChk6p+BNTRqX7HXCUWAREQAREQgTKB+K3jkfgS3Jea0ykh1JUlL9WrOmC86lWvsv/5n/9peZ8YQbvuumupYTybAJ/IW3HFFbOqjvjvvvvu2MHq+OOPbzRejJcwximjrmjQuOKKK8aL2nfraADhJTojTTFAW83gvffeG2fcwFAtGrKtppHGO+aYY+zQQw8dd+Tb4osvbm9729vSTSrdqZ4zGOUbbLBBnEGMhqrKnVQoOefpHEXjxFlnnRXvMxXRWlI99thjRuMXeWm2AZ0G6TzS6ZGhND58+9vfti222MJodGu2/2b6F154Ic4o9M1vftMoR7N4E+kZEcZoSOSZZ56ZKHpcz/HaeuutY4caXjZEZQsLGgE5Zuuuu65dffXV456DaXIcb+4NnCt0REv1vXazx6udRiKY7r777kaj1FNPPdVytm+66aZ4XzzggAOMY93qhtwfaAjkPsP9ptXtquL18tyo2n8vdTxLvvjFL9rFF1/c8nlJZz9esvEM62Vep7Kv9Brk/kn+ub5aSS997sKIznftXPetpD/IcWBKXdcfRoNcDOVdBDpDYKScDCqukzh6urxamg4TYJabYr2BT53PM888Le+J+gP1iF7bK7/97W/ty1/+slFvoq7ZcoZHI7INMxZtuummRh1mVD2hw/nZpfrphPueaoRe10+nmt9ObN8pWxb7aSp2YHreTHedinooM3BjL7VSr0vrdIPYlpKePxw7ZoHJtqcwUIuZTdI4cgeXAJ1bOT9btct4dtAmcscddzQK3W4azApI2wxpNRJpwYPtTRsdsw/RZtfCJjEK5y7PWJ61PHOjsocLyjkdz1tsSGzJdljDmA6czFCU7TzWLq7s83I629/azTfnCuXHDr/yyitbajPP7oPnAtcSzwnc7Lo6+rFLok0S31uVCSTry3pp6kVAHZ3qdbxVWhHoIAElJQIiMFQEYs/4EHvImwXTr3sEGKWEkVrcAx1VirpmYRrEJ+rkxLYrr7yyLbDAAng7JnfddZcxuuSRRx5pO02mAGZmHxr3qjbm0w3kd8EFFzSERv5sPDqw8Nk/1qVCGH02Xif8NIQywviHP/yh/elPf5pUkjRK0sGHjjHtNN5nd3bRRRfFzxCSVlZf9DNq6uUvf3lR3QhP9ZxhBCaNUVXnbmMnE3ho8OBlBiM5aTCZIHppNQx//vOfxxmkSiszikUWWSR+wi2jmrKXxlnOhZtvvnnKaTHjGuWgPO0mxjY77bSTMaqt3W05hxhBT6N6K9tyDfBigmuWY9fKNtk4lJMRfeQ5q++Fn3sMn7iYyvFipGAr+YcT9wpmFJjMfTHlwX2Gc4y0SDPVt+rCuVvnBvdY7rXpfbfq5esrXvGKeN9O43Av557eav7biUcnJ44Nz5R2tiMux4hteblKuJ+F+yT3S+6bk7kGKRsNpXzWgBHIpIeu9hLrvLWnMAkA2mQoCVSYfahCiMuhLHI/FYoZEE499dRSlt7whjfYfPPNV9IXFdQXqDdQf6AeUVzfSpj64WTsFV5Qs9/JvHws5osXgbwUbOU5RZlVP922rY5hRd69DHfKlqWei/3EDBnj5b+ZHci51Q91qm62pcw111yNujifhPt//+//5VAxg9LrXve6Rhzq7FV1+txGHQjA/rDDDsvZ8LR9fec737FOfrazA1lVEpMgQDvTj3/847bbzHj+Ybvi8jyZTBo895gZrdXONAxi+tGPfmQ883j2TaK4sZx0zh2vAwo2MLYw1xgy1XZN+EzH85ZrFxsSWxKbsl1ezDq+8847t7tZjN/L9jfugxwnhDYP2j5iJkYXHD/WZYX77ejqnAMzOnUykG0yzLKJYf/T7s/xz+rr5g+xwMFCcIn+/CLkgwp1lMDgJKaOToNzrJRTERABERABEegqAXrB03BIT/mu7qjmifOClpEpWQzM5DTRbDzZ+BjVNAigw+hiymU6L5x77rlxxhimX2aGKDq/hNC5aj8vlffaay/jRTH7Rvi0AiNNMH7ZP7L//vsbny+gMY04WSHfRx55ZOWolsUWW8zoiHHaaacZssoqq2Q3NTryYDSyLpWDDz7YeMGei9iBwHizHy288MJxtiam5Ka8CGVmmm54FHffTuN9cVtGKzMiCD0vPBh5xqfQmPb4l7/8ZfxEFtO906mNOM1kKucMhjWzAXHsiulTXsrNywnyBAu4kE84FePToMTsVLygSO43xRjNw0zfz8g9YtD48J73vCfOUMQ+Of/Z5+tf//o4NXQnzwkaGGigqWpYp7GYKbyz5z8c9t133zi1Nw0l5LcojAKk4aeonyhMOXlhkMajAXullVYyGkB40ZWyoJNP1b7hTxrFe1CaXta9/PLL4/2kqoGGxmk+o8W5mO4z5Z9Ng4Ye9pnVddtPo9g222yTu0+l++SexKe/srw4XzmGXF9pvNSlsxPnNuVIdUU33iuazK7HMSDt7PmBHx3rimlxrZM30iyumyjMce3WucH1xL02ve+S/2J+uEek63G5l3NPL8abaphZwngO8TxK04Il5zzHkvORa5D7I9cG10gaL3UZvVv1Yjld3w8u90fuk9wvi9cQ9z/qDMxqwHHPlpnzm/M8Wwa251olPdLNrqul3yu8/l/LoqvQIlAiUHExoEruFfhKW0jRIQLULQ488ECjY3gxyQ996EOGjVfUF8PUF6g3UH8orqMeTt0sfTbyrOiUvUJnYTrCF20Dnk9vetObSnYSdVReRmMzYDsU80qYTxq1MqBC9VOLn6+dqH4K036QTtmyU7EDuZ9RB5ruOhV1V+qw3WpL4fqiDo4cfvjhpQFvSy21lDEjDetTodNHt88T9pWtd9NBgJlesC+6vW+l310CdDQqPgtoj+HZk9oouNhpVbY2zz/OVQZ1pM8TniPveMc7bPvttzfsF55dPMdo86x6LtJWhc0+UUnpLMlglxtvvLEUFdsJG4rnKc8r9sm+ae/A5iJP2Y1oH9rV7X/2ndWnfmxgbGHOfWQq7ZrT+bzl2MEBWzItGy48ll9++TjTe8qLY0QbQfE4/+tf/2KTtgS+vWx/4z7IcUJob6bdOZt9HCz9AAAQAElEQVRhjh/rssL9Nhsn9cMse79L9Zy7q6++eq7djvMMbtj0VecZ23Jd8KnAqjY51tdBEmtkxHiWJ/58qat0+RgK1YGAOjrV4SirjCIgAiIgAiLQAgG6w4QQly3EVpTJEMAQpoGtuO2b3/xmwxgu6icK0zhEhwpGPy266KI2//zzGwYnBjkG59vf/vaJkmhrPY1z999/f9yGl8dMX4xxtskmm9gyyywT95/mgYaJE0880arywOxAaToxsT5b0KGFxvjiSwOMdkadnXDCCfa1r33NllxyyVyZmbmJxtz11lvP4JMtFsYuRm9W146flwazZs2K+2WUNy/2mep9l112MfLDiLFW0mv3nGF0HKO4MLCz6dO4wbT/Z555ZvyU23vf+14jTxx/uMCHfDHy9n//93+zm8bPTNHZg/Mgt6LFAPvecMMNbe+99zb2yz45/9knDTF8mqrFpFqKdskll8QXCtnINIZx3XFcmckne/7DgU9GoocPDWo0bGS3p7HonHPOsX/+859Z9YR+7iFsS8QVVlghjkaEA5/q4xxIWXzjG9+wU045JX5OBF7ET4VOTnS4TMNVLsebl2/Fa4BjSQcSGu7oUMm5mO4z5Q8X+FSl220dDUBMrc41nN0XDGi85L5Io1mWF+crx4pjucYaa2Q3i36u6aoGUVbS6QYeRU6UnzQ5BrjZ8wM/unQdcUkrFdLi/lMsQ7q+mdurc6PZ/nulf/zxx40GX/bHdcX1xXXGOc+x5HzkGuT+yLXBCHJGXxI/K3QK4zzP6vrJz/2R+2R6vad548X1fvvtZzSKcg/m3pctM+c35znnO+d9uh3pkB4viFNdXV2qusGCGR7TTwRqTsAvhSIBVCHEpbEsrld46gT+8pe/GHVk6h7F1OhMTj2lqC+GqSdQX6DekF3XbXuFF00nnXSS0Wk4u1/qiNgM2DvUCdNnMs8o6qgf+tCHos2A7YgNWbSVYMInWrNpFv08t1U/TaiMVz9NYkzfsmrPnbJlqdu0awf2S52qLm0p2eOPfUL9k3ooeo4fdfall16aoGTACfD84bymGKldRnsMz4DURsHlmPPcoK2SuFmhEyLPM3QM1pwxY4bR7sXAybStgecJbQzYP+iImwrnFoP6aAdIdUWX5xaDdoodojgf6cRCnrGhePbyvOK5xX5o72CftC8svPDCuWR5HtHJK7VLcys7FCDfcJuO5y3H5Kijjoptd9niYFfTOY2O07SdpLw4RrRxYJfziT3YZrdrx99P7W/t5Ju2ITolcU5mt1t11VUNLrQlZ88xzjO4YdMzAxRtbFwv2W3x33DDDfbggw/iraUktkiwEFwqCIQKnVT1I6COTvU75iqxCIhA/xBQTkSgrwjQCx5DygxfX2Vt4DMDV4xqjHMM4myBMAA/+9nPxtmKsvqJ/EyHTHqMzKuKyzTgpF21bqo6XszvuOOOxqfM8DdLj9luiMfU6dk4MLj11luzqr7x00BCYwuj07KZoqGDxhFG4YzHlQaejTfe2JjdJMsGYxejF+M3m24rfl4c8DKfmZuq4nMuhDCxeUe8ds8ZRi2lsyil+6ZcpMMnDBmRmeqLLpyYVeyAAw6IU+Rn19MoRgMJo7Wy+lb8NHqtu+66RvrF+Og494v6yYYZ+TdnzpxcAw/74AXNF77whco8ZPdF3E996lO2+eabl+Led999ljYMZrdpxf/pT3/a6GDzmte8pml0jhONTTSmFCNdffXV43ayuvDCC0szDNBJjoZHOpCEUH2+UV5GW3Lds//ifrsdpjG9+Fk/8sS9ioZIytAsD5zLXGd0EMnG4Vyl4wj3hqyeMA2fdLzJ6rled9tttzij13gMWMeoR+KyTTYN7j/ch9hHVt+Kv9vnRit56EUcjiUdfbm+OMbN9snoyO233944vtk4NBb+/ve/z6r6xs99kfsj5142U3SS42XRcsstFxv6suuyfthwvnPeZ9mQHh2/6MCajV83P3WyEeq6I6rv1u3Y90F5+y8LFZcBKq4TbEL8/ZfpwcsRHdt5GXrZZZcZA1Koa/DSC/sgWxrqBty7uY9n9UU/9QPqCdQXsut6Ya8wcyad9bP7Jd/YPuPVEdP4xKWMX/3qV1NVw+VlLs/AhqLgUf10DAjP9Kr66ViM/vFRz6WOPVVblhK1awdyPvVbnYprAFuJ6wA/5aqSQWxLyZYDO5rOELT9pHrqsHQeCaHalkzjyR0sApzH2Fvj2WXcB/hcYdEmS0vKc4/OsgzmCqH6/ODTlMzcXEyDmaHGs2/4ZCTP3HRfuNhIXIN0cBqvTSWEYMwwhQ2GLca2qfDMoiNSUmdKtZ1zp+t5S3loAyvWMeiwSmdj7OtmpeRc4DN73/ve90rtX822yeq5b7DvbP2IYzXd7W/ZPDbzUzcqtg1xPnPOcv432y7VMwCaa6DYfv7kk0/aZNqR03QH3R2JBXDr3W33xB8VjUWVrrFSntoQ6OOOTrU5BiqoCIiACIiACPQFAUzJEOKyL/Iz6Jl44YUX4khXXioyQoPpm4uGImXE8PngBz+Ity1ZYokl4mw2bW3Uochrrrlm/GRaCJwv4ydKgyYjfYqxWvk0QXGbXoRpJGFEWHZfGKW8NKZhJatv5g8hxE/3FaczxujF+G22XTM9sxZxvJutb1VPGqTVanwaJRktXIxPJyPO6RAmPv5s+5a3vMUYvQRHwqnccsstdotLGm7FpVGLjhyd7Mw03n4ZyUYDVjYOo664BkJorfxsC/fi6Cw6OVXdE4g/npAOI5lpRBovHuvg9PnPf974PCbhVB544AGjESkNZ130jLbP6mhcosGKsmf1zfyM2t9ggw2are6KngY58s2MANkd0NGLWb5gkdVX+YlDgyejSbPrq0bRMSsdLyyz8eBEJ8CJPiWZ3Ya4dISjI2JWT9rsI6ubyN/tc2Oi/U9tfXtbc5yadfQtpkS897znPTk10+j3a0ena665pnRv5OX1dtttZ6985Stz5WgW4FymI9373ve+XBQ6A9LxOqesW8Dv3cndO1nWrfgqrwjkCFRcBqhCiMtcVAXMHn74YaMT/7LLLmvtCPVA7CFmwWXWIjqpFHkywxH1O+pQxXXF8HTaK7fffrth02Tz9IEPfMDo5JTVjecPIUSOzGaQjcdLXTqmZHWpX/XTb1or9dOUVz+5nP/YoVPN02TswH6sU2FHfvjDHx6303rKatDaUtJ8Y5cdeeSRuVmROX833XTTtgf4pWnK7V8CH/vYx4znwEQ5pF3one98ZykaNjQdWVppayANJJvIs88+a3/84x+zqoafjsF0RqLtpaF0D50mW20j8OjRBuMTY5zHhFOhfY9nVxrupDtdz1vKU5wBnPsvM9gzg9NEZQwh2Je+9KXYJjp+3PLafmx/K+eyrKGOwvMmuwZmtFkUP4WXjVP0c8+vej/QbrtQMd1BDmORmAULwcXKv1BWSVNDAuroVMODriKLgAiIgAiIQBUBesGPMMI9SlWM+uom06hNIzUzvvCJmWZGCaOWGOnCLEDt0qVxvR2Dqd30m8XHWKOBP4TWzQnyWnyJ/+9//7vZLqZVz2d9io0glLeVRpdsxkMIRmeg4micq666qu1ZfFZaaaXSp/Cy+2rVz3Fo55yhYYVZh7Lp05GC8zqE1o8/28OPxiT8qdDR4OyzzzYan1LdRC6dzYrThk+0zVTW0xGr2HGGa3ueeeZpK9m5557b3vjGN7a1TbPITH3NvaPZ+qIeXq9//etzakbIITnlaIDOH7/73e9GQ4nDJyjbfYHFiE7OlySF7i/pNMZMVdk9cb9aZ511jE4fWf14fs4xjnE2DqPoGAma1V155ZVGZ8CsbsUVVzSOT1bXip+GYV4CZeOSNp9Xy+om8rPvbp4bE+2/V+sZ4U4HsVb3x8vjqk8l9ONziPshnW25P2bLx3lMubO6ifx0hqRjKtdBGpfrnvTZT6qrnesVXv/3YidL9+hfBOpLoOIyQMVLamZ0qi+Y3pYcW5AZb3gxGMLEdezpslc4L3iRx7MkJcQLamyldupabEvH3aKdhL6ZqH66iLVSP23Gbzr1K3XIlqWOjl3Talmo61Dn6ac6FXUyrpcQwvjFyKzFhh+UtpQ029yj+OxVGuY+wUzDzAiT6uQOBwHOaex+7K2JSoRt8ta3vrUUjc+hFQdnlCKNKnheFm0ink3IaJScQwcoPl+ZVWIv83m1dp9b3IMoazatRx991LoxWz3lma7nLeWhXNlycnwYPJTVjeeHLYxhPV684rp+bH8r5rEqzIxLxXZ/Zr4qdsqr2raoo+20qKtzGLsEm4RrIvHnaVTp8jEUqgOBF9WhkCqjCIiACIjA8BJQyTpHgKaWYOlf59JVStUEGAm011572WQMHxqKll566eqEu6zFuF944YXb2gudPIozytAp4W9/+1tb6XQ7MiOIb7755txuyDeflwgh5PStBGiAoYNINi6zAzFKKasbzz/vvPNaJzqLTOacoUEo+yKDfLbbkYJtkBCCMdKvOKsTs4s89dRTRGlJFltsMSum0dKGk4z07ne/2/gUIecAM6owrTlT7rebHA1/L33pS9vdrBSf87Gqw0YpYkbxkpe8xDiPMqo4mxMdabK61H/TTTdZ8dpkVFk7neRIi0Ytzhf8vZD777/fijMMMGK03XtsCMHoRMMsAzTmrbPOOsaU9tnjzidoivcKrjE689GA22552YbR3aSR3ZZ9cF/K6pr5e3FuNNt3r/U0GnIttrNfjmcxPp+vK+qmO8z9kPtiNh+UlZeEWV2rfp4fPLez8fkcafFaya4fdr9f4rG2a3iGvbAqnwhMRCCUI6AKIS6NZTnG9GqGae/UD3lpeuKJJ9rHP/5xC2Fi4tQLqB9kOVAHoK4awsTbZ7fD3469gl1APpm1k043bItdWPXimrTHE16Cku/x4mTXqX46cf00y6tf/Ngg1EU6kZ927cB+rFNRJ+OaaYfHoLSlpGViNph9993XsjPXMSMz96g0jtzhIdDuOV3VpoC9TufXVqm8+tWvzkVlNn0GJuWUowE6yRbtHtp42r0OSS6EYMwSXHx2XXrppW0N3iOtiWS6nrd0JikOHqONguuXOstE+c6uh3G7bVccm35qf8uWZzw/5+8PfvAD49OczGBIWxjnCh3zxtuuah2dB6v0ddUlNdsQ68ihAkKVriKaVENOQB2dhvsAq3QiIAIiIAIi0BqBEeZycknd1rZSrEkQwEhcZZVV7PDDDzde1k4iidjRo+ql7WTSancbjNV2O5pg9BUbNDDcMaLb3X834zPaqziDETPhUObJ7JeGADpKZLelA0k7HZ1g3Ylj3W465LPIggaddhsqsmVnRiMaqLM6GqSKo8Wy64v+Xo8CpaPa+uuvHzu6nHzyycan/Gi4KOarV2GuJc7JdvbHcaNjZXYbrj9GOWd1+OnAQycI/KmwffE8TtdN5NIhszgCeaJtJrueRsziiG32TyeidtNkdiU+gzdr1izjU3Q07GWvsQZ2tgAAEABJREFUQ6Ym5/N/2XRhPJXRd7wkLM5sQEecZ555Jrubpv5unxtNdzwNK3h2cn9tZ9ccP14UZbfpxxmdqjrsLb744qXP1WTLkfGXvNz7i/ddOjk+8sgjpbh1UVD38Bqvmdd561JmlVMEmhKoGAaNiuvELxLN89sU3ORX8NJrhRVWsB122MGYuZGZnOjQ2mqK02mv8OxdZplljE8M7bHHHnb66afbCSecYMWXztbhn+qnCdCJ6qdJrP5aUg+hDtaJXLVrB/ZjnYp2BZi0w4M6/iC0pVAm6tYzZsywbHsHx+1rX/taWzPskpZkMAgwGKxoY7Wbc2wdni+tble8HsbbrmrwHm1a7ewvmz7lxe7P6mgXoLNVVjdVP/mbjuftc889Z8XZvSnvZDqsUgY6LrXDot/a31rNO/UgBq5tueWWxmc7+Uwx7Yitbj+FeEO/KXZJtEncdk/8+SJX6fIxFKoDAXV0qsNRVhlFQAREQAREYCICIVj8c9fcZ/p1nAAjOtZee21jxO7uu+9u7TRoFzODYU96RX0vwhj27e6Hzl1Iu9v1Oj6zTGHYZ/fLywgaLeiQMxmp+sRZtuEvu68qP+dJJ2YCavec4XNtxRfh8803nzFyuyqfrehgWTx/6FDFS/dWtidOu5182CaR3i9p6KWjCh2kvvrVr9o555wz5UzQgALHdhIKIVir1x+zBBRHPE7luNOYT8OY9eB3zz33lPZS7OBRijBJBS8Zn3322dzWTLkPq5yyjQANxAsttFBuC45H8Z6Ui5AJdPvcyOxq2r2TuQ+E4LUcl2nP/AQZePjhh63YYY9nwPPPP2+TeQaxDS/IsrslffaT1dXK7+dBqFWBVVgRGIdAxcWAKoS4HGfDeq5ilP0aa6wRR+wzar9K6MTUrK7G7JC8ANtvv/2MdKift0uyH+2VVstAhyVmtz3ssMOMuvGNN97Y0qbUh1Q/bQlV30XqlC1Lwdqt/1HXoc7DtqlMd52qaAun+RrPxY5DxovTL+uOP/54u/DCCxvZYcDJpptuagsssEBD1zuP9tQLAgzUCYE6w+T3xgx/k9+6+ZY8c4ptWsTmvMRGmozQTla0+RmYhJB2vwhln8zzlnIg2XJMpZ2DwVy0c2TT65a/G+1v3cprNl0GF9Ametlll9lWW21lW2+9dXZ17f3J3SVYCC4VNEKFTqr6EVBHp/odc5VYBERABERABPIERkMj7lLBNo3ddRL5/1YatYsN3Uzpv9tuu9kRRxxhGCyM6Nhiiy2MWW3yqQ9WqFuNEP1A4e9//3vpBfOtt95qn/nMZ+yjH/3opGS77bYrFY3ZYErKPlPQuQse2WzRiDWZFzLZNKoad2mEzsYZJD8zI9Eowaem6Mi055572kYbbWTMALTiiivGF2F89uz222/vyHTmjIrrJh8ah+h8lt0H9z8+f5fVternZUIvOmXSkFfsEMRo6W51suL6KHLi+mD2q1bZFOOxbTG/7IcG2GLcqnC3z42qfU6XbpifQ1XPhwsuuMAm+wxiu5kzZ5YOVdV+SpGGVeEVXv8f1tKpXCLQHoGKiwGVbMJqjLzc5JMqjNhvJnRiuuSSS+wXv/iFLbzwwrmErr/+evv85z9vhxxySO6zTrlIEwSonxc7b7RtrxTsmk7aK9QlqRvTiem0004z7OGvf/3rtuqqqxozEn3hC18wGDHwg3r0BMWNq0mzWO9S/TSi0WIcAlV1nemuUw1zHRZ7mLav7HW97rrrGrPnjHOYtGrACUy1fYjiF5+V6DohPDt4ZhbT4pmHjTQZoW2QZ242TdoiqvaTjdMNP+Xr9POWclCebH553k723sXAz2adv7P7aNXP/YUyc7/pRftbq/lqJR5tOwyEpI540EEHGfVIPuu5orcb0n64ySab2HnnnWd07m4lvbrEwS4xf0+FbZL48yWv0uVjKFQHAuroVIejrDJOiYA2FgEREIG6EKAXfAhxWZcit1zOVhq1MVKywpT+NOjyKaNOGnZkmhFxnU6TdOsuTG/fCwbMBtOq8coo2E4c63bPmaoGjunuSNHNjiutHncak6655po40orGCBpucb/yla/YNttsY8cdd5xde+21RuNLq2n2UzzyXXwpMO+889pkOzrRIEYHnm6XkePCOdvt/aTps6/iS0ZGWofAMzSNJVcE2ifAi9/2t2p/i17tp/2cdX8LLtNgwQyPlX/SiECtCPilUCwvqhDi0lgW1ys8MQHqBB/4wAds1qxZsYNPdov//Oc/xguu7bff3op1rmy8Zv5+s1ewaZjBhQ5g2L7pCzts4R133DHOZvyb3/zGih3Sm5WvSq/6aRWVwdB1ypadjB3Yq7pOr/bTz0ece9k+++yTs4GZ3W699dazEPQk6edjN8x54/n02GOPdb2IzLzLbIvd3hHl6fbzltmcuJ6zZaGz0mTbg5g968UvfnE2ubb8tPMMYvsbnXLo1MSnPD/72c8a98MPfehDcSDkj3/849jhncHQDPqkXtgWlJpFTp4gIT5LQkXZq3QV0cZVaeXgE1BHp8E/hiqBCIiACIiACHSEAL3gqYzTU74jCSoRERABERgSAv/4xz/shBNOsI997GP2ve99L4604qVLq8Wjk9hkG4da3Ucn4tHIwii5JmlJLQIiIAIDT4C67oh5rXfEZeBLowKIwBQJVFwGqLhOzK8T/FPcQ603p3MGHeF5wVUEwcwye+2116Rndiqm1+swn++hYwMzYmy++eZ21VVXtdWZiRefSCv5Vv20FUqKIwLTQ4DnxcEHH2zM4pbmgBl9N9xwQ+vEbD9pmoPu0mGj22WAd/GT1VPcpzbvAwK9fN5ynvZDe9Cgtr9xP7zpppuMgZB89YFZ7u6///62ZnfvxUDBPjitW85CYou49e62e+LPb1qly8dQqA4E1NGpDkdZZRQBERABERCBFgjQCz6EuGwhtqLkCSgkAiIwrASeeuopYxrp3Xff3Rjh1mo5mYmLF1u84GK0FjM/tbrtdMWjQxazEEzX/rVfERABEeg6Aa/rUts1S5amnwjUmUDFZYAqhLisM5mOlZ0Xz1tvvbW96U1vKqV56qmnxk/c8WKxtLKPFffdd5/xObrZs2e39YkVZoVYbbXVbNddd7UzzzzTll56aWvl15/101ZyrjgiMPwEsJUvu+yyXEEZEMSL/mWXXdZakfe///12/fXX59JgphM6Uha3L+4rt1EfBOik8KpXvaqUE8pTUnZYgR2PdDhZJTeNBHr9vGVG7uk+h7inDGL7G3U5ZvL87ne/a7/97W9bPmuo4yy++OKxXnXyySfbTjvt1PK2dYiIRWJut4cQfGmlXyhppKgjgRfVsdAqswiIQI8JaHciIAIDQYBe8COWLAciw8qkCHSYAC8iikkyEvGGG26wTsoBBxxgdIIp7qufwi996UtLnytjNHU/5bEXeWHa7m233TZ+jq7Z/miYeO1rX2tMRb3BBhvYvvvua3RsuvTSS22//fazNddc03ix02z7ftIz+rZ4HfCpRT7V1k/5LOYlhGC9bJDj+ijOQsDIR0bwmX4iMAUCxeuPpOhk2clnEGnxySTSrqV4Vdf/vejJ0j367zQBpTc4BCouA1TJ8wzf4BSln3O6wAIL2HbbbWfUs4r5POuss6ydF/dVz4le2it8BmizzTaze++9t1iURphP1bzhDW8wOvnzSTs+1ffrX//aLrrootjJic5OdAZobDCBB27Fcqt+OgE0ra6cTUh1Kp0Y3SYQQqi0S+kEYR388ak0PpmWTZL7Kh1Vsro6+2EBkyyD173udXb22Wd3tH0P24rOetn9dMI/Hc/b+eabr3Tv5Fz729/+1okiTZjGoLa/UW8+5phj4qeJx2s3pT6z1FJL2TrrrGM777yz0bHpyiuvNLalLkfdaUJINYuQWCP+tkozOvX3kZ/m3L1omvev3YuACIiACIiACPQJAXrBB0v/+iRTyoYI9JDA/PPPX9ob0wxjtJZWDLli7rnnNjpzZIv5+OOPGw0PWV27/j/84Q+lTRZeeOGSrh8UHPcjjzyyspPTq1/9avvpT39q55xzjl1zzTVxVPoee+xh3/72t23FFVeML7JCCP1QjLbywOf15p133tw2TBs+2Yatv/71r0YDXS7BLgRowCyOnKXhl0a5LuzOuD7YZzZtro9WOGW3yfphxUu7rI5P3hTLlV0vf/8TqDqu4+Wae0txPc+hok7hyRPg1hy8vmt4Jp+MthSB4SAQysVAFUJcGstyDGkmQ+Btb3ubrbvuuqUX4NSzmOHo7rvvbinZ6bRXeFE/Y8YMq6rPL7roovGl3YUXXmi8tOPlHS/x1l9/fVtmmWVi3amlAlZEUv20AkoPVINe/1CdqgcniXZRSaCqs8KDDz5YGXeyyieffLK0KXY898vSipoqYAGTbPFfeOEFq2KXjdNp/2TSm67nLe0PxXYOPp33r3/9azLFMNpjaJdpZeNBbn+75ZZbbObMmcbgt2xZ6fjNJ+xOOOGE2G7IgEhmffrxj38cO4Nzr6BDXnYb+fMEElskWAgu+VUxFOJSi7oTUEenup8BKr8IiIAIiIAIQCD2jE97yLuLTiICvSUw7XtjVp5iQwgNUjSGTHvmepyBueaayxZccMHcXvls26OPPprTtROggaPYYE6HkaoXNu2k2624dNChI1Mx/TXWWMPmzJljn//8541OKCFMbFrTAYZGnmJa/RbmuHMdZPPFpwceeeSRrKplP2XmuLe8wRQi0khU3Lx4vhXXNwvTOYUpxz/xiU/YRhttZHvuuacxEwEvI9nmNa95jRXvFTDiGmH9ZIRtud9kt2X2gle+8pVZlfzTSIDrmEbndrJAfLZrdZvFFlus9BL8nnvusfFGhraatuIlBGhEjzVdr/smGi1FoMYEkmHSOQCouE7M4pWSW6fA5AmEEOyzn/2s8VnjYirUtQ4++GBL6xnF9dkw9bRiHYT6Qy/sFT7FQiembH6YUfNb3/qWHX300fGlXTFv2bhZP7OFFjt4Z9dn/aqfJjQmqp8mscpLXlC3cm4Vt5zqAJdiehXhrqpUp+oqXiU+DgFm8Suuph2Fa7ion2yY+3FxW2zUfp85vJjnboZhUWzT4ln5wAMPdHO3HUmb4zsdz1va52jjyhaCAV18Ti6ra9VPe1Crz5JBbX/DTj/ppJOMDmFZLrRPHXXUUbblllvam970Jmu1Q1MvPnOZzWe/+7FLok3itnviz+e4SpePoVAdCKijUx2OssooAiIwBARUBBHoMgFveA3mf+6au6afCNSQAKM+i0b9fffdZ5PtLAFCXlqsuuqqsVMMnwri0w133XUXq/paGMW1yCKL5PLIy/qrrroqp2snAEd4ZrfhZUi/dnQivzTqZPPLVOff+c532v70IC8XeImVTasf/XyGjxkHsnnj5QjTsWd1rfrvvPNO61VHp7e+9a2lDiI333yz/fOf/2w1u414aacjjv+1115rxx13XOzclo7QowPSG9/4xkZ8PLys+yj2ys4AABAASURBVM1vfoN3UnLHHXfEEY/ZjWmYZV9ZnfzTR+DZZ59t+3yiUZjzqNVc82KEKe2z8Wno5vzK6lr10/C69dZbx5fP6623nu244442e/Zs46V4q2kMXTyv64ahK5QKNHwEelSiiosBVQhx2aNM1Gc3vHT93ve+F2f+LJb68ssvjzOEFvXF8HTaK7fffnvpRd7b3/52+9KXvtTyC7y0PM8995y1+tJf9dOE2kT10yRWeYkN1259nPrz7373u3JiA6RRnao3B4sZS/gcJbOWTFY+9alPxQFE2RzTwZEBRsU06cyTjdePfuxEOoxk80bde7L1+Ww6+Lmef//73+PNyeKLL54LK2BWbNuACR2IsJHwtyt0WPvMZz5j6YCo3XbbLX4Kr9XOPK3ub7qet5y3dMrJ5pMZsCbbhnndddeVZjnKpp31D2r7G/UZ7PVsWegETrthsU01G6eZn3Os2bo66kMsdLAQXKI/vwj5oEI1JTAcHZ1qevBUbBEQAREQARHoJAF6waejdzuZrtISgUEhMM8889gSSyyRyy6jck4//fRJzaZBQ9YFF1xgGL584uHMM8+0Qw45xIqdfXI77KPA8ssvX+o4wqw2lKvdbHJvOffcc0svR97ylrdYv85YQ+Nh2rElLe/SSy9tNJqn4VZdGm2KI7NggrSaRq/iUUYalrP7m8xxp3PXJZdckk2mq/6FF17YmOUguxM6Dz300ENZVUt+OiwVz/Mll1zS6ABIAkyD/653vQtvTrhXtPrSLrshrLg/FM+3d7zjHW13qsumO7T+HhSMl9G8TM7uitknGAWc1U3kp1GYxuGJ4qXreXmzSKGTKY2dfAoojdOOy2xQdFCloyUdD0877bT4HCLcTjpDFdcrvP4/VEVSYURg0gQqLgZUSf0E36RT1oZNCFD3/cpXvlKqY1MHOOyww2yiest02is8U4rFWnnllW0ynbKrno8wQIr7ILz00kub6qe/sfHqp3BCmEUCNyvt1EXYjlk4qo436wZFVKfqzZGiYwQdOJm1ZLLCZ5wWdlsum+P55pvPNt544zgbSjZd7qHZeP3oZ3BU0S7lGrz++us7kl3aFoptStipVZ16OrLDAU6E9j0+x5YtArbRZO9v2GQ8pxnIwoCoE0880fgsWbNnV3a/7fir8teL520IwVZcccVSHWUy7RzYm+2c8+O2v7UDz+NyjfSq/Y3nMgOifLeNf65/6i0NRYseOjHSya0YnVmii7q6hBNrZMSwTRJ/vuRVunwMhepAQB2d6nCUVUYREAEREAERaIEAveBDiMsWYiuKCAwfgRCCMRrxxS9+ca5wfL6s3RltMMJOPvnkUqcmGr3e+c535tLvZKCTaTFCu/jCnQY1Pk1B+drZ1y233GJnnXVWbhNGOa2yyirGKO3cij4OkOcQuE+2nkk6sRx55JHGaOrsVnSYoMEzq+sHP43HxXOU48753M5xv/TSS62dhq2plp2XGUsttVQuGRrXOF/baRiiYyKNldmEuCcsu+yyWZWttNJKpRkZbrzxRuN+kYvYQuCiiy6ya665JheTl3k0ZuaUCvSMQAjBOO7ZHXI+tTO7QdW5lE2vyk8Hqw996EOlVccee6zRYba0YhwF5z33HhpMs9He/OY3G59zyerq5PdDa8H/DE+dCq6yikAVgVBWogohLo1lOYY0UyXAbBBVn7DjxSmdnbh/N9tHCP1lr7T6KZZseXie8nzK6vAzIwYzIeIviuqnz8WX6Vku1FOK9VPWv/SlL8XJyU033dTywB3q+7zU5uVtLpEBC9SlTjVgh6UW2a3qkErB+bzVE088gXfSwkxEXJ8MyMsm8vrXv96KncWy6+vqZ3Yi2rWy5cc2OvTQQ412mqx+Ij8dnIrtBGzz3ve+14qdqdB3Wnr1vOW5UmwHpJ2jnUFs6XPk3nvvnRKGQW1/I99Iu4VnoGxxdijSYEY43DpKYosEC8GlAkCo0ElVPwLq6FS/Y64Si4AIiEBdCajcExCgFzzGiBm+CSJrtQj0gEDRkKejCJ1DurnrZZZZxpZbbrncLmgA2X777Y1ZXnIrxgkwA85RRx1VivGxj31sUjMClRLqgYLPJ3384x8v7en444+3Y445Jo6oKa2sUNx9990Gv2JjHC/aaUSp2KQvVMXPGJIpOhoUR2uhbyaM7KODAp8jaRan3/R8fuDTn/50qZMH5zOzDiXPifFzzUxKe+65p/HZu/Fjdm4tHebWXnvt0mh/8tzq+crxmjNnjt122225jDEar9hASkPy+9///lw8tt97773t4osvzunHC1xxxRUGK7bNxuPa4KVeVtcv/uK9mXz1Y6c98jVZYVR0sYGXY8T1TAemidLlJfV+++1XOpcm2o71dLhddNFF8TaEmRX4BB0N7A3lOB6uU857Rh1no9Hg+tnPfnZSs29k0xlkP2xGqOuOqL47yMdRee8QgYrLABXXCTYh/g7taTqS6dt90gHj29/+duWLUTpMT1SPmC57pTjTIYCZeYBnHv5WBLtq//33t6rZKsbbXvXT1uqnMMTGohMU/lSwRVq1ZZvZsWlag+TWtU5FfQ/JHitsWD5JmNXJ3x0CIYTKAXR0+qCDTTv3zGIOGUzEc6KoZ6DEvPPOW1TXPsyzY5111im1bXBP/OUvf9lyZyc64u66665Gh+QsVGbuoY0vqyv6i7ZzK+2a0/m8rWoHxA7ea6+9jE/RFctXFeY5wmz2Veua6fqh/Y02peK9E9t/vHsnndxoO8iWi07b999/f1Y1oZ9n9EEHHdTyp/4mTHBIIiS2iFvvbrsn/nzBqnT5GArVgYA6OtXhKLdURkUSAREQARGoOwF6wYcQl3VHofL3CYHitPt0muCl7VQahiYqGg0hX/va10qdJXjJzJTsfPZnvP3TeH/EEUfYNttsU2o0oTxrrrlmHIkyUT76ZT355fNZ2fwwipDOHLvvvnvpU3TZeDSG8Lm67373u/bII49kVxmcv/Od75RmxMlFmuYAHVlotMhmg89snHrqqS01PtCxa4cddjBe5sAim06/+5mtiJGJ2Xxybv/85z83GmfxZ9elfl6MXnbZZfb973/fGK2f6nvlMqNTsaER9vvuu69NdL5yvPbYYw+jcSmbX87VL37xi6VPyNEIxqdnaNzMxufTdVz/3AeacSI+64iz2WabGaNK0aVC4+K3vvWteJ2kun5yGTFczA+zUtEAXNQPcphroPiikE5wO++8c+mYZcvJDAibb765MQtaVt+qn+PPuVVsZOWlMOcFn1vgvG6WHucy5zvnfTEen1xMOug127oGeq/rhljMZBm9WohAXQlUXAaoQojLulLpSbmXXHJJW3/99Uv7wt6ZOXOmjTfrB3WT6bBX6PRdfDZdeeWVsYM3dcBSYQoKno+bbLKJnep16cKqloKqn45h4hyoqp8Sg45O2J34U6FuwMCTqpki0jhp3ZR6LP5UP8huXetUzOrFbLfZY8eMIMzsldXJ3z0CDJRBinvAPthqq63GtSWK2xCmTs9MTlzHxesTe7RoA7ONJCGw/PLL24cKM+bCkxm2eCbxmfAkZvWSwW4bbrih8am6YgwGkFTZxtl4xfsxz/mJ2jWn+3n7iU98whZffPFsMWL7Dp+Z5DyEX27laAD9cccdV9keOhqlqdMP7W88M4qf42UQ33izOvOZzeIxpjPbrFmzWrrOYQZT2pu724bWFH1fr8AiMQsWgouVf6GskqaGBF5UwzKryCIgAiIgAiIgAhUERlw3wgj3KB7QvwhMM4GigUl2aBhaZ511bMcddzReNs+YMcMYYcO6TgkNUt/4xjes2JBPBwb2+6lPfcrYL5+a4iUEM5lg/PJSgk9RsK7Y+ERjNIYrn67rVD57kQ7TrtOYgcGf3R/G+Iknnmgf+chH4mxNvHjPsuCzG5///OeNGUiKnTjgyij2973vfdkk+8c/mhOmOadTwGgwOpSbjks//elP42ekii91CNNQxmg3GoeYTYht4sYVC146VKinXcX5ynGHQTYzdHKjIxDnOec7o1I5/2k459r88pe/bDQWFo95No1u+tPOR8V8cww4Xzkmu+yyi2XPV6ZhZzQn64hD3GwemdWMDi9ZXepfaKGFYnnhlepwuf65D3z0ox810mYfcELwsw6GuMRlm1RIi04y/TqbE/nk5UmxAxANv1zz22+/fbw3M0vVww8/TPSBFTrOLbHEEqX806mLTqAcW+79HNfHHnvMaLD+wQ9+YDwj0qn9ud/RsD733HOX0hlPwb2VmdWKceh0u/HGGxusuc9yPrF/BD95anYucx9n26pna3E/Qx32Cq//exGTpXv0LwL1JVBxGaCiPsOMTvUF0/2ShxCMukBxQAF7pn7FCzLqXYSrZDrsFV680okmmx/qMXSM2W233YyOTNl1+KlX/f73v4/2wlprrVX5oph4CC9/SQ9/lVBHUv00ITNe/ZTn/aqrrppEzCwZeEIHOeoqDExIbbe0/kC9NVs3pTNe8UV3JrmB8daxTsUMMtTXsweJa2uLLbYwBiHRjoJgvyX3+2zMGvq7UGRm7mOAwlxzzVVKHVuCmYhnz549YVsWM8lceuml9tWvftUYREWbVDZBbA2ua+zSrF7+MQJcDwzEKrYREAMblmcxbXUMauT5i12Vte3oVFrVSXSFFVYwOjqFMH5Xiyrbi2tvvHbN6X7e8hyhQx4unFLh/OM8xBal7YR2IHjBDduU5zztANxv0m1adTk+093+xrlSnJ2Jzkdcy9Q/uG8iPEPTcnGtM3sg12Kqw2X2q69//etGu0DVYFkGiZ1xxhnRrocpbNmuSv7+97/beHXCqm2GRYddgk3Csyrx50tWpcvHUKgOBF5Uh0KqjCIgAiIgAiIgAhMTwDQLlv5Vx5dWBHpJAEO3aGSyf6YAphGCxoFTTjnF6FiCvlMSQrAvfelL9s1vfrPU2Yl90CjMTCw0hqyxxhpGozCzbxxwwAGVo69plKdBmZfdbD9oQiM3M/kUGzkoBw0YdObh5XmWBZ9s4jgRJysY/3SGgW8IIbuq7/wcNxomiuXmhQ2NFTTurLzyyrFTA50e6Fyw4oorxjCfect+ZpFpuBkFWOzsQANa3xV8NEMLLLCAbbfddpWzbnENcL5/4QtfMM5/GrRo8GHGmdHNo8OU64wwjYEeLcg3L9uKo+rYPceEkZvZ85VOd3zii3XEyQozBxCXBq+sPuvnuqZjEudLVo+fNEmbfcAJwc/9A4bEyQppDMK9YsEFF2x6XnA/4N7MSE5Gv2bLN2h+GqU5XhyXYt7TY8u9n+P6yU9+0jgPmNki2whJZ6X11lvPQmjvfsc598Mf/tC4rxb3TZj7K/dZ8sf+Efycb+SNOFlhdrptt93WuJ9n9XX0cyiCBTM8pp8I1JyAXwpFAqhCiEtjWVyvcOcIMKCAGU6rnjO8/Lrhhhua7iyE3tgr2QxQJ8Y+KuaX596cOXOMzjfMGki9GOEZtqLXjXmZS/0AuyFNb9GjtTfGAAAQAElEQVRFFzWeW2kYlxkQeKGIv5lQz1P9dCWbqH7Ky/eqTkocK+oqDEzg+DSrP2CHU2/gHG12LAZFX8c61Ute8hJ785vfXDpEHP/rr78+zjpKff2CCy4wrrtSRCk6QqBZh1QSf+aZZ2yfffYxOiXSGW+jjTaKg0WwqRHCXKO0N2y66aZW1dGGthXscO63pClpToBnR7M2Aq4LBjEyqDFt32hm26V7oCMSzyLsxVTXzOV+2m67Zj88b7EbsW+Lz3zKiS0KT84/niNwwzYtDnRaeOGFKz/TSxpFYT/T3f5Ge90b3/jGYtbibP20AXLfRIqfGF599dVtueWWK20HJzpIMXCO65lrFaGu9MEPftB+9rOfGXFs9MfAvXXXXdc4v0ZV0aFulK1DRWVNFoktEiwEl4oyhwqdVPUjoI5O9TvmKnH3CChlERABERhcAiMjFv9Sd3BLopwPEQFm0mCa6fGKxMwxzHAxXpzJrKNBdIMNNogdPRihM5k02IaXy8wg87nPfS4aZugGUTgOzOTDS4nJ5h+OzPDEaDr4TjadXm6XNu6Q96r90thARztGSD/++OOlUVY0Pq6yyipGxycaP4rp0DGIhrWqtPtBR/kne9zpDLPTTjvZdIwuXWSRRezAAw+04ojAVply3JiVh2t3osbLEILREMosXnRoa3UfxXhsy2w8g3CvYGY6GuWLZSiGs412xXWDEube16yBd7wypOcQnZWKs1+Nt112HfcLXjIy8p5Gz+y6dvxci3zGjhcl7Ww3rHGT0aAjZl7nnWIZtbkIDD4BvxSKhUDFdeIXiduHxbUKd5rAsssuG+sRxXSpY1KXGW/mWurTvbZX6OBN5/1mzyVmJKBejNCpmwEC2bKxHR2fmPmBl4LFl7933XVXNnqlX/XTXWyi+ikvyamHV3X8r4SaUWLv8QKbjgEZ9UB761inovMB9sV4B45BN1yz48XRuskTCCEYnRYYIMe9r1lKdGJgZiE6UKRCuOoemqaBrcEAMjpR8CxI9XKbE6CN4JBDDjFmYmoea+I12MF0UmNQ18SxzSbbrtkPz1vasvbaay+b6F5SxYHOOsxURJto1foqHc93bG/u2VXrqRt1s/2N65QZvuh0VbX/VMcMltl7J89k2jqrOhizDXUhrmfqRkh2W9YjdApjMCHtpcXBgmxD50ji1U2wS6JN4rZ74s8TqNLlY3Q0pMT6lIA6OvXpgVG2REAEREAERKCnBNwAD+Z/7pq7pp8I9AEBjMvNNtusNJqlmLX777+/qOpIOIQQRyYzJTOjbshPqwljINNR4thjjzVG64QQWt20b+PRMMT06ny2bb755ms5n3Bj9iMa7WBCo1zLG/dBRBp3Dj/8cKv6tEiz7FHGd77zncZnR3hR8MpXvtJgVnzZwMhMGkmapdMP+vS4M3K8WYNTNp+UfZVVVolln87Pr9HwSCctXvLgz+ZxPD8NTIxG5DMsrZQ3TYuXdcxmsP7661s72zFqkI4sbEujawj9f68IIRjTt3/4wx9Oi1/pDvqMThQqhKQj25FHHmlc05zf6McTrnVGBNPY2c65UJUmLy6+8Y1vGM8SZhjj2VIVr0rHvjkfmeXpbW97W1WUeur8mPb/VVbPQ6NSTwOBiosBVQhxOQ0Zqt8uua8zgwGdS4qlv+2224x7eNLxrLg2CYfQW3slhGQmKTrQLrzwwkkmWlhSTurUJ5xwgvFinmcUHafnn3/+3NbMYsXnXHLKioDqpxVQCioYUX+hYxn2WGF1KcgxYlYO7Be2LUUYcEXd6lTMIsOnp8brZNCtQWMDfqp0NPvYDszu2u49c7xMYGsw4zb2Oef1eHF7t24w9kS7zIwZM4wBTe08wyjd61//+rgd2453XRE3K9x/J9OuGUJ/PG/Tdg6eDzwnsmWr8hOH587+++9v7bTDpGlRV5jO9jcGOjHLNsctzVPRreokSudgOtK1yilNE0YMbjr66KPt3e9+t8GvaLszuPeOO+5IN6mVi0Vi/p4qhOBLK/1CSSNFHQmoo1Mdj7rKLAIiIAIiIAIVBOgFnzSi4quIIFVnCCiVtghg9NFZgYacpZZaqrIDwYMPPthWmu1Gfs1rXmN0emBq91133TV+SogOK1nDF2OUUTerrbaaEeeiiy4yjFW2tSH6UWY6LZ1zzjnGSOwvfvGLRiMqLyvSYsKCRiBmuWGGGrjROar4IiONPwguZaTRn5czVWWmAZNzlY4qnCvnnnuuzZw5M3bSCyExvWH0nve8J1dcRqNdeOGFOV0/BjjudJigXIzKo5yMFE/zynpeiPAZLz4Nt/vuuxuNiOn66XI5LsykxedSaCyrOnZp3llHHI4xjXkhJMetnbzPNddc8VMiHFNGeXINFO8V2f0xYo/rg44sbNvOvqY7LqMW6UTGCE+mYq/6tAkNcsPyOQzuAYceeqjRIY3znPOdY5keB64HOHDP4/7Iecf5l66fqsv+9957bzv//PPj84gRvjxzuN+maZMfzjfOO84/zkNegAzauZWWp2uuV3P9v2vJK2ERGCgCFRcDKtmEvT2K1CGpC1TNAMiAi1ZebmFzUAelXoEtwidSeCbwbEhLwzODZ8dU7ZUQQvxEC3Um6rs8d1rZF/XD7CdhmCGiOPvmnXfeadddd12a5XFdyjYQ9dNCKagfUE/oRf2UOgAdy84+++xYf8CeztbZsE+YbeRHP/pRrGP85Cc/MbYpZHmognWqUzGbJ9cpnSnp1ME9IHsw6VRY11lCshy67Q8huWfSkYE2Iu75k9knA2SwQ0499VTjc3chtG+vTma/w7YN92AG7PB8ZTAeMyNyb8Sey5aVeyX3R66fNC7bsX02Xit+jvlk2jVDSM4druPpfN7yXOD5gC3KMwVe8EnLnj5LsD3POuusRofmdH27Lvfp6Wp/CyEYbZ50NF977bWNTtnFY869k5nYiuWq4jTReUVdgAGh1GnS9GiPynamY0aoU045xapmgkq3GVYXu0QzOg3r0e1cudTRqXMslZIIiEAHCCgJERCB6SOAiRxCXE5fJvpgz8y+w0jSrNCQMF2dNNgv+8/mh5fjGJLt4qIhOJsOfsrbLB3WEScrpNEsfjP9VMuAwcfU6xi6l112mWXzg59ZM5rtu5N6mPNigI4eNIhceeWVjbwwtTgGKi8WiEMngHb3TSPKxRdf3EiTsm2//fbtJmNT5d3KDhk5yAxHm266qdHokj0usOCc3W677eJsVnBrJc1iHMoOg1RgA6NivF6FQwixU1dVmXkhwwsEZgJi9q9iY0aaR66ftDypiy5dn3U7eRw7xZJjyYszykkjV1oGrgUa/5hmO/upOuJzv0rj4ZKXbDl74adhiqnTq45dmnfWEYe4U83TS17yEqPTC9dA8V6R3R8NWFxL7e6vX84NWPEChU41dO7k+GaF8yT7SZqq84F7BeVpxoDrI5smfp5NzeI303Pv4B7C9qm0ey6GEIwXuZznnO8cyzQtrgc4kLfiMS3um3yga5bX8fQ0KHOP2WOPPYxnDvfbNA/kh/ON847zj/NwvLTqus4PowX/Mzx1hdBH5VZWpplAKO8fVQhxaSzLMeqh4T7N/Tq9x+JO9MyaChleWl999dU5O4B9kgfqJ62mzbMWW6Rb9ko2H9QDmO2Q5w7PH55D5Bnh+cRzajzbKIQQB4YQPxUYMJtDdj8T+Smz6qfjU0rrD9jT2TobNhyzPvEJLOJkU4FrsR5PvSwbJ+uvumbarWul6bFdek7gch2Qfrq+Ey7l7Wadijohec/KePyalYl6MveebDocF45Ps22yerbnc5N01ue6zKaDDUudMRt/OvyUhTJl80aZyXs38lM8v9jvZI5Nu3mjXYsODXQEOf30023LLbc0Bi8suOCCpQF9dEqjYyodSuiIw3XKtYsdQmeKdvfdifidOKfhDO+skG47+etEGuwvhMS2+/a3vx1no8aey+YL3nDn+mGQC888tpuscPwn267Jvvvhect9k9mamj1LODbZ6xY/13KWK3FaYRhCb9vfinmiY/YWW2xhXKvcK7NlYEBRs8/UkU6W02TOK553PPey++Qeyb2S9OskiS0SLASXioKHCp1U/U2gG7lTR6duUFWaIiACIiACIjCABOglr9G7A3jglGUREAEREIFhJKAyiYAIdIEAdd0R81rviEsX0leSIjBQBCouA1RcJ3H09EAVRpkVAREQAREQgf4nEEKIs8SstdZaxuCF0047zeh0mO3UQKc0OovSoYSOOHR8oLNL/5dOOZwCAW0qAiJQIIBdEm0St90Tfz5ClS4fQ6E6EFBHpzocZZVRBERABERABFogQC/4EOKyhdiKIgLTSUD7FgEREAEREAEREIFJEPC6LrVds2Rp+olAnQlUXAaoQojLOpNR2UVABPqKgDIjAiIgAiIgAiJQNwJYJOZ2ewjBl1b6hZJGijoSUEenOh51lVkERGC4Cah0IjBJAvSCjyPcGeU+yTS0mQiIgAiIgAiIgAiIgAj0LQGv8Pq/Zy9Zukf/IjDYBKaS+4rLAFU6o9NUkta2IiACIiACIiACIiACIiACIjBZAtglmtFpsvTqs13tOjrV59CqpCIgAiIgAiLQHgF6wQdL/9rbVrFFQAREQAREQAREoN8IKD8iUCQQgsXaruEx/USg5gT8eigSQBVCXBrL4nqFRUAEREAEREAEREAERKAfCShPw0UgsUWCheBSUbRQoZOqfgTU0al+x1wlFgEREAEREIEygfit4xFj9K4vNadTmZA0IjBsBFQeERABERABEagdgbSu65Xe2pVdBRaBEoFkmHROjYrrJI6ezq1RQAREQAREYIAJKOsiIAIiIAIiMFAEsEuiTRLfW5Wznqwv66WpFwF1dKrX8VZpRUAEREAEWiJQw0ixZ3yIPeTNguknAiIgAiIgAiIgAiIgAkNHINZ5h65UKpAITI5AhdmHKoS4nFyaA7mVMi0CIiACIiACIiACIiACItBPBLBIzN9ThRB8aaVfKGmkqCMBdXSq41Gfapm1vQiIgAiIwFASoBd8Onp3KAuoQomACIiACIiACIiACLRHYNhie4XX/4etVCqPCEyOQMXFgEo24eRwaisREAEREAEREAEREAERGGgCfZR57BLN6NRHB6RPs6KOTn16YJQtERABERABEeg1AXrBhxCXvd619icCIiACA0lAmRYBERABERgsAlR1A+NB8QxW1pVbEeg8gVBOElUIccmVUo4gjQiIgAiIgAjUlICKLQIiIAIi0DsCWCTmFkkIwZdW+oWSRoo6ElBHpzoedZVZBERABERABCoI0Eu+g6N3K/YglQiIgAiIgAiIgAiIgAhMHwHquiPmtd4Rl+nLhvYsAv1BoOIyQMV1EkdP90culYvBIKBcioAIiIAIiIAIiIAIiEDHCGCXRJvEbffEn0+6SpePoVAdCKijUx2OssrYhwSUJREQARHoPwL0gg8hLvsvc8qRCIiACIiACIiACIiACEyVgNd1WPrUxQAAEABJREFUqe1a5ZhQ69JPyYpAnxJILoZc5lCFEJc5vQIiIAIiIAIiIAIiIAIiIAIi0CsCWCTmdnsIwZdW+oWSpl8UykcvCaijUy9pa18iIAIiIAIi0McE6AUfR7gzyr2P86msiYAIiIAIDBEBFUUEREAEeknAK7z+73tMlu7RvwjUl0DFZYAqndGpvmBUchEQAREQAREQga4QUKIiIAIi0CIB7BLN6NQirBpHU0enGh98FV0EREAEREAEsgToBR8s/cuukX+6CGi/IiACIiACIiACIiACnSMQgsXaruEx/USg5gT8eigSQBVCXBrL4nqFRUAEukdAKYuACIiACIiACIiACCQEElskWAguiSq3DLmQAnUloI5OdT3yKrcIDD4BlUAERKCTBEaYy8kldTuZttISAREQAREQAREQAREQgT4gwEw1XuM18zpvH2RHWWidgGJ2g0AyTDqXMiquE79INM9vjowCIiACIiACIiACIiACIiACvSKAXRJtErfdE39+z1W6fAyFBphAy1lXR6eWUSmiCIiACIiACAwxgdgzPsQe8mbB9BMBERABERABERgUAsqnCIhAywRinbfl2IooAsNNoMLsQxVCXA532VU6ERABERABERABERhIAsq0CNSDABaJ+XuqEIIvrfQLJY0UdSSgjk51POoqswiIgAiIgAhUEKAXfDp6t2K1VCIwmASUaxEQAREQAREQARFICXiF1//TkFwRqDeBiosBlWzCep8WKr0IDDQBZV4EREAEREAERGAoCGCXaEanoTiUXS2EOjp1Fa8SFwEREIH+JqDciUCWAL3gQ4jLrFp+ERABERABERABERABERgKAlR1A+NB8QxFiVQIEWidQClmKGm4OiwEVgQL5dXSiIAIiIAIiIAIiIAIiIAIiEDXCSS2SLAQXCr2Fip0UtWPgDo6NT/mWiMCIiACIiACtSJAL3mN3q3VIVdhRUAEREAEREAEEgJa1oQAdd0R81rviEtNyqxiikBTAhWXASqukzh6uumGWiECIiACIiACIiACIiACA0tAGR8AAtgl0SZx2z3x5zNdpcvHUKgOBNTRqQ5HWWUUAREQAREQgRYI0As+hLhsIbaiiIAI1IeASioCIiACIiACQ0LA67rUds2SpeknAnUmUHEZoAohLutMRmUXAREQgRoTUNFFQAREQAREYPoJYJGY2+0hBF9a6RdKGinqSEAdnep41FVmERABERCBzhEYopToBR9HuDPKfYjKpaKIgAiIgAiIgAiIgAiIQCTgFV7/d2+ydI/+RaC+BCouA1TpjE71BTNOybVKBERABERABERABERABESg6wSwSzSjU9cxD/wO1NFp4A9hfxdAuRMBERABERgcAvSCD5b+DU6+lVMREAEREAEREAEREIHpJzAIOQjBYm3X8Jh+IlBzAn49FAmgCiEujWVxvcIiIAIiIAIiIAIiIAIiIAIi0G0CiS0SLASXip2FCp1U9SOgjk71O+YqsQiIgAiIgAiUCcRvHY8Yo3d9qTmdyoSkEQEREIGpENC2IiACIiACfUAgret6pbcPcqMsiMA0E0iGSecygYrrJI6ezq1RQAREQAREQAREoEUCiiYCIiACIjBFAtgl0SaJ763KiSXry3pp6kVAHZ3qdbxVWhEQAREQARGoJhB7xofYQ94sWG9/2psIiIAIiIAIiIAIiIAI9IBArPP2YD/ahQgMAoEKsw9VCHE5CCVQHgeSgDItAiIgAiIgAiIgAiIgAuMTwCIxf08VQvCllX6hpJGijgTU0amOR11lHiwCyq0IiIAI9IgAveDT0bs92qV2IwIiIAIiIAIiIAIiIAK9I+AVXv/v3f7a3ZPii0AvCVRcDKhkE/byIGhfIiACIiACIiACIiACIiACRQLYJUM/o1Ox0Aq3TUAdndpGpg1EQAREQAREYDgJ0As+hLgczgKqVCIgAiIgAgNNQJkXAREQgakSoKobGA+KZ6qJaXsRGHQCoVwAVCHEJVdKOYI0IiACIiACIiACItADAtqFCIhAvQlgkZhbJCEEX1rpF0oaKepIQB2d6njUVWYREAEREAERqCBAL3mN3q0AMxgq5VIEREAEREAEREAERGACAtR1R8xrvSMuE8TVahEYegIVlwEqrpM4enroAaiAIjCwBJRxERABERABERABERhqAtgl0SZx2z3x54tbpcvHUKgOBNTRqQ5HWWUUgdoTEAAREIFWCNALPoS4bCW64oiACIiACIiACIiACIjAYBHwui61XascE2r6DQUBFaJlAsnFkIuOKoS4zOkVEAEREAEREAEREAEREAEREIFeEcAiMbfbQwi+tNIvlDRS1JHAi6yOpVaZRUAEREAEREAESgToBR9HuDPKvbRWChEQAREQAREQgYEnoAKIQN0JeIXX/51CsnSP/kWgvgQqLgNU6YxO9QWjkouACIiACIiACIjAEBBQEURggAlgl2hGpwE+gD3KumZ06hFo7UYEREAEREAE+p0AveCDpX/9nlvlTwQ6T0ApioAIiIAIiIAIDDeBECzWdg2P6ScCNSfg10ORAKoQ4tJYFtcrLAIiIALDQkDlEAEREAEREAER6F8CiS0SLASXimyGCp1U9SOgjk71O+YqsQiIgAhMhoC2GXYCI8zl5JK6w15elU8EREAEREAEREAERKB2BJipxmu8Zl7nrV3hVWARKBJIhknntKhGRkZcF68Ud/UvAiIgAiIgAiIgAiIgAiIgAr0lgF3ihrub7tV2SbK+t3nS3vqPgDo6deSYKBEREAEREAERGHACsWd8iD3kzYLpJwIiIAIiIAIiIAIiUEVAuoEmEOu8A10CZV4EOkegwuxDFUJcdm4/SkkEREAEREAEREAEREAEBpKAMj1dBLBIzN9ThRB8aaVfKGmkqCMBdXSq41FXmUVABERABESgggC94BnlTk/5itVSiYAIiMDEBBRDBERABERABPqZgFd4/b+fc6i8iUDvCFRcDKhkE/buEGhPIiACIjDQBJR5ERABERABEegSAewS3lNhmyT+/I6qdPkYCtWBgDo61eEoq4wiIAIiIAJ9QaDfM0Ev+BDist+zqvyJgAiIgAiIgAiIgAiIQNsEqOoGxoPiaXtrbSACQ0YglMuDKoS45EopR5CmZQKKKAIiIAIiIAIiIAIiIAIiMDkCWCTmFkkIwZdW+oWSRoo6ElBHpzoe9f4ss3IlAiIgAiIwzQToBU8PeXrKT3NWtHsREAEREAEREAEREIHhJTBtJaOuO2Je6x1xmbZcaMci0CcEKi4DVFwn2IT4+ySnyoYIiIAIiIAIiIAIiIAIiMBgEphUrhNbxK13t90Tfz6ZKl0+hkJ1IKCOTnU4yiqjCIiACIiACLRAgF7wIcRlC7EVRQREQAREoDsElKoIiIAIiEDXCHhdl9quVY4JNf1EoF4EkoshV2ZUIcRlTq+ACIiACIiACIhANwgoTREQAREQgSoCWCTmdnsIwZdW+oWSRoo6ElBHpzoedZVZBERABERABCoI0At+hBHuUSoi9INKeRABERABERABERABERCByRLwCq//+9bJ0j36F4H6Eqi4DFClMzrVF4xK3jcElBEREAEREAEREAEREIFaEsAuibPMakanWh7/Vgutjk6tklI8ERgAAsqiCIiACEyFAL3gg6V/U0lJ24qACIiACIiACIiACIhA/xEIwWJt1/DYYP+UexGYMgG/HoppoAohLo1lcb3CIiACIiACIiACIiACIiACItBtAoktEiwEl4qdhQrdMKtUtmoC6uhUzUVaERABERABEagXgdgzfsQYvetLzelUr6Ov0oqACIjAsBFQeURABESgkkBa1/VKb+V6KUWgVgSSYdK5IqPiOomjp3NrFBABERABERABERCBviSgTImACAwhAeySaJPE91blAibry3pp6kVAHZ3qdbxVWhEQAREQARGoJhB7xofYQ94smH7DTEBlEwEREAEREAEREIGaEoh13pqWXcUWgSKBCrMPVQhxWYytsAiIwEASUKZFQAREQAREQAREYPAIYJGYv6cKIfjSSr9Q0khRRwLq6FTHo64yi4AINCegNSJQYwL0gk9H79YYg4ouAiIgAiIgAiIgAiIwrAS8wuv/w1o6latdAnWPX3ExoJJNWPcTQ+UXAREQAREQAREQAREQgeklgF2iGZ2m9xgMwt7b6ug0CAVSHkVABERABERABCZHgF7wIcTl5BLQViIgAiIgAiIgAkNDQAURgWEkQFU3MB4UzzAWUGUSgXYIhHJkVCHEJVdKOYI0IiACIiACIiACIiACQ0dABRKBfiOARWJukYQQfGmlXyhppKgjAXV0quNRV5lFQAREQAREoIIAveQ1ercCjFQiUCYgjQiIgAiIgAiIwAASoK47Yl7rHXEZwPwryyLQUQIVlwEqrpM4erqjO1NiIiACIjCwBJRxERABERABERCBHhPALok2idvuiT+fgSpdPoZCdSCgjk51OMoqowiIgAj0lIB2NqgE6AUfQlwOahGUbxEQAREQAREQAREQARFoTsDrutR2rXJMqOknAvUikFwMuTKjCiEuc/rmAa0RAREQAREQAREQAREQAREQgc4SwCIxt9tDCL600i+UNFLUkYA6OvX6qGt/IiACIiACItCnBOgFH0e4M8q9T/OobImACIiACIiACIjAwBBQRvuPgFd4/d/zlSzdo38RqC+BissAVTqjU33BqOQiIAIiIAIiIAIiIAIi0CYBRe8oAewSzejUUaRDmZg6Og3lYVWhREAEREAERKB9AvSCD5b+tb+9thABERCBdggorgiIgAiIgAj0mkAIFmu7hsf0E4GaE/DroUgAVQhxaSyL6xUWAREQAREQgckQ0DYiIAIiIAIi0A6BxBYJFoJLxYahQidV/Qioo1P9jrlKLAIiIAIi0P8Eep/DEeZycknd3udAexQBERABERABERABERCBrhJgphqv8Zp5nberO1LiIjAIBJJh0rmcouI68YtE8/zmyHQ1oMRFQAREQAREQAREQAREQAQyBLBLok3itnviz6x0b5XO1fqvGQF1dKrZAR+O4qoUIiACIiACHScQe8aH2EPeLJh+IiACIiACIiACIiACIjD9BDqcg1jn7XCaSk4EBpVAhdmHKoS4HNRSKd8iIAIiIAIiIAIiIAIiIAIDSWAs01gk5u+pQgi+tNIvlDRS1JGAOjrV8airzCIgAiIgAiJQQYBe8Ono3YrVUomACIiACPQbAeVHBERABESgPQJe4fX/9rZRbBEYVgIVFwMq2YTDesBVLhEQAREQgYEmoMyLgAiIQI0IYJdoRqcaHfBJFlUdnSYJTpuJgAiIgAiIwLARoBd8CHE5FEVTIURABERABERABERABEQgS4CqbmA8KJ7sCvlFoI4EQrnQqEKIS66UcgRpRKBPCShbIiACIiACIiACIiACw0MAi8TcIgkh+NJKv1DSSFFHAuroVMejrjKLgJkYiIAIiECJAPrrCVMAABAASURBVL3kNXq3hEUKERABERABERABERCBISFAXXfEvNY74jIkZWqhGIoiAtUEKi4DVFwncfR09VbSioAIiIAIiIAIiIAIiIAIiEBXCWCXRJvEbffEn99dlS4fo7ahWhVcHZ1qdbhVWBEQAREQARFoToBe8CHEZfNIWiMCIiACIiACQ0VAhREBEagVAa/rUtu1yjGhpp8I1ItAcjHkyowqhLjM6RUQAREQAREQAREQgcEnoBKIgAgMCgEsEnO7PYTgSyv9QkkjRR0JqKNTHY+6yiwCIiACIiACFQToBR9HuDPKvWK9VDUkoCKLgAiIgAiIgAiIwDAR8Aqv/3uJkqV79C8C9SVQcRmgSmd0qi8YlVwEakpAxRYBERABERABERCBPiGAXaIZnfrkYPRxNtTRqY8PjrImAiLQ3wSUOxEYNgL0gg+W/g1b6VQeERABERABERABERCBuhMIwWJt1/CYfiLQOoGhjOnXQ7FcqEKIS2NZXK+wCIiACIiACIiACIiACIiACHSbQGKLBAvBpWJnoUInVf0IdKujU/1IqsQiIAIiIAIiMMgERpjLySV1B7ksyrsIiIAIiIAIiEAvCWhfIjAwBJipxmu8Zl7nHZhMK6Mi0C0CyTDpXOqouE78ItE8vzkyCoiACIiACIiACIiACJiZIIhATwhgl0SbxG33xJ/fbZUuH0OhOhBQR6c6HGWVUQREQAREQAQmIhB7xofYQ94smH4iIAKdIqB0REAEREAEREAE+oZArPP2TW6UERGYXgIVZh+qEOJyevOmvYuACIjAQBJQpkVABERABERABDpBAIvE/D1VCMGXVvqFkkaKOhJQR6c6HnWVWQREQAT6hYDy0VcE6AWfjt7tq4wpMyIgAiIgAiIgAiIgAiLQCQJe4fX/TqSkNERg8AlUXAyoumYTDj4xlUAEREAEREAEREAEREAERKAHBLBLNKNTD0AP+C7U0amPD6CyJgIiIAIiIAK9JEAv+BDispe71b5EQAREQAREQAREoPYEBKA3BKjqBsaD4unNLrUXEehfAqGcNVQhxCVXSjmCNCIgAiIgAiIgAiIgAiIgAlMioI0nJoBFYm6RhBB8aaVfKGmkqCMBdXSq41FXmUVABERABESgggC95DV6twKMVCIgAtNNQPsXAREQAREQgY4QoK47Yl7rHXHpSIpKRAQGmEDFZYCK6ySOnh7goinrIiACIiACA0tAGRcBERABERABrHan4Na72+7YKB7I/VfpchEUqAUBdXSqxWFWIUVABERABIaXQOdKRi/4EOKyc4kqJREQAREQAREQAREQARHoFwJe16W2a5VjQk0/EagXgeRiyJUZVQhxmdMr0C8ElA8REAEREAEREAEREAERGH4CWCTmdnsIwZdW+oWSRoo6ElBHpzoe9TqVWWUVAREQARFomQC94EdiX3l8LW+miCIgAiIgAiIgAiIgAiIw/QRayYFXc/3fYyZL9+hfBOpLoOIyQJXO6FRfMCq5CIiACIiACIiACIiACIjAdBLALomzzDab0SmTuRCChRAyGnnrQkAdnepypFVOERABERABEZiAAFXBYOnfBJG1WgREQAREYKAIKLMiIAIiIAJmtH1S240ey/9CCHnFaCiEav3oajkiMLgEKk5tVCHEpbEc3MIp5yIgAiIgAiJQXwIquQiIgAgMOoHEFgkWgktFYcKoLoTUN6qQUysC6uhUq8OtwoqACIiACNSNQAgtVvRiz/gRY/SuL+O8TjVipaKKgAiIgAiIgAiIgAjUgEBa1/VKbw1KqyKKQEIghCY2YTJMOok0ukTFdRJHT4/q5IjAkBFQcURABERABERABERABPqcAHZJtEnie6tyZlkfQhM7pxxdmiEloI5OQ3pgVSwR6BwBpSQCIlALAl4pDOZ/7pq7pp8IiIAIiIAIiIAIiIAIDBsBr+uGYStTR8ujxIadQAjBQghJMUedJJAsUYUQl4lCSxEQAREQAREQAREQAREQARHoMQEsErNgIbhY+fci15e10rRHYPBjq6PT4B9DlUAEREAEREAEIoEQQnSbLUIIsWLYbD294NPRu83iSC8CIiACIiACtSWggouACAw+Aa/w+v+UyhFCmNL22lgEpotACGPnbgjur7gYUMkmnK4jpP2KgAiIgAiIgAj0DQFlRAREYFoJYJdMNKNTMYMhuI1TUIZQ1hWiKDjABNTRaYAPnrIuAiIgAiIgAq0SCGGsQhdCqOzwFDyxEOLSffoXgfYIKLYIiIAIiIAIiIAI9DsBqrrBghke008Eak7AL4UiAVQhxKWxLK5XWAREQAQgIBEBERABERABERCBbhJIbJFgIbhU7ChU6KSqHwF1dKrfMVeJRUAEek9AexSBgSBAL3mN3h2IQ6VMioAIiIAIiIAIiIAITIIAdd0R81rviEth+xBC0ojqbroqhJB65YpAqwT6Ml4IFedy+TLg6jCukzh6ui9LokyJgAiIgAiIgAiIgAiIgAgMO4HEVHHr3W33xJ8vcZUuH0OhOhDog45OdcCsMoqACIiACIhAdwiEUNFgXdhVCBPHYRNihRCXBCUiIAIiIAIiIAIi0GECSk4EppmA13Wp7ZolS2vyC2H89U02k1oEBotAxWmOKoS4HKyyKLciIAIiIAIiIAIiIAJ9RkDZEYHJE8AiMbfbQwi+tNIvuCaEYCEk4sHGfwih4ZdnuAmoo9NwH1+VTgREQAREoGYEQhirxIUw5gdDCKGy4sc6hF7wI8kYXrvy9n/ZJvv/OSebenjT/f5sifuCbbrfC/bjCvmJ636y3/NWlJ+6riH7Pmc/3e8528zdvDxrm+9bLVu4fot9n7GsbOnhKDOeti1nPOPytG3l/rI8ZVvPKMs2rkvkSdtmhss+T9q27m6Lm5M/2Xb7lGX7fZ6wovzMdQ3Z+4/2s31c3N2hQnbc+3Erys9d9/O9H7Oc7PWY7eS6nXCjPGo77fWo7Vwhu7hul70esaLs6rqG/Oph29Vlt5I8ZLv/qlr2cP0ev3rQsrLnLx+0PV0XXfy/fMB+USn32y9/WZZfuS7KL+6zX/3Sxd293N0LNyd/sL1/UZZ9XJfIvbbPLxKZ4e6MPe+1xP29zdgzkX3dLcp+e/7OirK/68bkHtt/T5c97rEDcnK3h++2A/coy0GuO2iPu6woB7vu4N3vssS90w7e/U47pCi7/9YObSIzXT9z9zssym532Cz3z8q6+He73Q6rlNvs8N3ycoSHG7Lrb+yI3VzcnV0pt9qRu+blKA+PyS121K6JHO3u0bvcYonc7G4ix+xys2XlWA8fu8tNVpTjXNeQnW+043Zxcff4nNxgJ+xcLSe6/sSdr7ec7HS9zXHdHNwo19lJO1XLya4/eadrrSinuO6Una6xKD+/xk51/6m4ObnaTvt5tZzu+tN/fpWlcob7G7LjlXbGqJzpblmusLN2zMvZHh6Ty+3sHV12uNzOcfcc3JxcZufukJfzPHzeDpdaUc533fk/u9QS9xI7/2eJXODumPzaLvTwhT/DzctFrrvoZxdbTra/2C7OyUX26+2r5RLXX7L9hVaUS1136XYX2KXbu7h7WaWcb5dvVy1XuP6K7c6zVK50/5XbnmeJe65duW0iV7lblnPs6m3zco2HG7LN2XbNti7uXlspZ9l12+Tleg9fv82ZVpQbXHfD1mdaIme4e4bduHVZbnLdTVufbkW52XU3b32aRdnqNLvF/bfg5uRUu3WravmN63+z1SmWym3uv23LUyzvnmy3b1klJ9kdW+bltx4ekzn22y1dtphjd7p7J26UE+3OLRK5y92s3O3hu7c4wYpyj+sasvnxds+o/M7drPzew7/f/Dgryr2uu3fzYy0nmx1rf3DdH3CjHGP3bVYt97v+/s2OtqI84LoHfnqUPbCZi7sPuvsgbk6OtId+Wi0Pu/7hn862VB5x/yM/mW0NF/9PjrBHK+Vwe+wneXncw2NymD3+E5cfH2Z/rJRZ9sSP8/InD//pxzOtKE+67slNZ1riHmpPbprIU+5m5WkPP73pIVaUZ1zXkE0Otmc2dXH32ZwcZM9tUi3Pu/75TQ60orzguhd+dKAl7gH25x+VhfouVV3qvMxWE8PjLEIIpbUh5HUh5MOlDaQQgWkgEEJyXoYQov2XzUIIiS4Edy1kV0U/10c6o9Mtv/+P24N/cflzXho24Z9ztmEz+/DHbgcWbcM0nNiHz7lt+LwLrkvJRnxu1G58ti1bEbsxsRWfscR92l2XGU83sRmfdpsRecrdvGzTsBufSuxGtxm3wV50t8p23LbCdsSe3D7qyzbk9jkb8gm3IV3cfvzZqOzgblnKtuSObksirduUjzW1K3eOduWjJbtyl6xdid9tyl33amZfPmy7uR05sY35UN7OTG3M1B3X1nwg2qBV9maq+1W0O+9r2JwN2zNnc95niR1atjtTW3SfaH/e27A9J2OD7uv2ZtEGTcP7+7oxuWfMFnWbNG+P3tPUHsVGPahVmzTaqHdW2KWJ7lC3Vw91O7RKEvv0t4l96rbpzFSiXXqHRVs1+m93fyLNbdXbS/Yq9usR2Ky73ua2qovbqUe0abOmNuxR0Xa9pWGzHuU2K5K3XW9x2xW5OWe3TsmGdVs2b8feaMe7vdqwZQv+xJa9wW1Z5Hp3xyTasgWbdo7brki1bXttyaZNbdxTGrbttXaK27OnuG2LW7Zv3e51O7ZVGzdn6+54lUV71+3biW3dK0v27lk5e/eKxN51W/ds7Fx3W7F5z3WbFxnX9sX+RQo28Jjte4nl/b92W7haLmpmC7t9fHHDHr7IbeNEfu22b1mwhS8q2cOXYA9nxe3hS6dsG5/fsI+xkxPbOLWR3cVerrSPzzVs5qt9XdFOJnxNM1vZbeayvXyWoSvay9nw9W3Yzje4nVxlP9/odvJNTSSxoU93G9rF7eab3Ya+2d2p2tI5mxq7GnE7+rZRud3dspzkNvXJLrh5+e1EtnXBxs7a1UV/Yl+fWLKz0Uc7e/MTLHGPt3vcpkaydvaYv2xrp7Z3qzb3H9y2RiZle2N/I25vN2xw97dvgx/pNjgy291EGjZ4apOP2uKPVNriR7gtfoTb6Ye7W5Yqm7zaNp81aqvPKtnmT7htjkzVRn/KbfSn3B5/2t2no5u3159x3ZgcPGaru83+bM5eP9iedbv8uSbyvOufd/u8KNFWd3103V5/YZMD7AV3q2x3dP++/X63T0bibLPYKB7I/Rd1ISS2TQh5N7eRAkNHQB2dhu6QqkAiIAIiMJwEVKr2CISQr9CFkITHS4UYwRu7kb1P+pulso/795nzVw//1fY5ycX9uDPwu+DOOOkvlpM5HnbZtyF/tn3nJLKfu/ud9GfDRZf4X/DwC7Y/66Ik/v3nvGAHICe+4Otc3D0gJ8/bASe6eJwD5zxvDXHdgVGes4NORHydhxM/4efsYPQnPOuuywkeRk7E7+LuIVGesUNOdPF4MXzCM3ZoRg7J+Ge6f+alvkZhAAAQAElEQVQJTyfrj3/aZiKum3X8MzbL9axD8M864Sk7zGWWx5nl62Yd7+EmcrjrDz/+SSvKEaM63COO/5Pl5Lg/2eycPOHhRI487gk78vhEZqf+4/5oR0V5wuL66P9j1B3t/qOPfdz9Lsf+0Y4elWNwj3vcwy7uHpMVj39MlMfs2GORx91F8CdyHPpjHrXjjkUes+OOccE/qjve/ccf+4hFcV0MH/OInZCR44952MPII3ai609shB+2E4928fAc189xl3UI/jnHPGQnuczxODF8tIdz8qCddDTykJ3s+pPdf/IxD7p/TE5B54J7ytEPWE6OesBOzcn9HnY5+n477SgXXJdTU/9R99npUXwduuhPdGe4/4wj/+DrXY68z85AjvqDuy4N91478yjkD+66ePwzo9xrZx2J/MFdBH9GZv/ezj4SudfOnu0S/YR/b+e4/5wjf+eui8eL4dm/s3NH5Rx3z5l9j4eR39l5Hj6vEb7Hw4mc7zqEdefNvtvOz8oR93jY5Yi77YKc3OVhF497oesvPOIuu3C2C25BLvLwRUfcaTk5/E67OCtH/NbDLu7+elQudvfiw39rMXz4HXbJqPzaXSQNX+rhSw+73de7HHaHXYocfru7LrhRbrPLDkdud9flMPePyuXuNpVZv7ErDkNucxfBn8iVrr/ysFstiseL4Vm32lWjcmV0b/Ewcqtd7eGrD8OfyNWzbnHdzXbNLAQ/gj8jM0f97l4b5SaL7izcm+w63zbKTPwuuA250a5z//VRbrTrZ95oN7jgXn+o+7My8wZfl8iN7kduwD30BsN/46HX202jgh9Jwze7/uZDrvP111niv95d/Fm51m45FLnOXZdD3O9ya0OusVsPQa51NyvX2G9c/xuPh9wW/YkO/22HXG1RDr7GXZeDr7bbR+W26F7lYRePd4eH7zgE/1V2x8GpXGm/PRhJwomf8KgcNObe6f47D7rCohzsrstdUa6Muuj39Xe53H3Q5XZXlCvs7tEwuntch3v3gZfbPYiHE/cyu+egRH7nLkL4dwdeZvh/d+Cl9vtRyfpT3e8PvMTXX2L3unvvAaMufpc/RPm1/eFA5BJ3XQ5wv8t9Ln+IcrHddwDya7vfw/cfiD8R/Pf7OuSBUTf1P3DARRZl/4vdddn/IntwVB6I7oUedvF4D0W50B46wGX/VC6wh/ZHkvDD7s/JfhfYI657BBfZ/3x7ZD8XXJdHXR5BXIf/0f3Os8dGBf+jrn8sSqJ/fHTdY+4+vu95Rjhxz3V/In/c71xryL6j/n3PsSfGlbN9/dn2p33L8qTrntz3LEvkbHddZpxlT43Kk+4+OeNMDyNn2dMefnrfM+0pxPX4n55xhj0T5Uxfj6ThUXefM329yz5n2LNZmXG6h1182+einG7Pue65fdyNcpo9tw9yuj3v4efdn5O9T7UX9kFOsxf2dol+wqfan92PxPUeD/+f9z7F/jIq+JE0/FfX/3Wvk319IvijDv3eJ9tfR+Vv7v7ndw8bVWLqutFTqBiH4GtGJbsqhJANyi8CA0cghOQcDiFxGwUoBNGjCiEubS+39faO8je3Bf/mtmAqf3X/qGRsQ+zCfTz+PhnbcF/37+txZrh+RsM2/Ivbhsif3UUS/36+PpE/W2Ij/tltROSFxBaMdmI2/EKLtuLzYzaj25IHnvh8Yjc23OdGbcbn7MATEznI3Ya4nRj9Jzzb1HY8+MRkXWIzPus2pIvHT8LPJDbiCc9Y1n7M2pUzfd2hbhvOdNswyqg/2oqpzt0k/JTbl0/ZYR4nht1ePCwnT/o6hDiJHO7rDx+1H7NuYkOO2Zo529Ltybje3dk5eaJhW852e3K226JH+vojszam6490OzJvYz7hNiXyR3czgl3ptmNqZx4d/YmNGf0ZO/No96PL25qPua35mKE71rdN7M/Hou44tzmPc1vyWLctj8PeRNx/vOuwL49zP4L/+Alsz6wdmvpPdFsTu/OE1N50+/JE90cb0138SBJ+yLBD53icGHY786RKebBki57kdieS2KSp7flgwz49xdc37FG3Q6M/457q/oaM2qGnug2b2qanjupOc/c0tz8R7FNc4pzuNirhVLBRT3d783S3R0/HPh2VM90903VnjAr+hnj86Hf79EyXsxryB7dV783J2b7ubLdBz3KbFMGP7hy3WbFLz3Y9gv+cCpv1HLdNkXPdrZLzXH+e26nnjgp+ZMxuvSfas4Rz9qvbp+e7fZrKuDas268XuK2KtGfL/tZtW5esPYt/1H7Fjo02rIej27Bp3bbF7/brJVF+6zYscoe7iVzq+ktztu3tlujuiHbspdG2vT36L4v27W12mce/zPVj7m12eRMb9wrXX+G26+VuyyJXuHsFuiiJnXuF66Jtm7N1b7Urfbuod7s2a/Ne6XbtVVFudfsWuWXUBr7FsH+v9nVVco3bsjmZeYvbxi7R7r052r3XuP8at2evRdwGvs7d63Bd0EU/uig3RpsX+5d416e2r7s3IG7/Rp27N2TF7d4b3O69wd1o+6au62IYN8r1bvMiNxj2MJKzid0ujmG3jbGPb/bwzYdcn7ONbzn0Og9f6zYxcp27Lh7/lijXNmzhW9z+RW51+/dW9yO/GXVvdd1vxpWr3TbOSBNb+Ta3iW9H3Fa+PdrKV7vtjFxld7jdPGYzXxVt5rHwlTGM7Xyn29J3up2M/7fu4h+TK6KdfKfbzMhdHjeK28d3ue4u3CiXu82MXOE2NII/kXvcXsZ2Tmzoy0Zt5svtnmhLe9jt5Xvcfk7ld+7HhiaMm4QvdVs5kd+5TY383t2SNOzoS92uRi5xNy+JbY0Oe/qShm19n9vQSNG2Rnef2+HRzdjS9zfxY28/4HZzlGhjX2SJXX2R29WpXOh+F7erH3S7+kGP/1CUC+0h1z3kukQusMS2dv2o7mF3E126zl3s7KyM2tfRzsbv9vijUc5329zF7etHo5w3ru39mNvcUdymfsxt7Crb+/GoP7dhf/9/9v4D0LbrOs9Dxw+wiSIp9iISBEWwASBRSIIFAAmAaCQAFoAFIAmwd4m9N5FUt2XZcmwnTuw4kWU7ceIiW7IUOy5xUezISZzYsuWW2Imd914i+1kWSbCg5f/HXGuX0+69uO2cfb515j9HmWPOtda318Hd83IB7Nj1vR9f2X//3/ajnffkv7xtL/5vvAdf3Zsnzn78N7Mv/33ej3v833jf/W9XtDX+t67tvbn35P92bW/+S957Zx/+S9Pe/JccR8lZ3o//O++9/92K/S37C3k//lvee/+Wa/591P6f7337v/fYv/eePPpt52Ozd4+/tk93zW97D/7b3pP/dvbpkXNfb/sL0x7+F3bds8/79NhveJ1vtv6s9+orWuzd/2zd+bNW79tj/0yt7t2/9Xv/dEVVKsmq7ccZyVurI5JWQ/xDQIAXnQ7Bh8wtQgACEIDA4SYgLb/gSeovh9uI9P/X8X3TG/KxZd9VyUd2x78Bn3flrdFck9poh3rP8Uj3PTdzslZrpD1rWsOx2/xvD496z+5aWyfmsY6cH3MzKXLWOTev1yNJWvGtaSDGSyXhOs9xRXLz2hnzZY4xD7i51kUeSE2POYzfA06kJvFQD6bLjKVGkaf4nPZHrX1X+GQjb7/zk13kU985l9mmj/GpXeI1Mt5BTjvFcVvTgI3Lttd7oT5nxlOfIue6Jee4xz2WXM7tM4x1nMiYA6ednWtjPeZkZg0vuZZTXjdzMndyHbbXU9rr2qw51XuVRX1SHp+L4/aYHbdOp/Nsz5q8DExa1k4Vc97VPTZZX5Qnu8bj7h12n7OPfLyMtRJErkkct9V343o3u71+xu37NKNiijtl35WjObGod+Wi3k7KPNzX5G6H+h71LF9P19t6UtZz6PopToVLO5+B+FVechp3nLQnjFzqI6+VXMbiZv5QBi0PeAXP6SpbL9SFjtv1qGP3c2LMmHJZy5N6LH7qZuukW2dcYps5loORt+9TeL2Ek2fjtEvmel+jc66YcvGsFGWmx+L2Oe049KDneMwreM4IMz4HLrPrUTtd3+WOMye5SS7yZOcd25nCzLBGc26MTyVeacR2vJpnTQMxQ2M8fhe4c8aF3Xo9dx2kJtfdWi7YM9y5eeYo8pThux++R+dFknPSzd5O9a7NORb1vjcXu6XeJ3ZsbxE7bH/Uux+JzsX1cm49wzmPZ4npvB7oXLqcs+un8Z7hxChdOC6174ldn8HZt/Wgm2eOkqzUsZ2MTv4Yz9R5jfgp8IiNJ4826j3oZt+r2Ok5dl3omxkz4nuKa9x3jQtsXdC5VK35Hut1bF3g5or4XsjeiOM7lzon3Dzi2Gm3cR47aT021nfvISfcXO/LSMHwPDDaGPNabvZdZCfn8bCDrBHPSmt5ha7JWEqWcUce84jbnJ+sT551PWDP/VQ3mSR8/tS26xr77qfWY+7SXOAzeWLW8yV1bviORnMujtewyRqZNGriWZ7v3i01Q57k5gnTmLMdL2zyVq8z2yxu34X2XGnffUKvvX6dLnDz+u6n5jpXZ86UdsLNuUyNPNYLeTzu8twZtLzQyHVVz21va73rPOgJWdvyYu6dSmHSjpJLGKU+at8r9lhqUhvFt4Y71tmr3mN9namPvJ5XHS3ncDyPuzQVNl4/+Xi2Ponrp5zjUd+TXb/eJC0S0vCldbsowIHAPicgjWd3vkxpxJJ6PyjJvxvz6NL6t8O/Nt33uH9tRmynf39ip98v/2Z5omtHW9R52L6npzZyInNdbG/k3Y+Wua7JhNS0XDXbUdS9S7q4gzHFV2DH/RjzCVwx+fZGG7Hr7Lh19cLaGetlbmp87m6ZmzhyYlyPS+e8c1PzEp3swVE34j6T5ztK6aiL54TTIx5O+07behnXZK5NmnMeWa2bfY+O82WOlbxz3XpKdxnoNRzZOnTB0azflV6z54WP5yUX47TX8shw2p/cqbLPkNIec+epzrko17wW9wwPj+p5yHb7+l3iziu5zxwrayaKneTJGbBJ5ThBvFaWTcq1LljWOZ9lnHA6lfEs13UUO8kFGbDpEftp8S2v49Zj7jyQXJSTWj5JGHSNw+E7ytrT2No81zjtPmtEXjKR69uz7TW8xFqdazrOuJ2umeza+jvN89zV+vbnuqwXucbLufc12ema2Xo85+jcPG8e84y0Hptzrnfr21nM66LR9RlcsLD2F3W7rJ/FVuszxadz2lkHbvZX1vegR5xz78G+vrau6XNMeYejOc6c1LTtqb4s55PrOamcYte4ws2x/dX1XT7ydjLNw564rPOg13XvwdV5i7qe58EkJn+1zqme3DmvnDInbHyO++5zJjYZy8VdNy3njM/tcVfbcTj8rnHO5VPaeQeZ5vS05sh50txcO3IutZ/0FGfSlHTGY1nJSms563G7HvPyrp+vIas4TPOYK1I3TMeLOudT65U6Hz+Tku4aO24eO/nrz9cQ29fhU/qSfW73fRHOtusKx7k+j6N1WAAAEABJREFUD/pyHU+9K0ZbqfNQyizXZV4SrS7tvLsOPGy3J7fNOTxr+D0nY13aOXcdzPNW6335Y0YG42VqqztP9coecz/81EQZ9uSs5YGTu/58vpwz12LlhDm3U+P0U24qdc4jyVmjbsTL+8gKlsfdj9Yl3Tl2pccceS2HXtiZOPZsPDYGnLWfcyR2ZJPeNTOfzPBCLusxdx50jRNOj9A1zjjfzTmPeNyOm0dmP3X2PWovtZNn43TXuvPAmDNyDl3tjPv41mLAWfvz9WdufC831Q7PJRmyHE9B1znsQndeyb3XXrtvZ12fWk/24BS7JsWObNx7HTeXuHe9HbeRd4Gr41vtZZn4ozZrR56QAZuMjcJ4rZQmNa3tIjePOH/E9V2w2/o+4WKdXirru95Jt53Xz7AHbTJuxcu8STlX1nI6V+xS13TCZ3ONoylnL/lWfMszFvPsjLWczzzLE90SuzDzFjWO3bbWZ4pLcuIxzzUdu/MqU86eCzPXCbfELtxhfWcXrYcdSer9jd1tTdK2HInNIsCLTpv1eXI3EIAABCBwUgkcjMWl7V/gJC2+8ElLf3FHydWcV9ktp2xla9V8yI41Wo+5c64mI1ur5kN2rLRWd8652a3S+FGNY5y0nKy4kgeiqrJX5V6RahyxkaOUtbvo2nF1lWS/VVV200kabvmwX4nUfUlxZFtVKh+yieymZdyZbiqbdFb5aKPOyWG31LeqhvGIHffVR/vqsSq5LSXJGVUO2atI3ZcUxyofbdQ5OUxTycZKa3XnnJvd8rgiVR9SHCut1V2PjU6pri5zQlLNQbu1jGs6nKmMlZ3ZlgNJ7msc9iuRui8pjmyrSuVDNpFdN0npy8mKq5J9pbctH/Eju2ldpEpBu5PjTPXhpJyzmUJVJWijyo8TC1seU5WNhsqHrFJJVlxreKpKa3WXsHPp5MhTKockGyst6jG5d7pbfEsdlGQnchij8o8dOR5NyZRTVXKLY1s+ZjdhfKeqa6pKctZy76B8qMZP2Voecz+aYtKpx+YuUcpUVZL7VnyrRuy++vCYnLNxXyUpXeVotxxb6ZMrJ1X+iY3sl23VlKuyZ025BHGl5XhyrrBJrvqQZGulRRl1zq7zaUqmnCo5lNxH7ZdzKsmq6Wjfscr5aHKqOnZfzpTLqg8Hbh0nF7+mTsPpXpLLrbTIWUnuR7rsdaR4lseqFd8qlWTVdLSvqtFKimNV2bdK00+Nw+PJOFl2a/jqMUkdd2+/HJWtm11n7ah8TJ3KPyr3lsfcj+ZcHEk9Vn3Et1Sdk+JYVRXXva1KNR1OypFNDanaqZqMqn9U43CRnOmmipm6hemc5MF4NnFlX0pfZbfKXUeKZ3msWvHLhxxa9rp5rCNVuZXkPiofdqs0/dQ4PJaMk2W3hq8eS1ydUc1+HElOy65Vsl8+bCe/vdTMcRL2Jbl3aTe5t0YrKY6VbBt1To67ZbwcpbW6Ww55TJE6VbW1vjzQOQ9VDiVTU6pKVa2qSi5hTZ3iyPmqkuJEVWWTTtJwy0f7qiTcl+Q+Kh92qzT91Dh6TOVkxVXJvlU+2sgZS47TXCQ5SIs8WonLQWRftpJcbbk5bF/ScB1Ve2rjviT3UfmwW6WSrBqHJDtWWqs759zsVmn8qMaxtd6j1bkxXKXxo+pDsuOWYOFOcXIuTivJScutym46ScMtH/YrkbovKY5K5WPq5EgOu2XccTcnNTnqwXRyxlJ8K/WtqmE8YMd97XZIcq16WBq2A3fSeuwUDQIHioC0fIYllc7QtutPRuq+yiauNDlV1W45tmQ5M7eSZD+aTXyrqkY/rJTISmt1VzkypK5OL6es0UqKE5V9q+JbVfEqRyKp+0qyvcQtp5xQBlYl56tKslNWWqu7ymEvI61arfOg5NFW9ZBKVZNkqyr3VmriORFXmpyqarfmQ5Ufd2klqdxZbnErnWWrVvUhydZKa3XnXFWGHNU4VPlxl1aSyp3lFrfSWbZqVR/xy3E32ZvnVVW75cP5Kk0/8awelB23NumsVHksXvURT+XUJNVwFsZO+VCNH7tpnpDYybJrqdxVlUqyaj7iWxqxZKdVrrPKh1NVmn5qHK5Jxsmya6ncVZVKsmo+4lsasWSnVa4bKqfs2ciqcbimI1XnpDhDkjpXfcS31EGVx9yN5twcJqHKT43DA4lsFnElsKSMOC2rNP3Et3rMOcWvcuiufMi+ZW+0+JZG5EE3B54gqZT01MmREkc9prKpkpsVa68klWo+ZN/SFGfMKktSKempkzTi5Owlcqrs1mwTSBmpKpUP2UR20zK2oqRcYOOa5O2N5tgDTs1hxU82jpKdOlV+krBclEhSVWsY9w5VqvmQfUtTbNvlo/OY886VPbVqHB7v2LZa1ca9bUZqOuJbWoQVV3Jvua9OuFOrxtFjztiW891kz7Fkp+ZDHrI0xbZuJblvlX2rNP3UODzWGdvySDfZSxxV1TCq8VPjUDm2MtiKbyXr2MM1DjljOVf2usle4qiqhlGNnxqHyrGVwVZ8K1nHHq5xyBnLubLXTfYSR1UVo5p/anHInuS+VTXMFJePuKXFT9nrJntdbKeq2i37cWp5OFOS+1bZj6a4asTl2JLlzNxKkv1oNvGtqhr9sFIiK63VXeXIkLo6vZyyRispTlT2rYpvVcWrHImk7ivJuJLjllNxM7CqzmXMTvI2XT66yuFURlqVfDkzWklxorJvlf1JslWVeyt18ZyIK01OVbVb86HKj7u0klTuLLe4lc6yVav6kGRrpbW6c64qQ45qHKr8uEsrSeXOcotb6SxbtaqP+OW4m+zN86qq3fLhfJWmn3hWD8qOW5t0Vqo8Fq/6iKdyapKqnao2juyUD9X4sZuWCc50U5XUXVWpJKvmI76lEUt2WuU6q3w4VaXpp8bhmmScLLuWyl1VqSSr5iO+pRFLdlrlOqt8OFWl6afG4ZpknEwrSeWuqlSSVfMR39IUe6zKQdqkhMnJjmo6XKfEKvdV5XiWpFL5mDo5csoJNztzbLeikvPuJLmPH8W3FN/KmFWWpJJTcyc7Shz1mMqmSm5WrL2SVKr5kH1LU5wxqyxJpaSnTtKIk1uR7EsqSfZqmy2OQ0GAF50Oxcd8im6S00AAAhCAwL4iIKm/4Enq65LUcQc7dHkLvt+cL3tuMTW9TZ9wTIkX1TQcP/Jom7xxbzkcLUlrNC8Xx8pgm9RGSVg+n/tePG7UJ+rk6DIt6mjheIp9NzsZiReNcNt9edHkRsVKvRNui+tcnj/XGKU26qpefHjuu9hjdjOQ6nad8oLuHaVFjnwJafFaTo+yZDtw2muuXmfWzNoeSZXr50Jn4jq7Y73H3Ea913T1tExWjDozxr1GtzFhqhvj6Tsdx5qXsuu5U2kKkpiUcK5rm4RPkOucSmyStEbzWnF8XTYu7XFHtqMN34OjuSTOyDpwUXzn7HWbT+xU3Iz6JKN0FAzf4wlT0wnHuU6bpJ2KF833mpUiD3favie326l41mieFMc1HvNi7uNHdt1yLheN5tI4ybXr8Y7HxBEtB3I7i9xKuqt9SYuxTjha5OJb3TzRzadx7wL39jOSa+yopyfqgZFygZ296j0217ebVex4luemZUVHo/leJmcMpW8527anx+s1MtdBD7pzzlFKLMfup+ZLcK3Hk03OCZd2ZOvIY+5H6/RK/ahw74HRxnWOhex7yP7655Wctagfvvupvk/lWclYrnPfyVxKh1PnK5mHPDdJy62TXmFx3s6li3qp9fpOezWfoN1ewLHXmNqo9/g0ZDPGF/WzY+uWaeNErvTk9J3LrB5IUbJe83ivc14vS2atjnvt0SWXsURjzNFo49Ls99hkY6LVXC7elxozlujB0aU25+iBBJ32nXpCh4uunV5jrb7TK/XT/Hm9DHe911sMeRXPcN8Zl3aVbTfnHa/Vz/nUZyzWck3WdmYUeObkDM/jHacgcnZR7+k95tzUzDNFkQfb+Cq9RrtO7Vjv8cWQndRGdkd5HCdSZrPMJW8llzG7a2PJZSzXNgY66jD30LmkImeTa3exkKPRxn1lwYw5l7m+M89KwuoxD4zmfBzLQw7cj+opk+nOuTmRqTZTLl40wlxTe0lFXiy5dj29x5yb2rjOBBnrIp/XJ2jXOUfdpyS5rOVJzrkl4YHUtOvUGHOUFnUu3VJOjzKnfKoq27T4GfOSCRdKrs/rgdTYeMxndZAxB27xrNG8fhzXeGRRb8fZZIwhnjXaGNmy3jR7e/00x5PSxviWXlp+V5bUo9KwHdBBYJ8TkNafV0m9/5OGzeVLw5fk36lk1uVflfG7mN8UB24j9u9aVybRTqYniOJbXeM4zeqy2XbgGtvxe+qB0e73+p4+FvSac0tu1/XHYO5sKp8Sjtrbcv1z6OHFnNSNk654KWx5xGm3TLHiRc53FN9KmzQvnOkumZoHp4H2etBeWpQq23nVhNH2+3a261w5WWfcEkTOJzrC+qMytfGs0fy5ZbLlliWcTlEiX31Htk5lMJ5TbvGcdJm9/DmRXKKRdDTaWD8DiaPJT9241ySsreu71ktnwGusVk4DMRmdbGqzRIdTtzor52t5zM1rZrLliTtdf2p6dOF4tv2cw1M8lNUju908mAEbt+X6nrB1/cxKzWJaHCdcupzntdbqpjilLdc71Re1WD85J9fndbXrbD2ec7ikg8U8RynIvHbTuTYmF7So61yqoh5118lMt2+TMPJJFvPGSDJWBy6crdfyRU1TnFyJHaVlzCVxcznT3JW6FHhlZ9x3WdeMtLOLyRkbcY8l9Iz4c4nDzo4FXJsoBR5I1O6Ua78n2nNziUdc5VxCB93iR4sgjmtyM52fOs8cS2TcSjoMx7VMCVcklzFn3DKrK+y7TQOpuV/r+7p6rpeaW5aM1mLXZX1fznTyXEc0V430yHh2mjXmxHFdm0WFE6Ml3dfQ53AuiZzIcbtOpcVfzHbg5pO6d13GMyXWmdlN2H6vH28xaMfz3HdNuvhb1+95rst4pvuEbVLbOXfxuy4jDlLe68TxeNKz6XwSqXNyMa99d9NYvFkuNcbuc/pUjHjL+qnfdX1Pn8t7gRRP8pBTo7eTduT1Pbdn9KL20iLne4HYSU47NXo7acv1l+m16gQ9tHX9TmZ0qaQaTFZ24La2fpZIbsyIF80z4ltpk7JMajMvdsiD00B7PWgvLUqR7bxqwmj75+Fs17lyss64JYicT3SC1u8VF107fReL586pnMpmnNijGevY1zGSjkYz1052t22e5/ZAugwmXp1nP+vttv6Y1kUp63N1NHWDZaqiJK3Rujany8Qd188UK2M2Kes5nt5+uqzf8VyQBZ1w69qEXed7S67LOpmZIxqF9l3gshHa73mubdfDcxy3c+laXssT47rcw47tdOwo82bjsvX1nVity8yuTZeBlrNzXeJe27nUtDq5PE3CKHXzvKludZaHO5sLCuNpinOuWpvn1Ny8n5G8p3EsabHvcbjm7xQnhzofYNIAABAASURBVDaDAC86bcbnyF1AAAIQgMAhISDpqO5UWq+TRixp2xe9eUHZkbp3TYJI9i27pXJz5758tOd6ObYpmyp3UjLVx/BUTqeVpElVpfKhkix7aZJiqmziLlQ+nHOfISuBKuPJxZEcO7CpyXNU9q0k7U0miZKmKjksd5GNW0nuLbcMVpVKsqpKVdbo7aSV5Nhyn8Gq0vqPx5IrW8ljqipL3alypJfkjCVnWirJclgqN3fuy0d7PaayqVL5UElWe1ULT/GtjLWqPFjlTpL7eJZ996Opqhy7VdzROVXVbnIZqxx2JI28ytad+/LRXo+pbKpUVXakOO2W/GNvbiU506oqlQ+VJNuq9Jr6GFWVpKHyIavUP8OrklRVVpp9SSVZJact2/Q15Wycr+rYQcZsSv5xsnKoOzljyUGUyIVxh0bvdFpVxlpVlSF3ktyPUFJVIpvhqiSrfMgq9c/wqjxUfagWfnIqVbVGL8mRpSo7Ve6kBPZs5Nje3Gyd8bib/fIxYjtTpexabnaqXCipVD6mTiPqXtIYsGnXWUnuk1Y6+7adU0mqcqu2cRzaqFQV2bjZlSNLVXaq0mVOVTxrGrBxc1IlWeVDVrlzPHklOS4rzSrHkkpzQXuORivJTllpVtmX5L6qVg9V5zw0HEeSk1UVo1JVFFM+nJRUblUqHypJtlXppe5HUD4cS+qxZScPVIdSfMutE+4kua+au440QinOilwkKX2V+7TKMeVsauRka1V1qKlvUz5cKI1scu059kjCkmTXcquWSrKcLc2dndFKslOWW0y5k+S++hieKgn35aH2K0cStsmpFK/i26k4kmLslw/VCGyq7DoulUuqDzuS4wSau3YqvdR9TcYFsm/ZK82dndFKiiNbj8kqlWTFjexXyU3urcSWvc6VD7VG7yJHbqmJ7Can7pQoXknxZeuUItm37JbKzZ37qZW0jCuuO0nuq4/hqZJwX5J7y33nyofD6njybaqclBQzVOpc+bBXUve2TqQ5llRqv2zjRfEtj7mvyVSVSrKqbK1SVWTjVpJ7y63T6SSVqobst+eEW0nuLZWctmy1KtU4UhMlck6uKcdTaDcZS860NOVG7Gh2SvE8V/ZsyqbKnZRM9TE8ldNpJWmofMgqlWTFtSSlr7KJu1D5cM59hkpS9Y+SsRJHw+2xcl8+UiJ1X5PprKRSPHcaXsWoqiRNqiqVD9lEZWt53P3cSvJYVD5klfqnurfvsfhlKzmuilvtOa4th+SRLUqJNPLxEQT2AwFJu16GtPeYpJLU84/qv+jkSsn1ljSsU2XPGv0izriz3aahpLRIVDxLVe6nVpJjSxq2fLRbjlvVvTTFNnFn9WiCqlE39TEuLcn9ihx1oUpVrdFLU2wTNxrDKkmVI0Ylu1ENr5OObSV1Ll17jsuHWqPvMbs9ZFtOSO1UjEpVrdFLU2wraYwoY+msqs5p6mNUVS51VxVHSqbdkn/sVQ65k7qvspUUY798qBK4r6HRJ2ivu6rqOSqVj6nTiLqXNAZs5YxN2VS5k5KpPoancjqtPFR92JE0YiWjys/wqiRVlWUrW5sOy46UTPUxPFWNVh6qPuxIGrGSkX3FqfSa+kpNOZKHWirJcliaO7Urhx5y72ZHUrlVqXyoJMveaLKxOiePjTCO5NhhaXSyo7iWh9y72ZFUblUqHyrJslcandpJb8m5lkqyHJZGJ2m4DmV1S67lqJMqyXJYGp3aSW8pOSs1rfiWayS5jx8pXVXnFGO/Ko7kuHzIKq39OEiyKjWtqlL5UEmWvbnJjqTqHyWIVJJltzQ62YnKdmp2nUmdqpKr9lWq+VD7kpxQtbEXR5pidaI0/ZTt1OxOWVUlVz1HpVoe8dUZ95ryc13iyOOS0rtAVtm3ppyNg6qyI6lUPqYuRp1RtakqSZOqSuVDJVml9t0Nz7mKN6cdS0qm0+VDrdHb7THJseVWnXAnKb1jVY70cqYiubcqNVH5SFwqh+V+TtivkpTOtqrslmNJlZ+yLR9qjb5s3Ko8JinGfvXhsJyxL6vsW0nGS6qlklTuM1g55E6l7mPak0pSlVvL3QgXCWc8nGQ8p+NKKskqZbBy2HM0ejtpJa3E7cq5KvdV7suHotW6OXZO8miUXMtx5tm4ldR9lc3Cjb9I9JAjJ91PrSTHljRs+Wi3HLeqe2mKbeIulNEEVfEsF7ifWkmOV+TIudS2VznaS03ZS5uUsNL1mL3kE0ftJxdnSFJGnEyTO6uqc5r6GJdVVCofKkm2ZWtV/Ci+1WOObSX1aLr2HJcPtUY/xqp6qFOyr8qRnEp2oxpekvFsJZXbGCjZWlXxrPjWaLWosyOpVFU2VdVe5Wivk/ZsJZVblcqHSrLaq1p4im/ZVo7UtBx0TlNt2Voec+828nNYdqTkqo/hqWq0kuyUD1tJjuNbZd8aXtlTlftKTalsOowjOS4fqpJ/0pcPRR6zqbKVFGO/fMS32qtaeKlJpCobSyVZ5UNWpdPUV0mqPmwlOXYkq1SSFbcVX/ZU/aN2q1ITlY/kSiVZDtMWXnItZ2WVSrKG6z6+FtZDVR2qpKiqVD5UkmUvbeF1zpGcbWlZJ+dK/VPd21eNI/NaDjunkiyHW5uckDTGbR12k9R27qT1eM7PVtp7fK7D7k8CvOi0Pz8XrgoCEIAABCBwRALS8kuYpG1f6rKAtMxLSz9jW5U35fPGfF65v68DV9hJLmHerL8vXeSEW/VY16TW8ljn4lpr9Z5w3333TXN6sLu1eq+V83sZ19lzvBj3fGc85FWdbz+51shNbtdk3Cewby/1lpsDZ+3M69p1Tc/ssfY6mTVTa6XCuR5zmLlzsdO+Vo/Ycd/pdJ6dWUMec5HTztrv+bEe7bytR+x2b5uTRI67Lr6nuy59TM6VdYbGeMY6nkLPHp6LvYzXdcaOW0p7bK1+Htha78qcM5O8gteJZ6V+0mKdzO1iO56Xvsdc5+ZJSXoVB2MsqfbijJkZa6XWcrbXsNuVHpuL4/aYnYy5tKt8hnaTy/h80fEXSoXnZa2utz/bUe9oJeeo1+5p8TLWSmB5oNe22+d1nLVjXOYlvYIdt06nW6ufBzw5bo/ZcZjSXtUreJ0RZnwOXObTeNSO+65155xrk2s5My2WuXGddk17LuzmJb2CB9xGIhUOpqoe7wEnnO54Xs+lfRKv0K5LetzdmOJEj3miXefSd8YlS+ugx8a6znf9qM2YM8txj/XJ3I16D01X0Z6npaTn2XHY6XRr9R5Lzsuk1K7P4txavQedcp9hj0xBjDOe5zk+92jxrbksRZFn57ypSegKuynKCpaTGbdx4KHVeocZ64FMaXkFF9vtdDpnXBnP8pgvzI6bizKWNew6kbLOtJ9cxka9857r3mH3LnbFlHPSzXnHdnqs5+Z6R9S9w2l41HqF6VzLOLl57m71meQZMSnxmp7V53bKrvvOtdtnjmeltbrziCvtup/qE3hlGzen40cuHYmuc7Q8r72c2mZZPxc46dmJ7GXYi7jYzUHSHnXg7DJOpRNu41wZ72BLfYee3/W2XefC2CmXRT3iyHn3XtDNfmqiXmNUeSBRquy6xp5L7DttJ59Jsk67xbNGc02cyGvZuO9cu5nuGcnFeKkec5ew0+kW66c+RRm17bwXsuuM7yZOaqL2k0sQxbfsutjNE91PoU/p2HPcckqnXevAWY8l1V6cnpVzZ8AlnUuX3FTlocmzSU3GnPTcKdGezzHbUeRlnLPvfvgezzwH8exmxPIyU2LK9SU7NQ3YuI2xrNeBa1KROK7llbp32rU+S8YiZ5NzxvlR1SmPJZexuLmvVg+OLtUjZ28+r4tHzrOd84iL7Ux9xnyiNBc46RMklwpPTeSko9Fc5xU84LasX1b1eA+kvjXVexWXuXdsZ9FnoUnjvB5x7N7LeAHPWG3S+ndlacRzjTRiadg5j4XA6SQgqU8vDZtAUu8NV31pPXfGGf4r4e2/Bv4Nyq9HBqy0Vnf9O7j4XXJl/y7ZTq3H3XkBt57iiul3LvNyPU67pHsXudntsdTN8oLJebanpMB18TzeXlItV0y51LvEM10x5RK4bJwvOSt1npUiD/doptlPaoptXLqc59HMS2HnHbt6bss6D6Zubf3kPNFLjrrMdeD0iOM4N+Z5yYwltqa2rHPtqEtRzmIld6T1UxOlLlO9sGc68vncZ02fxIGzqbM6Tp19T7Hn4amPcdolHhlO+45SlBVd0pFt9VgPuDbnipwcdcnZS/PZbdx7qptL3HvcjtvI94LuHLnvVXusPddm7chJp1yVnFdNc+Q57rOsE9vqnHdBRjzdde1lmfge7LXs27ogAzaOXbeYZ6eHnev1HbvIzXVeIqEnjtg13TzBo06ntxy7YMT2M20xz45T07SMWE7kXDaek6GxhkeWcc9zfrK7ru9Fep6X6TWn+vYzEM0519h1v1y3vaxh5Ry7zvOsHvcCo8Yzs3YrvtU1o0s0q+cdzfpZO3LtOIfXOsL6DSz1R5rnpVLb1+T69ntte47Xzpe1JnnUrWf5Nmy71ov13Cl2OJrjzHONJ7nevevG2h6z72GXxrc6cNL1HcW2xrws0HM9o0vdzXWumJvLnJ3mucTVU9zB+vrzJJfbnet6SnfOeJbnuJ9ar+8uzXNc5oFxXa4bCyXjccf2utntGo/b3T6vi0Y6dZ6cNslX0fM80zZVznjM8TzPbuYNucKx+65JbfxxpfayRit+5ArH7hO4LN6QE6N5vbF2HKds3J+49XNWX4MXzLLDOO5z5h5bPeSxnNxKa3U38pnj2nH1ztuf2mK8Yw/12lO9B30FR16/53iB2faMrOXZyS3i5LJ2NNW7xJ4rnHM/N5+6ix37qj3mvnOxTs6tc3PgshHH8arj3B7NUo7tzW1Z59rU9brxU2e743VlnYxFrhvzvGTyju3Nbc/1F/N8kvjzpCzb8XB6DS9tm4pcoaPRnIszlDmRk1nRJrWZE7km12Yzll04yzqnRmU7qe6x5Oy4eb0xee/1MzrX2eaabHqZdF5lrD3XJXLBqPO57ftkbql0kdvw3Gc48VTjIreRzzI7re9Rp917Ts7hCcvYa2WeR23cr67vTGozx1M9ZxR3bNelHvacuc42Y0661nlPSo3TXe3MGErkMRe5OWvfzb4HXJw1el7CxFYmutLGIym2FnVOZfIi9rz4i1zXJml5rYxNU5zoVXvd9rrWo5O1yTKjzoFH7DvVvmfEtpzOYPvOO/Sp3Mdf0TTuE7o533Nc5uLFdSVc1bS/kcY+Rxo2JZJiFnuiDtxJO+c9RDugBLyrPaBXzmVDYCMJcFMQgAAEjp2ANL6gzTOlEUvDruYlVf5SW1ofKx/JSN1XTaYcSyrVfMSzRispTuRxmyqVZNU4hqeqtFZ31Yfd8oBaNQ7PLcfdZC9xVPMhD1kacQ/Ft+LblAuquutoeD2oiimVD5Vk2RtNNtZoPeYurcq5dLKjmg7PLcfdnJS6S9jpdHKkmo6kTOlAAAAQAElEQVRp3KlqtzxiR7GT4kvyBMttpFWS5Wza8FQ1WklxoqqySSdpuFW2qnLfza7UXcJOp5Mj1TikeFZaq7sx2L26usscS6pqLYydbjUfrnCJe9e5VdlNJ6ldVdmO3k5aSY4ttwxWlaaf6kOSrZXW6s41I1321Ipnpb4V3/JYOVbNh6p/VLaWx2qSpMqPswtrJ60kj7SqSuVDJVn20oanqrSWSrLKh6zS9BO/SlJVWWktlWTVfMS3NGLJTqtcZ5VKsmp5yK5TVXZmm0BSUpNUFc/GrSRNqiqVD9lEZWt53P1oskls2XVQPuS6qGwtj1UrvlUec6yaDyVTTpWckty3qoZRjZ/yoSonVRo2vpXQiZJUqpo0eTZOO6mSrPIhqzT9lK3lMfejqaocSyrVfMi+pbK1PFat+OVDDi17o8W3VM5Hk1PVcflwpiK7FSe+pJKiqlL5kI1sy9bymPvRnJZUklU+ZJX6Z3hVktJZbnFLJVk1H/FVNVpJcSKn2qjGT43D44mdLMmeZcdjk1+2I+reYaUknTTGSh5yp1a5tzzmfjRVlWNJpZoP2Ve5SyspfuSUjfvOtVs54llpre4y4LoY1fiJb6kcV6Wbl45fPjQ5ip/BxB10oiSV7M6dhtO9pKpWVdlNJ2m4lSO+Kgn3JblvVZXddLKjmg6PyXE3VUndVR92q7T4iV8el2RXdq3yIavSRTW81MRzargqyar5kB1rtB5zV5XYiiMpYY1DNlZaqzvn3OyWK9WqcXhuOe4me1b88hHXpsMui5dkSyVZc0HJXlTD81i1qqrTKsmq+ZAda7Qec5dW5Vw62VFNh+eW425OSt0l7HQ6OVJNxzTuVEmq/NRsSy7S6J2reKqKKceSSjUOtaeKcV+S+1ZV2U0nabhVtqpy382u1F31Ybc8oFb1IcnWSmt159zc1NVd5lRb2XGL3+6ia8f1VZJ9y81B+VDnZG+0eNZoPeYurcq5dLKjGocUz0qLPFbO2a2aOtlRjUOy16oaZsTuq2r0tXJIKmmpeUjS7K5ZaeSlYTMoLf3Ee4tRCJxcAtL68yhp7RnXGdp2AclI3VfZxJUmp6raLceWLGfmVpLsR7OJb1XV6IeVEllpre56MEPq6vSqim/jVlL3I2VX6q5y2IupWKn7StBe4pZTTigD1mzLh6LUON/NCak7j1TFLR/OlPxTkbovKU7kuE06q4ZGn7HJsxlTJqeqOq75UOXHXVpJKneWW9xKZ9mqVX1IsrXSWt05V5UhR3bKhyo/dmyrJKWz3OJWOstWkvvqY3iqJJwuKb5VZd8qHx2q8uPItkpSVVlpUft2bCW5r+mQrcqpUrx27KVFzvWAO7WSsFLnuJuqpO6qSiVZNR/xLY1YstMq11nlw6kqTT81Dtck42RaSSp3VaWSrJqP+JZGLMWx0iaVbblTq8bhusROpZWkcteSVKr5kH1LU+yxcqabc3OYnKSkaxzxLdXIeawmSSqVj6mTIzns1mMqm4VKGVFJVtxWfEsdlAfdHKQmKh8OqzT91Dh6zDk5tByWC6rcSXJfNXeJVNORMassSaWkp07SiJOzl8ipsluzTSBlpKpUPmQT2U3rMcexLSdlpSpx3JaSKac6KtlYkkqyHJZGJzuKG/WYSlK5s6rKbjpJw60c8S3Ft2w9XNJw3FdNneyopsPjSmxbrWqTTspITUd8S4uw4kruLbfqhDu1ahwe6Ni2nO+mqnIsqVTzIfvRFKscW66pVlU5l07ScCtHfMu5SlbuWypJ1Ucb1fjpTDlIK0n2o9moc6r5UPVP6ux1U5XUXeWIW6XppxaH7EnuW1XDjNi9E+VDNf+UvW6y18V2qique1uVannEl9y3qtqMrpx1onzI/lDZm1pJchjNRp1TLY/4UvdVNnGlySkfcT2gSWU7tZLkMJpNfKuWRyKp+yqbuNLkVFW75diS5czcSlJVWWmt7iqHvZiMlpTIGm3EySWOyp0lqyJ1X5KdstJa3VWOHrLjjCtGbyetJMetsm/VFMe2krNSk3galianqtqtKmequrc3WklxIo+0SWeVph/nq0pSVVlpre4qR4YcVYbTKY7iWT04gnZ7zLGtJPfVx/BUSThdUnyryr5VPjpU5ceRbZWkqrLSovbt2EpyX30MT5WE+5Lct5yKWz5sqzT9xLNS40w3TfGUk5R0jUM2KqdK8dqxlxY51wPu1ErCcl1ip8qupXJXVSrJqvmIb2nEUhwrbVLZlju1ahyuS+xUWkkqdy1JpZoP2bc0YimOlTbJBR6UTWS3W3yVk2klxR+SVCofUydHctjNY5XYibiRwyp3ktzXdMS3NIcqSeXOTaXyMXVyJIfdXKPEcmQ5LIdV7iS5r+mIH82hfY+XJdlPWqOTVIq7RWckPylDkkoamuPY/SOu5GQQ4EWnk0GVNSEAAQhAAAKnmYA0vtRJO9vzz76vfs/77qmfec9d9bve/d366Xd9p37HO79dP/WOb9VPvv3O+om33Vk/fsc368du/3r9aHTHN+pHbKOvvvW366tv+Xp99a1W7KSv2H7FuR+2/eG3fqO+YsUOfbO+/NYV3T75tl9q3Vlfun3oi7ZfvP1bNXSnbfSt+sIdlvOfb327vnD7t+vzC32nPne7dce3ba3Y1nfqs3cs9Zk7vlutt33H1nqb40mftv302+6qT0V33FXt33F3fSpy7pOtu+uTb3POiv3k2+6pT6zo42+fYtv4H3/7vTXrY/Y/9vb7qvWOYT/6jnur5fxHnPuI7UdbVR95+9CHbT/8jqrohyb74XeofmhNZ9QPvsN6pzVb+x9a6Mz64DuHPtT2AY6jM+sDjj/wzgfYPqDeP9kPvPOB9lf0rgfV+1oPtI1G/F7nhh5c73mX9e4H13sn+x770btt3+1c7Lve9ZB6d/Tuh1T8d737e+qdrYfYRnM87Dve/dBqveeh9fZJ75jsiL+33vaepe5478McD8W/4z0Pq9vX9HDH1nut9zy83vreR0x6eL3Fubc43qo3O/fm931fRbdNdvYT3+rcre99ZN36vkntP8rxo+pNzg09qt74vhW9/9GOLds3tB5Tb3h/9Gjb6DH1esfRLba3fOCxFb1+sre8f8Q3297s3M3vf1y9zrr5A8O+7gOPr1mvtb9NH3x8vcb513zwCfXqSfGjOb7J+Zs++MRa6EPxn1Q3fsj64FI32I9ujP3Q99cNH7RsX9V6cr3yQ9H311r8g0+u652//gefUus6q677wegpttaHzqprHS/11Cl+al3zg9FZdbXHr27/qXXNDz3VsfVDZ9cr1vQ0x9HZdZXzV334abaW7ZWtH6grP2z9kDXZK+xHL7d9+YefXldMiv/yD59TL9tJHzmnLnf+8o88o2ZdZv+yjzyzhp5ha330mXWpc9FL7b/0I89yPBQ/eolzC330WfWS1rPrxR9d1XPqRR+Nnm1rfSy+ZXtJ69x64ceGLrG95KPnOY7OrRd81PrYefWCNZ1fz//Yui52fPHHz6+h59oOXfTx59ZFH39eXTjZ+Bd94rkdX/iJ59UFUcZtL/z4BXXBpOfZPu8TF9TCxv/EhfXcNV1U53/iojp/1icdTzrP9rxPXlznTop/3ief7zi6uJ7j/HMcr+sF9exPruhTL6xnfdL61AvqWa34Q8/02DM/dUk9Y1L8Z37a8adfWM+wPWdVn3pRnfNpy/bp0adfXE//lOXcD7ReXD/g3FIvqad92vrMS+ps27NtnzYp/tmfeWk9dU2XOrY++9I667OX1lmfsSb7FPtP+cxltabPXl5P/oz12cvq+yc92fbJzn//pCfZPulzL6snfdaKnfRE26VeXk/4nPVZK/ZzVziOXl6Pd/x4x4+bFP/xn7uyHhd9/sp6rO1jYz9/VQ3rnP3HrOoLr6hHf96KXZVzj3L8qM9fXY+0YltfuKYeOen7bIdcs/CvqUfYf8QXr7W1bB9uJY5d6rp62BetL11X39v2+nrYlyz7ib/3i9fXQycN/5WOrS+9sr6n9SrbaBk/5EuvqlkP/vIN9eAvWbGtG+vBX45uqAc5fpD9B9o+0PZBX7qxYoduqgd8ObrRNoo/dKbzZ/7wqys6w3Znvab0w9ZXXlNlW195bcmKbf3wa+u+VX3ldY4t23tbN9e9X7m57tlNX72l7p50l+1dX32949fXXe3fUnd97fX1Xee+O9v4rTfUd74avd729fVt+62vvWH4X3tjfXvSt2y/9bU31Z2tN9a3HN/ZvnM/8qb6ZutW21vrGz9ya9tv/sht9qNb6xtfu7W+7vjrX7ttWPvf+NG31Dd/7K31jUnf/PHb6xvWnT/1tvrWT76tvv0731nf+el31nd/17vrrp95T93ze95X9/7s+2v+lwEkLf6CVFLlkIaNjyBwkAhIWjzPuW5pGf/AE45uT/jj3gtmX/hjtj/i/V72hF/LnnCW93/b94bf8H7w6zX2iPGHxt7wGzXsN2ttj/jWKb7d1vrSQndOe8J5v/gtx9Gc/1at7xUde8/4hcVe8dvTvvE73itavU/8tveJ367Ptf8d+6v6rveKQ5/1/vGz3ieOPeR3vUdc1V1re8dP977x7kUu+8rVPeQnd9lDfiJ7x7fd633jPRU/+nhyvX+8tz62sGMP+THvGz/mPePHVvaSH3Uue8mxp6zFXrL3lN43fvjt6v3kh6e95Q/1vlJH3lO+44z6Qe8pow/ZDp1Z896y7bse4HhVZ3pvGT3Ae8qhD/Q+84GOrXdZ2W/avs/2fbFrepD3lKt68Npe873vflC9x3vMVWWv+W7vM9817TPjv3vy3+X95tBDFnvOxO90fuih9Y7sO73PnO3b7UfZe0bx376y73xb/Pd+r/eeVvagkfedd9jeEWvdvtDDxx7U+8/bI+8739p6xNpe9K3ed75li1b3om/2vnOrbnPutvc90nvPLVrZk97q8Td5LxplTxo7K/Eb3//oo96bvv79j6nXf+AxdYvtvD9d7FG9L00ue9Wbs0+1Xhd5j3rzvFe1P+9TY7ftU71Hfe3KXvU1H3hCvcb70le3nmg/esJiD3uT8zf1PvWJFXuj9683el96k/esN9nGn3WD45bHhv3+bXvXV3mP+irvY+c97CsX/pPrlXvsYa/3nvR6722viz70FO9Zo7Pq2rX97FPrWu9bo3kve43nDf+pa3vZq71njcae9mnTXna2Zzs+u3ba01417WUXe1vvZa+0rpi02942+9to7HGf7r3u03tf23H2uK1nbNnjrsbP7H3upd77/spv/tH6lX9j2f6y7S//5s/Xr0yKn73urN7vZp+bva/3uS+ZtNee98Xe5/Ye2PaS1rl1Sfa6s7zP7fiIe9/zpr3w+v73+dn7eg/cNr73uxdPush2qefVRd7vZg98kfPZA1/oOHbeCw97wWIvfIH3whdk//vxC+t5ts91nH3w87wXjuIvddHanvg874PPz/7YNv5SF3svPHSe98J77Y2f7X1yNPbKLzjCHvkFi73yA6vl/gAAEABJREFUM3uP/MIa9pJ6RvbK3hc/03bslZ1zvNte+Rzvlc/59Itr3is/vffKL/JeOXqx7STX/ID3yU9blffL2Sc/re1L6uyFfan3yqu61LHl/fJTrbN6D/3S3kM/pffOl3rvHF1muyLvj4+0hx576Zct99BHs5f2vvmJrSumvfQVlb1z9tmPd/7x0346++r4q3vqx3lP/bjeU2cvfWU9ZsV/7Oq+Or73z4/2PvrRto+xfcwXrqpH24/G3voVNaz3z95jP/ILV9ejbB9lmz33cp99dX2fc2OvfY39SdlXf+Hayt76EZN9uHPb5X2299UP8177YavW++uHec+d/fWsec897CsXe+6HftF+77tf2fvusc+OH71qse/u/JdfVQ/2XvzB3l9v1YOcW2hl3/2g7MOteQ/+QO+14z/ANuq99+Q/4Idvqo69B89ePBp78dfUGd5zD//V7fde3Lm22ZO3Xtt78sW+PPtx79FX9+X3Onev9+P3TYp/r/fk0e5785u9F49usR26q/flr6+7vAe/q/1b7N9S37W/tkfv/fobnB/6jvfn0bdtF9pjr579+remffqwb6w7vU+/M/t229U9+zdX9uy9b/d+/RvORV+3/3Xv19f15sr+vdX797d47/7W+sZP3F53/sQd9a3s4X/q7TX28O/qPfzdv/u9Yw//lMcu9jmSstVZSFqPFwM4G0eAF5027iPlhiAAAQhA4DATkNRf8GYG0oildfuWq1RvvrJat11xX9368ntbb3rZPfXGy+9uvcH2DZffU6+/7O665dK71uzrPXazczdfdlcN3W27rtd53u66p1572d56jcdfc9m91bp8xca3Xr2j7qtXXz50k+3uqrrx8j30sqobPH5DbEt1w8uWepX9nXVGvfJle+t6jy91Zl3/Muvl1mSvs79dD6jrXj507csfUHvpGtdd8/IH1m662mNXX/HAGvZBdfUV63qF49314Lrqir11pcevvOIhtaYrp9j2ih31PXXFlUMvt91dD62XXbm3Lvf45Vc9tIb93rr8qnVd5ni7HlaXXTV0qe1eeqnHX3rVw2tNr5hi25es6RH1kles68WOd9OLXvF9tZcu8Xjr6kfWJa+wVq39F+6qR9ULr35UvWAPPd9jz7/60bWjrnl0Xeyxi1dt/GseUxdPush2dz22Lrxmb13g8aUeVxdcY11rTfZ59rfr8fW8a4eea7uXzvf4+dc+oXbTeR4777on1LBPrPOuW9e5jnfXk+o51+2tZ3v82dd9f63p+im2fdaOenI96/qhZ9rurqfUM67fW+d4/JxXPqWGPavOeeW6nu54u55aT3/l0A/Y7qaneWzo7HraK1f0qrPrbMdnx67paXX2q4aearuXzvL4Wa/6gdpNT/HYQjc8vZ7yKit20pNtd9c59f037K0nefxJNzyjdtSNz6gneuyJsWt6Zj3xxqEn2O6uZ9Xjb9xbj/P44258dj0u9qZYK3bSY2236zn12JuGHmO7lx7t8UffdG7tqFefW4/y2KNiW+fVo169rkc63q7za+TOr+979d56hMcf8ernVus1K9b+w3fV8+rhr3lePewI+t7XXFB76aEeb732wnroFn2P4911UT3ktXvrwR5f6uJ68GtX9LqL60E76vnODz3wdc+v3fWCesDr9taZHl/o5hfWmVt0huPddUnp5r1VHq+bX1Q76pYX1X1rerHjdd17y4trd72k7rllb93t8YVe/9K6e9I9b7i0ortto7uSt3/PGy+re954ed37ppcNe+vL6x7799red9sVVdMXYr3lqtL3PqS/R0vL783lQ5L70aSlPzL0ENhfBCQtnuP5yqRlTlr6b9ljTzjvC9/gfV/2g9G2PaH3e8ndkj3htr1h9onL/eHu+8K7azm29/7wtb0/HDX3b694r/eK0dgvZt+4+37xvsrYjd5T7rlv9J7xxuwXbW9YWK3tHW94mepVe+qMafyM495LznvL646wp8ze8lrvG4+ka1xzjfePR9LYWz6whn1QHese8xXeQ0ZX2e6l5V7zwev7zew/vc/sPajtFTtq7Dev2HO/+T213Is+9Oj2ntl/Rse8B/1e70Gjh9k+rPbag85jL91pL7rD3nT7nvTha/vS3faj6/nvq732phnrvekrvq+GfaStdfV2vdC53fWoI+5VX+C9arTnntX71edH2afaXhzbesxiz3qx96zR7vvWx9RF3peO8b33r9nfXuDapR63bQ97gfew0fNst+vxR72Xfa73stH5tud737qbzsvYYk/7BO9poyfaruvcI+xtz/XeNTr6Pe6TFvvcX//G365f/7q1Yv+B/VnPWux7n3yUe90n19gH773fzX547HWfMu15Z7u+7z1nx33vWd73znqq/afWbnvf1fzTeh98dj3Ne95t8v63c7br++GneS/sffKrYof22g8vx35g1z3xWd4TR4t9seOneB/8lC174845/+Q9tff++Pu9P551vHvlo90zP8F76sd7P3wk9Z7ZdcN635x9tPfLj9uixzrerucc9R76Md5DR4+2fbT3y7tpsZd2zaN6P+39tffPR7enPq8e6dpHer8cHWlfnfHl3vr8sb/OPtt76sVeO7718B31vN5jP/wIe+zlHvyCPffa2YePvfYFtbCvte999onee8978wf3HvzibXvvB2cvnv237fZ9+PO9B7/Yih3afR++3KM/wPvtI2mxH3dt78df98Jt+/Lkd9+Xv7DO8L5bR6kj7tG9f1/fp79o2z79vj336dnDv6T38Ufar2d8sV/P3j378lteuti3z/v3tt6vr+7dxx7+srr7DZf13v1u7+Ozd4+yf4+yh4+yj+89vPc2O/0LS+VDWu57JDlD20QCZ2ziTXFPEIDAoSbAzUPgUBKQ1H+hPd+8tIyl4UvD5svfXjrzzDMLwYBngGeAZ4BngGeAZ4BngGdgE56BfO+d7yP+TpLG92Rpb5vv2pJiWtLS7wTdqSbA+fYgIGmxR5SGL6n/62U7/R5szc2/N3vZBzzgAewd2T/zDPAM8AzwDPQzUEc49vrzhDH2HTwDPAM8A4fnGTjaPcTW/clOsaTe30jL/Y6k4thIAttu6oxtGRIQgAAEIAABCBwYAtLeX9ok9V9uS8Pmy6A0fEn9JTC5bCRmO/urcXJbdbRfSLfOIz6z/wIIDnDgGeAZ4BngGTi5zwB84cszMH+fjY3mZyL+LGn5nVhafk8uH5Lcb2/S9ry0Pbd9JhkInHgC0nj2pGG3nkHS2p5QWsbz70Fsfj9mu9VPjPhnKs8AzwDPAM/AXs/A1j9/tsZ7zWWMZ4tn4HifAebzDG3WM7DTviS5VUnLfY00/K1/9syxpHalYTugO/AEzjjwd8ANQAACEIAABCCwICBp219iZ1BSv9QkjfHVL4Szn83Aqj/HsbuJl53O5KWlg/pvLnLdPLs8AzwDPAM8AzwDB/4ZyHfRaLfvqlvzq991Z3+20vr3ZWl8b5bWbXFAYB8QkLTrVUg64p5w63M/x/md2eont5eO5Xdwr3UYY2/JM8AzcNKeAb7znZLvfLv+wTQN8PnyO84zwDPAM8AzcDR7h+xH8qzERqt+4kjS2v/eJW3fA0kjV7scknYZIX1QCJxxUC6U64QABCAAgVNHgDPtbwLSzl/ApGVeUv/ldu5EGr40bL4I7qZ8aTxW5cvpqo51PvVnnpK/cIIznHkGeAZ4BngGeAZ4BjbhGbi/3zvz/Xe+//iRpMVfjm6NJdVOhzTy0rA71ZCDwOkiIK0/l5J6Xyhtt3nmo62af09mm/HZj83vYOyqklvV6hg+f/bwDPAM8AwcjmfgoQ996K5//D3iEY/g77544Y5ngGeAZ+AQPgOre4T4W78TbM1t3XukPrlo9iVt28dLqhySev8Tf5ak2cVuGIEzNux+TsXtcA4IQAACEIDAviIgrX9Rk5axpP5iJw2bL4TS0k+8m/LFcau2fvHcOp44NegBBQMY8AzwDPAM8AzwDBz4Z4A/zx+w/z7DfN/cTfmd22ks33eTj91N0viOLO1u99UmgIuBwAoBSStRLfaANR2SFrn8Dkgjjr+X8ntzf5TfRbT//vnJZ8JnwjPAM3Ayn4Hpj5xdzck8N2vzbPMM8AycgGeA/f9J2P/fn71E5uy1R8mYpMXLTtLY20iq+ZDU+585jpUUgzaIAC86bdCHya1AAAIQgMDhISCtfymTRiwtraT+Miet23wRjKSRjz8rXyJnJRd/tlv9xOhM/k2UQ/hvovDcz889lmeBZ4BngGeAZ2B/PQM7fW/dmku8Kmn9O7E0Ymlp512GpNlds9LO+bUiAgicYALS+nMnjVgaNqeTtOeeML8Lkvp/JIi/9Z9pc262W8eJ99c/A/k8+Dx4BngGTt4zcGS2tcchib8/4+/PeAZ4BngGeAb2fAbmPcdsV/9MS26rpJ33OpJqPqThS8Nuzc8x9mASOONgXjZXDQEIQAACENjnBPbR5Uk64l9u50tivjjGzprj2Cj5WHTmnl/I4QMfngGeAZ4BngGeAZ4BnoHT9wysfmed/dgon0vsTpK2f2eev9JLmt220nrcSToI7DMC0nhOJe24H5RGfqffh+Ty+7JVyUdb84c+5n+0Yo/MM8AzwDNwxD8F+bPi9H0/hj3seQZ4BvbrM5C9RbTT9SW/KmnsX6S9bf5AkkZNfLS5BM7Y3FvjzvYzAa4NAhCAAAROPAFJvai0tNK6L2nxl9yrXxK3+vlimVxstOonnpU8OmPxb0DDAhY8AzwDPAM8AzwDPAM8A+vPwMnmMX8vXbXzOZOLP9utfuJIWn5Hlrb7+ZItKaa/S7czddLITyEGAqeVgDSeR2nd5qIk9fMrDZtn/2g1/w7F7qSjXYe6U/vPR3jDm2eAZ+BUPgP5s2Yvncpr4Vw8+zwDPAM8A6fnGTgS9532Esll3mzjH42ksa+Rhp3/DJI0u22l9biTdBtBgBedNuJj5CYgAAEIQOAwEpC2f0GTRk5aWklrf6EtqV/MkUZ+/tIojfwcr9rdvmQmj87k31zk31zkGeAZuL/PAPN4dngGeAZ4Bo7zGVj9zjr78/fTOV610vI7r7T8PiwNX1LNhzR8adg5j4XAfiEgbX82pZGTllZa9/M7IWmxT0wcSeq9Yvwov0ux0aqfeFUZQ+wLeQZ4BngGDvczUEc4eD7O5Hv/cX7v5xk63P+M4fPfjM9/dQ+x6ufzneNVPzlJiz2KtL6HkZaxNPzyIcl99X6nthzSGNuSJjyABM44gNfMJUMAAhCAAAQgMBGQdv9SJo0xaWkl9Zc7aditXxQT76atXzB3qztx+f35bx1wf3wuPAM8AzwDPAM8AzwDPAP78xnI99XoaD4fSf2XpdL4Xixtt+VDkvtafIcuDgjsMwLSeEZ3uixpjElaPMPSup/fF0n9+xB/Lx3t79deazC2P//5efo/F7jwGfAMHPRnoI5wHPT74/r5HeUZ4BngGTg5z8DR7jEk9Z5FWh460VEAABAASURBVN/PSKoc0rpNbqukUbM1T3wwCfCi08H83LhqCFTBAAIQgMBEQFr/ciYtY2n40tJKWvtL7nxBl7T4krgax58ljZo5xp6cL/ZwhSvPAM8AzwDPAM8AzwDPwP17BqSdv69KIy8trbT+nVgacfmQ5L76O3PtcUijbo+SEzPEKhA4AgFp/VmUlrE0fGlpJfXzLa3b/LNHUu8Nt/qJ0f37ZxPc4MYzwDNwGJ4BSbXXcRgYcI/8rvMM8AzwDBz/MyBp235EGjlpaSX1nqZ8SHJfi7h8SCNnt5u0HndyP3Zc01ET4EWno0ZFIQQgAAEIQGD/EpDWv6RJy1hSf8GT1m2+dEs75zK2KkmLL5erefzj/+IOQxjyDPAM8Awc3zMAP/jxDPAMrD4D0vh+u5qLL43vs9JyXBq+tG7LhyT3o0lLf2Sqv18XBwT2EQFp/TmVlrE0fEmLZ1dS7/GkpZW2+/n9iaQxNz7in7s8AzwDPAM8A1ufgTrCsbWemGfo/jwDzOG54RnYvGdA2r7PkJY5afjSus0fO9LIzX5sJClmIWk9XgzgHGgCvOh0oD8+Lh4CEIAABCCwOwFp/cubNGJJa3+5LY1YGjabBWn40rDJrUoaeQkr7WsG/VlLXKMEAwkGEgwkGEgwkGAgwUDaLAar31XjS+v3t1NOWq/JN2tp5OJHkmLWJG3PrRUQQGCfEJDU+4FcjrS3L41xSYsXoKT1XH6PViUtxyV8CQYSDKTTxqB/3yXOL8FAOvUMao9DOvXXI3FOCQYSDCQYSDCQ9heD1T3F7Evr15i8tJ6T1H/aSOrvPQmknf2Moc0mwItOm/35cncQgMCeBBiEwGYRkJZf6OY7k9Zz0jKWhi9tt7t9iZRGbcbR5v3bE3ymfKY8AzwDPAM8AzwDPAMH9RmQxvdUabvNPUnb89LI5buztPR3ipOLJMWgA0fgcFywpMVf+K/esaRFKGlRIw1f2m6P9HsjqV+ISh3izw6eAZ4BngGegTrCwTPCM8IzwDPAM8AzMD8D0vb9h7TMpU5axtK6nz9ypJGLH0mKWZOkxd5nbYBgIwjs/qLTRtweNwEBCEAAAhA4fAQkbbtpSWtf6KQRS+paST0uYSUYSDCQYCDBQIKBBAPpEDDgHvketOHPQL7wSuu/y8lF0sjHnyVpdtestHN+rYgAAvuAgLT9WZXU/6ybL08asaROSepxCSvBQIKBBAMJBhIMpKNj0H+Y7NFJR7eORJ0EAwkG0kliwLp85z2gz0D+iJGWvxeJI2nk4q9K0mqIv4EEeNFpAz9UbgkCEIAABCAg7fwlTlJ/kV8lJI2cNOw8Jo1YwkowkA4vA4l7l2AgwUCCgQQDCQYSDKSDxyDfcaXt1518JC3HEm+VpK0pYgjsawLSzs+stD0vqfeJktbuSdIiL+FLMJBgIMFA2lwGEvcm3T8Ga3+A7BBI929diXkSDCQYSDCQYCAdDgarf4xIy3tezceXFLNN0s75bYUkDjQBXnQ60B8fFw8BCEDgtBPgAvYxAWn3L3OS+i+sd7p8aYxJR293WoccBCAAAQhAAAIQgAAETgYB6ei/p0rL2q3XIu0+tloraTXEh8CBISDt/OxK6v2gpG33ImkxJq35e+a3LUQCAhCAAAQgAAEIQAACEIDAREA6+r2FtKydpi+MtPtYiiTFoENAgBedTuqHzOIQgAAEIACB00tA0uIvo3e6Emk5Lg1/p7oj5aQxV8JKMJBgIMFAgoEEAwkGEgykw8CAe5ROHYMjfTfdaVzafn071c05aVk/57AQOIgEpL2fZWk5Lg3//tynNOZKWAkGEgwkGEgwkA4PgyP92SEdHhYS9yrBQIKBtKkMuC/p2Bkc6c+Jncal7ec5Ut1O4+Q2kwAvOm3m58pdQQACEIAABLYRkLQtt1NC0uLlKAlfgoEEAwkG0nEwYC7/XOUZ4BngGeAZOM3PwE7fe3fLSdptiDwEDjQB6eiebUn8MwsGPAM8AzwDPAPH9Aws/oDcxZH4s0WCgQQDCQYSDCQYSEdmsMsfKWtpSWsxweEhwItOh+ez5k4hAAEIQGCfEjiVlyVp8ZcUp/K8nAsCEIAABCAAAQhAAAL7kYC0/H4sDX8/XifXBIETRUAaz7mkE7Uk6xwDAUohAAEIQAACEIAABCAAgeMjIIn/nev4EG7EbF502oiPcaNvgpuDAAQgAIGTREBafhmUdJLOwrIQgAAEIAABCEAAAhA4KgKntEhS/8XoKT0pJ4PAPiMgjd8DaWn32SVyORCAAAQgAAEIQAACEIDA5hE46juSlnsVafhHPZnCjSbAi04b/fFycxCAAAQgAIGjJyCNL4kSVoKBBAMJBhIMpP3CgOuQYCDBQIKBBAPp+Bkc/bdkKiFwuAhIx//7JbGGBAMJBhIMJBhIh4PBkf60lA4HB+lE3CdrSDCQYCDBQILBkf58YfzwEuBFp8P72XPnEIAABCAAgc0hwJ1AAAIQgAAEIAABCEAAAhCAAAQgsPkEuEMIQAACEIAABCAAAQhA4NAT4EWnQ/8IAOAwEOAeIQABCEAAAhCAAAQgAAEIQAACENh8AtwhBCAAAQhAAAIQgAAEIAABCEAAAptP4LDfIS86HfYngPuHAAQgAAEIQAACEIAABCBwOAhwlxCAAAQgAAEIQAACEIAABCAAAQhsPgHuEAIQgAAENpwALzpt+AfM7UEAAhCAAAQgAIGjI0AVBCAAAQhAAAIQgAAEIAABCEAAAptPgDuEAAQgAAEIQAACEIDAwSbAi04H+/Pj6iEAgVNFgPNAAAIQgAAEIAABCEAAAhCAAAQgsPkEuEMIQAACEIAABCAAAQhAAAIQgAAE9jWBE/Ki076+Qy4OAhCAAAQgAAEIQAACEIAABCAAgRNCgEUgAAEIQAACEIAABCAAAQhAAAIQ2HwC3CEEIACB/UyAF53286fDtUEAAhCAAAQgAAEIHCQCXCsEIAABCEAAAhCAAAQgAAEIQAACm0+AO4QABCAAAQhAAAIQOI0EeNHpNMLn1BCAAAQOFwHuFgIQgAAEIAABCEAAAhCAAAQgAIHNJ8AdQgACEIAABCAAAQhAAAIQgAAETh4BXnQ6eWyPbWWqIQABCEAAAhCAAAQgAAEIQAACENh8AtwhBCAAAQhAAAIQgAAEIAABCEAAAptPgDuEAAROGgFedDppaFkYAhCAAAQgAAEIQAACEDhWAtRDAAIQgAAEIAABCEAAAhCAAAQgsPkEuEMIQAACEIAABCBwfwnwotP9Jcc8CEAAAhCAwKknwBkhAAEIQAACEIAABCAAAQhAAAIQ2HwC3CEEIAABCEAAAhCAAAQgAAEI7EKAF512AUP6IBLgmiEAAQhAAAIQgAAEIAABCEAAAhDYfALcIQQgAAEIQAACEIAABCAAAQhAAAKbT4A7hMDOBHjRaWcuZCEAAQhAAAIQgAAEIAABCBxMAlw1BCAAAQhAAAIQgAAEIAABCEAAAptPgDuEAAQgAAEIHFICvOh0SD94bhsCEIAABCBwWAlw3xCAAAQgAAEIQAACEIAABCAAAQhsPgHuEAIQgAAEIAABCEAAAhDYTAK86LSZnyt3BYH7S4B5EIAABCAAAQhAAAIQgAAEIAABCGw+Ae4QAhCAAAQgAAEIQAACEIAABCAAgc0nsJF3yItOG/mxclMQgAAEIAABCEAAAhCAAAQgcP8JMBMCEIAABCAAAQhAAAIQgAAEIACBzSfAHUIAAhCAwEEkwItOB/FT45ohAAEIQAACEIDA6STAuSEAAQhAAAIQgAAEIAABCEAAAhDYfALcIQQgAAEIQAACEIAABPYhAV502ocfCpcEAQgcbAJcPQQgAAEIQAACEIAABCAAAQhAAAKbT4A7hAAEIAABCEAAAhCAAAQgAAEIQODUEzjVLzqd+jvkjBCAAAQgAAEIQAACEIAABCAAAQicagKcDwIQgAAEIAABCEAAAhCAAAQgAIHNJ8AdQgACEDjlBHjR6ZQj54QQgAAEIAABCEAAAhCAAAQgAAEIQAACEIAABCAAAQhAAAKbT4A7hAAEIAABCEAAAhA40QR40elEE2U9CEAAAhA4fgKsAAEIQAACEIAABCAAAQhAAAIQgMDmE+AOIQABCEAAAhCAAAQgAAEIQAACx0iAF52OEdh+KOcaIAABCEAAAhCAAAQgAAEIQAACENh8AtwhBCAAAQhAAAIQgAAEIAABCEAAAptPgDuEAASOjQAvOh0bL6ohAAEIQAACEIAABCAAgf1BgKuAAAQgAAEIQAACEIAABCAAAQhAYPMJcIcQgAAEIAABCEBgjQAvOq3hIIAABCAAAQhsCgHuAwIQgAAEIAABCEAAAhCAAAQgAIHNJ8AdQgACEIAABCAAAQhAAAIQOFwEeNHpcH3e3O1MAAsBCEAAAhCAAAQgAAEIQAACEIDA5hPgDiEAAQhAAAIQgAAEIAABCEAAAhDYfALc4aEiwItOh+rj5mYhAAEIQAACEIAABCAAAQgsCeBBAAIQgAAEIAABCEAAAhCAAAQgsPkEuEMIQAACEIDAJhHgRadN+jS5FwhAAAIQgAAETiQB1oIABCAAAQhAAAIQgAAEIAABCEBg8wlwhxCAAAQgAAEIQAACEIDAASLAi04H6MPiUiGwvwhwNRCAAAQgAAEIQAACEIAABCAAAQhsPgHuEAIQgAAEIAABCEAAAhCAAAQgAIHNJ3Bw7pAXnQ7OZ8WVQgACEIAABCAAAQhAAAIQgMB+I8D1QAACEIAABCAAAQhAAAIQgAAEILD5BLhDCEAAAhDYNwR40WnffBRcCAQgAAEIQAACENg8AtwRBCAAAQhAAAIQgAAEIAABCEAAAptPgDuEAAQgAAEIQAACEIDAqSLAi06nijTngQAEILCdABkIQAACEIAABCAAAQhAAAIQgAAENp8AdwgBCEAAAhCAAAQgAAEIQAACEIDACSKwj190OkF3yDIQgAAEIAABCEAAAhCAAAQgAAEI7GMCXBoEIAABCEAAAhCAAAQgAAEIQAACm0+AO4QABCBwYgjwotOJ4cgqEIAABCAAAQhAAAIQODkEWBUCEIAABCAAAQhAAAIQgAAEIACBzSfAHUIAAhCAAAQgAAEIHBUBXnQ6KkwUQQACEIDAfiXAdUEAAhCAAAQgAAEIQAACEIAABCCw+QS4QwhAAAIQgAAEIAABCEAAAhCAQAjwolMobK64MwhAAAIQgAAEIAABCEAAAhCAAAQ2nwB3CAEIQAACEIAABCAAAQhAAAIQgMDmE+AOIQABE+BFJ0OgQQACEIAABCAAAQhAAAKbTIB7gwAEIAABCEAAAhCAAAQgAAEIQGDzCXCHEIAABCAAAQgcBgK86HQYPmXuEQIQgAAEILAXAcYgAAEIQAACEIAABCAAAQhAAAIQ2HwC3CEEIAABCEAAAhCAAAQgAIENIMCLThvwIXILJ5cAq0MAAhCAAAQgAAEIQAACEIAABCCw+QS4QwhAAAIQgAB8QyODAAAQAElEQVQEIAABCEAAAhCAAAQ2nwB3ePAJ8KLTwf8MuQMIQAACEIAABCAAAQhAAAInmwDrQwACEIAABCAAAQhAAAIQgAAEILD5BLhDCEAAAhCAwL4nwItO+/4j4gIhAAEIQAACENj/BLhCCEAAAhCAAAQgAAEIQAACEIAABDafAHcIAQhAAAIQgAAEIAABCJxuArzodLo/Ac4PgcNAgHuEAAQgAAEIQAACEIAABCAAAQhAYPMJcIcQgAAEIAABCEAAAhCAAAQgAAEIbD6B03yHvOh0mj8ATg8BCEAAAhCAAAQgAAEIQAACh4MAdwkBCEAAAhCAAAQgAAEIQAACEIDA5hPgDiEAAQhA4OQS4EWnk8uX1SEAAQhAAAIQgAAEjo4AVRCAAAQgAAEIQAACEIAABCAAAQhsPgHuEAIQgAAEIAABCEAAAsdFgBedjgsfkyEAAQicKgKcBwIQgAAEIAABCEAAAhCAAAQgAIHNJ8AdQgACEIAABCAAAQhAAAIQgAAEILAXgc140WmvO2QMAhCAAAQgAAEIQAACEIAABCAAgc0gwF1AAAIQgAAEIAABCEAAAhCAAAQgsPkEuEMIQAACexDgRac94DAEAQhAAAIQgAAEIACBg0SAa4UABCAAAQhAAAIQgAAEIAABCEBg8wlwhxCAAAQgAAEIQOAwE+BFp8P86XPvEIAABA4XAe4WAhCAAAQgAAEIQAACEIAABCAAgc0nwB1CAAIQgAAEIAABCEAAAhCAwAYT4EWnDf5wj+3WqIYABCAAAQhAAAIQgAAEIAABCEBg8wlwhxCAAAQgAAEIQAACEIAABCAAAQhsPgHuEAKbS4AXnTb3s+XOIAABCEAAAhCAAAQgAIFjJUA9BCAAAQhAAAIQgAAEIAABCEAAAptPgDuEAAQgAAEIQODAEuBFpwP70XHhEIAABCAAgVNPgDNCAAIQgAAEIAABCEAAAhCAAAQgsPkEuEMIQAACEIAABCAAAQhAAAL7lQAvOu3XT4brOogEuGYIQAACEIAABCAAAQhAAAIQgAAENp8AdwgBCEAAAhCAAAQgAAEIQAACEIDA5hPgDvcpAV502qcfDJcFAQhAAAIQgAAEIAABCEDgYBLgqiEAAQhAAAIQgAAEIAABCEAAAhDYfALcIQQgAAEIQOD0EOBFp9PDnbNCAAIQgAAEIHBYCXDfEIAABCAAAQhAAAIQgAAEIAABCGw+Ae4QAhCAAAQgAAEIQAACEDgpBHjR6aRgZVEIQOD+EmAeBCAAAQhAAAIQgAAEIAABCEAAAptPgDuEAAQgAAEIQAACEIAABCAAAQhAYPMJnIw75EWnk0GVNSEAAQhAAAIQgAAEIAABCEAAAvefADMhAAEIQAACEIAABCAAAQhAAAIQ2HwC3CEEIAABCNwPArzodD+gMQUCEIAABCAAAQhA4HQS4NwQgAAEIAABCEAAAhCAAAQgAAEIbD4B7hACEIAABCAAAQhAAALbCfCi03YmZCAAAQgcbAJcPQQgAAEIQAACEIAABCAAAQhAAAKbT4A7hAAEIAABCEAAAhCAAAQgAAEIHEICh+5Fp0P4GXPLEIAABCAAAQhAAAIQgAAEIACBQ0eAG4YABCAAAQhAAAIQgAAEIAABCEBg8wlwhxCAwOEjwItOh+8z544hAAEIQAACEIAABCAAAQhAAAIQgAAEIAABCEAAAhCAAAQ2nwB3CAEIQAACEIAABDaOAC86bdxHyg1BAAIQgMDxE2AFCEAAAhCAAAQgAAEIQAACEIAABDafAHcIAQhAAAIQgAAEIAABCEAAAgeNAC86HbRPbD9cL9cAAQhAAAIQgAAEIAABCEAAAhCAwOYT4A4hAAEIQAACEIAABCAAAQhAAAIQ2HwC3CEEDhgBXnQ6YB8YlwsBCEAAAhCAAAQgAAEI7A8CXAUEIAABCEAAAhCAAAQgAAEIQAACm0+AO4QABCAAAQhAYH8R4EWn/fV5cDUQgAAEIACBTSHAfUAAAhCAAAQgAAEIQAACEIAABCCw+QS4QwhAAAIQgAAEIAABCEAAAqeUAC86nVLcnAwCMwEsBCAAAQhAAAIQgAAEIAABCEAAAptPgDuEAAQgAAEIQAACEIAABCAAAQhAYPMJcIenkgAvOp1K2pwLAhCAAAQgAAEIQAACEIAABJYE8CAAAQhAAAIQgAAEIAABCEAAAhDYfALcIQQgAAEIQOAEEuBFpxMIk6UgAAEIQAACEIDAiSTAWhCAAAQgAAEIQAACEIAABCAAAQhsPgHuEAIQgAAEIAABCEAAAhA4egK86HT0rKiEAAT2FwGuBgIQgAAEIAABCEAAAhCAAAQgAIHNJ8AdQgACEIAABCAAAQhAAAIQgAAEILD5BI76DnnR6ahRUQgBCEAAAhCAAAQgAAEIQAACENhvBLgeCEAAAhCAAAQgAAEIQAACEIAABDafAHcIAQhAAAIzAV50mklgIQABCEAAAhCAAAQ2jwB3BAEIQAACEIAABCAAAQhAAAIQgMDmE+AOIQABCEAAAhCAAAQODQFedDo0HzU3CgEIQGA7ATIQgAAEIAABCEAAAhCAAAQgAAEIbD4B7hACEIAABCAAAQhAAAIQgAAEILApBHjRafdPkhEIQAACEIAABCAAAQhAAAIQgAAENp8AdwgBCEAAAhCAAAQgAAEIQAACEIDA5hPgDiEAgQ0hwItOG/JBchsQgAAEIAABCEAAAhA4OQRYFQIQgAAEIAABCEAAAhCAAAQgAIHNJ8AdQgACEIAABCAAgYNBgBedDsbnxFVCAAIQgMB+JcB1QQACEIAABCAAAQhAAAIQgAAEILD5BLhDCEAAAhCAAAQgAAEIQAACENgXBHjRaV98DJt7EdwZBCAAAQhAAAIQgAAEIAABCEAAAptPgDuEAAQgAAEIQAACEIAABCAAAQhAYPMJcIcQ2A8EeNFpP3wKXAMEIAABCEAAAhCAAAQgsMkEuDcIQAACEIAABCAAAQhAAAIQgAAENp8AdwgBCEAAAhCAwCkgwItOpwAyp4AABCAAAQhAYC8CjEEAAhCAAAQgAAEIQAACEIAABCCw+QS4QwhAAAIQgAAEIAABCEAAAsdPgBedjp8hK0Dg5BJgdQhAAAIQgAAEIAABCEAAAhCAAAQ2nwB3CAEIQAACEIAABCAAAQhAAAIQgMDmE+AOj5sALzodN0IWgAAEIAABCEAAAhCAAAQgAIGTTYD1IQABCEAAAhCAAAQgAAEIQAACENh8AtwhBCAAAQhA4EgEeNHpSIQYhwAEIAABCEAAAvufAFcIAQhAAAIQgAAEIAABCEAAAhCAwOYT4A4hAAEIQAACEIAABCBw6AnwotOhfwQAAIHDQIB7hAAEIAABCEAAAhCAAAQgAAEIQGDzCXCHEIAABCAAAQhAAAIQgAAEIAABCGw6gTNq0++Q+4MABCAAAQhAAAIQgAAEIAABCECgCgYQgAAEIAABCEAAAhCAAAQgAAEIbD4B7hACEIDAhhPgv+i04R8wtwcBCEAAAhCAAAQgcHQEqIIABCAAAQhAAAIQgAAEIAABCEBg8wlwhxCAAAQgAAEIQAACB5sALzod7M+Pq4cABCBwqghwHghAAAIQgAAEIAABCEAAAhCAAAQ2nwB3CAEIQAACEIAABCAAAQhAAAIQ2NcEeNHphHw8LAIBCEAAAhCAAAQgAAEIQAACEIDA5hPgDiEAAQhAAAIQgAAEIAABCEAAAhDYfALcIQQgsJ8J8KLTfv50uDYIQAACEIAABCAAAQgcJAJcKwQgAAEIQAACEIAABCAAAQhAAAKbT4A7hAAEIAABCEAAAqeRAC86nUb4nBoCEIAABA4XAe4WAhCAAAQgAAEIQAACEIAABCAAgc0nwB1CAAIQgAAEIAABCEAAAhCAwMkjwItOJ48tKx8bAaohAAEIQAACEIAABCAAAQhAAAIQ2HwC3CEEIAABCEAAAhCAAAQgAAEIQAACm0+AO4TASSPAi04nDS0LQwACEIAABCAAAQhAAAIQOFYC1EMAAhCAAAQgAAEIQAACEIAABCCw+QS4QwhAAAIQgAAE7i8BXnS6v+SYBwEIQAACEIDAqSfAGSEAAQhAAAIQgAAEIAABCEAAAhDYfALcIQQgAAEIQAACEIAABCAAgV0I8KLTLmBIQ+AgEuCaIQABCEAAAhCAAAQgAAEIQAACENh8AtwhBCAAAQhAAAIQgAAEIAABCEAAAptPgDvcmQAvOu3MhSwEIAABCEAAAhCAAAQgAAEIHEwCXDUEIAABCEAAAhCAAAQgAAEIQAACm0+AO4QABCAAgUNKgBedDukHz21DAAIQgAAEIHBYCXDfEIAABCAAAQhAAAIQgAAEIAABCGw+Ae4QAhCAAAQgAAEIQAACm0mAF50283PlriAAgftLgHkQgAAEIAABCEAAAhCAAAQgAAEIbD4B7hACEIAABCAAAQhAAAIQgAAEIACBA0ngmF50OpB3yEVDAAIQgAAEIAABCEAAAhCAAAQgcEwEKIYABCAAAQhAAAIQgAAEIAABCEBg8wlwhxCAAAQOIgFedDqInxrXDAEIQAACEIAABCBwOglwbghAAAIQgAAEIAABCEAAAhCAAAQ2nwB3CAEIQAACEIAABCCwDwnwotM+/FC4JAhAAAIHmwBXDwEIQAACEIAABCAAAQhAAAIQgMDmE+AOIQABCEAAAhCAAAQgAAEIQAACp54ALzqdauacDwIQgAAEIAABCEAAAhCAAAQgAIHNJ8AdQgACEIAABCAAAQhAAAIQgAAEILD5BLhDCEDglBPgRadTjpwTQgACEIAABCAAAQhAAAIQgAAEIAABCEAAAhCAAAQgAAEIQGDzCXCHEIAABCAAAQhA4EQT4EWnE02U9SAAAQhAAALHT4AVIAABCEAAAhCAAAQgAAEIQAACENh8AtwhBCAAAQhAAAIQgAAEIAABCBwjAV50OkZglO8HAlwDBCAAAQhAAAIQgAAEIAABCEAAAptPgDuEAAQgAAEIQAACEIAABCAAAQhAYPMJcIcQODYCvOh0bLyohgAEIAABCEAAAhCAAAQgsD8IcBUQgAAEIAABCEAAAhCAAAQgAAEIbD4B7hACEIAABCAAgTUCvOi0hoMAAhCAAAQgAIFNIcB9QAACEIAABCAAAQhAAAIQgAAEILD5BLhDCEAAAhCAAAQgAAEIQOBwEeBFp8P1eXO3EJgJYCEAAQhAAAIQgAAEIAABCEAAAhDYfALcIQQgAAEIQAACEIAABCAAAQhAAAKbT+BQ3SEvOh2qj5ubhQAEIAABCEAAAhCAAAQgAIElATwIQAACEIAABCAAAQhAAAIQgAAENp8AdwgBCEAAAptEgBedNunT5F4gAAEIQAACEIDAiSTAWhCAAAQgAAEIQAACEIAABCAAAQhsPgHuEAIQgAAEIAABCEAAAgeIAC86HaAPi0uFAAT2FwGuBgIQgAAEIAABCEAAAhCAAAQgAIHNJ8AdQgACQ0wmlAAAEABJREFUEIAABCAAAQhAAAIQgAAEILB/CJysF532zx1yJRCAAAQgAAEIQAACEIAABCAAAQicLAKsCwEIQAACEIAABCAAAQhAAAIQgMDmE+AOIQABCOwbArzotG8+Ci4EAhCAAAQgAAEIQGDzCHBHEIAABCAAAQhAAAIQgAAEIAABCGw+Ae4QAhCAAAQgAAEIQOBUEeBFp1NFmvNAAAIQgMB2AmQgAAEIQAACEIAABCAAAQhAAAIQ2HwC3CEEIAABCEAAAhCAAAQgAAEIQOAEEeBFpxME8mQsw5oQgAAEIAABCEAAAhCAAAQgAAEIbD4B7hACEIAABCAAAQhAAAIQgAAEIACBzSfAHUIAAieGAC86nRiOrAIBCEAAAhCAAAQgAAEInBwCrAoBCEAAAhCAAAQgAAEIQAACEIDA5hPgDiEAAQhAAAIQgMBREeBFp6PCRBEEIAABCEBgvxLguiAAAQhAAAIQgAAEIAABCEAAAhDYfALcIQQgAIH9S+Cb3/zmrhf3W7/1W7uOMQABCEAAAhCAAATuDwFedLo/1JhzcAhwpRCAAAQgAAEIQAACEIAABCAAAQhsPgHuEAIQgAAEIAABCEAAAhCAAAQgAIHNJ8AdQsAEeNHJEGgQgAAEIAABCEAAAhCAAAQ2mQD3BgEIQAACEIAABCAAAQhAAAIQ+NVf/dV629vedsJ1JLIn45y/9mu/dqTTHspxbhoCEIAABCBwGAjwotNh+JS5RwhAAAIQgAAE9iLAGAQgAAEIQAACEIAABCAAAQhAAAKbT4A7hMChJ3DZZZfVE5/4xPr5n//5E6ojgT3R5zvrrLPqRS960ZFOyzgEIAABCEAAAhtKgBedNvSD5bYgcOIIsBIEIAABCEAAAhCAAAQgAAEIQAACm0+AO4QABCAAAQhA4DAQ+LEf+7E6++yzD+ytnnPOOZV7OLA3wIVDAAIQgAAETjuBg38BvOh08D9D7gACEIAABCAAAQhAAAIQgAAETjYB1ocABCAAAQhAAAIQgAAEILABBB70oAcd6BeF8pKTpA34JLiFfUuAC4MABCAAgX1PgBed9v1HxAVCAAIQgAAEIACB/U+AK4QABCAAAQhAAAIQgAAEIAABCEBg8wlwh5tB4Pbbb69Xv/rVB+5mbr755rrtttsO3HVzwRCAAAQgAAEInFgCvOh0YnmyGgQgAIGdCJCDAAQgAAEIQAACEIAABCAAAQhAYPMJcIcQgAAEIACBA0Mg/2WkA3Ox04UexGueLh0DAQhAAAIQgMAJJLAPXnQ6gXfDUhCAAAQgAAEIQAACEIAABCAAAQjsUwJcFgQgAAEIQAACEIAABCCwXwhccMEF9cUvfnG/XM4Rr+MrX/lKnXfeeUesowACENgPBLgGCEAAAieXAC86nVy+rA4BCEAAAhCAAAQgAIGjI0AVBCAAAQhAAAIQgAAEIAABCEAAAptPYB/dYf4LSc985jP30RXtfCnnnntuffWrX915kCwEIAABCEAAAoeOAC86HbqPnBuGAAQgcDAJcNUQgAAEIAABCEAAAhCAAAQgAAEIbD4B7hACEIAABE4tgbzsdGrPeOxnOwjXeOx3xQwIQAACEIAABO4vAV50ur/k9tc8rgYCEIAABCAAAQhAAAIQgAAEIACBzSfAHUIAAhCAAAQgAAEIQOCEEnjTm95Ut9xyywld80Quduutt+7r6zuR98paEIAABFYI4EIAAnsQ4EWnPeAwBAEIQAACEIAABCAAAQgcJAJcKwQgAAEIQAACEIAABCAAAQhAAALHSmC//heTJNXO13asd0g9BCAAAQhAAAKbRIAXnTbp0+ReIAABCEAAAnsRYAwCEIAABCAAAQhAAAIQgAAEIACBzSfAHUIAAhA4RgLnnntuffWrXz3GWSe/PC85PeMZzzj5J+IMEIAABCAAAQgcKAK86HSgPi4u9mQSYG0IQAACEIAABCAAAQhAAAIQgAAENp8AdwgBCEAAAhCAAAQgsJ3AV77ylTrvvPO2D5ymzIUXXlhf+MIXTtPZOS0EIAABCGwCAe5hcwnwotPmfrbcGQQgAAEIQAACEIAABCAAgWMlQD0EIAABCEAAAhCAAAQgAAEIHFIC+S8o7Zdb30/Xsl+YnODrYDkIQAACEIDAgSXAi04H9qPjwiEAAQhAAAIQOPUEOCMEIAABCEAAAhCAAAQgAAEIQAACm0+AO4TA4SRw880312233Xbab/7222+vm2666bRfBxcAAQhAAAIQgMD+JMCLTvvzc+GqIHAwCXDVEIAABCAAAQhAAAIQgAAEIAABCGw+Ae4QAhCAAAQgAIGNJZD/ktIZZ5y+//nwQQ96UOUaNhYwNwYBCEAAAhA4SAT26bWevm8q+xQIlwUBCEAAAhCAAAQgAAEIQAACEDgeAsyFAAQgAAEIQAACEIAABCBwUAmcc845p/VFo7zkdPbZZx9UfFz3ISPA7UIAAhCAwOkhwItOp4c7Z4UABCAAAQhAAAKHlQD3DQEIQAACEIAABCAAAQhAAAIQgMDmE+AODzCBz3/+83XhhRee8jt44QtfWJ/+9KdP+Xk5IQQgAAEIQAACB4sALzodrM+Lq4UABDaeADcIAQhAAAIQgAAEIAABCEAAAhCAwOYT4A4hAAEIQAAC+5tA/stKp/oKT8c5T/U9cj4IQAACEIAABI6fwMF60en475cVIAABCEAAAhCAAAQgAAEIQAACENjvBLg+CEAAAhCAAAQgAAEIQOC0ErjpppvqjjvuOGXX8K53vauuv/76U3Y+TgQBCOwTAlwGBCAAgftBgBed7gc0pkAAAhCAAAQgAAEIQOB0EuDcEIAABCAAAQhAAAIQgAAEIAABCGw+gdN9h/kvLD34wQ8+6ZfxsIc9rHKuk34iTgABCEAAAhCAwEYQ4EWnjfgYuQkIQAACEFghgAsBCEAAAhCAAAQgAAEIQAACEIDA5hPgDiEAAQhA4CQTeOpTn3pKXkDKS05PetKTTvLdsDwEIAABCEAAAptCgBedNuWTPOr7oBACEIAABCAAAQhAAAIQgAAEIACBzSfAHUIAAhCAAAQgAAEIQOD4CXzqU5+qSy655PgX2mWFSy+9tD760Y/uMkoaAhCAAASOTIAKCBw+ArzodPg+c+4YAhCAAAQgAAEIQAACEIAABCAAAQhAAAIQgAAEIAABCEAAAkdFIP/FpaMqvB9FJ3Ptvhw6CEAAAhCAAAQ2jgAvOm3cR8oNQQACEIAABI6fACtAAAIQgAAEIAABCEAAAhCAAAQgsPkEuEMIQAACR0Pguuuuq3e/+91HU3pMNe9///vrqquuOqY5FEMAAhCAAAQgAAFedOIZgMCxE2AGBCAAAQhAAAIQgAAEIAABCEAAAptPgDuEAAQgAAEIQAACEJgI5L+89PCHP3yKjt886lGPqqx5/CuxAgQgAAEIQOC4CbDAASPAi04H7APjciEAAQhAAAIQgAAEIAABCOwPAlwFBCAAAQhAAAIQgAAEIAABCBwWAk984hNP6ItJecnpsY997GHBd8Dvk8uHAAQgAAEI7C8CvOi0vz4PrgYCEIAABCAAgU0hwH1AAAIQgAAEIAABCEAAAhCAAAQgsPkEuEMIHCICH/nIR+rSSy897ju+4oor6kMf+tBxr8MCEIAABCAAAQgcTgK86HQ4P3fuGgKnnQAXAAEIQAACEIAABCAAAQhAAAIQgMDmE+AOIQABCEAAAhDYLAL5LzEd7x2diDWO9xqYDwEIQAACEIDAiSVwKlfjRadTSZtzQQACEIAABCAAAQhAAAIQgAAElgTwIAABCEAAAhCAAAQgAAEIHCgCV111VX3gAx+439f84Q9/uC6//PL7PZ+JEDigBLhsCEAAAhA4gQR40ekEwmQpCEAAAhCAAAQgAIETSYC1IAABCEAAAhCAAAQgAAEIQAACENh8AtzhQSOQ/yLTox/96GO+7Cc84QmVucc8kQkQgAAEIAABCEBghQAvOq3AwIUABCBwoAhwsRCAAAQgAAEIQAACEIAABCAAAQhsPgHuEAIQgAAEILDPCDzmMY+5Xy8s5SWnRzziEfvsbrgcCEAAAhCAAAQOGoGNfdHpoH0QXC8EIAABCEAAAhCAAAQgAAEIQAACx06AGRCAAAQgAAEIQAACEIDAqSfwwQ9+sK688sqjPvG1115b73nPe466nkIIQAACWwkQQwACEJgJ8KLTTAILAQhAAAIQgAAEIACBzSPAHUEAAhCAAAQgAAEIQAACEIAABCCw+QROyx3mv9B0tCc+ltqjXZM6CEAAAhCAAAQOJwFedDqcnzt3DQEIQAACTYAOAhCAAAQgAAEIQAACEIAABCAAgc0nwB1CAAIQgMDJIHDZZZfVRz7ykSMu/clPfrJe9KIXHbGOAghAAAIQgAAEIHA0BHjR6WgoHdYa7hsCEIAABCAAAQhAAAIQgAAEIACBzSfAHUIAAhCAAAQgAAEIQOB+Esh/qekJT3jCrrOf8pSnVGp2LWAAAhCAAAROHQHOBIENIcCLThvyQXIbEIAABCAAAQhAAAIQgMDJIcCqEIAABCAAAQhAAAIQgAAEIAABCOxM4OEPf/ieLzLlJaeHPOQhO0/eZ1kuBwIQgAAEIACBg0GAF50OxufEVUIAAhCAAAT2KwGuCwIQgAAEIAABCEAAAhCAAAQgAIHNJ8AdQgACENiVwHve85669tprt43fcMMN9fa3v31bngQEIAABCEAAAhA4HgK86HQ89JgLgSMSoAACEIAABCAAAQhAAAIQgAAEIACBzSfAHUIAAhCAAAQgAIHDTSD/5aatBHbKba0hhgAEIAABCBwsAlztfiDAi0774VPgGiAAAQhAAAIQgAAEIAABCGwyAe4NAhCAAAQgsKEE7rvvvkIw4BngGeAZ4BngGbivLrnkkvrkJz+5+BP/c5/7XF100UX8OXnYvitwvzzzPAM8AzwDuz4Diz8kcY6bAC86HTdCFoAABCAAAQhAAALHR4DZEIAABCAAAQhAAAIQgMD+J7DT/4i9/6+aK4QABPYTAa4FAptO4Ed/9EfrrLPOqqc//ekVf9Pvl/uDAAQgAAEIHAsB9pTHQmvvWl502psPoxCAwOknwBVAAAIQgAAEIAABCEAAAhCAAAQgsPkE9uUdrv5F9L68QC4KAhCAAAQgsI8IPOQhD+kXnPKS05lnnrmProxLgQAEIAABCOxPAod0z3ncHwYvOh03QhaAAAQgAAEIQAACEIAABCAAAQicbAKsDwEIQAACp4rA/f2L5tV5+PzfWPEM8AzwDPAMHNZn4I477qjbbrtt1//bnsPKhfvmnwlH/wzAClY8A5v0DBzLPnb1vo9l3mGs5UWnw/ipc88QgAAEIAABCEBg0whwPxCAAAQgAAEIQAACEDgBBPIXy3stk/HdtNc8xiAAAQhA4AQRYBkIQAACEIAABCBwgAjstn9Mfq/bONL4XnMPwxgvOh2GT5l7hAAEDj0BAEAAAhCAAAQgAG2560YAABAASURBVAEIQAACEIAABCCwN4Hd/iI5+Vk7rTCP7QfLNfBvv/MM8AzwDPAM8AzwDPAM8AzwDPAM8Azsv2fgSHvJ3cZ3ypOr4kWnKp4DCEAAAhCAAAQgAAEIQAACEIAABDafAHcIAQhAYBuB1f8BYOvgPLaan3OrNuOrMf7++x8V+Ez4THgGeAZ4BngGeAZ4BngGDtUzUHzefN776RnYbc+Y/Kxc7+yv2uRnreYPu8+LTof9CeD+IQABCEAAAhCAAAQg0AToIAABCEAAAhCAwOEikL8s3u2Ot44ljlIfu1W75bfWEfM/uPAM8AzwDPAMnP5ngM+Az4BngGeAZ4BngGfgVD0Du+0VV/Pxo/ma4u+kjO+UP4w5XnQ6jJ869wwBCEAAAsdOgBkQgAAEIAABCEAAAhCAAAQgsDEEdvsL4uSj+UbjR4ljo1U/cXTvvffu+W+NZxzdWweCgT9LrpPPimeAZ4BngGeAZ4BngGeAZ4BngGfgaJ+B7Al3U9bYOra6p9zq7xQnNytrzf5htrzodJg//RN47ywFAQhAAAIQgAAEIAABCEAAAhCAwOYT4A4hsAkEdvuL4dV8/Cj3G7uXtv7FdeKt2ms+Y/zb5DwDPAM8AzwDPAM8AzwDPAM8AzwD++0Z4HqO/pncuv9LvMpva7w6Nvure8/4UcZit2q3/Na6TY550WmTP13uDQIQgAAEIAABCEAAAhA4lQQ4FwQgAAEIQAACB5TA6l8Uz37sTlr9S+rZj501z5ljLP8mOM8AzwDPAM8Az8DGPQP8Vwr5LyDyDPAM8AzwDOz4DOy0H0wu3wVio1U/8aqypU4cG636idEgwItOgwM9BCAAAQhAAAInnQAngAAEIAABCEAAAhCAAAQgsP8IrP7F8ezvZJNb1fyX06s2PuJ/zOYZ4BngGeAZ4BngGeAZ4BngGeAZ4BngGcgzkD3kVpvcqrJLTryTXc3FR4MALzoNDvQQOP0EuAIIQAACEIAABCAAAQhAAAIQgAAENp8Ad3haCcx/eTxfxGo8+7Grmv9SOrnZj91L99xzz47/du9ecxjjfwjhGeAZ4BngGeAZ4BngGeAZ4BngGeAZONjPwNpecJf/6tXq3nKrnzjKnnW2W/2d4uQOk3jR6TB92twrBCAAAQhAAAIQgAAEIACBfU6Ay4MABCAAAQicLAKrf0mcc6zGsz/beTxxlP+xITaKH636iWft9hfbyaN7CgYw4BngGeAZ4BngGeAZyDOAeA54BngGNuEZmPeBqzb3tRrP/uoeMv5Oyl40ytiq3ervFCd3WMSLToflk+Y+IQABCEAAAhDYBALcAwQgAAEIQAACEIAABCBwkgis/kVy/FXd+e1765vfumebko8yttUmt6p5fDW33/w7p3uMPby6u+781sHUt3zd6O46GAzu8nUOfftbd9UOOli5O6d7iD1k+o7vd//qu/WdO9FODL5rLui7dWIYfMfrnDrdded3Ch1ABt/8Tt3tz+7uVRv/qPXtuvub6HQwuMfcD4++Vfd889h0753f3nHOnF+1s7/TOVb3nrOfbW/8WLSdAC86bWdCBgIQOLAEuHAIQAACEIAABCAAAQhAAAIQgAAENp/A8d/h6l8Yx4+yauxOet1Xv1OPe+O36/Fv+k494dbv1hNvu8v6bj3JNnryW+6uJ7/57jrrLfdYd9dT33pP62zbpe6uH7j9nqU89nTHT3/r3TXrHPvnvPWumvUM+0t9t575Vust1mSfZf9Zb/lOzXq2/We/5ds16zn2F3rzt+rct1ixk86zPe/Nd9aqzn/zN6f4mxX//Ntm+4167m3rep7j59329Zp1gf0LbvvtusD2wlt/uy6039b+Rbf++5p1sf2lfquef+uK3vRb9QLHL3jTv6tZL7T/wjf9/+uFk73E/kJv/Lf1ojdZK/bF9l/8xn9Ts15if6nfrJe+cUVv+H/q0jX9Zl32huj/sR263OMLvf7/rpe9wVrY/1+9/PXrusLxFa///9asK+0vdMv/p66a9Iq2/1fFvuKW/6uutmZ79S3/uq6xrr552Gtsr3V87c3/qmZdZ/+6m//Pum5h48/6P+p6j13/OttJr7R95ev+Zc16lf2l/kXd8DrrtdZkb7S98bX/e826yf5Nr/3fatar7S/0mn9er3mtFTvptbavfc0/q1mvs/+61/zTmnWz/Ztf/U9r2H9St7x6Xa93/PpX/+Oa9Qb7b3j1b1T0xpt+o95ov639N930j2rWrfaX+od1200ruvHX682O3xw76S22b7nxH9Sst9pf6u/X7TdaN1iTvcP+HTf8rzXrbfbfdsP/Um+b7NvtL/Sqv1fvuMGKnfRO2931P9e7XmW90mr7P9W7X7mu9zh+zyv/x5r1XvsLXf93632vtGzfb73v+l+r90/6wIr9wPX/Q30wum5pP+T4Q9f9nZr1g/Z/8Lq/XbN+yP5S/319+DrrWivW+oj9j1z3qzXro/Y/et3fqo9O9mP2P3bt36ph/2Z93PHHr7Wd9AnbT1z7N2rWJ+0v9dfrU9da11ht/7v6tP1PXxM79Bn7n7nmr9Wsz9r/7NV/rYb9q/W5a6yrhz5vO/RX6vNX/5X6wkJ/2f5fri9ePekVttaXXvHf1qwv21/qL9WXX7Giq/5i/fArrBX7Fftfueq/qVlftb/Ur9TXrrKutNr+cv2I/R+5MnboR+3/6JV/oWb9mP2Frvil+vErrRX7E/Z/4opfrKFfqp90/JOOZ/tT9n/q5b9Yw/75+h0vX9fvdPw7X/7natZP2//pl/9C/a7Yl8Vatj+T3Mv+bP3MpN9tu9Sfqd/zshVd/mfqZx3/7OV/umb9Xvu/9/I/VbP+A/tL/df1+y63LrMm+/vt//7L/qua9Qfs/4HL/mTN+g/tL3Tpf1n/0WVW7KQ/aPsHL/0val1/Yor/RP3Hl1ovtdr+8fpPXrquP+T4D730j9WsP2z/D7/kj9WwP1//6Uutlwz9kZf80foj9v9I2z9a/5nt0M/Z/7n6z18y6cU/Vz9n/+de/J/XrD9qf6n/rH7+xSt60R+pP/Zia8X+cft//EX/ac36E/aX+sP1X7xoRZf8ofovX2TFTvqTtn/ykv+kZv1X9hd64X9c//Ul1sL+wfpT9v/UC2OH/rT9Vf0Zxwu94D+qP7tFv+D4F17wH9asP2f/z73gD9Sfj31+rGX7i8k9//fXL076JdtZv/j831e/tKqL/4P6C47/QuykX7b95Yt/b836FftL/Wz9NxdbF1mT/Yu2f/Gi31Oz/pL9v3TR765Z/639hS78mfrLF1mxk/6K7V+58HfVrL9q/69e+NM166/Z/2sX/HQN+zvrv7vQumCpv27/r1/wO2rW37D/Ny74qfobsc/7qfqb9v9mrPW3nveTtapfdTz0E/XfP29Fz/2J+tuO//Zzf7xm/R37f+e5P1Z/Z7L/g/2lfrR+7bnW+dZk/679v3v+j9Ss/9H+Ul+r/+n8FZ331fqfz7diJ/0927933leqdf4We94P1/9yvrWwX67/9bx1/X3Hf/+8L9XQl+sfOF7o3C/Vr3vs12NbX6x/aPsPz/1i/SNrtv/o3C/Ub1j/6DnD/obtP3b8G8/5fP3jSf/E9p8853P1Tyb7T+0v9dn6Z47/2bNjLdt/3vpM/fNnD/1vtkt9uv73Z1vPstp+qv6F7b94lu2kf2n7L5/1yZr1f9hf6hP1fz7LeuZS/8r+v3rmx2vWv7b/r5/5/7J3HgDyFFX+f08lJ8moqJjP7P1V9E7lTlROgVNEMaEomBVzQvQUE2cWMGEWI6IgoGIEPTAiGDAgqIDZ41TMimn/329192xPz+zOzP42zn56+1W99+pVdfVnenqmt2uqnxiN/ET6T677xKjyJ8RPrye57qz8TPrPrvv4aOTn0n9+3cdFkes8Lv5X+v86l1x6nUOjLf/Xsx8b/3edllz7MfEL2b8ouXTlvyzy6PjltSv5lfJZeVRcdm3JtSQlf2T8Wvqvr+W8kt9I/821HhG/qfPfSu/Jbg+P311L0sp/L/33uz0sGvmD9Fl5aPxxN8k1JSU/JP50zX75s+w/X/PgaORy6ZfLV+QaB8dfZP/FeZGHxF+vUcnfWvnfrvHg+NvVD4q/Spz/bdeD4u/S/77rg+JvV3tgJVc9MP521QfEX6/ygPjLLveLv9byl53vG5fvdJ/4844HxOUHvCCGXYPaF1qcW6SWta0XxzpNrrBO95vdhgAEIAABCEAAAhCAAATWEwH2FQIQgAAEIACBdU1grn8Gt/3Wh4kfMzAMXkYWd6bzjDoLK5mNneHFaUZKtUSlVaqMjExLRGRoyciUREYoDy3SIvUXlixplCLpVjLTWVUQ0mupHbKkKUZptaYySSlQkplKI5okI6RWqRSvkSm7iMqUa5USWjKqP6lltSVFAUXLCKklyczwXygPLc6KHSkrlGbYF16kZNZ2Fkcpy0gZlqg0xRRNrpSnMUNKpj0RkVEWZ1mMnLUVE7VkZlEjXZyRKbFaSyrPLGmEMq2RqbSWzIwMLXWSslJms1rPVCrRGiqOTNtWnWdkVEsWTWmGtAyHhRcpmbWdxVHKMlKGJWqt0qPEprO6wLoktKhMaaSSrFNnaduJ8lBMZjqLyNCSkSmJLLqSSpMvrMlt1WLTvsxs1AhptizWZXqNzJRpqTOpYVGSReQPL7WleGsqCqnhJLN4ih5aZEblSVkhXWJnaFGemaE1IiNCSmZGhpfZNIsnw1kqUUjRQ0qmPRGRoSVDZigtuhLpEZkZERKv0rUWM6RkZmTMLtazeDKcKY1MpbVkZmRoqZPMrGy5vKaSzJJGnSmXLSMjI0quLCJSf06dZUSoKMoiJTMrO+1J6ZJIGZaoNeuSsmaoSl1gXRJaUhKpv5BkhNJ6jUzbEaEsM0Nr0Z1kyg4v6SScZp06S3kzlWoN5ZkZKV+TpBRLKK/XyMyIkHiVFNW5lMyiSAstqTxnc6mlWElmhtaIjLJYz2JkZSvNtC5RnipTFsoksmRkaFGutHLXqTOXZSrVGsozM7IJlJaZSnuOomemHJJqjca0kpmRKm0S61mMDGdKI1NpEbmUy5ISWrKUpbRqrbRM56my2mtbkpnROIsasovIHRH2hRcpmVnZWRzSM/wX8leeiGIrrdcoRRlhJTOdSQ8t0qOSUB5a0qKYsC0jM0NrMZ1kyg4tKYnUX0gyQmm9RqbsIvIqlyUltGRUf1Kl1WtkphwSrxI5vBZfph0xa4ftVJpyRrUoJjNDa0RGWaxnMbKylWZalyhPlSkLZRJZMjK0lCRCZqT+pIWXVJJZ0gjlmelMemixLpHWrCkls6QRyrRGplKtUrRmZGipk5SVMkN5aLGeqbRIRMlkhkVJZiqNesmSZzrPKJk8mRk2nDkPLdYz0pokKs3O0KI8M0NrRIaWjExJZITy0CItUn9hyZJGXSQjpVsiIkNLRqYksuhKKk2+sCa3VYtN+zKzUSOk2bJYl+k1MjMiJF6lay1wcYNNAAAQAElEQVSmk8x0SVRLpWemTIlXScjOtBJSmzy0WLdEpP8yqkWxmRlaIzIipGiN1J+M8JJKsrEzpGU4JjIipGRmZGgpSYTMSP1JCy+pJLOkEcoz05n00GJdIq1ZU0pmSSOUaY1MpbVkZmRoqZPMrGy5vKaSzJKGC6xmytbaOIoaoWJrGS4uVkZZMqVItEZIdWI9bViJsCbJKIt8aStlFcnIlMiU4jRSadaps7StGGURyjPTmfTQYl0SWXQltVbbyhQelpAeUjIzsgmUlrWE8nqNzIwIiddabNqXmZUaXqxL5At7U6kkZGdaqe0IuyL1Jy28pJJMp0VRSUYxs7ZlWK2cEdazTp1Zz8y6ICNTElpSEhkyQ6mMlIR0iZ3W5ErljRlSMu2JiIyyOMtiZDhTGplKa8nMyNBSJ5lZ2XJ5TSWZJQ0XWM2ULcms86iWdIAkZRZxIj0Ul5nOIjK0ZMgMpRFWon+x39ecw65F7Wui23rjcz6X32XTLAx0muZXl32DAAQgAAEIjEmAMAhAAAIQgAAEIAABCEAAAtNKoPuP32F243PelvY/nLt8ZqL+m5mJkGh1JpFfhtbKX+KkKi+pw9WYt1PZ7XgVKM5l8qpYwbbltk+OapW72Mq1Qa2KLroCS7xs5VVwSUtM0RTnvllKiBK3JXcpdlJqNwEqsOoYNeJiZYqQX1W1QelSbMpQeW2rkjUVKd5uWbXPbTleporldypH0eTU6gqqJ4/9EjkqW7HWvS273VaxZVi3VCGuK2kC5bRl6cWrrIovlav2pSrUJZUtrVrrmlXnqiYUO1DfwfI7wDVKeO2zu4m3vxJ5pVSxTh3cq60+1HoVJlsxjpftfsqqfDYkKlKqOlasKfc2lckZoWCtrqXt1M6qqSotVUqRbJdL+uoroNjKS4Mub+Lt61WzogL5qnjpcrmOt26xrmL1R5raqRTrlbhMmrJetEzrEsUrla1V7ZZtFJ9tObw5ZY6xqBGv2oQsxUnRat3xVXBpQ6o8vdS+Yjdt1XVVWavqO1JljnFs5ZGjWkuMEhcrU2mpr0rKq3jpZVWZemhfFVzSUkeJDJW7jmPVthxyy2fbUpeV+tYVo6zEKHHLyqp4FVW2UxlaVaYWpbh+JWrUdolxPRnS5S2pY1SjWrUhrUV3Qy5zdAlUUtW2R1KtCrNiUTVV1iqlar1XX3XtLPWbAFcpUhIVq1RlsqTX9VVPXhny1mVuUxstMXJJVYSK7XCZVYsKqtoKUoSL7ZLIsk9BykrbzuUt8XIoV7ic9qmCVmmKrwsquwTaqVjp3nbR5NJaYpTI5boSxZT6ShzrGBXaK480ba+Kt25RRO3rxculEsWrPZdJq1dVVaF9JVN5U6C8V7/eWiktsdJKvFrt2fZJFFtcqq9Ste9UYmcpU4x0rXJ6rW3HF6d9kqJ7I9Ytle4GS79kuopKlKkNpdadlaK++iovTnVAAaV+pSpVWe3r1VesY7wtFSlzTAktiS2FFF2FCpHH2yuiVlTo+hZZClG5o+Uvtmsotnidy+/YShQhW2ldz1HFoVryKl6pVvmla5VeNV7qSy2BSlymKHlUv1pLm0pURyUK0CpdISVePqu1qIpCS1piHOttyClbsXK4VFVVQ7aUYiuvV4XKo7hiF7UkVbz8sqR7revLp8ZVT6kKm+3Zbb1E2e8GJcWv6i5TDdVThJxabTqi8kmTosjilqVGlJZVaqmv3DHWm/qOLrYDLYrRqrCSuli6MlewSzFVvDbV2PZJFFWt8jumqiiX6mqVojqKc5lCbMin/al9MqpVhSWmVJJLuVylOVmOltSay/pE/jq4tKFIb8Ebq9wlVZBXlaiuQmRUukuLraSpr8JmVR8UUerU8TIVquZrW1q1ypbiNprKVTVVqJTSlqxS7MSxxVY9t2ndPgW6uMrquna4zDFVuLcnKY4qr0LlkKK1qq+Gq3q1X5WlqaykJS/llanNuC2J4lSotNKbVM15VZEq1Bvpq6/SYitXY7P1HWtfr1pPKW3JqsIV421ZikMFWkuMksolh7eh0Kp9tS2XdK1FV23lVbBSFTreooimmTpXrBpSiFLHVrYLHe9mLD1bDdivrBevWvWqug6uxXFutwQqqWx7LKWKmrUu8ap6jlGoCqu25JZebU2e/ni5q3hF1XUdU+orcZlKFOW1lFT1Fati6Wq66CpT3o6XRyFK1YDWKlbNlJgS67oSR9lW7iDHKqy3/mPmH3LPRPvas2nDQW3dtsU+54107cY/zTkDnab51WXfFosA7UAAAhCAAAQgAAEIQAACEIAABCAw/QTYw3VGoPvP4MZ2bmn+0ex8OBr/9laSKq3FP9DNlCFRGqEknUQozQinziIi00oqr/TajAj7JOEllaQ8EZkZERKvRZyEloxMibTIKkkpaVV5vUamPRKvtYTyUJKZSqNerEvkC3tTaZGShBcXyQoXO0kpGfWiwrStPJSXNaXZtkSEM7miWjLKX4byiFCh1jqXM8KuiMjIlISXdBJOM0saNqxmytYayjMzMpolpVcS0uo1MlOmxVlGhpY6yczKliukZURkllSKVqmZJQkvmRlppUhKl2QxQobXyJSjiFxWw4lEeWYqjXqxLsmeGSqWyCFFaYSSdCLp5VnckSklJF5rsenSzGzUCGkZ0UuleI1MeYuoTLksKaElo/qT6rUuy0xZEq9FnMjlaJXJsiFJeyRSnWaEiiWNUtuhRa6IrP+iWhRcPMpDJWVNabYtEVFnIXeE0pTUq0xZDpBkZnipsoxMiR21pPLMkkYo0xqZSmvJzMjQUicpK2WG8nqNTHmKyGs1ShKhPDOVRr1Yl6RNJdUamVYsIV0SWmRGZP0X1aK4lJaptEhEldV2hOyMjGZJ6ZKsbeUlvkrCWdjnRJKSKFKlmRlhW5lVi037MrNRI6TZsliX6TUyU6all0kJLRnVn9SyVlZmypJ4LVIS+SIyMzK01EnKSpllrcsy5SkSUWW2oywZ/itqhAptKYuIrFZndlgiospyNo8MLyVVYdp2XkQlKZEvM5VarySVZZY0XFA027Vkpt2lzImtjNnFeqbSIhElq5KIyMiURLNYl2RtK9daYpREyFC4MiuhJYue0qo1KztlVYFRsiqRMyo7mqUEFp89mbZDtnLpWmV4re3wIl2Z08ySRiizmmklIpRnZmRoqZOUZQnl9RqZGRESr7XYtC8zKzW8WJfIF/am0iIlCS8ukhUudpJSMupFhWlbeRSJKit6hpcM/1mzWJekdYnitEamHJbK5bTyVZrSCEUocSrxqnit8kWElMyMjGbJojepjVRRptJaMtPuaJLM2o5qSWWZJQ3HWM2UbZEjM5VGvVi39MxSlpkRRZqstiMjUxLNYl2Sta1cxSVGSXEWO1QgK0uuNGVozbSSUWVNHiFNSUmjWVJKqiQsqbSIk4hQA5kZGVrqJGWlzFBer5Fpj8RrESehJUtZSqvWjOYvpJU1pbl+EeuS0CJ/KCCLRLUoptjKQ/6ypjTblohwJldUS0b1V1mhwkx5aomMkBoRGZkZXjLSWUkzrUuqNTJ7StFlRdRJSsnworRaI9OKJYouTUpoyVlbVoTsiMjMiJB4LVKSyqUyWVEtqShLZcnwGpkZSiRarYYTifLMVBr1Yl2SPTNULJGjKCFdErIlKWms0JKZTqPOenlERqYktKQkUn8hyQil9RqZsovIq1yrlNCSUf1JLautiMyMCInXIiWJkC8zlUY0ia0ML0qrNTKtWEK6JCq90tJWlEVxtjJTpsRrkZLIF+EiWVEtGdVfKI8IFdouufTI4oqQkikjQlqUxVZmScPOotmuJTPtLmVObGXMLtYzSxoOtJopW6sdmWl3VIt1SdpSUq2RacUSRc9IKRGhPItEvdiKyEwnEq1FLUl4ycxIK0VSuiSLETK8RqYcReSyGk5SaUbUabSWlM/XnL4GbYtDbDtvpGs3/vWYM9BpPb7q7DMEIAABCEAAAhCAAAQgAIGJCVABAhCAAAQgMH0E/I/irngvh/ns75f6t7h15h/olvIZOSRK/fPd4nIyUwKK12YopOR2V9uTWYoVqcKiurB2y1tpKtA6W18xpb5KpSp1pEVq5SipY0qHVFnNV/Wl2+eyorqKoq1XLUirVsVbkSjG9ZW5qjJHVn4ZZS1WCZKmVU0qVorW2YCiKbHTohBZJbbkare0IaMU265j6iC75a0CZGhVPyvTSv9+VXV78b2wUqsU9uLt0jZ6tmK92t2rL0OrNqO07md/vCMtrjkrjqk2Jp+rajteK58ccldrrddZFaMSb0tS3CWRT2u1pcrhtLJLgfqo1itncbgPNps2rVfx0qq11FGwKmrt254jLaW0JKqipqpUSqmrKqroYsXKcKktO+VxmEx5q1V1pNirTOEq0yq9iZdVr8Up3blEq6upAYXaqIt6mX0WFctXYks+24vKJ1thWl1axLq80qVVa9lMiVcn+zn2Iqv4OnVM2bLrW+Qv9ZW4TC57ili39OLldUzZqAq0SdWyU1K0apu2GinxLlN8lUlxRQc0uXUXFilG2WTRHCPRWvtUXwXVlhrdRdYl1Vq6WDWnSFWW20GqWWXySi/eElb1s3IpvPiaxLFVpMq1WrevtCRDa2t78qoB+4bWV4FWxZdUwVqtqt0qXnaj2Ff0VoDVIkq0nV6IlMqUv9RxOz2nDPdY0iu2LlFIs1ZFVWpf0dxopZQ+W62ar+oW28ES6xVHadWqOnWBKrlMbjm8zlO/3madqe9VvJXZ+vbJUxxKtBZPqVQbdVb82r6iK1Wpw5TJpSAZWqXbU9tWS53K3euti1XWi5fS2y+VOdpZL96xFsW5zE1atVi3r1dfccVW3quvxrSKo1KtKpLuKGnFdqRFdr1WbqcSr5KyLeeKGYyuC1RW4kouX+mkDKlKy3ad11uvQ10oKataVl4KVLd/v6pailATDqptxckhQyXSS0mdDNZ3mAsl1ao+1Yo22h+v9uwrjVeJIqt4+csqh1Y16nJpzfZtOkC5XEq1qlipYqU0TqnFp8RbU6G0au0VFUWlzi1uV/WLWoXaI7FHUq3qZ1PouhKbKvM2bBVVtRq3fS6zS81X9UuQSuQoqoMVYF1eWdKqVfFSVFZWqVpLc06qWIWXtbbUpsuaeDVQTIeUIitF3JKlGL0Yx5eWXGRR8Wy9yuG0xJSNVFVLTClQiQyrLlb1khW7aE28PZKyqk4TqJj+46WOl79oJV6atuG+2t0f77YsbrASVVFoSVVRPqklQnlxqK2iqqjYbrToSpoCxaiRIcUOsChWa2lXedOEq1W6SmSUyJI0TdmQVGvZhKu7Ttkv+a07Wi1Uagmwx1IHKNNa1beiyFLfsY1tn23l9ap4F0q8WlyuvGq5KPZIvHVlrmhRkVaFKdV+ucTukpdE/tphTRsqXuelJTstimmqVwFqUkqJUZnUkpYYx0sZ3K+qjmMtVVhJS0HRSlKV9urblPSKvCUZWtVNpdpWcSmXVdpyJEfHpAAAEABJREFU4r4VW3Wb1W26zPH2FVv1rKuxxi3TNS1SvTaqY4vIWXxKyqqkVVulZW1mdPJ2GnFBo7dz+5GKAAOdKg6kEIAABCAAAQhAYMMIUBsCEIAABCAAAQhAAAIQWPUE/E9id7LJrbfF/ra0f1nbjksZGalUa6Y0SUr3aruWUF67IvUXRaq0LpKhEhlapYeW2nZscYY1SUYordeoi+RK6ZaIyNCSkSmJLLqSSpMvrMmdmaG1mE4yZYeWlETqLyQZobReI1N2EXl7eWjJ8J8U5U6jyhVT/BlRHLalpw3pocVZse2zrdw+qRFSMlWaEWFRItNphNLQYncWPSNUmKG/jFAmyciUhJaUaJUZqb8oUqWZGWFbeWaG1mI6yZQds0tKzciSOiuaYqKWzIxUaZNkZqXWaSmSL2TXWWSmzUj9hfWIyAiJ0wgpWjPqItnWLRGN02XyRESGF6dZ66HCTFmpkiIplyQyQv7QIi1Sf2HJkkZdJCOlWyIiQ0tGpiSy6EpqrbaVqTgsIT2kZGZkEygtawnl9RqZGRESr5KiOpeSWRRpoaXSQ1ZaMkKZJCPTEiElvMgMeaSmJKRLKrUoKY9jlFV2KrNRnNYtchZfpZei4srIlISWlESGzFAqIyUhXWKnNeWZGVrljLCSKTtml5SakSV1VjTFRC2ZGanSXtLY8hW/c/lCAXUWmSqRZFZ5aJEWqb8o4lRWRrUoLjNDa0SGlgzrSqMoEZERkiqVojXDMZERISUznRU9tGSRKpUaRVOM9VCemc4iMrRkZEqkSXEaqTTr1FnaLkmlZKbd0SS2LMWRJY1MKSHxKimqcymZRZHmWOuVpDylKCNCSmY6kx5lkRnySE9JSJfYGVqUpzzKQplElowMLcqVVu467dkuc5DyzAytERlaMqwrLbqSSCWZJQ0bqaQxQ0qmPRGRoSVL1qRyVLZiopZMlaZKJBkZYTuqRVZRMq2li4ptJdN2hvXQIjNSf1GkSu0LL1IyVZoyLIrJTKcRykNLFqnSUKY1SlGtZOasHZWutNRSIk9EZkaExKt0rcV0kpkukZoR0tqpTK+RKa9WKVpTEhEZWlKZRaq0Xqr44s0IqUq0SlcquyjKixURtlOpJKNaVCkzQ2tERlisp5UixSUtI5SGCjP0lxHKJBmZktCSEq0yI/UXRao0M6MsyjMztEZkaMnIlEiLyPDiNLOkYVfRbFdKZGZkaKmTlGUJ5aElLYoJ2zIyM7TWZirPyKiWrLVMa5Ks/GG7iGzlSu2K1F8UqdKMelFMyq8slElkyVBa9NCSRarUMUVzIn84toiM4ku5JJGNo9ZqW5nCwxLSQ0pmRiq6SaxnMTKcKY3Mkla2dK1Fd5LpsqJFROovIuQrWha1JHJFREZmhhdnGSnVEtIy7AsvUmRVdsohkStSf2GlckWxlYZ81pVFZERIyczI0FKSCJmR+pMWXlJJZkkjlGfoLyOUSTIyJaElJVqdZWSlKdMamUprycxIlTZJZlZqK81MRUi02p0pxWvJ0y6Vh/KMUGpJ5S4OL1Iy5UkZypWGs4yMsBIR0iROI0K+DP1lhDJJRqYktChXGqkk69RZ2naiPBSTmc4iMrRkZEoiI5SHFmmR+gtLljRKkXQrmRkZWuokZVlCeb1GZkaExGstNu3LlCMiqiwjw0sqz1DiVXlGpiVCSniRGfJITUlIl9gZWpSnPMpCmURWKrNRnNYtctoXoTSjFGWElcx0Jj20VLrSoiuJVJJZ0gjlGfrLCGWSjExJaEmJVmcZWWnKtEam0loyM1KlTZKZlWpfLZkpLaNk1qxIMjPsVKrcqzVLpbs4vEjJTIdGZGjJkBlKI6xE/2K/r0F97Wmx3kh/ZGW5zFqTW1+PwkCn9fiqs88QWAECbBICEIAABCAAAQhAAAIQgAAEIACB6Sew2vZwvn/+usziPju3tHXbFv+z2f62lN/izlS//3VMJeEf+Erkd1kjUdvOLaqstcSpRsmb+irWZmbjVVjZTtWe4x1j1XWsO8a6fcVWUmzlvfimvoO08VJe644ptmJKFSXqgZpVoPSySnWMnA5XpojiqyrJclgRFSqXR+1XdVSlxNY+l7pMVZXZqsQx1uSs6tXx9kvUipqWzzESVS9pibVW1yu24xu7CVSMyyxuS6bX0qYSudR2XacUKHGsm3ITCrBHofZIvBYpiYrr+g6WS44SqyblkUOK0uJT4rUWeUvZbH15qm05lVH6UXK16tgitV5iVFe5PFWb3qJiKltl0rXalNS242unPKqnDRRfCalsl0ua7btYpaXMdazLKG7HVLZSNVVs1S3lyuVSgTqmaNct5dKrchUpxnrtkqqoupJjrVpUoBCXSazJWVWVLUWrQqRrU0V3jMVxxaeyUlDlteoO1PUcKHGsxQGqX1bp7osCW/EOkijAZWpVhupXq0KtVFLK1YZC++urhhxyq7bLpZW1VCuJiqsypdJdQZpiVWqjbEeekivxWosiHNeIouVR8yW6irFVytV0yVVWBblEMbKlSXFaieIUbZdE5XW8DK2NXTllqU6lS/FaYpSoCZWqLa3S1TmVFk5FVR0VKEKh0lVWVqmOkVN1VFpiVEF+ORQin1LrjlGxMhUWRd6iKsa24tyWXNJcJr+0yiddMVpL/eJTYLFLjOKdF7EuUaHjVEGr69vnvlmXSFWBU9VymRq0pkyripSqDSlaFS/TxYqs7GLYaY+kjrXb27Uo0AXKVN9bKuHWJY4vwQpR2UC8yyWKnK1fxzU+FXitRV7HN6K2pTqtRNvWqthOXHG6D7Vf0QpyWokbsaY4q1U/S0cU5jrWJYpxmTwyHOw2JVUlKVqla5WikF689Nrpum6jBLiJIiWRS6WK0ypddVy/SKWrM8VyfYsMuyRVPVeyX63JVyyFVGVK5VOqwhKjjWiVT3FSiq+K9sak1X5rTXnJVVxytSXVxYrstWPdPm1GPqWKlaJV8TJd5phqe00DKpNqn8scU1VThUqp6ivGZY5xjb54lRW7xCtCeWM3sWpNUSpTI7M+aSpQeLUNKVor3XEyFGFNPteVND7nRdRsaUORthXtYFnWJCpUWlapTb9KjOPlc5lalmu2ln2lSDEuK7YcVX1vU7Eqk6sUO5GntGG9P15RXh2v3GWOcVuVqdRlKqh8thXhzH6JrNK2XMqL5ehZXTGlbi9XTB1c/I5WmXouzWWlt1bUhnSVOU6GVtlNoKLtrzxqsFpLjJK++gqdtdv1pbsNFVar29D2+uorptRX4liFyKNUcUoVqlS6iqWrmaKrV8pn4+VXgLyKKaly+UpV2SXWtnTH2W5yx3iL8ilC9RQjXavNWVsxMpSq3HUlVUBJVeSGKin9klpClBRbuYIU7PrO6gBl3pZjeuVyyK0gbU71XMNSHCrQqlClilOxdJXUujTZdbRCZChEtsqVutguiSz7FONty5LPxUVTHeuSEiNfL7dP/WpsRbq+PNJcpgatKVMttWmlEsepmoKq6GI71uIQue1TJcWotoIHbMU4XAHKqhjrMryqqhuqxHUVUYqdVLYbkLjtkjWxiihqSUo7vXi71LrbUrVKkyL3bJwMuVpllUOptjK7ekYnX3OWtlWhyR0xl+6yrji261tqeyXbZ6DTStJn2xCAAAQgAAEIQAACEIAABCCwngiwrxCAAAQgsAoJtP8hbH2YDO12+re3kozYZfsrFLmK8qtsd0Xpku2uENYtu9gnse6YXVS2y/aOkTi3yLez8p0Vt0st1i27qMzx1h1j3WLdYn0X1bHuGOsW6/ZZd8zO218pbFt2afRWPft33k4xltIX6c6LWLdcsddGL95tNe0U3XGNNPGVvZPLi1wxdlK7O5Vt1WXSm3Lnjbjfje68a7sN+yvZSO1eqU921PZ23N5+yQ5Xih2L3cRsJNtypbrORrIds5Fsy5X67R1cbrlS7LSDRO3uWMtOJZ+NL/4mvuQu2yh2LHorL/VkD8sd2xbH2O7lG8cO22+sPm6kfKPS9g4q22GHjWVvXNmK36ERxVZlG6ncsrFySR3fi7PdJ4p1G67fku0dU29ve/mLbZ/EuqXa3sZh3THur33Wt99hk7Bu2b6uY30H+YvdtFnn29u//Sa9trav62xvf5F6O42/xNbxxWd9k9iuxG5StSP/rL1JKdtOvu0l2yluQbJj047ytr7DpnX78ve1bb9Esdvar3w7i+K3LdLEbxout287+d23Yu+ouraVb2tp2pDPsZa+ePltV7Fq03W0Pcc1vivbp7jiU35lSaM7ptiOqcXxPZ9iK3sz9deyabis8m0a2+64WVy5yKbKW7JD7Xd9i2N6Ppc1sdbbUvvbsY2u/nlb26gti3WLdYv1KyvWusW6fdsU3+bqX7Udl1lcduUdNw/rlmKX2M3kc/xsmcstW5f4yr+1+mHZRvk28m9dxHUtm0dlb17a2kYxWxdp7M3rcsdaZO8kURvb1PnW0mdlszq+itm6iWlyx7Z12ztu0V/Hvp3skzi2LSrbqi9+i9iq56vii+36RTaPrZRXvs21nS0UPyvud1VW+7StEu86bV3b3FK+LZVvVYv1LR1j22W1NPW3tF2XuU7P3nHL0qeqvraruK122jK2LLKF8i2qcvmrGJWpnVLfMarf0x1TRDEuK/oWpY0SU2Lrsp7u8tpX4ht9y9iitOF8i6LP2vZV4nbtHyo7VzFDy9S2/ZvX+RY7bVW2YXvzWt9CZZvXskVpa6vYXGWby7eF8i2UW9+86FuFYza3r8R621vF5jtL5NtC+RaK27yWSt8yNlfZ5rWvilW86s/qspvybq42S912bl2ymaRdtlmpu3VU+VbKpSvGcZvtbN0if88nfSf5iliXuEztlHj7bRdRXC+XXmK2ik132rreztZF37TEbBWbaXub1mJ9M/k3tZQ2t47NlG/alEvfzLpy+6xbrFusW6xv2oop9s7bxKZFtlY+K5sUn8sq3yZuv4h928SgXfk3VYzLNunVd6xkl6Yd6xKVO6aSrdVe12db/l2c19LW++rX5W3fLleu2lSdjS0uU77JzleOjYvM1tlYZfa5bBPFFFu5dfs2Vlv29exS/8pqX6I4l1UxV46SO17+jSRut/hUZyP5N1JefMqt21dsl9VS4mvdMcXuxW9b9d/l9jmXbLzLtrFRkSsrb8nOtd+xFsW6zSrWZU1sozuXNLFus9eG/K5fxPq2cSWX13Il+a9U6xupjnVLsy3rFtvOG+najb/Kt4sr7rJd2U5lbyvbsp18lm0r+yrbyrZsF1e8ikT9uFLxWa/kSnU7V1RZ1eZ2caUSq/ISu204pqqvMsU7romv9O2i5KXetlFirTfiOtadD5Om7CrbR6+dns9tbx/VTE4ZEam/6FtS1rBrUPtUVNa2XhwkcQUYQAACEIAABCAAAQhAYHUQoBcQgAAEIAABCEAAAhBYegLD/kls3ygZ7Fn1W9wZZWcdfeX46fu3j59YPtDkO8SPpf/4A84r+ZH0H31gx75WfSkAABAASURBVGjkh7Xu/Icn7hRN/gPps7JzXHJiv1ws++ITd4kmv0j6RSftElV+lfj+Sf3yPdnfO+mqMZtfNb4ru8gHryZdovzCk64WFzovsmtcoPyCDzqv5DvSv/PBq0cj50s//+SrR5VfI779QcnJs/It6d86+ZrRyDdr3fk3T94tipyyW3xD+jecF7lWnHdKv3xd9tdPuXY08jXpPTn1OvHVjnxF9ldOvW505Vz5zj31elHkQ9eLc6Sf47zI9ePLH+qXs2Wf/aEbRCNfkt6TD/9TfPFDEue1fKHkN4wvfLhfPi/78x++URT5yI3ic9I/18tvHJ/9SL+cJfusj9wkGjlTek9Ou2n8z0ck7Vz6Z067WXTl0/J9+rSbRyNnSD/jozePKr9FnP7RfvmU7E999J+jkU9Kn5X/F5/4qORjs/Lxot8yPv6xfvmY7I997FbRyEelf/Tjt4oqv3Wc9vF++Yjsj3x892jkw9J78onbxIc/fpv4kPIPNbn1T9w2Tu3IKbJP+cS/RCMnSz/5k/8SVf6v8cFPSD45KydJP+mTt4tGTpQ+K7ePD3zy9nHip25f8g84L3KHeP+n+uUE2Sd8ao9o5H3Se3L6v8Xxn5I4r+W9yt97+r9HI++RPit3jPecfsd4dyNnSC+yZ7zrjH55p+x3nnGnaOQd0nvy6TvHcWdInNfyduVv//RdopG31brzt316ryjymb3irdLf2sv/I97ymX55s+w3f+au0cibpPfkf+4Wb/yMpJW/Qfob/mfvaMux/7N3HCvfsf+zj/JKXi/99WfuE1W+b7zuzH55rezXnvmf0chrpM/K3ePVZ0rOktT5MdKPOese0ZWj5Tv6rP2ikaOkH/XZ/aLK7xmv+my/vFL2Kz+7fzTyCumzcq94+Wcln5PU+cukv+xz946uvFS+l37ugGjkJdJf8vkDosrvEy/+nOTzs/Lf0v/78/eNRo6UPiv3ixd9XvIFSZ2/sOT3jxd+oS0PiBfIfsEXnFfyfOk9+eKB8bwvSJwXeWAcofyILzqv5LnSZ+VB8ZwvtuRLB8VzvvSg+C/lXXm2fM/+0oOjkWdJf9aXHhIlP/shcbj0w53X8kzlzzz74GjkMOmHnX1INPkzpPfky4dE0b/80Hh6nzwsnib7aV92XslTpffknIfHU74s6eWPiCdLf/I5zit5kvRZeWQ86ZxHxhMbOfdRla78Cec8Kp7gvMij4/HKH3+u80oeJ/1x5z4mGjlU+qFfeUw0+WOlP/Yrj41GHiP9MV85NJr80UU/NJw/+iuPq/KvPi4eJf1Rzos8Ph751X55hOxHfPUJ8Yg6f7j0h3/tCVHlT4yHfW1QHvq1J8VD5X9oya0/KQ6RfsjXn6xcovzgrz05DnZe5CnxEOUP+brzSh4s/cFff2o0cpD0g857alT50+JBsh90nvJaHljyp8cDz+uXA2UfeN4z4kDn33hGPED6A5wXOSzu/41+uZ/s+33jmdHIfaX35JuHx32+IXHekgO++aw4QPYBJbf+rLi39Ht/89lx71rupfxe33p2VPJfsf+3+uWesu/5redEI/tJ78m3nxv3+NZzYz/nfXJE3P3b/fKfsv/z28+LIuc/L/aVvm8vf37sc36/7C177/NfEI3cTXpPvvPCuNv5L4y7Kr9rk1v/zoviPzqyl+y9vnNkNHIX6Xe54Mio8v+OO1/QL3eSfacLXhyN7Cl9Vl4Sd7zgJbHnhVV+R+dFXhr/fmG//Jvsf7vwZdHIHtL3+O7LospfHnf4br/cXvbtv/uKaOR20mfllXG770q+98r4V+X/6rzIq+Jfvtcvt5V92+8dFY3cRvptvn9UVPnRsfv3JN+flVtLv/X3j4lGblXrzm/1/VdHkYteHbeUfste/pr4fxf1yz/L/ueLXhuN3EJ6Ty5+Xdz8IonzWm6m/GYXvz7aclPZlRwbN724kpsov8klx0aVvyFufEm/3Ej2jS55YzRyQ+k9+cGb4p8ukTiv5QbKb/CDN0cj169159f/wVuiketJv94P3xJV/ta47g/75Tqyr/PDt0Uj15bekx+9Pa71Q0k7l77bj46LrlxTvmv+6B3RyDWkX+PH74gqf2dc/UeSH8/KrtJ3/fG7opGrSZ+Vd8dVfyz5iaTOr2L9J++Jq3RkF9m7/OS90cjO0nvy0+Njp59InNeyo/Idf/q+aGQH6bNyQmz/U8nPJMq3OePlEbpmrJKiRHuxZ/Jr0XYL61NnoNP6fN3ZawhAYC0SoM8QgAAEIAABCEAAAhCAAAQgAAEILBuB5p/NfozAsI1m/VvczBxWvHAfNSEAAQhAAAIQgAAEIAABCEBgagj4kjF9/Wilu1cz0XrcnYxuOfZQAlMz0Gno3uGEAAQgAAEIQAACEIAABCAAAQhAYKoIsDMQgAAExiXggUrt2Lbd6M4tjnM+l7i8KzNR/3lKp24hNgQgAAEIQAACEIAABCCwQQSoDIFpIVCuM3X9GLp27A5l8lWlf1zjGO+v87a0fdYtLm/n1i2N3/q0CwOdpv0VZv8gAAEIQAACEIAABNYTAfYVAhCAAAQgAAEIQGBMAu1/Ard1V2/sbu6yWfFvciU560GDAAQgAAEILBMBNgMBCEAAAhCAwFohkBn+izqN1lL5557VqbkmdRXrFuvrXRjotN6PAPYfAhCAwLoiwM5CAAIQgAAEIAABCEAAAhCAAASGE/A/jBtxRKM7tz0o9W9x62ywHM/KEWDLEIAABCAAAQhAAAIQgAAEVgkBXTN65qbwrE6dLtnva85GXNzozm0jgwQY6DTIZP162HMIQAACEIAABCAAAQhAAAIQgAAEpp8AewgBCIwk4H8oWxzY5NYbSSkZqVRr1rlUVghAAAIQgAAEIAABCEAAAquGAB1ZFQR8yZi+frTS7ZEHQc0oqf3Drj/rIrIWAQY6tWCgQgACEIAABCAAAQhAAAIQgAAEIAABCEAAAuuLQPcfyW3buqVLxP+Gtr/59W23HBsCEIAABCAAgdVPgB5CAAIQgAAEloNAc+0YM76C7N+iPaXcZRKX2nbeSNdu/Os5Z6DTen712XcIQAACEIDA5ASoAQEIQAACEIAABCAAAQhAYOoINP847ubz7mj6N7mSnDeKQgisVQL0GwIQgAAEIAABCEAAAhBYDAK6dgzP6CTpXj527e41aWMHSx8BBjr14cCAwIYSoD4EIAABCEAAAhCAAAQgAAEIQAAC00+APZxGAt1/INtuy+A+e16n8I9yB4vwQAACEIAABCAAAQhAAAIQgMAUEFiEXSiXjk4s/e3ZM9d1p/390VgNAQY6NSTIIQABCEAAAhCAAAQgAAEIQGBxCNAKBCAAAQhAYI0Q2JB/HGdk2cvMKi8GCQQgAAEIQAACEFhPBNhXCEAAAhAYScCXjOnrRyud6OLv+IaZG3LtOqy9te5joNNafwXpPwQgAAEIQAACa44AHYYABCAAAQhAAAIQgAAEVobAOP8cHifGvZ+J+m/Gv8G1B4EABCDQTwALAhCAAAQgAAEIQAACvsb01aOnA+5ePRZ/B5HjO64Bc5yYgUpT5GCg0xS9mOwKBKaEALsBAQhAAAIQgAAEIAABCEAAAhCAwPQTWNV72P6ncVvv77R/eyvJfi8WBCAAAQhAAAIQgAAEIAABCECgRyAz/Bd1Gu2lO/KpXTY9+qLvCQOdFh0pDUIAAhCAAAQgAAEIQAACEIAABDaUAPUhAAEIQGClCXiAk2XuftT/ka6zueMogQAEIAABCEAAAhCAwFwE8EMAAlNPQNeM1cxNUjo7a7+vOy0uanLryNwEGOg0NxtKIAABCEAAAhCAAARWKwH6BQEIQAACEIAABCAAgRUkkNp2RirVmnUulRUCEIAABBaZAM1BAAIQgAAEIACBNU7Al4zp60crnX0p/o4PczQBBjqNZkQEBCAAgTVHgA5DAAIQgAAEIAABCEAAAhCAAAQgsHQE/Dtc/9K2+fXt0m1p/pYphQAEIAABCEAAAhCAAAQgAIHVTaC5dowZX0H297XtcVx/KdZcBNbjQKe5WOCHAAQgAAEIQAACEIAABCAAAQhAYHoIsCcQgAAEJiYw0T+W07+9leTEm6ECBCAAAQhAAAIQgAAEILB4BGgJAqubgK4dwzM6SbqXj1076mWia9O6znrKGOi0nl5t9hUCEIAABCAAAQhAAAI9AigQgAAEIAABCEAAAhtGwPM6hX+Uu2HNUBsCEIAABCCwpARoHAIQgAAEIACBFSVQLh2dWPp7MujpL8caToCBTsO54IUABCAAgfVOgP2HAAQgAAEIQAACEIAABCAAAQjMQyAjS2lmlReDZO0RoMcQgAAEIAABCEAAAhCAAASWkIAvGdPXj1Y62yn+jg9zNAEGOo1mRMQQArggAAEIQAACEIAABCAAAQhAAAIQmH4C7CEEIDA3gZmo/2b4De7clCiBAAQgAAEIQAACEIAABNYCAfq4dAT8GDpfPXo64O7VY/Ev3aantmUGOk3tS8uOQQACEIAABCAAAQhAAAJLTIDmIQABCEAAAhBY1wT821tJrmsI7DwEIAABCEBgPRBgHyEAAQhAAAILJ5AZ/os6jdZS+VsO1LEIMNBpLEwEQQACEIAABCAwOQFqQAACEIAABCAAAQhAAAIQmGYC9W9x62ya95R9g8D8BCiFAAQgAAEIQAACEIAABOYkoGvGauYmKZ2gyt9xYo4kwECnkYgIgMASEaBZCEAAAhCAAAQgAAEIQAACEIAABKafAHs4lQRSe5WRSrVmnUtlhQAEIAABCEAAAhCAAAQgAIF1SmCO3fYlY/r60Uonpvg7PszRBBjoNJoRERCAAAQgAAEIQAACEIAABCCwRARoFgIQgAAEILAWCfh3uDMz/u2tRPla3Af6DAEIQAACEIAABJaTANuCAAQgsF4JNNeOoWtHX0u2OeiKsm2ij0mAgU5jgiIMAhCAAAQgAAEIrAABNgkBCEAAAhCAAAQgAAEIrFYC6d/eSnK1dpB+QQACa4gAXYUABCAAAQhAAAIQmFYCunYMz+gk6V4+du1gGYsAA53GwkQQBCCwOgnQKwhAAAIQgAAEIAABCEAAAhCAAASmn8Bq3cPqt7gzVbZaO0m/IAABCEAAAhCAAAQgAAEIQGAlCZRrRieW/o4MevrL15813h4z0Gk8TkRBAAIQgAAEIAABCEAAAhCAAARWJwF6BQEIQAACK0IgI8t2M6u8GCQQgAAEIAABCEAAAhBYKgK0CwEIrEkCvmRMXz9a6exB8Xd8mKMJMNBpNCMiIAABCEAAAhCAAATWMAG6DgEIQAACEIAABCAAgaUgMBP1H1M6LQVe2oQABCAwMQEqQAACEIAABCAAgdVIYEbXjL56jJL397D4+11YYxBgoNMYkAiBAAQgMMUE2DUIQAACEIAABCAAAQhAAAIQgAAEFkTAv72V5IIqL3cltgcBCEAAAhCAAAQgAAEIQAACK0EgM/wXdRqtpfK3HKhjEWCg07yeQoC0AAAQAElEQVSYKIQABCAAAQhAAAIQgAAEIAABCEBg+gmwhxCAAAQWQmCmqlRnlUEKAQhAAAIQgAAEIAABCKxeAvQMAitAQNeM1cxNUjqbr/wdJ+ZIAgx0GomIAAhAAAIQgAAEIAABCKxzAuw+BCAAAQhAAAIQgEAfgZSVkUq1Zp1LZYUABCAAAQisaQJ0HgIQgAAEIACBRSfgS8b09aOVTuvF3/FhjibAQKfRjIiAAAQgAAEIzEuAQghAAAIQgAAEIAABCEAAAhBYXwT8O9yZGf/2VqJ8fe39+t1b9hwCEIAABCAAAQhAAAIQgMCkBJprx9C1o68l2/V1Rdk20cckwECnMUERtmACVIQABCAAAQhAAAIQgAAEIAABCEBg+gmwhxBYfwTSv72V5PrbdfYYAhCAAAQgAAEIQAACEFi3BNjxSQno2jE8o5Oke/nYtYNlLAIMdBoLE0EQgAAEIAABCEAAAhCAAAQ2hAB1IQABCEAAAhCYPgLVb3Fnqmz6do89ggAEIAABCEBgAQSoAgEIQAACEOgQKNeMTiz9ZYOe/nKs4QQY6DScC14IQAACEIAABJaTANuCAAQgAAEIQAACEIAABCCwxghkZOlxZpUXgwQCEJifAKUQgAAEIAABCEAAAhBYZwR8yZi+frTS2ffi7/gwRxNgoNNoRkRAYMUJ0AEIQAACEIAABCAAAQhAAAIQgAAEpp8Ae7i2CMxE/ceUTmvrhaO3EIAABCAAAQhAAAIQgAAElpHAjK4ZffUYJa823KTF3xjkYxNgoNPYqAiEAAQgAAEIQAACEIAABCAAgRUkwKYhAAEIQAACq4yAf3sryVXWLboDAQhAAAIQgAAE1jYBeg8BCEBgughkhv+iTqO1VP6WA3UsAgx0GgsTQRCAAAQgAAEIQGC1E6B/EIAABCAAAQhAAAIQgMDyEpipNldnlUEKAQhAYKkJ0D4EIAABCEAAAhCAwJoioGvGauYmKZ2OV/6OE3MkAQY6jUREAAQgMBUE2AkIQAACEIAABCAAAQhAAAIQgAAEpp/AMu1hajsZqVRr1rlUVghAAAIQgAAEIAABCEAAAhCAQJuALxnT149W2gXSi18562QEykCnyaoQDQEIQAACEIAABCAAAQhAAAIQgMBaJECfIQABCEBgcQj4d7gzM/7trUT54rRKKxCAAAQgAAEIQAACEFgcArQCAQisHgLNtWPo2tHXku2e6YqybaKPSYCBTmOCIgwCEIAABCAAAQhAYOoJsIMQgAAEIAABCEAAAhAYn0D6t7eSHL8KkRCAAAQgsCoI0AkIQAACEIAABCCwfAR07Rie0UnSvXzs2sEyFgEGOo2FiSAIQAACEIiAAQQgAAEIQAACEIAABCAAAQhAAAKzBKrf4s5U2ax7zWvsAAQgAAEIQAACEIAABCAAAQgsGoFyzejE0t/qoKe/HGs4AQY6DecyuZcaEIAABCAAAQhAAAIQgAAEIAABCEw/AfYQAhCAQE0gI4uWWeXFIIEABCAAAQhAAAIQgAAEpoMAewGBRSLgS8b09aOVTpvF3/FhjibAQKfRjIiAAAQgAAEIQAACEIAABMYkQBgEIAABCEAAAhBYLwRmov5jSqf18pKznxCAAAQg0CKACgEIQAACEIDAeARmdM3oq8coeX+d4u93YY1BgIFOY0AiBAIQgAAEILBIBGgGAhCAAAQgAAEIQAACEIAABKaGgH97K8mp2SF2ZPEI0BIEIAABCEAAAhCAAAQgAIGKQGb4L+o0WkvlbzlQxyLAQKexMBG0PATYCgQgAAEIQAACEIAABCAAAQhAAALTT4A9hMC0EJipdqTOKoMUAhCAAAQgAAEIQAACEIAABCoCpIWArhmrmZukFMdsUvlnbbTxCDDQaTxOREEAAhCAAAQgAAEIQAACEFgeAmwFAhCAAAQgAIFVTyDVw4xUqjXrXCorBCAAAQhAAAIQGJsAgRCAAAQgsC4I+JIxff1opbPHxd/xYY4mwECn0YyIgAAEIAABCEBgFRGgKxCAAAQgAAEIQAACEIAABFaagH+HOzPj395KlK90f9g+BKaRAPsEAQhAAAIQgAAEIACBaSDQXDuGrh19LdneJ11Rtk30MQkw0GlMUIRBYI0QoJsQgAAEIAABCEAAAhCAAAQgAAEITD8B9nA1EEj/9laSq6Ez9AECEIAABCAAAQhAAAIQgAAEViUBXTuGZ3SSdC8fu3YMLniGEGCg0xAouCAAAQhAAAIQgAAEIAABCEBgLROg7xCAAAQgAIHlIFD9FnemypZjg2wDAhCAAAQgAAEIQKCPAAYEIACBNUCgXDM6sfT3d9DTX441nAADnYZzwQsBCEAAAhCAAASmlwB7BgEIQAACEIAABCAAAQhsMIGMLG1kVnkxSCAAAQisJgL0BQIQgAAEIAABCEBgxQn4kjF9/Wil05vi7/gwRxNgoNNoRkRAAALrjAC7CwEIQAACEIAABCAAAQhAAAIQgMD0E9jQPZyJ+o8pnTYUJfUhAAEIQAACEIAABCAAAQhMLYEZXTP66jFK3r+bxd/vwhqDwKQDncZokhAIQAACEIAABCAAAQhAAAIQgAAE1jgBug8BCEAAAiMJ+Le3khwZSAAEIAABCEAAAhCAAARWKwH6BQEILDWBzPBf1Gm0lsrfcqCORYCBTmNhIggCEIAABCAAAQhAAAJtAugQgAAEIAABCEAAAhCYqRDUWWWQQgACEIDAdBFgbyAAAQhAAAIQgMAGEtA1YzVzk5ROU5W/48QcSYCBTiMREQABCEAAAhMToAIEIAABCEAAAhCAAAQgAAEIQGCKCaT2LSOVas06l7ruVnYYAhCAAAQgAAEIQAACEIAABOYl4EvG9PWjlU5k8Xd8mKMJMNBpNKNFj6BBCEAAAhCAAAQgAAEIQAACEIAABKafAHsIAQhMLwH/Dndmxr+9lSif3j1lzyAAAQhAAAIQgAAEIACBUQQoh8B8BJprx9C1o68l27G6omyb6GMSYKDTmKAIgwAEIAABCEAAAhCAAAQWlQCNQQACEIAABCAAgbVNIP3bW0mu7d2g9xCAAAQgAIElJkDzEIAABCAAgfVNQNeO4RmdJN3Lx64dLGMRYKDTWJgIggAEIAABCCw3AbYHAQhAAAIQgAAEIAABCEAAAqubQPVb3JkqW91dpXermABdgwAEIAABCEAAAhCAAASmmkC5ZnRi6d/TQU9/OdZwAgx0Gs4F72onQP8gAAEIQAACEIAABCAAAQhAAAIQmH4C7CEEVjGBjCy9y6zyYpBAAAIQgAAEIAABCEAAAhCAwOQEpriGLxnT149WOvtZ/B0f5mgCDHQazYgICEAAAhCAAAQgAAEIQAACq5IAnYIABCAAAQhAYOUIzET9x5ROK/cisGUIQAACEIDAOiHAbkIAAhCAwNolMKNrRl89Rsn796P4+11YYxBgoNMYkAiBAAQgAAEIQGBNEqDTEIAABCAAAQhAAAIQgAAElpCAf3srySXcBE1DAALjECAGAhCAAAQgAAEIQAACq5dAZvgv6jRaS+VvOVDHIsBAp7EwEQSBaSTAPkEAAhCAAAQgAAEIQAACEIAABCAw/QTYw6UjMFM1XWeVQQoBCEAAAhCAAAQgAAEIQAACEGgR0DVjNXOTlJbbauW3thiyftpgoNP6ea3ZUwhAAAIQgAAEIAABCEAAAhDoEsCGAAQgAAEILIBAqk5GKtWadS6VFQIQgAAEIAABCEBglRKgWxCAAARWiIAvGdPXj1Y6fSj+jg9zNAEGOo1mRAQEIAABCEAAAhBYtwTYcQhAAAIQgAAEIAABCEBgkIB/hzsz49/eSpQPRuBZbALm/dOf/jROOumkeNrTnhZ3v/vd43a3u13c6la3KrL77rvH3nvvHYcccki84Q1viIsvvjj+8Y9/LHY3aA8CU0uAHYMABCAAAQhAAAIQWBoCvpbRlWOErh19LdneSvG3HehjEWCg01iYCIIABCAwlABOCEAAAhCAAAQgAAEIQAACEIAABKafwPA9TP/2VpLDi/EuDoE//vGPcfzxx8c+++xTBjcdeeSR8elPfzo86Onyyy/vbcSDmi699NI477zz4k1velMccMABse+++5a6bqMXOKbiOo9+9KPLIKpmMNV+++0Xv/jFL8ZsgbBxCLzjHe/oY2zWZ5555jhVpz7m/PPPjz333HOAjxkttcx1rPu16W7b7xO/XxbzBTniiCMG9tu+xdwGbUWs1PvP51EfY+1jadRxtFJ9nfbjBK7T/gov/v5xzCw+06Vq0Z/NPre2z7U+9/ocvFTbpN15COjaMTyjk6R7+di1g2UsAks40Gms7RMEAQhAAAIQgAAEIAABCEAAAhCAwJomQOchAAEIrFcC1W9xZ6psvUJYsv32IKZ3vvOdZYDTy1/+8vAgpkk35jque4973CPOOuus8C+pJ22DeAhsKIHf//738djHPrZv4I5vFG9ou9SHAAQgMIzARRddFEcddVR4kMOwcnwQ2DACa7e2v1v68/fss89euztBz9cugXLN6MTSvxuDnv5yrOEEGOg0nAteCEAAAhCAAAQgAAEILA4BWoEABCAAAQhAAAIQmEoCGVn2K7PKi0GyKAR++MMfxsMf/vA4+uij43e/+90Gt3nZZZfFU57ylDjmmGPib3/72wa3RwMQGJeAB9d5wN6XvvSlcasQt5YJ0HcIrCCBP/zhD/Gyl70s7n//+8cFF1ywgj1h0xBYXQT8WfzlL385DjzwwPJd8M9//vPq6iC9WRcEfMmYvn600tnj4u/4MEcTYKDTaEZEQAACEIDAEhKgaQhAAAIQgAAEIAABCEAAAhCAwFokMBP1H1M6jfXyjRvkX9k/7GEPi29/+9tzVtlkk03iGte4Ruy1116x//77F7G+6667xhWveMWh9fxoOw84eelLX8pgp6GEcC4FAc8k9q53vWspmqZNCEAAAoWAP98+/vGPhx9J9b73vS/+/ve/Fz8JBCAQ8b//+7/xjGc8o8yseMkll4AEAitGwAPufPUYunbszuBU/CvWs7W7YQY6re7Xjt5BAAIQgAAEIAABCEAAAhCAAAQgMP0E2EMIQGBNEvBvbyW5Jju/Kjv92c9+Ng477LD41a9+NdA/D2DaZ5994vjjjy+PoTvppJPiyCOPjMMPP7yI9ZNPPrmUeTDTbrvtNtCGHY55z3veo3sM3VsMLkUgsHgEfvazn8VrXvOa8KNyFtLqNttsUx7d2AzmGyffc889Y6ONNurb3BZbbBF77713GRA4ThuOufOd7xweUNjXEAYEILAqCfgz8/Wvf3149sJV2UE6BYEVJOBBgGeccUZ4QOAKdqO7aez1SCAz/Bd1Gq2l8rccqGMRYKDTWJgIggAEIAABCEAAAhCAAARWjgBbhgAEIAABCEAAAquRQD1Qps5WYw/XUp++9a1vxfOf//z47W9/O9Dtf/7nf473v//98bznPS+ue93rxhWuMPe/tTfeeOPwYI93v/vdlX0BZgAAEABJREFU8chHPnJghiff6HrDG95QBkQNbAgHBBaJgB+R+OpXvzouuuiiBbd41atetTxysRnMN05+8MEHx2abbda3zW233TYe//jHlwGB47ThmEMPPTS22mqrvnYwILA8BNgKBCAAAQhAYAoJ6JqxmrlJSmf3Kn/HiTmSwNxXhCOrEgABCEAAAhCAwKogQCcgAAEIQAACEIAABCAAAQhAYFkJpLaWkUq1Zp1LZV0Ygd///vfxute9bmAmJw9oOvDAA8usOH5U3SStezYaPwLv2c9+9sDMNJ5h59hjjx3Y3iTtr0gsG10zBPz4qE996lNrpr90FAKrncBBBx0U55xzTp/sscceq73bq75/cF31LxEdhAAEpoSALxnT149WOvtU/B0f5mgCDHQazYiINU6A7kMAAhCAAAQgAAEIQAACEIAABCAw/QTYQwgsJwH/Dndmxr+9lShfzm1P47ZOOeWU+PKXvzywa/vtt1887nGPGxioNBA4hyMzY999940HPvCBAxEXXnhhMBBlAAuORSDg2cmOO+44HpOzCCxpAgIQgAAEIAABCAwjsNZ8zbVj6NrR15Lt/uuKsm2ij0mAgU5jgiIMAhCAAAQgAAEIQAACEIDAGiZA1yEAAQhAAAIQWGwC6d/eSnKxG15f7f30pz8Nz37jR8q19/w2t7lNedzWla50pdiQJTPjvve9b1z/+tcfaObUU0+N3/zmNwN+HBBYKAHPTnbMMcf0zRa2ww47LLQ56kEAAhBYCAHqQAACEIDAaiOga5LwjE6S7uVj1w6WsQgw0GksTARBAAIQgAAEIDDdBNg7CEAAAhCAAAQgAAEIQAACkxKofos7U2WTVia+JvDZz342PNipNku2xRZbhB87t+WWWxZ7Q5PtttuuzOrkR+G12/r+978fnn2n7UOfdgJLt3/+pf4b3/jGOPfcc3sbufa1rx0PechDejYKBCAAAQhAAAIQgMA6JFCuGZ1Y+vd/0NNfjjWcAAOdhnPBCwEItAmgQwACEIAABCAAAQhAAAIQgAAEIDD9BNjDiQhkZInPrPJikExEwLPffOxjHxuoc4c73CFudrObDfg3xHHb2942rnWta/U18fe//z2+/vWv9/kwILBQAp/+9KfjxBNP7FXfZJNN4ilPeUpc9apX7flQIAABCEAAAhCAAATWHwFfMqavH610dr/4O75lMdf4RhjotMZfQLoPAQhAAAIQgAAEIAABCEAAAstDgK1AAAIQgAAE2gRmov5jSqc2lon0b3/723H++ef31dloo41i7733jite8Yp9/g01PKvTnnvuWR5hd8ghh8Rxxx0Xnk3q0Y9+9IKb9uP2PFDqec97Xtz97neP3XffPW51q1uV3Ptw2GGHxac+9an44x//uOBtdCv6UXunnHJKPPaxjy2cmm16u3e6053C+/bud787/vd//7dbdYNs7+vFF18cr3vd6+JBD3pQ7LHHHmVfvV0/ZnC//fYLc/jiF78Yf/vb3zZoW+NWNtfnPOc5vX64LxYzefvb3x7u87htbWicZyV7zWteE5dffnmvqQc+8IHlWOg5UFYtAR9LPhf4+GnkHe94R19/f/GLX8Qb3vCGOPDAA+N2t7td77hr3nd+X/r92VdpDMPbabbZ5GeeeeYYNftDfC71Oa5pw/kRRxzRHzSh5feQz3HPetazYq+99urts9//Pg+Yh499z2Y2YdMThy8WJ+/Tcp7LPKDXnwM+V+2///59506/Rj6W/PnxtKc9LXwM/epXvxqLTZvHXe961/jxj3/cV+/LX/7ywLaGHQ/tdtwfy0KOP3P95je/Ga94xSviPve5T9+2/Rmx7777RvOZaCZ9nR3T6PbV71m/d5vqPg5/+MMfxqtf/eo44IADhr5Pjz/++LEfWdu0u5h5dx/82elzi7fhz4+PfOQj8YAHPCDMzK+Fzy/m5tdk3M9Wn4d8LC339wTvwyTiY8bvRZ9H/N3F35v8+e39bsTnHZ9rXvWqV8U3vvGNsb5fmKe5Nm0cc8wxA9168pOf3DufOc7nTp9DBwLncPi48/var42P7eb1clvN+dHfl3w8+rico5mJ3d7uaaedVr4Dmo23Z/F5xMe8338XXXRRLOY2J+4kFeYk4NdlRtePeoGc9sUVf58HYxwCDHQahxIxEIAABCAAAQhAAAKjCFAOAQhAAAIQgAAEIACBdUbAv72V5Drb7UXc3XPOOSf++te/9rW4yy67xHWve90+32IZj3zkI+M973lPPOYxj4kb3/jGsfHGGy+oad+o8E1k38x96EMfGh/60IfK4/d8084NOr/00kvLICffBNtnn33Cg4/GvUnpNrrigUuHH354GWzwghe8IL70pS+Ft+FtNbG+uXneeeeFbwj+53/+Z7hvvuHVlC8kd/uf/OQnwzfofRPtrW99axmc5pttTXueGcs32c3h0EMPjbvd7W5xwgknjHVDsmlj0tw3hF/5yleGb/i16/rxhO7Dgx/84LDeLlsq3X3xzUXf0Gy24ZuevjmbOZUniGY310Xu19c3yv0+ftOb3hQXXHBB34C25n3n96VvPL/sZS+LP/zhD2uezXe/+90yqNHnkY9//OPRHoDj978HBZiHBxQ87GEPiw091yw1sOU+l5nHE57whGgGqvhc5XOE2bX31ceXB4t5RjgfQz5/Pv3pTx8YuNSus5p09//UU08ND/Z4yEMeEu9973vLsdDeT39G/PznP+99JprJ85///EUdkOvPyGc84xlx73vfuwxk9gAa961h1bxPX/7yl5fPUX+e/vKXv2yKVzx3Xx7/+MfHc5/73LjwwgvDzNwp99sDajww5+CDD45f//rXdg8VM/B++TzkY2m5vicM7cw8Tr8u/o7gY8bfK3we8XeX7ncaN+Hzjs81/g7l/fegQH/X2JDvU253oeJzu4+hu9zlLr2Bez62m9fL7frYd5/9fcnfne53v/uFvzP6u6PLFyJu0wP4PKjRgyb92ppN05aZ+pj3+8/fTT1wzOegppx8lRDQd8L0jE6S7HQp5eu4MMcgwECnMSARAgEIQGDDCdACBCAAAQhAAAIQgAAEIAABCEAAAtNFYKbanTqrDNJxCfzlL38J30jvxt/gBjeI7bffvuteNbYHZvnmlQfTXHLJJWP163e/+10ZfPRf//VfMelMFr4x5hkefDPwE5/4RO/m56gN+6a+Z2K5//3vH295y1sWNOjIN989OOyZz3zmRDfdL7vssnjpS18avsnvm7ej+jppuW9wemDRySef3FfVs4B5m8s5wMivz/ve974466yzen3x7GEeTLflllv2fChrk8Bvf/vb8Ew7noWlfSN7rr1xjI8HD7bwjfu54la7/4wzzigDJT2oa1Rfm3ON33eeLcf2qDrLXb6c5zIPOPDAOJ97P/e5z419zm6Y+Bgyf8/q47zxr8bcA7ce/vCHhwcteZDKuH30PnpwlD/X/Pnm8+i4dYfFeXZG8zavcY4/b9+fpx4MMs4xPmybi+nz9wIPXjn33HPnbdaP9b3yla88EGN+5mie3i/v30DQEIdZbej3hCHNzuvyTJ6eFc/fESY5ZppGXcezR/qxsObW+Jcj92Aln9t9nvP7fNxtfv/73y8zMHnwmQcsjVuvifMAJg/y8kyk49b37FceeOhBcn6dm7bIV5iArhmrmZukdLpS+TtOzJEEVsdAp5HdJAACEIAABCAAAQhAAAIQgAAEIACBNU+AHYAABCAwJQRS+5HNL28zZbFOSsA3qH7wgx8MVLvZzW626I+tG9jIAh0enOWbc37Myrg3Etub8sxIvgHugTpt/1y64zzTgW/qjXtzq9uW++n+egYCt9ctn8v2zV8/FuirX/3qXCEj/Z5xwDdv/VqPDB4zwPvg1+Ckk07qq+FBTp4Nw4MDMpfvPembtu9617t6j8nzLFIeHOYZw/o6iLHmCHiQkwf5ff7zn+/ru1/jnXbaKa52tavFNtts01fWGP/3f/8XT33qU+Pss89uXGsm9+xNHpQ56TnHN/49y5rfDx54sVp2eDnPZT4/eRDmuAPj5mNk/i9+8YvjW9/61tCwLbbYohyDPg49E6LPge3ATTbZJK561av2Yhw31/Harjeu7mPbM3n5HDhunW6c99Gfb/6cM7tu+Ti2Bzn5c8bv13Hi2zE/+clPwnU9eKbtX07dg6ePPvroMkvjfNv1AFrPhNWNMTfzM0fz7JaPYy/0e8I4bUcryMfyE5/4xBh3kHjMs3gQ4Vzfp9rn6LmOe/N0WSNXucpVYqONNhq6RZ/PPIuU++5z+9CgEU4PNvLgPn+mTPKdyO8vD5z2YKkRmxgo9vHwwhe+MDyYbaAQx4oQ8NfT9PWjlU4Pir/jwxxNgIFOoxkRAQEIQAACEIAABCAAgWUhwEYgAAEIQAACEIAABNYGAf8O1zc+/Otb52uj16url37ESvcRLL7JtFSPrVuMvffNUM/c4xtWbs830250oxuFHxXjgTcf+9jHwrnt61//+g4ZEM+6MGrWBlfyceXH7L35zW/uDaKx39Js14/p8ewx3q4fi+RBBn5kjW9wO64R99f9cntut/HPlf/sZz8LD3TwTeBujNv2NnwD3jf+vG3PMuBHxW277bbd8HLzdq6bkQPBIxy+ofva1742Tj755L5I3+BfiUFOfmzMi170or5Het35zneOe9zjHn39w1ibBD74wQ+W47fpvY9vvy8+85nPlEcmnnLKKXH66aeH39Oe5cPHYRPr3MeHZ7r50Y9+ZHNAVqvDA508aKnpn/fb72+/z/1+97lkrnOczzUeWOnHsDX1VzJf7nOZz8fd85P3f/PNN4//+I//iPZ50yzN1Odxf474vO7YtvgY8qOoPBCl7bd+r3vdK3wMWt7+9reHB2rY34gHDXvmGZc38qQnPakp3qDcA1ae/exn9537mga32mqrcN983vfnUrOfj33sY2O33XZrwnq5jxl/zo37+dSrKMXvraOOOirag5w8CNGDdM3W23Yf/Nl4u9vdbuggag8gGfaaqfllWf1dyN8rmo35WPBx4n6332u77777AD9/npub+Zlj04ZzH09uy8eXj8s2C3+G+7PccY24vrfn9txu41+s3N+ffD70Md1u0/289rWvXWY8al4z99XfL/wYUB9LPqbadRrd5yoPBGrsJvcgpje+8Y2994fPX01Zk/v4bd4Xzv1ovLm+f/p85tekfV5s2vEx7WO73ffXve515T0wrN/zDdBq2mxyM/MAtmGDq7rnZfMyXx8nZtq04dfV350am3xlCfi95WvHmClpX2cGPX3FGHMQYKDTHGBwQwACEIDAqiNAhyAAAQhAAAIQgAAEIAABCEAAAquHQPq3t5JcPV1aSz3x4826v2rfbLPNYquttloTu+FZADzoxje39t9//7jGNa4RO+ywQ8lte1YTD4ro3kz0jTLfnPPNjvl21LNleMCAb1K143xTrdmuH1Nznetcp2zXN3f32GOPOPLII8M3vHwjswC4QR8AABAASURBVHuzy+21b6i2221031D3o+4uuuiixlVyt+U23ba34QE9vrHuffbsRY973OPKAKS99967xLcTDwQZZ3BXu05X9406PzLQNyPbTMzXj7BZ7pmc3J9jjz02Lrzwwl5XfbPWHK50pSv1fChrl8BvfvObXudvcpObxHHHHVcGsXnQSq9Ays477xyHHXZYvPrVrw7fYJert/785z+P17/+9Qt6dGSvkRVS/J73I6Y+/OEPh49rv8/9fve5rjnHebaQrbfeuq+HPsd5nz2Ao69gmY3lPpd50I0HJbXPT95lz8Jjhh4U2T5vmqWZ+jzuGaB8bvP53HXacs4554QfEdf2raTu94VnCBw2YMX74n31rDX/+q//Gv5cavbTj9464YQTYtgxY2b+fPLn3iT75veXB4O4jt+Xnp3J23/oQx8aZuttuw/+bPSsSW9729vKDFeOb4sHLHb3p12+XPp+++0Xnp3Jx4n73bzXfGw897nPHRioZV7mZn7tPi7194T2tsbR/X3nxBNPDA8qa8f73OFjyQOxfHw0r5lfN3+/uOMd7xg+ljzwyTMldgeT/uEPfwg/qq/d5mLr/i7kAVc+r7Xb9kAjv6d9THf77sFG7re/+/iRnt1+n3zyyeF9brfX1c3M3yO7zOY6L5uXv395kJUHPvo7ardN7FVAQNeO4RmdJN3Lx64dLGMRYKDTWJjWQhB9hAAEIAABCEAAAhCAAAQgAAEIQGD6CbCHEIDA6iHgeZ0iZqps9XRrjfTEA0W6N+d802vHHXdc9XvgAS0e5HLrW986MoffmvDNqLvf/e7xwAc+cGB/zj///PDN4oGC2uHHjfhGVffG2i1vecvwTc35tusmPNjCv+z3Y4XcD/ssbs83eufbtmfq8CP2HN+I23BbbtNtN/5u7kcp+UazB0S1y7xdD5DywIO2f1zdx4lv+HVnrfAgpyc84Qnhm+uZw1+HcbcxadyZZ55ZZvJp6rkvj3rUowZmVWnKydcugRve8IbhxyX6MWDz7YVvbr/qVa8aGOz0P//zP7GhA/3m2+5SlPk9f+ihh4Yf1eRje9g2HHPXu941PKNO97xw8cUXl9lUYgWX5T6XffSjHw0PvGnv8m1uc5syO54/29r+Yfr1rne98KAPP4auXf6LX/wiPIiq7VtJ3bPffOMb3+jrgo8RP6rx6U9/evhzoK+wZTTHjAfCdQdi+HPCn3v+/GtVGUv18fea17wm/JnrbcxVyTMcHXHEEQN99ECy733ve3NVWxa/P9+f+MQnhll2N5iZA49VMyfzMrd2vNtZ6u8J7e2No3tmNb8/2rHeT8+q5EFomfN/fjvW30Ee8pCHtJsougcCmUUxFjnxdxbPcNWdUckD0DxjlGdpm+948+A7zzbp/fQ+NN3zdxoPipzvfe0BVh7gVdWpUm9r1HnZkT7O/R3V31VtI6uIQLlmdGLp79egp78cazgBBjoN54IXAhCAAAQgAAEIQAACEFiLBOgzBCAAAQhAAAIQWCYCGVm2lFnlxSAZm4B/iT928CoK9A1rD+bxr+dHdSszywww3QESvmnWzEIxrI0vfvGL8bWvfa2vyDfWPKPD9ttv3+efy/CsQn5cyx3ucIe+EN/8/9KXvtTnawzPIOAba93XxrNLHHLIIeE2m9i5csf4hmR3wNpCZyVxnzzIybMU+OZgs13fNFypQU6+OelHIbVvMPvxOp59oukf+XQQ8Pvdj37y7Crj7JFvMHt2sXasj5MNGejXbmu5dM8s4/3IHP355kekeYCGb8K3+7css+S0N9jSfd5YznOZZyf0ebvVhTKYxufCLbfcsu2eV7/61a8e//7v/z4Qc8kllwz4VsLhWY88S0132x7QO8mA0xvc4Abh2XD8/mq35c89S9s3jm7OPg7HiXXcv/zLv/SF/vWvf42VHOjk944/QyY5Vny8dVktx/eEPnBjGt/85jcHBgH+27/9W3iQ05hNRGaGB1Z6tqd2HQ+iWqqBTp6x8YwzzmhvLnzMetD3ta51rT7/XEZmxr777lseZdeO8aDI7uCvdvmw86e/i417XvZ3VH9XdX/b7aKvLAEdDpH6CyudrhR/x4c5mgADnUYzIgICEIAABCAwNQTYEQhAAAIQgAAEIAABCEAAAhBYHAIzUf8xpdOCgHqwz4IqrnAlP47HM7yM2w0/1sqDH9rxHkj061//uu3q6Z5BwDfWfOO155Ryv/vdL7oDpuSec3WBBwP5BnR7hg0PFnL73o5j2uLX5Atf+ELbVW7We9sewNRXMI/hG4DdQT+eleQ73/nOPLUGizxY4Z3vfGd4pg73u4nwfvlRYZPcWG/qbmjuG6qe3cc3KZu2bnrTm4YflZSZjYt8Sgj4xrofpzTu7mRmeEaz7nv1vPPOi5V+lNu4++C+e+aUSd7zHrDgx/u1t+FZnTzAoe1bLn25z2Ue/NgdjOTzvgf0TLrPkxxvk7a9ofF+Pf26ttvx4/bue9/76r79ZOc/76cHgLTb8ufeaaedFsM+n9pxbd3H6+1vf/u2a17djxHz7GvdIM8y2fUtl+2BweYx7vbMx5/j5tWu489q82j7Run+PJ3ke8Ko9rrl/hz3oKz2Z7gHdvncOsk5xu16oHd3xjP7l0r8qN/f/va3fc2735O8Vq6cmWXmyW7fP//5z0e3fcfb5zLrjfh7nF/fSZi5n+5v0wb5yhPw+8FXj54OuDuDU/GvfBfXXA8Y6LTmXjI6vIQEaBoCEIAABCAAAQhAAAIQgAAEIACB6SfAHkJgkQhklL9cpObWWTOTzFywmtDc7na3C98oHbdPjvUsC+1435z885//3Hb19F/+8pfhWZd6DikeLOXtSp149U1oDzxqV/Rjh9oDdZoy36jv+m9+85vHpDfrMzN849kzL3j2DN+cO/LII8OP3Gu2NSr3zSA/Mua1r31ttG+Q+qasBzn5Bnnm8r753KcPfOAD0Z4Ry49M8iObttlmm1G7RPkaI7DZZpuVQUuZkx1nnknjVre6Vd/e+n3l91efc5Uafu96Hybpns/n3Rvqft+effbZkzSzaLFmbebtBpfyXOYBGJ5hbv/99w8PhPV5wbMG+dFV7T6Mo3tAwzhxKxHj19Ova3vbd7rTnQYe19gun0vPzLjb3e5WZshpx/jzz5+Dbd98ugeU+TNyvphumT+buj4/vq7rWy57t912m4ih+ZhTu39msBzfE9rbHEf38bLPPvvEwx/+8PAAaA/E8v7+0z/90zjV+2I8yMfn5T7nEhke1PzVr361r3Vv2wNZMyf7THAj3u/uYFA/ds+PqHN5W3784x/HD37wg7YrfJxf97rX7fONMjKzzIK1ms8po/ZhEctXR1N6TVJXjyHJ6F9Svn4P1jgEGOg0DiViIAABCEAAAhCAAAQgAAEIrBsC7CgEIAABCEAAAuMRqH+LW2fj1SGqITDsRmNTtlpzPwLEN+gm7Z8HAYxbZ9gN+utf//rhGR/GbaMd5z53b4758UM/+clP2mFF96N7PAirGHVyi1vcIjy4qDbHzjzzlR8d9da3vjU8EMg3Byd5zd///veHH1fnmSuajW600Ubx9Kc/vTwGJjMb97LlfkzQW97ylt7AK89K4ZkwfANy2TrBhpaNwK677hq77bbbxNvLzIFBfb7ZP+mMZhNveBEq+D3mR6dlTv7+8k38rbbaqq8Xnv3nT3/6U59vOYzlPpf50Yb3uMc94vDDDw/PQveJT3wiDjrooOXY1UXYxnhN+HX069mO9sCPYbMjtWPm0695zWtG9/PJs//99Kc/na9aX5nPvx5Q3OccYfizqHusruSMTh5YaJYjut0rXsnvCb1OjKn4tbnlLW8Zj3zkI+NlL3tZnHrqqXHCCSeE3zOxihfPwNc93hf6meDdNAcP/LbeiN9TwwY6+bPid7/7XRNWcs8cuZCBkx5o70FWpRGSlSega8Zq5iYpnd5U/o4TcyQBBjqNREQABCAAAQhAAAIQaBFAhQAEIAABCEAAAhCAAATWPQHfAs7ml7cLuCG87gHOAcCDASxzFK+424OGFjrgaNzO+5f83cFGm266aXm8iW8AL0Q820h7+27f22n7rF944YXO+qR7E7qvcImMk08+OY4++ui4/PLL+7bgfnsGhD7nUhqtti+99NJ48YtfHH/4wx963jvc4Q6xkEc29RpAWdUEPAijOxhi3A4PG7jgwQmeFWzcNlYizjOTLfQc54ELrt/utwdUtt8z7bKl1FfLuWycffQx4cGnZ555ZjzrWc+KZz/72eNUW/YYv45+Pdsb3nbbbWNDBlF44IYHYrTb9OAP82j75tM9+GS+8mFlmfoGJxlWthK+LoNRffDntz8P23HL9T2hvc3l0P/yl7+EP/ff9ra3xUMe8pA499xzl2Oz4cdf/uY3v+nblo9XD0BayPcw1+meH934sIFOw3wLmQHL7Xub17ve9awiq4CATzs6+0RYif6l+PtdWGMQYKDTGJAIgQAExidAJAQgAAEIQAACEIAABCAAAQhAAALTT2C97+GMAPjmpH9961wm64QEfDPdA4fa1X7/+9+HH8nS9q033Qy6+/zJT36yPH7Ej4ZaiHgWom6b3e34ZmL3pp5fH79O3bpLbfuGf3eQU7PNE088Mfz4pMZejtwzfbz5zW8uN1ub7e2yyy7xxCc+cUGzXTVtkK9uAp71xbNwLKSXngXNsyO16/rGuQdxtH2rTfeNfN8YX0i/XNcDvNp1/YhODwxo+5ZaX03nsva+moMfj/aZz3wm3vCGN5TZn/bbb7+47W1vWx6R+OQnPzk+/vGPhx+Z1a63WnT3369nuz8+D04yY2G7bqMPG+TjgTxN+ajcjzMbFbPQcr8Wj370o8OPopxU9txzzzj//PMXuul563U/vx28HN8TvJ2lEH/GenCbBzGdcsop8ZKXvCQOOeSQ8GMRPTukBxT7MbYeALRcg+F9rHcHk33961+Pe97znrGQ72Gu89znPncA37DXsuvzZ8lC32eZGX6fDmwYx4oQ8DWjrx1jpqR9fRj09BWvCmM1doKBTqvxVaFPEIAABCAAAQhAAAIQgAAEILCWCdB3CEAAAhBYDwR088C/vlW2HvZ20ffRg2i6j2rxzZ3LLrts0be1lhr0jbzl6G93O77R6Bt7y7HtDdmGB0Ade+yx0R2UtSFtjqp7xhlnxIc+9KFemAexeFDC1a9+9Z4PZfoIeIaihe6VZ1Fb6I3phW5zMertvPPOsemmmy5GU6UNDzpa7vPKajiX+Wa2BzW9+tWvjnvf+95xm9vcJu54xzvG/vvvXx7l+aY3vSn8eDsP6Gk/nrNAW6WJX0e/nu3uLXQgYLuNKdE3aDd22223iep3P78nqjxB8FJtxwPIPvWpT8XjH//4MpjptvVgPz/e7gUveEG8//3vj/POO29ZP+e7WDwDX9e3FLYfkWceTdseDOtBsY3t3N+VFzq7oOuvxc8i93sqpVw0pnYtI5W2167dLkOfmwADneZmQwmmfITCAAAQAElEQVQEIAABCEAAAhCAwJIQoFEIQAACEIAABCAAAQhMAwHP6xT+Ue407Myy74Nv2nRnC/Iv9Zfr5tKy7zAbnJiABxR5VofubATf+MY34j3veY/ee9V7cOKGJ6jgG72vetWroj2zwz777BN77LHHBK1Md+j8AzUWb9+HzfyyeK0vbktXuMIVwrK4rdLaaifgAU5f+cpX4sEPfnAZ1HTccceFP9MmeY94UMNq30/6B4GFEPDjD4855pjw7EaHHXZYfP7zn59oMJNnNrIsZNtrpY7PIf4uvFb6Sz8nJFC+tjqx9Ncd9PSXYw0nwECn4VzwQgACEFg5AmwZAhCAAAQgAAEIQAACEIAABCAAgVVPIOvf4mbmwvq6zmt5oNO1r33tAQr+Ff8kN4UHGpjH8etf/zoe8YhHhG+weTYB2/OEU7SCBDzIyY958WODDj744IFBI8cff3x87WtfW/Iefvazn43u7AonnXRSedzUuI8y8uxP3Y76Zm+3vve1PbNDt85qsP04N79323259NJLl+VxW0v5iKr2/iyG7scweYa6xWiLNtYGAc8k9da3vjX8Pv72t789dqc9K9L1r3/98qgun1te9KIXjV2XQAisFQIXX3xxOcbf8Y53TPR54Udp3vnOd44Xv/jF8eEPfzhucYtbxDQvmTnwfSdYpoaAXl5dPeq60Upnr1IlHRfmGATW3ECnMfaJEAhAAAIQgAAEIAABCEAAAhCAAATWOAG6DwEIQGC1E5iJ+m+G3+Au5LXKzLj1rW89UPWCCy6IX/7ylwP+xXB4Zo3zzz8/PMjpsMMOC98888wCX//61xej+UVpY9gjRl760pfGOeecs6hyxBFH9PU3M1fNzbVmkNNd7nKXyMy4293uVh79FK2lmRliOR9h19r8ulUzdStO0gbg2Scsbd+G6B7s5cf5dNsY9t7oxiym7QFcC23PgzW7TDzDU2YutMllqfezn/1sokEI3U55v9s+v2Z+jF/bt9R6Zi77ucyzsHiWuTe84Q3RZRCtZbvttoub3exmcb/73S+OPPLI8MCmz33uc2WGusc85jGxmmct8yMNN95449bexLz72heIsagE/L7qNrgc3xO62xzX9nnlGc94Rnz/+9+fs4o/933877XXXuWRdn4vffrTn47TTz89PMjJ39eWc7azYYz9Hl3s72Kvf/3rY/PNN+9x8T52Zzv1oNnLLrusF4Oydgn4s2JG14+ha8fu1WPxr91dW7GeX2HFtsyGIQABCEAAAhCAAAQgAIGFEqAeBCAAAQhAAAIQgMCKE8gof7niHVmzHfinf/qn8Awx7R34+c9/Ht/73vfarkXTzz777PjTn/7U155n0+j2oS9gmY2ddtppYIseoDXgXGTHsJtrv/3tbwdmM1rkzQ5t7rDDDgvf7Mys3ly+CXjooYeGBwm0K/gRdh/84Ad1v6h7u6gdhb6YBDxopXsD2DdhF3Nw4l/+8pcYNtvacr9Pffz7puRC+HkWMNdv1/XNa7/P2r4x9bHChm1zrIqtIA/OsrRcY6s+Dnz+blfYYostojs4pl2+FLoZm3W7bb8W5tP2Labu2eXe8pa3RJedB2/sv//+ccIJJ8QXv/jF+MQnPhGe9empT31qOcd5YMdamanMM7l5sFObm19vv+5t36T6RRddNFBlt912G/CthMOfPR6IspDBLWeccUbc8IY3XJJur9T3hIXsjGc6e/WrXx3DXufrXOc6ZcCfB597wJ8H/nkA4EEHHRS3vOUtw8fcQra5GHWGfd74u9hCPxMm6VP39fV5ZUMGdQ9jP0l/iF1EAvpem7p6DElG/5Ly9XuwxiHAQKdxKBEDAQhAAAJrjADdhQAEIAABCEAAAhCAAAQgAAEILDWBenBFnS311qax/atd7WoDNwL/+te/xmmnnTbmTBHjU/HNWN9o7tbwI4O6N8W7MctpX/e61x2YjeTCCy9cdB7D9sk33bt+39jr+saxPSuPH+G07777xmMf+9h4+ctfHp6d4fLLLx9Z3Y+q6Qb5dXrAAx7QdYcfg/Otb31rwI9jaQh4oEN3wJkHkXjGjsXaomdS6g5K2XrrrWO536c//OEP43e/+92Cduub3/zmQD0fwwPOORyesWyOojndC6nTbcyzhvz0pz/tuseyXc/128G77LJL32wl7bKl1JfzXOYZnE488cTo8ncf3vWud8Xhhx8efkzruAOafvzjHy8lmgW37UFr/sxuN+DX26972zeJ7nNH9zPGg1uGDTKZpN1pj13J7wmTsvVjHD2IqV3Ps9v5McLvfve7y4C/K1/5yu3iOfU///nPMWy2vzkrbECBz13dfm3IZ8IkXbnWta41EL7Q7zn+LrZczAY6jWOQgK4Zq5mbpHRKK3/HiTmSAAOdRiKawgB2CQIQgAAEIAABCEAAAhCAAAQgAIHpJ8AeQgACS0Yg1XI2v7zNlMW6EAKe6cOPJfNNr3b9s846K84777y2a4P1M888M7qDD7xdb9/92OANLFIDV7nKVQZmLvKNwoXeqPJN+Gc/+9nlZuKDHvSgeMELXlAGB/mGXbfLnmHLTNr+r371q+EZdtq+cXTfAPc2POPHl770pTj++OPjAx/4wMCMJ+O05ZjMjHve855x05ve1GZPfKPcs0V4IFvPuYiKbyh7RpYNkX/5l38Z6NGNb3zj6Lb5r//6rzHuYIiBBpfJ4UEIHsDR3dxXvvKVrmvBth9v1J3RyTecd9555wW3uZCKF198cXQHYYzTjm8se7axdqxnGbrRjW7Uds2rdwd6zRtcFy70RnhdvWSe8c4DK4sxYTJsxrx//ud/XvYZndzt5TyXeaYVn6O93UZ8Hn3Uox4V1xoyYKGJmSvfkIFDc7W5GH4fw9398fHy+c9/fsHN+/3l91m7Ab/XGejUJjKor+T3hMHezO/x967uIMCb3OQm4YHLk37e+b3m8+v8W1ycUs+q1B1c62PVx+xCt/DGN74x7nSnO8V97nOf8OOD/Xi+73znOwPNeUYzD+5tF5ijv++0fUP1jtPfHd3vjhtzhQjoq6yuHjPCSvQvGdnvwBqLwBXGiiIIAhCAAAQgAAEIQAACEIDAlBFgdyAAAQhAAAIQgMBCCfh3uH58hX9963yh7VAv4la3ulV4MEmbhW+KvfnNb47FGrziGWKOO+64gUE2vmnr7be3vdK6B3O4X+1++Ma3H+3S9o2re9CCb0T/6le/ivPPPz9OOeWUeNOb3hS2u2345ppnMWj7PXjiRz/6Uds1lu6Bar7B1g724B7fLG/7JtE909PjH//48Mwi7XrnnntuGUS1FO9FDz7yjCwbIgcccEC7u0X3zc5umx6ItpoG3ZWOdpLMjFvc4hYdb8SXv/zlocfUQOAIhwfmdWf/cBXPhuTX3/pyic9D7sukx9UFF1wQ3YEvfkSTZ/UZ1vddd911wO1z1oBzHodvgPtG+DwhYxd97GMfm/jc6/PJ6aef3rcNv0+HHSt9QUtk7LbbbtE9ly3Vucznue7APG97Ifs+1+vox38tEaqJmt19990HZhz0TH1mMFFDCvb7ysea32cye+sNbnCD2H777Xs2yiCBlfyeMNib+T3+DtKNuP3tbx9bbrll1z3S9qCgX/ziF31xfqybpc+5CIY/b7qPHvSxeuqppy5ohk2/Rz75yU+GB2v5UXIf/vCHy3exYYOQrn71q4fPYe3d8OeKH6HY9o2j+7O5y2ycesQsDQGf93ztGDMl7dvIoKevGGMOAgx0mgMMbghAAAIQgMA6J8DuQwACEIAABCAAAQhAAAIQgMB8BHTDP0N/OV8QZaMI+DFY97rXvQZunnoWoGOOOSY29Aav63vQlGeJ6fbF2/X2u/6VtDfffPO44x3vONCF9773veGbYwMF8zi87+985zvDN8/bYde73vXag8t6Rb55erOb3axnW/EABj9exm3ZHkd8I++EE07oC91oo43KoLY+5wIMDx64xz3uMVDzPe95z8DgkoEgHItCwDd/u7NN+GbtRz/60Q1u3zfFPTCv25AHWFzxilfsupfc/uAHPzjRceXBmT7f+IZ4u3MeMNdl1pRvuummA+c/D5RyW03MqPyzn/3sRP2crz0PmPIMePPFtMt849Y3/7vn2PkGd7XrL4W+0ucyz+hkmXTfPBDCr323nmfH6/pWwvZMPN2BuH7v+zPCx8Ekffra174WH/nIR/qqmNmee+4ZK/Fe7+vIKjdW8nvCYqCZdCYnb9PfRfx9xnpbfJ785S9/2XYtip6Zcec73zn83aXdoD/nJh1w5PfGSSedFH6vtNu66lWvGje/+c3brqJ7ENhd73rXojfJX//61/D++/tV4xuVe5C8Z9McFUf5MhLQcRW6drR0Lx+7drCMRYCBTmNhIggCXQLYEIAABCAAAQhAAAIQgAAEIAABCEw/AfYQAvMR8LxO4R/lzhdE2RgE/uM//iP8iKNu6Mknnxx+LNnll1/eLRrL9uCc1772teF2uhX8CDRvt+tfDbZvrnmQQLsvfpSVH0E37uxKvrHmwT/dmaB8I/ne97730NkUfHPZg788E0t72555wG25zbZ/mO6ZFfyIuu6juzxAyTfJh9WZxJeZ8cAHPjC6fHwT9HWve93EM9FMsm1iKwKemaj7Wvp196xpnjWnipo89Q3r17zmNQMD83wz+La3ve3kDS5CDR9XL3vZy2KcGZZ8vvHgTA/SbG/as/v4EZltX1sf9hiqSQYbmflRRx01MGNdexuT6H4t3Z5nZRtVz+cED87xLHHtWJ9n7ne/+w09z7TjlkpfznOZB7B1Z6rzwItLLrlkot0zbz/Kyvwnqqhg87ZI7a2eZWohjx3tNTBE8cDgffbZZ6Dkfe97X4z7GeHKnp3Gj+7qDgj07I6rbZZF93c1ykp9T5iUhR8B163j85vPl13/XLa/A/rz3QNh54qZzz9sYNU4sxzd8pa3jFvf+tZ9TbsvPnb9fu0rmMfwrGfvete7BiL8ueDz/0CBHP/2b/828OhLf696xSteEeM8vs+fpy960YtitQyS1C6toXUJu1ouHZ1Y+rcz6OkvxxpOgIFOw7nghQAEIAABCEAAAhCAAAQgAIFRBCiHAAQgAAEIrGMCWX6RG5GZwbJhBPzrdT+SzDdR2y35hq9ninjUox418WxGfkzIYYcdVn4B73ba7W6yySbhNv1okrZ/tejm8OAHP3hglhff5HvEIx4RnvGmu0/tvvvm8Utf+tLwoJFunAeU7bHHHu3wPt0zOvnmW9vpNtyW23Tb7bK27jIPCvHN+rbfvO9///uHZ6Fo+xeq+8bpQx/60IGZFvyIFs+a4MEXC22beqMJ+PXcb7/9Bvh7UNDjHve48GxAk74Gfr8+4xnPiO4gIffGx+NcN4NdvtTim/Ler+9+97tzbsqzpj3rWc8KH3/tIA8+8bHvRxG1/W3dA7n8aL62z++5l7/85fOydIwf/eW+mX27/obqbu+JT3xiuH1vZ1h7vuHv2av+67/+Kv49CAAAEABJREFUK6y3Y25zm9uEH0/V9i23vlznsm233TaucY1r9O3en/70p3jrW986MGivL6g2zNczYh166KELfvyjZwXzLFZ1kyXzAIevfOUrRV+0RA15Rj0PFJbaW//+97/H0UcfHaM+I7yvPqYe/ehHx09+8pNefSs+rzxKn/X+/LONzE/AnFbqe8L8Pesv9aBYnwfb3s997nNxxhlnxDifE/5sePKTnzx0wHq7zfn0XXfddaD49NNPHzkw2sfkwQcfHN3B3x547vfrKaecMu+soz4vegDwsHOkzxl+L2XmQN/s8PvZg0W77E477bR42tOeFubiuGHimZzcv2Gfp8Pi8S0fAb/cGRlhJfqXjOx3YI1FgIFOY2EiCAIQgAAEIAABCExOgBoQgAAEIAABCEAAAhCAwPQSmIn6b4bf4C7Gq3zjG984PIjHN5a67flX7B4s8IQnPCG+9rWvzXtjyTd/XvWqV8UBBxwQn/nMZ7pNlcFDj3zkI8OPwhooXEWOvfbaKzyYpNsl32DzoLD73Oc+8ba3vS3OPffc8MwEFuuvfOUrY9999433v//9AzO8+Mao63pgWbfdxvZMKL556ll7Gp9z36B2m277v//7v8tgK89yM852PQOIH93ldhZL/HgjD4Bpt+c+etYEDwhr+5dDX2/b8GC5O97xjgO77QE/T33qU8PH2de//vWBY7BdwTe5fUO2eb8OuynrAUD3ve99I3NlbwD6sWyeScznIA/kao79s88+O4488sjynvON8/b+WfdsIL6ZbX0u8TnP76vuDe2G5SGHHBK+uf2zn/2svNc9g9Nb3vKWsk3P8uY4t+33rAf3WF+o+NzQzE7kdt2+zzV+73vgjN/vZuHt3/Oe9wwPavQgl/b23I/DDz980QY2ttueRF+uc5kHcHp2ne7r52PDr91nPvOZoZ9ZnnHlQx/6UJjv85///Hlnafnzn/8cXc5tFp6xxoOd2j4PsnjmM58ZHlTkY9TigXh+37XjJtU9QNjvcX+etOv6/OvjxJ9dRxxxRN9nhI9Zf155X31M+dhq1zU7fy7f4Q53aLvRRxAw65X4njCiW33FHujkmbraTh+bHvzzkpe8ZOiAHR9L3/ve98LH0f777z90AGzTnh/p5vYae1ju90b3EXT+vPHx6G34veGBpT/+8Y8Hqt/iFrcID6z2Mdou9KxKL3jBC+Lud797mXn0i1/8Ypn5z+dIH+/NOXLYrKQ+53sgkge5ttvs6v7sGPb6uu/m4r77PONt+jPJn01+z/vc7AG63fawV56Az78zun4MXTt2rx6Lf+W7uOZ6wECnNfeS0WEITA0BdgQCEIAABCAAAQhAAAIQgAAEIACB6ScwxXuYUf5yindxmXfNj017zGMeE75B3d20b/J6FoCHPexh4Ud6eCCTb/L4BpXFN5TvdKc7hQfVeBYo34TqtuEbVa7/gAc8IDJX9wvnG9eeUWXvvffu7kax/VgkP5bPN4fvete7hsW6Hx/0u9/9rsS0Ez9e6TnPeU54QFnbP0z37Dm+AekZB7rlbvvEE08sA1nct1Hbvd3tbldivT/dtjbEdnsHH3xw+LFg7XY8E41nnxr2+rfj0DeMgPl7JiEPaum25JvUX/jCF8rNYQ9c6L5X/b71DWa/j32TeK7364477hgeFNEdUNHd3lLZfs/stttuveabc5BnF2mOfZ+vPHhk2PHmxx55AIsHD/UamUMxC7PqFpulB3r6vfuf//mf5X3ugYivf/3ry031Jt6Mnvvc5w7MLNSUj5vf8IY3DL+uPlc2dXyu8fnAN9b9fvfAs+72m1i/Zn59fQ5pfCuZux/u+1Kfy/wYVA9q6+6r2XlQkAd6+pjxwAWLBwr++7//ezzvec8Lx0S9+LPPA+o8OKR2lczntfkGc2y88cZxvetdr8S2Ex+zzUx3Pk79mEHPNtWOWYjuz5EXvvCF4eOuW9/99ONOPdjR++xjxsesP6/a+9rU87F24IEHxlr4XG76vFpyn4dX6nvCuAx8jPh7lwf3tOv42PRjbv2dze8Hvy8sPmZue9vbhmcz8nHk46mp50fW+ntOYzv38ez3h/W55GpXu9rQY9WDg7wNvzeOP/74oTOHZmY5Nr0PPla723AbnrXJA5fc9+Z4n+scaQ4eMHvHIQOFu2379fX7yDPkdcvMxX33Z5C36W37s8nvcbNt4r29G9zgBo1JvtIEdDxlpHqRJZXSWwc9vaK1qCxbnxnotGyo2RAEIAABCEAAAhCAAAQgAAEIQKBLABsCEIAABNYugfq3uHW2dvdj9fQ8s7qh5Jv6niVjrp75Bs/FF18cvsnjG1SW8847L37zm9/MVSV8s8c3gXyzyjeP5gxcRQVmYBaekcM3wBfaNd/k8+CfSR4lda1rXSuOPfbY8KPuFrJd3xD0IBbP/jTOQI+FbMOPA/NgJ2+rXd+zHXzwgx9su9CXgIAHkbziFa8Iz7o0V/PD3qt+31500UXzzmDjY/aoo46KG93oRnM1veR+D3Tyo7g8SGWSjfl49Ewrfozj9ttvP1ZVn588C5IHR41VoRXkwUUvetGLxhrE2Ko2p+qBB74RP+k5x4MQXve6163oazZsp5bjXOZznAflzfVe8IA1D4jw49oswwbGeVCdB0d4oFl3AKfrXHbZZcN2r+fzYAcfCz3HEMWzgg3b9pDQkS7PiugZvfy6jwyeI8CfcebmfV4rn8tz7MoE7sUNNcOV+p4w7p54UI8H5Mx1TvEx6WPc4veJ3y/ttl3PA588K5gHFDazzjUx3/nOdxp1aO6ZkzwQfmhhy3nJJZe0rFnVx+bDH/7w8GBS854tmUzzZ4q/E3nwb2aOVdnnFn+W+PuUP1vGqlQH+XPF53J/HtUuspUmoGvGGc/oVKS/M5W/34c1mgADnUYzIgICEIAABCAAAQhAYKUIsF0IQAACEIAABCAAAQisQgK+PZHNb3HHvFmxCndjVXYpM8usTG9/+9vjpje96aL00TeQ/fgQ3yib9EbRonRgAxrxDTY/NuW9731veHYk3/AbtznfkDvooIPCszwtZMDITjvtVB5N5UEU1sfdrnl79g4/msZ9GLfeQuL8+LrubAe+SXrcccfFBRdcsJAmqTMBAQ82e9Ob3hSe5WeSY3PoJuT0+3PPPfeMt771rbEaZqHwjWnfZPb7aJz986APH/t+z7iudmns1YOijjnmmPCN6a222mpkvYaVz5W++T+ywpgBmdWAUz/Kadtttx1Zy+9xzzryjne8IzyoaGSFFQjw+cuDcvy6WB+3C5OcyzzwbyHvBffHA1U8s9n/+3//r8xo2D1f/9///V/4cVjz9duzqz3rWc+K+Y47PzLObc3XziRlfr39uj/96U+PcY6Vpm0PwPCsbh6kvJABHE075BWBlfyeUPVg/jSzOqd4wLXfU/NHz5b6nOvPgxNOOCE8M5rPNR60tMMOO8wGSTvnnHPCj4KUOnTNzHjEIx4Rd7nLXYaWN04PwG30bp5ZfTf14xk985SP4W7MXLb3w8e5v8d59qrMnCt0qN/77e9T/mwZl5/j/L3X77PMybY3tBM4F4WAX4r09aOVTovF3/FhjibAQKfRjIiAAAQgsGoJ0DEIQAACEIAABCAAAQhAAAIQgAAElp/AjDY5M+Pf3kqUy1zSdT027pu2b3nLW8IzXHjAk2/qT8rBN3r8WDs/ksQ3kCetv5rizePoo4+OT3ziE+EbXp4hwbN++AZa00/fePMjmvyIKw+Y+NSnPlUeG7fFFls0IRPn5u7HMnkWHg+ouP/97x/ui2+8NY15u77h7TLH+KakB15kZhOyZLn74UfG+PE47Y34UTa+qeqZItp+9MUn4OPraU97Wvh1903p9jE57tZ8nPl97lnE/KgxD/oZt+5Sx/n49kCej3zkI+FHZPq80uyj81133TX82E0f+76RvSHHvrf1oAc9KLytF7/4xeHZpNrHtsv9XnM/PvShD4VnnNp5550XHUFmhh+ld8opp4Qfv3ezm90s/F5rNrTNNtuEBxi67GMf+1h4IJj71pSvxtzH2FKfy5r3gs/THphhbu3Xz1zMzo8I9GvoQRM+t3oQRJufj6H2gCUP3vQsdaPOZ561z+9Dt90+Tr1diweDjJoZynGTiPvtwRQf/ehHwzPu+HOg+xnRvE/82fTKV74y/HgtD47qDliZZLvEDhIw95X4njDYk0FPZoaPax+f/m7nY8HfV3z8NNE+Tvy95s53vnP4/Hf66aeXc9w1r3nNaBbPWtadafL888+Ps88+uwkZmntmJA90POqoo8p51e/DbqAHAfpReF1/2/b51t/BfAy7j35k3Dj74cGMrttuaxI9c5CfP3vMzO34/OZBkz7HeWY9c17r33u9X9MmzbVj6NrR15Lt/dMVZdtEH5PANA90GhMBYRCAAAQgAAEIQAACEIAABCAAAQisYQJ0HQIQgMDKENBNhwz95cpsfj1s1TdufGPMN0/POOOM8A3S/fffvwy06d48dqxv8vjm+5Oe9KQ49dRTwzeR/cgOz3YwKS/f1PcgK88U0MjJJ58cC7kx60EATRtN7l/1T9onx/vmnGcT8CwzvkHux7Q1bX7uc58Lz5Dhx6t4gMTGG2/sKosi5nuTm9wknvKUp5QBLWeeeWa0t2vWLnOMY8fd6GKw8cw/HljQ9KfJPZuBX8dx+7JUcX6tmz41ufd7KbbnARR+rzTbcb7Q43bS/vlmtAfenHXWWeEbrQceeGC4P35fdo8JH8e+OeybxB4s45vGfp/7xmzm6jyp+r3vxy994AMfiOZ959x8n/nMZ8akx/58fH3c+ma/Byy2j22/x/1ecz+G3TQ/4ogjeu9Lv/a259uOj0PHNeJznrfd1LHu18gzbLXf8x6A4NlFXOaYJn7c3CzNrdmu8+62u211++o6fm9140bZPhb9Wvl85cEA7f1q+LrMMY4d1d6wch/fnkHQ3Nqvn/tsdu985zvDr6EHrQ3bht833ffxKD5NP8zWbbePU2/X4sEg/mxoYp0vFld/znqwotl1uTbvE382+TVbyDGzmH0dxnfUe8XbXwxZLN7z9cXH31J+T9iQffDxfvOb37w8Bs7fV/ye87Fp8XHi7zUeQOTznwcndfczM+M5z3lO33nuC1/4QniQbTe2a3vbHgzo86rfh95mW3xO6z4Wr9tGY/sYdh/9+bWQ/WjamTT3PjT8fA41M++D39unnXZaeDDX7rvvHo5r2u6+Xq7n80RTTr6MBHT8hq4dLd1vOl07WMYiwECnsTARBAEIQAACEIAABCAAgbVKgH5DAAIQgAAEIAABCCwNgeq3uDNVtjSboNUeAd/w8g3Sww8/vAy06d48bm7y+EaVB1j48SaZ3DboAUSBwDIR8AA732j1gEMP6PDNV78/fTO2Ed9k9s1h3yT2YBnfmF+m7k35Ztg9CEAAAhCAAARWJYFyzejE0t/DQU9/OdZwAgx0Gs4FLwQgAAEIrBcC7CcEIAABCEAAAk43B7YAABAASURBVBCAAAQgAAEIQGABBLL8IjciM4NlDRCgixCAAAQgAAEIQAACEIAABFaAgC8ZMzLCSvQvGdnvwBqLAAOdxsK0foPYcwhAAAIQgAAEIAABCEAAAhCAAASmnwB7CAEITE5gJuo/pnSaHB41IAABCEAAAhCAAAQgAIEVIcBGl5/AjK4ZffUYJe/ffvH3u7DGIMBApzEgEQIBCEAAAhCAAAQgAAEIrGsC7DwEIAABCEAAAhAYQiCj/OWQIlwQgAAEIAABCKxFAvQZAhCAAAQgsPgEMsu1Y9RptBaXtEzUMQkw0GlMUIRBAAIQgAAEIDAXAfwQgAAEIAABCEAAAhCAAATWI4GZaqfrrDJIITDNBNg3CEAAAhCAAAQgAAEIQGBiArpmrGZuktKpXPk7TsyRBBjoNBIRARDYQAJUhwAEIAABCEAAAhCAAAQgAAEIQGD6CbCH64pAam8zUqnWrHOprBCAAAQgAAEIQAACEIAABCAw5QQm3D1fMqavH6106hZ/x4c5mgADnUYzIgICEIAABCAAAQhAAAIQgAAENpAA1SEAAQhAAALTRMC/w52Z8W9vJcqnad/YFwhAAAIQgAAEILAhBKgLAQhAAAL9BJprx9C1o68l26W6omyb6GMSYKDTmKAIgwAEIAABCEAAAktIgKYhAAEIQAACEIAABCAAgbVGIP3bW0mutY7TXwhAYAUJsGkIQAACEIAABCAAgfVGQNeO4RmdJN3Lx64dLGMRYKDTWJgIggAEVpYAW4cABCAAAQhAAAIQgAAEIAABCEBg+gmstT2sfos7U2VrrfP0FwIQgAAEIAABCEAAAhCAAASWg0C5ZnRi6d/goKe/fHqtDdszBjptGD9qQwACEIAABCAAAQhAAAIQgAAElocAW4EABCAAgVVFICNLfzKrvBgkEIAABCAAAQhAAAIQ2FAC1IcABKaKgC8Z09ePVjp7VvwdH+ZoAgx0Gs2ICAhAAAIQgAAEIACBNUCALkIAAhCAAAQgAAEIQGA5CcxE/ceUTsuJnW1BAAIQiMVGsPnmm8frX//6OOecc3py8sknxw477LDYm6I9CEAAAhCAAATWIYEZXTP66jFK3g+g+PtdWGMQYKDTGJAIgQAEIDAFBNgFCEAAAhCAAAQgAAEIQAACEIAABBaVgH97K8lFbXRDG6M+BCAAAQhAAAIQgAAEIAABCKwmApnhv6jTaC2Vv+VAHYsAA50KJhIIQAACEIAABCAAAQhAAAIQgAAEpp8AewgBCEBgMQnMVI3VWWWQQgACEIAABCAAAQhAAAIrT4AeQGAVEdA1YzVzk5ROtyp/x4k5kgADnUYiIgACEIAABCAAAQhAAALrhAC7CQEIQAACEIAABCAwFoFUVEYq1Zp1LpUVAhCAAAQgsCYI0EkIQAACEIAABJaNgC8Z09ePVjpbLf6OD3M0AQY6jWZEBAQgAAEIQKAQIIEABCAAAQhAAAIQgAAEIAABCJiAf4c7M+Pf3kqU24dMDwH2BAIQgAAEIAABCEAAAhCAwGIRaK4dQ9eOvpZst6sryraJPiYBBjqNCYqwkQQIgAAEIAABCEAAAhCAAAQgAAEIQGD6CbCHEIBAQyD921tJNg5yCEAAAhCAAAQgAAEIQAACU0OAHVksArp2DM/oJOlePnbtYBmLAAOdxsJEEAQgAAEIQAACEIAABCAAgXEIEAMBCEAAAhCAwPohUP0Wd6bK1s9us6cQgAAEIAABCEQEECAAAQhAAAJjEijXjE4s/XUGPf3lWMMJMNBpOBe8EIAABCAAAQgsBQHahAAEIAABCEAAAhCAAAQgMCUEMrLsSWaVF4MEAhCoCJBCAAIQgAAEIAABCEAAAoWALxnT149Wimc2Kf5ZE21MAgx0GhMUYRBYDgJsAwIQgAAEIAABCEAAAhCAAAQgAIHpJ8AeTgeBmaj/mNJpOl5Q9gICEIAABCAAAQhAAAIQgMAiE3BzM7pm9NVjlNyeWSn+WRNtTAIMdBoTFGEQgAAEIAABCEAAAhCAAAQgsCwE2AgEIAABCEBgjRDwb28luUa6SzchAAEIQAACEIDA6iJAbyAAAQisDwKZ4b+o02gtlb/lQB2LAAOdxsJEEAQgAAEIQAACEFgtBOgHBCAAAQhAAAIQgAAEILA6CMxU3aizyiCFAAQgsFgEaAcCEIAABCAAAQhAYCoI6JqxmrlJSmeHKn/HiTmSAAOdRiIiAAIQWFME6CwEIAABCEAAAhCAAAQgAAEIQAAC009ghfcwtf2MVKo161wqKwQgAAEIQAACEIAABCAAAQhAoE3Al4zp60cr7QLpxa+cdR4CQ4oY6DQECi4IQAACEIAABCAAAQhAAAIQgMBaJkDfIQABCEBgaQn4d7gzM/7trUT50m6N1iEAAQhAAAIQgAAEIDCcAF4IQGD1E2iuHUPXjr6WbPdYV5RtE31MAgx0GhMUYRCAAAQgAAEIQAACU0OAHYEABCAAAQhAAAIQgMCGE0j/9laSG94ULUAAAhCAwJIQoFEIQAACEIAABCCw8gR07Rie0UnSvXzs2sEyFgEGOo2FiSAIQAAC64kA+woBCEAAAhCAAAQgAAEIQAACEIDAaALVb3Fnqmx0+KqLoEMQgAAEIAABCEAAAhCAAAQgsOQEyjWjE0v/1gY9/eVYwwkw0Gk4l7m9lEAAAhCAAAQgAAEIQAACEIAABCAw/QTYQwhAAAIjCGRkicis8mKQQAACEIAABCAAAQhAAAJriwC9hcASE/AlY/r60UpnW8Xf8WGOJsBAp9GMiIAABCAAAQhAAAIQgAAEOgQwIQABCEAAAhCAwHonMBP1H1M6rfdDgf2HAAQgMNUE2DkIQAACEIAABDaMwIyuGX31GCXvb6v4+11YYxBgoNMYkAiBAAQgAAEITEiAcAhAAAIQgAAEIAABCEAAAhCYegL+7a0kp35H2cG5CVACAQhAAAIQgAAEIAABCEBgfgKZ4b+o02gtlb/lQB2LAAOdxsJE0OISoDUIQAACEIAABCAAAQhAAAIQgAAEpp8AewiBaScwU+1gnVUGKQQgAAEIQAACEIAABCAAgfVGgP2dl4CuGauZm6R0Ait/x4k5kgADnUYiIgACEIAABCAAAQhAAAIQgMASEKBJCEAAAhCAAATWLIFUzzNSqdasc6msEIAABCAAAQhAYIAADghAAAIQWNcEfMmYvn600iFR/B0f5mgCDHQazYgICEAAAhCAAARWgACbhAAEIAABCEAAAhCAAAQgsFoJ+He4MzP+7a1E+WrtJ/2CwFogQB8hAAEIQAACEIAABCAwzQSaa8fQtaOvJdv7qivKtok+JgEGOo0JijAIrDICdAcCEIAABCAAAQhAAAIQgAAEIACB6SfAHq5mAunf3kpyNXeSvkEAAhCAAAQgAAEIQAACEIDAihLQtWN4RidJ9/KxZQfL+AQY6DQ+KyIhAAEIQAACEIAABCAAAQhAYFURoDMQgAAEIACBlSRQ/RZ3pspWsiNsGwIQgAAEIAABCEw5AXYPAhCAwBomUK4ZnVj692PQ01+ONZwAA52Gc8ELAQhAAAIQgAAE1j4B9gACEIAABCAAAQhAAAIQWDICGVnazqzyYpBAAAIQWAkCbBMCEIAABCAAAQhAYNUS8CVj+vrRSqeXxd/xYY4mwECn0YyIgAAEppQAuwUBCEAAAhCAAAQgAAEIQAACEIDA9BNYqj2cifqPKZ2WCjHtQgACEIAABCAAAQhAAAIQWPMEZnTN6KvHKHn/7hR/vwtrDAJzDXQaoyohEIAABCAAAQhAAAIQgAAEIAABCKxxAnQfAhCAAAQWTMC/vZXkghugIgQgAAEIQAACEIAABJaLANuBAARWikBm+C/qNFpL5W85UMciwECnsTARBAEIQAACEIAABCCwPgmw1xCAAAQgAAEIQAACEJiLwExVUGeVQQoBCEAAAmuTAL2GAAQgAAEIQAACS0RA14zVzE1SOpuo/B0n5kgCDHQaiYgACEAAAhCYkwAFEIAABCAAAQhAAAIQgAAEIACBdUggtc8ZqVRr1rnUqV3ZMQhAAAIQgAAEIAABCEAAAhBYEAFfMqavH610Wij+jg9zNAEGOo1mtOAIKkIAAhCAAAQgAAEIQAACEIAABCAw/QTYQwhAYP0R8O9wZ2b821uJ8vVHgD2GAAQgAAEIQAACEIDA+iPAHkNgIQSaa8fQtaOvJdtt6IqybaKPSYCBTmOCIgwCEIAABCAAAQhAAAIQWBABKkEAAhCAAAQgAIHpJJD+7a0kp3P32CsIQAACEIDAhAQIhwAEIAABCEBgGAFdO4ZndJJ0Lx+7drCMRYCBTmNhIggCEIAABCCwVARoFwIQgAAEIAABCEAAAhCAAATWJoHqt7gzVbY2d4FeLyMBNgUBCEAAAhCAAAQgAAEIrEsC5ZrRiaWfwKCnvxxrOAEGOg3ngne1EKAfEIAABCAAAQhAAAIQgAAEIAABCEw/AfYQAmuQQEaWXmdWeTFIIAABCEAAAhCAAAQgAAEIQGBuAuuwxJeM6etHK539L/6OD3M0AQY6jWZEBAQgAAEIQAACEIAABCAAgRUlwMYhAAEIQAACEFh9BGai/mNKp9X34tAjCEAAAhCAwBolQLchAAEIQGD6CMzomtFXj1Hy/v0r/n4X1hgEGOg0BiRCIAABCEAAAhBY1QToHAQgAAEIQAACEIAABCAAgRUg4N/eSnIFNs0mIbA+CbDXEJgKAn/4wx/i+OOPj0MOOST22GOPuNWtblVk9913j7333rv4TznllLKv73jHO0pZE+P8zDPPLGWrLTniiCP6+rrnnnvG+eefv+Td9Da8LbNpxH1Z8g2zAQhAAAIQgMC4BDLDf1Gn0Voqf8uBOhYBBjqNhYkgCKxlAvQdAhCAAAQgAAEIQAACEIAABCAAgeknwB4uP4GZapN1VhmkEIAABCAAgeEEPJvDWWedFfvtt1+8/OUvj/POOy/++Mc/9oL/8Y9/xKWXXlr8v/zlL3t+FAhAAAIQgAAE1jgBXTPOhJIi/ftS+ft9oy0iGOjEMQABCEAAAhCAAAQgAAEIQAAC00+APYQABCAAAQgsIoFUWxmpVGvWuVRWCEAAAhCAwFwEPv3pT8dhhx0Wl1122VwhPf9uu+3W01EgAIEJCRAOAQhAYJUR8CVj+vrRSqdvxd/xYY4mwECn0YyIgAAEIAABCEAAAlNPgB2EAAQgAAEIQAACEIAABMYnUH6LO+Pf3kqUj1+TSAhAAAIrS4CtrwyBX/3qV/HmN785Lr/88pEd2GqrrWKXXXYZGUcABCAAAQhAAAJrg4BnddSVY4SuHX0t2e518bcd6GMRYKDTWJgIggAE1jkBdh8CEIAABCAAAQhAAAIQgAAEIACB6Scw2R5mRvnLyaoRDQEIQAAC64/AN7/5zfje9743sONXvOIV4yY3uUnsv//+Rfbaa6+4wQ1uEDvttNNALA4IQAACEIAABNYoAV07hq4eLd3Lx67Ce+VaAAAQAElEQVQdLGMRWISBTmNthyAIQAACEIAABCAAAQhAAAIQgAAE1jQBOg8BCEAAAv0Eqt/izlRZfxEWBCAAAQhAoEXAA53+8Y9/tDwR1772teMDH/hAvP3tb4/DDz+8yJFHHhnHHnts7LDDDn2xGBCAAASWlwBbgwAEFpVAuWZ0YulvedDTX441nAADnYZzwQsBCEAAAhCAAAQgAIHJCBANAQhAAAIQgAAEILCuCGT5RW5EZgYLBCAAAQisIwIL2NVLL710oNbBBx8cV7/61Qf8bcdBBx0U55xzTp/sscce7RB0CEAAAhCAAARWOQFfMmZkhJXoXzKy34E1FgEGOo2FiSAIQAACENhQAtSHAAQgAAEIQAACEIAABCAAAQhME4GZqP+Y0qnvZcWAAAQgAIHRBLbeeuvYbbfdRgcSAQEIQAACEIDAmicwo2tGXz1Gyft3p/j7XVhjEGCg0xiQliGETUAAAhCAAAQgAAEIQAACEIAABCAw/QTYQwhAYKoIZJS/nKqdYmcgAAEIQAACEIAABCAAgQ0nQAsQmCWQWa4do06jtbikZaKOSYCBTmOCIgwCEIAABCAAAQhAAAIQWGoCtA8BCEAAAhCAAATWEoGZqrN1VhmkEIAABCAAAQiMJkAEBCAAAQhAYB0R0DVjNXOTlM5uV/6OE3MkAQY6jUREAAQgAAEIQGCVEKAbEIAABP4/e2cCYOX0/vHv014SQiGKsqQVqQjRZqdQZE9ClqzZt0LZiUoiJbRpQbZSWhUqFLLLElmy/Oz8qfk/3/Pee+femam5UzN1Z+b7zvucZznPOe85n7nN9N4597wiIAIiIAIiIAIiIAIikBEEzEdhMC/9tJh2U6cIiIAIiIAIFAoBdSICIiACIiACIlBiCPCW0Xj/SCPHrEI8R0xu/gS00Cl/RsoQAREQAREoJgQ0TBEQAREQAREQAREQAREQAREQARHYEAT4OdysLH721sX1hrimrpFNQJYIiIAIZDKBH374AZ06dcLee++dkOeeey5lyL/++itOPfXURH08t0+fPil5jz32WK6cOXPmpOSk4/B31pdffokHHnggXLddu3aJflu0aIHDDz8cV111FaZPn44///wznS6LLOe7777D0KFDwzhbt26dGCfH3L17d4wdOxa//PJLoV6fc+bcyeDII49Ey5YtE9fdb7/9cPTRRyf4/P7774V6bXUmAiIgAiJQ8gnw93AW/C7S7x29TJlwiKdE5KRDQAud0qFUMnI0CxEQAREQAREQAREQAREQAREQAREQgZJPQDMUARHYUASMn711sQ11QV1HBERABERABApGgH9YXbhwIbp27Ypjjz0Ww4cPx/vvv5+yUGj16tX4/vvvwyInLvTp0KED7rrrLvzxxx8Fu9h6ZnMhVq9evXDUUUfh4YcfDuPkAiTEDi5uevvtt8PYDj74YNx5553rPUbOkXPlnDl3Lnb69ttvsWrVqthVgX/++QcrVqxI8OGCq5tuuglckJVIkiECIiACG4eArlpcCPi9I7ijk0vO28ecPnSkRUALndLCpCQREAEREAEREAEREAEREIGSQUCzEAEREAEREAEREIHCIhB9FjcrUoXVqfoRAREQAREQgUIhwEVCN998M84//3x8+umnaffJhT3cNalz587gIqm0G65jIhdjPf/88zjllFPw6quvgguv8uuKC5HGjRuHs846C8uXL19D+trDH374IU466aSwQxTnvPbs7Fpee/LkyTjxxBPB3bU4/uxaWSIgAiIgAiKQB4Fwz8iCklqfO5JaLy9vAlrolDcXRUVABERABESgdBLQrEVABERABERABERABERABERABNIiYLCQZxbp4KgQgeJCQOMUAREoMgJlypRBjRo1UKtWrYRUqVIl5Xp55TB/s802S8lbV+fHH3/EJZdcAi7ISWfhUF7XWblyJS677DLMmDEjr+pCiXGR0OjRo8Edkrgwq6CdfvTRR7jhhhtQ0MfJffPNN7j++uvx9ddfF/SSiXw+fvDqq6/GzJkzEzEZIiACIiACIpAXAd4yGu8faeRICPEcMbn5E9BCp/wZKUMEEgRkiIAIiIAIiIAIiIAIiIAIiIAIiIAIlHwCmqEIpEMgC7EvbemUDi7liIAIiECpIVC9enU89NBDeOaZZxLStm3blPlXrVoVd999d6I+nsvFSSmJ6+Bw0Q8X/7zxxhu5WlesWBF87Nttt92GZ599FlOmTMGkSZNwzTXXoEGDBuACrORGXHzE3KVLlyaHC82eO3cuHnjggZRHxcU733XXXcO4OD6Okzs4cXeq7bffPp4S9H///ZfWLlAh2QvmDxw4EMuWLXMv+yxbtiz22WefsACK1+I1KbQvv/xy7LjjjtnJMYs7QQ0bNgw//fRTLCIlAiIgAiJQ3AhsiPFyYS/vHuH3jjl3cArxDTGIEnYNLXQqYd9QTUcEREAEREAEREAEREAEREAEipiAuhcBERABERABEQgE+NlbFwuOChEQAREQARHY6AT4h1Qusnr99ddTxsIFTFxsxUVD/fv3R/v27bHttttiq622Qu3atXHsscdi5MiReOSRR3It6OEiHu649P3336f0ub4O+33wwQfBxULJfVWrVg333HMPRo0aFcbF8XGc9erVwxlnnBEWZvXu3RtctJXcLl37vffew7x581LSuZvWiBEjMGjQIHTs2BG8Fq9JoX3CCSfgySefRF7X/eSTT7Bo0aKU/kqQo6mIgAiIgAgUBgEz8AuxEklHFE8KyEyLQJm0spQkAiIgAiIgAiIgAiKQJgGliYAIiIAIiIAIiIAIiIAIlA4Csc/ixlTpmLNmKQIikE1AlghkHoEPPvgAzz33XMrAuMipR48e4AKnmjVrptQlO2aGxo0bY+jQoWjWrFlyFT799FNMnDgRXEiVUrEezvTp08FHzyV3wd2wuNtS69atYWbJVQmb8+natStuvvnmdVrs9O677+KPP/5I9Fe+fHlceeWVYUerRDAPg9flgqezzjorpZaPBuTj/VatWpUSlyMCIiACIiACCQJ+z5gFL4IkosGI4sFUUQACWuhUAFhKFQERKAQC6kIEREAEREAEREAEREAEREAEREAERKDkEyjhM+SfXg0WzXINf4iNKlWKgAiIgAiIwIYhwIU2XIz066+/plzwyCOPRPfu3VGuXLmU+JqcLbfcMiz82XrrrVNSXnzxRXzzzTcpsXV1+Hg9PhYuuT0XEl188cVo2LBhcniNdps2bZBz0dEak5Mqci6u4uIvPiYvKWWNppnh6KOPDjs+JSexz19++SU5JFsEREAEREAEEgT814ffPfr9I41ENDLMayKrGJcbYeha6LQRoOuSIiACIiACIiACIiACIiACIiACpZuAZi8CIiACIlC8CYTP4mbxs7curov3bDR6ERABERCBkkDgu+++w4IFC1Kmwh2STj755LQXOcUb77TTTmFBT9ynXrFiBZYsWUJzvYWPe/v4449T+mnUqBG4k1NKcC2OWd6LjtbSJM8qLgxbuXJlnnV5BbfYYgvUr18fNWrUQMuWLcHdpXr27Flgxnn1rVjJJKBZiYAIiAB3RPQ7R8DvHXkvmUwkxJMDstMioIVOaWFSkgiIgAiIgAiIgAiIwAYkoEuJgAiIgAiIgAiIgAiIQOYT8D+w8tO3rjJ/rBqhCIiACGQmAY2qEAlw8dC3336b0uNee+2FHXfcMSWWjmNm2HfffVG5cuWU9NmzZ4M7R6UE18F588038ddff6W0POigg1C1atWUWH4OF3K1a9cuv7SU+tq1a6f4XOjEx+VRp1SswTEz9O3bFy+88AIGDx6M3r174+CDD0a1atXW0EJhERABERCBUk/Af3cg7NzEO0ikHJbiyUmXgBY6pUtKeSIgAiKQMQQ0EBEQAREQAREQAREQAREQAREQAREQgY1PIPosblakimA46lIEREAEREAE0ifA3ZxWr16d0qBFixYoW7ZsSixdhwuCcj6+7osvvsBvv/2Wbhd55v3f//0f3nnnnZQ6Lqhq0qRJSixdZ4899kD58uXTTQd3jsqZT3bHHXccRowYAe5cxZ030u5QiSIgAiIgAiKQH4Fwz8iCkpqcO5JaLy9vAiVvoVPe81RUBERABERABERABERABERABERABESgJBHQXERABERgIxOw8IlcwMygQwREQAREQAQ2JgEuHvr6669zDaFixYr44Ycf1kn++OMP8DFtyZ3+/PPPoCTHCmr/+eefyLnzFK+z3XbbFbSrkL/jjjsi54KsULGGgguduDgqZzXnxR2ajj76aBx44IG46qqrwq5NP/30U85U+SIgAhuagK4nAsWcAG8ZDQbQQOphsNSAvLQIaKFTWpiUJAIiIAIiIAIiIAIiIALFi4BGKwIiIAIiIAIiIAIiULQEshD70pZORQtavYuACIiACKyVACv/++8//P333zRT5MYbb8Shhx66TnLMMcdgyZIlKf1xQVVe10lJysfhWHM+tm6TTTZBhQoV8mmZd3WlSpXAR9jlXZs7WqVKFVxwwQVrbcPFWNOnT8cNN9wQHkvHR9PdeuutWLhwITj+3L0qIgIiIAIiIAJrJsCdArP8/hF+75hzB6cQX3NT1ayBgBY6rQGMwiIgAiIgAiWagCYnAiIgAiIgAiIgAiIgAiIgAiIgAutJwBC+bD27UfOiJKC+RUAERKBUEODCnG+++abI5/rrr79i5cqV63Ud7pD0+++/p/Sx+eabr/NCp3LlyoGPvkMBjoYNG6JPnz65dqxaUxcc88SJE3HuueeG3Z4uueQS8HF3OR8VuKb2iouACIiACJRyAmbh3hGxEkkHa5JcmWkS0EKnNEGVrjTNVgREQAREQAREQAREQAREQAREQAREoOQT0AxFQATWj0Dss7gxtX59qbUIiIAIiIAIlA4Cq1atQiYsEGrVqhWeeOIJdOzYEXzEX7r0//nnH8ydOxfnnXcejj/+eLz55pvpNlWeCIiACGxEArr0RiXg94xZ3NEpSOpIonhqTF7+BLTQKX9GyhABERABERABERABERABESiNBDRnERABERABERABEVgDAfO4wbz002LaTZ0iIAIiIAIiIAJrJ1C2bFmUKVNm7UkbqLZmzZq4/vrrMW3aNNx2221o2rQpOL50L//555+jV69eePbZZ8HHEqXbTnkiIAIiIAKliwBvGY33jzRyTD3Ec8Tk5k8gM/4nkf84lSECIiACIiACIpBhBDQcERABERABERABERABERABESitBLJ84vyDJj99S+2uThEosQQ0MREQgcwnkNfj27bbbju88MILWLRoUaFK69at1wtI9erVUbVq1ZQ+vvvuO/z9998psQ3pVKlSBe3bt8cjjzwSdmsaPnw4TjzxRJBhfuPgDk/33nsvli5dml+q6kVABERABEopAd4z8t4RWaFMoZA7klItZw0EtNBpDWAUFoH1JKDmIiACIiACIiACIiACIiACIiACIiACJZ+A3Mg10QAAEABJREFUZliaCRg/e+tipRmC5i4CIiACIpAJBCpUqIDNN988ZSi//fYbfvjhh5RYJjh5jZWLhf766691Gt6ff/6Jb775Zp3a5tWI42vSpAkuu+wyTJ48GfPnz0d84VONGjXyaoJff/0VY8eOBR/Ll2eCgiIgAiIgAiWBwLrPwe8dwR2dXHLePub0oSMtAlrolBYmJYmACIiACIiACIiACIiACIiACBScgFqIgAiIgAiIQEkmwH2dwA/lluRJam4iIAIiIALFgAB3JKpVq1bKSLnQ6YsvvkiJZYKzySabYJtttkkZyk8//YSvv/46JZaus3LlyrDQKN38guYlL3x6/vnnMWrUKNSrVy9XN2+//TZ+/PHHXPHSE9BMRUAEREAE1kgg3DqyoKRm5Y6k1svLm4AWOuXNRVEREAEREAEREAERKHoCuoIIiIAIiIAIiIAIiIAIiECxJWCwMHazSAdHhQiIgAjkRUAxEdgABBo0aJDrKvPmzVvnXYZWrFiBY445BkceeSTOP/983H777eFReL///nuu6xQkULZsWeQc67///hser1eQfuK577//ftoLnX755RfMnDkT999/f5jTwQcfjBdffDHeVb7azLDbbrvhrrvuyrVYi1y00ClfhEoQAREQgVJJwH99+N2j3zfSyEHAvCZHSG4aBLTQKQ1IShEBEdg4BHRVERABERABERABERABERABERABERCBkk+guM4wC7GvLH0Gt7h+DzVuERABEShJBHbffXdUq1YtZUp87NpHH32UEkvXmT59OpYvX45vv/0Wr7/+OsaPH48nn3wSq1evTreLNebtscce4M5OyQlcgPTdd98lh/K1+ci7WbNm5ZsXT1i6dCmuvPJKPPbYY2FO3Elq4cKFyCrg7/Itt9wSO+ywQ7xbaREQAREQARFYKwH+nuHdo//C8bvI1NQQTw2VaK+wJqeFToVFUv2IgAiIgAiIgAiIgAiIgAiIgAiIQOETUI8iIAIiIAIZS4CfvXWxjB2gBiYCIiACIlCKCNStWxeNGjVKmfGvv/6KYcOGgQuCUirycbjAiYuacqa1atUq12KqnDnp+NwVqWnTpimpn332GSZNmuR/A05/AfHs2bPBhUopHa3FqVOnDrbeeuuUjAULFuCrr75KiaXjrFq1KiWNj7irVKlSSkyOCBSQgNJFQARKKgEz8AuxEklHFE8KyEyLgBY6pYVJSSIgAiIgAiIgAiIgAplJQKMSAREQAREQAREQAREQgY1FIPaH2JjaWKPQdUVABESgdBDQLPMjULFiRXTt2hXly5dPSZ07dy7uueeetBc78RFst912G7iTU3JH22yzDQ477LDk0DrbHGunTp1yjfWJJ57Ac889l9ZiJ+7OxEfI8bF36Q6Ec9hzzz1T0jnP4cOHp82HjV977TXw+rTjst122+VaRBWvkxYBERABESjlBPyeMdq5yY0cKKJ4jqDcfAlooVO+iJQgAiIgAsWYgIYuAiIgAiIgAiIgAiIgAiIgAiIgAiJQ6ATMezSYl35aTLu50U5dWAREQAREQAScQIsWLdCmTRu3sk8+am7ixIm49NJLsWLFiuyKPKxly5bhvPPOC491y1nduXNnbL/99jnD6+zvt99+4A5RyR1w56lbbrllrbtQ8fE/c+bMQa9evcBHzyW3z88uW7YsjjrqKHChVXLus88+i2uvvRb5PTovfm2OkWNN7uPQQw9F1apVk0OyRUAEREAERCAQ4C2j8f6RRohkFyGe7cpKk0CpXuiUJiOliYAIiIAIiIAIiIAIiIAIiIAIiIAIFGMCGroIiIAIFDYBfg6Xf+zkp2+pC7t/9ScCIiACIiAC60KgXLlyYQEQH2OXs/3rr7+OY445BhdccAGeeeYZfPrpp/jhhx/wzTffYPr06bjoootw4okn4r333svZFC1btgQXOplZrrp1DXCxUe/evZFzrHwk3NChQ8NYH3nkkcQ4v/zyy/Bou5NPPjks2uJj+dbl2s2aNcMhhxySq+msWbNw7LHH4pprrsFLL70EXo98KNy96bHHHsPpp58OjjnntRs3bpxnn7kuooAIiECRE9AFRCATCfCekfeOyAplyhBzR1Kq5ayBgBY6rQGMwiIgAiIgAiIgAiIgAiJQSghomiIgAiIgAiIgAiIgAutCwP/Ya/AvW5fGaiMCIiACIiACRUNg2223xe23347atWvnvAC4iIiPXbv55ptxwgkngLsQcYejq666CvPmzQv1ORs1atQIN954Y5HsVsSxsu/q1avnvCy+//57DBkyJDFOLkLq378/Pvroo5TcGjVqgI+kSwmuxeFisLPOOivXAis24S5NXOTExU68HvlQuMDp/vvvD4vAuEMWc+PCsXPx02abbRYPSYuACIiACIhAKgG/d4TfO1Jy3j7m9KEjLQJa6JQWJiWJgAiIgAiUXgKauQiIgAiIgAiIgAiIgAiIgAiIgAjkRYD7OgFZkcorQbFiRUCDFQEREIGSQ2CnnXbCww8/HHZiWp9ZtWvXDlzgw8VE69PP2to2bNgQ3MGpXr16a0vLs65WrVro168fdthhhzzr1xTkAqtBgwaBi7jWlJNOnGPm2DmHdPKVIwIiIAIiUEoJhHtGFpRUBrkjqfXy8iaghU55c1E0XQLKEwEREAEREAEREAEREAEREAEREAERKPkENEMREIFcBCx8IhcwM+gQAREQAREQgUwjsOWWW2LgwIG49dZbseOOOxZoeNtvv31ox7bVqlUrUNt1SebCLD4a7sILL0SVKlXy7aJMmTJo27Ythg8fjt122y3f/LwSuHiLi5T4yL5NN900r5Q1xpjPdhwzx77GRFWIgAiIQHEkoDEXOgHeMhoMoIHUw2CpAXlpEdBCp7QwKUkEREAEREAEREAEREAEREAE1kxANSIgAiIgAiIgAqWPQBZiX9rSqfR98zVjERABESgmBLggqEOHDhg/fjwmTZoEPrKtSZMm4OPWkqfAx67tvvvu6N69eyKX7dg+Oa8o7YoVK+K0007DlClTcNNNN4XdqJLHyXouKuJj5CZOnIg77rgDXMy1PmNin6eeeiqmTZsWHpN34oknhkfakQeSDi6+qlu3Llg/YsSIkM92bJ+UJlMEREAEREAE8iSQ5feMvHvkdsA5d3AK8TxbKbg2AmXWVqk6ERABERABERABESgEAupCBERABERABERABERABERABEogAUP4shI4NU1JBNaNgFqJgAisgUCfPn2waNGihMyYMQNcWLSG9ESYC3+S29Fu3bp1oj5dw8xQu3ZtnHPOOWEXpJdeeikxFvb58ssv4/HHH8d5550HLiZalwVO6zrHnHPgoqLDDz8cgwcPRvI4582bFxZh9erVK+VRdcwfMmRIynw4FhTgKFeuHJo3b47LLrsMTz75JMiDXOIyZ86cEGd948aNwfwCdK9UERABERCB0k7Afw+b3z3CxZB6mMdSI/LSIaCFTulQUo4IFCkBdS4CIiACIiACIiACIiACIiACIiACIlDyCWiGJY9A7LO4MVXy5qcZiYAIiIAIiIAIiIAIiIAIiIAIFJxAjhZ+z5gFL4Kk1kXx1Ji8/AlooVP+jJQhAiIgAiIgAiIgAiIgAiIgAiJQ1ATUvwiIgAiIgAgUIwLmY7X4J2/N3NMpAiIgAiIgAiIgAiKQFgEliYAIiEApI8BbRuP9I40ccw/xHDG5+RPQQqf8GSlDBERABERABERABDY6AQ1ABERABERABERABERABEQgcwiEz+Jm8bO3Lq4zZ2QaiQiIQHEnoPGLgAiIgAiIgAiIgAiULAJZfs/od45A0KlzC/HUkLw0CGihUxqQlCICIpDxBDRAERABERABERABERABERABERABERCBkk8gs2Zo/Oyti2XWsDQaERABERABERABERABERABERCBDCLg947gjk4uOW8fc/rQESewVq2FTmvFo0oREAEREAEREAEREAEREAEREAERKC4ENE4REAEREIENS4D7OoUP5W7Yy+pqIiACIiACIiACIiACpZyApi8CIlCsCIRbRxaU1JHnjqTWy8ubgBY65c1FUREQAREQAREQAREQgZJGQPMRAREQAREQAREQAREQgUIkYLDQm1mkg6NCBERABERg4xPQCERABERABERABEQggwjwltF4/0gjx7hCPEdMbv4EtNApf0bKEAEREIFSQUCTFAEREAEREAEREAEREAEREAEREAERSJ9AFmJfWcXrM7jpz1CZIiACIiACIiACIiACIiACIiAC60sgy+8ZefeIoFN7C/HUkLw0CGihUxqQAChLBERABERABERABERABERABERABESg5BPQDEVABESgAAT42VsXK0ATpYqACIiACIiACIiACIiACGQCAY1BBDYcATPwC7ESSUcUTwrITIuAFjqlhUlJIiACIiACIiACIiACIiACgBiIgAiIgAiIgAiIQOkg8L///Q+vvPIKHnroIVx88cV455138ph4bCenmMojQSEREAEREAERKKYENGwREAEREAEREIFCI+D3jNHOTW7k6DSK5wjKzZeAFjrli0gJIiACIiACIpAmAaWJgAiIgAiIgAiIgAiIgAiIgAgUKwJffvklnn32WfTr1w9du3ZF48aNUb16deyyyy7o3Lkz+vbti0mTJuHPP/9E8mHuGMxLPy2m3dRZSghomiIgAiIgAiIgAiIgAiIgAiKQJgHeMhrvH2nkaBPiOWJy8yeghU75M1JGIRFQNyIgAiIgAiIgAiIgAiIgAiIgAiIgAiWfgGYoAplIgDsyPf744+jduzfat2+PGjVqoEKFCth1111x/PHHo3///nj++eexfPnytIbPz+FmZfGzty6u02qkJBEQAREQAREQAREQAREQAREoQQQ0lfQIxO8d4feOvJdMbuV3lMmu7DQJaKFTmqCUJgIiIAIiIAIiIAIiIAIiIAKFQEBdiIAIiIAIiIAIFBGBP/74A/PmzcOgQYPQo0cPNG/eHOXLl0eZMmXQtGlTdOvWDQMGDMCsWbPw888/r/8ojJ+9dbH170o9iIAIiIAIiIAIlDgCmpAIiIAIiIAIRAT83hHc0ckl5+1jTh860iKghU5pYVKSCIiACIiACIjAhiGgq4iACIiACIiACIiACIiACIjA2gl88803ePHFF8MuTNyNibsymRmqVq2K/fffH7169cIjjzyCN954A6tWrVp7Z+tVG30WNytS69WTGotA6SOgGYuACIiACIiACIiACIhAKSEQ7hlZUFLnnDuSWi8vbwJa6JQ3F0VFIDMJaFQiIAIiIAIiIAIiIAIiIAIiIAIiIAIln4BmGAh8+OGHGDduHK6++moceuih2GabbWBm2G677XD44Yfj2muvxfjx4/Hxxx+H/A1dGCxc0izSwVEhAiIgAiIgAiIgAiIgAiIgAiIgAkkEeMtovH+kkRSnaYzTkBSIgBY6FQiXkkVABERABERABERABERABERABDY2AV1fBERABFhmIusAABAASURBVESg5BD4999/sXDhQjz88MM4//zz0apVK1SpUgVmhvr166Nr16647bbbMHXqVHz33XcZNfEsxL60pVNGfV80GBEQAREQAREQgZJDQDMRAREQgZJAIMvvGXn3iKBTZxTiqSF5aRDQQqc0IClFBERABERABERABIoRAQ1VBERABERABERABERABDKOwI8//oiXX34Zd999N0499VQ0atQoLGaqUKECWrRogbPPPhsPPPAAXn31Vfz1118ZN/68B8TP5LpY3rWKioAIiEARE1D3IiACIiACIiACIiACxYGAGfiFWImkI4onBWSmRUALndLCpCQREIGSQ0AzEQEREAEREAEREAEREAEREAEREAERKCoCn332GZ566inceOON6NixI2rXrg0zw1ZbbYX27dujd+/eeOKJJ7B06dKiGkKs3/VT5cqVQ7169dC2bVucccYZqFOnTh4dZkWxmIoclSIgAiIgAiIgAiIgAiIgAiIgAiKQRMDvGaOdm9xICtOM4rQkBSFQJiVZjgiIgAiIgAiIgAiIgAiIgAiIgAiIQMknoBmKgAiIwHoSWLJkCUaOHIlLLrkEbdq0weabbx4WNNWtWxfHHnssbrrpJkyePBnLly9fzysVbfNq1aqhadOmOOaYY8Jc7rvvPjz99NNYsGAB5s2bh8cffxx9+/bFNttskzIQc89gXvppMe2mThEQAREQAREQAREQARHIKAIajAiIwEYnwFtG4/0jjRyjCfEcMbn5E9BCp/wZKUMEREAEREAEREAERKCUEdB0RUAEREAEREAEREAEgN9//x1z587FwIEDceaZZ6JZs2YoX748zAx77LEHunXrhgEDBmDWrFn45ZdfkMkHFyrtt99+4bF53G1q5MiRYW7vvfceXnvttbDLFBdnnX766WjdujV22GGHtU6Hn8PNyuJnb11crzVZlSIgAiIgAhlLQAMTAREQAREQAREQgaImEL93hN878l4y+Xp+R5nsyk6TgBY6pQlKaSIgAiIgAgkCMkRABERABERABERABERABERABEoQgRUrVuD5559Hv3790KVLF+yyyy5hMdOmm24aFv1ceOGFGD58ON588038999/GT1z7ijVoUMH9OzZE3fccQcmTpyIxYsX4+OPP8acOXMwYsQIXH/99TjppJPQsmXL8Ei9dZ6Q8bO3LrbOPWR6Q41PBERABERABERABERABERABERgfQn4vSPAG0cLJZIOS7Jlpk9AC53SZ5VmptJEQAREQAREQAREQAREQAREQAREQARKPgHNUASKH4EPPvgAY8aMwZVXXolDDjkENWvWhJmhVq1aOPLII3HddddhwoQJ+OSTTzJ6cpUrV0ajRo3QsWNHXHrppRg8eDCmTJkSFjNx7C+99BKGDBmC3r17h0fSNWnSBJtsskkRzCn6LG5WpIqgf3UpAiIgAiIgAiIgAiIgAiKw8QloBCKwngTCPSMLSmpfuSOp9fLyJqCFTnlzUVQEREAEREAEREAEREAERGB9CKitCIiACIiACIjARiHwf//3f1iwYAGGDh2Kc889F/vuu29Y5GNm2H333cNORtzpiIuBvv/++40yxnQvutVWW4Vdl7j7EndhevTRR8Pj5riY6Z133sHTTz+Nu+++G+edd15YuLXzzjuHhVvp9r++eQYLXZhFOjgqREAEREAERKC0EdB8RUAEREAEREAE1kqAt4zG+0caOTJDPEdMbv4EtNApf0bKEAEREAEREIFCJ6AORUAEREAEREAEREAEREAERGB9CPzwww+YPn067rzzTpx88slo2LAhzAwVK1YMi4N69uyJBx98EK+99hr+/PPP9blUkbetXbs22rRpgx49euDWW2/Fk08+iTfeeCPsLMXxjxo1CjfddBNOP/107L///thuu+2KfEzpXCALsS9t6ZQOrlKbo4mLgAiIgAiIgAiIgAiIgAiUbgJZfs/Iu0cEncoixFND8tIgUCaNHKWIwIYmoOuJgAiIgAiIgAiIgAiIgAiIgAiIgAiUfAKaYRoEli1bhkmTJoE7Gh111FHYYYcdwoKmrbfeGh06dMAVV1yB0aNH47333kujt42XUrZsWdSvXx9HHHEELrzwQtx333147rnn8P7774cFTTNmzMDDDz+Mq666Cl26dMFee+2FzTbbbOMNOK0r87O3LpZWspJEQAREQAREQAREQAREQAREoLQSKN3zNgO/ECuRdETxpIDMtAhooVNamJQkAiIgAiIgAiIgAiIgAiIgAhuagK4nAiIgAiJQmggsXrwYfDTbxRdfjAMPPBBbbLEFzAz16tXDcccdh1tuuSUsDPrqq68yGgsXJ3GREhcrcdESFy9xERMXbHFRExc3cZETFztx0VP9+vVRvnz5jJ7TmgeXFVXFVOSoFAEREAEREAEREIGCElC+CIiACIhAiSbg94xZ8CJI6kyjeGpMXv4EtNApf0bKEAEREAEREAERyEQCGpMIiIAIiIAIiIAIiIAIFDMCv/76K+bMmYP7778f3bt3x5577okKFSqEBU20zzjjjLDTEXP+97//ZfTstt122/AYOT5Ojo+V4+Pl+Ji5Tz75JDx2jo+f42Po+Di6Nm3agI+ny+gJFXBw5vkG89JPi2k3dYqACBQBAXUpAiIgAiIgAiIgAiIgAsWYAG8ZjfePNHLMI8RzxOTmT0ALnfJnpAwRKJYENGgREAEREAEREAEREAEREAEREAEREIGNQ4C7LnHnIu7C1Llz57Ark5mFR7Fxt6aLLroII0aMAHdx+vfff9drkEXdmDtKHXzwwTj33HNx11134amnnsLbb78dHjc3d+7csAsVH6t30kknoWXLlthqq62KekgZ0X/4LG4WP3vr4jojBqVBiIAIiIAIiIAIiIAIiIAIiIAIZByBLL9n9DtHIOjU4YV4amiNniqyCWihUzYLWSIgAiIgAiIgAiIgAiIgAiIgAiWLgGYjAiIgAkVK4L333sPo0aNxxRVXgIuBatasCTPDDjvsgKOOOgpcADRx4kTwsW1FOpD17Lxy5cpo3LgxOnXqhMsuuwwPPPAApk6dGhYzcYcm2oyxjjnMrVKlynpetQQ09+81P33rqgRMRlMQAREQAREQAREQgWJNQIMXAREQgcwlEG4azcdnMC+Tz5x+cp3sNRPQQqc1s1GNCIiACIiACIiACJRwApqeCIiACIiACIiACIhAfgT+/vtv8JFsDz74IHr27Il99tkHVatWhZmhYcOGOPnkk3HnnXdi2rRp+P777/PrbqPWc7cljp9jvuGGGzBy5EhwV6ZPP/007NLE3Zq4axN3b+LCLe7mtFEHnPEX575O4UO5GT9SDVAERKC0E9D8RUAEREAEREAEREAENhqBcOvIgpI6ityR1Hp5eRPQQqe8uSgqAiIgAoAYiIAIiIAIiIAIiIAIiIAIiIAIlBoCK1euxEsvvYQ77rgDfAxbgwYNwmIm7na07777hke3DR06FK+//jr++OOPjOZSp04dtG3bFmeddRZuu+02jB8/Hm+++Sa4oOnVV1/FE088gb59++K0007D/vvvj2233Taj51Pkg1vHCxgstDSLdHBUiIAIiIAIiIAIiIAIiIAIiIAIiEASAd4yGu8faSTFaYY4DUmBCKzzQqcCXUXJIiACIiACIiACIiACIiACIiACIiACxZKABi0CJY0AF/tMmDAB1113HY488sjwmDkzQ40aNXDIIYfgyiuvxJgxY/D+++9n9NTLli2L3XffPczhoosuwv3334/nn38eH3zwQXjk3Msvv4yHHnoozKdz587Yc889Ua1atYyeU3EbXBZiX1lZxW3oGq8IiIAIiIAIiIAIiIAI5CKggAiIQNEQyPJ7Rt49IujUa4R4akheGgS00CkNSEoRAREQAREQAREQAREQgTUQUFgEREAEREAERCADCfBNxLfeegvDhw/HhRdeiNatW6N69eowM+y8887o0qUL+vXrFxYGffXVVxk4g+whcXFSs2bNcPzxx+Pqq6/GsGHDMHPmTHz22Wd477338Oyzz2LAgAHo1asXDj/8cOy2224oV65cdgeyipAAP3vrYkV4CXUtAiIgAiKQKQQ0DhEQAREQAREQARFYNwL+XoTBvK2F0o3EmTuSqJKxFgJa6LQWOKoSAREQARFYXwJqLwIiIAIiIAIiIAIiIAIiIAJFR+CXX37B7NmzwYU+3bp1wx577IEKFSqgTJky2GuvvXDmmWdi4MCBmDt3Ln7++eeiG0gh9LzddtvhgAMOAOdx8803Y/To0eExecuWLcOiRYswbtw49O/fP8zpoIMOCjtRFcJl1cV6EYjt5BRT69VVsW+sCYiACIiACIiACIiACIiACIiACORJwO8Zs+BFkNSMKJ4ak5c/AS10yp9R0WWoZxEQAREQAREQAREQAREQAREQAREQgZJPQDNcbwLLly8POxfddNNNOPbYY8OuTGaGzTffHFz0c8kll2DkyJFYsmQJ/v333/W+XlF2wB2l+Ii88847D3fffTeefvppvPPOO+Fxc3PmzMGIESPCY/VOPPFEtGjRAltuuWVRDkd9ryMB83YW/yyuvxbd1SkCIiACIiACIiACIiACIlDaCWj+IpAHAd4yhvtHGjnqQzxHTG7+BLTQKX9GyhABERABERABERABERABEShCAupaBERABERABOIEli5dilGjRqF3795o3749ttlmG5gZateujaOPPho33ngjnnrqKXz66afxJhmpK1WqhCZNmuCYY44JcxkyZAheeumlMO6PP/4YU6ZMweDBg3HppZeiY8eOaNSoESpXrpyRc9Gg8iYQPoubxc/eurjOO0tRERABERABERCBZAKyRUAEREAERKA0Esjye0a/cwSCTiUQ4qkheWkQ0EKnNCApRQREQAREQAQ2IgFdWgREQAREQAREQAREQARKFIG//voLr776Krj455xzzgm7Fm266aZhQRMX/Jxyyilhp6OXX34Z3333XUbPfauttsK+++4LjpmLsLir1CuvvILPPvss7C41adIk3HnnnejZsyc6dOiAunXrZvR8NLgCEjB+9tbFCthO6SKQNwFFRUAEREAEREAEREAEREAESiIBv3cEeONooUTSYUm2zPQJaKFT+qyUmZEENCgREAEREAEREAEREAEREAEREAEREIFMJMBFSlOnTsXtt98OPoatQYMGMDNUqVIFrVq1Ah/d9tBDD2HhwoX4/fff85nCxq2uU6cO2rVrh7PPPjvMZ8KECXjrrbewbNkyzJ8/H48//jj69OmD0047Dfvttx+4E9XGHbGuvmEIZIXLZEUq2CpEQAREQAREQAREQAREQAREQATWh0AJbBvuGVlQUueXO5JaLy9vAlrolDcXRUVABERABERABERABERABESg+BDQSEVABERgIxLgo9jGjx+Pa6+9FkcccUR4zJyZhcU+hx56KK666iqMHTsW77///kYcZf6XLlOmDLgY66ijjsLFF1+IP9pVAAAQAElEQVSMgQMH4oUXXsCHH34YHjk3ffp0DB06FFdccQWOO+447LHHHuBOVPn3rIySSsBgYWpmkQ6OChEQAREQAREQAREoSgLqWwREQAREoNgR4C2j8f6RRo7Rh3iOmNz8CWihU/6MlCECIiACIiACIlDMCWj4IiACIiACIiACIiAC60dg1apVeOONN/DII4+gV69eOOCAA7DlllvCzLDrrrvi+OOPR//+/cPCoOXLl6/fxYq4dbVq1bD33nvjhBNOwDXXXBPmNGvWLHzxxRdYunQpJk+ejHvvvRcXXHABDjvssDC/smXLFvGo1H1xJJCF2Je2dCqO3z6NuYQS0LREQAREQAREQAREQAREINMIZPk9I+8eEXTq6EI8NSQvDQJa6JQGJKWIQAknoOmJgAiIgAiIgAiIgAiIgAiIgAiIQCDw888/Y+bMmWGhz+mnnx52LapYsSLKlSsXFgf16NEDgwYNwiuvvIKffvoptMnUYtttt0Xr1q1xxhln4JZbbsGYMWOwYMECfPbZZ+Fxedxlql+/fujevTsOPPBAbL/99pk6lcIal/opdAL87K2LFXrH6lAEREAEREAEREAEREAEREAERKCkEDADvxArkXRE8aRA4ZglvhctdCrx32JNUAREQAREQAREQAREQAREQAREIH8CyhCB0kXgyy+/xDPPPIO+ffvimGOOwc477wwzQ/Xq1dG2bVtceumleOyxx7BkyRL83//9X0bD2WWXXcBH5J1//vm45557wrzeffddLFu2DLNnz8bw4cPDY/W6du2K5s2bhzlm9IQ0uGJEICsaa0xFjkoREAEREAEREAEREIHMJqDRiYAIiMAGJuD3jNHOTW7kuHQUzxGUmy8BLXTKF5ESREAEREAEREAEREAEIAQiIAIiIAIiIALFkgAX/Dz++OO47LLL0K5dO3CXIzNDnTp10KlTJ/Tp0wdPP/00Pv3004yeH3eVatq0KY499lhcfvnlePDBBzFt2rSwmOmjjz7Ciy++GHaauuSSS3D00UejYcOGqFSpUkbPSYMr3gTMh28wL/30f1Ne6hQBERCBkkFAsxABERABERABERABEShUArxlNN4/0sjRc4jniMnNn4AWOuXPSBkiIAIikC8BJYiACIiACIiACIiACIiACIjAxiLw559/Yv78+Rg8eDDOOusstGjRAptuuinMDI0bN8Zpp50WdjqaMWMGvv322401zLSuu+WWW6JVq1Y45ZRTcOONN4ZdpebNm4cvvvgCixcvxsSJE3HHHXfgnHPOQfv27bHTTjul1a+SRKCwCMT74edws7KyEL5cx+PSIiACIiACIiACIiACIiACIiACIpBMIH7vCL935L1kSp3fVSb7stMjUCa9tPXKUmMREAEREAEREAEREAEREAEREAEREIGST0AzLGICXKQ0ZcoU3HrrrTjhhBPQoEEDlClTBptssgn2228/XHDBBRg2bBgWLlyI33//vYhHs37d165dOyxU4oIlLlziAiYuZPr888/BhU3chYq7TZ166qlh4VPNmjXX74JqLQJFQcD42VsXK4rO1acIiIAIiIAIiIAIiIAIZCwBDUwERKAgBPzeEeCNo4USSYcl2TLTJ6CFTumzUqYIiIAIiIAIiIAIiIAIrAcBNRUBERABERCB9AjwUWxPPvkkrr76ahx22GHhMXNmFh47R/+aa64B699//33wU4Hp9brhs8wsLMbio+T4SLlBgwaFR8xxfp999ll49BwfQcdH0fGRdHw0XdWqVTf8QHVFEVhnAtFncbMitc69qKEIiIAIiEBJI6D5iIAIiIAIiIAIiEASgXDPyIKSFHczd8SDOvMloIVO+SJSggiIgAiIwAYhoIuIgAiIgAiIgAiIgAiIQCki8N9//2HRokVhB6bzzz8f+++/P/jYNjPDbrvtFnZsuu2228AdnL788suMJsPH5DVv3hxdu3bFtddei+HDh2P27NlYvnw5li5dimeeeSY8Oo/zPPTQQ7HLLruEnagyelIanAikQcBin8U1szSylZIgIEMEREAEREAEREAEREAEREAEShEB3jIa7x9p5Jh3iOeIyc2fgBY65c8oIzI0CBEQAREQAREQAREQAREQAREQAREQgeJH4KeffsKMGTPCQp/TTjsNe+yxBypVqoTy5cuDi4POOussPPDAA+FxbczN5Blus802OPDAA9G9e3f069cPY8eODY/J++KLL7BgwQKMGTMGt9xyC8444wy0bt0atWrVyuTpaGwisN4EshD70pZO681SHYiACIiACIiACIiACIhAaSOg+ZYeAtyNm3eP8HvHnDs4hXjpQVFoM9VCp0JDqY5EQAREQAREQAREQAREQASKmIC6FwEREIGMJfD555/j6aefRp8+fdCpU6ewa5GZhV2a2rVrh8suuwyPP/44lixZgn/++Sdj58GB7bzzzuGReRdccAHuvfdeTJ48OezMxDnOmjULjzzyCPj4vBNOOAF77703tthiC+gQgdJJgJ+9dbHSOXvNWgREQAREQASKkIC6FgEREAEREIGSQ8DfHzLu6ORiOWZlHssRkpsGAS10SgOSUkRABERABESgeBDQKEVABERABERABERABIqawNtvv43HHnsMl156Kdq2bYttt90WZoaddtoJxxxzDPr27Rse1fbJJ58U9VDWq/+KFSuiadOmOO6443DFFVdg6NChmD59Oj777DN8/PHHeOGFFzBw4EBcfPHFOOqoo9CgQQOwzXpdVI1FoMQRyIpmFFORo1IENgQBXUMEREAEREAEREAEREAERKDYEPB7xix4ESR11FE8NSYvfwJa6JQ/I2WUFAKahwiIgAiIgAiIgAiIgAiIgAiIgAikQeD333/HK6+8gkGDBqFHjx5o2bIlqlWrFhY0cXHQ6aefHnY6mjlzJr799ts0etx4KdWrV0erVq1w6qmnht2muKvU/Pnz8eWXX2Lx4sWYMGECbr/9dpx99tngzlM77rjjxhtsYV1Z/YjABiBgfg2DeemnxbSbOkVABERABERABERABERABERABDYQgWJyGd4yGu8faeQYc4jniMnNn4AWOuXPSBkiIAIiIAIiIAIiIAIiIAIiUGIIaCIiIALZBFasWBF2Lurfvz+OP/54NGzYEGXLlsWmm26KAw44AL169QqPaVuwYAF+++237IYZaNWuXRsdOnRAz549ceedd2LSpEnhMXlc0DRv3rywC9WNN96IU045Bfvuuy9q1KiRgbPQkESg+BAIn8XN4mdvXVwXn5FrpCIgAiIgAiIgAqWFgOYpAiIgAiKQGQSy/J7R7xyBoFPHFOKpIXlpENBCpzQgKUUEREAEREAERKDUENBERUAEREAEREAESiCBDz/8EGPHjsVVV12FQw89FNy1yMxQq1YtHHHEEbj22msxfvx4vPfee1i9enXGEjAz7L777ujYsWN4dN7gwYMxZcqU8Ki5zz//HC+99BKGDBmC3r17h8foNWnSBJtssknGzkcDE4FiT8D/TfLTt66K/VQ0AREohQQ0ZREQAREQAREQAREQARHYMATCTaP5tYz7OrnOPi3blFUAAlroVABYShUBERABERABERABERABERABERABEchMAv/++y8WLlyIhx56COedd17YkWmrrbaCmaF+/fo48cQTwyPapk6dii+++CIzJxEbVdWqVdG8efMw5uuuuw4jRozAnDlz8NVXX4XFWE8//TTuvvvuMM9DDjkEO++8c5hnrLmUCBQCAXWRHgHu6xQ+lJteurJEQAREQAREQAREQAREQAREQARKH4Fw68iCkjr93JHU+qL3iucVtNCpeH7fNGoREAEREAEREAEREAEREAEREIGNRUDX3agEfvzxR7z88su46667wmPY9txzT1SuXBkVKlRAixYtcM4554RdjV555RUwd6MONp+Lb7PNNjjooINw5plngo/PGzduHBYtWoTly5eDj8sbPXo0br75ZnTr1i0s3Npuu+3y6VHVIiACG5KAwcLlzCIdHBUiIAIiIAIiIAIiIAIlh4BmIgIiIAKFQIC3jMb7Rxo5+gvxHDG5+RPQQqf8GSlDBERABERABERABESgAASUKgIiIAIiIAKFQeCzzz7DU089hRtuuAFHH300dt11V5gZuEtT+/btcfnll2PUqFFYvHgx/v7778K4ZJH1Ua9ePRx++OHo1asXBgwYgGeffTbszMSdpWbOnIlhw4bh6quvxvHHH49mzZph8803L7KxqGMREIHCI5CF2FeWPoNbeFTVkwiIQHEioLGKgAiIgAiIgAiIgAjkTyDL7xl594igU/NDPDUkLw0CWuiUBiSliIAIiEAhElBXIiACIiACIiACIiACIiACSQSWLFmCkSNH4uKLL0a7du3AXYvMDHXr1sWxxx4bdjTiwqCPP/44qVXmmdxRqmnTpujcuTOuvPLK8Ag97jz1+eef45NPPsHzzz+P+++/HxdddBGOPPJI7L777mEXqsybiUYkAiKQPgF+9tbF8myhoAiIgAiIgAiIgAiIgAiIgAiIgAgA/j6XwQAXlkg6zGNJrsw0CWTYQqc0R600ERABERABERABERABERABERABERCBYkPgt99+w9y5czFw4MDwmLaWLVtis802g5lhjz32AB/Ndt9992HGjBn45ptvkMnHFltsgVatWuG0005D37598cQTT+DVV1/FV199FXaXGj9+PG677TacddZZaNu2LerUqZPJ09HYREAE1otAbCenmFqvrtRYBERABERABERABERABEokAU1KBEQAfs8Y7dzkRg4cUTxHUG6+BLTQKV9EShABERABERABERABERCBDUxAlxMBERCBYkrg66+/DjsX9evXD126dEGjRo1QtmxZVKtWDa1bt8aFF16I4cOHY8GCBfj1118zepY77LADDj74YJx77rm46667wmP03n77bSxfvhzz5s0Lu1DxsXonn3wy9tlnH2y99dYZPR8NTgREoHAJmHdnMC/9tJh2U6cIiIAIiIAIFIiAkkVABERABERABEo8Ad4yGu8faeSYbYjniMnNn4AWOuXPSBkiIAIiIAIZRkDDEQEREAEREAEREAER2LgE3n//fYwZMyY8ou2www7DjjvuCDPD9ttvHx7Ldt1112HChAlYunQpVq9evXEHm8/V69evj06dOuGyyy7DAw88gKlTp4ZHzX355ZfBZox1zGncuDE22WQT6BABESi5BMwsrcnxc7hZWfzsrYvrtBopqcAE1EAEREAEREAEREAEREAEREAEijuB+L0j/N6R95LJ8/E7ymQ3YZuld2+aaFDKDC10KnnfcM1IBERABERABERABERABERABERABNabwD///IPXX38dQ4cODbsaHXDAAWHXIjNDgwYNcNJJJ+GOO+7AlClT8MUXX6z39YqyAy5O2nvvvcOYr7/+ejz66KPhUXorVqwAF2099dRTYdcm7t7EXZzq1atXlMMprL7VjwiIwMYm4D8Pv4GXNwAAEABJREFUDf5lG3sgur4IiIAIiIAIiIAIiIAIiEAJJqCpFXcCfu8Iv3ek5Lx9TPbNkj3oWAsBLXRaCxxViYAIiIAIiIAIiIAIiIAIFFcCGrcIiEC6BFauXIlp06bhzjvvBB/Dttdee6Fy5cqoVKlSeCRbz5498eCDD+KVV17BDz/8kG63GyWvZs2aOPDAA9GjRw/ceuutePLJJ/HGG2+Aj9RbuHAhRo0ahZtuugmnn3469t9/f2y77bYbZZy6qAiIQEkhEH0WNytSJWVSmocIiIAIiIAIFDMCGq4IiIAIiIAIZDiBcM/IgpI61tyR1Hp5eRPQQqe8uSgqAiIgAiIgAiWbgGYnAiIgAiIgAiJQ6ggsW7YMEydOBHc06tixI3bddVeYGWrUqAHuYnTFFVdg9OjReOutt/D3339nNJ+6deviiCOOwIUXXoj77rsPzz33XNiZafny5Zg1axYefvhhXHXVVejSpQu4cGuzzTbL6PlocCIgAplJwMzCz0kzy3OABgtxs0gHR4UIZBoBjUcEREAEREAEREAEREAERGCjEuAto/H+kUaOkTBu5qULq8yMSpIPAS10ygeQqksnAc1aBERABERABERABERABERABIorgcWLF2PEiBG46KKL0L59e9SqVQtmBj6OrXPnzrjlllswefJkfPzxxxk9xfLly6NJkyZhsRIXLXHx0owZM8Jj8j799NOwuImLnLjYiYue6tevD7bJ6ElpcBlHQAMSgTURMMv/zeUsxL60pdOaMCouAiIgAiIgAiIgAiIgAiIgAhlBYGMOIsvvGXn3iKBzjCT/W88cDeSSgBY6kYJEBERABERABERABERABERABEQgJwH5GUzg119/xZw5c8JuRmeccUZ4xBx3LTIz7LnnnujevTvuv/9+vPzyy1ixYgUy+dhiiy2w7777hsfJ8bFyfLzca6+9Fsa9ZMmS8Pg5PoaOj6Nr06YNateuncnT0dhEQAQynIBZ6rvIZqk+h2+WO8Z4bjGEL8tdo4gIiIAIiIAIiIAIFCMCGqoIiIAIiEBREvB7TPO7R7gYUg/zWGoEMDPkPMxSY2apfs78ku5roVNJ/w5rfiIgAiIgAiIgAkVEQN2KgAiIgAiIQNET+Oqrr8LORTfffHPY2ahx48YoV64cuKjpwAMPxMUXX4xHH30Ur7/+Orj4qehHtO5X2H777dGhQwecd955uPvuu/H000/j7bffBuc4f/78MA8+Vu+kk05Cy5YtsdVWW637xdRSBERABDYIgazoKjEVOSpFQARKHgHNSAREQAREQAREQAREQATWg4DfM4YdneBGjm6ieI6g3HwJaKFTvoiUIAIisE4E1EgEREAEREAEREAEREAERCBtAu+99x5Gjx6Nyy+/HIcffjh22mmn8OmtHXbYAUcddRRuuOEGTJgwAe+++y5WrVqVdr8bI5GPkOvUqRN69+6NIUOG4KWXXgIfNbd8+fJgDx48GJdeeik6duwILtyqUqXKxhimrikCIlBYBEpIP2YWfu4mT8csiplFOqXOHY966afXe6lTBERABERABERABERABERABERABHIR4C1juH+kkaOWcTMvY5JcbRbFk2Mb1c6gi2uhUwZ9MzQUERABERABERABERABERABERCBkkUgeTZ///03+Ei2Bx98EOeccw5at26NGjVqhD+sN2zYECeffDLuuusuvPjii/j888+Tm2acvckmm6BZs2ZhzFyENXLkSLzyyiv45ptv8P777+Opp57CnXfeiZ49e4ZdnOrWrZtxc9CAREAERCAvAmYWwmaRDk4eBT+Hm5WVhfDluuEZP6HSISsjOXglKrtd+eDvXbu4rpIi32GTg1OlqvtVD/4WQTp8i03d3pQ6yDeo1iFZVmCzDknSfgU2d3/z9l+7dnG9RYp8hertk2U5tnR/y/bULu2WYyu3t2r3Jbai7XrrFPkCNdqlSk33a7b9HDXbubjeJkU+w7Ztk2UZtmubJG2WoZb7tdp8irhs73a2fIId2qRKbfdrH/QxardxcV0nRT7Cjgcly4fY6aAkOfBD1HW/7oEfuHZxXS9F3sfOB6bKLu7vcuB7CNL6PewaZGlC79Z6KSj1g34X9VsnyQHvYnf3dz/gHTRo/Q6Cpp2Qt9HwgEgaBb0E1I0OWILGLo32j3Tj/RejCe2gaS9G02C/5TqSPfZ3vd9boN5jvzex5/5vImjaLnu57LnfG9grJs2CXoRm+0WyN3WrRaDeu9VCNHeJa9ot3G/eagFaxKRlkm657+vYp9XrCJr2vq9h34Sm/RpahdirriPZb1/X+7wK6v32mY/9XeKa9gHuH7DPPMSldbBfAXXrlq/gwH1cqIPMxUEJTXsu2rSkzHEdSduWc9C2hUvQs9GupUuLbGnvdvsWsxCXDm53aDETQTefiYPdPpg6yAwc0jxVDnX/0OYvIy6HuX3Y3i8j0tNxeHOXvbPlCLeP2Hsa4nKk20fu/RLicpTbRzV7CZFMxdHNUqWj+x2bTUFcOrndaa8XEdfHNHsRx7gfyQs41u1j96KO5Di3j9vrecSls9ud93wekX4OXfZMlePdP37PZxGXE9w+Yc/JOIF6j8no6nZX6iDP4MQ9UuUk90/a42nE5WS3T276NCL9FE5pmiqnun9q00mIy2lun9Z0IoI0mYjT3T6dOsgEdGuSKme4f0aT8YhLd7e7Nx6PSD+JMxunSg/3ezQeh7ic5fZZjcciSKOxONvts6mDjME5jVKlp/s9G41GXM51+9yGoxDX5zUahfPcj+QJnO/2+Q2pI7nA7QsaPo649HK7V4PHEcljuLBBqlzk/kUNRiIuF7t98e6P4uIGLq4vcX0JdZARuHT3VLnM/ct2H4649Ha7d/3hiPQjuLx+qlzh/hX1hyEuV7p95W4P48r6Lq6vcn0VdZCHcPVuqXKN+9fsNhRxudbta3cdikg/iOt2TZYhuN7963eljuQGt2/Y9QEE2eUB3Oj2jdRBBqPPLqnS1/2+uwxCXG5y+6adByKub3Y7W+7HLe7fsjN1JP3c7rfzfQhS7z70d7s/dZABuLVeqtzm/m317kVcbnf79rr34PZ6Lq7vcH0HdZC7cWfdVLnL/bvq3oUgO92Fu92+mzrInbhnp2S5A/e6f+9O1JEMcHvAjrdjwE4uru9zfR91kNtw/46pMtD9gTveirgMcntQnf4YVOdWl/4Y7Ha29MMD7j9QhzqSIW4PqX0LhtRxcf2g6wepg9yMobVT5SH3H6p9E+LysNsP79AXcT3M7Wzpg0d2SJXh7g/f4UYE2f5GjHB7BHWQG/Do9qky0v2R21+PuDzm9mO1rsNj27u4fjxFrsUTtVJllPujal2DINtdg9Fuj97uaoym7XpMilyFse6P3Y46knFuj9v2Sozb7kpQP+n6yW2vRCRXYPy2qTLB/QnbXo4g21yOiW5P3KY3JtJ2PSlFLsNT26TK0+4/XfNSPL2Ni+tnXD9DHeQSTK6ZKs+6/2zNixGX59x+rsZFiMvzbmfLhXihRqq86P6LW/fCizVcXE9xPYU6yAWYunWqvOT+S1ufj7hMc3vaVudh2tYurqenyLl4eatUmeH+jC17YsZWLq5nup655TmYSdv1rBQ5G7Pdn70ldSRz3J5T/SzM2dLF9dwU6YFXqqfKPPfnVT8TQbY4E/Pdnr9Fd8TlVbez5Qy8tkWqvO7+65t3w+tbuLhe4HoBdZDTsXDzVFnk/qLNT0OQzU7DG26/sdmpiMubbmfLKXhrs1RZ7P7iaidj8WYurpe4XkId5CS8XS1ZTsQ77r9TjTqSd91+d9OuiMtSt7PlBLy3aaq87/77VY/H+5u6uP7A9QdVu+AD2q4/TJHO+Mj9j6pSR/Kx2x9vchw+ruri+pMUORafbpIqy9xfVuUYLNvExfVnrj+r0glx+dztbOmIL6qkypfuf1n5aHxZxcX18hQ5Cl9VTpYj8bX7X1emdql0JFa4vaLSEYjLN27H5dtKhyOnfOex7yoehu8qHYbvXUdyaMw+FCsrHoqf9zgb8XtHN/weEilHVo6ImYV6s0gHR0UuAmVyRRQQAREQAREQAREQAREQgQ1DQFcRAREQgRJJ4Pvvvw87F91xxx3g4qVmzZqhSpUqqFy5sv8BcF+ce+65eOihhzB37lysXLkyoxnUqFEDfETeWWedhdtuuw3jx4/Hm2++iRUrVmDRokV44okn0LdvX5x22mnYb7/9sM0222T0fDQ4ERABEciLgFnqG8hm2b6ZhQWpebXzCngtPAX/9x+C/Ouako7PvEiyUtpGMeDf/7JiQnttwry86tcUZ26Oun8Zo+SIx+aTPSbP+Zc5FLdT6hmj5IzH/ORrhD5i8UQfbEvJjv/HupAbxYOf4JKF/4Idz4/8KMdjfj3aISf0AfwXYlFf5Ms65kTzi7UPuZ4Tcr1NuIb7Ppac+VEffi2v+9fbsS/m0A59hj7YNhLWMSfUxfrlmNjPv55LYU6ivecE33XIcZ1o79djLNQH28fhfQQ/5GVfM5HHeMjxebGNC/P/C9rb+zyCzzyXeLsQ85zgu47yvX/anhfqvW2oT/heTzvk5HU91nucOTFhe8499Oft6JNP8vVCLCk/5Cb5Ke0TfUTfW9Ylt2dbxqiTr/Hfv6vDa+s/bx/qYv3naTMnWf7ztnm293ioi8aS6Du5LW3m5Hm9pPbMiwtz87wer+NtmJczh7G48Hrx9syLyaoQi7X33OC7DuP2ulXMo8/2LsGPxWiHfI8zf5Xnrfo3y//9RWNaFW/PfM9ZRfHYf66z83ltShZWsT1zXTMn5NOneLvgu/4vSCw/2N7e+1zl9irmBlmNVbEY+2KbVd7vKs+h/V+wvQ/P+Y8x1yE/tM3yOSS1Z308P9irw+uGfYU2XsdrxO1Ir/b5JEuW+5RYLOl6q/ya2X3F6v06IRbXIcfbsx1j1BS/dqI942uSkOt9U1OYF9e0c0qoS7oe60Ms1gf9tcl/q3y+q7GabSix3NUxHZ9bsk875MdyaDO2Ktae9up/o37ZPvJ9PMz3HNaxTWo+66M2KfneJvjejn2t8n5X+5gZS23PthSfS6xNyPd2zA3X83hozz6CzWvG89mWEvO9XWjP3JTrrULoz9tzHsyJfMa9vbeL/Fg/bB8k7sd1lJ+dSz9WF7teVMc4hXVxHbfdz/d6nhOuH9dsS0n2aTNGoU2hTaGdLIxRkmO0GaPQzimrkZUYw+rAL9tfFeqyAk/Wxf1VnhcJ67LzV8fyo7rV3i/rskL7KBb5kb3a46zL8rzV/xfFaFNWe91qj2fFhDZzUnzPSfVXxa6/2sdHifur3I8kkZ/rejnq/bqJ63ku23EM1HHJz4/nBR36+C82vlU5NOMuIcfr4trHkJVs+3+GQl+Mp4i3jfvx/LheW5t4Tlyzj2Q7tE3qm/UU/097FuuYSwkxHzd1irAt/7MTq4vl8j/xob3nwmNwHc2TuZRYvl+DdUi6HkK+9xtiq/w/YuQ1TuAAABAASURBVJFksY+Qn9TecxLt3WZOanvmUpKv575fI8v74phCPttS/BqhP9a5zRy4jWB7H54D+q6zKB4P7T2W8N2Gx7OC+LXo+/XgmjnwdnFhDmJ1rM+WaM5grrcLOtmOx/waCBK/TlwntWe7uIR2rIvl0U8W5tHnmGjHJcTibZLas97rwrw4DvrJ4nUcexZ1kKS29JnLm0aY31ZaKN1InOaWmcEsEneDTR0XM4ub0jECWugUAyElAiIgAplHQCMSAREQAREQAREQARHIZAKffPIJJkyYgOuuuw6dOnXCbrvtFt6IqFmzJg455BBceeWV4XF0XBj0119/ZfJUwB2X+Mi8iy66CPfffz+ef/55fPDBB/j6668xa9assDCL8+ncuTP23HNPVKtWLaPno8GJgAiIQGEQMIveTDaLdO4+ua8T+KHcqIouhZ/IzQqGV0ZVUckYJebFzSz3Pd/PWH6W9+ni4fjJ1CjiVnR6jte67aXbUS0vzU7oRVXZJT9FzDrm8FoU2oxl54feQpgx1tFhL6F9aORRD/jpRjw/yqbHYFTH0oWnC+M+0CglpWQlJRaMm36tcE2GQ8yvETQDkQTX86K+QxldIqpw29tEqaFkmBJlRmW4BvvwipiKKnzirPNwaMuCNmMhwR0/wzW8YLWr5OvRpoSqUKTkB4c9ueEnLUows7O9z+CwKjLCIGNZQYXC66gpbvqZuDJDLmzmU4pq3PGQ29FJO8p3KzpTruvp8abegJkUN2OnN/H8UIZxhvyYyxQyo0ubCWwd+V5GZ9SeDT2JysNMpefXZgs3w0nba/0MCa6Z7x246w5zYoqmB10lBUIyQ95PwnafV4n7dF3YyrMiyx0/w2U81bv1Gs9nzBP8dD+UXsRO1nHunhydHvAz2CxYF/zk/GB7NDr9ejQo3iJSIcM9H0Z0zVjAfY/6mLwMJwMhI8Q8y7V34QZPWi5+0mNupD0Qz3Mz3lEwE0mMMuLiJ9t5Ewbd9Cu6E8KxgsqjoY5dBN9zPBDa0GSMdQwwN/ghgREKIy7RGeMSJSTaBzdq7WnBY5+0yZq9BJ8B1sY0W9CNhF6sggE32b9f0Ju7E4tRRcIYJfJCXriIp8c0VfC8o6TMEObVWEeHdWGckeFdRbWsYw49VsWuFMIhn5ZX+OltvJaGx1gXTA9F7VkGJxisY05o5I4Pz1t5vdtMSL1eCIZU1kWJtDzOht4sHqPJmkgiL1Hn6ewkNKEdKngl5oUADY/SdolONol157ne2MPZfiw7FnDPLc/xMjo9Oe4y4D2EnHAht7w6UbrB06/n0dDIW9Bksmv3vJ49MODiMT+jfK8JZxRgqickVLDpJbWmG8V5LQo9tk/W7NT9EA45bkVn1N5tGvxeBtNzedKOrkWLGS7J7d0ONbGCucFkYxfa7NNbxc9onqzwMbEumJ7LhDW29+t4urdllieHRlF2MD0Uqwk5Sa77nsH2DLpJFQkdSuR5YmQw5Pl+xrr0gDteRvVe0ubVQ4I7fiaaR+OMamkzhx5zvGk4aXPurGOOdx+1Z4UHWBfMWHZ2e49Gp+e74blMCe2DERXZ+XHfr8Qk5nuzyIwbrGNeXDzOvGSXNhtRgh0VcZcehS29Nzfdis6E6wP2kyOLqr0MV/E0N7NLzj008hD7dxVcFqwLvrfgSZs5rGNnke8lg0HFrsdkT6Dn4eCxoM0+E+09wBxP9Wo6wXObp/tewa7puRkpBij0mBKvCDoEWOMSs+OKmsI8bx83PZERF0ZcojOwY51XBNvDYdgsOMrghwRGKIy48IwJ2zKFc/YQTZeodcJ3w89wDfbCNj48quCyiFp403BGHnNYx8Rgs6B4Tky5xTP0TiOSeGXQXucn+2BfHGeUFJWsYjyIO35G44yMYNNMtPdmwXfNk3bUp1vRGU/1ap+Hj8HDbkcnbUru63mUJ4WprpnjPUT9MebCsHcZWe7QZo4P1GN+esDDbvCkFWrpsLuY9rjnhY7dDBVxHYJRWqL0+02z7HtOs2w7kSMjF4Hiu9Ap11QUEAEREAEREAEREAEREAEREAEREIHCJbB69eqwg9Hw4cNx4YUXon379th+++3DgqZddtkFXbp0Qb9+/fDMM8/go48+KtyLF3Jv5cqVQ+PGjXH88cfj6quvxrBhwzBz5kx8+eWX+PTTT8PipgEDBqBXr17goicu3GKbQh5GwbtTCxEQARHYQATMLPx8N0vVa7q8Z4UqM3Nt3jYo0DCL+wYeLA3mJgWRFZnuGMwoAAx+GMxcYIBr+OEWzL9AsVAiVLlNw8yoogq4HZNYwD23PMfL6DRXLqHCCzPzEogXBrgZlW7whJn7QbzOtZ9uwA9D9OVmOOm54QnBMsDNUJgZ+AXX8IMq+DD34KWBMfBwwyzmWwiEOoO5Q0FkeU6wPGQeibtww4wRAIZwUFlwLNv3HMTEzIIJY7XBzIVmTMy1WSgBV37CzMuYmBkMfsQKc8/cjZ+0zbx08RNeDTP6NKkNhuiwYHlpcMvANPBwwyzmWwiEOoO5Q0HMimyEXKOKVdB2gR9e5yXMC4uVVEafhWt4jplRAQY/DGYusGB7EVkeAy0P06TQZczM4ibgFj0KbXd5wszcpcSUm6B4YUE8Dh4xz/NpeRXcBAuzEAk2/HAXUcTcg9suDMIP12YGPwED4IaZwcAju7QQMVCZF54SbLhhxggAgx8Gd+FlsL1wGzAzAC483fYzuHDDzGDIPmhbiBiovISZlzExMxj8iBVmFvke4mlemIUSMeXafXcMBgTtCoD5F0sqA+BVCIcbZhb5xoi57QJzh4KYRdslnAZvEqug7QI/zAXmX3AxwMvYCTP6AFyZGfwMNgsz98HDWIClxUoq86iZl37CtZnBPBYvzA0KXMdOmBkAF54uwaR2wywYbsEPc23Z2s1Q7YWZwU/AEA7aFhyLfC/NaLu4Nq9zBVcu7rlj8MO1l1E4VlKxzsxLP+HazGDxRLfMzMtEINhm5gGX6ETcpWFmMK+NF7QtOAYqL2HmZRAPuXbPDfhhoc7cis7IMqM2r4tF6buYGeLBYML9IB4GwBh4uGFmkW8h4LaBX/B4FAGC72XsRKgygIaZUbkNP9xGJHANP4ziOaDvjpnBz+CyMHMffpgLzL/gYoCXsRNm7gfxqGv33IAfhujLTbdiJ8zMAy48XTzAM8TMGEC2D/rmpXkQ0eE5ZgY/AUM4aFtwLPK9NKPt4tq8zhVcubjnjsGPUADuwvzLLfAwL8xCCbg2Myq34QdtF7fip7lhFkrAlZ8w89JPN/w0GPyIFeaeuQvX8IO2mZdBgKDcBcULM/MSscOCNqM2BOURMwMdKmr4QdtgtFwQWQzCD9dmBj8Bgx8GMxcY4Bp+uAXzL1AslIhVuWNuUwAY/DCYucCC7UVkeQy0PEyTQpcxM4ubgFv0KLTd5QkzA+DC020/g8vCzFiD6IhsM3PXhacL3DejATfjGn7QpgDGL0N0eK6ZwU/AALjhJ8y/3AEP88LivsEtA3NgANwwMxj8CAXgLsy/3AIP88IslIBrM6NyG37QdnErfpobZqEEXPkJMy8pLmYGgx+xwswi30M8zQuzUIIVNM3c9zMeCCbg1bQMrA6eIRxmbrj4CbjJgrbRoQHQcjGEw2NGz9wLYjBzcdcNljAvLVZSGX3PcQW4NjMqt+EHbRdYsL2IWTHflaeDArfhhpnB4oluWUzgOnbCzAC48IwJXcbMLDLBg7aLx8CoeekC981oxHyAIZh/uQUe5oUZy2B4jSG4FvPdoRkFAdoWK6lom1mswmDmAj/MBQZ34aU75gK3XRik5SFzHXfhhhkjAAzhoLLgGKi8hJmXMTEzGPyIFWYW+R7iaV6YhRKsoGnmvotZTCM6jAku5m4QFm7D88yMCjD4YXAXXgI0kHowbuZlTFhrluozJkkloIVOqTzkiYAIiIAIiIAIiIAIiECxIqDBioAIFA6B//3vf2HnIi70OeOMM8Ij5jbffHOULVsWfPTcmWeeiYEDB+Lll18OuxwVzlWLpheOe99990W3bt1w8803h12lXn/9dXz77bd4++23MW7cOPTv3x+c00EHHYQddtihaAaiXkVABEQgwwmYWWKEZtk2g2aRb2b+XnQkjCcLP7sbJHxa160shA/68hPHkXi213lN+NwutWdEOaHKG3hNlOu1kcsaz3Hf69yIfJbeF9vHw2xHmzm049XMiVrHOnTlp6eFktVuu4q5brnPFryIi3dKj32yzl2vd4sXCBLZNFnnniu2YFsXr6DH9tRemWgfj0XaW/oYmBMkbrO922wU8tz2EDv2UMgMthfsOsS8p+j0RLaJVYQ6bx7qWEStGXGJzpDjhVd7bWjvPXudBzzsMXejM7JD/7yA53h6yPHC073eAx52my3c9zwP0Qkx1oX2HvQz1syj7oTsoOPpIRLlxPrxavc97oafsT5jvucwwLj3GPLou+Enc7zfqCLy3XXDS69LKtlNlOZl6MzrXfsZumPBOXg0tGIfnukqlKx22xUbMOQdRvlRutcwEoS2G0n53oBnTFjHHF7LQzE38qI+PcoziMf9mm56fyy9pSuPertguGbMI57nSX7SZoxjo+3ipkcSJa8T/NCF18faemM/3Wem1zGHuVHEA9EZcrxgtSuvDe29keso3+1wep2PkLEoOZShjRfueD3bMNf79oCHPUafEqsL7Wl7jquQ4wV7dhXle1Xks3THT6/zHt1g+0i8U/ohh+3ccdujoWSOt4hOv5CfwWZHrGN2SPQias2IS3R6Gg2KN/PGfroR9Z5o720ZDO3jCWwSJBRe7bVe557bsfbezqPueDRWxz79oiHHQ256hlczwDqaFK+IWnuSZ7CaIRf3GPMkV6Fvao+GfA+49nQPMuYN/HTL82MVkR8SGfRct3ntYHnIz5DjhYfY1sVzQnsvmMscr2TUI2759aJ82hTPiMUS+R7yGs/3/ljnVuz0pl7JWFBeH69wnWgfu1qoDbluhXzvNeEz5uK5IeTtvdb7Z+nCYKjzHLf99CDPmM/8EGTMJdi8CG1KZLPDMC532cRrXHkfXtKmClUp7b0+BH0AnhDaR6aXXheLJdp7LnN4La9yxZyQGgp6nhJsr/QUj/B6QbwXr2R7inue4vXM9njw2cJzQ5Ta48yNxDPc9zLWjlkh4K086vle+ulxt/10O+o8tHczJHrBOs/yiLePztCnF97GazzBT7c9JeR7jGZMvImnhjLkMJfX8KD7nusB1npTb+G+G8F3HTs91SOeF/xghiLK97h7bvOMtfeYd+7tvPTK+PUYph2yGGeHLiHuzVnnLbydZ3jQT7rMiGJuueGZIeyed+JlON0M7V0zh3a8PbODz0SK5/jpaaFktduu2IAhz4ny/VJxnzEXz4pOjzMnaughb+unG97G81jnKXQ85vOJxdyJTq8MOaGRh1x7KHTnHrNdYhbrUsTjseTQh2fyCrxYFA6lJ/H0Gm/rKe5ENmuD70W8vVegv9/FAAAQAElEQVTGTx+DZ4Q2sXx3PdW7j/luRaf7brCPeOOomTeIjNCXe6GaBXOD7+3YJ23GPJHVkYq1ZYB1zInSeT2XEIh0lOoBN/yM2nvHUbtY3Bu75XWhDDrUR65fhn25eJ5XehnZ8dK74+lV3iB2kZT2Xht8195ZdnvmMpZoljBCX+5F6Z7Da1FCwCv8DDleRCEP8BqeGvXvfXvIbT+D7a1dR8leeiXzKZ4R7yamPdc78hQvmRv5rGQ+u6EkfO+AcVeJfG8VO70tk2PCPPYbEr2IfEYooYl3S9uFp7djjqd6ZdSXh92OruaR1HwPR/meFWvLnNDeC9Z5jWfxDDVRe8/1are962B7nevkfI94ipfegZ9RrncTckIu27owi75rJjHX0xKn9xBss+i+08yCHy/Msn2zbDteX1q1FjqV1u+85i0CIiACpYOAZikCIiACIiACIiACKQS4e9HkyZNx0003hZ2NuMNR+fLlscUWW6BNmza45JJL8Oijj+K1117DL7/8ktI205xatWqFHabOP/983H333Xj66afxzjvvYMWKFZg/fz5GjBgRHqt34oknokWLFthyyy0zbQoajwiIgAgUKQGz1DeBzbJ9s8g2s7CQiQMxi2yz3Jr1ucXz4GJeExNvCjN3XLwEvDAWgJcGsKQCYEbDXEd2zAXAmAt4mBfmEcDMALjwDMICfhjMXNyCRYW5YTRdx06YMeLCMyZwDS/MzEvEDtouHgOj5mWQUIAHq9wDq1mYG4bY4ZVG3zVch9Pcok8BQOUhRIchfBlcA/BKP2PagwBDAAxmLuBhLMDSLJSgQ9PMfT/h2sxgiB/mdiRwK3bCzNylUBkMfsQKM4t8D8EtA2AWSjf8dNMsFOBhZjAaQcxtFwsO3OEJMw8E8RBNsHBxbWZeInbQdrGEC6928YAbXgJeGAuXhLYQhpkbcOEZE7qsNbO4CbhlQKJ0gyfMPBrE61y75wb8MERfbvKM1ZmZey48g7DwELO9zj06LsaIi5ssDfBql7gR8+GHhwCLfSE6PDlEXMNrwmlu0acAiCl4GPDSXGKnu+4xwcXMwCNSBjMXBmJirs1CCbjyE2ZexsTMYPAjVph75i5cx06YeSSIR2kiFIBrM/MSsYO2i9H1IjphRoMCt13gh7uAxb4QHZ5nbpl5GQSIVMwH3DcY4oe57WIx33XIjwpQgTEWLuaCIFFpZgB9VzQpdBkzs7gJuEWPQttdnjAzdykJ5Qb8MERfboYz8szMPReeQULhMcDMYPAjVph75m44Y3VmHgkCRIo+wmHgVzABr6TnCoBFJxUDFACRsmwNA49QeqXRpw7iNebiMTPzknYk5soslGBFsOjHxMwYDnUs6BmyD9pmXgYBgooKAAYzF8QP2i4W8137GXK8ANzxdFc04IcF29yKTot8cy9KRFBR4UFEPuJHSAwxRszow33XbvvpDs+YDx5uu2JpFkrAFU0zGgBcmxkMfsQKc48C17ETZgbAhWdM6DJmZpEJHrRdPAZGzcsgoQAPVrkHVrMwNwyxwyuNvmsEQaSCbeBh4BctCm0Xo+3ieX7CzAOUKMQyikWWl4BneMHShafn++kxAG6YGQzxw4IdL+mYV5l5GRMzYxjxwizmIzrMlVkowRyaZu5TPGBmXiJ20KYk3FBnZkCQuIr5MJi5IH7QdrGY79qrQ44XIRh8eIV7FrSX5o6fZjQMkYprwC0vQon4YW6Y14BiXgZhAcA7MDMY/IgV5p65C9exE2aMuPAMwgJ+WKgzt6LTEP+CW+E0t9g+CG0X+OFxeIIFQXR4TvBdw+PhNLfoUwBQeQjRYYi+Ig9eaeaRmMAANwEYzAw8DEYVSjPaLtEJs4QRbPeAWGFuGHh4GZ0wo0FBsN1yA35Ytu8e4D4AMwPgwjNIKKKQ17mH6DDPokSeOzxhZvDCxU+aYOHi2sy8ROyg7WIJF17t4oFgwG0XuO9iLnEPfpgZS8RUQgMGMxf4YS4w/4KLAV7GTpi5H8Sjrv10A34Yoi83w0kPMDMALjyDhALwmJl5CcQLegYeXkYnzGhQ4LYLIjuyjB7C4Xn0zMxdF55BQuExgFXuIToM0RdcA/BK+kG7DQshwA0zdwC3EA56ZqEEg8GiHxMzYzjUsaBnyD5om4USTKRp5r6fDJgZw4gO2i5Gz4vohBkNCoJtMDfgh7lFcTOckW1mQJCYCrbHAA8bDPHD3HaxmO/aT5h5GQRuuyDyjdrFkHoYY55vZqHCzGCWLQyaRX7cpqaYGVVCzFL9REUJNLTQqQR+U9OfkjJFQAREQAREQAREQAREQAREoGQSWLp0KZ544gn07t07PIatbt264U2COnXqoGPHjrjxxhsxfvx4vPvuu/jvv/8yGgIfIdepUydcfvnlePDBBzFt2jQsW7YMX331VbAHDRqESy+9NMyrUaNGqFy5ckbPR4PbGAR0TREQgXUhYGbhd0eZMmt6CzX2WdyY4gd0w3WyPODiJT++G0Isok/qhihdeErQbBd96tfdUO2ZXhlMVsbCHo0sr/Azu73nhPZe66aXzKS4GQVCyZwwIG/s3Uft3WaMdcFkE8+mHfXgVnR6Pg0Xz2F7V2zqiplR3J1wBi8kueWnd+m5bviZnRAsLxikeIp7ITdo7zf04U6oph/LiSUx7NEowR0/fZyRSyN1XlHbRH4iLbQKlYl8hvwaCd9zeTKcaO+On34ZL2PjTM1nJoUts4U50cU8xqZ+HZ5RzAMejs6YHVNRjtfwWi4hHAqP+RldKQqwjPxQ4WP03qNgCHAMdON90o7y3YrO0MaTvaGfKddjJiXUhsKbeFdR6UZo6028Ias91x3W0mPQI0xz16PR6W3cYNSVp3udn27H892LnSHoNrWLn2zmHXgqnVhVQjFG8WqPhdygs0cRxdz3ND9ZG4S2R912KzrDZUK+DzKVYyIzyo+VzAlXZnuKx0N7L1jnIUaC0KYk8j3KnHBRr/BLeisGXYIVXZNeXEI+6zw/Um6wIRPimjYrgwQnXDJYzHHxMxbz9l4RXSlus4q2S3SGIUbdeaY39jCTvGWkPOp2iIa0aJxRyNNDLF4wN8r0ej9pMxZ6csfPpOt51DtgLM/2XuGn54fSk/2k6f1G+e7HDcaCnZRAM4gXfp1EihuR6/HQhv0kgu5wxC6JatounhI/o6qoZCxY7DQywphpRt1HbYPPZBfaEUe3otPbxCq8Ees87AGea2kfu2ZM+dijfBrZ7RnzSAh44WeIhEYxJ6ZC3K/v2ZHpJdNceciT3PHTbUZiPs3QJgonRstqr0vku5GYl9cxmyqRz1yK57GOXdKk0GYs0d7zgu860d4789M5eumnV7nNLLeCz0yK+7EzCrN04ekSrkXtObmzYxVeF/KC9lgYpDtuehmuSx27eiyVlS7h9J5dhwpvmzqvqJVneBdMivme5wF3vMbtUBMr8mzvOZ4cP31MnuwnA6n53p8PJFSFCzDDJbm9V/rpQSa45XVe0nGJLA+57Wfkeq4b8aCbXhNOXs0rg80iURUMr6Wm+Jh80CyZFoRhz3Dbrehkivt++rUS8/I6XoO5wYz1Qpsx1jHkTaL2rPBAor13xxyGU/I9zhzWeXpoyxzajEW5nhTOmMeLMMETI5NGSAjtI4ulx5lHk0I3aPbjjp/x6tAP62KBqCoqGQpWKDzJkzlmuqzzSFDBDxZH7uJ5XsZOXtMzQ5LbXhdMD/Gk7VE33YpOnwsNineRks9MiqfHTs+K8nn94HibuB10cn4sIdaW1cH0a3gnbBhJCNJMzU/0xLDnsFnUh9e4E8KhYFsKHZfoDJfwZqxwm23c8zoG3Iu68hBPhhljHSuCH4qoNvX7wExKVJedzwYuPCmxavYZz2Yo8ml5UqwxLR+kVwXLNevjwhglFva5hxrXoV9WUbwvD4WqeMFwyPE6xoIfCvc8Ofe8Ytfwap4h1fNC1B0/wzCj7rxnr2OMuRTalNR8j3ge2+S+nvfBhknCnHh7hoPP9pHDbmi5eL9JXsJkbpBYCis8NbqSGx5OOQ3gPaeZhfvPlDo5aySwprv0NTZQhQiIgAiIgAiIgAiIgAiIgAiUKAKaTLEl8Ndff+HVV1/FAw88gHPOOQcHHnggatSoEd4U4IKfU089Nex09OKLL+Kzzz7L6HlWqVIFe+21F04++WRwEdZjjz2GefPmhcfNffDBB3jqqadwxx13hHm2b98eO+20U0bPR4MTAREQgUwmYGa5hmdm4feH2Zp15YpAslSpaCl+5QpZqFTepQJQySX4jMWksscYr5TwmUuJ8uPxKCceo2YOhTaFdrIwRonHaCdLQeNsyzbUlCTbGcTHVzHMg/WRVMwxv4rJuW5H9VFftCnZfQEJP5YbfLeZQ5tCm0KbQptCO8/rpdPev48VKxhC+5R88+8jJRpbxcT8Yn4st1Jo6+1ZH4sxt6LHWVfJ4xWTpFLS9XjNip6X0G5XSORGfVbwPisyFtMV2J4SiyXnV8jRvoLnJPK9fQWK51QM7Q0VXDMn9O/xChTPqei6ousKudp7m1BnYE4Ftyt4TsUghgr0vc+KQYAKoQ9D8GN1zKnoNoU2c2gzJ/KjfMYreD+MJeq8Hf0Kfr0KcZs5eQnrGadOlngsWdOuWMbHawj90mebuE62GctT8mgf2nm8gkusTXkfexb+D6uz4vKP2y6rXbJcqFezLmbH8sqWW43AI9ZPBR9veReOtzxjfq3yLiEeu16Ie07Ii2nGKCGPMW9TPp5PmzEXXovtIjFEugx4DbZnm+yYx30MIe5tE/Fgsy2FOS5+rUR90vXybuv58X5T2iXFwzXoF0zK5WiX7NOmxMdJm5KeXxbMpaTml0X5ipQyedSXDbHyYUxuV4pyyqfkl/X2ZYKwb0p55lcq620pUR1jrCsX2pZNyo/sqL6st4nnux36cN91VF/G6z3ufZTza6SI55RjPDbGsrSTpGwiP2pfNl7n+WW9riz9WB9lXQefMRfaZT2nXJCyKMuY55RzXY7tKcHO7ps55ZLzWU/xdqzjNcq5Xc5jtBkr53bwXUd+NF/azGEd25TNeT3vhzmhPtY27peN1VFHbX38sVjwk/LLViwXzY2xWA7bpUhyHe2EsK1LrnaMuTAvXkc7SCxOu1LMZg7toH2sHBN95iRLiHkb5jFOn3bQHg+x5PaMURhz8bwy8b7d5hzLxNqXoe/tg+85Zdwu67EovyzoM4cS4qzztol8+qFduSjX2zOX7YNmfU4JOezb28Tr2If3m1UO/pP5v7wlKxanTpL/yqyGhT6T+ov3Sx369rq4TomVx5rGacyjVIxygp/Uh1WK4vH2xtwg5WFeZ8m5bhvrkvoKPmMutCmhL88xtvd48F1bEF6PUs77jySqj13PcxJ+rI8yrhlba3vPsZTrxfsr72wo5WLXKx/z4/Xl3C/ndeXzkOQ4bUqUh3At2lEs2y8P2vB5WJC4Xz7RP+uQaF8eqOyS7LuNWFsLttd7Dm2rXA6IqXM+9QAAEABJREFUxSwWS/geZ06+vrdjDnMptCnm/8lM+J5D2xI3HOWR1/Xg14ykApgf2eWBWHt4nwh9eCyRS7sCQl08Fs8JmnWe432EnKDdj+cGzRxKLM6cIB4LfXicPq+fZ77nsS7k0k7KDzH3WR/axm3PC326z5xkYV6o85zQrgKygi7vOsoPvrdJaLc5v6ygmRe1ZX1cyDHYnsO8uIA3kVU8P2j/DzJ1khj8ay33oWaGnIdZ7ljOnJLulynpE9T8REAEREAEREAE1o+AWouACIiACIjAxibw3XffYerUqbjttttwyimnoFmzZthkk03AxUGtWrUCH9320EMPYc6cOVi5cuXGHu5ar7/11lujdevWOPvss3H77bdjwoQJeOutt8KCpjfeeCPsQtWnTx9wkRbnVrNmzbX2p0oREAEREIH1I2BmMLNEJ2YWfLNU/fQNWfhsxCp8+si/+Pjhf/Dh0L/w3pA/sPSB3/HO4N/w9sBfsWTQr1g88Be8df//8OZ9P2PRgGxZeO9PWJCQn93+Ga97/ev3xjTtAf/DaznkVfdfHfAL4jLf7fn3/Yr5A1xcz3M9jzrIb3jlvlSZ6/7c+35HkPt/xxy351AH+QOz70+VWe7Puv9PxGWm2zMH/oW4nnH/X5jhfiR/42W3Xx5IHcl0t6cP/Adxmeb2tEH/INL/h5cGpcpU96cO+hdxmeJ2Qgb/hxcHuVAHWYUXXL8wmDqS591+fvBqxOU5t597YDUinYVnB7s8kC2T3Z78ABCXZ9zOFsPTD7gMyZan3H5qSBnEZZLbk4aURVwmuj3xwbKIdDlMGOLyYLaMd3v8g+URlyfdzpYKGPdgBTw5NNLjXI91GTe0IsbGZEzQlTBmaCSjk/Tohypj1NDKCJp2QqrgiYdS5XH3H39oEwR5eBM85vZjCV0VIx+OJNKb4lH3H32YOpIRbo94uBqCHlYNw90eTh1kMzwyLFWGuT9s2OYI8sjmeNjthxN6Czz0SLJUx1D3hz5CHcmDbj/4yJZ4kHr4lhji9hDqIFvhgeGpMtj9wcO3RlwGuT1oxNaIdA0MHJEq97t//4iaiMt9bifk0W0wYIRLQm+Lex9NlXvcv+fR7RCXu91OyMhauOtRF+qY3On6zpHb48AuizFzaSdMe/soTH/n6Jh0xLR3XN51CboTXnL7pXepO2Hpz+fj/P5lcMeourj1sTpB+rtOyOM7ov9jO6Kf62S55fGdkCw3ux9JXdz8eF3cFJcn6uGmJ+qir+tk6fPEzujjsUjT3hk3euzGUbu4dnF9wxO74AbqILvi+lGpcp37143aDXG51u1rR++GSNfHNaOTZXdc7f7Vo6kjucrtq0Y3QJAxDXCl21dSB2mIK8akyuXuXz6mEeLS2+3eYxsh0o1x2RiXsdlyqduXjm2CuFzi9iVjmyIuF7t98bimiGQPXDQuVS50/8JxeyIuvdzu9eSeiPReuGCcy5PZcr7b5z/ZDHE5z+3zntwbcX2u2+eO3xuRbo6ebvccTx3JOW6fM74F4nK22wmZ0BJnjXehjkkP1z0m7IO4nOn2mRP2xZkx3d3t7hP3RaRb4Qz3z5joOibdgt4P3SZGcnqSPn3i/jjN5fRJrmNyatAH4NRJkZySpE+Z1BpBnmqNk90+OaEPxElPJctBOPGpVOnqften2iDI021wgtsnUAdpi+OfTpUu7nd5uh3i0tntzs+0Q6Tb47hnkqUDjn0mVY5x/5hnDkaQyQejk9udEvoQdJycKke7f/TkQxGXo9xOyLOH4cjJLtRBDscRro94ljqSw90+/NkjEJfD3D7suSMQ6SNx6HOpcoj7hzx3FOJysNsJef5odHjOhTpIR7R33f556kjaud3u+U6I67Zut32hEyJ9DNq8kCoHuX/QC8ciLge6nZAXj0PrF1yS9AFuH/BiZyTL/u5H0gX7v9gF+8VlyvFuH49WrpNl3yknIFn2cT+SrthnSle0nOoS17SnnogWOaS5+82nnoS47O323i+djL2nurhu5roZdZBT0Pzl07Hlwwfgxorj0OOHe3BmkHtdu/x4L7r/4EIdZADO+HEATl95D878+X58d/k2aDLtNJfTE9J42uloPL0b4rrRtG5o5H4kZ6Ch2w2nU0fSwO0G07sjLru7vfvL3RHpM1H/5VTZzf3dXu6BuOzqdkJmnIVdXnahDnI2dna98wzqSOq5XW/GOYhLXbfrzjwHke6JnWa4zMyWHd3ecea5iEsdt7PlPNSe6TIrW3Zwe4dZ5yMu27u9/awLEJdabteafQEi3QvbzXKZnS3bur3t7AsRl23czpaLUHP2RdhmTqRruq7hUnPOxagRk62DvgRbz4lkqyS91dxLsaX7QdNOyGWoPjdVtnB/i7m9EeSV3tjc7c0T+nJs9kqyXIFq7ld7hTqSTd3e9JUrsSn1vCtR1e2q1EGuwibzUqWK+1XmXY0g869GZbcrJ/Q1qDQ/Wa5FRfcrzqeOpILbCXn1OpSf70Id5HqUezVVyrpf9tUbEJcybpd57QZE+kbYa6kC9/FaH8Qly+2EvN4Xq19zSeibsOr1VPnP/f9evxlx+dfthCy4Bf/3ugt1TP5x/c+CfojL324nZGF//LXAJaFvxZ9u/7mQOpI/3P5j4W2Iy+9uJ2TR7fhtoQt1kvy66A4kyy/uR3Infll0J/73hkvQdwX75zfuQlz+9+bd+PnNe/C/tyj34pfFA/Drkvvw69v349d3BuK3dwbhj/cecBmCvz4cin8+fhj/fvoIVn02AlkTrs3zHtTMED/MLOTEfWmgjCCIgAisFwE1FgEREAEREAEREAEREAERKCQCH3/8Mfg4uWuuuQadOnVC/fr1w038Nttsg0MPPRRXX301Ro0ahTfffBN//vlnIV21aLrhjkuHHXYYLr74YgwcOBAvvPACPvzwQ3zzzTeYPXs2hg4diiuuuALHHXcc9thjD2y66aZFMxD1KgIiUFgE1E8xJWBmaxy5WXadmYXfOUw2i2yzSJcpUyY8SiCnLlu2bIhTU1hPLSkLMRADvQayXwOrVq3CDTfcEP7vxx1J+XMmHeEuns899xx22203/Zvyn7d6TWW/psRCLPQaKPzXQIMGDcCfuQcddFA6P6JDDn+m857/5ptvBn/W6/tS+N8XMRXTjfQaKLT/eyXfI8Zt6jWJWXQPambh54yZJe5TGTAzqjzFbM11eTYo5sEyxXz8Gr4IiIAIiIAIiIAIiIAIiIAIiMBGJ5D+APjmH3cueuSRR3DhhReiQ4cO2H777cNN+6677orjjz8et956K5555pmwMCj9njd8Zrly5cBH5HXp0gVcnMU5zZo1C8uXL8eyZcvC4qZ7770XF1xwAbjoifPjGzQbfqS6ogiIgAiIQJyAWfTmr1mk4/G4NrPwO8ks0nwD2iyyzSwsbGIsLvy5ntNmjMLfE9SUZJu+pGyh/fFALMUyk18D/H9h586dwy6eSPOoWLEi+EfzBx98MCyGz+T5aWxl9bNMi9BK4Wug5L7u+QGkYcOG4cYbb0T58uXT/KkNjBkzBvxZzw826ediyX196Hur7+2aXgNrutfjfSLbUFOSbfpxMUu93zTL9vP6QWRmIWwW6eCUwqJMKZyzpiwCIiACIiACIiACG5aAriYCIiACpZDAzz//jJkzZ4ILfbp37w4+hm2LLbYAb/733ntv9OjRI+x0NH36dHz99dcZTWizzTbDPvvsg27duuGWW24Jb2IuWLAAfKTeO++8gyeffBL9+vUD53nggQeGhVsZPSENTgREQAREIEHAzFIWNplZqDOzsKjJzEJ9/E3ouE5+k5p2OsLfgenkKaes/mishQPF9zWQ9L3jziBHH310gRbv16lTB5MnT8Ypp5xSIhjo55l+nuk1oNdAcXwN8N6fH77ih7KQ5sEdnI844gi89NJL+vmd9LuwOH7/NWb93CrIa6Ag93h53UuaWcp9p1l0/wk/zCLbLFt7WGeMQJmYlhIBERCBjUZAFxYBERABERABERABESi+BL744ouw+1Lfvn1xwgknoEmTJuGTj9WrV0fbtm1x6aWXYsSIEXj11Vfxv//9L6MnWqtWLbRr1w7nn38+7rnnnjCvd999F99++20YP+dx7bXXomvXrmjevDk4x4yekAYnAiIgAhlGYGMNx8zyvLRZdtzMwoImJppFtlmk+Ya0mYU3oGnHpSBvgMdzC/JGeLyNdFn9wVB/MCxWrwHuYMr/M1588cX4888/ke5xyCGHhD+Q77777sVqvvoZpZ9Reg3oNVASXwPcvXnatGngz+Z0f47/8ccfOO+888AdoVavXq2f5fr/i14DJfw1sK73dvH7yZzaLLr/NIs0f/aYZdtxnzqnmFnO0Eb3i3oAZYr6AupfBERABERABERABERABERABESg+BPgzkWPP/44evfuDX5KsV69euEPwjvuuCM6deqEPn36hJ2NmPfff/9l9IT5CLmOHTviiiuuwNChQ8FdpT777DN89dVXwR40aBAuueQS8BP4DRs2RKVKlTbEfHQNERABERCBIiRglv3Gr1m2zUuaZftmFn6/mUWabz6bWa5FToznlPgf+RiP23npdX1DPK++FCurPyCV8D8gFbfX+JdffokjjzwSo0ePRroHH1V3++23Y/jw4ahatape03pN6zWg14BeAxnyGqhWrVr42cwdnCtUqJDuj3U89thj4HsO3L16Db/H9D3OkO+xvj/6v/S6vgbyu6dLviekvTYxS733NIt8M0v83DHLthk0y/bNsm3WlRYpU1omqnmKgAiIgAiIgAiIgAgUZwIauwiIwIYgwE8fzps3D4MHD0bPnj1x0EEHoWbNmuEPvtyp6bTTTsPdd9+NF154AcuWLdsQQ1rna1SuXBl77bUXTjrpJHARFhdpzZ8/PzxujlvKP/300+AflM4+++ywixMXbK3zxdRQBERABESg2BIwy35T2MzC7zyzVB1/U9osisf9uI6/OU4/buen+ca4pFx4pK04iENJeQ28+OKLOPjgg/HBBx+k/TOR/wfljiHdunXTv4dy8X8L0iXl34TmoddySXkN9OjRA1OmTMEOO+yQ9s937g7doUMHvPzyy/r5rp/veg2UwNdAfvd78frke0TayWKWen9pFvlmqTr+g8fM4qa0E9BCJ4egUwREQASKPQFNQAREQAREQAREQAQKQOCbb74B/xBz66234tRTT8Xee+8dPj3OT5Dvv//+uOCCC8JOR7Nnz8b3339fgJ43fOrWW2+NAw44AFywdMcdd2DixIlYvHhxGPcbb7yBUaNGhW3jTznlFOy7776oUaPGhh+krigCIiACIpBxBMyy3yQ2s7DAiYM0i2yz3Dr5Tem4zTewc9qMURinzimMr7OUKZPW7lLqX5z0GthwrwHuZsqdQvmH8II8qu7www/HnDlzwEfV6fu14b5fYi3Weg3oNbAur4HGjRtj7ty54M9u/p8xHfn999/BD4zxcab8XbEu11UbvUIkkYcAABAASURBVF71Gsjc10DO+zz6/H5RU+I2NSUeo50sZrnvPc2iGH/WmGXbcZ+6tEupWOhU2r/Jmr8IiIAIiIAIiIAIiIAIiEDpJMCdi8aNG4drrrkGxxxzTPgjiplhu+22C2/OMf7EE0+AC4K4m1MmU+Kn3Q877LDwSDk+Wo4LtT766CN8++234Q9EfATd5ZdfjmOPPRZNmzYNC7cyeT4aW9EQUK8iIAIisDYCZra26sRiJyaZWfDNsnXym9G0k9+ojttxHa+nT6EfF/qSsnpkix7ZUiJeA1999RW4Y8fIkSP5oyMt4aPq7r33XvD/4fyggX4e6OeBXgN6Deg1UDxeA3yUHX9280NW/Fme1g99Txo2bBj4fgZ/Z+h7XXjfa7EUy439Gojf31Enj4U+hbFkndOmTzHLvuc0i2z/0RFOMwt6TYXZ2uvX1K4kxMuUhEloDiIgAiIgAiIgAiIgAiIgAvkSUEIJJcBPBS5atAgPP/wwLrzwwvC4DG6nbmaoX78+unbtCu7cxEe1FeQxGhsDF98AaNSoETp37gx+4nH48OGYPXs2+GbgZ599Fh6Zd8899+D888/HoYceil122SXsarExxqprioAIiIAIFE8CZtlvBJvlts0sLHDi7Mwim28+U8xy+4znFP4+oyTH6UvKloiFLfo+6vsYfw0899xzYWfR9957jz8y0pKddtop/P+2e/fu+vegxX5F+RpQ33p96TVQhK+Bc845BzNmzEDt2rXT+tnPpLfffjv8zpg6daq+N0X4vYn/jpbW/9c29Gsgr3u/5FjcNrPwXiZ9s9z3l2YGHmaWcl/KGMXMqIKYZdshUMqKMqVsvpquCIiACIiACKyBgMIiIAIiIAIikNkEfvrpp/BG2t13340zzzwTrVq1QvXq1VG+fHk0b948PLpt4MCBmDZtWlgYlMmz2WyzzdCyZUt069YN/fr1w9ixY7Fw4UKsXLkS77zzDsaPH49bbrkFZ5xxBlq3bo1atWpl8nQ0NhEQAREQgWJMwCz7zWGzyDaz8KayWW4df0OaOqfwzfTkWE4/uU72xnwEha6t19/6vQb+/fdfXHbZZeFxRHwsUbo/Arnz6GuvvYaGDRsm/sCl78X6fS/ET/z0GtBrYGO9Bpo0aYIFCxbgyCOPTPfXAPg748QTT8RVV10FfmhtY41d19W/G70Giu41kPMeMKcfZ29m4f+DZrnvOc2iGPwwMy+j0yzbjiKlu9RCp9L9/U9/9soUAREQAREQAREQAREQARHYIAQ+//xzcPelPn364IQTTgiPYatQoQK23HJLtGvXDr179wZ3Onr11Vfx888/b5AxretF+Ig8jpk7MPHxHJMnT8bSpUvx3XffgX/kGTFiRHisHue59957Y4sttljXS6mdCIhAYRFQPyJQCgmYZb9hbBbZZrm1maUsgOKb1GaW8gY1Y3Exi+rivnTR/UFBbMV2Q70GvvzySxx44IHgY4iQ5lGpUiUMGjQIjz/+OPioug01Vl1H/y70GtBrQK+Bon0NbLrpphg3bhz4fkdBHmU3ZMgQtG3bFl9//XX4f6S+T0X7fRLftfAto7rCfn2YWcq/a7PoHpLXMYvqzKKYWbaGH2bmJcI9J/wwi3w3EzHakoiAFjpFHFSKgAiIgAiIgAiIgAiIgAiIQL4ECjOB25Y/9thjYeESPwFYr169cNPKx1kcc8wx6Nu3L5588kkwj58aL8xrF3Zfu+66K44++mhceeWVeOihh/Dyyy+DC7b4pt306dPDH3YuvvhiHHXUUWjQoAEK8gZgYY9V/YmACIiACIiAmeWCYJYdM4tsMwu/m81SdfxNajMLb2KbRZrxuJjljsXrpPUHFb0Giudr4JlnnsE+++wTFu4jzaNu3bqYN29e2JFV3/fi+X3X9630ft/0vdf3Pt3XQM+ePTFnzhzUqVMnzd8OwJIlS8JO1y+88EL4/2S611KeXpd6DWT+a8DMcv27NotiZtG9Jb+PZpFtlqrhh5l5GZ1m2XYUQbhPRSk/tNCplL8ANH0REAEREAERKEQC6koEREAERCAHAW5L/sorr4SFPueeey4OOuggbLPNNuFmtGnTpjj99NPBR9E9//zzWLZsGTL5qFSpEvbcc0+cdNJJYRHWE088Ae4q9f333+PDDz8E//Bz22234ayzzgqfTCzIG3yZPG+NTQREQAREoGQSMFv7m8VmFn5fc/ZmkW2Wt87rTWrG4mKWdzszxc3EwKxYMgj/PsxKx9j5oYNLLrkk/D/4t99+44+FtKRz585YtGhReFSdWelgZaZ5momBmRiYiYFZ6WLA93jeeOON8CGwtH5JeNIvv/yCLl264IorrsCqVatK1e9Ws9L1+jDTfM1KPoP4/R+1Wep884qZpeb4j4XEzwHaFDOjShGz3LGUhFLiaKFTKflGa5qZQEBjEAEREAEREAEREAERKKkEVqxYAX4Kr3///jj11FPRvHnz8FgKbmN+wAEHoFevXnjwwQcxe/bs8Ni2TOaw1VZbYf/99w8Llu68805MmjQpfNLwhx9+wJtvvolRo0bhhhtuwMknnxw+0b711ltn8nQ0NhEQARHYCAR0yeJMwMzCm8vxOZhl+2a5bbMoxjeuKWaRb5atGZdk/iev9T3S9yiv1wAfVde6devwf/n4z4X8dOXKlUP+6NGjwz1BXv0qptebXgN6Deg1UPJeA9WqVcOECRMwcODAAu1kzfw2bdroUXZ6jFquXYD0c6I4/JzIHqNZ9j2gWWTHv4dmkW8Waf5/0ixvO2cdfUluAlrolJuJIiIgAiIgAiIgAiIgAiIgAiKQJ4EPPvgAY8eOxbXXXotjjz0Wu+++e/hjaK1atXDEEUeEOHc64ie3//jjjzz7yJQgd1w69NBDwU+nDx48GFOmTMHHH38M7tA0d+7c8Ai63r17g4/Ra9KkCTbZZJPCGbp6EQEREAEREIEMIWBmaxyJWWqdmYXf+WxgFtlmqXptdWapuWbyzcTATAzMMpfBc889h2bNmmHx4sX8552W8FF1r732WnhUnVnmzs1MYzMTAzMxMBMDsyJkUEr77tmzJxYsWFCgR9ktXLgQe+21F6ZOnRr+z2mm74uZGJiJgVnxZsD/QJrlPYfkOtpxMbO4mUubrbkuV3IJD2ihUwn/Bmt6IiACIiACIiACxYuARisCIrDxCfzf//1feEPqoYcewkUXXYSDDz4YtWvXDm80cWHTiSeeCO7c9NRTT4ELnzb+iNc8An5qqGHDhjjuuONw3XXXYcSIEZgzZ074lODnn3+OF198Effccw/OO+88HHLIIdh5553DPNfco2pEQAREQAREoGQRMLPwu8/Mck3MzHLVmWXHzLJtNjbL9s1km4mBmRiYFT8G8UfV8YMNBXlUHR8/xEVR/P+3Wf7zNlOOmRiYiYGZGJiJgVnJYsDfBUuWLEHHjh3538S0hI+yO+qoo/QouxL2WjArWa9tM83HrGAM+APALO82rKOYZdfTTxazNdcl55U2u0xpm7DmKwIiUKwJaPAiIAIiIAIiIAIiUGgE+Ci26dOn46677kKPHj2w3377oXr16mF78ZYtW+Kcc87B/fffj2nTpmH58uWFdt2i6Ijbo7do0QKnn356WIQ1btw4cFepH3/8Ee+++27YOv3mm29Gt27dwEfpbbfddkUxDPUpAiIgAiIgAoVFYKP0Y2ZrvK6Z5Vr0lJxsll1vlr6d3IdsERCBjU+Aj6pr1aoVBg0alPZg+Ki6oUOHYsyYMahSpUra7ZQoAiIgAiJQsglUrVoVEydODL9TKlasmPZk77333vDeDX8npd1IiSIgAhuEgFn693pm2bl5Dc5s7fVsY2ZUJV3WaX5a6LRO2NRIBERABERABERABERABESguBBYtmwZJk2ahL59+6Jr165o2rRpWMy09dZbo0OHDrj88svxyCOPYP78+fj5558zelrbbrst2rZtG3ZgGjBgAJ599lm89957WLlyJV5//XU8+uijuPrqq3H88ceHx2xsvvnmGT0fDW5dCaidCIiACIhAUREwy/+NZDNLLHoyi+x1HY9Z1N5M2kwMzMTAbOMx4KPq9txzzwI9qq5evXp44403wgcnzDbe2M10bTMxMBMDMzEwEwOzzGJw7rnngo+m23HHHdP+LyPz+Ttp6lQ9ys4ss76fZhqPWellkPY/4hyJZrmZ5UjJ5ZpZrpgC2QS00CmbhSwREAEREAEREAEREIGSQEBzKLUE+JgILvThwiVu9R1/DBv/+MBHt/Xp0wfc6ejtt98GH0+XyaB22WUXcA5XXHEFHn74YcyYMQNffPEFVqxYgZdffhmDBw8Oj9U78sgjwcfpVahQIZOno7GJgAiIgAiIQLEiYGaJhUzpDtwsu42ZbDMxMBMDs+LBgI+qu/TSS9GpUyfwsUHp/rvnhwv4WKL69esnfmaYFY85m5WQcWoeeu3pNaDXQDF5DTRq1Ah8P4q/a9L9PcPfSXzf58orr8SqVav0vS4m32sz/Y41EwOzVAbp/rs3y26XbpvSmqeFTqX1O695i4AIlFoCmrgIiIAIiIAIFGcCv/32G+bOnRseKXfeeeehTZs24C5HZgZ+0u2MM84Ij6Ljp7E//fTTjJ5qpUqVsMcee+DEE08Mu02NGjUKr732Wtid6aOPPsLkyZNx++23h0+Ht/F51q5dO6Pno8GJgAiIgAiIQEkkYFZ832guid8PzUkECpsAHwu077774r777ku7az6qjh9GGDt2rB5VlzY1JYqACIiACPBRdtxx/IEHHgg7jadDJCsrK7zPtf/+++Prr79Op4lyREAEihkBM91zrsu3TAudUqnJEwEREAEREAEREAEREAERyAACfPPm+eefx6233orTTjsNLVq0wKabbopq1aqhdevWYTejIUOGYNasWfj2228zYMRrHsKWW24JviHVo0eP8ObUU089FT7F9+OPP+Ktt97C6NGjccMNN+Ckk05Cy5YtsdVWW625M9WIgAgUFgH1IwIiIAIFJmCW/Qa0WWQXuBM1EAERyBgC/GBB06ZNw//J0x0Ud4t98803ceaZZ6bbRHkiIAIiIAIikEKgZ8+eWLRoEXbccceU+NqcBQsWgL+zXnzxxbWlqS5vAoqKQMYQMIvuI82ydcYMrpgNRAuditk3TMMVAREQAREQAREQAREQgaInsOGu8P7772PMmDG49tprwcfLNWjQAGXKlMH2228Pbs99zTXX4PHHH8fChQvx+++/b7iBrcOV6tSpg0MOOQQXX3wx+Om8qVOn4pNPPsEPP/wQdqHip74vu+wycJvyxo0b69Pf68BYTURABERABEQg0wiYZb9BbSbbTAzMxMAssxnw8T/r+qg6PnZIj6rL7O+vmcZnVhAGyjUTAzMxMNuwDPgou3feeQd8jyjd/9/+9NNP4b2yq666CqtXr9aj7Dbw98xsw75GzHQ9s5LHIN1/78rLn4AWOuXPSBkiIAIiIAIikEpAngiIgAiIQIE35ysAAAAQAElEQVQI/PPPP3j99dcxdOjQsAiIi4G4KMjMwIVN3Mmof//+4PbdXPjEbbkLdIENmMxFWBwzF2Vxcdajjz4aFjGtWLECn3/+OaZMmYJ7770X5557Lg4++GDwE98bcHi6lAiIgAiIgAiIgAiIQGESUF8ljgAfVbfffvthwIABac+Nj6p75JFHMG7cOH1YIW1qShQBERABEciPAB9lx12/uWN5pUqV8ksP9XzP7I477gi7nXM39BBUIQIiIAKlkIAWOpXCb3pRT1n9i4AIiIAIiIAIiIAIlE4CK1euxLRp03D33XeDj2nj49r42Da+WbPPPvugZ8+euO+++/DSSy+Bf2DIZEp8TB4fl8fH5vHxeU8++STeeOMN8NNzS5cuxYQJE3DLLbfg9NNPD4+l23bbbTN5OhqbCIiACBQJAXUqAiIgAiIgAsWJAB/306RJE/DxP+mOmx9ceOutt9C9e/d0myhPBERABERABApEgO+X8VF2/J2TbsP58+eDv9OmT5+ebhPlicB6EVBjEcg0AlrolGnfEY1HBERABERABERABERABDKcwKeffoqJEyeib9++OPHEE7HHHnuAi5lq1KgRdjHq3bs3+InnefPmhYVBmTwdLlBq06YNzjvvvLAI67nnngN3lfrxxx/DLlQjR44EtwTv0qUL9tprL2y22WbpTkd5IiACIiACIiACIiACIiACGUDgv//+Ax8hffjhh+OXX35Je0THH388+Ki63XbbLe02ShQBESiVBDRpEVhvAg0bNgy/cwr6KDvuJn711Vdj1apV6z0GdSACIiACxYmAFjoVp++WxioCIiACIiACJYaAJiICIpDpBLgVNj+5PGLECFxxxRU46qijsMsuu8DMsPPOO6Nz587o06cPxo4diyVLloCPp8vkOXHMnMPll1+OYcOGYebMmfjiiy/AR87NmDEDgwcPxoUXXogjjjgC9evXR/ny5TN5OhqbCIiACIiACIiACIiACBQTAht3mNxJlo+qu+eee9IeSJUqVTB8+HA9qi5tYkoUAREQAREoDAL8/cNH2T344IPhA4Xp9Mn372677TY9yi4dWMoRAREoUQS00KlEfTs1mRJDQBMRAREQAREQAREQgQ1EgJ9onj17NgYOHBh2NWrbti24y1GZMmXCDkZ8RMOdd94J7nT0ySefbKBRrdtlKlasGHaX6tq1a9htavTo0WFXph9++AEff/wxJk+ejDvuuANnnnkmDjroINSuXXvdLqRWIiACIiACIlBYBNSPCIiACIhAkRFYl0fVcfemN998E2eccUaRjUsdi4AIiIAIiMDaCJxzzjnQo+zWRkh1IlBMCWjYhUpAC50KFac6EwEREAEREAEREAEREIHMJLB8+XI8++yzuPXWW3H66aejRYsWqFatGjbffPOw6Ie7GQ0ZMgTc6ejbb7/NzEnERlW9enXwU9k9evTAXXfdhaeffhrvvPMOfv75Z3AXqjFjxuCGG24Ij9XjPLfccstYS6niRkDjFQEREAEREAEREAEREIGCEuCj6riTK3dr5Qc70m3PR9UtXrwYXOyUbhvliYAIiIAIFA4B9ZJKYH0eZXfttdfqUXapOOWJgAiUQAJa6FQCv6makgiIgAiIgAiIQKkgoEmKQJ4Eli5dilGjRuG6667DcccdB74xwt2ZuHvR0UcfjWuuuQaPPfYYFi5ciN9++y3PPjIlyDEfcsghuOiii8BFWC+99BI+/fRT/Pjjj3jllVfw8MMP47LLLkPHjh3RqFEjVK5cOVOGrnGIgAiIgAiIgAiIgAiIgAhsBAJff/11+FAEPxDBx/mkMwQ+Kij+qLpKlSql02RD5+h6IiACIiACpZAAfz/xUXZDhw4t0KPs+vfvHx5ll+kfZCyF31JNWQREoBAJaKFTIcJUVyIgAplEQGMRAREQAREQgZJL4O+//8arr74KvtFxySWX4NBDD0WdOnVgZmHBzymnnIJ+/fph0qRJeO+995DuG/wbg5iZYffdd8exxx4LfuJs5MiRYRHTN998gy+++AJTpkzBgAED0LNnT3To0AF169aFDhEQAREQAREQARHIJiBLBERABCICelRdxEGlCIiACIhAySJw9tln61F20CECIiACJJAtWuiUzUKWCIiACIiACIiACIiACGQUge+//x7cxeiee+7BWWedhf333x9bbbVV2LmoVatWYfEPFwFNnToVX375ZUaNPedgqlatiubNm+PUU08FP1k2fvx4vPnmm/jf//4XFmNNnDgRt9xyC0477bTwCextttkmZxfyRUAE1oWA2oiACIiACIiACIhACSewatUqXHnlleCj6n766ae0Z6tH1aWNSokiIAIiIAIbmQB3bH/77bfRqVOnNY8kR83KlSvBndKvv/56rF69OketXBEQAREo3gTKFO/ha/QiIAIiIAIiIAIiIAIisO4EMqXlJ598ggkTJuCmm27CSSedhD333DNsSV2zZs3whgQfzzZs2DDMmzcvPLYtU8ad1zi4QOmggw7Cueeei/vvvx/PP/88PvjgA/z8889YsGBBeGze1Vdfjc6dO4d5VqtWLa9uFBMBERABERABERABERABERCBfAnwUXWtW7fGHXfckfZOtnwU0IgRIzBu3Lhw35XvRZRQIghoEiIgAiJQ3Anw91dBH2XHBU78YGHbtm2hR9kV91eAxi8CIpBMQAudkmnIFgEREAERSCYgWwREQAREoBAJ8I0F7mDEN9T5aeOjjz4au+yyS3jcHHWXLl1w4403YsyYMVi8eDH++eefQrx64XdVr149HHnkkejduze4CGvmzJlhVyk+co72Aw88gF69euHwww/HbrvthnLlyhX+INSjCIiACIiACIiACIhAYRBQHyJQLAlMnz4dTZo0wfz589MeP+9NeF/WrVu3tNsoUQREQAREQAQyicC6PMpu9uzZ4XcmdSbNRWMRAREQgXUloIVO60oOaigCIiACIiACIiACIiACuQnwUWyzZs3CoEGDcP7556Ndu3bYbrvtULZsWTRr1gzdu3cPnzZ+9tlnwZ2ccveQOZEKFSqgadOmOOGEE9CnT5+wCIu7Mv34449h7JzDnXfeiTPPPBMHHXQQdthhh8wZvEYiAiIgAoVGQB2JgAiIgAiIgAhkEgE+qo67xB588MEoyKPquLiJHyrhYqdMmo/GIgIiIAIiIAIFJRB/lB0fw5puWz7Kjjs78YOW/EBmuu1KV55mKwIiUFwIlCkuA9U4RUAEREAEREAEREAERCCTCHz55ZeYPHkybrvtNvAN85YtW4KPYdtiiy3Qpk2bsJsRdzWaMWMGuMtRJo0951iqV6+OVq1ahQVLXLj0zDPP4N1338Uvv/wSdpcaO3Zs2G2qa9euaN68OZif6EOGCIiACIiACIiACIiACIiACGwgAvFH1fE+LCsrK62rVqpUKTymjrvr0k6rkZJEQARyE1BEBEQgowjwUXbjxo3DQw89hHR/v3GB00033QQueNKj7DLq26nBiIAIFJCAFjoVEJjSRUAEREAERKAgBJQrAiJQ/Alwwc+oUaNw/fXXo3PnzmjUqFHYnalOnTro2LEj+EnikSNHgjsd/fbbbxk9Ye64xE89X3jhhRgyZAimTZuGZcuWgTs0zZs3LzyCjo+i42P1+MmwdN8kyehJa3AiIAIiIAIiIAIiIAIisAEI6BJFT2BdH1W3ePFiFGTHi6Kfia4gAiIgAiIgAoVH4KyzzsKiRYtQr169tDudrUfZpc1KiSIgAplJQAudMvP7UlpGpXmKgAiIgAiIgAiIQEYQ+PPPPzF//vzwCahLLrkEhx12GHbccUeYGRo3boxTTjkFt9xyCyZOnIilS5eCn37KiIGvYRC77747jjnmGFxzzTV47LHHwEVM/JQWd6GaOnUq7rvvPvTs2RPt27fHTjvttIZeFBYBERABERCBQiOgjkRABERABERgnQnwUXXXXnst+KENPapunTGqoQiIgAiIQAkmwA8svv322wVa2Bt/lF3fvn0z/r3OEvytK4lT05xEYIMQ0EKnDYJZFxEBERABERABERABEcgEAlzsM2XKFNxzzz04++yzccABB2DrrbfGJptsgv322w/nnHMOBgwYAOZ88cUXmTDkNY6hatWq2HvvvXHqqaeiX79+mDBhAt566y38+uuveO+99zBp0qQQZz0fS1ezZs019qWKjU1A1xcBERABERABERABERABEciLAO/hWrdujf79+0OPqsuLkGIiIALFi4BGKwJFRyD5UXaVK1dO60L8MGefPn3Co+y48CmtRkoSAREQgQwgoIVOGfBN0BBEQAREQAREQATWQkBVIrAOBD766COMHz8eN998M0466STstdde4A3+tttuG3Zruuyyy/Dwww/jlVdewQ8//LAOV9hwTbhA6aCDDgo7MHEnphdeeAEffvgh/ve//2HhwoVhxybu3HTcccdhjz32wKabbrrhBqcriYAIiIAIiIAIiIAIiIAIiEBhEcjRjx5VlwOIXBEQAREQARFIgwAfZcf3DPUouzRgKUUERKDYEtBCp2L7rdPARSAioFIEREAEREAESisBPr5g0aJFePTRR3HllVeiY8eO2HXXXcPj5nbbbbewVfMNN9yAMWPGhJ2O/v7774xGxTcfjjjiCPTu3RvDhg3DrFmzsHz5cvATzDNnzsSQIUNw4YUXhoVanGfZsmUzej4anAiIgAiIgAiIQOESUG8iIAIiUFoIcHeJ66+/HocccggKsrvEGWecgcWLF4P3g6WFleYpAiIgAiIgAnkRWJdH2fE9yHbt2oUPjqa7i2Je11ZMBERg/Qmoh/wJlMk/RRkiIAIiIAIiIAIiIAIisPEI/Pzzz5gxYwYGDRqECy64ALzhrlWrFsqVK4fmzZuDb2bfcccdmDx5Mj7++OONN9A0rly+fHk0adIEJ5xwAm688UaMHTs27Mr0008/4ZNPPsFzzz2HO++8E2eeeSYOPPBAbL/99mn0qhQREAEAgiACIiACIiACIiACIlACCPCPrG3btsUtt9wCLnhCGkelSpUwbtw4DB8+HLTTaKIUERABERCB4ktAI0+TQPxRdtzVnjvdp9OMHyzlB0cPPvjgAi02Tqdv5YiACIhAYRLQQqfCpKm+REAEREAEREAERCAjCRSPQX3xxRdhsdLtt9+Obt26YZ999sFmm22G6tWrh8VNvXr1wuDBg8OipxUrVmT0pLbYYgu0atUK3bt3DwuXuAhr6dKl+O2337BkyZKwwKlPnz5hwdPee+8N5mf0hDQ4ERABERABERABERABERABEShiAvFH1c2ePTvtK3H3psWLF4cdfdNuVKITNTkREAEREAERSCXQo0eP8EFL7iafWrNmL/47ef78+WtOUo0IiIAIbEQCWui0EeHr0iIgAhlCQMMQAREQARHYoATeeecdjB49GnwUQZcuXdCoUaOwO9OOO+4YHj931VVXYeTIkXj99dfx66+/btCxFfRijwNMnAAAEABJREFU3HGpQ4cO4ZFyDzzwAPgmwGeffQbu0DRv3jw88sgj4VF0Rx11FBo0aICKFSsW9BLKFwEREAEREAEREAERKCwC6kcERCAjCXDnJu4eUdBH1fGDJVzkxMVOGTkxDUoEREAEREAEMoTAuj7KrnXr1ujXrx/0KLsM+UZqGCIgAgkC+S50SmTKEAEREAEREAEREAEREIE0Cfzxxx/gQh9ujXzppZfisMMOw0477QQzC49uO/nkk8OjCCZMmADudMRtkdPseqOk1a9fH8cccwyuvvpqPPbYY+Cnmb777jssX74cL730Eu677z6ce+65YecpLtiCDhEQAREohgQ0ZBEQAREQAREQARHY0ATij6q7+eab035UXfxRPPxgiR5Vt6G/Y7qeCIiACIhAcSUQ//05bNgwFORRdtdddx30KLvi+l3XuEWg5BLQQqeS+73VzERABERABERABESgyAl88803mDJlCu69916cffbZ4Kd8tt56a1StWhX7779/iLGOOZ9//nmRj2d9LrDJJpugWbNmOOWUU8InlSZOnAh+OpiPm3v//fcxadIk9O/fH6eeeir23Xdf1KhRY30up7YiIAIiIAIiIAIiIAIiIAIiUKoJzJ49O3wQhjpdENy96e2339aj6tIFprx1IaA2IiACIlCiCZx55pl46623oEfZlehvsyYnAiWegBY6lfhvsSYoAiIgAhuCgK4hAiJQ0gl8+OGH4O5Lt9xyC7gb01577QV+Cmi77bYLuzVx1ybu3jR37lz88MMPGY2DC5QOPPBA9OzZEwMGDMCLL76Ijz76KDwmb9GiRXj88cdxzTXX4Nhjj0XTpk3Doq2MnpAGJwIiIAIiIAIiIAIiIAIbjIAuJALrT4CPquvTpw/atm2LlStXpt1h/FF1BfnDbNqdK1EEREAEREAEShGBdVk4zF0Y+SHXW2+9VY+yK0WvFU1VBDKVgBY6bYjvjK4hAiIgAiIgAiIgAsWAwL///ouFCxdi5MiRuOqqq9CxY0fwptfMUL9+fXTp0gXXX389Ro8eHT7189dff2X0rOrWrYvDDz8cl112Gbgl8+zZs/HVV1+Bj5ybNWsWhgwZgosuugiHHnoodtllF5QpUyaj56PBiYAIiIAIFAMCGqIIiIAIiIAIiMBaCXBhExc49e3bV4+qWyspVYqACIiACIhA0RLgh1jHjRsX3jctyKPs+AFRPsrup59+KtoBZnrvGp8IiMBGJaC/5mxU/Lq4CIiACIiACIiACGx4Aj/++CNmzJiBwYMHo1evXmjfvj1q1aqFChUqoEWLFujWrRtuv/12TJ48Oex0tOFHmP4Vy5cvj8aNG4fHFtx4440YM2YMuCvTzz//jE8//RTPP/887rrrLnBLZn7iiPNMv3dlFjYB9ScCIiACIiACIiACIiACIlB6CfDDJ02aNAF1uhT44Rs9qi5dWsoTgcwhoJGIwP+zdxYAklRXFz4Xgvy4W5AQCGHRoMGCJbhbcHdf3J3gBHe34K5Bg7sHCxogBEuCJ8DC/ufc6urpmZ3pmd0d6Z45Ne+8e999Uq++7mUer2q6TaB5CGjf1F9l1zyvl2dqAiZQEPCDTgUH5yZgAiZgAiZgAibQ1wS6/fxvv/12Pqx0zDHHYNNNN8WCCy6ICSaYAJNMMgl++9vfYocddsCpp56Ke+65Bx988EG3n787B9S8NX9dh67n5ptvxssvv4yvvvoK2vTWXx8dfPDBWGeddTDPPPPkdXbn+T2WCZiACZiACZiACZiACZiACZjAiBHQV9Udeuih+VV1+tqbro6iG6/PPfcc+uFX1XUVgduZgAmYgAmYQK8QGJEHi//xj39gscUWyz+Y7ZVJ+iQmYAImUEPADzrVwLBrAibQyAQ8NxMwARMwgY4IPP/88/lJRgceeGB+spE+4egnP/kJ9NVt+vq5vfbaCxdeeCEee+wxfP755x0N0xDxqaeeOj9hSp80pU+c0kNY77zzDvQJTY888gjOP/987LHHHlhxxRUxaNCg/BSqhpi4J2ECJmACJmACJmACJtBNBDyMCZhAfyJQflWdPoFXDzx15dpqv0pnzDHH7EoXtzEBEzABEzABExhJAuXv3/POOw9d/Sq7IUOGYO+998byyy8Pf5XdSL4A7m4CA5LAiF+0H3QacXbuaQImYAImYAImYAK9RkCfXPTQQw/hnHPOwW677Zb/86gHmSICv/rVr7DeeuvhsMMOw9VXX42//vWv+OGHH3ptbiNyIv2V0Kqrrpr/I3zRRRfh0Ucfxccff4z33nsPd911F04++WRst912+Re/00033Yicwn1MwARMoH8S8FWZgAmYgAmYgAmYQJMQuP/++zG8X1U366yz5qf2/v73v2+Sq/Q0TcAETMAETKCHCPTRsJttthmG96vsbr/99vyd/8QTT/TRrH1aEzCBgUbADzoNtFfc12sCJmACJmACJtDQBPQVcnfccQdOPPFEbL311tDH/0422WQYd9xx8Zvf/AZbbbUV/vjHP0L/86ivpmvki9FfAelr5NZff30cfvjhuOaaa6BPn9JDW6+++iquv/56HHnkkdhoo42wwAILYNJJJx3py/EAJmACJmACJmACJmACJmACJmACfUtg6NCh+f+A+sr04fmqui222AJPP/20v6qub1++pjm7J2oCJmACJtBzBPRHqi+88EJ+e0BXz6Kvslt44YVx7LHHdrWL25mACZjACBMYZYR7uqMJmIAJmECzEfB8TcAEGoiAHvS59tprc/N3gw02gB4IGnvssfHTn/4Uyy23HHbZZRecffbZeOCBB6CP+m+gqQ8zFT2Iteiii+aDWSeccAL0oNbrr78OPdD01FNP4dJLL8V+++2HNdZYI/+yR9c5zCAOmIAJmIAJmIAJmIAJmIAJdBcBj2MCfUZA//+69NJL44ADDujyJw3rj2SuvPLK/ATjMcYYo8/m7hObgAmYgAmYgAm0ECh/P+ur7OS31HTs6avs9txzz/w2An+VXcecXGMCJjDyBPygU5WhHRMwARMwARMwARPoXgLfffcd9HG9+mq2ffbZB6uuuipmnnlmRAQGDRqENddcMzd/L7vsMjzzzDP45ptvuncC3Tza9NNPn/+Tuuuuu+YGtB7C0l/qfPTRR9BXEpx55pkYPHgwlllmGcw444x5nd08BQ9nAiZgAiZgAt1AwEOYgAmYgAmYgAn0BIFHHnkk/7jl7rvv7vLw/qq6LqNyQxMwARMwARPoEwL6KjvtXetTnro6AX0bgb6+VnvjXe3TM+08qgmYQH8l4Aed+usr6+syARMwARMwARPoNQKffvop7r33Xpx++unYcccdsdRSS2HqqaeG/hL117/+NTbZZBMcddRRuPHGG/Haa6/12rxG5EQ/+clPMPvss2OttdbCgQceiD/96U/51QGfffYZ3nrrLdx66604/vjjoa8U0FfpTTXVVCNyGvdpZAKemwmYgAmYgAmYgAmYgAmYgAkMBwF9Vd0RRxwBfdLv8HxV3ZZbbpn/vznDDDMMx9nc1ARMoNsIeCATMAET6CIBPeT03HPPDfdX2S2yyCK5l9zF07iZCZiACXSZgB906jIqNzQBEzABEzABwAwGNgE96HPzzTfjmGOOgf6SZcEFF8SEE06ISSedFL/97W+x/fbb49RTT4X+elWfdNTItCaYYAIssMAC2HTTTXH00UfjpptuwiuvvJKfKvXCCy/gqquuwiGHHIJ1110Xc889N8Yff/xGvhzPzQRMwARMwARMwARMwARMwAS6lYAH6xoBfS2Nvqpuv/32G+6vqjv77LPzD4S6dia3MgETMAETMAET6EsCY445JvRVs+effz66+lV233//PXbffff8loDPP/+8L6fvc5uACfQzAn7QqZ+9oH18OT69CZiACZiACfQLAvrrlCuuuAIHHXRQ/pWKPmZ3tNFGg/7KdOWVV8Zee+2FCy64AI899hj0SUeNfNE//elP8bvf/Q477LADTjvtNNxzzz34+9//jv/85z949NFHof8x3XPPPbHSSivl1+rpOhv5ejw3EzABEzABEzCBhiDgSZiACZiACZgA/FV1fhOYgAmYgAmYwMAjoD+c9VfZDajX3RdrAg1JwA86NeTL4kmZgAmYgAmYgAn0NIEvvvgCDz/8MM4991zstttuWGGFFfDzn/8cEYG55porP8no0EMPxdVXX40XX3wRQ4YM6ekpjdT4M800E1ZZZRXsvffeuPDCC/MhrE8++QTvv/8+7rrrLpxyyinYbrvtsOSSS2LaaacdqXO5swmYQGcEXG8CJmACJmACJmACJmAC/ZeAvqruqKOOyq+qG55PM/ZX1fXf94SvzAQGLgFfuQkMTAIj8lV27777LvRVdieccMLAhOarNgET6FYCftCpW3F6MBMwARMwARMwgU4J9HIDPejz5z//GSeddBK22WYbLLbYYph88snzq9j0P1baaP3jH/+I2267DW+//XYvz274Tvd///d/+TVy66+/Pg477DBcc8010NfMff3113jttddwww034Mgjj8TGG2+MX//615hkkkmG7wRubQImYAImYAImYAImYAImYAImYAJ1CJRfVbfPPvt0/lV1lXH09Tb6qht/VV0FiI0JmIAJmIAJ9AMC5VfZ6ZsP9Lu+K5ekr7Lbdddd8w92/VV2XSHmNiZgAh0R8INOHZFx3AT6iIBPawImYAImMGIEXn75ZVx33XX4wx/+gA022ADzzjsvxh57bEwzzTRYdtllMXjwYJx11ll44IEH8PHHH4/YSXqp16STTorf/OY32GqrraC/cLn99tvxxhtv4JtvvsHTTz+NSy+9FPvvvz/WWGMNzD777Ojq/0j20vR9GhMwARMwARMwARMwgS4QcBMTMAETaDYC/qq6ZnvFPF8TMAETMAET6HkCm2yyCYb3q+xuuukmzDHHHHj22Wd7foI+gwk0AAFPofsJ+EGn7mfqEU3ABEzABEzABHqIwLfffosnn3wSF198Mfbdd1+sttpqmHnmmfPr5madddZ88EcPAF122WX5QJAeDOqhqXTLsD/72c+w3HLLQX/For9sffDBB/HBBx/kg1h6IEsPZukBLT2oNcMMM3TLOT2ICZiACTQJAU/TBEzABEzABEzABEyggQgcc8wx+QnJw/NVdfrjHf2xjv9/toFeSE/FBEzABBqPgGfUDwiM6FfZLbDAAvlNDP0AgS/BBEyglwmM0svn8+lMwARMwARMwARMoFMCn3zyCe677z6cccYZ2GmnnbDUUkvlJzPp43Dnn3/+/Go2fUWbvqpNX9nW6YB92GDUUUfFbLPNhjXXXBMHHHAA/vSnP+VfuHz22Wf5VXn6yrzjjz8e+go9fZXelFNO2YXZuokJmIAJmIAJmIAJmIAJmIAJmIAJ9DwBfVXd8ssvj7322gtDhgzp0gn1qcPXX399fqryGGOM0aU+btQRAcdNwARMwARMoDkIaO9eX1U7PF9l99133+U3MQ3ebwwAABAASURBVKyyyirwV9k1x+vsWZpAoxDwg06N8kp4HiZgAt1HwCOZgAk0DYE333wTt9xyC4499lhsvvnmWGihhTDhhBNisskmw5JLLontttsOp5xyCu6++268//77DX1d448/Pn79619DH9V79NFH48Ybb8Srr76K//3vf3jxxRdx9dVX49BDD8W6666LueaaC2rf0BfkyZmACZiACZiACZiACZhAoxPw/EzABHqUwBNPPJFfK3P77bd3+Tz6tOUXXngBq666apf7uKEJmIAJmIAJmED/IbCJv8qu/7yYvhITaCQCbebiB53aAHHRBEzABEzABEygewkMHToUzz//PK644gocfPDBWHvttXOjdPTRR8eMM86IlVZaCXvuuSfOP/98PProo9AnHXXvDLp3tKmmmgq//e1vsf322+PUU0/FPffcg3fffTfn/dhjj0F/saLrWXnllaGP7P3JT37SvRPwaCZgAiZgAibQRQJuZgImYAImYAImYAIjSkB/kLTwwgtjeL6qbuutt4a/qm5EibufCZiACZiACYw4gUbrqX3x5557Lv8ouKtz0x67vspOf/jc1T5uZwImMHAJjDJwL91XbgImYAImYAIm0J0E9NGyDz/8MM477zzsvvvuWHHFFTHDDDNglFFGwa9+9av8JKNDDjkEV111VX7C0ffff9+dp+/2sWaaaSboYSV9PP+FF14IPcT06aef5iavPmFKDznpYSd98tQ000zT7ef3gD1OwCcwARMwARMwARMwARMwARMwARNoQ6D8qjr9Ac/wflXdmWeeCX9VXRugLjYCAc/BBEzABEygDwjoq+z0R8H6Ojv5XZmCvspup512gr7K7ssvv+xKF7cxARMYoAT8oNMAfeF92SZgAiZQn4BrTaBjAu+99x7uvPNOnHTSSdh2222x+OKLY4oppsAEE0yARRZZBFtssQWOP/543HrrrXjrrbc6HqgBav7v//4vv0ZuvfXWy6+V09fL6WvmvvnmG7z22mv59XNHHXUUNt544/xauoknnrgBZu0pmIAJmIAJmIAJmIAJmIAJmEB3EfA4JtBCwF9V18LCngmYgAmYgAmYQPcQ+P3vfw99upM+5amrI950002Yc8458eyzz3a1i9uZgAkMMAJ+0GlEXnD3MQETMAETMIEBQOCVV17BddddhyOOOAIbbrgh5ptvPowzzjiYdtppscwyy2Dw4MHQX2vef//9+OijjxqayCSTTILf/OY32HLLLfHHP/4Rt99+O958803ogaZnnnkGl112GQ444ACsueaamG222aAHoBr6gjw5EzABEzABEzCB3iHgs5iACZiACZjAACFw1lln5R/4DM9X1e24447461//mp/mPEAw+TJNwARMwARMwARGgIAectLDTptvvnmXe7/99tuYe+65cf7553e5z0g1dGcTMIGmIuAHnZrq5fJkTcAETMAETKB7Cfz3v//Fk08+iUsuuQT77rsvVl99dQwaNAgRgVlmmQVrrLEG9ttvP1x66aV46qmn8PXXX3fvBLp5tJ/97GdYdtllscsuu0CbtA888AD++c9/4pNPPoH8s88+O+vU5uc//3k3n93DmcDAI+ArNgETMAETMAETMAETMAETaG4CP/zwA/TA0jbbbNPlC9EfQV1//fU4+eSTu9zHDU3ABJqbgGdvAiZgAiNLYMwxx8S5556L4fkqO51TD0ftvvvu+PHHH1W0TMAETCAJ+EGnxODMBEzABEzABLqdQEMNqE9c+stf/oIzzjgDO++8M5Zeeun8ZKaxxhoL888/PzbaaCMceeSR0Eblq6++2lBzbzuZUUcdFbPOOmt++tL++++fn8b09NNP4/PPP4f+ykOf1qRPbdpqq63yU5z0tXptx3DZBEzABEzABEzABEzABEzABEzABLqJQNMO88UXX+C3v/0tTj311C5fg/5//MUXX8Sqq67a5T5uaAImYAImYAImYAIlgRH5Krvjjz8+v2Xiq6++KoexNQETGOAE/KDTAH8D9N3l+8wmYAImYAI9QUBfx3bLLbfguOOOg/7SYeGFF8ZEE00EPeyzxBJLYLvttsu/uLzrrrvw3nvv9cQUum3M8cYbLz82f+ONN8ZRRx2FG264Aa+99hq+/fbb/Gj8q6++GocddhjWW2+9/Ahbte+2k3sgEzABEzABEzABEzCBbiLgYUzABEzABBqRwBtvvIF55pkH999/f5enp0990h8a6dOUu9zJDU3ABEzABEzABEygDYHyq+w23XTTNjUdF++++27MN998eOeddzpu5Jo+JuDTm0DvEfCDTr3H2mcyARMwARMwgW4hoI9ofeGFF/IjXg8++GCss846mHPOOTHGGGNgxhlnxEorrYQ99tgD559/Ph555BH85z//6Zbz9tQgU001FZZccklsv/32OOWUU6D/YdFDWPqEpsceewwXXngh9tprL6yyyiqYaaaZoE906qm5eFwTMAET6HUCPqEJmIAJmIAJmIAJmIAJ9DIBPdykh5z0sFNXTl1+VZ0+JVp7D13p4zYmYAImYAJtCLhoAibQisCYY46Z9zCG56vs9G0Uc889d973aDWYCyZgAgOOwCgD7op9wSZgAiZgAibQJAQ+++yzXLCfd955+eDSiiuumA8y6UEfPdikB5wOOeSQfOBJDz599913DX1lv/jFL7Dyyitjzz33xAUXXIBHH30U//rXv/CPf/wD99xzT35U/g477JAfmz/11FPntTgzARMwARMwARMwARMwARMwARMwARPoPgKnnXYafve730FfW9eVUXvrq+q6Mhe3MQETMAETMAET6H8Ehver7PSH3Ystthguu+yy/gfDV2QCJtBlAqN0uaUbmoAJNBoBz8cETKCfENCnF+mr5E4++WRsu+22WGKJJaCvmptwwgmhr57bYost8qvobr31Vuir6Rr5ssccc0zMNddcWHfddXHooYfiqquuwosvvoj//ve/+Nvf/oYbb7wRRx99NDbZZBMssMAC+bV6jXw9npsJmIAJmIAJmIAJmIAJNAABT8EETMAEuoWAvnpOf2A0ZMiQLo2nr5P561//ip/97Gddau9GJmACJmACJmACJjAiBMqvsltvvfW61F1rmQ022AC77LJLl9q7kQk0EQFPtYsE/KBTF0G5mQmYgAmYgAmMLAF9rOr111+PI444AhtttBHmm28+jDvuuJh22mmx9NJLY+edd8aZZ56Jv/zlL/joo49G9nQ92n/iiSfGIossgi233BLHH388brvtNrz11lv5QNMzzzyDP/3pTzjggAOw1lprYbbZZoMegOrRCXlwEzABEzCBAUzAl24CJmACJmACJmACJlCPwA8//IDVVlsNZ511Vr1m1Tp9kvQJJ5yQXydTDdoxARMwARMwgT4n4An0ZwK6h6BPaTr22GMxyiijdOlSTzzxROibL3788ccutXcjEzCB/kOga/+V6D/X6ysxARMwARMwgR4l8M033+Cpp57CpZdeiv322w+rr746ZpllFkQEBg0alGXFL7nkkmz31VdfoZGP6aabDssuuywGDx6cG6L3338/PvzwQ3z66ad48MEHcfbZZ2PXXXfFcssth+mnn76RL2Xgzs1XbgImYAImYAImYAImYAImYAImMGAJ6Mbf+uuvjxtuuKFLDMYbbzzccccduQ/QpQ5u1DgEPBMTMAETMAET6AcEdt99d9x8880YZ5xxunQ1V155JfQNEkOHDu1SezcyARPoHwT8oFP/eB19FSZgAiNIwN1MYEQJ6BOX9NCPPoFJDwEts8wy+clMY489dn5S04Ybbpif3KRPcHrllVdG9DS90k9/HaGHsdZYYw3sv//++ZDW008/jS+++ALvvPMObr/9dugvObfaaissuuiimHzyyXtlXj6JCZiACZiACZiACZiACZiACXQXAY9jAgORgG746cafbgB25fp/9rOfQfsBv/vd77rS3G1MwARMwARMwARMoEcILL/88njyyScxzTTTdGl8/WH51ltv3aW2bmQCJtA/CNR70Kl/XKGvwgRMwARMwARGgoC+ju3WW2/Nr2fbYostsPDCC0Nf2zbFFFNg8cUXx7bbbouTTjoJd955J957772ROFPPd9XX5M0///z5tXlHHnlk/jWnvk7v+++/x0svvYRrrrkGhx12GPSXnnPPPXd+rV7Pz8pnMAETMAETMAETaAACnoIJmIAJmIAJmEA/JKAbfrrx15VLW2yxxfDMM89gxhln7EpztzEBEzABEzABE2hOAk0z65lnnhnPPvts/mF5VyZ9zjnnYI899uhKU7cxARPoBwT8oFM/eBF9CSZgAiZgAiNHYMiQIXjhhRdw1VVX4ZBDDsG6666LX/3qVxhjjDEwwwwzYMUVV4Q+LvW8887DI488gn//+98jd8Ie7j3llFNiiSWWwHbbbYdTTjkFd911F95///38hKbHH38cF110Efbee2+sssoq+OUvf9nl77vu4Wl7eBNoYAKemgmYgAmYgAmYgAmYgAmYgAk0FwHd6NMNv67MetNNN8U999yDCSecsCvN3cYE+jEBX5oJmIAJmEAjEdAfnT/00EP5x9ldmddxxx2Hgw46qCtN3cYETKDJCfhBpyZ/AT19EzABE+hzAk00gf/85z949NFHcf7552PPPffESiutlH+pONpoo2HOOefE2muvjYMPPhhXXHEFnn/+eXz33XcNfXX6K0tdgzYvdU26Nj2E9cEHH+Dee+/Faaedhh122AH6yPmf/vSnDX0tnpwJmIAJmIAJmIAJmIAJmIAJmECDE/D0moaAbvDpRl9nEx511FFx8skn5z6J/M7au94ETMAETMAETMAEepvA6KOPjksvvRTHHntsl/5o+9BDD0VX1kG9fR0+nwmYQPcS8INO3ctzmNEcMAETMAET6H0C+vQifYqRPs1In2q05JJLQp9yNNFEE2GhhRbC5ptvnoviW265BW+++WbvT3A4zqhPldKnS62zzjr5aVP61Cl9+tT//vc/vP7667jppptwzDHHQH99ucACC/ivL4eDrZuagAmYgAmYgAmYQHcS8FgmYAImYAIm0AgEdGNPN/g6m8soo4yCyy67DDvuuGNnTV1vAiZgAiZgAiZgAn1OoPzWjYjodC764/BTTz2103Yj2sD9TMAE+p6AH3Tq+9fAMzABEzABExhBAq+++ipuuOEGHHnkkdh4440x//zzY9xxx8U000yDpZdeGjvttBPOOOMM3Hffffjwww9H8Cy9000fwbrwwgtjiy22yL82uPXWW/HWW29BDzTpe6gvv/xyHHjggVhrrbUw++yz59fq9c7MfBYTMAET6BYCHsQETMAETMAETMAETMAETKCHCVx33XXQjb2unObCCy/MT7buSlu3MQETMIHhIOCmJmACJtBjBDbZZBOcfvrpXRpfD3PfeeedXWrrRiZgAs1HwA86Nd9r5hmbgAmYwIAi8PXXX+Ppp5/Ojybdf//9scYaa2DWWWfNjygfoZJVAAAQAElEQVQdNGgQVlttNey77764+OKL8eSTT+Krr75qaD7TTjstlllmGey8884488wzcf/99+Ojjz7Cp59+ioceegjnnHMOdtttNyy//PKYfvrpG/paPDkTMAETMAETMAETMAETMAETMAETMIHhIdBzbfWJ1RtuuGGXTqBPwO5q2y4N6EYmYAImYAImYAIm0EsEttlmGxx++OFdOtvaa6+Nv//9711q60YmYALNRcAPOjXX6zUwZ+urNgETGBAEPv7443zo56yzzsLgwYOx7LLLYrrppsM444yDeeedF9qA+8Mf/gD9deLLL7+MoUOHNiyXiMAss8yC1VdfHfvttx8uueQSPPXUU/jyyy9zUX3HHXfgxBNPxNZbb41FF10Uk002WcNeiydmAiZgAiZgAiZgAiZgAr1GwCcyARMwARMYIQLffPMNVlxxRch2NsAhhxyCHXbYobNmrjcBEzABEzABEzCBhiWg+y577bVXp/P77LPPsPLKK+P777/vtK0b9DIBn84ERpKAH3QaSYDubgImYAImMHwE3n77bdx22204/vjjseWWW2KRRRbBJJNMgsknnxyLL7449DT+SSedhD//+c949913h2/wXm6tr8mbb775sNFGG+GII47A9ddfD32d3g8//ICXXnoJ1157bf5lwQYbbIB55pknH9rq5Sn6dCZgAiZgAv2IgC/FBEzABEzABEzABEzABNojoD8O035Ee3W1MT3gdOCBB9aG7JuACZiACTQgAU/JBEygcwJHHXVU3k/qrOULL7wAfY1dZ+1cbwIm0FwE/KBTc71enq0JmIAJNAWBIUOG4MUXX8RVV12FQw89FOuuuy7mmmsujDnmmPj5z3+OFVZYAbvvvjvOPfdcPPzww/jXv/7V0Nc1xRRTYIkllsC2226Lk08+Gfpe5/feew9ffPEFnnjiCVx00UXYZ599sOqqq+KXv/wlIqKhr6efTs6XZQImYAImYAImYAImYAImYAImYAIDjsDZZ5+dn37d2YXrj830lXWdtWuCek/RBEzABEzABEzABJLA6aefnvefslAn0zeJXHPNNXVauMoETKDZCPhBp2Z7xTxfExghAu5kAj1HQB/9ecMNN2DPPffMjwD9xS9+gdFGGw1zzDEH1l57bRx00EG44oor8Nxzz+Hbb7/tuYl0w8gzzjhjftT7HnvsgfPOOw+PPPII/v3vf+Of//wn7r33XmjRrCf/l1pqKUw99dTdcEYPYQImYAImYAImYAImYAImYALdScBjmYAJDCQC+iMzfUpTZ9e86KKLQjf4OmvnehMwARMwARMwARNoJgIRgYsvvhgLLrhgp9PeeOON8corr3Tazg1MoHkIDOyZjjKwL99XbwImYAImMLwEygebdtllF8w777yYcMIJsdpqq+HYY4/FzTffjDfeeGN4h+zV9qOPPjrmnHNOrLPOOjj44INx5ZVX4vnnn8+HsF5//fW8hmOOOQabbbZZLo51fb06QZ/MBEzABEzABEyg5wh4ZBMwARMwARMwARPoJwQ+//zz/GOt77//vu4VTTXVVLj++uv96dN1KbnSBEzABEyg3xHwBQ0YAj/5yU9yrTPxxBPXveZvvvkm/1hftm5DV5qACTQFAT/o1BQvkydpAiZgAn1L4M9//jMOOOAALLnkkphsssnywaYTTzwRTz/9dN9OrM7ZJ5poIiy88MLYfPPNcdxxx+GWW27Bm2++mQ80Pffcc7j88svz06Z+//vf56dP6QGoOsO5ygQGBAFfpAmYgAmYgAmYgAmYgAmYgAmYQHMQWHPNNfHuu+/Wneyoo46af9ClPZK6DV054Aj4gk3ABEzABEygPxGYfPLJoa+mG2WU+o8+6A/19clO/enafS0mMFAJ1P/XPlCp+LpNwARMYFgCAy7y1Vdf5cea6+PNl112WRx++OG477770NlfCvY2qGmmmQZLL700dt55Z5xxxhn4y1/+gg8//BD/+te/8NBDD+Hcc8/FbrvthhVWWAE///nPe3t6Pp8JmIAJmIAJmIAJmIAJmIAJmEBzEfBsTaDhCVx44YW4++67O53n8ccfj7nnnrvTdm5gAiZgAiZgAiZgAs1OYPHFF8/7WJ1dhx6Iuuqqqzpr5noTMIEGJzBK98zPo5iACZiACfQXAq+++mp+etMcc8yBbbbZBg8++GBDXNqgQYOw+uqrY99998Ull1yCJ598EnoYS3+9qE+c0idMab6LLbYY9PQ+fJiACZiACZiACZiACfQAAQ9pAiZgAiZgAibQlwS+/PJL7LHHHp1OQX/wpT8K67ShG5iACZiACZiACZhAuwSaL7jPPvvkH8Z3NvPBgwfnt3901s71JmACjUvADzo17mvjmZmACZhArxLQXwJuuumm+TVu+vSmt99+u1fPr5ONM844mHfeebHhhhviiCOOwHXXXYdXXnkFQ4cOxcsvv4xrr70Wf/jDH7DBBhtku7HHHlvdLBMwARNoHAKeiQmYgAmYgAmYgAmYgAmYgAn0IIFDDz0Un376ad0zzDDDDLjiiivqtnGlCZjASBJwdxMwARMwgYYkcOWVV2K66aarO7d//vOfeQ+qbiNXmoAJNDQBP+jU0C+PJ2cCJmACPU9AX/G21VZbYamlloI++rwnv5quvBp94pI+RnTbbbfFSSedhDvvvBP6ZCb9VaI+qeniiy+GnrxfbbXVMPPMM5fdbE3ABEzABEzABEzABEzABEzABEzABJqAgKfYMwTeeuut3EepN/pYY42FW265BfpjsnrtXGcCJmACJmACJmAC/ZHABBNMgJtuugmjjTZa3cs7+uij875U3UauNAETaFgCftCpcV4az8QETMAEep2AvvJtwQUXxDnnnNMj59ZfEOqj0nfffXecd955ePjhh/Hvf/8bH374Ie677z6cfvrp2GmnnfIhq2mmmaZH5uBBTcAETMAETMAETMAETKDBCHg6JmACJmACJjBCBPSHap39gdoll1ziPxobIbruZAImYAImYAIm0F8IzDHHHDjllFPqXs63336LXXfdtW6bbqj0ECZgAj1EwA869RBYD2sCJmACjU7ggAMOwLLLLovXX399pKc6xhhjQJ/QdPDBB+dHoz///PP5/cZvvPFG/hXhsccei8022wwLLbQQJpxwwpE+nwcwARMwARPozwR8bSZgAiZgAiZgAiZgAiZgAm0J3HrrrbjnnnvahluVV1xxRay++uqtYi6YgAmYQOMS8MxMwARMoOcIbL311lhsscXqnuDaa6/FAw88ULeNK03ABBqTgB90aszXxbMyARMwgR4j8Ne//hXjjjsuDj/88BE+xySTTILll18eBx10UH4y0//+97+0Kq+99trQ0/Kjjz76CI/vjnUIuMoETMAETMAETMAETMAETMAETMAETKD/E6i5Qn2Kkz4RuyY0jDvqqKPihBNOGCbugAmYgAmYgAmYgAkMVAL6VpGIqHv52267LX744Ye6bVxpAibQeAT8oFPjvSae0UgQcFcTMIH6BI4++mjMPvvs+Oqrr+o3bKd2nnnmwfHHH48HH3wQn3zyCfSXhPoEJ32SUzvNHTIBEzABEzABEzABEzABEzCBHiPggU3ABExgIBHQA0xvvfVW3UvefvvtMeOMM9Zt40oTMAETMAETMAETGEgEZplllvy2kXrX/PLLL+OMM86o18R1fUzApzeB9gj4Qaf2qDhmAiZgAv2QgD6Cc++99x7uK9MDTmeddRaeeuop7LrrrlhkkUWGewx3MAETMAETMAET6FUCPpkJmIAJmIAJmIAJmEA/IfDpp5/ikEMOqXs1+uRu/TFa3UauNAETMAET6I8EfE0mYAKdEDjyyCMx1lhj1W114IEH4j//+U/dNq40ARNoLAJ+0KmxXg/PxgRMwAR6hMDzzz+PNddcc7jGrn3Aaautthquvm5sAo1NwLMzARMwARMwARMwARMwARMwARMwgeYgcNRRR+Gbb76pO9lDDz0UE044Yd02A7PSV20CJmACJmACJjDQCUw66aTYb7/96mLQQ076BM26jVxpAibQUAT8oFNDvRyejAk0AAFPod8R0NfUrbjiil2+rtlmmw3lJzj5AacuY3NDEzABEzABEzABEzABEzABE2guAp6tCZhAwxP49ttvcc4559Sdp76uTl9bV7eRK03ABEzABEzABExgABPYbbfdMNVUU9UlcPrpp2PIkCF127jSBJqWQD+cuB906ocvqi/JBEzABGoJrLbaanj//fdrQx36iy66KG644Qb4AacOEbnCBEzABEzABExggBDwZZqACZiACZiACZhAXxO49NJL8cUXX9SdxnHHHYfRRhutbhtXmoAJmIAJmIAJdEzANf2fwBhjjAGtmepd6b/+9S9cffXV9Zq4zgRMoIEI+EGnBnoxPBUTMAET6G4CO+64I+6+++4uDbvyyivj+uuvxwwzzNCl9m5kAiYwoAn44k3ABEzABEzABEzABEzABEzABHqYwB//+Me6Zxg0aBBWWWWVum1caQIjScDdTcAETMAETKBfEFhnnXU6vf912mmn9Ytr9UWYwEAg4AedBsKr7Gs0ARPoZQKNcbrbbrsNp556apcms/HGG+PGG2/ERBNN1KX2bmQCJmACJmACJmACJmACJmACJmACJmACJtBzBB555BG8/PLLdU+w++671613pQmYgAmYgAmYgAmYQEEgIjB48OCi0EH+8MMP46WXXuqg1mETMIFGItD7Dzo10tV7LiZgAibQjwmcd955Xbq6nXfeGRdeeGGX2rqRCZiACZiACZiACZiACXSZgBuagAmYgAmYgAmMMIHOPlFAf6y2/vrrj/D47mgCJmACJmACJmAC3UagSQbabLPNMNZYY9Wd7Yknnli33pUmYAKNQcAPOjXG6+BZmIAJmEC3Erjnnntw3XXXdTrmQQcdBC/aOsXkBiZgAibQIwQ8qAmYgAmYgAmYgAmYgAmYgAm0R+Df//43rrrqqvaqqrGtttoKY4wxRrVsxwRMoHEJeGYmYAImYAKNQUAPOW2xxRZ1J3PJJZfgiy++qNvGlSZgAn1PwA869f1r4BmYgAmYQLcT6MqnOf3mN7/BgQce2O3n7qYBPYwJmIAJmIAJmIAJmIAJmIAJmIAJmED/J+ArbIfA6aefjiFDhrRTU4RGGWUUbL/99kXBuQmYgAmYgAmYgAmYQJcJ7LTTToiIDtt/++23OPfcczusd4UJmEBjEBilMabhWQwfAbc2ARMwgY4JPPzww7j88ss7blCpOeCAA6CNsUrRxgRMwARMwARMwARMwARMoOEIeEImYAImYAIDjcCPP/6IU089te5lr7baaph66qnrtnGlCZiACZiACZiACZjAsARmmGEGLLvsssNW1EROOukkDB06tCbSG67PYQImMDwE/KDT8NByWxMwARNoAgJd+TSnvfbaC0sttVQTXI2naAImYAImYAJ1CLjKBEzABEzABEzABEzABPoZgfvvvx8fffRRC87LkAAAEABJREFU3avSJxHUbeBKEzABE+hvBHw9JmACJtCNBDpbS7377rt44oknuvGMHsoETKC7CfhBp+4m6vFMwARMoA8JPP3007jgggvqzmDeeef1V9bVJdR/Kn0lJmACJmACJmACJmACJmACJmACJmACzUXgjjvuqDvhQYMGYdFFF23VxgUTMAETMAETMAETMIGuE1hmmWWgT3aq16OzNVm9vq4zARPoeQJ+0KnnGfsMjUnAszKBfkng3nvv7fS6DjzwQIw11lidtnMDEzABEzABEzABEzABEzABE+gHBHwJJmACJtBUBDq7qbbZZps11fV4siZgAiZgAiZgAibQaAQiAhtuuGHdaXW2Jqvb2ZV9RcDnHUAE/KDTAHqxfakmYAL9n8CDDz5Y9yLXW289rLTSSnXbuNIETMAETMAETGAgEfC1moAJmIAJmIAJmIAJNAqBTz75BC+88ELd6Sy//PJ1611pAiZgAiZgAu0TcNQETKCWwAorrFBbHMZ//PHH8dlnnw0Td8AETKAxCPhBp8Z4HTwLEzABExhpAp9//jn+/Oc/1x1HH8dZt4ErTcAEWhNwyQRMwARMwARMwARMwARMwARMwAR6icAtt9xS90xTTTUVZplllrptXDmCBNzNBEzABEzABExgQBGYd955Memkk3Z4zUOHDsWdd97ZYb0rTMAE+paAH3TqW/4+uwk0NQFPvrEI6NOcvvvuu7qTWnrppevWu9IETMAETMAETMAETMAETMAETMAE2hJw2QRMoHcIdPYHbKusskrvTMRnMQETMAETMAETMIEBQKCzT3Xy19cNgDeBL3EYAs0S8INOzfJKeZ4mYAIm0AmBe++9t24LfWXdFFNMUbeNK03ABEzABEzABEzABIabgDuYgAmYgAmYgAmYwEgT0KcGdHYzzV9bN9KYPYAJmIAJmIAJjAwB9+1nBDpbW91666397Ip9OSbQfwj4Qaf+81r6SkzABAY4gdtuu60ugRVXXLFuvStNwARMoGcIeFQTMAETMAETMAETMAETMAETMIHOCDz++OP4/PPPO2w2+uijw5/U3SEeVzQEAU/CBEzABEzABJqLgB50GnXUUTuc9Mcff4wXXnihw3pXmIAJ9B0BP+jUd+x9ZhMwARMAuonBG2+8gddee63uaMsss0zdeleagAmYgAmYgAmYgAmYgAmYgAmYgAn0EAEPawKdEOjs05yWWGIJ6GGnToZxtQmYgAmYgAmYgAmYQBcJjD322FhkkUXqtu5sjVa3sytNwAR6jEBDP+jUY1ftgU3ABEygnxG4/fbb617RPPPMg+mmm65uG1eagAmYgAmYgAmYgAmYQF8R8HlNwARMwARMYKATePTRR+si0CcO1G3gShMwARMwARMwARNoAgKNNsUVVlih7pQ6W6PV7exKEzCBHiPgB516DK0HNgETMIHeI/Dee+/VPZm/tq4uHleagAmYQKMT8PxMwARMwARMwARMwARMwAT6OYGXX3657hWutNJKdetdaQIm0C8I+CJMwARMwAR6mUBnD5N3tkbr5en6dCZgAhUCftCpAsLGBEzABJqZwBdffFF3+lNMMUXd+uau9OxNwARMwARMwARMwARMwARMwARMwAT6P4H+e4Vff/013n///Q4vcNJJJ8X000/fYb0rTMAETMAETMAETMAERozArLPOinHGGafDzm+++Sa+/fbbDutdYQIm0DcE/KBT33DvvbP6TCZgAgOCQGcPOk0++eQDgoMv0gRMwARMwARMwARMwAQGLAFfuAmYgAmYQNMSePHFF+vOfZZZZqlb70oTMAETMAETMAETMIERJzDbbLN12PmHH37Aa6+91mF9n1T4pCZgAvCDTn4TmIAJmEA/IPD555/XvQo/6FQXjytNwARMwAQGAAFfogmYgAmYgAmYgAmYgAk0KoHOvhLFDzo16ivneZmACTQiAc/JBEzABIaXwKBBg+p26WytVrezK03ABHqEgB906hGsHtQETMAEepeAP9Gpd3n3w7P5kkzABEzABEzABEzABEzABEzABEzABPqIwEsvvVT3zN34oFPd87jSBEzABEzABEzABAYigc7WWp2t1QYiM1+zCfQ1AT/o1NevgM/fBAQ8RRNofAJ+0KnxXyPP0ARMwARMwARMwARMwARMoNEJeH4mYAIm0DcEOvuUgM5uvvXNrH1WEzABEzABEzABE+gfBPyJTv3jdRy+q3DrZifgB52a/RX0/E3ABEyABOo96DTOOONAYjMnEzABEzABEzABExhxAu5pAiZgAiZgAiZgAibQIwQ6e9Cps5tvPTIpD2oCJmACJjBwCfjKTWCAEejsofLO1moDDJcv1wQagoAfdGqIl8GTMAETMIGRI1DvQafJJ5985AZ3bxMwgS4RcCMTMAETMAETMAETMAETMAETMAETGF4CX3/9Nd59990Ou4099tiYcsopO6x3Re8T8BlNwARMwARMwAT6F4Hpp58eY4wxRocX9frrr+OHH37osN4VJmACvU/ADzr1PnOf0QQGIgFfcw8T8INOPQzYw5uACZiACZiACZiACZiACZiACXSFgNuYgAkMJ4GXXnqpbo8555yzbr0rTcAETMAETMAETMAERp5AvU910kNOr7zyysifxCOYQP8i0KdX4wed+hS/T24CJmAC3UNgyJAhHQ40+uijd1jnChMwARMwARMwARMwgd4k4HOZgAmYgAmYgAmYQGsC77//futAm1K9m25tmrpoAiZgAiZgAibQMAQ8kWYjMGjQoLpT7mzNVrezK03ABLqdgB906nakHtAETMAETMAETMAETGCECLiTCZiACZiACZiACZiACZiACQwwAp9//nndK5566qnr1rvSBJqSgCdtAiZgAiZgAg1GoLM1V71vVmmwS/F0TGBAEPCDTgPiZfZFmoAJ9AcCvgYTMAETMAETMAETMAETMAETMAETMIH+T8BXOLAIdHbTbLzxxhtYQHy1JmACJmACJmACJtAHBMYdd9y6Z+3s4fS6nV1pAibQ7QT6y4NO3Q7GA5qACZiACZiACZiACZiACZiACZiACTQcAU/IBEzABEzABPoVgc4edOrsplu/guGLMQETMAETMAETMIEWAr3qdfZweWdrtl6drE9mAiYAP+jkN4EJmIAJmIAJmIAJmIAJ9BsCvhATMAETMAETMAETMAETMIFmItDZTbPObro107V6riZgAt1JwGOZgAmYgAl0J4HO1lydrdm6cy4eywRMoHMCftCpc0ZuYQImYAIm0F8I+DpMwARMwARMwARMwARMwARMwARMwAT6P4EmusLObpr5E52a6MX0VE3ABEzABEzABJqWQGdrrs7WbE174Z64CTQpAT/o1KQvXE9M22OagAmYgAmYgAmYgAmYgAmYgAmYgAn0fwK+QhMwARMwgcYh8Pnnn9edTGefLlC3sytNwARMwARMwARMwAS6RKCzNVezPujUpYt3IxNoQgJ+0KkJXzRP2QRMwARMwARMwARMwARMoMcIeGATMAETMAETMAETMAET6DUCnd006+ymW69N1CcyARMwgf5HwFdkAiZgAlUC/kSnKgo7JtAUBPygU1O8TJ6kCZiACZiACTQKAc/DBEzABEzABEzABEzABEzABEzABEyguwh09qBTZzfdumsew47jiAmYgAmYgAmYgAkMHAKdPVze2adwDhxSvlITaAwCftCpMV4Hz6K/EPB1mIAJmIAJmIAJmIAJmIAJmIAJmIAJ9H8CvkITMAET6CYCnT3o1NlNt26ahocxARMwARMwARMwgQFNoLM1V2drtgENr79fvK+vIQn4QaeGfFk8KRMwgf5K4KuvvoIWQ92teryGDBnS6+esNx/XmYAJmIAJmIAJ9H8CvkITMAETMAETMAET6I8Euns/R+N99tlndVGNMsoo3b6vM3To0LrndKUJmIAJmIAJdJWA25lAXxD44Ycfun191Nl1aM2mtVt3q7Pzut4ETKB9An7QqX0ujpqACZhAjxDQg04//elPMf7443er6k32oYce6tZzae7rrrtuvVO6zgRMoD4B15qACZiACZiACZiACZiACZiACTQhgaWXXrrb91jee++9uiQmnHDCbj3nHHPMge+//77uOV3ZbQQ8kAmYgAmYgAmYQA8Q+PbbbzHLLLN06xppmmmmqTvT1157rVvPp3ttyy+/fN1zutIETKBjAn7QqWM2rjEBE+gTAv37pFNMMQUOP/zwpr/I/nANTf8i+AJMwARMwARMwARMwARMwARMoKkJePIm0HwE+sN+iK5h9NFHbz74nrEJmIAJmIAJmIAJVAiMNdZYvtdWYWFjAs1BoPtn6Qedup+pRzQBEzCBugR23nlnLLTQQnXbNHLl3nvvjbnmmquRp+i5mYAJmIAJmIAJmEDzE/AVmIAJmIAJmIAJNByB3/3ud9hyyy0bbl5dndBKK62EDTbYoKvN3c4ETMAETMAETKA3CPgcI0Rgk002wXLLLTdCfRuh07bbbovFF1+8EabiOZhAUxLwg05N+bJ50iZgAs1OQH8914zXMP300/eLp+Sbkb3nbAIm0JqASyZgAiZgAiZgAiZgAiZgAibQFwS0p6OvGumLc4/sOTX3kR3D/U2gtwn4fCZgAiZgAibQEYFmXdtMPPHEvtfW0YvquAl0kYAfdOoiKDczARMwge4ksMQSS2CbbbbpziFrx+oxX4vGUUcdtcfG98AmYAImYAImYAImYAImYAImYAImYAJdJuCGfUBgsskma8obU/vttx/mmGOOPiDmU5qACZiACZiACZhAzxCYe+65seeee/bM4D04qu61TTTRRD14Bg9tAv2fwAB80Kn/v6i+QhMwgeYg0GwLmVVWWQXrrbdec8D1LE3ABEzABEzABEzABEwARmACJmACJmACPUNghx12wCKLLNIzg/fAqL/4xS+a8uGsHkDhIU3ABEzABEzABPoZAd1r+9nPftY0V9WsH4TQNIA90QFDwA86DZiX2hdqAibQaASa7aMptVhsNIaejwmYgAmYwEgQcFcTMAETMAETMAETMAETMIERJtBM+yTNNNcRfkHc0QRMoGMCrjEBEzCBfkxgtNFGa6oHur0u68dvRl9arxLwg069itsnMwETMIHWBLbddlssvvjirYMNWDrggAMw22yzNeDMem5KHtkETMAETMAETMAETMAETMAETMAETKD/ExjRK1xsscWw3XbbjWj3Xuu3+uqr4/e//32vnc8nMgETMAETMAETMIHeJrD++utj5ZVX7u3TDvf5dtppJyy00ELD3c8dTMAEhiXgB52GZeJI5wTcwgRMoBsJNPrT27/85S9x6KGHduMVeygTMAETMAETMAETMAETMIEmIeBpmoAJmIAJ1CGgPZ1JJpmkTou+r9Ic+34WnoEJmIAJmIAJmIAJ9CyBRl/zTDHFFI3+yVM9+wJ5dBPoZgJ+0KmbgXo4EzABExheAgsvvDB23HHH4e3Wa+0bfXHYayB8IjoYp3oAABAASURBVBMwARMwARMYhoADJmACJmACJmACJmACA5nAhBNO2NA3rA4++GAMGjRoIL9EvnYTMAET6CYCHsYETKDRCcw+++zYf//9G3aautc27rjjNuz8PDETaDYCftCp2V4xz9cETKBfEtACZ/LJJ2+4a1trrbWw5pprNty8PKEmIeBpmoAJmIAJmIAJmIAJmIAJmIAJmEA/J7D11ltjySWXbLirnGWWWXDQQQf1zrx8FhMwARMwARMwARNoAAKHHXYYZppppgaYSespLL300th8881bB10yARMYKQJ+0Gmk8LmzCYw4Afc0gVoC4403XkP+BaAewKqdp30TMAETMAETMAETMAETMAETMIHhI+DWJmAC/Z9AI+6fNOKc+v87wVdoAiZgAiZgAibQ1wQacQ3UiHPq69epv57f19V7BPygU++x9plMwARMoC6BLbbYAksttVTdNr1Zeeihhzbkk++9ycDnMgETMAETMAET6HECPoEJmIAJmIAJmIAJND2BBRdcEIMHD26Y61hnnXWw2mqrNcx8PBETMAETMAETAGAIJtArBBrtm0p23313zDfffL1y7T6JCQwkAn7QaSC92r5WEzCBhifQKE91zzbbbDjggAManpcnaAL9n4Cv0ARMwARMwARMwARMwARMwARMoBkIaE9nyimn7POpjjLKKA35qeF9DqbhJ+AJmoAJmIAJmIAJdBcBrcu6a6yRGWfaaaf1umxkALqvCdQh4Aed6sBxlQmYQIMT6IfTm3/++bHbbrv1+ZU1yiKwz0F4AiZgAiZgAiZgAiZgAiZgAiZgAn1PwDMwgSYgMPbYYzfEjSzt6cwwwwxNQMxTNAETMAETMAETMIGeIfDLX/4ShxxySM8MPhyjal02xhhjDEcPNzUBE0AXEfhBpy6CcjMTMAET6C0CWvhMM800vXW6Yc6z3nrrYZVVVhkm7oAJmIAJmIAJmIAJmEBjEvCsTMAETMAETMAEGoPAZptthmWWWabPJjPnnHNin3326bPz+8QmYAImYAImYAI9S8Cjd53AgQceiFlnnbXrHbq55YorrogNN9ywm0f1cCZgAiUBP+hUkrA1ARMwgQYhMOaYY/bZXwD+5Cc/6bNzNwh+T8METKD/EfAVmYAJmIAJmIAJmIAJmIAJmECvEdAfsPXaydqcqC/P3WYqLppAXxDwOU3ABEzABEygFYG+XBv15blbQXDBBPopAT/o1E9fWF+WCZhAcxPYaKONsPzyy/fCRbQ+hRZe008/feugSyZgAiZgAiZgAiZgAiZgAiZgAiZgAk1OwNPvLQLzzjsv9thjj946XfU8+sQAfXJANWDHBEzABEzABEzABAY4gVVXXRXrrrtur1PQJ2zqkzZ7/cQ+oQkMIAJ+0Knei+06EzABE+hDAnroqDdPP/fcc2OvvfbqzVP6XCZgAiZgAiZgAiZgAibQGAQ8CxMwARMwARPoRgLa05luuum6ccT6Q40xxhj+hO76iFxrAiZgAiZgAiYwQAloXTbqqKO2XH0PezPMMIPXZT3M2MObgAj4QSdRsEzABEygAQnMNddc2HvvvXttZlrs9drJfCITMAETMIGmIuDJmoAJmIAJmIAJmIAJmIAJdJ3A6KOP3qs3uLSnM+2003Z9gm5pAiZgAh0QcNgETMAE+huBn//8572+LhtlFD+C0d/eR76exiPgf2WN95p4RiZgAiZQJaCNKi3CqoEecjbeeGMst9xyPTR6vx/WF2gCJmACJmACJmACJmACJmACJmACJtD/CQzXFW6wwQZYaaWVhqvPiDSeb775sPvuu49IV/cxARMwARMwARMwgQFBQB8qoA8X6OmLXW211bDOOuv09Gk8vgmYAAn4QSdCcOpJAh7bBExgZAjo4zT1sNPIjNFZ3//7v//r1afZO5uP603ABEzABEzABEzABEzABJqRgOdsAiZgAibQlkBP7+nofL1xDp3HMgETMAETMAETMIFmJtAba6beOEdjvAaehQn0PQE/6NT3r4FnYAImYAJ1Cay77rpYddVV67YZmUotvKaeeuqRGcJ9TcAETMAETMAEOiPgehMwARMwARMwARMwgQFHYI455sB+++3XY9e9+eabY+mll+6x8T2wCZiACZjACBBwFxMwgYYksPzyy2OjjTbqsbkddNBBmGWWWXpsfA9sAibQmoAfdGrNwyUTMAETaEgCehipJyb261//GrvuumtPDO0xTWC4CLixCZiACZiACZiACZiACZiACZiACfRHAtrTmXHGGbv90sYZZ5ym/ITubgfhAU3ABEzABEzABEygiwS0LhtzzDG72LrrzQYNGoSDDz646x3c0gRMYKQJ+EGnkUboAUygxwn4BCaAWWedFQceeGC3k9CirtsH9YAmYAImYAImYAImYAImYAImYAIjQsB9TMAE+imBnth/0ZhTTDFFPyXmyzIBEzABEzABEzCB7icwzTTT9MiD4lqXdf9sPWI/J+DLG0kCftBpJAG6uwmYgAn0FoFDDjkEM888c7edbsstt8Tvfve7bhvPA5mACZiACZiACZhAzxLw6CZgAiZgAiZgAibQnATWXnttrL766t02+YUWWgg777xzt43ngUzABEzABEygsQh4NibQcwR22203zD///N12gt///vfdus7rtol5IBPo5wT8oFM/f4F9eSZgAv2LQHc9FT7++OP3yFPr/Yu2r8YEmoyAp2sCJmACJmACJmACJmACJmACJtCwBLprT0cX2J1jaTyryQh4uiZgAiZgAiZgAiNFoDvXUt051khdlDubwAAj4AedBtgL7ss1gYFKoL9c9xprrIG11lprpC9HC6/JJptspMfxACZgAiZgAiZgAiZgAiZgAiZgAibQSAQ8FxNoVAKDBg3CwQcfPNLT22abbbDEEkuM9DgewARMwARMwARMwAQGKoGllloKW2yxxUhfvu61/eIXvxjpcTyACZjA8BPQg07D38s9TMAETMAE+oyAFk4jc/Lf/OY32GGHHUZmCPc1ARMwARMwARMwARNoTgKetQmYgAmYgAmYQB8SOOiggzDLLLOM8Awmmmgif0L3CNNzRxMwARMwARMYUAR8sZ0Q0L228cYbr5NWHVfPMccc2G+//Tpu4BoTMIEeJeAHnXoUrwc3ARMwge4nMNNMM+Gwww4b4YG1eBvhzu5oAiZgAv2agC/OBEzABEzABEzABEzABEzABHqWwMjsy6jvxBNP3LMT9OgmMCAI+CJNwARMwAQGOoHJJ598pB4g17psoDP09ZtAXxLwg059Sd/nNgETMIERJLD//vtj9tlnH+7e2223HRZddNHh7pcdnJmACZiACZiACZiACZiACZiACZiACfR/Ar7CHiWw2mqrYZ111hnucyy++OLYdttth7ufO5iACZiACZiACZiACbRPYMcdd8TCCy/cfmWd6AYbbICVVlqpTgtXmYAJ9DQBP+jUTYQ9jAmYgAn0NoHhfVp8kkkmGamn03v7+nw+EzABEzABEzABEzABE2hEAp6TCZiACZiACYwsAe3pRMRwDaM+w9XBjU3ABEzABEzABEzABDolUG+N1V7n0Ucf3ffa2gPjmAn0MgE/6NTLwH06EzABE+guAiuvvDLWX3/9Lg+nxdqEE07Y5fZuaAImYAImYAIjQMBdTMAETMAETMAETMAETMAEOiEwwwwzDNcNsp122mmEPm2gk2m42gRMwARGhoD7moAJmEC/IDC8n5qpe23TTTddv7h2X4QJNDMBP+jUzK+e524CJjDgCWhBNdpoo3XKYckll8TWW2/daTs36GkCHt8ETMAETMAETMAETMAETMAETMAETKD/E+j8Cvfdd1/MOeecnTacfPLJh+uhqE4HdAMTMAETMAETMAETMIFWBHSvbeKJJ24Va68wzzzzYI899mivyjETMIFeJuAHnXoZuE9Xh4CrTMAEhpvAz372sy5tdmmRNtyDu4MJmIAJmIAJmIAJmIAJmIAJ9AQBj2kCJmACJpAEurJfozbjjjtutndmAiZgAiZgAiZgAibQ/QQmmmgi32vrfqzFiM5NoIcI+EGnHgLrYU3ABEygtwjsueeemHvuuTs83eDBg7Hgggt2WO8KEzABEzABEzCBxiLg2ZiACZiACZiACZiACQwMAiuuuCI23HDDDi92qaWWwhZbbNFhvStMwARMwASam4BnbwIm0DgEttlmGyyxxBIdTmjTTTfFsssu22G9K0zABHqXgB906l3ePpsJmIAJ9AgB/XVfewNPNdVUXXoKvb2+jplAgxLwtEzABEzABEzABEzABEzABEzABEyg3xDQns4YY4zR7vWort2KgRH0VZqACZiACZiACZhArxLoaO019thj+15br74SPpkJdE7ADzp1zsgtTKCJCHiqA5XAcssth0022WSYy9eiTAuwYSocMAETMAETMAETMAETMAETMAETaGICnroJmEB/ITDttNO2e+Nst912w/zzz99fLtPXYQImYAImYAImYAINT2ChhRbCzjvvPMw8da9NHywwTIUDJtArBHyS9gj4Qaf2qDhmAiZgAk1IQAutscYaqzrzZZZZBvoozWrAjgmYgAmYgAmYgAkMFAK+ThMwARMwARMwARNoIgK777475ptvvuqMp5lmmnYffqo2sGMCJmACJmACJlAQcG4C3UxA99qmnHLK6qgLLrggBg8eXC3bMQETaAwCftCpMV6Hpp/F0KFDYZmB3wN9+x7Q0+SHHXZY9b8n8v2a9O1rYv7mX74Hqv8wG8TxNEzABEzABEzABEzABEygMwLlWtbW/1/j90DvvAe0j1P+u5Svr7Mz+95h3585+9q6/h4q//3ZmoAJtBDwf0O6/t8Qs+o/rPQtKVqLlf8S5Pv17T+vr1/L4Xsty38HjWj9oFMjvipNMqfa/xA0yZQ9TRPoCoGmbrPLLrtggQUWwB577IF55523qa/FkzeB/kTAvzP706vpazEBEzABEzABEzCB/ktggK1b++8L6StrSgJLL700NttsM6ywwgrYaKONmvIaPGkTaGYC/h3YzK+e596dBPxvoTtpeqxmJaA1mdZmW2+9NZZccslmvQzP2wRGmkAj/04YZfiuzq0HKoHaN3HpD1QWvm4TaHQCerpcavR5en4mMFAJlL9HZQcqA1+3CZiACZhAMxDwHE3ABAYKAa1LSw2Ua/Z1mkCjEtB+jtSo8/O8TGCgECh/L9bagXLtvs6BRaD2PV76A4uAr7Yg4Lw9AlqTSe3VOWYCA5FA+Xui1vYlBz/o1Jf0m+TcerMO71TVxxq+j34zL/PqrveAni4fbbTR/HWS/kpNvwf68D3Q1d+b5b/7rrZ3uwYi4KmYgAmYgAmYgAmYQBMTKNehsl29DLW1vHfh90DPvgemmGIKzDnnnP7/+T78/3m/x3v2Pd5IfLv6+w+Vhpp7xbUxgX5BoKvvabWzBs5/G/1at7zW+taUiSee2Osyr8sG7HugK7/s9N+MrrTriTZ+0KknqPaqChvIAAAQAElEQVSTMfXGlOpdjurbU70+qmuvj2MtvzzNwiya/T3g+fs93N/fA/pdVk8dXX9Hfcr2HdU7bgImYAImYAImYAImYALdRUBrz3pjqb491eujuvb6ONb//9/Qr7FfY78H/B5o1PeAfjfVU0fz7qxPvXrXmUCjE6h939eba1fb1Y5R28e+fzf4PeD3gN8DjfseqP1vdz2/9jXsjnb1xhiROj/oNCLURq5PU/TWG7ejiaquVNs2Zbwz27afyyZgAiZgAibQTAQ6+z1X1re9po7iZbvO6st2tiZgAiZgAiZgAk1BwJM0gYYhUK4zZTualOqktvWKdUVt+7lsAiZgAiZgAn1JoCu/u9Sm7RwVk9rGy7LqSpUxWxNoBgJ639abp+pLtW1XxuvZtn1cNoEBRsCXawJNQ6Def8vLurYXU8Zl29bVljurr207sr4fdBpZgv2wf0dvQMWl2ktWuVZlXW3MfuM+senXxq+N3wN+D/g90DPvgY5+H7YXL2O1Vq9Lbdm+CfRPAr4qEzABEzABEzCB3iBQb22pulLlXMpyaTuKl/W2PfP/FOZqrn4P+D3g90DPvgc6+v3WXryMtbV6jdrGXG6PgGN9TaDee1V1UjlH+W2lurYxl3v2v1Hma75+D/g90FfvgY7+m6+4VM5LfntSfXvx7o75QafuJtrk47X3xlNMqr00lSXFZNuqo3jbdi77P9J+D/g94PdAB++BoY4363ujvd+BiknlNckv1V5MdYrLWiZgAiZgAiZgAiZgAiYwogQ6WlMqLtWOq7JUxuTXSvHasn3/P5vfA930HvD//8PvJb+Xevs90N7vNMWkci7yS7UXq60rfVsTaEQCev+2Ny/FpbJOvqSyrOX/Nvs94PeA3wMD7z3Q0e+A2rh8qXx/yG8r1bWNdXfZDzp1N9EmHq+9N1zbmMqSLlO2Pf3444+Q6tWpfmTkvgVjczAHvwf8HvB7oG/fA/V+17VXp1jt71D5pcq6sizbXkxxywRMwARMwARMwAQGCgFf54gT6GgtWRuXX0pnKv22tvz/jrZxlcs62779fxPzN3+/B/we8Hug/feAfle1Vcmqbbwst/2dqLKketm26ijetp3LJtDbBNp7byomlXORL6ksK9X6KtdT+e/Jtv3/BpmLufg90PX3gFn1Lqv2/tuu16BtvPZ3Qlu/LMu2lcZpG+vOsh906k6aTTxWe2+02pj8jqTLLuvae/MrVqpsZzvwngD1a+7X3O8Bvwf643ug/P0m2/b62ovVtqn9/SlfUr1srdqL1dbbNwETGNAEfPEmYAImYAIm0C6BjtaQtfG2vsrtqb11rWKl2uvjmP//z+8Bvwf8HvB7oFHeA+XvK9m2c2ovVtum/CWrWHt+GZOtbaOyZQLdTGC4h2vvPVkbky9pYNl6avtvReVS9fq5zr8L/B7we8DvgcZ9D5T/HZetfZ3almvrSr/2d0dbX+VSal/63W39oFN3E23C8dq+wVSWyksp/Vorv1T5Zi+t4vJLtS2XcdvefSrTvM3b7wG/Bwbee6B3XnP9npNq+aosKVZr5beVft8qJivV+ipL7cUUt0zABEzABEzABEzABEygqwRq15SlL9ue2lvHKlaq7FOWbXvn/z3M2Zz9HujoPeC43xudvwf0u6uWk8qSYrVWflvpd61islKtr7JlAo1GoL33aG2s9GXbU+2/i7Z+e2XFrM7/O2RGZuT3gN8Djfge0O+B2nmVZVlJdbLtSb//FJeVan2VpfZiio+s/KDTyBJs8v713liq60zlG7vWtvVVthrwP9w/ek5+X/o94PeA3wMj+x7Q78m2Y9TGSl+2PWkZoXitbeurLJXt5FsmYAImYAImYAImYAIm0GUCbFi7liz9Wiu/nrTmVb1srdqL1dbb9/9z+T3g94DfA34PNOJ7oPb3V+nLtif+GoXitbatr7JUtpNvmUBfEWjvfVgbK/32rGLtSf+OFZct1bZcxm39332/B/we8HugD98Dw3n/v+1/y8tyrZVfK/1+U7k9WxuTX6psX5a7w/pBp+6g2KRjtPeGahsry7VWvv4DJSuVvuzI6ocffoBlBn4P+D3g94DfA43yHujs91o5z/batfc7UrGOpOWE6mSlWl9lywRMwARMoGcIeFQTMAET6G8E2q4ja8ulL9uR2lvbthertxaubV+2s/X/5/k94PeA3wN+D/TEe6D2d87w+vpdqD6lLX2V25PWDIrLSrW+ypYJNCKB2vdp6dda+bXv/dKXrSf9e65XX1unto0gz8G/h/we8HtgoLwHav8bXM8Xj3r1quvo94Ti+r3X1irWG/KDTr1BuUnOUb4JNd22vsptpTe2pLisVPq1/yhqfbVRuSOp3mqepzz9Wvm18nvA74H+/h7o6u8rtavHQr8fpbKN/FLl712VS19WKmPypbZlxXpYHt4ETMAETMAETMAETKCJCNRbL5Z1spIuS7aU1qqlL6tyR2pv/atYe+poDMf9/5N+D/g94PdAQ70H0KyvR3u/exRrez3txWrbtP3dp3Kp2t+ZpS8rqY1sqbblMm5rAn1NoHxv1lr5pfTvodZXuSO1/fekcj11NI7j/j3g94DfA34P9Mx7oN5/k1VXy71tubau9Gt/P5R+afX7TX57VrGekh906imyTTxu7RtRvqTLkZU+/fxHnHT998Po5Bu+x8nXf4dTWHfqjUMKS/80xkudTv8M1kmn3/AdzmhHZ17/LWp1FsuF/oezri90Nm2L/otzrq/Rdf/FualvaAudd903aNHX9L/G+de11gXXfYXUtbQVXUh74bVfotRF9Fv0BS6+tkbXfIFLWL7kms9Rq0tZLvQZLr2m0GW0LfoP/nQNdXWLLqd/+dX/Rqkr6LfoX7jy6mF11VWfolZXs1zoE1x9VaFraFv0Ma69irqSqtjr6F935UcodT39Fn2I66/8EDe01RX/xI1tdBPLhT7ATVd8gJtb6R+45YoaXf4P3FrV+/QL3Xb5+yj0Hm2h2y9/D7W64/J3ccefWvRn+oX+jj//6e+4s43u+tM7aKu7L3sHd1/2divdw3Kht3DPZW/h3ja677I3cd+l1GUU7V9a6Q3cf2lbvY4HLm2jS17Hg6m/0RZ66JK/odBrtK/h4Uta6xGWH7n4VTxyCUX7aCu9gkcvfgWPDaOX8fjFNbroZTzB8hMXvYRST9Jv0V/x1EXD6umLXkTqQlrqmapewDMXFnqWtkXP47kLW+t5lp+/4DmUeoF+i57FixcMq79e8Axa6fxn8FLqadpCL5//NFr0FF45v7VeZfnV857Eq+dTstRrVT2B1857An8bRo/j9fNqdO7jeCP1GG2hN899DC16FG+dO6zePucRvH0uJUu9U9XDeOecQn+nbdFDePecGp39EN5j+b2zH0Sp9+m36AG8f/YD+EcbfXD2/UidRVvRP2n/edZfUOpD+i26Dx+d1Vofs/zxmfeiVp+wXOgefHJmoU9pW3Q3/nVmjc64G/9O3UVb6D9n3IUW3YnPzhhWn5/+Z3x+BiVLfVHVHfji9EJf0rbodnx1eo1Oux1fp26jLfTNabehRbfSvxX/Pa2tbsH/TqNObdG39L899WaU+o7+92wj+92pN+H7Gn138o0YovLJN+D7Wp10Pb6nvjvxurTy9fu0VrW/Z0tf1jIBEzABEzABEzABEzCBkSGgNaf619q2vsqS9npOvO47SPKl6l4P93NOoU69YQhObWev53TWdbTXcyb3fmr3eeSf1Wavp2WP53+QX93n4f5O+rSd7fUMu8/zNS7gvk6pC+kX+jL3eVr2d75E4X/Rep8n93i+qOzxtOz1XHrN59zfkTrZ46ns9Vw+nHs8V3HPp3Z/R36xv/NpB/s7nxT7O5W9nWu5tyNdR1vu78he32aPp+3+zo3c76nd37mpurfzz3b2dj7IvZ7q/g73deTX3995P/d3avd15A/f3s47rfd1ck/nnVZ7Otrjuacr+zrl3g73dLTHU+ztvIG/cE9Hup+2Ra+33tfRfg73eR7kPk6ph+i36LVh9nQe1p6O9nMk7udof6dlX6fY0xl2X+flkd7Tyb2cmj2dZ+ru5zyPZ7l381wb5T7Ohc9V93NULvZznsUL3MuRWu/pPDPSezna2+lsL2fY/ZzHR3ov523u7bytfRypuofzCPdwpIdpH0bLHo78h1rv4+QezkPVPZzWezkP5B7OsPs497fs4Wg/J/dv7q/u32gfp2X/5i/4kPs1bfdwVP6Yeza1KvZv7q3u33zSav/mHnxau38jP/dv7q7u3/y71f7NXdzLaWf/hns6uYfDfRvZL2hb1N7+zR0t+zfct9FeTrF/c3t1/+brLuzftL93c0sHezc3t967OeXGolzZt/mO+zW5hyPbRvrdWKvy96lipS9rmUAjESjfn+WcynJ7VrFaae2ndaAkX9JaUGtA3feTPa3NWvB0rgGlM278HmdSZ3DdV6rtGrBY//2vS/f5zr3umw7v7w275vuqnTXfl+2u96r39K75ApfkWu9zlPfzWtZ4n3Ot9xla7uHJ/0/d+3hX1NzDu5JruVq1XdvVW9flPbuaNd11uZ77OO/ZXT9Ca7kPch13U6t7dB+03KPjGq5Yv73fzr2594dj7fb3du7JvdOybmtnzdayXnu7nftwvPdWs1b7C9drhd5oc/+tq2u01/Ke20Ncj2lNVirvtQ2zNnulnXttLw+7Jrvopeo9tifoF/fY/oonO7m/9kyuxV7o2n21C57H8xc+V12DFeuv59pdf43MfbR6a66/tbp31tW11qO8d9bO/TKtr6RWa6yHO19f6T4Z74u1Xlc92O666gPeK/uAa6ny/tg/6f+T98JK1VtTfVxnLfVpq3VUzT2wTtdQdw5zD0xrplJfVNdO7a2bbm9ZN+n+F9dOX6duy3XTN9U1063D3O/6H+99/Y/3tv7He1my39IvdDO+Y+x76jve6yp0U66NvquukW7s8P5WeY+r9ndH6ev3jvz2rGJSWS+/O9RzDzp1x+w8Ro8RaPtGKsu1Vr6kSchK5VN7+5z3HfY9/3vsd8GQ1P4X/oD9L/gBB1z4Iw646AccyPLBF/+Igy7+AQdd9CPkH8L4wdQhFw2BdBjrD2X9YYxJhzOeungIDqf+wPIf0n6PP1z0PY6gjkx9R/87HHnhdziqlb7F0RdK/8PRF1H0j0n9D8dcKP0Xx15IXfBfHEcdS8ked8E3OJ467vzCHn/B1/hjG53A8gnnf4VSJ57/JU5kOXXelzhJOv8LWop1J9OXTpE973OcUtGptFWd+xlOO4+Slc77D06v0Rnn/gfSmef+m/bfkD3z3H/hrHPoU2edI/9fOPucTwux7uxzP8U5LBf6BOee06Lzzv4E5539cep82hZ9hAvObq0LWb7w7A+ROuufuCj1IS4+68P0L2b54rM+wCVtdCnLl571D6TOfB+XnfkPSrbQnxj70xnvo7Dv4fIzqDOld3H5me/iCvpXnPEurqSuOOPvGN4MbwAAEABJREFUtNK7uIr+Vaf/vWLfwdWnv4NrTn877dVn0KeuZVmxa09/C9fSvy7tW7jutELXn/Zm+rLSDSzfcNobKPQmbqR/U+p1+q/jplNfx82nUbKpv+GWU6XXKvZvuPUU6tTXcGvqVdx2KnVKi26nf/spr+COqqV/8sv4s3QKbUV30t558kso9FfcRb+qk/6Ku0+mTnoRd0snv4h7aO+RlU56AfdWdF/VPo/7Tnoef5FOpE09h/tPpE6iTnwWD9CXHkz/WTx44jOph06Q/yweOuGZ1MMnPI1aPcJyoafw6AkteuyPT+GxE57EY398Eo+30hN44o/U8dLj6T/J8pN/fByp4x/DU6nHaaXH8DTLTx//KJ6hnj6OtqJnaZ89/hGkjnsEz9F/7riHUep5+lUd+xBeSD1ISx33EF5k+cVjH8RfqRePfYC20EsVX/alY+7Hy230yjF/wavUK8cWVv5rx9zH2H147WjqmHvxN1nqb0fLvxevH31PRfSPuhdvsPwm9cbRd9O/G/Lfov/WUXej0F14+6gaHXkX3jnyTrxzFFWxf6f/9yP/jL8fRdG+e+QdeJf2Pepd+u9JR9yO96n3jriDljrydvxDOuI2Wor2g1a6Ff88gvpDqVvw4R9a66MjbsFHf7gZH1Mf/eEmWulmfMLyJ4ffhEI34tPDpZvS/uuwG/Evlv91+A20N+DftNJ/0l6P/xxW6LOqvQ6fHXYdPj9Uuhaf0/+C/heHXYtC1+DLw6hDr8VXqWtopavx9aHUIVTFfkP/m0OvQuqQq/Bf+v+VPeRK/Jf6X0Xfyh58Bb6t6LuDL8d39FOHXI7vpYP/hO9Tl2MI64fQl74/8FIMOYiSregH2h8OvARDDrg49YPs/hfiB2qItN8FGEJ9v+/5GHL1/dDv1LZC5VBcblurmFTG5VsmYAImYAIm0BAEPAkTMIGGINDROrGMl1aTlV8r7ffc/sSQjvd6uM9zoMQ9nNzr4Z6O9nq0zyNpn0c6jPFD2+z1HMb9ndznqezxHHHx99V9nnKv54iLvsOREvdxjqKqez4XfYvqXg/3do6mij2e/xV7PdzbKfd6tM9zrPZ3qNznqVj52ucp9nu+yj2fE87/GuVez4m5v8O9Hdnc36FPe/J5X+Ak7etU9nlOoX8K93VKVfd3GDs193U+w2myEvd7Tue+Top7PdrfkbS3cwb3eWTb7vGczX2es7mnk9L+jsTyudQ5tfs78rmv07LH81HNXk+5v/Mh93qkj4q9nTZ7PBdzX6fY6/kn93o+wCVnfoCLqXKfJ/d1tL/DfZ1LuZdT7O/8I/d4ck+H+zeXU3/Svo5E/4q073Jvh+K+zpWpv1f2dso9ndK+U+zpcP9Gezzl3o72daRrc0/nbbTa22Hs+po9nhvKfZ3T3+DejvZ1pDegvZ0buZ9zk5T7Oa8j93i4p3MzdQt1M/dzZG/J/ZzXqvs6t7J8m8R9nNtSr6DVvs7Jr+AO6s/cx7mjZm/nTvp3nvJS7uvcVbuno/0cSfs41N3c47lH4n7OvdQ9lX2ce2nvayXu5Yzwns4zlf2cZyr7OYUt9nKexiPcy5Ee5f7Oo/Qfox7lPo72cx7j3s7jFV/2ce3lcA/nceqJ9B8v9nKqezqP516O9nG0t6O9HOmZ4x7LvZ1nuI8jPcv9m1R1L+cR7uVID6O6j6M9He7bFHs5D+Uezgu1eznHPcjYA5W9nAfxEvd2XuJ+TmqYfZz7Ud3L4X6O9nGk6l4O93T+VtnL+VtlL+d17ue8zn2blPZxjrqH+zel7uY+DlXZw3kz7V3cz7mLezl3Vyx97d9Qb3Pf5h3u4UjVvZzcu/lzZR9H+zl3QHs373HP5n3u4ch/n/4/uKfzjyNvq+zh3I4POtrDqezlfFjZw/motK32cG7uZA/nxlZ7ONq30T6OrKS9m38f3rJ/8xn3cApdl/s2n3N/JqU9nNS1xR7Oody/yT2ca3Lv5kuWv0pdnXs4X3Hf5muJ+zXfcL/ma1mJvvZvtG/zX+3ZHHIF5Of+Df1vuWcjfcf9me/of6d9G4nl77lfIw2hP4S+lHs33KsZUqNy7+YH7dlQsint20jctyn3br4/97b8hKva35XyUTlKv62tVOe+T+nbmkCjEKh9v8pvq788/0O7a0Hd+zuQa8ADcy04hPf7fkCx/ivtEN7z+4EagsPY7vDUEBzeZg1Y3uc7onKf78hc+33H+3zfUqX9trL2K2zLuu+/1ft7x2r9x3XecZTWeaXVeq+qylrvj1zfnUDpnt5JXNOV9iSu607Ktd6XyHt59Av7Oeqt8cp7eFrPFfpP3ruTn+s7rudkh7l/l+u5T3n/7pOKPs77d+e1uW93Htd456c+4lpO0nruw5b1XM0arqO1XOv7dFq/Se9X1nHv8V7ce9B9upb7c+9lTPfntH67orKGy/tyujcn8Z5crtm0dqN/jXTG23kv7lrGpOvSvpXrt+u4True67ZW9+JyzfYG77+VKtZoWrPdXFmz3cx12i2S1moS12W3pl7leu1V3HbKa9X7cFqjFffgXsXtXJ/dQWmNVt5/a33f7aW873Z3rtP+ynttf837bHdrXSZxXdayNnuR99eK+273aT0m5T02rs9o7+e9tft1n416gP6DqWd5f63QQ7zn9mA799ce4dqr0FNcjz3d5v7ak63vreW66wneT3scbddgT/3xsTbrr8eg+2haj2ndJT07zNrrYa69Cj3P9dULxz6M5yvrLt0362jNlessrbeqa60HqvfP2q61XjvmL9BaK5Xrq/t4/+xe3ju7t3Kv7B683u4a6x68ybWV9FbtPTL5XFe9I1XWVrmuov/3Vusqra/uwHuV+2PvcS31PtdU79N2tqb6sHJf7EOuo3ItpXWUxHtfH1Pl/bBPDr8Zn/De2Ce8H/ZpK93I+1835v2vfx1+Q1rdA9MaqtB1vO9VrqWuQ97/4pop73/RFve+rsUXXCd9yXXVl2mv4frp6lSul7Rmor7hOinvedWsmf6b66UrW9ZLXB99m7qc970ux3dcP33HtdH3qT/lva4h8g+6DN9LlTWS1kdaL/3A+1s/cH005ICL8IPs/rRaH0k1a6Qf3/8k1zltf4eoDB6lpdvjaZQeP4NP0HQE2r4BVZa06SUrtb2oYCCYFQpEBCNA6CdkATDGBCDyBzzksYCMM2OqRAMoUmHptzjBqsgiHeTBIrJAJweRBTKE8mBMAdVTTFARlSOiqI+gpZhnTVQaRQRAMa9a+RHMlWgjAgFQQclSigUtIxHBXD4VFICIKATaFGPgkXFaxehXPLCILDJjAlD0Aw95LKKMIxhkFpQSVBGMSVBGKSafrgxrK6kSUD3FhNr6yAJzVVABHsyY6AAR9KhAqKAcOiJYphMRiKDko7RABP0obSAAKsAwAkBEUOAhS6VXZKxKJyIKC1olKl1ZOkGxAfMAM2RzFL4CUePLTRUZkDaqBjpYRDXOAgdkKkIojqjURwRAMafNBB0RjFARFcsgPTWlB9oohNIyBiBC5dLSB6A8AFqqrGcpIpgzpjxoKSgmi8gfZkqsZArwCJajxdJlF0AZfToI/ijJTxvgwYwJZUC++oCH/IzLZ4FxJpQh8IgsMFcFxQSFAsURIS8QEWAG5tBRtYxHBOMBpKUB5FYUtBRKsQ5ABMtBi0AEBSDzkAWgGH06CP4UKVQEqwAEIgJA5A8zVIoKAajEoSPAYiE5LBYFOkxQx7TgIUdGNrKqyBhjYoQ5GApltADkojgiWGAggpZiDhaVoCMiEEGBSgt6VFAAIqIQaFOMAWC4IsZZCADBn0pCBEsBHgH90ClsAKwCEKhahIqIKCxoFEiTBXpMpZs2MwbVRz5dGfWDjkq8MKpkkCaKRogIMFMqLIojEHQCEQFmYE6bCToigjGKFlQwmGLGxFAUAm2KDWrS0KHIzbLa36v63VqqpqndfkLAl2ECJmACJmACJmACfUFA68vyvKUv21bluhRc25btZYNZRGQ4QpZSDKUFIugHeET6dEAPzMAq6Chs0KWyIFsUmVcSYwhEBJiBOW0m6IhghIqoWAbpIYvy6UQEyh+G6DMPgOHMIlhA5A8z5BHMpTJQaZPF9FnPFBkAIkIZLaCMJeiICASdiEAEJR+0AeYAFKNPh246CP5kCkA2lVlNoHRRHkUggpZiDpQWoMuIkmISgMgfWUqxAI9ABFV4QDBRzMEwABUoJQVoM1RkQFoGsy6ypCxQHBH0qIiKZZgesiifTkSg5Qf0qSgE1VEsIfhTSSoiwwhAygJ9JhVROSILzFVPMQHMAsUREQi6EYEISj5KC0TQD1oEIgI6AoFMNGCMCUDkDzNAWQAymcnPQiAiGAoEeDBjogNE0KMiIv0A0EoZVywQQQHIPGgp5mAYQOQPM6ZQsRBLyIMx+WlCHmoyRATLQQsoCxSHwvIigmEKpUCPikKo1LOE4E8lqQhWAQhAygJ9JhVRPSoB1VNMUL2i4BEhLxARYAbmrcU4E2OBiICOQCATDRhjAhD5gzwCLBSSw2JRoMOEokOGAgEdEbQUE8CMJeiQTSkmIRBBsTIkZiyCQSYWEPnDjCkYZ6JhjuJQgWJCdmRUPjJDhGzQKk5LoxQRMoxHIZboIdICEUGVlj4K0SixginAI1gOQO0hC8hAB4vIAh3Wg2LKECPQESEvWBVgBuatxfqIYIxKy2YA6KaURQSAyB/wkMcCMoyAUpFV/KIiQ1FU0o9UVjFjCTqC9UEngjnFHBGBYKxt0u/L8nek/FqprcqytbJvAn1JoO17siyXVnOT357K97ra1CoiwMRQiwWCqZDqIkIRKhgH6CCPLDJjISLAJI820gK0TGCFjMqyEpgxDKQDHgwoZzAiGC3EUPrMgIwjD7oIehEBJnmUUjALxgLMwJxiXiTGAAZQHhGRxQhaCizRo4lUEQpGWQSgcoAHM/kAHQARtFREpM8cEjNVUoD8AGTAZill8itRFtmCgQB/0qomlIFF5FEUC5dBJkTlB7SpAMCKikFa8KDDcOFkzgBrIwIRFArRMAWYpehBh2xKbeVUG6gQiKiIjekBkanI0mcGICKo0gaAyB9mADNW0yhGA0BlqXDAIyiwSMuKiCh8APSUUUEBDCgVynbgEaCbFpAfNAHFImgBZB4AHeRBPyqFCHqhaCAi6FSUJhCMgLmsRBfZDFliVWEjAhEUCiGPAItUpAEPNil8OkyKUExZYDtZKhRSSzoRyjLArEgRoVpE0IZiyiiWGVSCMkYQ/MkUgGyqyBDBIBURhQ9aSgmMQUcATIXoZFgZ/bImggUq2CoioCPoK6WKQIvLNkyMqlWkhWrTDXlQfQCQlKlcKbGoaCCiItBSStkmAPky4CErIdszAJUolkFFBA3FqswDYCoyOkzQERFgomSDoYB+UATTKIusgdwUykA6igciKFC04EEPLFL0ApBfMYgICjxaLCA/aIKeTGFRc+h3SPk7Q35blU0Vl19a+VLbsmIjKuYXQSQAABAASURBVD/oNKLkmrhf2zdQWS6tLk1+R9KbV21qxXu2ADMm2qH5JJ/qs0wnLe/sMmWJLWgriZVM2U9j0GFFRmiZ5EqqzAFUoJhYW6T0lUkK0TKpi0qFKoE0nEHaokY5IzTMK3EZBjhE4YmH5pYlZkysYyTnJCuxPztV6+Sznole63oF1I6wmNLjeKVlLTuVpeLc7M8wGymxwFomOoymQ8skV1Kr0spnVSbFpIzJqahisk1mlYAM23I6xamyTq4qeL1paBWnzySvck1lvGJZU3q6plTGNF5FPFGOway2ns04C+aqZx29yjmKfqoswjwD22S9gnQyrkzKWDqsYZIrKV5a+azKpJhUjalAMWW9svSVUXluzYEVLDLPxAgtc8XYRkZDpi1qilyBSn26jColizLOCiZ1Twby6TBxfDbOcmnVpxLQGAxnP2UZrq1XkA2KeItTjMqy6rOSPvupWNAvg4pXpMoMK6OYWFOk9DNjeWhKw6kLC5mKczJXBcWUp2rpJU/1bM5KlehVh9C1srYoV+rVhm5LjIWMqSMlnxCVsqQx6BTt6bSu13QyUtTLlVTiuGzOxAATHTUupPpURotYtmHGVBMoGigmVfuowCsrTNGGOSPM2TvPzVKlXkYVjNAwVz2VcWZMjBf9WJtn0XUr3krqI7G12tFkW2UMawByUw+6qqSyxEqmLLXtxyATo9mQrgaTkRSTamPyFauVYqlKp7KuNkY/56C6arOioGvVjMv6IpoRttTcGGElcwU5EsNMrKHPnHW8cPpZXbUZY536sRV7tE2Mqr4TqVcxR47PtipbJmACJmACJmACJmACJtAegXLd2F5dGVObuvrxx7Jp2lzPch1ataWftVyjyiqmBlwNa+wMVTM5VKW+0qMIKCaxVCQVtE5mSWPScEgleVxiD1tfRCqjqg+lEkcp+ihnoyJcdRilzzyTXKnlTAwzwFQNZUQBjl4MxvlksNpE51QLMZBYW1PHEvsxyWFftaSrVLqyUvZKh7W0TBliqUhFoDqWggwxyauOrXrNQ3FJlWlZwcQiZ1w4xfBZybBK6SuTFKPkSqpnkSSYM8DEkxZR+kyMq1aezsEiz1OUkO3kZ59qPCNZp4xhDsBY4TBEn8NkkisxykYMqUAxZYgRJZ6Zhnk5RqVehhVsyjo6yYhtFK9Vzo/1OofayFU9OyoxzBITHValQ8skV1Kr0tLnKbKyDKVVJCs4FwZ0Hhq2bhk1YwpW2xZ1alSEi75FtIiwaU2xjMlSTNW+8lVgB45S5IpRTCwXw8gp5lFtpVDRkw2LS2BdOurDYLZgJlfK1ukUQbkSS0VSgWLKEWQppqzm6LTMdQ5K8Vp19+uV0+UZM/FEPHPFZYGVnIKmSS/DabOGFWKlaNVmIZsz40hsoxALhVGenUtHVmKQKQevFMs+CsvPoVhgUgs2LTydO8WoIqWqnNhR9axu6VMU1IRetUfhtynq3CnFNYIsxcT2qpGna2VR55KpVcZYn33VVn2KBllSPaWoWrGmSKqU2E9J9amMFU0Ub+mjCpYKo6psxEj6yYDnyWpmTFlfm6mNpPshsm1VtlVcfmnlS23Lilkm0FcE9H6UdH7ZWpXvcdW1VflvpuXfm/61UPz3o5iMxlI/RhWSW4gB9VdBbdQ2GxQOw9mANqNVy2gGimYsMWWALYpxilGLnEEltaGYVCr+ncvjIEz0WtdkjJmiEhtkn8zKAIM6h4rleRliUoSGjTlETk0RqYgyV0FiG5b431cVOBqNxspYpU5+uqpjgYbtc1hmLDHRyZo8Hxsr1DJOVhVN6LJaSR7H4TkLjzH1UoGWiZWMsRt9pvQzUyEd1qXlGDxxy/myAQeiZVITGQbkpnLsDCprEYdhFcdj4yKno1RpUsZkFWJjJnmlisYahxV5LtXIKSxzJs280pKGo7FDOf+syzZZVS1mSO0YrgY1MJV9VcdG6bMN3WxGt0gM8Ezpqw2b01eQopeN5VJMGVGWvjKJ51Is29IpxskK1hSW4aKaRabaIuOMMNHJeGE5K8WKCXGcSpVMxuUUYsuinm2ZGKxtwNpKsWJYX5whOymYDmPZuWiva8iGlbrCZ872TEWUTtFFDusyWvTnaEUpG6iOYrMM0pVVUW6+J7LAvqooghqCUixN1lSaMaBGWWJclu14rnLeLKkBxTomNlJiueiqUO15W6LsyUqNQ8M+yrNbtUkZYUvWs656XtVIjLGG4eyjiMSQUsZaHBWLkTLPTkX/og3r1ZliKkJsI581mYqMvRnPa2J3zZ+mVVJMKn93yJfKRvKlstyT1g869STdkR679wfQG0/SmWVLlW/W0qq+VqGCnvzT832yVCUkoyjAWARbUhG0qBx0maD6FFSSUBxyU8yyH63ayKiFrKRYqgiWTUOxAHNmytMEWtUDYARQHgANVJ9CEYgIelSwWgJYplrFoxJjnF4AiIgUouIDcgHmDNEEIgI6Iiq2KCD4A8YiQhFkzowJUEyCShKKQ26KWb169aupL90I9QNraZXLlJZ+0AePwjIPFQLZLYDgD3hEyKMCiAgEUFHQUopJAGgQQCEWQl6wnD4tdISigGIUQi4zQC6zaLGqB1gO6MhcMYlRpFUNpcoUs4zTQmKdklxJsZr6dGvqQ/VURDAaqBgES0qRHvNgiZVMSEEBMI9CQZ8VNKBB5E8lxgATUgACQERAP5CVAASKI61ilIIRGZEL0M+SLAUeERlB5vILBxHpqAVQdelknLYaBNLNELOa+nQBpFUVmFFBMYqWOIBQYkYngpZiUlAR6Ij0mAcQEQgANIj8kV94GWMWAGuoig9ZCZALHWqjQgQ9KoKWFUUOpGUsIj1EVCx4yFcxrRzGQMskDxmXp4Akn5KbYqY2oKWUsxZ0UyGH9Wnp063EARaZAlBeqZBJoThCdRKDESwFQIPIH/mFlzFmAYAGkT/y6TEQACKU04IHfSYwyFQTB5AlVkbIC0QEdGRe8RlkygirSiuXPhPArGybPiADxVhVKSBd5XKoSF95APTVnAZVizJeWkAhlQobNBQ7RMiyOiiAcSloqayjBUAX8gI8WIgIloGIwLBH5Cc6lb9jS9u2neJtY2W5Xl3ZxtYETMAETMAETKCZCHiuJtC9BMr1oqzUdnTFpHKfR5aL11bNtJKNCOSPrMQWQSmlVYwCFZERZJ4ZWymWvjKJMbZQmIaJsUzMVEoTUH0K9NklQpYKICIQAGiQFjxYiChKEbLIOmVZVCYpkEJxqKmkGOtDlqILGqWKDYCliNKyRJeJUfrMQ2J9REBHxTDKEgsRjFMRtAxlKl3F0lcmqZaWSQNE0MnEjAEVUVqGQj6AiMKjqfiMoThChhUR9KgIWsYyz0wFOhmnhcSYklxJMdaHLEUXYMZEqxTQEaj8BBARCAA0iPwBwEKESnIDOjJXTA6t2gCRPyiPoCMxCrWBCoHSrVpENowoLSC3KNFHFD8MRshnLCiAcQAZUyDoBnRkzowJDBaCShKKQy4VkRlraZXLlJZ+yGePiMKjQYR80FIofVrGWUREQEfm9KuWPqCShOKQKynO+pCl6IIGVYsAqKDSBnMJgNoE9COfloEAEKGcFjzoM4FBpjJeWOhQZRaZyVcM8unQyJVCGVU0YSmKehl6qinEBhEBpkKsDEqFQACsiKAFkDkzJhaYZ5y2qEEeZVF1UtYF0mWDtAEEf4o8APqKpwAUNhAAIiKFKHzwoAsoDh6yFD0ohvJQrGiIljgDTKAilLFKBYolQFYOxYSiSSB/WIiQx1ZBAYwDyJgCQTegIxAyRa76LDKjnxWqYVEGitEPBKsCKgIVG+lBRygmBRARlCwFIABEBPJHlgKPoBhUAhiLUCSgH5RH0Ekxq9RDLVgEjzIUjIGq2mBJAqA2gcoPCxH0o4yjzdH+3o1+d9Y2bFuurbNvAn1JoHxvlracS1mWrZXWgiqX7WT5z6PyL4Yl/nuBhEq04stEKIasKTIgLcNBJ8U2EcF4RdARUCi9QPo0kMAKpkowoB8WEEFPAtJHeQQdilWMA5E/ABiICAAUbchSdBFRKQXySMMY6IQyRmVTjEcEI0ylZRu5KYUpKAYelWCwDCpCHhUs0QePYJwmU4YCjARFy0CABy0kqBSQy7ywKqgJhWBGRSgDi0HRspyeLIU8GAk6LDMhpSJVLYANMgU9io0iAiwgghY6aJlAMUHhgH5YxwKTHIBOEWUeKgYCoJSjOORSoWhAOQVAfSk6AFgBHYEiRMtiUGDGBKiicABEyw/jEYHioGWSnyH6TGzLCAPyQZuCSoGIADMlij6AzDMDskA/6ASAiEgxUwHFoRi9AAIULXikYXvISRt0I2siAhFBH1ULHQpRTIwDkT8A1FZCAFRQaYN5xmXRcjCuJqGMUVkJbBsRGQFkwSOgUCpLzJiCKiqA4E/mbCSfBhGB4igtGAPAYjAL8GAbJkCZBEUDcpkXVgVUjqClIpQBkT8AWI4IAIGIQHEEfXosM6UfKlLVAhjJFPQoNowItUBEYYFAuiGvVCDAgxVMcgA6gQAouogIBEApR3HIpaISLS3UlgICoJSnpaMwDaOAMvmoBAMBUFGK8YhAcdAyyVcoxUKGWCgt0lcp6JZC+mjn0O+LWqlJWZZfSjH5pZXfnfKDTt1Jsx+NVb7hZNtKC562l6on/tq2a4kVzwDm039DiycB1VZjsJSVDNOyVDigx7ISR1Giyv5FlAEmNlSxUFnQGBRTxluNxTZ5blYytdRzMhlvU682tXH5Zax6egaKOM8kvzIWSxyNp1CsVqpnTfaRX9aVMQ7MpI68ZI5SqWdALWQYz460ask2rCkSy0oUK9k2HVbRMhUx9aUYLcpZkW4RYjkTMwY0T1VyGhxPSXHaSqC2XiHNJkdnQXVVMaieWa6M28qvra/tm3GOqph82VopxvHKOeaYrOcMGeUZlaiiPh26skULNmJZgxTnKKKsZ5JfrS+dcmzVy0+rloWj82tAVWUXDq3E0WmYq4JiUjM2UT/2Z0B9q1JrVmU5/aJvltVWMUl+rRTTqOorv7ZOvmKs18lZpCnG5QzSz6rMFGdj+jpn1tPPxLHZmCkdhmg1GD2lQjUxBorqypiqYizHVAXFxCLri1Oylo2Uq4JiYr2S4rQMqLXmlmI/hnJOapExBqpW9VLGKv3lV86Rfar1HFl1kmJsk4mNyvE4Qp4r45mpjxrLsiFj9NSs0o4lhcs4bVHJXHGeiw01QErFLGcd26g9gzp/ljLOMdk6q5RRWZ/t2EpW9ZTiap1WcfanUQ+q0paBan32KeOlzRE4LVnGsg39HEuW4mjKaZSKthxXrTU2uzCeHVjHEuuKuHopzpaMqVKGJbqMs5f80jCYxSJjXzVOaUxF2Yfl6tgsqg9DquQwGWCIlkEmxjkOu7OSST7FCo1Bk23ZmnVqWltHn/1atWEh+7F1YdmgJg0d+mMxHtvpd+pQ2vZU08WuCZiACZiACZiACZiACYwUgbY6+r42AAAQAElEQVTrTQ1Wxqpr0o4+0al2vcqOWgG3XRtzgctURFXPpTDLasySwgpIHEsVMlksMuZqpLa0rGRSs4wzQr+oK+dcxLQ2L1WpVw911qkpFtmXDmPqy9YMsTdTVtCySg1YVYxBJ6uUsVrFoo9yNaaYWM32Rc+KzzIrdB71S0uHqagv62g1KFvLsE6DsKSGOgdVCWa9fI2VYWVUUa704Xj0GGVz+bXS0KxhiHnH9apUm+q5GNCY1bLmJjGeMVmq9Tw4PmM8JZuwNwdUfYpBFot4+pV6tq/WV+PpZNtiRJ5YiWJzxllfOhqUfmE0JuvYjl46GlsdVC+fVWzNURlQm4ylX4mxARO7sFbxijgY+7FGiWIDpnQq8cJngQMxsR8bsFjEdZ4sF8WMp8t2qquKJ0o/WxTjZLlsp3rWtYxVzJMtGeWISmzLgkLZOttWAqrKMtspxN7ZRuco4oywUVYzU5yGVWW8tMXwWV80yDaKsoWMhqdlSfUsqS0b5flYZF3hymerLJRtOIWsz66qYUBtVF+I1YqxAROHZW2WK1Z9ODBDrFOhiLOXojItthiAsXTUuKZPFou2yisDFnPgmKpmN3k07EePbVrVV/oxXK3nydJnVcWqHwdjQH1VnyoGrbRRJAOVcqUPB84oM/VlNOtb+Rya1S1x9ZF0PqqSeAL2VkMG1J8d5DFeHSB9tspAtY36UEWcTcqxZVOKUdmLNmNsXdqMq6w6FeRzwDw7babMNKWiEfvSUeNqrAyxdyWuPiyloVVUfmVczb+VWF+bhlb2bqq/I3mCoZTayJZSWVJZ1uoGAh6i2wno/dmRat/jbU/MfzL8N8Z/P4WTfsu/PQb5b4Ip4yzlvy5mLHOkIsAi+ytnw9o5aJysyXb0aLO+7JrtVcgKjaACx1ZbShG2YVCehqMYL5oX7ViZY2Y71VFszYZFPeNsXvEzyoyRTMzK/uzTdhx2yrYcgq7GZbFsx34MKinCEuvZsBwjbdbwHExqyGoNUEYZUh91lc1GKlTiRawYR91Yr5RSVsToDdNeNZL6slKJ4ng5ujL66siZFIllOmpfK3ZSVENRapMmY+petOV4jGTbygUW8Ur7rGO/SrOiyDoOULRjHfvJp8fqrGDrok2OmyXWVqvkMMjWjLKJ2rYoY6pjM1YqKaRIoTwf+6fNRiqwHf2MsblsEWUhnarlmWrGKfvQFlGOo/ZqxS7VcSqxbMZMcYot2J5t6TNPny2Z1EZGUbZSMdtUYvQZVaHSh+0YE0c2LWJ0VK5Mi4YB9VA7lWQpjcPeNKxnmSn7s6RW9IuqwqHPaOZsqPFLZUx12ZEjlpaxwq2Jsa/aS2X/qtUc2ScTOyqePjMWOQ2NQ6ncZhxWKlGsZ2MmnqLw6VQSy5W+GjtLGocqfE1AXjYvxsoQY8WArJDPgvqUUhuOW0lskwEW2VZutmM4LftWajQHnkSJqrTN9mpbOvTZPvNKf/WTMqa6HJL9adlEkUIsMLGZ6qgiWpyLFRojxVPVJsXK3x2lVaw91fbrCd8POvUE1SYaU286Tbe08kuVMdm2KtuUNugEsxQCEZRioA0wB6BY+gH9gEfaAFiVWVpE/jBjCsaZaJizDB5BG2BWCDxYRBnQICkgQygPNaKyLiCDKOuACBWisPQDxUE3nQhGKOZgI6QFEEFPiTYiENARaYNuRIAJzBGhHFBOl5Y+HSb6GUXhAwgmiU5QLDEPGaiNsrSI/GHGFC31LCkpEHICgDqkBY+KoxjoM8mwopIqAdWnGFaIRilCBUqWoqdwdYgIRqhQJG1Wg246EayRECxHJQci6EdpAwFQAYYRACKCogVtqvDpglXIqJzCUyUqxcIiW0CHPBaR9WApyigdJjCWqfTBIxszwIT0GcukAB3FUvKpSgoEvUBEgBmY02aCjghGqIiKVZBSkQYRUQjBYlRygOGKGGMhAIR+QpZSLP1ABAUg86CVVKJlSZ5Mi63GwSNaxwPgcAAif5CFULEQ6EOHLMWEbMOYfGQGKJYC0kdxBIIOlXWRJWXBqFKEvEBEgBmYQ4eKhQ1EUAggLQ0gt6KgpVCKdQAiWA5aBCIoAJkHbSrAMABaqkihIlri4BHQDzNEBKBEyQkVSgUjFHSkVUYxQf1axVnIGCuZqvUAAsFKIIKWYlIBLEFHhLxARIAZmENH1VbjjNBnnm3oolDQUigFelRUxFJEKE8xUwJDKbaCasEjbQCqY95ioSAjqpBLsaQokDkDTOmCh/ws0Mk+smWcVklxtWEV0meQfiDoMClGMQHMKlEEf8AjIgCKeYsFGIpCCBWUF1IRQEQUAm0KbY7irwJrF4FqoN+1sm1Vxkvbtt5lEzABEzABEzABEzABE6glUK4bS9u2TvG20toUXLuizRERUDgiEEEBUB4ALUWHYYCloKo26FHgUdZD9SqkABVRPdSYyrooqgKFBRChQkA/oB8AUsxYREQUAi0FHkHJZRW9QNUioAQF5FJFAMgYGGCC6lEcgUgngpZiApixBB0RgaATEYig5IM2wJySlVgKihHmIQM2b7GI/EE1CBQ+KkekjaClmEP1aQG69JRUJwEI/YQspVj6gQgKQOZBSzEHwwAif8BCRKhYCOXBGKisC3lQFiiOCHpUZDBzeWAIwSYRgQgKpUCPikLMEcECIn+YoVIsLAKQqkEA6SOPQKSFYhQT5FeidAMBIII5xRyhn2AMQERQtKClwEOeXFYBzJgAKBo0FH2lFMqjjNMWHaB6lqAjgp5S2lAVw4UNeYwzMR6IoABkHmAZPKLFIpCJ7WRTRQakLeqhevBgkXmmCBaoiIrNKFqaMh4RaPlhHQCGUvRoA0DkDzMlFaE2clRTFELFQigPxkCpMcWELKI4IlhHN4KWYs7qAF1EJV74gQhKMdAGwGJmaRH5w4wpGGeiYY7iUIFiQtEBoM8EHRH0qIiKVZBiSc0QEYVQWsgDw4WgOHjQ0s+UlYAMcwR0KKeYUFQA8osMESxQTIwHAsURUXgRgQgKwYqo5ABDFTHGAnNIzJTYgCnAI1gOoNIGdFMoj0qA9UgxrhCNUoQKwaoAMzCHjqplfUQwXgqFH7QUVCeLyB9mTMFKJhrmmYqMASawD3TIR2aAYhRT+pUogj/gEREAFeBPWgxz6Hdj29+XZXmYxpWA6iuujQn0KoH23nvtxTSpMi7bVqqvVYT+jSjSYsF/N2BcCoAmEADFXIlC5QhG5UbQC7AUiAgAkT/M6MoHj8KGPGbZLBswULERgQgKhYqaAItUpAEPNkk/grFggKU0tKAiWKKYqwS6CP4opVAcERlFBG0oFtAPWJZk0rJKcZWDvpJ8oChF0FIRgQgKhWjYJJAHDVM1xGYMB0oLyA+akFcRi/QyBYqDlin9iAATmKfAPJVBRcGjsEFP1aqSWyijiIhCoKWgMgJKSB95MIKUYnKKEsAyMxoG6TNH8KeSVFUIxRERyDraCPosBIWKjwBAPw0gN4UykI7iDGS7QEQAiPxhRjcoQD496IgIMNGlZQ4EIClIZam0GQdkUDmiUoigFwoGI0GnojTBGEPMg0aiC3YpS6gUaKIQaCnkEUiXHehBB90MgQ4TQ5WaLATDAWZgTjFXUh0tAyiPiMhiBG0oGiwHwLIkkxZA6CdoKehImxkiaJVoI+gg8ocZkGVANgCkmBXhQGnBIyKgQKD8YZF+pkBx0DKlHxFgAvMUmKcyqKhKtCELqFpVqByhAP0IehLL9ICKjwCQPvKgiyIUkA8EIKlARQQiKACZhyzAQopF6IgIMFGywVBAPyiCCEZAXzbFjEWANlVkiIhCKKwa0JOh0qPNxBa0UYh5lmWliKIiGI1QjmGOtr87yvIwDTsIqH0HVcMV9oNOw4Wr+RvXe+Oorla62tqyFvaSYqqr1VAVmDHRG5pP+9HJZ/+qNp/+K0psIaeoZydW5RODZaCsrzZiGzbIYmEZYKoEilB2VrCiwlSbFI0YZOIElYpQpUVxTuZlfTVeOHndnKiqdaq0rMp4xcqvxhWT1IdBJp6T4ytGKVVjchgoaivTYoxdK1EWKl713KrMsHqlwxZMcqWWhkUwY4WrquIsClZUMWxRSZVAnoc+U9GvqNZZc4yMFyXVqJhW/dghy/TTsqJqFZMYU1I8pRidZCmflSwyz7Mx47kqAXo1cVZVSuorN+vZlqmorDgZVwNJMYlzVappqNqaYjZiTJZiKtozlEkBOpxzdlJRYkipOCdz1VNZxYxJ1fneUD9W0bBdRumWlhW6rqJ9US+f4ZxG1rGQsbIPbRGnw1byC485GzKlw260OlcZYVGupH4sFokBJobUuFC1oBasZMpQkTFYCciwlCn9zDiGLMVU7cJG1SvU5ChVqz5tTX1eU1mfcWZMimuMbF+pl09XwyTvog2nkBFZig2YNEK2oVPUsjOTGjCuKN2ipshZWe1XVDNXkEaJbrVh4TDKIFNtUaOmFGeLTOlnxqIsxVTtl1EF2DMnwStXkWJiLePZWHFG2IZ5JZ6G16QI61Ws1GeEGVPWt8+LY6sBx1d9dqdfWOas43DpVEYvahlnkInR9JVRTAxyUObpZ8aCEn2mYgCW5WchnSIgV2KpSCpQTNlUQfo8qzyehwVW5BzpMmW8rM9rYmXGmTEV9RlTK0bS51CsYYmj0VdMYkmtWNUmMar6OlIHnV+S357q1bXX3jETMAETMAETMAET6OcEBuzl1VsXqq5WglRbrvW5klV1K6leAdkUC1r30nC1y5wFLmvT4SqXVqMomG6RsahoqvRlpaIFcxUoJv4PSMvYrFHSudVf1WW9/FIZy4loFoqqNXvSzbBGpF9E02Elk1xJ9SxW6xWTMqZoUch5cEAmBWt66bwMsSLbsF/RgzH6asgqempXU0OXqWjU2sm26pdiqUjZSJfLosZKU21SPTebyafJuqrlJJiyk+rpZL0ytdFEynr5ildt0UBdKBUoJk1GRm3TqjYHKedXWNVVxXqdvygrz7NkxiqNwGEVV19ZhpTkSjpZrRST1IZSLxqOxyAHZKKfqQizL2uKc7AyfdaUlhVKGSnHUh27KXEglpjoZBtmTAwwFQ1YzFQJyJQV9JmKWp5bThpm1TiD8pORHJVZT1OMwhgTi5xdOsokhpTkSkVrRlSgmFqFWKOk8+ha8hTM1CzjyijVp+RXBsg2zNi8iBYOaxlkJJNciVGNX5ViUjZSpgKVY1SuSUVVUYwwZ2/VU6xqPaJiCjKqeapxpcgISzX1HIWBSlIjqWjFoAoUEwtFos+UfjE2Z6OAxsxoMWIRUh3FuNpmjL6Gl6+W7KYIQ2WERbkSoyxVEgNM1ZD8SqFyhuI9yjhT9iniPAtPUp6fpeylNgxX+rClCuxFj7la0bBREaaTvRiTrS0qpJiUcWZMKmYVs2JM5hqMUjXD1SbF3FjPiPJqHRsycTKMFk62UH1KMYlRJTZkmAEmOkVKPzNWy1bGosuUbRgpLOcmIIoXc8pwqyzjbFdaVcovdj1/ZwAAEABJREFUrfxSirUn1bcXd8wEepJAR+87xSWdW7aU7vtJirdVtskg//XoH0z+A6TDfxtt/w0xyn972biasVf6OU6lgfyiIQNM5ThqmMWKo1MU7SoBGvVNcR7l2AwXzdiZqbbIOFtlMDPWyVZiPEFRYphJPodlHxYqiS2LkNrWNqj4DGd7FSV1K212LDJeoqIcjUbzL9qpIK+iSpGG7TmsHPUvLf08nyy7cDTmbKdcbaSKX3XZgYlRta5Gi06sqIlw1GxW1NEtUtFCc5YU00iy2VDVFFOGZCVdAIdnTKUWZYxZEVHOJkpyJflUea5iHFWUYqVmmsViJnLLkGyqyNhdtWpH8bzq3TJv1jGpqUzWsU3hF3m2zQYsV+rKuTFSrc6+zHgW5gyrbasGKlBMnJRGLNoxVygDVYfBDJTjqEIjy6qOkksxscB2zNPneYuuWapE2VdF1qVhVEl+tk1HEY3DtnR1jWwur1C2YZ0sxZRdWVm1haMajqPOdItx6LAhe7OCTpkYZspu2VwFlUrLdupf8sr+ilFqhqGQl2NmF5bUXmMpWLaXX7QvImpbqoizYyUVLdiDg2gshcsYo5nUR/2LuiKUc8ygshZxGFYVIxS5elGVJjIsVdvQYVK0VNbqlDxRMYJqFCitfFaqYfZVq5ROXkSLapbLPrKS+jLMVlmqWPZWkFK05MDKalJMvzMk+aXUoNZXWVKs1srvLvlBp+4i2Q/H0RtPqr00laXamPzILBC0v5pxNBy8ydhVHUQ/tek4OIg6cNNxUWgc2nFwAMuFxsP+9PffVLbQfvT322w87Evtt9n4tNIE2GezCdLfhzH5e7O8z2YTYu+K9pLdfELslZoIe1at/ImwxxYTMzYR9thcmhi7bz4x/UloKdbttoXsJJDdbYtJsSuVdsvCV3nXLSbDLtKWpZ0cg7eUJqOVJsfOLO+85RTYeSuK/k70S+245ZRIbUVL7ZCaCttvNRXkb781fWq7rX7K2E+xHePb0d92a/k/xbZbT41tKir9rVneeutpsPU2FO1WqWmx1dbUNtNiS9otZVPTYYttarTtdNhc2uZn2LyizWg323Z6lNqUfot+jk22rWi7wm7M8sbbzoDUdjNgI/obyW43IzaiNqzV9r/ABtJ2tBWtT7v+9jOh0C+x3vbSTLQzYV360jo7/BLrUuuwvM72M2NtKu0Ohf/7HQZhbUr29zvMgrV2HAT5a+04C9aUdpgVa1Frsm4NacdZsUZFq9OuvuNsKLUa/dV2mg2pHWfHqqk5aKmdZscqqTlopTmx8k7UzlTFrkR/JfqFfoUVd/oVVtp5LqyY+hVW2PlX6a/A8gqD58byO8+NFQbPheUr/nIsL7/zPFhOGjwPlqWWo5YdPC/9ebGM/F1kqV3mw9LUMqxbmlpq8HyQlt5lfixF/a6Nfrvrr/HbXShZakn6S+6yAAr7ayyx6wIVLUi7IBZnefFdaXdbEIulFqKldl0Ii1a1MBbdbWH8ppUWwSK7UbtTjC9Cu7C022+w8O6FFqK/EP1Ci2LB3Wu0x2JYoFa7L4ZfpxanpfZYHPO30hKYbw9qT6pi591zScy7ByVLzUN/nj1/i1Jz7/k7zMXy3NJe9Klf7bUU5pJl3a+oOVn+1Z5LQVaag+U591oac1Q0+970qdn3XgbSbHstg9n2XpZaBrPSn5V+oeUwC/1C9PdZDoNqtffymHmfiir+L1n+5T4roNCKmGkfat8VMFNqRfxiX2qflQq770qYkf6MshXNQDvDvisjtd8q+HlqZVpq31UwPcvT77cqpt+Xov8z+lXtvxqmY3k62Yqm3X91TEN/2pT81TH1/mswtgZt4ass/fSANVGrqfZfE1MxNtUBa2FK+lPKpn6PKQ6gDlwLk7M8xYG/x+SptTHZgWunLytNyvJkB66DSSuapGrXxSQHrYuJD1qnYukfuB4mOmg9xtalldbDhCxPdND6tNTB62MC+bKpDTD+wRtgAkp2/IM3xHhUYTdIf1yWxztkI4x7MEU7DjUuJTvOIRujVETwdyJFizYH14jFopOOfqeWUjP5tVa+ZQImYALdQ8CjmIAJmIAJmAD3OLkGFQetO4eRKmoU9COiuq5tb6/nQO7zDLvXMy4OyP2dFru/9neo/bW/s+n42E82NX7u7+zLfZ1C4+eezz4sF5qQez0TYG/u6+xd3euZqLLfo32fiSr7OxPTTsy9nULFPs/E2D33dyau7O9MQjtp7vHsynihSbm3I01GW2hwZa9nMPd7BnMvZ+eqnTz3d3aq7vFMDu3x7Jh7PVO2s8czJfdzpkJHezzbdrDHU+71bM09nVS7ezzTtL/Hw32dLSp7PZtv27K/o32ezbjHszn3dTajNuX+zaZpp4fsJpV9nU0Yl3Jfh3s6G2tPZ9sZuafDPR751X2dXyD3eLafER3u7Ww3U+7v1O7tyNfezrrcw9Hejvzc09l+ZqRlfG1K+zhr597OLNzTmYX7OIMKaV+HWquyr7Mm7RrUmtzPWaOi1dPOVuztcN9mNWr1mr2d1bi3s9qO3NehXXUn2opWoS21MvdzpJW4j7My926KfZ05sWL6v6KdCytoL6dGy2sPJ/d05sr9neUGz13s5+SeztxYlnbZwfNwP0eal3s6VHVPZ95WezpLD7OnMx9q93W0p/M77uPISsV+zgK5p7ME47V7OrmXs+uC3NehdutgT4f7NYvuujAW3W2hjvd0uJdT7On8BtrHWbhmL0f7OAvlXs5vqns6C7Cs/ZxfV/Z0ZH+9++KYn/p1zT7OfOkvUd3Lmbe6l7NEy16O9nEk7tvMU1Hu4dBPy/2b3MPhXk1a7uP8irE5Wf5Vq72cpVv2cbifM3vu4yxd7ONwP2e2vZZFsZ+zTJu9nGWLvRzu38yy93KYhXYQ92oKuxwGaf+GGsS9m3JP55fpr5B7OTNx/0blmbh/I/0i7Ur4Bfd3pJY9nJW5d7NSRfT3W7nYu6naVZB7ONq/kXIPZxVU93D2Ww3TtbOHU+zfrIZp91+dezerc+9mDdo1aAt/au7pSK32b7R3U9m3mYr+lKm1uHezFqbU/o3EPRzt30jlHs7k3LOZ/IC1cy9HezeF1uYejrQOLcW9m0kOXDf3bop9nHUr+zbrYeLKPs5E3LuZkPs1E1GyE7A8Qe7brF+zZ7NB7uGMzz2c8Q7aIPdsxtOeDTXs3s2GqN27GbuyfxMRYKJo0fYoPo277e9KtVJM1jKBxiXQMjO9X0uV0bLc1pb1pQ06EYGgBW2xFhwHB21CVdaALevAcar3+3Sf74DKWnB/rf8k3svbj9qXKuwEueZTeZ/NC79Y+02AvbkO1L29vbn+24v38PakSrsn7+XtyXt4snvQ15ovxdhulNZ+u3Gdt9sWk3LdN0ll3TdpdZ23yxaToWWtNzkG5zpvssq9vMlzbaf1ndT+Gm+qXN9tv/WUhc37dor9NO/hbcv1XXEfb+rq/btc21XWc/K1vtO9u615v24r3aujbXvfbkut6Sit4UppLbcZ13ebbTN93rPbtO1arrKe25jruY21jpNy/TZDrtta3aOrs4Zbj/fopHXT/rK4N8f1mdZutffl1t5+EO/FzVzRIK7ZWrSW1muU1mpr8j7cmlyvtazZZqvck5st12urtXMfbjWuy1blWk1rM63XVuF9trz/xnhartVW4rpMvtZprddouvc2F1bQOm3w3LkuW0GWWo7rteW4JluO/rKD56msy2Tn5dpsHixTWZvpXluqsiZbivfXCs03zJrst7vOj9/qHpuU99gWwJK7ttxfG3YtthAW4z21xbQuo11U4lqsw/tqXINp3bUw76HJLsT7bcW9tN9gIa63tA4rVV176R4a12Bae6Xo195Hm0/rLYn30eaVuM4q76PV3j+bm2uqubjemmuv32Iu+Vxfaa0lP9daXGeVa605uO6ak+urOaTKGmsOrq9mp7S+mp33xWajP2ur+2XLYhbGZ+XaqlhXLY9B9Mu11cyV9dTMXHdpLVVqJq6tCq1Y3BerrKl+wXthxbpqZcyY98RW4rpqZcyQa6lVWtZVui8mtbuWWg3T8d6XVKyhVse0+62GafZbneunFk29/+pcS62RGnYNtRam2p+qrJ+m5D2vYv201jD3v3LtxPXTZFw/Tcp7XVo7yU5Cv7Drcs20DiW7LibmOmoirosm5lpKdkL6E1XWSxNyrTShfK6Nintc67eslbg+Gp8ar0ZaG0nj1NzfKtdI+m8+/7NPk78B9Fugqra/O2rLZaP2YmVdd9pRunMwj9VcBPQm04xLK19SWZIvyW8rxWtVPtWn/bKhGIoDNhob+1c1Dv1xsN9GrbXvRuMitTEttU9qPOyzcaG9aQuNj703Hh97tdGem0yAPTemZKk9qpoQe2wyIXZvpYmw2yYVbVrYXTedGLXaheVCk2CXTSfB4DbaebNJsfOmFO1OrTQZdtysVpNjh81qtPnk2J7l7TefAqW2o9+iKbHt5q21zeZToaotpsL/s3cegA5UVd4/Z3VdP13b2juWtaOuC+iCIFIVFBQEAQUBRQQsCCrYsffeGyoWXEXFsnZRsdF7UaSpgIoUsaO7vu/8bzJ5NzOT95L38pKZ5JfMyblz584tvyn3zJk7k32T3D50R576lNvbotzB9nlKJvvcwZ4S80/Z545WyJMjvCh3sr33yeXOttc+mTz1zrZnknVCd+RJT13HFuUutsdTM9n3Lrb7U+9qu++7KE+M8BP3vZsV8oQIL8rdbbd9M3na3W3XJP8euiO7PO3fbVHuYY9/Wi73tJ2fFrLfouwU4Z32u5cV8rgIL8q9bcf9Mtn/3rZDkvuE7shj97+PPXb/+/bkMRFelPvZ9vuHHLAo20V4uwPWtUIeHeFFub896oBMnv4A2zaTbSLckQfaNk9/oD2yJI94+n9YkmeEDtm6Jw+yrZ/xINuqT/7TtnxGv2zxzPUsl81jviPr2+bPXN82K8nDn7mBJXlW6JBNn/VgK+RhEV6Uh9gmz+qXjWN+4wP/ywp5aIQXZUPb6MB+2fDAjawnz97I/ivm/+vZD7VCHhLhRdnYHvzsftkg5jc4aBMrZP0Ir3/Qw6yQ9SK8KJvafx6UycGb2oNi/kEHP9wK+Y8IL8pm9sCD++UBB29uD3jOotw/wvd/zhZWyLoRXpQt7X7PyeS5W9p9Y/6+z93KCrlPhDuytd3nuVvbvfvkEXav54Y8L6Sr7xnhez7vkVbIPSK8KNvYvz8vk0O2sbs/b1u7+yGLcrcI3+2QR1khd43wojza7nJIyKEhXb1OhNc5dDsr5M4R7sj2dudDt7c79clj7I6Hhjx/Ue4Q4Ts8/7EmuX3oXG73/B0syQs6+rahb/uCHa2Q20S4I4+z27zgcXbrktzqBTtZkheGDrllT3a2W75wZ7tFnzzebv7Crryoo//tRbtYLjeL+Y7sajd70a5205Lc5EW7WZIXhw65cZIn2I1f3JEbhe7IE+1GL36i/WsmN/bYa+oAABAASURBVIzw/9tnW0v9ZvSHHW2lz4L94x//6KSJjjOl6Wol1Lx0LnVx+XLCEIAABCAAAQhAAAKzQWAtW1HYlNJlkX0aBmpf8Yu+noVYtGC7bHb9zN/zr8nX86KlfD173Kjn43l++Hgkh4buyE2qfp7w+yRfT/h3pJ8buiM3W9rPs+e/2cHh6zkoyaKvp+PjuXny8Ty75OM5UP4dSfh3kr8ndMfXcyt7Zp+P51bh87l1v5+n5OM5YCo+njvZk8O3I6n18YRfZy/5ekLvmWQI/074eqq+nbuGb0dyN1v063TCq/Pt3GNVvp16v86ib2fRp3NfUzj5dbq+ne2ST+d+Q/p07m/bho+n3q/zgBq/Tvhy5NcJX07h29k6wluHL6eQrSK8KCv36Tz8met3/Dny6zxrg/DlSFbr09nQHhq+HMlGoRdlo0V/TvhyNpRPJ8lDSz6dje0h4bup+nM2sQ2eHRJ+HPl01g/dkYcln07uy1kvfDc9f85qfDldn879R/XlhO+m8ONI3yfm7xP+m0JyX07y43R9OPdKPpxH9Hw48uUM9OGEP+fukvDbFH6cjg9n26V9OPLfSJL/5tE9/438OHdeUx/Ojj3/jfw4Hf/NjgP8N4+zW4XPpvDh3DLC8tsUcotB/hv5ccKH829Jdun5cG62pP9mtz7fzU2S72a3Gt/NEyq+m38N380NnruzdfrCziBg9Xl9nWDXp6P+sZOu0xcqrHSFVriQurhiGRoCTSCgfXQ5yeup46KTPmLDd7ndRv8S9t8Nu/KvpXt+N1q837fHjfpswEN79t+NK/f6ZPM970k3Nenc7ntu3/29m1l+f++gsP0Oivt5hXRsvlskm+/AzOYr7uc9K+w8Sb2td+t+O0/385LcJt3PG3wf73ade3hx7+5pIfsmuX26h/fUJe7fFffspJ+8xH27vWTHSZIdd+fevbo9l7hXt3utLXe3sOU6UthyS9lw+X25Xfruy91joO22eC/uXva4/F6cwrX34u6T7sXJRluU+/Xdh+vYa+sme+3RS9x/q7fRHlix0ZJd1rXRth5om5Xssrj3Vr3Xtn7lPlu6vyZ7TFKyyQbeXzvwIbbxs/6r5t7ahrZRnQ0WdteGYYP9V+j/ivtokoeEXpSN++6nyd4qbK/c5lq/7x7awxbvoS1pc21m/5HdO3tAhB8Q9tUDamytdXv3zLa0deP+2P0KGXi/rHqvLNlXYVfJtpLcM8L3jHtjkoG2VWZTybbK7arFe2KPsrvKjpKELXWXkHXCfipk0ZbarnI/7I5x76uQO0T4DnH/q5DbR7iQ22X3wW5bew+sev/rVnEvLNlOYTNJ3zJ01W7q3Oe6uewlyRL2Uv+9rt36bKUbZ7ZS5/7WE8JGkjyx7x7Xde59JxlHFqf9kLB/ogvIp06/EPGRoC6cp13r8D+tdQHk3w4C2hFV00IXYc3XiZbnovF8nZF9Zh5f4wMBCEAAAhCYYwLu6g0LKYPwjoGYGYJFCvW5Che6HNY8AgEIQGCOCdB0CEAAAhAYkkBuT2qVYr7QRZzmC7GwYRVfiEfA3VO0u8ccEwQgAAEIQGCGCETfpt7N3c1LzSr6xkFaybVMWjIorGUIBJpAoNhHC13USfMSDeor4nLt7hZTRIWO3wlOFAUBCEAAAlMh4KYTf/yGcnOrftRvFFJeqvhy3FrNM9Bprci2MN98xyvC0mWpM3g0stviJyapFraeKkMAAhCAAATGRyD1nZHdQk2vuLDQ/zanSNYb+KRwIQsL6lWLuY6ui+ss0S8CAQhAAAIQgAAEIDBvBMr2YXlePMpxmpcUyxRO8o9/KKonskZTfMRIh2KCAAQgAIFGEKASYyEQfpdOX2c13puI0/JM6spU/yipW1bELbe8SIeGwEoJ5PtYES608szDxbziJHXziitEvk0dJ3FE1B4nRTo0BCAAAQjMCoE468v+ieYU/UQE+ybFSxQpnUsRJ12Ilitc6HJY8ysRBjqthFpL18l3nqWaUKQrtNIqXIjmy5JG87lb51teyjwEGkCAKkAAAhCYIAF39Yhm7m7Vz+IbnbSs6F+li3lpSRGncJ0st7xuHeIgAAEIQAACEIAABOaDgGxFSdFahSWaly5LGK9a1BNZsu5u6Rs6Ar1ljQ5QOQhAAAIQgMAQBNyjh3OzUBbK+j8d343i1F8WWuFCFIdAoMkEyvuq5ov6KpxLEZ9rHRceR4crMg6UpBVGIAABCEBghgm4uUssaSt98r6jCOdJFKf5Qiu8VpIGOq1V5uTbXgL5zleEpQspt2whIoplGuEds0wQgAAEIACBuSWQ+kSLHrE78r0fRDdey7pSLNd6RRgNAQhAAAIQWAsC5AkBCMwngdzOLMK5TuGwTXM6fb4eLVNEnoAwBCAAAQhAoMUE1Pf1pNKOwb6bIqnWLcJoCLSFgPZbSVHfIlzoIl5app/iZQZa/Ghe8Uh7CFBTCEAAAqMTKNlANRmob1B0rhWWKD6Xurh8+WrCDHRaDb0ZXDff2RSWqJmFLoc1L/H48fhJYhGIeSYIQAACEIDAvBJw9+gNCylT8BShvlWimUIrLCnPKw6ZCAEKgQAEIAABCEAAAnNBoLA3pSWdRnfs1E648+secZqkO1H8QgACEIAABGaBgFn0bW7xTdoqH/WPkmJBHi7i0BBoM4Fin5aW1LXFXceIloSWQiAAAQhAYMYJuJnO/ebmHmL9H/UXhWiJwtJ1stSyuvSjxjHQaVRic5i+2AmlCyljSCO54ycmk5SXMw8BCMwCAdoAAQgMSyD1l9EjLoRU14nYhcXeUmmVptAKIxCAAAQgAAEIQAACEBg3gcLeLGuVo7iFhX8o2CcLXbu10H0LmZlhAjQNAhCAwBwQiD5O3hn1cdKDWpyWR1otL8LSmkcg0BYC5X22mJfOpdyetCxFhj8zaX4gAAEIQGC2CYRVFHZP/Jr6gLq2Kr6QQcvr4scdx0CncRFtaT7aCYep+nLpXJl0R/WlsOYRCEAAAhCAwJwScHdL39BVBN6LKvevmpf0EhCAAAQgAAEIQKB5BKgRBFpMoGxrar4QK9muslrd3dI3dARa3HKqDgEIQAACEOgn4B49nJu5u7mVP55u7qmPLJbk4aXiimVoCDSNQLEPl/Wgeuq4cPfO8VHoQYmJh8CsEqBdEJg7Am6mc35S8WNLf9SnSJZOtTZLGei0Nlwbn2vdDrdcnJYXUm5gMapvIQKM6y7TYR4CEIAABOaNQOovLXrE6Bijayw1vxsfy4oFSl+EC10XVyxDQ6DJBKgbBCAAAQhAAALNIlBnV9bFxR3dvorLjlW6QsK87VvODAQgAAEIQKDNBDr9m0X3F36aSkPUCy5GKu3i3ODQsOkG59CuJdS2fQTK+2gxX+i8RToKFJ9cmPGj+Xw5YQhAAAIQmEUCcbbXOT+pOhupvs2d/iLSx7r1KcYfy0Cn8TNtfY7aEdWIQiu8nGg8n8dPEovAciuwHAIQgMB8EqDVc0LA3aM3LKTcaC9HDDU/Sr88VIYkggAEIAABCEAAAhCYawIV+zJs2ByIrFZ3t5hCPF9EGAIQWJ4AKSAAgaYTiA5OvZu7m5fqqj5SouhCK4xAoI0E6vbhPC4Pl9vn7hZTRIeOXyYIQAACEJh1Am468cdvKDe3/o/6jFz6l052joFOk+XdmtK0gxaVzcNFXFkvKCJ+YlrFA37KBIEABCAAAQi0n4D6zk6fqN/+9iws/KPztOBCZ3T7Quj+FMxBAAIQgAAEIACBWSdA+9aSwCj2pdIWEkZqX7VkyaZlESsdigkCEIAABCAwOwTCH9Pp62zgPY1y/1eenx0YtAQC9QTCe9k9PhSqT0MsBCAAgaUJsLRdBMI66tlIEW5w5Rno1OCNM8mqjWKg16VNo/ncrfOdZM0pCwIQgAAEINA8Au7qEc3c3aqfurhqKmIgAIE5JkDTIQABCEAAAmtIoM6vk4or2a6yWt3d0jd0BFIyfiAAAQhAAAKzQMA9ejg3C2WhrP9TjelfvjhX9KuFXlxCCAJDEJhikuX2WR0FHkeHq45xoCStMAIBCEAAAjNMwM1dYknbEJ/l+pMhslhREgY6rQjb/K2kHbSQutZrPF+xnHHddYSIgwAEIACBcRFoQz6pT7ToEbsj3/vrrF6zP0ZzWkc6l7q4fDlhCEAAAhCAAAQgAAEIDENgKLsybNc8L1mtWq+QMG/zxYQhAAEIrDkBCoDAWhIo+rekKwWpF6xE9kVovSIiDxdxaAi0iUDdPqyjQPHJRIwfzbepTdQVAhCAAARWQqB7X0vnfckyWaifqEsyKL4u7UrjGOi0UnKs10fAY87jJ4lFIOaZpkKAQiEAAQhAoAEE3D16w0LKFfJyBPMQgAAEIAABCEAAAhAYlcAapK/aqe4Rp0l6DUokSwhAAAIQgMDUCETf5vLeJD21WlAwBKZOYKmb0e5xlLiq6HG0SCMQgAAEIDAFAhMs0s107jc39xBr7oeBTs3dNq2qWRrJHT8x8YBfq7YclYUABCAAgbUgIAfBQvSIkmr+6i2rscRAAAIQgMA4CZAXBCAAAQiUCSQbdWEpW7S6TOson0IrjEAAAhCAAARmgkD0ier51MdJL9cmpVMaaYnCCATaSGCU/VdpO8dHvZezGe2nFhCAAAQgMD4CcdbPbKS6fNU31MVPOo6BTpMmPqPludrVHdWXwppHIAABCEAAAnNKwN0tfUNXEXg1atIxlAcBCEAAAhCAAAQgAIEygZLtKqvV3RftWi+vwDwEIAABCDSeABUcSMDdLaaQ0JVUbk25iVepGhEQGCOBpfZzj3Lc3Ty0FVphBAIQgAAEZphAnPV1zk8qfga0VP2HZMDiiUQz0GkimGe/kIVoonbmhQgwrjtgMLWaAJWHAAQgsFoCqU/UG52iY4yusZRdNaaUgFkIQAACEIAABCAAAQhMnkDYrnmhslqTXRvx0mHe5otnIkwjIAABCEBgfgmob4suLg1oUp/XT6IT00kTdzyUsD8BcxCYeQI6CjrHQDQ1jgHNR4gJAhCAAARmmkCc7XXOTypsoAa3ddSBTg1uClWbJgGN5/P4SWIRmGZlKBsCEIAABCAwZQLuHr1hIeXKeDmCeQhAAAIQgEATCVAnCEBg3giEDZs3WVaru1tMIZ4vIgwBCEAAAhBoP4Ho4NS7ubt5+1tDCyCwJgTc3WKKvEPHL9PMEqBhEIAABLoE3HTij99Qbm7N/TDQqbnbplU1W1Bt4ycmHvATCwQCEIAABOaaQHraKQjUj3dXbxkLmVpOgOpDAAIQgAAEIACBGSOw0G+naq5n15aWzVjLaQ4EIAABCMwjgejbOn2dLXNPYx7h0GYIdAjIt6njREdJR3fi+YUABCAAgVklEGf7no0U4QY3k4FODd44bapaGs3nbp1vm2pOXSEAgTUhQKYQmHMC7uoRzdzdqp+6uGoqYiAAAQhAAAIQgAAEIDBRAiXbVVaru1v6ho7ARKtDYS0hQDUhAAEItJQtTq0fAAAQAElEQVSAe/RwbhbKQln/pxrTv5w5CMw+AR0FHkeHq6lxoCStMAIBCEAAAjNMwM1dYklbgz8MdJrCxpnFIjWeLz3ll0b4aW4WW0mbIAABCEAAAsMRSH2iLVhHl9ehnywTYR4CEIAABCAwqwRoFwRaRSB8Onl9ZbUmezbipcO8zRcThgAEIAABCLSagPq2nlRaol6wEkkEBOaKgI6CzjESzZY9GIoJAhAYTIAlEJgNAt37WjrvSxrcKAY6NXjjtKlqHpX1+EliEYh5JghAAAIQgMC8EnD36A0LKVPwcgTzEJhXArQbAhCAAAQgAIFGEajaqe4Rp0m6UXWlMhCAAAQgAIFVEoi+zeW9SXqVebH6cgRY3lIC7nGUuCrvcbRIIxCAAAQgMNsE3EznfnNzD7Hmfhjo1Nxt06qaaWS3nuyTlrSq8lQWAhCAQCMJUKk2E0hPO0XHuBBSbQc9ZZUJMRCAAAQgAAEIQAAC0ydQtVNl16pehVYYgQAExk2A/CAAgakQ6L6lQH1ctQecSo0oFAKNI7B4fNR7ORtXYSoEAQhAAAKrJBBWUWYjrTKzNV2dgU5rind+Mnc1tTuqL4U1v5ZC3hCAAAQgAIEGE3B3S9/Q1Wp6NYoYCEAAAhCAAAQgAIF6AsROjkDJdpXV6u6Ldq1PriqUBAEIQAACEFhrAu5uMYWErhTmlRgiIDBvBHQUuLu5Gl5ohREIQAACa0WAfBtAIM76OucnFT8NqNGgKjDQaRAZ4kcisBCp08juCDCuO2AwQQACEIDAXBNIfaJFj9gd+d4PIzrL/gjmIAABCKyYACtCAAIQgAAExkYgbNc8L1mtya6NeOkwb/PFhCEAAQhAAAKtJqC+Lbo4S7rSEvWClUgiIDBVApMuXEdBOj46AUzBSW8AyoMABCAwFQJx0g8DKaYBNtJUKlVbKAOdarEQOSoBjefz+EnSGd89ahakhwAEIAABCIybwNTyc/foDQspV8PLEcxDAAIQgAAEIAABCEBg+gTChs0rIavV3S2mEM8XEYYABCDQNALUBwKjE4gOTr2bu5uPvjZrQGAuCLi7xRRtDR2/TBCAAAQgMOsE3HTij99Qbm7N/TDQqbnbplU1W1Bt4ycmRnWLRSuESkIAAhCAwFoRSE87ReYLtb2iestYyAQBCEAAAhCAAAQgAIGJEBiyED2ymSWV1dqza0vLsmQEIQABCEAAAu0kEH1bp6+zWu9NOxtFrSEwXgLybeo40VHS0ePNn9wgAAEIQGDcBFabX5ztezZShFeb3Rquz0CnNYQ7T1mn0Xzu1vnOU8tpKwQgAAEIQKBKwF09opm7W/VTF1dNRQwEIAABCEyIAMVAAAIQgECHQMl2ldXq7pa+oSPQSccvBCAAAQhAYAYIuEcP52ahLJT1f6ox/cuZg8DsE9BR4HF0uJoaB0rSCrdZqDsEIAABCCxDwM1dYklbgz8MdGrwxmlT1TSeLz3ll0b4aa5NtaeuEIAABCAAgfESSH2iLQz4D+N29ZPjJUNuEIAABCAAAQhAAAKNJRA+nbxuslqTXRvx0mHe5osJQwACEIDAjBGYt+aob+tJpfHqBSuRREBgrgjoKOgcI9Fs2YOhmCAAAQhAYNYJdO9r6bwvaXBzGejU4I3Tpqp5VNbjJ4lFIOaZIDAHBGgiBCAAgVoC7h69YSHlJF6OYB4CEIAABCAAAQhAAAINIFC1U90jTpN0A2o4xSpQNAQgAAEIzBqB6Ntc3pukZ61xtAcC4yHgHkeJKy+Po0UagQAEIACB2SbgZjr3m5t7iDX3s4YDnZrbaGo2fgIa2a0n+6Ql4y+BHCEAAQhAAALtIZCedoqOcSGkWmt6yioTYiAAAQhAoN0EqD0EIDAbBKp2quxata3QCiMQgAAEIACBmSDQfUuB+rhqDzgTLaQREFg1gcXjo97LueoCyKCFBKgyBCAw2wTCKspspCa3lYFOTd46Laqbq67dUX0prHkEAhCAAAQgMKcE3N3SN3QVgVejiJltArQOAhCAAAQgAAEItIFAyXaV1erui3att6ER1BECEIAABCAwHAF3t5hCQldW8UrMUBEkgsAMEdBR4O7malOhFUYgAAEIQGCGCcRZX+f8pOKnwS1loFODN06bqrYQlU0juyPAuO6AwQQBCAxNgIQQmEUCqU+06BG7I9/72xidZX8EcxCAAAQgAAEIQAACEJg+gbBd80rIak12bcRLh3mbLyYMgZEJsAIEIACBJhFQ3xZdnCVdqZh6wUokERCYKwI6CtLx0QlgCs7V1qexEIDA/BKIk34YSDENsJGaQ4aBTs3ZFnU1aU2cxvN5/CTpjO9uTd2pKAQgAAEIQGDcBNw9esNCyrl7OYJ5CEAAAhCAAAQgAAEITJ9A2LB5JWS1urvFFOL5IsIQgAAEIACB9hOIDk69m7ubt781tAACa0LA3S2myDt0/DJBAAJjIUAmEGgwATed+OM3lJtbcz8MdGrutmlVzRZU2/iJiVHdYoFAAAIQgMBcE0hPOwWBhdpeUb1lLGSCAARGIEBSCEAAAhCAAATWnIAe2cwKkdXas2tLy7JkBCEAAQhAAALtJBB9W6evs1rvTTsbNQu1pg1NIiDfpo4THSUd3aTaURcIQAACEBg/gTjb92ykCI+/gLHlyECnsaGc74zSaD5363znmwWthwAEIDBxAhTYOALu6hHN3N2qn7q4aipiIAABCEAAAhCAAAQgMFECJdtVVqu7W/qGjsBEq0NhEIBADQGiIACBsRFwjx7OzUJZKOv/VGP6lzMHgdknoKPA4+hwNTUOlKQVRiAAAQhAYIYJuLlLLGlr8IeBTg3eOG2qmsbzpaf80gg/zTWn9tQEAhCAAAQgMGkCqU+0Bevocun0k2UizEMAAhCAAAQgAIFxECCPVRIIn06eg6zWZM9GvHSYt/liwhCAAAQgAIFWE1Df1pNKS9QLViKJgMBcEdBR0DlGotmyB0MxQQACEGgKAeqxVgS697V03pesVTFjyJeBTmOASBZmbmYeP0ksAsYHAhCAAAQgML8E3D16w0LKHLwcwTwEIACBSRCgDAhAAAIQgMAyBKp2qnvEaZJeZm0WQwACEIAABFpFIPo2l/cm6VbVnMpCYDkCY1vuHkeJKzuPo0UagQAEIACB2SbgZjr3m5t7iDX3w0Cn5m6bVtVMI7v1ZJ+0pFWVp7IQgAAEIAABGy+C9LRTdIwLIdWc6SmrTIiBAAQgAAEIQAACEJg+gaqdKrtW9Sq0wggEIACBdhOg9hDoEui+pUB9XLUH7KZBQWDOCSweH/VezjnHQ/MhAAEIzCCBsIoyG6nJDWSgU5O3Tovq5qprd1RfCmsemR0CtAQCEIAABEYi4O6WvqGrK3o1ihgIQAACEIAABCAAAQhMm4Bs16wOslrdfdGu9WwhQQhAAAIQgEDLCbi7xRQSutIWr8QQAYF5I6CjwN3N1fBCK4xAAAIQgMBsEKhtRZz1dc5PKn5q0zQjkoFOzdgOra/FQrQgjeyOAOO6AwYTBCAAAQjMNYHUJ1r0iN2R7/0worPsj2AOAhCAAARaQoBqQgACEJhpAmG75u2T1Zrs2oiXDvM2X0wYAhCAAAQg0GoC6tuii7OkKy1RL1iJJAICc0VAR0E6PjqBuTMF52pj01gIQAACPQJx0g8DKaYBNlIv4dQDDHSa+iaYjQpoPJ/HT5LO+O7ZaBitgAAEIAABCKyAgLtHb1hIOQMvR8zKPO2AAAQgAAEIQAACEGgzgbBh8+rLanV3iynE80WEIQABCEBgvgnMRuujg1Pv5u7ms9EiWgGBsRNwd4sp8g0dv0wQgAAEIDDrBNx04o/fUG5uzf0w0Km526ZVNVtQbeMnJkZ1iwUCgQoBIiAAgXkikJ52igYv1PaK6i1jIRMEIAABCEAAAhCAAASaRECPbGb1kdXas2tLy7JkBCsEiIAABCAAgVYQiL6t09dZrfemFW2gkhBYYwLybeo40VHS0WtcINlDAAIQgMCUCcTZvmcjRXjKtVmq+GYMdFqqhixrBYE0ms/dOt9WVJlKQgACEIAABNaMgLt6RDN3t+qnLq6aihgIQAACEIDATBKgURCAQHMJlGxXWa3ubukbOgLNrTs1gwAEIAABCIxIwD16ODcLZaGs/1ON6V/OHARmn4COAo+jw9XUOFCSVhiBwLAESAcBCLSQgJu7xJK2Bn8Y6NTgjdOmqmk8X3rKL43w01ybak9dIQABCEAAAuMlkPpEWxjwH8b0k+OlPVu50RoIQAACEIAABCAwNQLh08nLltWa7NqIlw7zNl9MGAIQgAAEINBqAurbelJpiXrBSuRYI8gMAk0noKOgc4xETWUPhmKCAAQgAIFZJ9C9r6XzvqTBzWWgU4M3Tpuq5lFZj58kFoGYZ4IABCAwZgJkB4HWEHD36A0LKVfbyxHMQwACEIAABCAAAQhAoAEEqnaqe8Rpkm5ADanC3BCgoRCAAATWnkD0bS7vTdJrXxwlQKCNBNzjKHHV3ONokUYgAAEIQGC2CbiZzv3m5h5izf0w0Km522bEmk03uUZ268k+acl0a0PpEIAABCAAgekSSE87Rce4EFKtCT1llQkxEIAABCAAAQgMT4CUEFgrAlU7VXatSiu0wggEIAABCEBgJgh031KgPq7aA85EC2kEBFZNYPH4qPdyrroAMoAABJYhwGIITJpAWEWZjTTp0kcpj4FOo9Ai7UACriXdUX0prHkEAhCAAAQgMKcE3N3SN3QVgVejiIEABMZHgJwgAAEIQAACEFgZgZLtKqvV3RftWl9ZtqwFAQhAAAIQaCIBd7eYQkJXKuiVGCIaSIAqrSkBHQXubq5SCq0wAgEIQAACM0wgzvo65ycVPw1uKQOdGrxx2lS1hahsGtkdAcZ1BwwmCEAAAg0lQLUmQyD1iRY9Ynfke3+p0Vn2RzAHAQhAAAIQgAAEIACB6RMI2zWvhKzWZNdGvHSYt/liwhCAQMMJUD0IQGBpAurboouzpCtJ1QtWIomAwFwR0FGQjo9OAFNwrrY+jYUABOaXQJz0w0CKaYCN1BwyDHRqzrZodU00ns/jJ0lnfHcb20OdIQABCEAAAmMh4O7RGxZSztLLEcxDAAIQgAAEIAABCEyWAKXVEQgbNo+W1eruFlOI54sIQwACEIAABNpPIDo49W7ubt7+1tACCKwJAXe3mCLv0PHLBAEIQKCFBKjySATcdOKP31Bubs39MNCpudumVTVbUG3jJyZGdYsFAgEIQAACc00gPe0UBBZqe0X1lrGQCQIQgEBjCVAxCEAAAhCYSwJ6ZDNruKzWnl1bWpYlIwgBCEAAAhBoJ4Ho2zp9ndV6b9rZKGoNgVEJLJ1evk0dJzpKOnrp9CyFAAQgAIG2E4izfc9GinCDm8NApwZvnDZVLY3mc7fOt001p64QgAAEIACBEQkMkdxdPaKZu1v1UxdXTUUMBCAAAQhAAAIQgAAEJkqgZLvKanV3S9/QEZhodSgMAhCAfuWb4wAAEABJREFUwNQJUIGZJuAePZybhbJQ1v+pxvQvZw4Cs09AR4HH0eFqahwoSSuMQAACEIDADBNwc5dY0tbgDwOdGrxx2lQ1jedLT/mlEX6aa1Ptqes4CZAXBCAAAQiYpT7RFrq6TIR+skyEeQhAAAIQgAAEIACBBhAIn05eC1mtya6NeOkwb/PFxgwEIAABCECgzQTUt/Wk0hD1gpVIIiAwVwR0FHSOkWi27MFQTBCAAAQgMOsEuve1dN6XdJvbRMVApyZulRbWyaPOHj9JLAIxzwQBCEAAAhCYVwLuHr1hIWUKXo5gHgIQgAAEZo8ALYIABCDQQgJVO9U94jRJt7BFVBkCEIAABCAwkED0bS7vTdIDU7EAAnNNwD2OEhcCj6NFGqkhQBQEIACBGSLgZjr3m5t7iDX3w0Cn5m6bVtVMI7v1ZJ+0pFWVp7IQgAAEIACBMRNITztFx7gQUs2antKsSoUYCEAAAhCAAAQgAIFpE6jaqbJrVatCK4xAAAIQgAAEhifQ4JTdtxSoj6v2gA2uN1WDwAQJLB4f9V7OCVaFoiAAAQhAYCIEwirKbKSJFLnCQhjotEJwrNZPwDXbHdWXwppHIACBlRFgLQhAoPUE3N3SN3S1MV6NIgYCEIAABCAAAQhAAALTJlCyXWW1uvuiXevTruAMlk+TIAABCEBgagTc3WIKCV2phVdiiIDAvBHQUeDu5mp4oRVGIAABCEBghgnEWV/n/KTip8Etbd1ApwaznOuqLUTr08juCDCuO2AwQQACEIDAXBNIfaJFj9gd+d4PIzrL/gjmIAABCEAAAhCoIUAUBCAwYQJhu+YlympNdm3ES4d5my8mDAEIQAACEGg1AfVt0cVZ0pWWqBesRBIBgbkioKMgHR+dAKbgXG39yTeWEiEAgaYQiJN+GEgxDbCRmlJPMwY6NWdbtLomHrX3+EnSGd8dMUwQgAAEIACB+STg7tEbFlJm4OUI5iGwEgKsAwEIQAACEIAABMZLIGzYPENZre5uMYV4vogwBCAAAQhAoP0EooNT7+bu5s1uDbWDwNQIuLvFFOWHjl8mCEAAAhCYdQJuOvHHbyg3t+Z+GOjU3G3TqpotqLbxExOjusUCgQAEpkyA4iEwXQLpaaeowkJtr6jeMhYyQQACEIAABCAAAQhAoEkE9MhmVh9ZrT27trQsS0YQAlMmQPEQgAAEVkgg+rZOX2e13psV5spqEJgpAvJt6jjRUdLRM9U8GgMBCEAAAhUCcbbv2UgRrixvTgQDnZqzLSZXkzUoKY3mc7fOdw0KIEsIQAACEIBAiwi4q0c0c3erfuriqqmIgQAEIAABCEAAAqsmQAYQGIVAyXaV1erulr6hIzBKbqSFAAQgAAEINJqAe/RwbhbKQln/pxrTv5w5CMw+AR0FHkeHq6lxoCStMAIBCDSTALWCwFgIuLlLLGlr8IeBTg3eOG2qmsbzpaf80gg/zbWp9tQVAhCAAAQgMF4CqU+0hQH/YUw/OV7a5AaBlRNgTQhAAAIQgAAEMgLh08nmwpq1jj0b8bJvU0SegDAEIAABCECgxQTUt/Wk0g58NxUkLY+g+qMT0FHQOUZiXdmDoZggAAEIQGDWCXTva+m8L2lwcxno1OCN06aqeVTW4yeJRSDmmSAAAQhAoNUEqPwqCLh79IaFlDPycgTzEIAABCAAAQhAAAIQaACBqp3qHnGapBtQQ6oAAQisCQEyhcB8Eoi+zeW9SXo+EdBqCCxHwD2OElcqj6NFGoEABCAAgdkm4GY695ube4g198NAp+Zum1bVTCO79WSftKRVlV9RZVkJAhCAAAQgMJhAetopOsaFkGoqesoqE2IgAAEIQAACEIBAUwnMU72qdqrsWhEotMIIBCAAAQhAYCYIdN9SoD6u2gPORAtpBARWTWDx+Kj3cq66ADKAAAQg0CgCVMZ0TyuzkZpMhIFOTd46Laqbq67dUX0prHkEAhCAwJwTOPbYY2299dbrkyOOOGLNqBx22GF9ZW222WZ27rnnrll5ZDyYgLtb+oaupvJqFDEQgAAE2kqAekMAAhCAwOwQKNmuslrdfdGu9dlpKi2BAAQgMA4C8rnI95L7fuSbGUfe487jz3/+s+233359fqPHPOYxdsUVV4y7qNbk5+4WU0joSq29EkMEBOaNgI4CdzdXw6WlkZkh8Kc//ck+9alP2d57722bbLJJr3/YYIMNbJtttknxX/jCF2amvTQEAhAYlkCc9XXOTyp+hl1tCukY6DQF6LNYpJ54SCO7I7CgkX6z2EjaBAEIQCAI6ALg3e9+t5133nkxt7aTzqsnnniivf/971/bgsh97AS07dQfdnQ5++gsy1HMQwACEIAABCAAAQhAYNoEFvrtVM0lezbipXH3THsDUT4EINBkAtStfQTUt0UXZ0lXqq9esBJJBATmioCOgnR8dAKYgjOy9bVNv//975sGu77xjW+0M844wzQYtmjeP/7xD7v88stT/JVXXllEoyEAgbkhECf9MJBiGmAjNQcEA52asy1aXRON5/P4SdIZ393q9lD5iRCgEAi0ioAM/K9//evpAuCoo46y//u//1vT+v/mN7+xQw45xA444AC77LLL1rQsMh8/AXeP3rCQcv5ejmAeAhCAAAQgAAEIQAAC0ycQNmxeCVmt7m4xhXi+aNQw6SEAAQhAAALNIxAdnHo3dzdvXu2oEQQaQcDdLaaoS+j4ZWo/ge985zt26KGH2tVXX71sY9ZZZ51l05AAAhCYNQJuOvHHbyg3t5E/E1uBgU4TQz3bBS2oefETE6O6xQKBAARmisCFF15oT37yk+2FL3zhUBcAq2n8tddea/p7u5122smOOeYY0wCr1eTHutMhoCdjOn2ifst1qIsrp2EeAhCAAATmhwAthQAEINAQAnpkM6uKrNaeXVtaliUjCAEIQAACEGgngejbOn2dcU+jnVuQWk+AQHpjfSpHoRTgZ1UEprvyVVddZR/84AdN9yCWq8mNbnQju81tbrNcMpZDAAIzRyCso56NFOEGt4+BTg3eOG2qmquy7tb5agaBAAQgMDsENPDozDPPnEiDNKjqIx/5SN/rYidSMIWMlYC7ekQzd7fqpy6umoqYLgEUBCAAAQhAAAIQgMBkCJRsV1mt7m7pGzoCk6kHpUAAAhCAwHwSmHCr3aOHc7NQFsr6P9WY/uXMQWD2Cego8Dg6XE2NAyVphZHWEjjrrLPs/PPPr9T/Ote5jt3vfvezHXbYIclWW21l97znPe1Wt7pVJS0REIDArBNwc5dY0tbgDwOdGrxx2lQ1jedLT/mlEX6aa1PtqSsE2kuAmkMAAs0kkPpEW7COLteRfrJMhHkIQAACEIAABCAAgQYQCJ9OXgtZrcmejXjpMG/zxYQnTIDiIAABCEBgvATUt/WkkrV6wUokERCYKwI6CjrHSDRb9mAopnYT0ECn8j9I3PWud7WjjjrK9PD1C17wApO8+tWvtve+9712i1vcot0NpvYQgMAKCHTva+m8L1lBDpNaZZYHOk2KIeUEAZfEj0ssfmKeCQIQgMC8E9hkk03spJNO6pM99thj3rHMRfvdPXrDQspN9nIE8xCAAAQgAAEIrI4Aa0MAAmMhULVT3SNOk/RYyiATCEAAAhCYBoEb3OAG9p73vKfPR3X00UfP903s6Ntc3pukp7FVKBMCzSfgHkeJq54eR4s00mYCl19+eaX6e+21l93xjnesxDc4gqpBAAJrSsDNdO43N/cQa+6HgU7N3TatqplGduvJPmlJqypPZSEAAQhAAAJjJpCedoqOcSGkmjU9ZZUJMWtLgNwhAAEIQAACEIDAMASqdqrsWq1ZaIURCEAAAhCAwEwQ6L6lQH1ctQdsawupNwTGS2Dx+Kj3co63NHKbNIEb3/jGts4660y6WMqDAAQaTSCsosxGanJVGejU5K3Torq56tod1ZfCmkcgAAEItIEAdYTAGhBwd0vf0NXsvRpFDAQgAAEIQAACEIAABKZNoGS7ymp190W71qddQcqHwCoJsDoEIACBjIC7W0whobP4TtA7il8IzDEBHQXubi4GhVYYgQAEIACBGSYQZ32d85OKnwa3lIFODd44TajasHVYiIRpZHcEGNcdMJggAAEIQGCuCaQ+0aJH7I5874cRnWV/BHMQgAAEIAABCEBg6gSoAAQsbNecgqzWZNdGvHSYt/liwhCAAAQgAIFWE1DfFl1cdH/hv6m0RL1gJZIICMwVAR0FxXESBwqm4FxtfRo76wRoHwQGE4izfxhIMcWpv85GGrzmpJcw0GnSxGe0PI3n8/hJ0hnfPaMtpVkQgAAEIACB5Qm4e/SGhZTTezmCeQhAoPkEqCEEIAABCEBg9gmEDZs3Ularu1tMIZ4vIgwBCEAAAhBoP4Ho4NS7ubt5+1tDC8ZHgJwyAu5uMUVM6PhlggAEIACBWSfgphN//IZyc2vuh4FOzd02rarZgmobPzHN9ajuI444wtZbb72ePOYxj7ErrrhCdOzaa6+1//mf/7HddtvNHvzgB6c0m2++uR166KF27LHH2v/+7/+mdMv9/PnPf7Zvfetbab1HPepRvbxU7iabbGK77767vfvd77Zf/OIXaaTlcvktt1wj9pWX8lTeqrPKKmSrrbbqlXnRRRfZP/7xj+WyHGq5eBx33HH2spe9zHbYYQfbaKONEjOVq7DitOxHP/qR/e1vfxsqzzyRtou2j/IrZL/99jPxzdMNEz7ssMN6dVNem222mZ177rkDV9UypVHaQrQPaAXxPuuss+yggw4ybU8tV3v33ntv+9SnPmXXXHONki0rf/zjH3v7yTbbbGMbbLBBr47ahsrvE5/4hP3mN79ZNq9hEqheX/jCF+yAAw6wSZQ3TJ1Wk6a8jb785S/3Zff73/8+7ffaPoVof9J+lSfUdi2WF1rniTyNwvk+pONM+Su+EJVfrF/ounyK9KvV2g8HHffal7SNde7SuahzzKy2xNlbXww7faJ+y+2riyunYR4CEIAABCAAAQhAAAITJqBHNrMiZbX27NrSsizZzAfL14e6JtO1nhouPuO4hpcvRfm86U1vsp133rnnD1BZ8iHpelM+EPlJ5C9R2asV+QPkF5B/QL4dlVWI/Aaqh+pz5plnDu2zWq5Oy7VTfq7iWlN+jeXyq1ueX1+rPfK/aBvWpV0qTttY6+ey1HW4/AHaToPS//znP7eXv/zlJrZKo+0qH+H73ve+oX0z4iffW+GjK/xGRX4qf5z7ia73dd2vbaJtozqvt17H76my5b9QXeQ/0LGwFM+2LNNxoW2itqmNYivRdtOxMopvbtQ269jWMa5tKL+n/IEqW6Kw4rRspb5QbU/5PpVfIdpntO+OWteZSR99W6evs7m+pzEz25OGrAmBhTg6dJzoKOnoNSmm0ZnqPKnzZXHulM5tgnH18eO2BevqrfsMOWzdh1CfpzblInsqTzcoLNtk3PXOy6prw7jZy4aRLSObRizU5znyJyQAABAASURBVBcsxnUvRHUu8pRWf6x+uWhrUYd3vOMdttNOO/XdD1V91sIGka1d2Hm636O2qm6SokxdK8g2Kuq5Ul20by0Zl+smvkX7ynas7Krtttsu3WdXGrEorz/f83G279lIEW4wDAY6NXjjtKlqaTSfu3W+bar5BOoaRVx55ZX2zGc+01760pfaeeedZ//3f/8XsZYGregkqkEte+21l/3ud79L8XU/f/rTn+yNb3yjbbnllr2T769//eteXlpHJ245bw4//PA0OGiXXXaxE0880dSJaPkoonW0rvLQhbTyVN4a0JLnc9VVV6VBPVquDlhpv/nNb654wJPa+aEPfSi18+lPf7p96UtfSoO2NFCsKFdhGR5aJq5bbLGFvf3tbzetW6Rpo5ZD4wMf+IDJaJFDTdtT7VB7zzjjjLT9t912WzvhhBMUXSsyOgrHmRxR2r8uv/zyvu2hbaj83vKWt9ijH/1oe8YznpEY12a4TKTKe8ELXmByir7iFa+w448/3pYr78lPfrJdeOGFy+TM4mkQGOa418WLtrH2Le1jOifp3NT242/cvN3VI5q5u1U/dXHVVMRAAAIQgAAEIAABCLSMQNurW7JdZbW6u6Vv6Ai0vYVjrf84ruF1ffX1r3/d5Hzfc8897cgjj0zXy4U/QBWWD+mSSy5J/hH5SXQN9rGPfSw9UKflo4qux3VdLn+A/ALyD8i3k+cjv4HSqT7yVz3ykY+0T3/60ysuU36NL37xi8u2U36u4lpTN1jk35DfIa9b28K6zpb/SoOaxEBs1QZtV/kI5QfSjZbPfe5ziq4V7SfytcnnJt+bfHDy0S21nxTbTPtpbaZLROr6Xtf52td03a9tom2jOherqWzVQXVRveQ/lB9R7S3StEnLzyj/mI4LbRO1TW0s2qDtpmNFXOQDe8Mb3jA2P6R4z6svtOA7Le0ePZybhbJQ1v+pxvQvZw4Cs09AR4HH0eFqahwoSSuMJALq88bRx0/aFkyVX+WPbJNp1nsc7JWHbBfZMLJlZNOo/1efX+BRO9f6Xohs3UMOOcQe97jH2Uc/+lHToHbZzkUdVJ/cBtH9ON1zLpaPqlWebGzZ2oWdpzaqrUVeRZm6VpBtJBtJtlKxfFg9Dcayq2SvLWXHiu9ll13We1mEWIiJ2AzbtpRuZn/c3CWWtDX4w0CnBm+cNlVN4/l0wkpimmtT7de2rhoJ+pKXvMROPvnkJQvaeOON7aY3vWltGnW26uT01JBOwLWJaiIvuOCC9IYdDUDJL85rkvZFyQmigUN6O4/y6Fu4zIycb89//vNNotHgyyTvW3zKKaekN1695z3vsT/84Q99y5aaUds0IlqMxGqptE1e9slPftI++MEP9g1KKtf3Hve4h93nPvcpR6d1/vu//zuN9pbjLHc+VRJnETJefvzjH9sTn/jE9MYxHcPZ4oFBpdMbyuRg+8Y3vtE34G7gSrFA5Z1++um26667mpw42tcimqkBBHQc6Vwx6nGvc5LOTW0//sa9CXSMpCeeuiPf+/Onn+znwRwEIDAvBGgnBCAAAQg0nEDYrnkNZbUmuzbipXH35HTMVnMNr5x0g0I3DV74whemB4YUN4zIX/K2t73N9thjj3QjZJh1lEbbUIOV9KS6rst1fa74YeTqq6+217/+9bbvvvuabgoMs06RRjdF9tlnn/Q2I91EKeKX0/JryL8hv4P8D6r/cus0cfl3vvMde+1rX7vkILFb3/rW9pCHPKS2+uIt7vKzyedWm6gmsthmz3rWs0z7Wk2S2ij51XR9r+t8Xe/XJqqJlP9Q/gT5FeRfqEnSyCjtV9q/5BeTf2yY40L7pnxw2q9/+ctfrqpd8+4LXRW8Mays7d+TSn7qBSuRREBgrgjoKOgcI9Fs2YOhhp3mId1q+3j1z5O0Bce1TZpQ79Wyl60im0W2i2yYYdnINpKNJFtJNtOw6w1K94Mf/CDdKzvmmGPSPb5B6Yp42SC6H6eXJfz0pz8toofSsnFkv8i2lo2tvIZZUevJRpKtJJtJ54Rh1psGYzHRwwXaRtpWw9RTacRCTHTfUi+hGLaNWnc2Je5s6ZxfSIMbyUCnBm+cNlXNo7IeP0ksAjHPZPb3v//d5HzSW26W4vFv//Zv6dXV5TQ6mWpE+IEHHmi//e1vy4uHmlcnpBO0HCIadLXcSipTzjq9klDrLpd+0PJvf/vbabDTsGWqnTLqLr300kFZLhsvRmKlvNSOZVdoUALx0quxl2P+iEc8wv71X/+1r+YaLKRXWuqV8jIe+hYOOaP1Xv3qV5sMxOVWUXl6uk2vy9Z6y6WvWy7DQe3VyGrlV5dmmnH//M//bLe97W3t9re/fZIb3OAGfdX5p3/6J7vVrW6VlhVpNK/4voRDztzkJjfp5VWXj8ovyin0DW94wyFzXz6ZLk6e/exnm84Vy+2Dg3LT8XfwwQebjPJBaeYp3t2jNyyk3HIvR2gegQAEIAABCEAAAhCAwJQJVO1U94jTJD3l2jWp+NVcw6sdelJbgySW8xcp7SDRTZn999/fzjnnnEFJ+uJ1vS8f1ShO/74MYkZ/TSK/y69+9auYW37SG6mf8pSnDF3Huhzld5D/QX6IJvoP6upcxInXcoOclPahD31o8kEonItu1uivTU499dQ8eqSw9jE9gLmcf05+NPnTtH11fT9SId3E8ifIrzCsD7K72tSU2iwfqJ7g1342akX0Rq5h2Nbkm96+L97z7Aut4zLxuOjbXN6bpCdeOgVCoBUE3OMocVXV42iRRkRgtX38JGxB3avQvYbifoK07jOo/oXUpVE63a8o0uR6EvXOy6sLr5Z9U+6FaJCT7IhRXxghJrqPqnWHfYhANvQk7yFOg7GuT1784heb2IjRSkTbQnasrptWsv7srONmOvebm3uINffzT82tGjVrEwGN7NaTfdKSNtV9Leuq19x9//vf7xWhN/HIwfGVr3zF9EpqvWJQb+jRf5+us846vXRFQCdTpa9zQim9RhvrVYZf+9rXTKL/N91xxx3tRje6UZFFT//whz9Mf++mDq0XWRM47bTT0pt25JzIF8sgetKTnmTvfOc7TfVXedJ685Nesf4v//IvefIU1ohmvb4yzSzxs1Q7O+U+yTQoRmVKFFZdtKycrViJmfIsL2vyvEZCq+6q481udrP0Ji7tI2L85je/Of2V3x3veEeT80tpCimcMoMGppX3EzlR5MDRPicjtshHWuWL3dlnn63ZWinKq3vzlPLTPq7XbGpkuLZVUX+91ru8j2gfUxvlVFK+tQVOKfLud7+7iekXvvAFk2y22WZ9NdFgMw0s07JC3v/+95sGLfYlHHJGg4yKfJSv8s9XVfnF8kLrWM/TrDQsZ6eM4rq3zmmbadtpv9C+o22qbaZzl7a1tnlerhyDSrvUPpSnn+Ww9umF6Bgl1XbSU1aZEAMBCEAAAhCAAAQgMH0CVTtVdq3qVWiF11bakftKr+HVOjnhdd2sNx1pPhf5c3StJ1+Lrqd1Dabra/l/dH2fp1VYA1IOO+wwU56aHyR664x8C7ruz9MU5elvuIprPpUpv4uehtbyPL3CxV/aLbdP6LrwRS96kZX/Fk95KN9yO+XfGtRO+Q/kh2ii/0DtGSR6EKhov24s6q9RtD3FWD48/U3KLW95S9NDbe7el4226aCbNXXX6uInX5l8Sn0ZxYwGO2mfWsonKD+arufL+0isbtr3tG1UhuouUf21DbUtlSaXYX2Q+TrTCMtnq3boYbxy+fLXyvchH4jaq+0mBne4wx36koqp9s++yCFmluItf6e2pY5DlS1RWHFaVs5e20zbTnmWlzG/DAG9qSCS6HxW7QFjARMEIJAGZnaOj4XwdAKkILDaPn4StqDuVeieRXE/QVr3GYo2SOs+hO5HaFkuul+h5bnINplEvfMy68KrYd+UeyGyzd/61reaBtYUbVQfrwHuhb2lawHZ7xtttJFd5zrXKZL1tB56OProo3vzgwLq42RD635Xnc1StvN0TbCae4jTYCx7TAO5dJ2ScxC3hzzkISabWracbCqJws997nOTjZunV1h2la47ChtecfMncdbPbKS1bf/qcmeg0+r4sXaXQLoUjwtyaUk3GpUReMxjHmN6+myLLbZIb4K5053uZHJoqHN56UtfWumodEKWo0kn1Swbk8PiVa96lel143vttZfd9773tVvc4hZJNHhFo03lcNOryHUSz9dVp6cTeB6Xh3Vh/9nPftb+9Kc/9aI1kOEJT3iCff7znzc9ZaROQR2uypTecMMNTU61z3zmM3a/+92vt54C6jRVF3Vsmq8TdejqrMvtlNNG5RXl/ud//mdqo8pVOF+mtHneykvsxDCPb0P4rne9qx1++OGmbat9RIw32WQTe81rXpO2ud4ylLfjJz/5iX3kIx+pvNZS+4nellTeT7T+NttsY+9617vS28Zk7Fr2Ueet8sUwi+4F9TSmnCvatr3ICMgYUp4ywvTqy7vd7W5pexX119uiZCBp0Iz2qVglTcpH+cm5lCL4mSgBGbm62JHTMy9Y20gXPXLoadvpvKV9R8ef9kudu7St9feD2vb5utqHZAgP+zRBvu4shd3d0jd0tV1ejSIGAhCAAAQgMAwB0kAAAhBYSwIl21VWq7sv2rW+loW3M+9Rr+F1ra1r9bK/Qv6bxz/+8fblL385vR1bvhZdT+saTNfX8hHo+l7r6no/p6W8dN2mB0/y+Dz81a9+1X7961/nUenN4rqhJT/Swx/+8PRGIZUnkd/loIMOSg/+bL755n3raea73/3ukoOrrrnmGlNddX2o9IXoWlM+g7p2yr9VtPOVr3yl3fjGNy5WS7rwH8gvkSJa9CPfix4cfM5znmPanmIsH54G0shXUvanyT+n621t27yZ4ie/itbRNs+v1cVPvrKjjz7a5PfJ11NY/rm6B5y0TOXIj6b9U/OFaF9bKx9kUca0tPbN9773vZW/FNR+Jz+l/LXyfcgHou2l7ab9U34SbceyL3KUduALHYXW2qZ1d4spJHSlKK/EEAGBeSOgo8DdzdXwQiuM9AiM2serr5WNpL63l0kEam3BW90q3WMp+qDV2IJRxKqmJtZ7VPZNuhciu7y4f6LB8HoQXfbxk5/85N49X10L6N6g3sj64Q9/OP0jSHkj6i2zsmnK8fn8JO8hToux3nCrgfZ5u/VmMnGTDb799tv3bPDCrtO1l46pOrvu/PPPt5NOOinPbs7CcdbXOT+p+Glw6xno1OCN06aqLURldQJbiADjugNGaZKDSK9+rrsIdnfT32Tlq8ihoRG2ejIvj9fFtQYlbL311ibnRr4sD6tjfOYzn2l6ci4vU06hI4880nRBnacvwnJEqUMo5qU1sEmvQs/zUXxZbne725mcLKpjvuxnP/uZqVPI44qw2vnRj3604myTU+F1r3ud6UmlpcrVMqVRWq1T5CstdmKoMjTfBlEbZNDozU119dV+4r7Yqahtcrzko75OzywTAAAQAElEQVS1nraB9pNNN9104H7i7vZf//VfJnblv0BTB67XoyuvXOQ01aAqGbV5vPZvDVZaf/31zX2xfnkahWV4agCMXluf77/KTwaH9j+lQyZHQEauDOi8RG0bbSMdz7e+9a3zRX1hd7d11103vW1N+0C+UE8TaNCk+oU8fp7Carv6w44utzw6y3IU82MhQCYQgAAEIAABCEAAAqsgIKdOtrqs1mTPRrw0j/FncCI46jV8rGJywP/oRz9SsCfybch/Iyd7+fq8lygCulbTdb6u93XdH1G9SQ+vaPBRLyIL/OUvf7HTTz89i7Hk6NcT+WpD34LSjJbrCejyNd9ll11WyTNfVQOozjzzzDzK1E618XnPe54t10694eg973lP5YaO/AfyS8g/0Zd5g2fky1G773//+9fW8rrXvW7Fd6O3YX3zm9/sS6/tr2t1+VXkX+lbmM2IrXxLGhCVRacBPRogJV9SHq95+c/kR8vjtY9pX1srH2Re1jTC3/rWt0x/PZeXLa56G4BuKrrX+7e0HXbZZRd7xStekfbpfP1hwuKNL3QYUsunGUcK9W3RxVnSlQzVC1YiiYDAXBHQUZCOj04AU7C09VfSx0/DFixVe0WzTav3Stg38V6IbA8NxNluu+0q9mC+ofTvGocddljFhtYbYgfdf9X6sjsmeQ9xWoz1d4b5Czy0f+haR9zEYZDIrtOAp3322acvie6l681h4te3YG5m4qQfBlJMA2yk5oBgoFNztkWra6JLP13/JTHNtbo5Y628TpR6lbNeATlsxrrQ1kk0Ty/nkpwZd7nLXfLogWF3N/2lnMrOE2mksJ7ky+OKsP5q73e/+10xm/R666039IW7BjvpYj+t2P2RQ608eKq7yC6++GI79thji9mkxUsOoPJftKWFA36U9tBDD60MGFPeKmPAao2L1hOb9773vYeul9pWfpJRDi05IWv2k9p8H/jAB5pGM+cLZRB84xvfyKNS+LjjjrPTTjsthYsfOb70RrKb3/zmRdSSWg48DU7beOON+9LJiSfHbF8kM2tKQEaaBiOVB8rpvLH33nubttUwFdC2l9Go1+3n6XWe0ets87h5Crt79IaFlFvu5QjmIQABCEAAAhCAAAQgMH0CYcPmlZDV6u4WU4jniwgHgVGv4TU4R2/D/vvf/x5rL05yrOs6zH04xrre1zWYBg4VucgZf9RRR1n3jdpFdNK6xr/00ktTuPiR70E3Vor5pbT8WbqO1w2DPN2gtwPpqXK9PShPq/ATn/hE09uc3Idr5z3veU/T24TkD9P6hcgvISnmm67FWvvKsPXUDWX9pYa2W76O3t407LW6ruc1KKp8na4H23RDLM93Wj7IvA6TDus4EeO8XPkj9ZCq3oyVxw8K6y1oOnYHLR8UL1+e/JX5cpU9r77QnMNUwnE+0hnJ3c2nUgEKhUDzCbi7xRQVDR2/TIsERu3jp2ULLtZ4ZaEm1ntU9k29FyJ7bdBg+PLWUjq9vCCP13XFUgOdZHdM6h7iNBnLns256AF+/Q1xHjco7O6mgWZ6c1qeRnnO78sZ3HTij99Qbm7N/TDQKW0bflZLYEEZxE9MjOoWi0zkVBj2IrlYTX/jVR58oKfZRs3H3ZMT6Ta3uU2RddJ6erCcf1pQ86OOUE6WmkW1UXrdtl6pqNe3y1GnN0upA65LrFHgcoDly/QGqbrXoudp6sIPe9jDrOw4Ut56dWNd+ibGbbTRRpW/MFyqnnX8NIBoEO+6vNw9DXQqOzg1AjrfR2SkaPCdDKc8Hw1s0wC3PG65sJyxcnBqUFaRVk5Z5a9yijj02hLQwMaykav9QH9VKafoKKXL0S5jMF9nuSd887SzGNZ5s9Mn6rfcwrq4chrmIQABCEAAAhBYGwLkCgEIDCSgRzazhbJae3ZtaVmWbG6Do17D6yZE+UEwOdR1LeU+mvtYb1iSHySHv9QbtfN0Cut6UDetFB5G7n73u6e3K+lhJ70pSAM8HvnIR1rdNbz8CRdddFFftmqnnpZ2H62d8oPJt5RnJr/EV77yldqy83RNCesBQg0WG7Y+erPSj3/8477k8p/I/zLKtbqu0zUYJ8/oiiuuMD1pn8c1yQeZ12stwzoWdbzkZcifqTc55XFLhd299qbYUutoWZ0vb559oWIyVYm+rdPXGfc0prohKLzJBBbi6NBxoqOko5tc28nWbdQ+Xv1PU2zBUUg1sd7Ds++0VLZv0+6F6L6aXuLQqeHyv9e5znVsgw02qCT83//930pcEVFnd6zVPcQmMda9TdnUBYfl9M1udjO7173uZbq3/eAHP9hkdz/taU8b+mUAy+XfvuVxtu/ZSBFucAMY6NTgjdOmqiU3RVzguenbppqvfV3XWWcd0+CBYUuSo+nUU0/tS/7//t//MzmS3L0vfpgZdZa6WM/T6m+lLrzwwjwqhfVmlrLz5etf/7rpddlybqZEy/zoVYByOOm/TfUqxT322MPK5SuLv/3tb1Zup55gkgNLA2GUZhTROnozkfLI11MZYprHNTF805veNL06fti61fHT05XbbLPNSIOlVN4d7nCH9L+/0trPNDjtwAMPtHxfuPLKK01vXVL6QjQqWo7dYn4ULSennG75Onqtvd44lscRXjsCukAp837Qgx5kOmeNWqp7568Qda7K1/3e977XGudzXu9xhN09ekQzd7fqpy6umooYCEyFAIVCAAIQgAAEIDC/BEq2q6xWd7f0DR2B+WVTavmo1/BaXW8hKr+lR4OVRvEZKR+JBrzoJoXCheiN2nqwrZgv9A1ucIPktC/mpfU2Jvlt9NCR5pcTOf31xqjPfe5z9upXv9r23Xdf02Ar3XApr6ubSOV89UDbStrp7qYBVeW3Osk/IT9FueymzctHpTdpj1IvPXBYvlZ/wAMeYHrD1Sj5uLvp5tktbnEL0wNxumGjbbf++uv3spG/TH6zXkQEdF0v35C7x9xo0yg+yNFyHm/qU045xXS85LluuummfX6wfNmgsPZp7duDlpfj63x52kfm1Rda5jONeXe3mDpSqYBXYmYuggZBYBkCOgrc9I2EcbB4KKYOAZ2/R+3jp2ULdmq88t+m1Xsl7Jt4L0T3UnWPbZQtI7uunL78ts5ieZ3dsZb3EKfJWA9jFO2W1kCnd7zjHSat+eXE3e1lL3uZ6d72u971LtObNmUPl69Blstndpa7uUssaWvwh4FODd44baqaxvNpIEwS01ybar+2db3tbW9rchIMW4pGvZaffNMAlJUMPlCZcjrJoaFwIbqYrxvoVOeou/baa+1FL3qRafCLHGbqHIt8VqP1muif//znfVms5O1XeQYacXub0tur1MlfffXVebJGhtVh1hkpgyo7iJ+eshy0zqB4DRJ7y1veYkcffXRyWGpwmox0GYzFOnWONr36UdusSDOKVnvLddUbuMqv0x8lz0mknaUy6pzPeiJA54yVtFPGZHl/0DH+hz/8YSXZtX6doj/s6HJz6CfLRJiHAAQgAAEIQAACEGgAgYV+O1VzyZ6NeGncPYvbSNe0o1zDy5dSHlCiGw16Gn0x19FCeoBIfpx8Lb2lRmXlcRropOv3PE4Dkd75znfannvuad/61rdq//IuTz9sWP6msk9LPjFdaw6bRzndne98Zyv7D/RmIr1FuJx2nPPjyGvU/URl6iaR3lqlcCHy0ch3U8wPq/Xmc/1F2+GHH967YZPvt9P0QQ7bhnGn0/GhB+3yfLWPln2n+fKlwto2OpaXSlMsG+TL05vLijSj6jb7Qkdt61qkV9/Wk0oB6gUrkURAYK4I6CjoHCPRbNmDoZg6BEbt49X/TMsW7NR4Zb9NrPeo7NXyJt4L0UCnUe/FyI670Y1upCb1ZNAbnQbZHWW7upfREgHZocvdQ5wmY71so2yPqT477rijffjDHzZdN+hctkQTWdRHYMHEqyd9y5o1w0CnZm2P1tbGzczdOmIRMD4FAd38L8LDaL1O75prrulLKqeUBgvIkbMSuclNbtKXn2bqBjpd73rXs0c/+tFW7hDkANNrszXYSU+D7bzzzvbud7/b9JrNQZ2oylhK5Ez53e9+15fk9re/vekVgX2RI8yog7/jHe/Yt4aeTivz7EvQkBmN3L7+9a8/dG0G8cvfwjR0ZkMkvOSSS6zsaFN9NSJ6Jfuk1tEbxPKilb/KyeMIrw0BXaDUDSqTwaptsxLRk8nl41eDDCVr04pm5+ru0RsWUq6rlyOYhwAEIAABCEAAAm0iQF1nlkDVTnWPOE3SM9vu0Rs26jW8fBPlt/Tomlp//baS6y+to1rLXyRdiMpQWcV8obfddlvTTaFivtDy6xx66KG26aabpr/hetOb3mS6KaBrxiLNKFrXheVrTV0n6k0/o+STp1Uby741DajSw1J5uiaG5aPRW39Gqdt5551XSb6SG1KVTGoipumDrKnORKJ0fOg4yQtbzT66zjrrWPmhrzzvPDzIl6fy83SjhNvsCx2lnWuWNvo2l/cm6TUrhYwh0GoC7nGUuJrgcbRIIyIwah9f1/9M0hZUnVciTaz3qOxl15btU7GY9r0QveBC9RhF3OM4DBlmnUF2h/gNs36WZtngtBlroJMGn5crqntTekPTdtttZ3qTrq579NamNlxHlNsy2Xk3i/3MLb5JW2M/DHRq7KZpV8U0sltP9klL2lX7ZtX2r3/9a2VAyemnn26Pfexj7RGPeMSK5KUvfWmlkRrNW4mMiE022SQNdopg7aRBTxokpafB9OYf/XWZngDU68vVcdauVBOpgVtyTOWL9DYmPUWVx40S1rpl54LKKRyAo+TV9LRqV5mfHK1yAK5F3ev2F/2l4Ur3Sa33oQ99qFLVunIqiYhYNQENUNS5ppyRzhXaNisRnaN0rsrzlIFbV06eZlbDabR7dIwLIdU20lNWmRADgVkiQFsgAAEIQAACbSVQtVNl16o1hVYYGZ2ArsHK1/C6rn/GM56xIj+Prtl222239HRyXhuVobLyOIX11hf5bvI3Nys+Fz3pfOSRR9r++++f/vJMD7npCWi9KXvY7a82la8B5etZ7Q2V8kAn1XsWH5TSNXT5YT0NUCv7utT+cYi2lR46y/PSdb2u77WPrUTkV8jzU7hJvh4dHzpOVK9CbnjDG5oe/izmR9G6ST3sYDYdH+WydXzInzlKmXlarVveP1TOLPpC83aPLdx9Q43OcdUecGylkNFME5j9xi0eH/VeztknMJ4W1vU/Ol9PyhZcaSvaWu+8vWqDbJ48TmHZLCuxdbSObCXZTMqnENlxdeUUy8v6ute9bjlqrPPav8p2x1rdQ5w2Y90XffrTn25L2WQatKc32b7kJS8x/S2d5DWveY2deOKJpvqPFX7rMwurKLORmtwcBjo1eeu0qG6uunZH9aWw5pFEQE/2pMCQP/qLsCGTriqZBiXpxF7ORJ2r3ty09dZb21IOsGI9PX141llnpb880xOCGhkrR9hyF9Tq8MvOFJXnPp975xUVngAAEABJREFU0KgGRh2/YpushdbgtrXIt5znpMoplztv8zr2f/WrX615s/XGLz0h2lfQnMy4u8a7m7vXtLguriYZURCAAAQgAAEIQAACEJgkgZLtKqvV3S19Q0dgkrVpdFmjXsPrukjXR2vdKJWhssrluLtpYNTuu+9uw/xFRvGQm56A3mGHHUw+oje/+c32y1/+spx137x8FbrJk0cOU16efpbCt73tbU03XoZtk26yiOGw6Vebbs19kN0KDvJBdhdPVOkJ/vLAq5ve9KYrHugkP6oGGw3TCG1bfKHDkJpcGvfo4dzM3c2t/KnGlFMwD4FZJ6CjwN07x0ehZ73RQ7Zv1D5e9pnstCGzX3EylaGyVpxBaUXlpTxL0WOfVRkqa5iMR2U/r/dC6uyOYfiuJE0TGOuvgA877LCh/zVINuFnP/tZ22+//dLbnp797GenN9vqOmglDGZrHTfTOT+p+LHmfhjo1Nxt06qaLURt08juCCzUvr0iEjAtS6ApCfSk3Ste8Qp71ateZaMO1NITgHKEadDTG9/4RlMH15R2UQ8IQAACkyKQ+sToDzu6XGp0luUo5iEAAQhAAAIQgAAE5opAIxu70G+nai7ZsxEvHeZtI6tNpYYjoAEZetL5Pe95j6277rpDPdxW5KwbAZ/85Cdtxx13tOc973l25ZVXGh8ItJGAHtjkBlYbt9za1Fl9W3RxlnSlCPWClUgiIDBXBHQUpOOjE8AUnKutT2Mh0D4CG264oX384x+37bff3vTXhMO24Nprr7Xvf//76c22eqvtKaecMuyqQ6drV8I46YeBFNMAG6k5rWGgU3O2RatrovF8Hj9JLAKtbg2VFwG9XWnLLbe0z3zmM6a/pdOTf0u99k/r5CLHwac+9SnTKFgcYDkZwhCAwDwQcPfoDQspt9jLEcxDAAIQgEA/AeYgAAEIQGAaBMKGzYuV1eruFlOI54sIt5SAu9uDHvQg05u4v/SlL9kBBxxgt7vd7YZujQaIHHPMMbbPPvvYRRddNPR6JIRAUwjoDWPyeTalPtRjygTinKjezd3Np1wViodAUwm4u8UU1Qsdv2swkSUEIACBsRHQm3df/OIX2ze/+U177Wtfaw94wAOGeqNtUYGLL77Y9JeSulbSQM8ifr60m0788RvKza25HwY6NXfbtKpmC6pt/MTEqG6xWIXobUrl1ffff3876aSTxip6gm+Y12e7u93pTneygw46yL7+9a/bV7/6VVMnscEGGww1Ivbkk082veFJr9/O23X961/f/vmf/zmPMjnM5rfj6EOx7IyexJykY6Zuv3z9618/1n1S+7heLbls40mwagLaf8qvVpdz+ytf+crYt+kmm2yy6vq2MQOdyzp9on7LLaiLK6dZap5lEIAABCAAAQhAAAIQWAMCemQzy1ZWa8+uLS3LkhEcgoB8INe73vX6UmrA0bHHHjvWazANQrr3ve/dV86gGd0E2GuvveyLX/yifetb30o3ArbYYouh/mrtF7/4RUpf/guwunbqQbhBdSC+n4C7j/SmLVvlp87XM00f5CqbM9Tqeoiz3G79tZ7+3mWoDFaRSMfH6L7QVRTIqssTiL6t09cZ9zSWp0WKOSWgf3DRcaKjpKPnFMQqm60+oGm24DBNamu987bN670QtXtS9xBVVtPuN+n+t65tPvShD6W3NR1++OG26667DvWQh97w9Ja3vMXOPvvsfFeao3Cc7Xs2UoQb3HIGOjV447Spamk0X1yMu+nbppo3r663uMUtKpXSCFI5FysLJhzh7nbLW94yvfbv3e9+t/3gBz/oDXxaf/31B46K/fa3v23nnHNOX21vdKMbWbnj+/Wvf21/+ctf+tKNMqO/yfvNb37Tt8qNb3zjVOe+yDHO1JU5xuwHZnWzm93M6hwzqs/AlVax4Fa3ulVlbe2XlUgiWkFAF1U3velN++r6hz/8wa644oq+OGZWTsC90x+6e00mdXE1yYiCAAQgAAEIQAACEIDAJAmUbFdZre6ePD3ubhGwRn1aVBn5QHSjKK+yfCDlgUL58kmGdX2oGwF66lmDr4qBT5tvvvnAh9xOPfVU+9GPftRXzbVq54UXXthXjmbWWWcdqTWTafg85CeT3y1v1O9//3v77W9/m0eNLdxkH+TYGlnKqM4foptZK/VHyg/3q1/9qlRK/ayOD23jfKnOAystW/mofA3UUriQtfaFFuXMgnZ3i6kjlQZ5JYYICMwbAR0FbvpGy+Ng8VBMKyOgPqDJtuCgVrW13nl76vr+ebgXMsl7iE1nrPrd//73t4MPPjg95KFrmGLgU929T+0/ssH1r0Xz+dCGm7vEkramfGrqwUCnGihEjU5A4/k0ECcJzz+MDjBb4za3uY3JwZRFmZ6UU8ebxzUh7L448ElviPrOd75jT33qUysDnv70pz+lJxTzOuvJwXI7L730Urv66qvzZCOFta5Y5StpMNDNb37zPGpgWI6F8punBibuLlB6rdednZhSm9S2vEA5R1bqJNVTn3Jg7rzzzqa3Kh1xxBF9r6G/+93vXnmq8LzzzrP57ORz6u0MazT77W9/+77K6xzz85//vC+OmZUTKPrDji7no16zHMc8BCAAAQhAYLwEyA0CEIDAyAQW+u1UzSV7NuKlcfeMTLS3wg1veEMrX4PJh3HZZZf10jQpIH+NBj697nWvs+9973vpzd66jszrqLdy6wG4tG90F6xFO3WToTzoSDfd6gbpdKvRp/7+97+bBrL0RQ4xs1L/yhBZL5lEb1UvJyi3v7x80LwGwey33372qEc9Kv1N4Rvf+EaT767g0SYf5KA2jhqvfVTtzte76qqrTD7JPG7YsAahaR8dJn0TfaHD1HuW0+j81ZNKQxcqMURAYN4I6CjoHCPRctmDoZhWRkD9z1ragiur1fJrtbXeectkw5bZz8O9kEneQ2wb43zg0//8z//YJz7xCbvb3e6W7zYpfMYZZ9iVV16ZwvP1s2Cdc39XN7jxDHRq8MZpU9U8Kuvxk8QiEPNMKyOg0aPlp7cuuugiW6lTQ7V4//vfb/kglve97332k5/8RIt6IgfVueeea5/5zGfSQJeddtopDVoa9mJdGakz22effWzPPffUbJ/UDUC6853v3JdGTyCp4+iLHGFGrxGUgyFfRQZMeUBQvjwP/+53v7O//e1vedSyYXVyGmC0bMIxJ5BT7453vGNfrqrHSvcT7Q/XXHON6SnJL3/5y/bOd77T8ifSbnvb25pe750XqLd0aZvlccOGNUDqRS96kW211Va2++672yte8QrT4KryfjJsfqQbncB97nOfyko//OEPVzx4TQ76xz72sT0Hqhzi+iu8aTmHK42bcIS7R29YSLlwL0cwP3kClAgBCEAAAhCAAAQgUCFQtVPdI06TdCU9EcMS0Ftc7nKXu/Ql10NTJ5xwQl/cKDPyn2y55Za23Xbb2XOf+1zTIBa9jSn3a8hBrevsL3zhC/bqV786XX8/7nGPG2lQh/6KYvvtt7dDDz208gCUfDBqR1HvQe3UU9NFmlG1/Bzyi+XraSDWsAOdVL9RfFsqRwx/9rOfKThxude97lXhrLdnqU6jVkaD6bT95S86/vjjTU+lH3XUUSYfoPKalg9SZU9LrnOd61jZH6LBcCeddNKKqiRf6rD7l/yTTfOFrqjR7VtpcI2jb3N5b5IenIwlEJhnAu5xlLgIeBwt0shKCAyykdbaFlxJXfN12lrvvA0Kl/t+xc36vZBJ30OcFmPd19RA/re//e1pYL/uOX71q1/VJh5K3N3uec97pmup8mB43dvSPeChMpqpRG4WXNzim7Q19sNAp8ZumnZVTCO79WSftKRdtW9WbW9yk5vYve99775K6Y1IX/ziF1c0AEEDUb75zW+aTvbFIJYPfOADfW/rUWF6mkuDWzQ4QQNd5EQ6//zzR3J+KR93t/ve974KLikaMfsf//EflTRqp544qyxYJkL1V70LZ02RfN111zUNwCrmC604OXSKeem//vWvppHcCg8rGiA0jb/7koH5gAc8oK+acsx897vfTSNt+xYsMyOHTL9Bbenv/nLni546u0vJKauBLXqd/TLZ1y7W26Dk6NRTc3IKyemq/VLztSsQOXYCOs/odeZ5xtom2jZ53LBh7Qu//OUvrXCgatDkpz/96Z4Dddh8ZiWdbigsRMcoqbaJnrLKhBgIQAACEIAABCAAgekTqNqpsmtVr0IrjKyMwAYbbFAZwCJ/jfw2o+aoh4fkP9FAFl2by7mvQSx62EQDOYr83D09VKSHiz73uc+Zrr818OWCCy7oJhleySeggRrLrVHXTtVvJe3Ufve1r33N5BfLy9XNCD2lnscV4bo3Io3qt9EArpVeGxf1WKleZ511rHyTRQ/26Xp71Dw1GK7MXT47+ZSU17R8kCp7mvLABz7Q9IaKvA4r2Ufli5QfLs9nqfC0faFL1W1ul3XfUKNzTbUHnFsqNBwCfQQWj496L2dfYmaWJFBnI621LbhkhYZc2NZ6582bx3shsvcmeQ9xWoxlJx9yyCHpmkcD+3WP8cQTTxz5PqmuLcovl8j3ofkKh1WU2UhNbjsDnUbdOqSvJeCKDeeJtESzyMoIuLvp9eD//M//3JeBRqCO+nSRjFA5sjRoKc/sdre7nZU7OHV6cnbk6TQARhfsyiePXy6sv3Mrp6lzhm200UaVtwSdfPLJpraW119u/tvf/rYdd9xxfcnktHjoQx/aF1fMuLuVGasDHOWJPQ0e00COIs9J64c85CEVx4wcgOrYR6mLXjWvtzPl69zjHvdIg52KOA0Me/jDH17M9vSRRx6Z3gLVixgioP3jYx/7mGn/ypP/+7//u+kv8vI4wmtH4K53vavd73736ytA2+SDH/zgyK/1l8O17ljYcMMNrTyYqq/AGZ5xd413N3evaWVdXE0yoiAAAQhAAAIQmC4BSofAvBEo2a6yWt3d0jd0BOaNyFjbq+svDRbKM5W/Rn+VMKrfRQNYdGMsz+uf/umfbLPNNrN8oJOW/+d//qdUT/SAmHwHujbvRQ4RUB0ledLrX//6pjc+5XHjbOdpp51m+juJPP9B7SzSqE5FuNCnnHLK0A8Pqo0aRFYeIFTktdZaD5rd//737ytG/irtJ6Nsszqflfxg6623Xi9vd5+KD7JXgSkFNFCu7BfVsSgfqrb/sNXS3zrqRtqw6ZVumr5QlY/0E3CPHs7N3N3cyp9qTDkF8xCYdQI6Cty9c3wUetYbvYbtG6eNNIotuNomtbXeebuHuheSr7BEuE33QiZ5D3FajPXChvK/JOnFDpdccskSW7F+kR4myZdokHrdtUWeZjbDbqZzflLxY839MNCpudumVTVbiNrqQnAhAozrDhirnOSEWn/99fty0VNChx12mMmA6VuwxIyeRvr4xz9eSfHIRz7S9Fdk5QUaFKTBQXm83spy+umn51FLhvUqv89+9rN9aeSEKjtplGCdddaxTTbZRMGeyBvzjd8AABAASURBVOH2tre9zY455phe3HIBDdTRK9q1bp5Wzhs5L/K4IqyBXWUHo9bXwB05g4p0g7ScS+9617vszDPPHJRkzeP1Kkg5SPKCNFDl5S9/ed/fzuXLy2E9yamBLWp7sUyOr0c/+tGmTryIk9YAvPL/1OopR/0FnYw7pVlOdJ745Cc/aXr7T55W+4hen183IC5PN61w2XGrV9+P+vavYesup7R45Om1T67kNfV5HuXwv/zLv9guu+xSGfD3/e9/39785jcPPdhJx/xrX/ta05uc8jL0BKrONXncPIW1ry/ojU7RMUbXWGp6NaaUgFkItIIAlYQABCAAAQhAYMYIhO2at0hWa7JrI146zNt8MeERCfzbv/2b7bjjjpW1/vu//9v0MFB+XV5JlEX86le/ste85jWVtxzp4bUHP/jBWcpOUAM69MBbZ67zK3+RHhhL27UTteSvfCBHH3105S3YenK77DtQO7fddttKfmqn/AHDlvnTn/7U5Acrv81JD0jJ31MpoBuh5fJrdGeT0nXusP40sanzpaWMJvAjn4D2k7J/Tm8xH5af9iX9RV3ZZ6U3GelmZd6Mafkg8zpMOix/yGMe85iKP0TbXZyH2Uf1kKF8kXq7+ij1n6YvdJR6zktabevo4tJbH9Tn9be7GtO/fL7maO18EtBRUBwncaBgCq5yN5CNpD6+nI1spLW0BcvljTrf1nrn7VTfv8sc3guZ5D3EaTHWfajyvwfpXtXhhx8+9D0u7St6kYbsO4UL0TVUeRBVsWy2dZz9w0CKKU79usvV3NYy0Km526ZVNdN4Po+fJBaBVtW+eZVVh7DXXntV3tajQSVPf/rTTX/zJSfToJprUNRHP/pRe/GLX1w5kesV3ttvv725e2V1DQoqO4s0cOaggw4yPe0nR0llpSxCafU6dL0eMIs2DSgq56vlct486UlPMnVEmi9Ef12nuqsNaksRX9ZapjR6LaHKzpfL+HrqU59qYpnH52G9babs/JIT6NWvfnXlbUP5enqq79BDDzU96ZXHTzqswTfip7bmZesvCp/2tKeZnirThUi+rAgrXsuf8YxnmAY7FfHS2lYa6a1wLipH5ZUH4eh17mKtvz1bah+Rc/L1r3+96S8Sy+lkiJQHveVlTzus4yavgxxZGqy1xHGYJx8pLM7lAV8ysEZ529iwBeq1sw8vvalL20aDFXXc6y8QlspL+9r+++9v5WNe62jg2h3ucAcF51Lc3Ra/ZQRejmAeAhCAAAQgAAEIQAAC0ycQNmxeCVmt7m4xhXi+iPAKCWy99da27rrr9q2tJ4d1nayHlvSQS9/CbKa4jtf1vq7FskVpwMauu+5q+iuyPF5hPei26aabKtgTXdOqvCOOOKLiN+ol6gbke3nHO95hGujUjUpK166bb755Cpd/5Heqa6cebJNfQP6B8jrFvK5J5YPab7/97NJLLy2ik5aPR+1X2Smi5kcDncrX8CrvsMMOs/LbrPPV1U75mOSPUjhftkx47Iv1sGD5wSFx0X6yHD+19Q1veIO9733v66uX2Gkf0Ru78wWKn4YPMq/DNMJ6cFB+wbxsbfdXvvKVpgcCFc6XFWEdh8cee6zJn6Y3bRXxw+pp+0KHrefcpIsOTr2bu5vPTaNpKARGI+DuFlOsFDp+mVZHYBq24Opq3Fm7rfXu1L7zO4/3QiZ9D3EajGVb6cUNsmk7W7rz+6Uvfcle+MIXmu7ndmLqfwvbTjZg2f57xCMeYeV7dfW5zFqsm0788RvKza25HwY6NXfbtKpmC6pt/MQ0xKhuJUaWI6CnrJ785CdbeVCJBgFpMNF2221ncjRplOnll19uV1xxhWkwxIc+9CF77GMfm5aVT8o60WuglEah1pWv5XvttVflr6Y0iEhv7dl5553twx/+sOnv5VSeRE8SasDHy172MpMjS08E5nmr/hocM8gJdcc73tE0oEJl5+up7mqfOhK9XSYvU2EtW6qdGoikgVt5nuWwHEd6+rAcrzaoLSpXTPN2PutZzzKx11/6aT217+EPf7jd6EY30uzERX8x98QnPrGyn8gZeMABB5jY661cF1xwQdpHNKhJT6ftvffepuVKl1da20lOw7Ljq0iz1VZbmZ56K+YLrUF4z3zmM61uH9H2EstHPepRprrIOVesJ60ytW6TDYa6ummgm54C0PGowXHaJ5dySqutw4iMT71xLE8r55kGkz3nOc8xlSWRYy1Ps5KwypJzTq8VLa+vwUs6xnTO0ODKYh8qjnkdC3KS1jmK9RSxBjq5N9kEKrd4vPMykDt9on7LedfFldMwDwEIQAACEIAABGaBAG1oFQE9splVWFZrz64tLcuSERyBgAYi6bpO18H5arpO1rX6NttsYy94wQvsG9/4RnooSf6I5a7jlY+c+/rbOoXL4u7pbb7lwT+F30XXfbqezf1L8jPpYaY3velNycekv01THfO8tV7dtaTSLNVO+QXkW9DAI5WhstRO+V/kc5JfQT4o+aKUVyHyv+y777628cYbF1G1WmzrBmDJ/yGfl65ldT1dlFv4LOR/EgdxUcZ6Q5Z8LgpPWnTDRv6cMl9tA/GTf0Vv9cr5Fe3QMqVR2rzeestWeWBPsfyBD3ygTdoHWZQ9LS0/pI7FMmMNPNQgMe3f8rEWvhAdh/IDPeEJT0h+zPL+OUo7pukLHaWec5E2+rZOX2fc05iLDU4jV0JgIY4OHSc6Sjp6JbmwTkFgKRtprWzBouzV6LbWO2/zvN4LkT07qXuI173uddNg8LJ9pe2wlveb9IZSDcZTObnoPu4OO+xQub4qrj300IdsbtmEZdtOD23U5ZnnP7vhONv3bKQIN7ihDHRq8MZpU9VclQ3HiZu+mkFWS8DdbbfddrOnPOUplUEsylsOGT1ppkEIcoTJIaMT8nve8x7TMqXJRRfwcuZoUE4eXw7LkbPnnnvWlnnxxReb/q5NjiWVJ5EzTYOKNDq27q+8NChGDqxyOfm86qQ8VMc8XmHlqVdz52UqrLavpp3KW4NXlNdS5Ypp3s4f/vCHJqeH1peofbvvvru5u2YnLu6D9xM5tTQI5XWve509/vGPN7VDnbqciXpzlZbnFdbgJm0H7QN5fB6WMXjggQea9rk8vgjX7SNirG2obVmkK/SNb3xje8lLXmJLlVmknaaWYVYefKT6qL0aBCRn1+c//3lb7g1IWmc50aA5/a9wOZ2crTLMVJZklL93LOeVz+vpXu0jZae30mhfl7Nbg7mKfag45svHgtJL9Br8l770pXM60l0EOuLu5hF0128E+qa6uL4EzEAAAvNCgHZCAAIQgAAEmkSgZLvKanX3sGtDQkegSbVtbV10/asnhjUgp9wIXfdpkJMGO+n6fbnreK2/5ZZbmh4e0vW65utED7zJf1Tn/5BvRT4WLde1vsqUVp5HHnlkrY9JD7cs5wtZrp26macyVJbKlP9FPiddZ5fboEFOGmAiP5m7lxdX5vXgjW7qlBfoGlfXsnrgrii3zmchH4B8FbqpV85jUvNLXavLv6I3Mef86tpR1FVvL1LaQfuI+2DfkvKo20e0vVbrg1Te0xQxlv+i7lhUm9W+whei41EPnemt5nmdb3WrW1XeVJ8vHxSeli90UH3mNd7dLaaOVCB4JYYICKyKQAtX1lHgpm9UPg4WD8W0egLL2UhrYQuuvtaW7uFM2oYdR73zPNT3z9u9EPfBdp7uEY77HuI0GMvG3WeffUw2fL69Fa67viquPd7+9renN76Kg9IWIttQg5+meS1Q1GU62s1dYklbgz8MdGrwxmlT1TSeLz3ll0b4aa5NtW9uXYuTsy66NQhlpTXVYBI96bXTTjste1Jyd5OzSifxOgfYsHXQ02d6zfjznvc8UzuWWs/dTYMn3vrWt9pq/u9U6+rNQcO0s6iPXqWowT2jtlVONr3ZSYN+yn9/V+Q9KS2+6sSf+9zn2kr3E7HTk5qDngDN26Iy5PDT9tV2zpeNEr797W+f/sbuoQ996CirTSWt3vylfWWpwjXiW2+2WirNMMvEVE8OLrdP6pWbesPbMHkul0Z/L/mBD3zA5KxeLu1Sy/XUrIxDOfqWSjfssjanS32innhK/WK5JfSTZSLMQwACEIAABCAAAQg0gEDYrnktZLUmuzbipcO8zRcTXgUBXV/qrTF3u9vdVpyL/BIa/KOHmfQg13IZ6XpfN3bkI1ou7aDlKlO+EP012jBljqOd8kHoDU96G7H8H4Pqlsfr5sSrXvUqq3ugJ09XF9Y2ESfdpKlbPsk4Xau/973vtf/4j/9YUbHF9pJPcLntJbbyLU3SB5k3alph3Wxe6bEov5b2M72hadT6u0/PFzpqXWc5vfq2nlQaql6wEkkEBOaKgI6CzjESzZY9GIppPATGYSOpnx/FFhxHzdta77ztd7nLXWze7oUUdt6k7iFOg7Fsd/3Nsx7Ez7f3qGFdC8g2lI046rqzk37BOuf+rm5wwxjo1OCN06aqeVQ2rs8siWkuIpjGQsDdTa+X1mun9Xdq3cEPQ+WtARNyQOkJvE022cTch9s27p7+guxjH/uYPeABD6h9u9OgCsi40joqU6+9Vgc6KG05fv3117ejjjrK9thjj5EG7OgNOBp0o3U1UMN9uHaqfPeOY2GUtt7sZjczveFGjjY53JTPtMXdTQO8tJ/oDVra9sPUSen0dJrYif8w6yiNtqu2r7azngxUPoofRsRM21hvebrPfe4zzCpTT6Pj7pBDDrHljKSLL754LHXVBYPewKZyB2Wov5Ab10AnlXHzm988/eWlHKDrrLOOooaWO9zhDqb1JKtxmg9dYAsSurstfssV9nIE8xCAAAQgAAEIQAACEBhEYILxVTvVPeI0SU+wJvNQlG4A6O8S9IDYqA+L6FpaA2D08NVS141ljnrQSNfxo/gNijzk9Ncbl1784heP5LPJ2yl/SpHfclrt0t/Y6Y3G8m3J37TcOvlylStfzy677GLKK19WF5ZfQ/6Rww8/3LRuXZppxGnf0M0WDahReNg66Lp+1O3lPnkf5LDtWct02t46FvXWK/mslitL+6IGDmpfuec977lc8iWXyxcnn5z8ZMOUXWS2Gl9okQc6CMQ+7/LeJB3zTBCAQIWAexwlrmiPo0UaGReBov+ZpC04jrq3td552+fxXoj7ZO8hToOxbGXZzbq3Jlsp3+bLhZVe68km1D6+XPo1XN6ArN0s9he3+CZtjf0w0Kmxm6ZdFdPIbj3ZJy1pV+3bUdtb3/rWJmfSN7/5TXvta1+b/jpMT6blzho5ZW5zm9vYFltskdJ8+9vfTn8LpnVtBR+95u9DH/qQ6W/p9Np0DSJS/iqnyE4X9+o8tEz1+9rXvmZaR+sWaUbRN7zhDdMr17/1rW+Z3gyjNz2V26k2q6PZddddTa+RFhMNutG6o5SVp1V9P/jBD6aBVnr9tvJXOUUaPQ244YYbmt4Y9dWvftX036xqe7G8KVrbWq/S1utNtT20XbTQv+DLAAAQAElEQVR98rqqLYrXcqXTKO6VshO3t73tbaZ8lJ9evV3eR8RR21DbUttU21bOo5WWOS3W4igjSa9nvf/971/r2P3FL34xluq5expsqMFgO+64o+lvBvJtqEL++Mc/2lVXXaXg2ERl6G8PNGBOzmQ9zam2ap/JC9ErO/WWq7333tuKtFpP6+fp5jmcRrxHx7gQUuWwUI0iBgIQgAAEVkiA1SAAAQhAYHwEqnaq7FrlX2iFkfER0PWyBvPob9w+8pGPmJ7K17WWrrnyUnRNpmuzZz/72fbFL37R9FdzD3rQg8zd82RDhXO/wctf/vLkQ9I1p+qSZ1Au81Of+pRpUIb76GUqb7VT/pQPf/jDJn+O/An5wA75mvQQjXwH8r3I16Mbf7e4xS3yao0Ult9Bbyz/yle+knxqYpizVfniLa7ya6zGPzJSxUZMrGtt+aGK/aSOnxjLl6Vl2pc+/elPr3h7aR+Rj0fbYFI+yBGRjD25+GmwkfyaOi7kN9MxUBSk5eIrn6H+NvD1r3+96QZesXw1Wvup/GTyl8lvpmNAfjSVWeSrsMrX9h2XL7TIe6519w016uOqPeBck6HxEOgRWDw+6r2cvYQTCcxeITq/y0Yq+vhJ2ILjoNjWeudtl32lexrF/Y15uRciO29S9xCnwVj7pv61SHasbCbZTrruyK8BtB/oOkDxWq7rE6XXelpfy+dbwirKbKQms2CgU5O3Tovqllwc4eiQlrSo6mOtqi6ITzrpJMtFb1IaZyE6+Wogky66NRDhhz/8Ya+8448/3mQQyQmhNMu9lnrYeqnj22GHHUxPgil/lVO08YQTTjA5jLRMb5zKnQDD5l+X7nrXu55pYJFemV1up9os4+Pggw9OThu9Xaguj1Hj3D291lyvQ1f+KqdopxxecjZoe5bLk1PsmGOO6W0HhRU3qHwtU5oib2m9an5Q+pXEq9PW9tB20fbRdlI5ErVF8VqudCvJv7yO8lF+en19eR8RR21DbUttU23b8vptmZeRo//v1VN7xx57bG+bi6tEb/nK26L9RfG56DyRp1kqfOc739me//znJ0d2vg2Vnxxg97jHPfpW136kZYVoP9P+1pdoiBn3zrGw7777mtqqfabIU1qDKPVk7P7775+edJXBOkS2c5XE3S19Q1cb7tWotYohXwhAAAIQgAAEIAABCAxLoGS7ymp190W71ofNaLbS6ZpK11a6FipE117jbKWuqfQGYQ240bWWrrmKsqR1TaZrM9380qAk99VvDF3Hb7PNNulBOQ2e0rW7yipkLcqUP2Xdddc1+XM0ECe/rpav6eijjzb5DnQtLf/XuBirrfJZiGHOVuWLt7gqTV6eytfNkYKH9FLX8xqQpforXSFaX/nk+a4mXOwndfy0/eTL0jLtS0q7mrK0ruou/+IkfZAqd5qiNuu4kN9Mx0CxLQu+8hnmf1Wn9NrORTrplZ4f5C+T30zHgPxoKlP5SRQutq8GHOpYqnBaJqKurtpnte8us+rMLnZ3iykkdKWVXokhAgLzRkBHgbubq+GFVnjOROdJnS91Pi5E536dV8eFQv22+u+1tgXVRxVtkJaNK1t3pe1Y63pPgr27p/uCa3kvRDakeOcie3dU7tpW2mZ5Ptqmo+aj9LJ9ZR/L5lnre4jua89YbcpFtpJsJtnGuu7IrwHET9cBitdyXZ8ofb7+fIfjrB/bLCZzj3CDYTDQqcEbp01VW4jKppHdEWBcd8BgagUBKgkBCEBgrQikPtGiR+yOfO8vJzrL/gjmIAABCEAAAhCAAAQgMH0CYbvmlZDVmuzaiJcO8zZf3KowlYUABCAAAQiUCahviy7Oki4vpNOrECFi/ggs2oLR9jhYNB8hJghAAAIQmGkCcbbXOT+puMfV4LYOGujU4CpTtSYS0Hg+DepLYpprYi2pEwQgAAEIQGAyBNw9esNCymV6OYJ5CEAAAhCAwDQJUDYEIACBDoGwYTuBzq+sVne3mEK8E8kvBCAAAQhAYFYIRAen3s3dzWelTbQDAmMm4O4WU+QaOn6ZWk+ABkAAAhBYhoCbTvzxG8rNrbkfBjo1d9u0qmYLqm38xMSzDmKBQAACEIDAXBMongasH++u3nKu8bSs8VQXAhCAAAQgAAEIzAmBhX47VXM9u7a0bE6I0EwIQAACEJhlAtG3dfo6697TmOXG0jYIrIyAfJs6TnSUdPTK8mEtCEAAAhBoC4E42/dspAg3uNoMdGrwxmlT1dJoPnfrfNtUc+oKAQisigArQwACtQTc1SOaubtVP3Vx1VTEQAACEIAABCAAAQhAYKIESrarrFZ3t/QNHYGJVofCGkaA6kAAAhCYMQLu0cO5WSgLZf2fakz/cuYgMPsEdBR4HB2upsaBkrTCCAQgAAEIzDABN3eJJW0N/jDQaQ03zjxlrfF86Sm/NMJPc/PUetoKAQhAAAIQ6CeQ+kRbsI7uX6YnoMoxzEMAAhCAAAQg0G4C1B4CM0EgfDp5O+TdSfZsxEuHeZsvJgwBCEAAAhBoNQH1bT2ptES9YCWSCAjMFQEdBZ1jJJotezAUEwQgYAYDCMw2ge59LZ33JQ1uLAOdGrxx2lQ1j8p6/CSxCMQ8EwQgAAEIQGBeCbh79IaFlCl4OYJ5CMw6AdoHAQhAAAIQgEArCFTtVPeI0yTdijZQSQhAAAIQgMCQBKJvc3lvkh5yHZItR4DlM0bAPY4SV6M8jhZpBAIQgAAEZpuAm+ncb27uIdbcDwOdmrttWlUzjezWk33SklZVnspCAAIQmCoBCp9FAulpp+gYF0Kq7aOnrDIhBgIQgAAEIAABCEBg+gSqdqrsWtWr0AojEIDASgmwHgQg0CgC3bcUqI+r9oCNqimVgcDUCCweH/VezqlVjIIhAAEIQGCNCIRVlNlIa1TIWLJloNNYMJKJC0F3VF8Ka34cQh4QgMDcEfjzn/9s++23n6233npTkc0228zOPffcueNOg8dLwN0tfUNXc/ZqFDEQgAAEIAABCEBg3gnQ/ukTKNmuslrdfdGu9elXkRpAAALtJXDEEUdMxc9T+JdUfnvpUfO1IODuFlNI6EoBXokhAgLzRkBHgbubq+GFVhiBAAQgsFoCrN9gAnHW1zk/qfhpcE0Z6NTgjdOmqi1EZdPI7ggwrjtgMEEAAhCAwFwTSH2iRY/YHfneDyM6y/4I5iAAAQgsS4AEEIAABCAAgTUnELZrXoas1mTXRrx0mLf5YsIQgAAEIACBVhNQ3xZdnCVdaYl6wUokERCYCIGmFKKjIB0fnQCmYFM2DPWAAAQgsKYE4qQfBlJMA2ykNS18pMwZ6DQSLhIPIqDxfB4/STrjuwclJR4CEIAABCAwbgKNy8/dozcspFw9L0cwDwEIQAACEIAABCAAgekTCBs2r4SsVne3mEI8X0QYAhCAwLQIUC4ExkcgOjj1bu5uPr5cyQkCM0XA3S2maFPo+GWCAAQgAIFZJ+CmE3/8hnJza+6HgU7N3TatqtmCahs/MTGqWywaJVQGAu0icN3rXtc23HBD22GHHaYi2267rd3kJjdpFzRq2zgC6WmnqNVCba+o3jIWMkEAAhCAAAQgAAEIQGCsBFaZmR7ZzLKQ1dqza0vLsmQEIQABCAxF4O53v/tU/DyFf0nlD1VREs0PgejbOn2d1Xpv5gcELYXAYALybeo40VHS0YPTsgQCEIAABCZJYK3KirN9z0aK8FoVM4Z8Geg0BohkYZ3RfO6hJcYHAhCAwIoJXO9617Pdd9/dXvCCF0xFDj74YLvd7W634vqzIgREwL3TH7q7ZktSF1dKwiwEIAABCIyfADlCAAIQgMDSBEq2q6xWd+/4ekJHYOn1WQoBCEBgCQJ6qG1avh6Vq/KXqB6L5pCAe/RxbhbKQln/pxrTv5w5CMw+AR0FHkeHq6lxoCStcBuEOkIAAhCAwAoJuLlLLGlr8IeBTg3eOG2qmsbzpaf80gg/zbWp9tQVAhCAAAQgMF4CqU+0hQH/YdzMfnK8BMgNAhCAAAQgAAEIQKB1BMKnk9dZVmuyayNeOszbfDFhCEAAAhBoKQGq3SGgvq0nnajsV71gNksQAnNIQEdB5xiJxsseDMUEAQhAAAKzTqB7X0vnfUmDm8tApwZvnDZVzaOyHj9JLAIxzwSBGSJAUyAAAQiMRMDdozcspLyqlyOYhwAEIAABCEAAAhCAQAMIVO1U94jTJN2AGk6gChQBAQhAAALzQiD6Npf3Jul5aTTthMBoBNzjKHGt43G0SCMQgAAEIDDbBNxM535zcw+x5n7GMNCpuY2jZpMjoJHderJPWjK5kikJAhCAAAQg0DwC6Wmn6BgXQqq1o6esMiEGAhCAAATaQYBaQgACs02gaqfKrlWbC60wAgEIQAACEJgJAt23FKiPq/aAM9FCGgGBVRNYPD7qvZyrLoAMGkyAqkEAAvNJIKyizEZqMgMGOjV567Sobq66dkf1pbDmEQhAAAIQgMCcEnB3S9/QVQRejSJmNgjQCghAAAIQgAAEINBmAiXbVVaruy/atd7mxlF3CEAAAhCAQD8Bd7eYQkL3L4o5D1liYhEE5oCAjgJ3N1dbC60wAgEIQAACM0wgzvo65ycVPw1uKQOdGrxx2lS1hahsGtkdAcZ1BwwmCECgQoAICMwTgdQnWvSI3ZHv/W2PzrI/gjkIQAACEIAABCAAAQhMn0DYrnklZLUmuzbipcO8zRcThsBAAiyAAAQg0AYC6tuii7OkKxVWL1iJJAICc0VAR0E6PjoBTMG52vo0FgIQmF8CcdIPAymmATZSc8gw0KkZ26L1tdB4Po+fJJ3x3a1vEw2AAAQgAAEIrJSAu0dvWEg5Fy9HMA8BCEAAAhCAwPwQoKUQaC6BsGHzyslqdXeLKcTzRYQhAAEIQAAC7ScQHZx6N3c3b39raAEE1oSAu1tMkXfo+GWCAARGIkBiCLSQgJtO/PEbys2tuR8GOjV327SqZguqbfzExKhusUAgAAEIQGCuCaSnnYLAQm2vqN4yFjJBAAI1BIiCAAQgAAEIQGBqBPTIZla4rNaeXVtaliUjCAEIQAACEGgngejbOn2d1Xpv2tmoNtWauraBgHybOk50lHR0G2pNHSEAAQhAYOUE4mzfs5EivPKM1nxNBjqtOeL5KCCN5nO3znc+2kwrIQABCEycAAW2hoC7ekQzd7fqpy6umooYCEAAAhCAAAQgAAEITJRAyXaV1erulr6hIzDR6lAYBOaaAI2HAATWnIB79HBuFspCWf+nGtO/nDkIzD4BHQUeR4erqXGgJK0wAgEIQAACM0zAzV1iSVuDPwx0avDGaVPVNJ4vPeWXRvhpbvK1p0QIQAACEIBAUwikPtEWrKPLtaKfLBNhHgIQgAAEIAABCIxCgLRrRCB8OnnOslqTPRvx0mHe5osJQwACEIAABFpNQH1bTyotUS9YiSQCAnNFQEdB5xiJZsseDMUEAQhAYNIEKG/SBLr3tXTel0y6+BHKucKZlAAAEABJREFUY6DTCLBIOpiAxyKPnyQWgZhnggAEIAABCMwrAXeP3rCQMgUvRzAPAQhAYJwEyAsCEIAABCCwQgJVO9U94jRJrzBXVoMABCAAAQg0kkD0bS7vTdKNrCGVgsByBNZ8uXscJa5iPI4WaQQCEIAABGabgJvp3G9u7iHW3A8DnZq7bVpVM43s1pN90pJWVZ7KQgACEIDAHBGYTFPT007RMS6EVEukp6wyIQYCEIAABCAAAQhAYPoEqnaq7FrVq9AKIxCAAATaQYBaQmAZAt23FKiPq/aAy6zLYgjMCYHF46PeyzknGGgmBCAAgTkiEFZRZiM1ueEMdGry1mlR3Vx17Y7qS2HNI+0jQI0hAAEIQGAsBNzd0jd0NUOvRhEDAQhAAAIQgAAEIACBSRKoK6tku8pqdfdFu9brViIOAhCAAAQg0E4C7m4xhYSuNMErMURAYN4I6Chwd3M1vNAKIxCAAAQg0C4CI9U2zvo65ycVPyOtO9nEDHSaLO+ZLW0hWpZGdkeAcd0BgwkCEIAABOaaQOoTLXrE7sj3fhjRWfZHMAcBCEAAAg0jQHUgAAEIzCWBsF3zdstqTXZtxEuHeZsvJgwBCEAAAhBoNQH1bdHFWdKVlqgXrEQSAYG5IqCjIB0fncDMmoJztVFpLAQgAIFlCcRJPwykmAbYSMtmMLEEDHSaGOrZLkjj+Tx+knTGd892g2kdBCAAAQhAYAkC7h69YSHlhF6OaNs89YUABCAAAQhAAAIQmEUCYcPmzZLV6u4WU4jniwhDAAIQgMB8EJjtVkYHp97N3c1nu6W0DgIrJuDuFlOsHzp+mSAAAQhAYNYJuOnEH7+h3Nya+2GgU3O3TatqtqDaxk9MjOoWC2SOCdB0CEAAAtYb6b5Q2yuqt4QSBCAAAQhAAAIQgAAEGkZAj2xmVZLVmp7ijzjpUEx9BJiBAAQgAIFWE4h+r9PXhR+n1Q2h8hBYOwLybeo40VHS0WtXFjlDAAIQgEATCMTZvmcjRbgJVRpQh8kOdBpQCaLbTyCN5nO3zrf97aEFEIAABCAAgdUQcFePaObuVv3UxVVTEQMBCEAAAhBoNQEqDwEItI9AyXaV1erulr6hI9C+NlFjCEAAAhCAwAAC7tHDuVkoC2X9n2pM/3LmIDD7BHQUeBwdrqbGgZK0wggEygSYhwAEZoiAm7vEkrYGfxjo1OCN06aqaTyfnu5LUvv2ija1hrpCAAIQgAAEVkeg6A87upyXes1yHPPzRoD2QgACEIAABCAAgcYRWOi3UzWX7NmIl8bd07gtRoUgAAEIQGAVBNS39aSSj3rBSuSKIlgJAm0loKOgc4xEC2QPhmKCAAQgAIFZJ7DQ+ccSnfclDW4uA50avHHaVDWPynr8JLEIxDwTBCAAgRUSYDUItJ6Au0dvWEi5OV6OYB4CEIAABCAAAQhAAAINIFC1U90jTpN0A2pIFWaOAA2CAAQgMD0C0be5vDdJT68alAyBJhNwj6PEVUOPo0UagQAEIACB2SbgZjr3m5t7iDX3w0Cn5m6bATVrZrRGduvJPmlJM2tJrSAAAQhAAAKTIZCedoqOcSGkWiI9ZZUJMRCAAAQgAAEIVAkQA4FJE6jaqbJrVYtCK4xAAAIQgAAEZoJA9y0F6uOqPeBMtJBGQGDVBBaPj3ov56oLIAMIQKBLAAWBphAIqyizkZpSq7p6MNCpjgpxIxNwrdEd1ZfCmkcgAAEIQAACc0rA3S19Q1cReDWKGAhAYHQCrAEBCEAAAhCAwHgJlGxXWa3uvmjX+niLIzcIQAACEIDANAm4u8UUErpSEa/EEDFFAhQ9FQI6CtzdXKUXWmEEAhCAAARmmECc9XXOTyp+GtxSBjo1eOO0qWoLUdk0sjsCjOsOGEwQgAAEpkyA4qdLIPWJFj1id+R7f22is+yPYA4CEIAABCAAAQhAAALTJxC2a14JWa3Jro146TBv88WEIQCBhhCgGhCAwMoIqG+LLs6SrmShXrASSQQE5oqAjoJ0fHQCmIJztfVpLAQgML8E4qQfBlJMA2yk5pBhoFNztkWra6LxfB4/STrju5vcHuoGAQhAAAIQWFMC7h69YSHlorwcwTwEIAABCEAAAhCAwNoQINdRCIQNmyeX1eruFlOI54sIQwACEIAABNpPIDo49W7ubt7+1tACCKwJAXe3mCLv0PHLBAEIQKDBBKjaWAi46cQfv6Hc3Jr7YaBTc7dNq2q2oNrGT0yM6hYLBAIQgAAE5ppAetopCCzU9orqLWMhEwQgAIGpE6ACEIAABCAAgYyAHtnMZyPcs2tLy2IREwQgAAEIQKDdBKJvk4cmVK33pt2No/YQKBNY2bx8mzpOLI6Sjl5ZPqwFAQhAAAJtIRBn+zCO4je90anJtWagU5O3TovqlkbzuVvn26KKU1UIQAACEIDAIAKriHdXj2jm7lb91MVVUxEDAQhAAAIQgAAEIACBiRIo2a6yWt3d0jd0BCZaHQqDAAQgMDECFDSXBNyjh3OzUBbK+j/VmP7lzEFg9gnoKPA4OlxNjQMlaYURCEAAAhCYYQJu7hJL2hr8YaBTgzdOm6pWjOrrPOmnuTbVnrquhADrQAACEIDAYAJFf9jR5XT0k2UizEMAAhCAAAQgAAEINIDAQr+dqjnZs4WYIhpQTaoAAQhAAAIQGAeBon9LupIhnV4FCRFzR0BHQTo+OgFMwbnbA2gwBCAwjwTSG/zCN9A5/+u9fs2lwECn5m6bVtXMo7YeP0ksAjHPBAEIQAACEJhXAu4evWEhZQpejmAeAhCAAATaS4CaQwACEJghAlU71T3iNEnPUEtpCgQgAAEIQMCib3OLb9LwgAAE6gi46xjRktBS8y20HgIQgMAcEHAznfvNzT3EmvthoFNzt02raqYB3RrOLS1pVeWpLAQgAAEIQGDMBNJo9+gY68e7z1NPOWawZAcBCEAAAhCAAAQgsIYEqnaq7FoVWGiFEQhAAAIQgECVQAtj9LaCqLb6uGoPGAuYIAABWzw+6r2cIIIABCAAgVkjEFZRZiM1uXUMdGry1mlR3Vx17Y7qS2HNIxCAwNIEWAoBCMwsAXe39A1dbaRXo4iBAAQgAAEIQAACEIDAtAmUbFdZre6+aNf6tCvY4vKpOgQgAAEINI6Au1tMIaErtfNKDBEQmDcCOgrc3VwNL7TCCAQgAAEIzDCBOOvrnJ9U/DS4pY0d6NRgZlSthsBCxKWR3RFgXHfAYIIABCAAgbkmkPpEvdGpO/K9H0Z0lv0RzEEAAhCAAATmmgCNhwAEGkIgbNe8JrJak10b8dJh3uaLCUMAAhCAAARaTUB9W3Rx2Rtr8uaoF8znCUNg/gjoKCiOkzhQMAXnbxdYkxaTKQQg0HQCcfYPAymmOPU3e9QHA52avi+1pH4az+fxk6QzvrslNaeaEIAABCAAgfETcPfoDQsp5+/lCOYhsBQBlkEAAhCAAAQgAIHJEAgbNi9IVqu7W0whni8iDAEIQAACEGg/gejg1Lu5u3kzWkMtINA4Au5uMUW9QscvEwQgAAEIzDoBN5344zeUm1tzPwx0au62aVXNFlTb+ImJUd1igUAAAhMiQDEQaCaB9LRTVK1+vLt6y1jIBAEIQAACEIAABCAAgSYR0CObWX1ktfbs2tKyLBlBCEyIAMVAAAIQGDOB6Ns6fZ1xT2PMaMludgjIt6njREdJR89O22gJBCAAAQjUEYizfc9GinBdkobEMdCpIRtiTaoxwUzTaD5363wnWDBFQQACEIAABBpIwF09opm7W/VTF1dNRQwEIAABCEAAAhAYmgAJITAOAiXbVVaru1v6ho7AOEohDwhAAAIQgEAjCLhHD+dmoSyU9X+qMf3LmYPA7BPQUeBxdLiaGgdK0gojEIDAdAlQOgTWlICbu8SStgZ/GOjU4I3TpqppPF96yi+N8NNcm2pPXSEAAQhAAALjJZD6RFsY8B/G9JPjpU1uEFieACkgAAEIQAACEBiCQPh08lSyWpNdG/HSYd7miwlDAAIQgAAEWk1AfVtPKi1RL1iJJKIFBKji+AjoKOgcI5Gn7MFQTBCAAAQgMOsEuve1dN6XNLi5DHRq8MZpU9U8Kuvxk8QiEPNMEIAABCDQCgJUcg0IuHv0hoWUC/ByBPMQgAAEIAABCEAAAhBoAIGqneoecZqkG1BDqgABCKyKACtDAAI5gejbXN6bpPMFhCEAgYKAexwlrjmPo0UagQAEIACB2SbgZjr3m5t7iDX3w0Cn5m6bVtVMI7v1ZJ+0pFWVX7KyLIQABCAAAQiMTiA97RQd40JIdW16yioTYiAAAQhAAAIQgMC0CVC+1diusmtFptAKIxCAAAQgAIGZINB9S4H6ODw1M7FFacQaEFg8Puq9nGtQJFlCAAIQmAABihhMIKyizEYanG76SxjoNP1tMBM1cLWiO6ovhTWPQAACEIAABOaUgLtb+oauIvBqFDEQgAAEmk6A+kEAAhCAwOwTKNmuslrdfdGu9dlHQAshAAEIQGB+CLi7xRQSutJsr8QQAYG5IdBtqI4CdzfXfKEVRiAAAQhAYIYJxFlf5/yk4qfBLWWgU4M3TpuqthCVTSO7I8C47oDBBAEIQAACc0Wg3NjUJ1r0iN2R7/3Lo7Psj2AOAhCAAAQgAAEIQAAC0ycQtmteCVmtya6NeOkwb/PFhCEAAQjMJQEaPTsE1LdFF2dJV5qlXrASSQQE5oqAjoJ0fHQCmIJztfVpLAQgML8E4qQfBlJMA2yk5pBhoFNztkWra6LxfB4/STrju1vdHio/VgJkBgEIQGDuCLh79IaFlJvv5QjmIQABCEAAAhCAAAQgMH0CYcPmlZDV6u4WU4jniwaFiYcABCAAAQi0h0B0cOrd3N28PbWmphCYKAF3t5iizNDxywQBCEAAArNOwE0n/vgN5eY28DP1BQx0mvommI0KLKgZ8RMTo7rFAoEABCAAgbkmkJ52CgILtb2iestYyAQBCEAAAnNGgOZCAAIQaDgBPbKZVVFWa8+uLS3LkhGEAAQgAAEItJNA9G2dvs5qvTftbBS1hsB4Cci3qeNER0lHjzf/2c2NlkEAAhBoK4E42/dspAg3uBkMdGrwxmlT1dJoPnfrfNtUc+oKAQhAAAIQGD8Bd/WIZu5u1U9dXDXV3MXQYAhAAAIQgAAEIACB6RIo2a6yWt3d0jd0BKZbP0qHAAQgAIHZINCQVrhHD+dmoSyU9X+qMf3LmYPA7BPQUeBxdLiaGgdK0gojEIAABCAwwwTc3CWWtDX4w0CnBm+cNlVN4/nSU35phJ/m2lR76gqB5hOghhCAQLsIpD7RFqyjy3WnnywTYR4CEIAABCAAAQhAoAEEwqeT10JWa7JnI146zNt8MeE1IkC2EIAABCAwGQLq23pSKVK9YCWSCAjMFQEdBZ1jJJotezAUEwQgAAEIzDqB7n0tnfclDW7uLAx0ajDe+amaR1M9fpJYBGKeCQIQgAAEIDCvBKdphBgAABAASURBVNw9esNCyhS8HME8BCAAAQhAAALDESAVBCCwpgSqdqp7xGmSXtOyyRwCEIAABCAwYQLRt7m8N0lPuGyKg0BLCLjHUeKqrMfRIo1AYGIEKAgCEJgKATfTud/c3EOsuR8GOjV327SqZhrZrSf7pCWtqjyVhQAEIAABCIyZQHraKTrGhZBq1vSUVSbEjIcAuUAAAhCAAAQgAIHVEKjaqbJrlWOhFUYgAAEIQAACM0Gg+5YC9XHVHrDpLaR+EJgMgcXjo97LOZlaUAoEIAABCEyOQFhFmY00uXJHL4mBTqMzY40aAq647qi+FNY8AgEIQKBJBKgLBCZIwN0tfUNXi/VqFDEQgAAEIAABCEAAAhCYNoGS7Sqr1d0X7VqfdgUpHwJDEiAZBCAAgSEIuLvFFBK6kt4rMURAYN4I6Chwd3M1vNAKIxCAAAQgMMME4qyvc35S8dPgljLQqcEbZ5JVW21ZC5FBGtkdAcZ1BwwmCEAAAhCYawKpT7ToEbsj3/thRGfZH8EcBCAAAQhAAAIQmBgBCoLAQAJhu+bLZLUmuzbipcO8zRcThgAEIAABCLSagPq26OIs6UpL1AtWIomAwFwR0FGQjo9OAFNwrrY+jZ0VArQDAqMTiJN+GEgxDbCRRs9xrdZgoNNakZ2zfDWez+MnSWd895wRoLkQgAAEIACBRQLuHr1hIYvxnZB3FL8QgEATCVAnCEAAAhCAwPwSCBs2b7ysVne3mEI8X0QYAhCAAAQg0H4C0cGpd3N38/a3hhaMToA1hiDg7hZTpAwdv0wQgAAEIDDrBNx04o/fUG5uzf0w0Km526ZVNVtQbeMnJkZ1iwUCAQhAYCYJ0KhhCaSnnSLxQm2vqN4yFjJBAAIQgAAEIAABCECgSQT0yGZWH1mtPbu2tCxLRhACEJhJAjQKAnNAIPq2Tl9ntd4bEXB3c18UxSEQmCcC8m3qONFR0tHz1HraCgEIQGAeCcTZvmcjRbjBCBjo1OCN06aquSorg988vpqZQ6HJEIAABCAAgS4B905/6O7dmFzVxeXLCUMAAhCAAAQgAAEINJrArFauZLvKanX38POEhI7ArLacdkEAAhCAwBwScFf/ZhbK3MofN3cvRzIPgZkj4D54P9cSN32j2ZHOQzFBAAIQmDsCc9dgN3eJJW0DPu5K4wOWTiaagU6T4TzzpWg8X3rKL43w09zMN5kGQgACEIAABAYSSH2iLQz4D2P6yYHgWAABCMwEARoBAQhAAALNJODuSzoqw3jtq7is1mTXytcTEuZt33JmIAABCEAAAm0mkPdx6vP621KNKZa7L9OfFgnREGgoAXcfqmY6CjrHSSQPW1DzEeqbmIEABCAAgVkj0L2vpfO+pKZ57sP1IzWrjjWKgU5jxTm/mWl31j6dxDQ3vyxoOQQgAAEIQMDdozcspI9HzHgIEwQgAAEIQAACEIAABJpGoGqnukecJummVZf6QAACEGg2AWrXdALRt7m8N0k3vbLUDwJrR8DdB2bu7hZTLA8dv0wQgAAEIDDrBNx04neLb3QAbs39MNCpudumUTVzd3PvSF3F0kju+ImJB/zqABE3JAGSQQACEJgNAulpp+gRF0KqLVJvWY1190qkezWukogICEAAAhCAAAQgAAEILEPAfRi7smqnyq5V1oVWeDxCLhCAAAQgAIEpE+i+pUB9XLUHXL5u7ot9q/tiePk1SQGB5hFwr9+HF4+Pei9n81pCjSAAAQhAYHUEwirKbKTl8nKv7z/c8/jlclnZcgY6rYzbzK3lPvzO5l5Nm2IiXloyc4BoEAQgAAEIQGAEAu5u6Ru6upqnKHc3946kCH4gAAEIQAACBQE0BCAAgTUk4O693N0Xw2Gc9uIV0BJ3t/QNHQFFIxCAAAQgAIGZIOAePZybubu5lT/VmHKKYt69k9a9o4t4NASaTsB96X1WS929c3wUuumNamP9qDMEIACBRhFwM53zk4ofW/7jPly65XMaLQUDnUbjNTep3Rd3SPfF8CAAC7EgjeyOAOO6AwYTBCAAAQjMNYHUJ1r0iN2R7zkMdavuy/et+TqE+wkwBwEIQAACEIAABCAwmID7cLameyedu4cf083Cds1zDRdPRHVtWi1TRJ6AMAQgAAEIQGCNCaxl9sl3E31b0pWCFlLf6B79Y7bMvX8+W0QQAq0i4L78vrwQLUrHRycQns6IYIIABCAAgRknECf9uP6PqeMPaHBrGejU4I0zraq5dwwc944u6uHeP1/ES2uJFicxzSkWgQAEpkCAIiEAgQYQcPfoDQspV8jLEUPNu69svaEyJxEEIAABCEAAAhCAAARK9qasT3e3mEIcPs0jQI0gAAEIQGA1BKKDU+/m7ualfNwXY9wXw6VkzEKgFQTcB+/D7m7uHalrjLuWaUloKQQCEIAABGacgFt0DBa/5u7m1v9xd3NflHypu+ezax6es4FOa86zNQW4V3c098Fx7p1l7p523nJDFxQRPzGlUd0PfcbV9tCnX20bh9746VeZZJPQHbnSHvb0jmz69Cts0wOusIcn+W3o39pmBxRyuW1+QMj+l9sWSX5jW+4v+XXoX9tW+3dlv1/Z1vuHhH5Eksvskfstyjb7XWpJnnapbbvfJbbt0y6xRyX5pT36aYuy3dN+YUn2/YVtn+Tn9ph9JRfbY/ddlB2eepEVsmOEd3zqhfa4ruwUeqd9LrCdnnqB7bzP+T15fIQfv8/PbJeu7Bp616ecZ5LdQu/2lJ+a5Amhn/CUn9gTu7J76N2ffK5J9gjdkXPsSU/uyJ6h99z7bJPstfdZVsjeEd577zPtyZK9zrSnhH7KXmfYPj053Z66VyGn2b57hex5mj0tyamhT7X99izkFNt/z5AnnWIH7HmyHfCkk+3pSU6yZzwplxPtmU8K2eNEe1aSE+zAPQo53p69R1d2P84O6srBoQ/e/cf2nEyeu/uPLMkTf2TPe+IPkxwS+pAn/sAOzeT5T/i+Pf+JIaFfkORYe+ETJN+zFz1hUV6823etkJdE+CW7fcde2pXDQh+26zEmeVnol+36bZO8PPTLd/2WvUKyy7fslaFfucs3TfKq0B35hr16F8nX7TW7hDz+6/baJF8L/TV73eML+aq9/vEdeUPoN+z8FXtjkv8J/T/2pp0L+bK9eeeQnb5sb0nyJXvrToV80d62U1ce9wV7+04hod+R5Gh75+MW5V2P+7wl2fHz9u4kn7P37Cj5rL13x0V53w5H2ft2DAn9/iSfsQ/s0JEP7vBpK+RDj/1vK+TwCB/+2E/Zh7vykdAfecyRJvlo6I8+5pMmOSL0EY/5hH0sk49v/3GTfCJ0Rz5mn9xecoQduX3IdkfYp0J/aruPmuS/Q3fkI/bp7TrymdCfefSHTXJU6KMefbhJPhv6s4/+kH1O8qgP2eeTfNCOftSifOFRH7Ak277fvviokNBfSvI++9K277Mv9+S99j/bhmzzXvtK6K9s8x77apJ3h363fW2bQt5lX98m5JHvsm8kead985GL8q1HvsOSPOLt9u2uHBP6mEe8zb6TyXe3fqt99xEhob+X5C127NaSN9v3t16UH2z1JivkhxH+4VZvtB915cdbvcF+vGVI6OO2fL0VcnyEj9/ydXZCV04MfeIWrzXJSaE78ho7eQvJq+2ULUI2f7WdGvrUzV9lktNCd+SVdvrmHTlj81fYGZu9ws5M8vLQL7ezNivkZXb2ZiEPf5mdE/qchx9m5/bkpfaThxfyEvvpw0M2fYmdl+TF9rNNF+X8TV9kSR72QrugKxeGvvBhL7CLMrl4k+fbxQ8LCf3zJIfaLzbpyC83OcQKuWTj51khl0b40o2fa5dl8quNn2OSXz/0YCvkNxH+zUMPssu78tvQv93o2Sa5InRHDrQrN5I8y67aKGTDkNDX7HhYb6T7QuoVrfRZSH2pu/fi3RfDRaR7Na5YhoYABCAAAQhAYDkCLIcABAoC7lW70r0/zj3m9chmsVLoBUnEFXqv1/3exurrCZ/PFsnP8xvbsvDxdPXW8vNIun6eR/T8PJda8vGEr2dbSfh3Fv08l4S/55c9X0/Zx7N98vH8vN/X89SLbYd9L7Idkn/nIpOPR/K48O9Idgr/TpLw9eyc5Hwr+3h2KXw8+5zX5+d5wsg+nrO7/p2zS/6ds6zPxxO+nUUfz+mZf+d02zf8OmUfT8e/c4rtL99OV+TbKaTfx3Piom8nfDzPCr+O5MDQHTm+5985aI/jkn/n4K5vJ/fvJL+O/DvD+HbCpyMfT79v59iOb2e37yXd79f5rvX7do4Z4Nf5ttX5dvp9OvLrfKPj1yn5djp+na/2fDry7cinU8gbu76dN3X9Oj2fTvh23hL+HEmdX6fs03lH5tN556p9Oov+HPl1+v05/239Pp0jB/hzPmlHFP6c7T9hH3/MxzN/zsfsE8mX87GqT0d+nZ4v56M9X458OvLjFHJU15/T8eUcvujLCZ/O58OPI1n053yg48sJn84XJcmP8/7kxxnoy5E/J/lx3pP8OF/t+XHebV8P/80gX07y4XR9OYUfR/qYki+n58MJX873wn8j6fhx3hL+nDf3fDk/CJ/OD5L/5k0mH46kz48TPhz5co4Lf85xyX/zejs+/DaFD0da/ptC+n04r+n5cOTLkf+mkPH4cF4avpyX9nw4yX9T68Pp+m66PpzCfyN9YcmHU/hu5Mf5efhtCun4cA7p+G82PsQuCV/OJRs/zwrfzaWZ7+ayru/mVw99TvhuJAfbb5Lv5uCe70Y+HPltfvvQZ2f+mwO7vpsDO76b8NvIh/O7zZ+b3mS4YEnVem9iUW9y9+TL6UUMCLj7gCVEQ2D6BNx9qP04r6l8mzpO4kix/d/6h44tqHt/Q9zvK+71pft8svskYfttEbJlkl/37vNtHTbf1mH7PSL0I8Luk3Tu83Vtv67Nt2j3FTbfL5a9r7dD3N/bIbP1Hte186R36tp6O8c9PEnHzjt/8V5e3L/btWfj/bR6H+/JP0n37xbv4Z2T3b87u8+269y3O2vAfbvT4/7d6T27Ltl0Ydc9Le7TSTr23KnWs+fiHt2ytlzffbrjMxvu+D4b7jnd+3OF/fa8sOEG3ZuTzab7cmW77YXFPbmw3frttu9078eFvbZbSLoPd8yS9+HKttpr4j7ca+Lem+S1cd9N0rHTvtaz096w81dMNtobk332leze25ez+25fintvX+red/ti755b2TYr7rf17rOFffbuuMcmKd9rS/fZuvfX3t+9v9a5z9a1yeKeWr89VtxfO9I+8tiQdF/tyOp9tWSDfaLPBuvcT/tY3E8LCbvryBDdS5NU7qWFvSXbq7C7jkr30A63z4a9tXgf7YNxL624h/aBzOZ6v30xs7mKe2fpvpnumUl6ttZ7sntmi7bWN+JemaS4Z1bYWbKtCum3sd669H2yrd5sZdtq0a56o1Vtqn67akl7Ku6HnaL7Ypu/Krsn9sqB98POSvfCXjaVCgfCAAAQAElEQVTgPthLM/vppfbTuPclOS/ufUl+Flpyfsl26thNL8zufT1/wH2vQzKb6XnpnldhM13WtZl0n6vOVvpN3N+6vCvJVqrc41q0k/78lqPilL+QbCO91S/vE+rC7p6i3ft1ilzjHwY6rTHgpmfv3tnplqqne38a9/55rZtiIt7N7fQL/teOO0fy99AdOf6cRa1wkrP/Zsef/Xc7/pzQSf5uJ0S64yP+hFzOuTbiJX8LHRLLTgw54exr7URJLE9a4UxOOvuvluSsa5M+WfMRTjrCPX3WX+3ks/4SIv1XO+XsCIdIJ0nLIz7SnBqiuFNj+aln/dk68pfQkmL+z3ZaWvaXpBXukzP/ZKdJIs3pZ0U45HSFI07zp0vnEsvPCDn9zD/aGQPkzG689Jln/sE68sfQkpg/I6QX/3s7S+GIkz5LOuTsMxX/ezs7lp0d4bPPiHDIOSEKn3PmNZZ0mr/GevFnKHyNnRu6kHPO+F02/zv7iZadHloSYc3/JNIkSXFadrX99PSr7Scx/1PJGVfbTyON4jryu7Rc4fMi3U9jufR5p19lHbk60xE+7Sr7WYiW/SzS9CTiUvi0K2N5yOlX2vkhPws5P9KdH/F9cvoVdv5pkivtAqWJ8AUhF4ZIF1LMS3fkt3bhab+1i079rV0Y0tMRl+JDXxyi+ItOvdwujjRJTouwRHFd/XOFQ6R/HnFJn/ob+3mSy0NLfmO/0PwpoSWn/jrmJTEf8VqW5JRf2y9DFJb+ZaRLEnEd/au0XMsuOaUTviTSKDxILo10l5xymUlfmnQR/pVdevJldpkk4i9Lcqlddsql9ivFhfR0xF12suJDIvyrbvjXPX1JrHOJaf7XJ0tfYr+JZb+JcJKTNF/IL2PZYvjyk2P+pF/a5ZJI39ExH/EK/zbpX9hvT5L8MnTIyQr3yxVp+S9M+ooTu/qkn8e8RPPSP7crFXdiaEmENd+Ri+1KxSW52K46MeZP6uirpCURp/iru/qqEy+yq5NcbFfH8t+l8EXW0ydcmJZr/ncndOIVvubECy1JLP9dyDWFRPzvQ6458QL7vSTif39ChJO+sBun+QvsD2l56BPOtz9EmiTHF2FpyQX2x7T8/KT/GMuTnPAz++PxIbFMyxX+k8IR96ck51vSke5PkhT3s4g7z/58/Hmhf5b0nyP+z7H8zxFXlr8c/9OU5i/HnWd/jbDmC/nrcT+1v8Q60kliudJce/xPIu1P7NpYrvhrj1O4JJHmbxHfL+fa347ryN8zrXCSH59rScey//3xOSnsrh7RzN2t+lmMc/e+NO7989V1iYHAmAiQDQQgAAEIQAACc0nA3fva7e6L9miE84UeM+5u6Ru65+sJX85x8t+EdPTfwrfz946Ev+b4WN7v64nlEX9CJieGL6fj1/lb+HquDf9O6Fh+Yp9f59rw5wyQ8NUkn0/u31E44uXv6fl5wn9zcpK/hr/nr+H7+YudIt9OIWf/eXE+0p0a8R35c/h6Qs4MCZ/NaSGnhuRa4dO6/huFT4+0p8t/I1F8oRUuJOKW8/EUvh/5eM4IH82ZIWeF36ej/5B8PfLnLM7/weTbkc9G8Wd3fTy5b+fs5Mv5/aJfJ/w+50jCR3NOn/w++XtS3OnXRPia5N85J/wz50oi7txIL9/NuRGWX+fciJdOEv6cn4TPRssrvp3w46S4WN7z7UT4vIg/L/wxHbm669u5KnQnnPt2zgu/zM8kfb6dq2zRr3NlCp/f9e1cUOjw7VzQ58e50i6IZRdE3IUhF5x6RfhwJOHDCV+N4vokfDYXhVwYyy7KJeIUf1H4bC5SOHw2F0X44kiTROEQ+XH+P3vvASBZVeX/n++QMwhIkKQEMWHE7CK6CiomVtaECmtccc1pBQURUVBxDZgFxYC6qCgqqCsKq6s/I4a/ihFBARVJQxjSzP977q1XoburunqmQ3X15/U995x7zrn3vfepV1137ntTfUHRf/X6z9/a6zjpv7Dlz3WaC8t6zl+9npNyaUun3ZJcu7Fk7kXWF3m9pkjaE+TPXqu5yL7uNZ2/2Pdny1+8PlP1JdHov7T8Ze3G6zVFO+/iCfYlxfcXr9GkXFx1ruOkeJ3mkiJ/rn7bl3odJn2XOp52r1zkdZ4/lzWcSyet61xU1nH+mms5jeT6TUv+nrq1TvN3x4vkWk5K259rNRd6nadLl/WcP7XWcrq1c8p6zZ/Kuk6u4+RazT+8FnN5y3+512r+YTv9aafkWk3RZb3mAq/RpPzRulsu6KzjZF57/eYP9qf8serG7zWaXMe5sqzf/MFrNX/wGs/v4+qWP9dxMl7XddL/+1juNZzlzdpNo71GU325fpPye6/dODfXZ1IcvybF6y65blPWb4r9u7i2xH9b1mcy1lnD+Y3XYn5b/Nd5zSb913n9pUpdy7ne7V6pazTXt9ZmMrbCOblOU6S1RrPC6zErvB6zopW3wv4bLCvsu6FbnHdDSsuX6zUZT13l13Hjd39d1may3azX3NRar7nJazg3W9Iv+RNOEVZhFb2bQqrS6+9tSep10ILAIiAg1etWqjoPWerY2U5JjyJ/3HK8PRf0HPD/Weo88KY+c8Ab7b8xvu/53fc9N/x+0W77XuAPLN8vc74bPQfMeaDFc8MfFt+Krvlfx/6RYxn/Uc73UtpzvhWe31k8j/uRJe/fFXG8Z87nOV76f5La8pNmXuf523m2223b53m+dl76PX/L2E9t/9S+nzr2U/uKndrys19cEz9zrJm//Sx9nrf9rCV1PndNmb+l/XPP69rac7baXh45hytiX87b0s65XNWOT5jLlXncFHO5Xznvl56r/apI9326q8qc7leeq6XkvO1XPXO4K8q9uZzD/drzs9Tne45W52xXlntzv7E/fUWXudsV9l/uOdvlvtdmse+3PfKPtv93OXez5JytiOdhv+sWz9V+l3My+35v+/epS/syz9mq/KHVTv0Hz7WK5PzLkvYfW74/lvnY38u9uQscK2LfBY5f4HlXt/zJ984usO9P1lX+5nnaX1vSsifMzy5y7oWeY11kubA1F2t0+v7sOdWfHSvi+JRzsR9dMsX9tItbvkt8D+3iem8t510pzXzMc6u8j3ax51WXpLidc6wy17I9UV/qedil9v/Vukh7vnVRmX/91fOplL+l3/OpvF+W9t/sL9L2XVjmZX/vmmNV+09lnpX2Zb4Xdpnjl5W51oWeT11Y5lv/SL/nT/+wZE62cy71j9YcK+dRlzt2uedZ6S+StuWKRn74xwlzq9q+MudVni+lvrKt/xjlnphjRef8ybGrivw+rk7tuVJ7PtWyc15V502/j7b2PKnav7Pvd55HtbT916S05kvdc6i0c35U5k+eV11nyfZ1Zd70G8+jfuN5VNXpu95zouss13v+c13Rv4m855WSc6Lr7U9dpMyLzi/3uFakXWK/nnC/6/wo86SuudINvm9V73f9qmd+1MyTGp1zpJSbnS/5d78iJFcxeZPUE5M0OWkePDzoNA+Qx2UXknou2u7zyie686m+HnFCbUd56i/yfwF2icP2u2cWSxPP7FWxKtW0cSeUvKJL5YG8jzqW95DN9Dfadh7TpHimZr8J8XSV/JY/7cbnIe317u2o/lUe1tIaK62SM1XcPUufJjdzGp87ueTAdbyMWezIjFT2l47Wmdnak820nGR/jbcMu0rQfRvtuL0l3oztUHXZKMWVHXmcmddKS092tmtyPHPKMTgj+/VI+lKclDntWI5YfD68Jp7tRtLXndP4G92K+4CyWDy6YzmarVT2ZZJbjb/oDPkcslgyKY+peu1wSdu7zlAO4KadpW+Ola5sp3YoEy1lDOe4pNMex13co9YZsLiUcavfqXZk37Zkdg6f/mI7M+1G0pfStBudPu/VTdd9xs2IE1x8DHVcZxa7hEqVfg9mO4+pxG2X4uNysksx7LLOwWxlqdLls6OGW2NmyL4yZgYsLm46XnfpqJOyzoDFxfEs6be2I7Pz2Iq4n13lmDKj+Oxo64ynFF+rf9qtfZQ+7bhHzlhK+pxTipOa8TxC2Vfxlyr7ZHJqJ9pnK9NaeW6lu/Fb16Dr9HtfTswBimSztEvMOZlvZ+6/tIrfYzq7hLKylHjJc1bqjFvSn9lFp9/9rbKHpZVrRzte+jT+RpcRfFip7Ss5tstYqS0eLWurLDXX42Z2ju0u9pcOjrnlWPVnr/Q7074MpnLLpv3ulXaj7CzNWrlvJhfJMdPrPm63x3Yz+9iVQQ9THHZZ2+liv8dxdwdd0rY4kGNYlVxnO5ap3THb7teT40bp5+yqndBTVpXPU0k9Xqm33ROkAQEIQAACEIAABMaXAGc2TwSkOt+UenXuXlIojS5ZZbvMZ5v5ber05Ty36GZunA3Pix23p0bduTbT77i9GfPE2qrly5z0N9p27i9zsm+R9Ll7+nuk+MpQmW7JMS2Znx0zbnHTMRv2ZX/3sKvs0GbVDmVCabdzHMqOqdzBJS2Pn8kWF4fdrj1bttsO5Bglu9geNnOK3Ymn161U7lsSqi57cm/n12ATS196rDMn4xYXO3OklDSt7SzHkDq7l3zH0k5ft6TP8VLK0LV/Ztuycu38jBfJym17a0/beeCpSiirjNjRPoa0iy+Ha/VMX4rzS17GU9I35XFk30xoaffL/Rax7W4lULVN+0qdDouLU1v7zmHsyFbZd7Gdndr7dqm5pe0sa3fxiI5ksTjBpRgtf7Xd8EAu2cfi3u7q2rY7ZHEwi30Zsb99DGk3Pg9URkxft2TcsRzIbg/kcaphr3tkyXYRJ9tbclNb0l3aznPTpRp5DNVfxyteV+m3cqjxN9q79vAlXhNKTnqdkcpjlwT7rd3K3NpwBxe7Sl7q0sdGk1OPs4ZLbzsyJ+NVHEufx3HxsI6Wdku7ky37My8bbjnuVu4lVUfXAewrRiaXflm1utTcrNNhqcfgMTPb3dKychdbE+Otfna3495ZsR1q6eznwezIsTNepA7ayklPcbTarT4euHhdZV97S7zH9tAOd/zZJyX3Z2kV78C9M9GO7O8OadnfHqDYziqOdk72sVS/U5qxUxdJn6X0si4+Zze6+LOdsWyk7QHL3q1LKVUeUk1yXxuZ3PY1Lvdu+bOPW0VZpzft1rh5/D3ieG9xcsshKSSVlqRiSyptKggsFgJS7zUr1bakck3neUhK1ZZ8F9T3iV1+k6Xdee85Wnz2pM4Uv79KcSh1Sr77imROl7iXw46U3Kpz/NLMsUpuMZzquLNt+D1vO2NuZ74z0sqQJWNF1TwHMyfF3pav7iF9Rdo5JcOV46W4amK5h9ynxQllHFc2m/1ZZ26TZzvjmd6OuFH21+jMtWRpctPO/NxzzfVArXzvLBtOdUbLV3Kqt4TtLvHJ43T6lEQnZF8nZ7E4XsbJynYegHNqcdtG5neLO6W3NVzm2HS/tKwctpWGs9xwyUb6WpK7KjH3s51miqPOtc8n42LbnjQctJUBZ9sqw1mX0rbwMgAAEABJREFUVnXXNAdc7CmR7mNOO/2lV+a4g0u6PHpRrf1lV2c1QUdLX7ddak6m2J+lW9yrNp3Y6VN2VnsUM7O8v8wp3qzsa8W8A5fSKDrHcbTYznRxzMWO1r46YxWfx7Wn5GXftFMXSW/G3T/bdYCS4Yi1Y82+StwJ2c5xUxy2Kp4aKeO4awm4v72ldjv7N1J8GXN+rFrlMWqfHKm6bFXDsWJkQrGbMYqu3hzOMSvvpw7r/hlzu+a5bdsZ6XWux3TbpdhFO+JGFlsZz2z384BlDCeVlnUmVTtT08pci2Pu6bB9abivGy5uZKyR7FZi7mM7zRT3SlXyndrS7mtviVWn/e5nu0bSrlIDtp1f6szpkuLLWOnoEa0dTk8VN1ycljFL9XpY2w50OORBTy1S7+dGkyVN7W/is6V50Gm2SI7JOFLnwpM0aYIjdXzdpyw3HHJ+hPLHDUWkFTYj7bDhEmr9hLe03Yz0Z1V0pFdh5dLSVukoqnhtudiMsqVdGjZykCKOuOm6VbJhKTFFqlArZCVlQyEpXIXryC2bVdvjhuuIRkfYtCdL+lIiN4WsiqTPhuyRso60wmYoIiRZrMM6RWlH2AyHQq2fdKTtZqQ/q6IjvcpwsVxF4w+7M6A0FBEZKDq8tYz0hW2XVA60SsuR8SJ2p8sqi5QNS2qLrXS3h5DssSg9RZdw2CyG5EhKyG216gjJthqtUIRFYXcoIiRZrMO6SLVthkNRvGlUK4PRalYdJSNyS8vNKPFwS43XhkvYV0pjh7eSbIdLFNu+UtJhI31F0ra0ikK2FJLCVbi2LiVyk+yxSC2dTks2rUJSlZCbatURdrfEPjcUEcofpbakr9gKyRIRpZZ1Sras3UorVUe3/eFNvX5FeLiIUPmJ0lA2q4TtyC21xSVKjn1pR6ki0lckothRN4VsWEpMpZWV7M0ipaWQFK7CdeSWzaoVkiUUUbRVRJotkbUlGnEsIiS3ZR0KyRIRpZZ1EYXdEWFtqUXZjI4/vCnyx1VIishiSUPZaET2WCK3orOyuET26/G7UXwOurTj6Y50REjWFpdshFuRm5SWQlK4CteRW1u3/fbYdl1ybEYVWVuikbBlUUvckpR1EVdZwq4izoqMhreiFZEx1x0d6bQnA2la3EpvRKntcClmeEu7NGyUPqkbv3WW9GeOQ1FsO20rZMMlfRaXCFctb8g/4U1ShMV1R0fYpSqhbGRdJZsRIalKWBeJCZvabanaUtVNQOptN340BCCwFAlwzhCAAAQgAIE1JyD1zi+l2pYUklo7aHSraSXZl8VaUih9rquOsKuIrZB/2lq2LOEtc6IVi2wUiYhWPMqWDUuJqYYUVUeElA1F/oRtRUQRV26GpCphbQlvsqTpkC1FW4ciS6QjTUt1RBRf2OESGY+6KVQMydriEuHKrchNUsiGpJAsaYe1wrUldYpbstjjWqnC6R0dKj/RdkZUO1qbipasLa4j40VH2LSVJWMpEaH8UWpL+oqtkCwRUWpZW1yH3RGh8hNuSMpmlWg2+8JSYkorslLUTbJlUXGWOq2wK+QUSSFZopGwZVEV1yG5ESo/rqLVrDoUkdJ2RkSxo2wKFR3ps7hE2i2vTYUiQnJtcR3KH9kXEZIs1mFtCW9ppelQhCuXiEivrCy2sxSJZmv81rVDZNytyE2ylaVoZcjuqpWW/S72KyRL+kJRilUadkfYIUsp6VBE2q0qojTsdImMh7e0rbJIbliklk6nJZtW7qIqYV0kXFtUxXVIboTKj6ss6Y7ijsavCNtZikSzNX5rd3CJjLsVuUnVkqwtrh1W2Aw5QVK4hOuQso7I2makZFV0FG8Gi+UqGn+UTa4tLq1AhG2XyE2yZZFaOp0WtzItJFWJRkdaYXeVSH94s7ZdSglGpHIdityytrhEDUSkXauQ3CgS4Ua4FblJ1ZIUkiVkt1p1hF0tsc8N15HiKosTXBTe5LYiWjlhs0g0W8vheBSxP11WWaRsyCGFq3AdubW145LsbySqLWtLZCx1qPy4cpGDLlauS6mVHS7hPpFb2lGqiPRZXIrd8ob8E94kRVgU/ik6Jm1SK2adQUmp2iL1ttsBDAisNoH57SjVa1hSSJpy55Icy1BHR8iliuuQFIqwuM5iidYme9OUbCncUkiKCJUfVzbTDm9VKy1XJa0k2NHSkkKyRJUaUbhpUVHhzSnFluyTHW4VZR0WyS2L62yFzZB/shSJuknFG5K10qfIn3A7JVXRDqU/27KdJe2I2pKsLZJCskQVK6coymbl0nY5zW5FoyPSlpXSaombtkpR1M3apdiSwiVcFwnXRYozveGtatnKcIbSrFK8IalKWFsi26HIEsWOstkTRVzZbZ+N9JSGQlK4CtcW17XYF2FHNJtUA5JCkt2K/ImWHUqXqqpmNKGQHbUKyQ2Lwj/WkdqSJbKtiLC4RG6SwsWmtesIRaSk01JajS7+iFTR2tRqSLaUTtkjGy0pSvbZ5VpWKTbDXZpWtBpWqhLWliibopjuYCtys1lcYcPFrlakNGS3wlW4trjOkjFrO6LZJJWmZK30ym1FuJ2SquiIUP7I2hK5FV2qkKyzWEs2QuXHVURpR6RWRBRxVd2KRoc3SZEORfPjpu1SFHWzdim2pHAJ10XCdZHiTG+2rJU6IsMZitamdNiWbKW4bSuiZYciothRNptRXYq0IxSRkg2LpJAsEVFqpY5wo4ibkZukcLGkll2K/InqDNkTtlMXceVmhHWRWoWkKlF1JthKZSmWdSnOsFYV16WdOkWqAdkrZR09m2RfSzIgKdWUIvWPTdlhhk4edJohsKWSLnUuPEkhVcnzl5SqR1Zly5WLrfqkn43y7F9bl6f/assZadS4OzlUnhhsHE28neQcJ5Rm1Xa4tBzVVTqnsyUt1c5p4sXvPRTdHa2O5liyldG2zoCltF25ZLg82ZjGxCcbM14k+9hwKblFZwdLsVtxN32E6emcjkN2+1gdseHa8Vqc1DaqPxNS7LbDlg0XJ3bZ1WzHi5FJFpfSdEotLUceRBF702WVJY+qjJ0+x1NVf9aO2Oe6Dml7qnhhVtNLXuYUn42q23spWXZ7SPuKYbP0Su2wfS7FyL42HLWnlppkOw2PkOEq6UtxdpaMV6nh4mvixZUNi0uJFV9W6bD2uZb+2UyxK0vdp+uMW0rIlUuGy7WR/Ryycl7x2my0A3leNb/G07a7HEaJuVF8TR/r6rfhrLSr5dqJLsVwN+vcV+NxM82U7OdmLXa42JXJVdqNzHDQpbhqZWfLkcqtUopdKo+R2uLS7uKk9hnmwVkynPGiu+LlnJp48btySX+OUfJb8bRt5jCFd83xIRRPaosTXHKEkmOjRt3ZJRPsT6/NGqm1g+1+New6nVZZbLYTq2GvnS7dzRy1SPqdUUqxS+VmaotLu1/xpsM9y0H4zLNpcXHU/pKcfnuc47rlL8rnlB7Hs9mKF48rlxKfmpfHzgSPn/HS3XbVrh3zcMVojV6j9tvpYm+xs7K42OlBXRe7VG5kse1SB3A77WwUcTt1+lKyWSQbFpcMNy7vtZg+MWu3WvFUdji1WuWcfAKl5colw+7mPiXLnlbclj2tQ09fij2ZWTr1VKvan6uSip1hqWNnG4EABCAAAQhAAAIQgMCaEpA0aQip+iSVuahUdZ3N9qaXObFdqYukbcmyqlV56msrZ77FU2bBruxrleLOyuJS9pM6pZVSfNkpfR4wVdPMlNx35lR/7itbHfEk3SWjGUtdY2WM0nTlUr3FyGG7mo0vtcUl+9akTEuHtY/NO8riRiklpdlrHmdKOrNHIzlWds0emZvxtIs/G92J6Uxf6ra/OFylwz2Lao1k28Wx9Fcr95XHka0eccDFue5bjdyLO5bS8lsVr3u6lEjqlAwVyYbFJWGkyi5FO577zn6l7f2k7pH0pWRudiy6VnYXozNG9rQrS5oppU8aLWmpTEnx2aXyITjgAV1sl1L8GXfEh+7aQdc9IzqQxblNZquvE13ccO1io+S4crHDpQzkVi0tR6omYNulhOs5epR0tI4jA6VpI+N228qc9Fpny6aLLR9fMbJKsStLminNPou2w6WYTU5qS+4nRy77cpVpdndS05dip/foOrOtnGh3MeoY6bfTnlLSTCkjpdGSlio5pWo5ymDeQ9Mssc6YqzJuaYU7o6YvnfZ0jsOd7XPxAK0xHXfDgVbJYErxpy8bFpdsFbHtUk3vJ/tX5TGLNz0tcSD3n/ltnTl2uNhyn2p4j9UodVYp9jqpVexwabvSbjU8inPscElXKjtsVqvsO48lnS1vRuyq17WNzMlwHasev1NrPI0iNaOYOUA2i2TD4lI6FF0CpapjuvZ+Mp7hDLS1/Y562Fq3Y05w8cHYX42Sk/Ei6UuxN4sT7bbDxUYtxS6Vw6lbY9l0KTn2VO3jaI4veTTxEmxVUvP5GOXzMtggsAgISBp4lJLK9Syp5Em9uji7qs77w++e8kbJyjLFe8hev/e6Ott0L9d2O9/Ftj3FyGyLS/NedLC8vdOVRklLIwMtXY7HAY9iT8ksUTe8k1JKOyMpZexqFH/NcO/0lXGqJ4PpasbJdoozqytzuxNatt1lgGym1D5ZW4qjVD6M1B7NKs/BUY+bjbRa0mpaOd/DpuGsLG45qfZPO0Nu2Zctq+qw4WLbxYZjPkAX25nd9jqQrvRZu2QkpeyrGHaWUht5zCnp6umVYYtLhjrd7Wj229qZ4+5pf55cUSXb7izVkVaRZl8ltwzUnWDbpcScnWYO1ei06z5dt/p6z04vGbVHmhkr2nn2lmJfujqebFns9wBl6ObY7K1pxSi9Ha+NzMkunYT0W1yacbJHaU4yGod7e5Acy1Z77Iy6ka6ist0Zx5ZLCWagZPjs05dj2ZemVYmUqnHY6czqytziz8rikmPanarmOD9LCbWN2irHbDN1Sg2nI62WtJpWiaRIe/CyB7dyh5aS0/iye3Wk5aRSip37crrt5kxsZr+Sn76aW5qtUIbTTKkZzvEgOVa3z95SMj/711h15cG7i10Z6Uj6cpzqydopWdK0uGTL3Vt7dofMr6O2o7lLu2pO8bpysc/d24ab2d/ZmVnHcdztLN5JUVlll5RiN0ampsNS+pax6pglNKGSej87JPV8tnSnS2o3pY7ddq6BwYNOawBvsXWVhrt4pJonqVyUzXlKtS2pcbV18djf1rYz2FLR61dIynCU2lVpZpVirywlISu5SklfKx7FjrplLCV9XdJOTZ/jSm2pfrfk7hbZZ8u1rBTtuFuhcHEVEZJakrYlIhQRkqL8pE6JCKsovoiQbBVp2RGhyE1FS9aW4ml0bURpupKUnpB/WiUifSmRXkV7S7OIIlrxCDtcIrfUKcWXRpV2aitHGbdIirC4WGdxOyLkn1IrIhx0sc6SDms7FP5RRBTbKiJUfqzTlxIRVqGIKm5ICqklEaGoW9Etf3qk4qlx26WV2lLiGbHTJSJ91bBZjChbmuvQT98AABAASURBVEVcZU5YFynRKGa60uiKd5klRxm3SIooOsIqS+SmYrnOuMUl0mVP5CalZVGEpFBEWIXKT9q27FBESApFVGns1CkRxR/eSk76LGGR0hNRatttbTu8qUZqnT7Z6ZZUDDesXeyKSF/akVVKeLN2qS4bmVMbUVR4szttZWWRVJwtZU9pWjd+awddws4skZtsFcmARXZatbwRkqL8qLGtI0JSKCIkVYkIW5GbXEkKSeHKxToiSu3KxQ2FpMhNaunasN+GfVL1R1i7RG7pK3ZWKcUZmVLFPpfGkemRW/osqkmuZa+ixBXhUioVy3Ur0FLFG94cse06AxaXKFJiYduxsKixrSNCUigiJFWJKDq8KaX4i9Hlz0hEqZu4W1Lx2IqoVUTYJ6W/JanCW/qKnVWKfWHtkiqmiSsU4RyFIiw2U0VbR+NvdES6shXe5EaR7GBxiSIlFrZLtGoHFGHbEhHVVkiWsFjHhE1aFlInJnXsTJWUqojUsYtjQiUNjk9IpwkBCEAAAhCAAAQgMKYEpjotqXeuKKnMQzNXmsK2L2ONyIakKD+pU9JnyaJSKeyOrCRFbgpFlsgtfW5GcdhwKXbqlOJPTzYUmZ5V1Y3f2g5HM2RJy76IUESRyLglW1J604oIm6WZVUo6ikTdHK9NG13xxrQ3Mq6sLJLcVrRUKKIlsrY4IClyS5VWSrjhElUXT0RY12KzbUSkP3Jr+YoqlSPWWadqtG2l7S5StaxCSjtCER1JnyUsUkZqLGy6uKGQFBEtSZV26pSWrdSWmuqWItx0ScOmA8qWGts6Ij0W64ynRITkpIgotavSdCW5Ya8s0WyykZK+VjxsN2Y7ZF/12+OgSxSJCHssqmKnlLb9skTYHxHps7R1RDhcqqpdZ7x4bUdu1i7pkmy4RDYs2Uy7aPuVvoiQFBGKVJJ1RCjCIot1+izZkBS5ldqVS4R9UlqNRN3aTRvdcTfD0riUDfeQlHVUpVC2XMmWiq2QLC3bKlQqhd2RlaTITaFUVdJMSV+JZ8Pikq6SZFul4bqV01LFmzmO2HbtgGRtp5V9UcUNSW4oJEVupXblEna6pNVI1K1pZp+UqI5iOqNou1T8EZIiQpFKso4IRVhksU5fkZYdUfyRvvCW2mIrao+wjoj0Kby5SttWRNoRRdksOiuLLBkoqUqrETlicUCyjgippSOqrQgbLmnYjEZHROaWpivbUba0bVhFuCrFVcsO57m0QulPU1F+MmBRRFhF0REhKcpPakt4k8XOLBH2SelR5E80m2wUcdWKhzOyRG52p62sLJLsVbRUyK0sslXEAcmWIiSFYuKmkDqSUanTlpQuBAIjTUBSuY6bg5TUmEVLKnGp6uLsqmRbUsg6UlsisqWQZFPWqawjQuGtVC1tW/Yqm86XbFkka/vDUk1F6iIRofDmKtuRVdrhyiIpJEtYrJ1Zi6wsLpFuRf6kzzodbofFrYjUcm2/VVhFbmlHVhYVI1ynZXGSpAh7iqRpu3FlMyW8FZ2BahSPpMwOK4vsi5B/soS39KedPpW2ovoULSMiFMUXVUuK3EqdVRFXpbhyUFJIClcu1pGbtYsdWarYna52I9wqxZVtSSEpIkvqyC0b1i1ly2FZbDnHJY2IYigiFGlK1hFR66ibrCyy11ZILSu1JUIRRcKborqsS6tWsiqBamTLTUX5cQdJxRf2ZAm3XTrN8GZHybKOaqQzJDcsLtUu3lblULRENpRuJ0q2GrE/LNkMV46kiqLDW2M4lk5lZZFsWaJlR7PJhsUlMqzIn/QpIh1hbZHFjkiX1GopylZUVhaFWj7ZsmSuJdwqovCmSFeR0nLlIksNRMg/pXaS5FZLwptbUcIRYberUkIRIckSUSrbNiIifY24VfzW4U1VJBulyNkRkrXFVrGjbOmzYb+L/RGKKBLFEd7sKUVRfuyXZH+EVLUt2xHhpksqiywR4RyXiJCLXCsiaytJtkor2ptsWeSI0mzlRGpLRPFG3RTpkqztkCUUUbXrUlzZL8khS2qLXS4KOy2KdBWJCIU3N1wisqqOiFBIspJ1KsXETZJjvdKdI6k0papLY46qZXM0LsMuQgJS54KTem1JPRftxNPLB/7yCb9VNqq24aRqR5SWg9nOVtXFyiofJLReZZ2Z1tnDpov9Lj1GJ55pbWkM78c9PFYegCX97p+9qj8bblnVUBqOtPu5bdu1nVmK5fGyT4p9rXhG8lx6xLssbQ/eN97OaY1VxsuxLRmzeIdZMsE6R7LpMUvJZvaxVG86qtUdd0ePlGM67lLaRdvdJDZjtP2O2c5eZcSMW1yy6V4OlpTUzsqAxaU3bkfhYJ37rdlOcbvYqVNyrEY3drYbSV/u1Z1cPFRrn8Vnu8Szsl0TSo73lBmp3O6Kp9dj25NWT7yV2PbXoDNzXHubePrLEOlvifdeEvOcM6+JZ9gB907LWRmwuOQwLb9NO7JvW9zJLg/lPsW2tsN1x9f2d/VPX2vUssfs0y2tuAfJkh2tS2btZdOl5Xdyet3fjrRSOd/+9NXEtr8GM5biYOY42vGnL2Ppse1Ynm8O2KSm126XtHy2GbC4ZCf73d8l+znqrs5z0LXtTEmvdfq6JfukFF9X3CNmj9K/Hben5Fmnzzmtkh29n5qdx1D9bpf8THYf2050KP22rNzJhuPFm45qu1n92ae4s8oxHG98dtmTDg/jhjtlyA1bxW3d+K0ddCnjuuUEm3bkGPWYbTlgl/s55oz090j6UpzkVO8q+1jco+RlLCXjTii+tNPnnFZp9bPTjsxpWWWnTrf2mNXIDLddsl2kyfYOHHWklGra59J2ZH4G0mfxqA65bvmryrbHbOLOL8fkoEvNdziLMzNajt9VlioOurvtVoY75hjVV4Zwv9SOZ8ytJu6uXWVVz2eq1PmM7UoqOd3ttCWlQiAAAQhAYGYEyIYABCAwtgSk3vmh1NvOE5d6fZLac02p2pJ1JnfJKttlPptz20bSl/Pcopu5bzbqHNhWjbqzu2SC58/V64aLA87IUqRWrqs/95cdal+nO1J625GxtthZerhycZe6f9fFdrj2dNBdPZAj1bA/nZlhsWlHNTKeYkdV7uOImy41MffvHWSx1HiJuEO2Ml7E/Yp20KW1/+Is/WzVMR101xK3w247itHSbWWjFFeO59geKEvpW/advT1YxtqSvswvOlOd6ZzsWHKK32NmsTR+Z5aIu9rlgEvaxW/bo5R4juGELK2QgxnxPjLWlvSlpL/RxfZIRZfuZRw33ah+G96tx6wlmyWnbdTk6uvOca/Myf1nMNPSdkqN2OE9OOS62M5udPfxpc9il/u5dxaLO7oUo+33CKXYUWMZzoYl921nlpLjvdprM8e2ZLyId5TduuPF3+SUuDOyWHLAjHskj2dHKaVKV8nOnNpo/B7dpju4pOGox8+8VEVnT4dybCu7so8lezip+EqOfaWRuhiZ4QFLKZXTM9O246WRurpc25/FvuyZcYtLOu0pGXX/bpXjcbBku3Kx16np65Ls5SNywKUkueW4W85PR81ww2PbzlhKOizVzD4Zq71sOdd9HXQptlvOrvFiO9A+xrTdqePPRo5ZPO5nXUpW6XfcXg9sw75ip9mK2WUrHU5xw3HvwjtvvGmmbXGgHEdmp506JW13LbG0cwxLq+QAHtuJdmRONjya/fa5XzGsi885GU/xUK2Qg5lqR+Z0xnDYIZfs5S6OZk4j2SfFCXaV5NLX2c50xC7bpTjHA9hRDMesXaqvaRaHXdYe0KXku+UEmx4ox819VLHPSU28JJVqVfmslPz52JLinlBJNd7tltTdLOP0OGhAYJYJSL3XXA4vdXyS2tehVG2p6iZX6rTTl7LKVfM+8ZvKpXjSW+1879hVcqrXb6hitHV5v6Wr5Jbk2tfvxUyy28pZJWSduZYMN7FiZ2Up+3IgM9OuqdnZVvGHx88hM6Ol7beVCTlC1fZlf/d0vutamrRWnpuZl63UFnuyZZUdvA8rD2CfXTmy2y5utGKtSNmX+7e1/c5wXu3kULHTl/1rXhMrnmx4V7adXOOZnd3SZ23lBBtZsmHdnWvbnjKOd2/T/Z2Wbqviyv7ZdrBVaqS9PwfTzmT3LjnV9rAu6Ss9Sp4dJWiP25mcfYs4lLklbDt1SvG5XXJKN3uavjUho3mYHs6x0ipm25dp9jji2n3rWM61nU5bDthy26XY3lXpVnO7YtXrsZ3hZJdiu+WIaxcbZYzUOXZxOTHHcrJL8eSgtlNllrtkTjYtpW9Jc5XFMWc437m2XRc7U9Of+XY0ymZmOJq5lpLjaDmGlk7bQ5dcu9q62FmV7jmOxWNkfjOOk22mP5V15mYfD+jUdFqy2GF/9u2WGnHMJceqfdLbEjtc3HBCNeoebPeO4xSPnyUlY0W7ck8P7WNzn5LV0tXO4TLmlhNd3KPjs7dVnONIjlukZVtlsscvqjTrGJmfPut0ZMT7zb6ZnLpIppRY2U2tnO9e6XWqrWw3fe21x3nF6XiaxeNI2lVqwHbxWrf6l33a9m4dyTFsue3SdLG/ye/E7MmGc7KP91eUtb0Ti9T5zJCqLVWduZJStUXqbWdAmuxL/0yEB51mQmuMc6V6MUlV56lKKpMfabLOeLfIDac5PywqEt5s2Y5QeHOCSxpuF0/VNovflUsnnn63nBSNvxqK/HEVRcKbLKVhoySnts/Kdatkw5Jxi0uULlE3yTE7JGuL6xKQfWlIirC4buu0JddZrCWFIiyypLakT9b2SHKdtkWWiJBUJayL2Bfeit86fbZbVrgZpenKJSJqv/CWlpvR+EN2upIlS2RA9qVEVpb0pW0zlaOt0nJk3OIS3XGVhusMWBTeXLnYiJBsWRTKRtaRm+S2DUkhWdKORkdIttVohSIsCrtDESHJEt5SW4pVK4eKIanqsM5iKWZqG7I4wbXCVZT0qHY61GWnWaRWEUWrrSI3N6Ptd8MDulRX1E2tuKQIi2vrUiI3yR6L1NJ22spUW2GtKtFo+yJCynajbUdE1oqwtjRxtyS5ti9rWVsifalD5cdVFgddFN7ktjraprtEZGXbRsg/WdIuWuHNlUs0jrSzT3hLu/jTdsN+l2hc4U2l4ToDFpdIl6JuUloKSeEqXEdubW2/JPsVUbRVRJotkbUlGnEsIiS3ZR0KyRIRpVbqiEifbRsh/9SibIZDEaGQFBEqP66i1UxXRLT8kZvCzSppuFkbNlwiOxYd3tJIlVolVCv7XOxxHXYpK+uISDPqJrlhh2RtcR1uZoncJIVkCUvRYcsiS0RIqhLWReyLCLtbYr8bigj5p1VCckvhTZE/NqpWhEMRoWjrUDZDqjqs0lFUadhyacyiS2Vn9knbZqrsF7m1/FVl0E4r1aSQFK6yVB11U8iGQlK4CtfWpURukuyzWIdFdhZx5WKXqoR1ESf0FMWyZctCctwSXZuk0pKqzobUsbM9+8KIEIAABCAAAQhAAALjRkDqnUNKtS3hHvcSAAAQAElEQVRVnecrqT0nlRRuRPdmj12yhCW1JSKyVoS1xf1cItyS0lusrKLVbOmMWYozdURYRXvLhkJSuArX1qVEbpI9Fqml7bQVpZm2DUnR/Nhl27Ui7C6V5Eao/LiKssl1SuNo5ZRmsR13UXFESMrKOiIrtyI3SSEbkkKypB3WCtcRkT7bNmwWI+SfUhSRukipuhyNGc1WHZK1xXVEoyNs2pMlfSkRofKT2pI+hTeFZKlWhFwsrsPuiMiGJUs6rIurVhFF21liKq2sFHWTbFmklrbbVpRm2jYkRecnbFtUJTJmcSvkn1bJZhR3KCKlNGy7ZDNam0rDdcYtLhGuFHWTFLIpKSRL2tHoCMm2rEMhKXJTKEqxCvtcIkLlx1VEVopIVaq0S0MhyS6FwpsrFxsRki2LpGIrInqk+NOnkCwRUWpZW1yH3RGh8uPKRdms4laUzb60i1Ja0VWFJLdlHZGVom7pTkuS3ZZoJGxZVCVacbdC/mmVbIZDEaGIlNKw7ZLNaG8tR8YtLpHx9IY3KS2FpHAVrnvFfhf7FJIiN4WiFKuwzyUiVH6ibAo3ovGHm8WRRto1UFxKX0RIyso6Iiu3IrfURRyXFOWn6LBtUZVIn8WtkH9qUTajuMN25Jba4hI1EJF2rULKhqwjslLUTaqWJLstdmetoqP61GhF82MjiwMuCm9yWxE5TqSOSBW5uRmlYcPxsLgUlz2Rm5SWHFK4Cte94rgk+yxFOy0ibBbJSlJEqPyEt7TciOIORZZatewaKC7VoG0VKSFXbkVuclw2JNcW1yEpZF93kRRSf8lcSamKSB27OKggMOIEpHrNSmpf61MdspTxjHR0hFyqOBySQhEW1y42omy21WpItpRehSQbLSlKIXvCdeoUm1HSwi2XjIU3SSFZoopdxXIVUfxRNpshW5LCJS1LFrmSfQpX4driuhb7IuyIZpNUmpK1JdyyZaUi1SV73YyIbCu8uUo7wkZESNYWScV2HSmuMmiJSFsRqcJpRbJKu+V10xl2KPxTdEaUVbgZZavNatrpEmr9hHURRYQDLRVFhzcbdlej1HY4KikkS1SxclG4KmIrcktdJHPTaCdkQyG1xMm2IlRKrYrtKiIkWRqtiFD5cRXhymGr9FlFRLZTqhHeZAk3rR2QVO2IsJWVRZYIO7JUKXnhTWGz6Ii0ZaVIn2QdEaVWhI0om221GpItpVchyUZLilLInnCdOsVmlLQoLYeqlhSSJapE2RRuWlRUeHNKtW24pMfiUhrOS21RujLThpRVcbiqRVJGQ7JW+rKyuG1nlsjKnpB/SlFE6iK1CslOi6Rqh7UlS9gXuSnCpYqN4s7KdhOR3LDIWZIiN9nOUqQ6OqZzXOzNLBUdGS2m0oqMKyJSssp2q+VmehVSS8LakqXkKCLtVOEtdUqUfDsiWxa3wyLJyuJQqRXhUisbLpGbpHCxpJZdivyJ6iwqK5VIpFkkGkcx0q+QLGGxDm+2wk2LLUWk3VIhyRLeOjoibVnJVqqqo2uT7OuSDElKVUTq2MUxh9WyORyboUecgFQvNKnq5nAlhaSmWWxJRTc3Zs99y8r41nE3x9lvujG+ceyK+Nox18dZR18bX3n9NfHlo5bHF193VXyhJae/9qr4vOVzR1wZnz3iqjjt8Cvjv23/9+FXxWcsn37NVfGpIldWbd+pRa6OTx6esjw+cbjliOXxceuPH3FNfKzItdaW114Xpxxhee218dEi18VH7PvIa6+Pk1NetyJO6pEb4sOvuyE+9Lobqxx5U3zQ8oEiN8b7rVPed9TN8X7L+468Od535C3x3pa856iV8Z4jV8aJR62Kd7cl4l1HteT1Ee8sonjH66v81+uXxX8dvSzebv32o9eKE4qsbV3lbUevHW97wzrx1pa8xTrl+DesG8cfs24cV/R6cdwxKevHm4+p8qZjNog3vXGDODblmA3jjS05JvUbN4xjjtkojnnjRvGGIhvH0W9M2SRe/0bLsZvEUUU2jSOP3dT2ZtaWN20er3vTZkVea/1at4+wHP6mLaLIm28Vr+mS/3zzlpHy6uO2ile/eat41XFbF3ml2ymvOH7reIV9rzj+1pHy8uNuHS8/bpt4meWlKcdvGy8psl28+PhGti/2i9x+0Vu2jxcWuU38x1uqvOAtO8QL3rpDHGZ92Ft3jCo7xfPfannbTvHv1v9u/bwiO8dz35aySzznbZYTGrltPPuElNvFs06wvP128cwTdo1nvn3X+LeUE3aLQ60PTZ3y9t3ikLfvXuQZ1s94+x7x9JT/un087e0W64OL7BkH/9ee8dT/ukOVd9whnmJ5ckue9I47RsoT33mneOI77hT/+s47xxMtqVMOeuddIuUJ79or/qVLDrT9+JR33zUe/y7Lu+8Wj0t5193ise++e5x80evjpJQ/Hx0fLvKG+NCfU46O723++TjgxHvGo95tOfFe8cgie8cjTqyy/4n3jv3fc+/Yr8h9rFPuGw9/j+W9942Hvfc+lvvGP9v+5/feLx7akoe89/7xkPc18oDY930pD4wHv8/y/gfGPu97UOzz/gfFP7XkQdYPev8/xYPeZ7F+4Pv3iZQHWN///Q+OIh/YN+5nuW9L7vOBh8R9LalT7v3Bh0bK3tYp9/rgP0fKPT/0sEi5x4cebv3wSH1323f/8H5x9w/tF3ezvmuR/WOvD1e5S+qTHhF3KfLIuPNJVe500qMi5Y4fflTc8aQD4g5FHh17nvToYqfe8+RHx+2LPCb2ODnlsbH7yZaPPDZ2s97tI4+LXS27feTx1ikHxu0+Yvno4+O2RQ6MXT6a8i+x80ctp1g++oTY+ZQnxE5FDoodT0n519jhFMvH/jVu87EnWv41tre9ne3tizwptvvYk2LbIk+ObT5W5dYfe0qkbP3xp0bKVl067S0/cXBs+fGD41afeFqRLaw3T/nk02OzT1g++YzYrMghseknq2xivcmph8bGpx5iOTQ2sr3Rqf8WG3bLp54ZGxR5Vqz/qSrrferZkbKu9bqfek6s0y2ffk6s/annxtqffm6sVeR5sezTKf8e+rTlM/8e8Znnd8lhseozVVZar/zvw+KWIi+Im/875T/ipv+2nJbywrjptBfGjZYbTntRFPnsi2PFaS+O661TrrNOufazL4nrLNd+9qWRco11yvLPvixSrv7cy+Pqz1o+/8q42nJVS64+/VVR5Iv/GVef8RrL4XHVGYfH8i+/NpZ/5XVx7VdfH9dYrvv6MXHDN46NG89+U9z8reMi3v388pkq1c9WqaPDmyTXvUWa7OvNoAUBCEAAAhCAAAQgAIHBBKQ6p5Q0aT6a6z1vPnRVnHP8LVHXem6IutZzTZx59LXxZa/1nHHk1fFFS13vuTp61nrKOs+VMWmtx+s7Zc3H+tQiV8cne9Z6rolc50n5mNd6Tjni2rLWc4rXdU7xWs9HrVM+Yp1S1nm81pPrPB8uaz03lDWeD5d1nhviQ0fe6DWelJuirvPc1F7nybWe95c1nu51npVljSfXek70Gk9nrcfTdq/zvNvrO++yTLnO01rjeXtZ48m1nrXLOs/bVmuNZ4MYvMZT13eaNZ66vrNxvN7rOrnGc1RZ1+ld33ndsZPXdtrrO2/eIl7jdZ7O+s6WZW3nP4/bsqzt5BrPq7yuk5JrO6/MdZ2UXOPJ9Z1c27Fur+94Xeelx20bL/E6TkpnfWe7ur5T1nW29/rObbrWdm5T13ZyfWfi2k6u66SUdZ2d4nllXWdnr+/sMs3azq6ddZ2yprNrHOq1nkNyXcfSva5T1nS8rvO0lLKec/vWes6eLX2HeOo79oyneI3nKa01nSe31nTKuo7XdHJt519zfae9rnOXsqZz0LvuEk94517xBOt/sRzo9ZyUx3tN58DWms7jmzUdt7943bv7rul87O/Hx51efqup13Tes3cMXtO5T1nPeVhZz8l1nbqmU9ZyvKbz0LKmk2s5VR6c6zmWXMtJaa/neH3nQSllLeef2ms5D2jWcqzvl9Jay8l1nEZyLec+H3yI13JSHhq5lrN3ay3nXq21nHu29cNb6zn7RV3L2T866zn7tddz9irrOI/wes4jh1jLOWDItZzHxW5lHSd1ruNYvG5zO6/r3LZnHefAuo7jtZxcv6nrOAe11nAO8hqOxes2t/FaTq7jbG97e6/f5DrOdqc8MYqUNZwneS2nruFs01rDufXHn1LWcDrrOAdHruFs1VrDybWcXMfJNZyUzb1+k5LrN5uXNZxneC3nkLKOs8knD4m6hnNo1xrOodOs4Ty7rN+sV9Zvnh3rdq/fpO11m6nWcMr6jddwmvWbVa11nFVet0mZvHbzAq/dWLx2c2NZw3lhWbu5sVm7sV6R4jWbXLtJuc72dV63KfK5l5S1m876zcvK2s3y9trNK8raTa7fFOlau1le1m5e0167uaZZuznr9TFx7eaWj7ys5z+pSZ3Pzvy0lZSqR6TJvp4EGhBYYAKS2nPAPBSp05YURx0c0ZkLroj/eeOK+Oobrq1zwdcvjzOOXD5pLlju+fm+XzMH/IzneZ9OOeLqcr/v1K7536D7fGXu5/leZ953fZR53+uuj5Neu6J1j++GMu/70Otu6Dvne99RN7fu693Suafn+3kT53rvynmeZfI8b1nU+3lrxTBzvOPz3p2l3rtbz/fw1m/dv9uga263Yc+9u2N8/66Z072h3LPbOI7Oe3aWnNPl/bojPY9r5HXHbh55zy7v1+VcLuXwvnO5rcpc7lWet6W80vO5V9h+RZnDbV3v0U2Yw72kNYer87ftPXezvGW7eFF7/rZ9mb+9wPfnyn25KeZu/+65WkpnzrbzlHO2vBf3zBNu15mveX52qO+9HZracojtQ8r9t93r/becp6V0zdUO9tys3n/zPG3AHG3ifbcn+N7bEzwna+67HWj7QM/DUsq8rDU3O/nPr4+Uky46Ok4q99qOLvfa8r7b93yv7VFT3WfzvbWck+U9tv3fc59yj619f8332aaaiz20Zx7me2qegz0476v5PlozDyvzrwFzsPt57pVyX99Da6Qz93qo51917nWv1txr4pzrHr53lnOuu/teWTPn6tw/e0RMnHPdyffMUnrvmx3gudajy/2zet/sMa17Zo8p98ymvF/WnmMdGLvY3sXzqnKfzHqnrvtkO5Z7ZAfFDp5PTTW32t5zqu1OqXOqbbvvjZU51VPKvCrnUlv7XljqMpey3ZlPPT1yLrV53hdrz6WeMWEudUjXXOrf6lzK98A2tGzQugeW98LW8/wppXMf7NnlXtjankP1u//VzJ1S55wpZaXnURPnTuWe15RzpheX+10rPE9q5kvX2r62zJXqfOmacq/rZXGN50nLP/eKSMn50VW+x7W8NUda/sVXx/IvviZynrT8S4eX+1vNHOnarx4d1//PG8u9rZu++ea45ZzjY9XTHtr+LJFU7O7PlLQbkdSYc6KXrcmo9B1vApImXZySYqvNlsWe0Z2CnQAAEABJREFUO6ott99BcfsdwpJascdtOvbutlN2235VtLVz0949dY8odvNYM5Fdnd+RZbHrDoPldo4PlrXidjt05La2b7vjWjGs7OLcXXZcO4aVnZ07WdaJnXecLDvZN1B2Wid2KrKu9bqx404zkx2c35H1YoedBsttHB8s68dtdurI9raL7Lx+bD+NbOf4djtvEMPKts6dLBvGtjtPLdvYP63ssmFss/NGsc0uG8WtZyhbO78jG8fWuwyWrRzvL5vEVrv0ypZut+W2m0Ta/7jpkphaLo3r1rk6bnXbTYeWLZzbK5vFFrftL5s7Nr1sHpvf1nK7zWOzGcqmzt/0dlvEsLKJcyfLrWKT202Wje2bUna9VWw8hWy065YxE9nQ+b2yVWy469Sygf3Ty9axwa5V1rdef7etY1hZz7nr7XbrGFbWde7Usk2su9tkWce+vrL7NrFOj2wba+8+M1nL+R3ZLtbafbAsc3ywbB/Ldu+IbGuP7WNYCedGfuC1ZJX7Z1v5gWhfty62/dpzx0jxB2b5fJXUo8ObJNdR/MEGAQhAAAIQGCECHAoEILA4CUjqmVtKKiciqfiljvaUNaeqZb2nYy/LaW6P5JpOs86Tdo94nWe323gNyLqu+yhmss6TubvOYK3ndjNY57ntElnj2WFW13fW71nbuU332k7aXr8ZtMaznddrhpXJ6zobxLZev+kn2zg2rXh9ZpuW3Np6WNnauVUGr+dsvUuNb2U9tWwy7ZrOrXbeOK5a9fe+azr/uPmvsdH2663mms5ma7ies3ks7FrOFrOwljN36zi5vrPBtGs5W7fXcTbwusywaziZt57z13wN59Yjv4YzeO1mu8lrN15/GbSGE14PatZ2omvtJtdtUqJrzSbtlFy3SckPQbXWbpal7vqMlOrnZX6ISkqFQGBREJDUnvM1Byx1fPmwe4qkfAsU2dP3/27v+djtPZ+7vbXfNvYr3y5Fcu43aS7o3Dr3i0i9221i6Dngrt5HR5b1vc93u4HzvrXa9/ZuO+Scb5ch7+ftPOR9vGHv3+3oudowsoPzOtL/ft2w9+m2z7lbIwPmcNvtvH5sN8Qcbti528D5WrkPt+GM7sNtPeQ8batdNvY8rJ9s4liVLSfcb/vHjVPfa7vspuHutW0x6f7aplPOx4a6p+Z7Y8PeT9vUuVW2GHgvbZMp758NOeea4p7Zxr4HttGQsqHzOrLVat4r27o9t8r50jAy7Jxq3Snvic3gXthq3gNba8h7X8s8x+kv20+eM3ke1J4TuW9jNzocj/wFb2nmSE27zIvsT53iD4FoJNv5udGIpL6fM83nzlxpHnSaK7IjOq6kvkcmqX0hSip5knp80uR2cyE3eq211goEBlwD83sNlDfsgIrXY35fD3jDu/szsbEnamnyZ6pUffl2ljp2tieKpIku2gtHgD1DAAIQgAAEIACBBSMgTT8vlDRwfWfiXHVie6p/42RO+huddsraa6/NuhBrY1wDM7gGBv3ykFS+VSbfWwhrDVwD018DEz+DJn5GTWTYxFN3i9T3c3PKz9Pos0nqE8ENgbkjIE193Ukq12/uWaq2VHX39T/RzvdN+lIj0/8egtHiZpTvj0HC67u4X19ev+Fev+Z3fuqpRKqfHVJH5/tGqu20G5FUTKnq0pilatksjcMwi5SAVC8qqeru05BUJj1Sr57qgk5f/nJI3S3pm07yHx8p0+URX4tFohksEi2166X7vTvRlrTA1w7X7lK7HsftfPMzKqXfeeXn3nSxzGlEqp+r2ZaqLVUdU2ySilequjSoIAABCEAAAhCAAAQg0IeAVOeNUtUT0yT1rPd0z0vTbiTnuGmnTum2sz1ojpyxlMxDltK/iTnX1bneJ75HJ7ZXZ0z6cC0utWsgP3NShjnv/DxLaXLT7hZJ5QHDxif1fm7GgE3SgCghCMwdAWnytSd1fJLK/C+PQKq2NFk31/1E3bxfhtX5fmxk2D7k8dk1CtdAvkf6iSTutXGfdlFdA83v4dQzfX9N/BzobkuTPz8kRW6S2p832Z5KJE3lnrFv2Yx70GF2CYzgaJLKBSipHJ2kdjsvYkk9E/305Zuj0Wk3MtE36I00KNaMh15rUf0C5fWav9crBmySuG6YfHENrOY1MNPPpvzc65b8PdjdltT+DJWqLSlyk9T+vJWULgQCEIAABCAAgXEiwLlAYIEISOqZZ0qdds5Vpdpu7NSNdM9nGzt1twyaMw+KdY+BPX/rB7AePdaSBv52yPcjr9vovW68JqPzmgz6rJkY634/pd1Ivp6N3WhJPZ+f+UaVJvsaf2oEAqNIQFL7sCT1XNdSbXdf942deqr3RvpmIhPfhzPpS+7o/K5dKq9F+80yhSFp+Pssq3k/Yqlw5jzn/r29ur9783d/SvMapd0tkso9Lql+fki9OlqbpJY1d2rZ3A3NyIuRgNR70UlqT3ryIpbUvniz3S3NBb8mOt90yNoBAxjM9BqIAZskrqm1uaZmek2RX6+ZmXym5WfixPz0TSVS5/NVqna+jSWlKiJ17OLoqqT+sa40TAgsKgIcLAQgAAEIQAACq09A6p0fSrUtVd2MLKms82RbqrakstYz1bw1fRPnuE17UKzJSc2/Leq/LeAAh37XQEyz8T7i2ul37eCv10a+R9ZU8jOtWySVz0apoyXFxE2a7GtypP6xJmepas577glI9fqTqm72KGnSXDCvfUnlmk87Jd9TqVPSnk7y99GgnIwj9XcWHEabQwzYJO61cf2O9vXb/fpM9zt5qnj37/y0J4qk8lkhdbSkyE1S+/Ml2ymSUk3yF+csVDzoNAsQF9sQUr2omuOWalvqaEnlopOm1hMv7KnaU71B0pdvstTIWjz5yxPNs3YNNO/nqbSkWdsP79sFe9/yGo7Y74vpPsum+lxsfFL9bM22VG2p6vAm9dp2lc/k1CmSUiEQgAAEIAABCEAAAhDoISD1nydKmjSnlKqve16adj9p/j2Y8cZG829EroE1vwZ63sgRk5owXnPGMIThVNdAfp4NEkntm3lS/cyUenV4k+Q6Jn3OBhsE5pmAVK/FqXYradI1KlWfpPa1Pug90byPMiftRqeN8Ht2XK6BGLBJ4j7NiN2nGZfrbiHPo/ld3ujuY2l8qRuR1P7MkDqfI9HapOprNScpSZN8q+tYtrod6bc0CEgqkx+p6uYiTi2pXMhpd0v3G2B+7LX4YOGDZclfAzHNxnuR3xNcA/N3DeRn4kTe6ZsoUv1slXp183aW1JhoCEAAAhCAAAQgAIFCgGomBKQ6n5Sqzr6SetZ5pNrunqtK6lnvaea2mdPYE/V0/xFgYj7t+fv3CaxHn7WkGLQNeu/x+o7+68trtHCv0aDPpu73VdqNSOr5DJQ05edmtDZJLQsFgdEjINXrU+poSVNe05J6rv18T0z8/TWVb2IO7YX7nQf72WEf02xwnh3Ow3FkXwvBKX/XN5L7b+xuLfX/LJFU3kVSry7OWa6WzfJ4DLdICEj14moOV6ptqaOlXltSzwSo+4JOOy/2lLQbadqpU7r92UbWWvIP6HANzM410LyXp9KSuM54GJBrYJavgYmfZ9nO32fdOu0USWWhQOr9HJV629HaJLWsqqTedvVSQwACEJiCAC4IQAACEIDAAAJSnVdK6lnfkXrbOYdtpJnjZruxu3VjN/FsI7Pz73w4Lh2OA962JcS1sHSuBV7r2X2t87MppeHa2N16op1tqfdzUeq0y5vSlSTXnSL1tjsRLAjMEYEZDit1rlFJA+eCUo3n+6Fb8r2U7W7d2I0/28js/i6D5/zyHPTWksR9llm+z8L1Pb/Xd8M7f2endLfTbnypJ4pUPxuk/jpam6SWNbdq2dwOz+iLkYBULz5JZbKT5yBVW+roiRd4d7t5M6Rvop1tZC0+DPkwnNVrIN+n/UTSrO6L9y/v38V6DczFcefnXEqO3a3THiRS5/NUUuQmqedzN30TRdJEF20IQAACEIAABCAAAQi0CUi980WptqXJWlKZf0pVD5q/NrGp5r3pQ/h3ItfA6l8D7TdwHyPff/CdGV94wav7Gsj3UEr6unXag0Sqn49S1fkWlXrt9E0USRNdtCEwbwSk3utPmrotqWceKKn8R83u94TU8U18/2Q7JfNTI/zeHZdrIAZskrjXxr3dsboGun+HN3a3Tluqnxdpd4tU/VLV4U2S606RBrc7matnLVu9bvQaRwJS52KTqi1p0mRHUpnwSDXWXNRS9Tft/FDrtrvbjR+9rLAcAQ4cx7LF/VrENBvX2OJ+fXn9RvP1y8+1Ria+RulPn6T271epfm5K1Sd12lK1w5sk17VIU9s1Sg0BCEAAAhCAAAQgAIHJBKTOHLI7KhV/WedJv6RiS5N1zmVTJJX5bDO/TV8j6Wuk8aFH898uvC6j/bpIikEbr99ov368PqP9+jSfU6knvlaNT1L5rMu4pCk/G8ObVGM2S07qFEmpikgduzioIDACBKR6XUqTtaRyPU+8/rM9jDTvo2FyyRnt35e8PvX1me4tC6fKCQ6LhkN7jjPVazbT3+FS/cyQenW+bySlKp8paUi1nfZcCQ86zRXZRTCuNPkCkzo+qdpSR0sqbwhJ5ULNN4VUfWlPJzN9w0w3HvHx+EXK67jmr2MM2CSV9y2c15wzDGGY10B+lqWk3U+k3ved1GlL9TNUqjq8SXId5bM1WptUfa0mCgIQgAAE5oUAO4EABCAwfgSkzrxSqrbU0ZLKvxkllfloznGl6ks7Reptp69bcn6c0u3D5t9PXAPDXQMxYJM670t4DscTTnDKayA/k1LS7ieSyudfE5dqW6rvO2myDm+SXNcidezqoYbAaBOQ6jUrdbSkMgeUqs73hKTy/pB6dcYmSr7XUib6R7/N70teo8nXQAzYJJX3Bdwmc4PJ4mKSv7NT+r1uUr3WpY6Wem2pfmaEN0muo3yWxDxuPOg0j7BHcVdSvfC6j03q+KRqS5O1pHLBSlXnm0FS+5e81LEzhiyuX3K8Xovr9YppNl7PxfV68nqN9uslqf1ZN/G1kjoxqdpSR0v1MzO8SXId5bM0vEm1bbPtS3ukhIOBAAQgAAEIQAACEFiUBKTJc02p+qSOzvmtpDLflXp1dyztiSLV/Il+2qP97xten4V/fWKajddo4V+jJfkaLPJvv5dUPsumeu2kTkyqttTRksq6jFR1eJPkOoo/WptUfa0mCgIjQ0CafG1KHZ9UbUnlmpY6Ot8zksr7R+rV3bG0ET6fxvEaiGm2cTxnzon3cnMNSCq//7MtVVvqaKnzeSF17PAmyXUtUseuniifNzHLGw86zTLQxTicNPhik2pcUrkIpaonXuSSysUvdeKZkyJVn1Rz0ofwi3PcroGFPJ8YsEkq782FPD72zft93K4Bqf/nmlRjec5StaX+OrxJcl2L1LGrJ8rnb7BBAAIQgAAEIAABCEBgSALS4DmlVOOSylxT6q+757VpNyL19mn8S0Fzjn0HuccAABAASURBVPwbdzavgene1rO5L8bi2l1K14DU/3NKqrHkIVVbqnoqX75PJaUqInXs4nAlTfbZTYHAghCQJl+PUscnqcwB8+AkpSptSZN0vidSJPXcZ5B6czMH4XNmsV8DMWCT1PMeWOznyvEv3fer1P/3t9S5zqXePKm2w5sk19H+zIjWJlV/q1mUNNlXAmtYzdeDTmt4mHSfawLS5AtM6vgklQs1j0OabEvVJ6n8kpc6ban6+IW5dH9h8trP/Wsf02y8BnP/GsB46TKWej/zJE35WSgpcpM05WdqE0vdLZK6m9gQgAAEIACBUSfA8UEAAiNCQJo8j5Q6PklTzkul6pc6Ov+9I3XaksqcN/3I0v23EK/97Lz2Mc0miffbIv92Id4rs/NeWVOO0uTPManXJylykzTlZ2QTS90tkrqb2BAYCQLS5OtSUvvazoOUlKr4pF4733OS2rGp2ulDRuN33AK9DmM3RylviAEVnLnex/EakAb/rpdqPN8aUq+dvhSp4892I5Iac9Y1DzrNOtLFO6A0+UKTVCYxzVlJnbZUbWmyzje5NNkv4ZNgIMFAml0GzXt0Ki3N7r4kxpNgIMFAmprBdJ+B+T6Vat+0U6TedvpSJKVCxooAJwMBCEAAAhCAAATmj4A0eT4pibWeFgOpspDQEgykhWEw3W8EaWGOS2K/Egyk8WQwP2s30727iUNg7glImnInUscvqT03lKotqfSTVGJS1dO9d6SaJ6ElGEiLj0G58PtU0uI7H4ljlmAgDcdgqt/x+XaQOv2722mnSEo1SaSp/ZMSV9PBg06rCW5cu0lTX3BSr19Smdw0HKTalqpOv1RtCS3BQIKBNHcM8j03SKS527c0i2MzVvndKsFUGi8G+f6UOueU7RSp+tKeKJImumhDAAIQgAAEIAABCEBgxgSkqeeVUq9fUvvfI7kTqdOWsCUYSLPIgLHa7zdJ+ZbrK5J6ciXaEgwkGEizyyDfhFJnzGw3Iqkxe7Q0tb8niQYEFpiANPV1Kql8vjSHJ9W2pOKSVOJSR2dA6rQlbAkG0vgwyGt8kEjjc64S5yLBQOowyGtf6rSlak/0ZztF6sSz3S2SuptzYvOg05xgnZtB52tUaeoLT1J7UtMci9TxSdXOmFRtCS3BQIKBNLcM8n03SKS53b/E+BIMJBhIar8VJbU/NyW1/WlIKrG0u0WqfkndbmwIQAACEIAABJYYAU4XArNNQNKM5p9SzZfUcyiSyjgSWoKBBANpzRn0vMmmaEhrvg+JMSQYSDCQKoPut5pUfZK63T2fdz0BNySVuE0KBBYFAUl9j1PSpOtZqj6p6qazVNsSWoKBNH4Mmmu9n5Zm/5wlxpRgII0Gg+bal3qPp/Gnlmos7alE0lTuWffxoNOsIx2PASVNmth0n5lU45K63cWWVPpKaAkGEgykuWdQ3nwDKmnuj0FiHxIMJBhIlcHEt6RU/ZImhkpbmtpfglQQgEA3AWwIQAACEIAABFaTgNR/zimpvZ7TPbzU8UvYEgwkGEizx6D7/dbPlmZvfxJjSTCQYCBVBt3vO6n6JHW7e2ypf6wnkcZsEGCMWSQgDb52JU05F8xDkDoxCVuCgTSeDPJ6HyTSeJ63xHlJMJA6DCa+D6T+se5cSd3NObV50GlO8S7+wSWVic2gM5FqjtTRg/KJQQACEIDAXBJg7FEgIHU+E6VqDzouSYPCxCAAAQhAAAIQgAAEIDBrBCSx1jNrNBkIAgtJgH1DAAJrQkCqn4dSRw8aT6p5g3KIQWDUCUj1OpY08FAllfmi1KsHdiIIAQhAAAKLnoDU+3tfqu1BJybVHEmD0mY9xoNOs450PAeUVCY1w56dVPOlEdMcT3kdJV4XabwYDHpvSuN1rhLnI8FAGm0Gg96T3TGpnke3DxsCEIAABCAAAQhAYBYIMMS0BKSZzUWlmi+hJRhIMJBmh8F0b1ZpdvYjMY4EAwkGUmUw3XuviUszy2/6oSEw6gQkzfgQJXGPCQZjfQ0MelNIXP/SiDLguGbtfTnoPTBVTNJU7nnx8aDTvGAen51I6nmjjM+ZcSYQgAAEIACBuScg8Tk695TZAwQgMAwBciAAAQhAAAINAakzR218aAhAAAIQgMBSJiDx2biUX/9xO/dB5yN1rnWp2oPyiUEAAhCAwNIlINXPCamjF5IGDzotJP0x2LdUL+QxOBVOAQIQgAAEINAQmDUt1c9JqepZG5iBIAABCEAAAhCAAAQgMAcEpDpvlTp6DnbDkBCAAARGhQDHAYGe/9gt1c8/sEBgKROQ6vtA0lLGwLlDAAIQgIAJSGrPldwcqcKDTiP1cizeg5E6F7mELY0zA85NGj0G0/32kEbvmCWOSYKBNN4MpntvEocABCAAAQhAAAIQgMDoEqhHJo33nF3i/CQYSAvHoL7T+tfSwh2bxL4lGEjjzaD/u48IBCAgjff7X+L8JBhIHQbTveulTq6ELcFAGhcGU5/HdO+JhYzzoNNC0mffEIAABCAAAQhAAAIQgAAEILA4CXDUEIAABCAAAQhAAAIQgAAEIAABCIw/Ac4QAhCAAARGjgAPOo3cS8IBQQACEIAABCAAgcVPgDOAAAQgAAEIQAACEIAABCAAAQhAYPwJcIYQgAAEIAABCEAAAhCYbwI86DTfxNkfBCAAgQgYQAACEIAABCAAAQhAAAIQgAAEIDD+BDhDCEAAAhCAAAQgAAEIQAACEIAABGaZwAg+6DTLZ8hwEIAABCAAAQhAAAIQgAAEIAABCIwgAQ4JAhCAAAQgAAEIQAACEIAABCAAgfEnwBlCAAIQmF0CPOg0uzwZDQIQgAAEIAABCEAAArNDgFEgAAEIQAACEIAABCAAAQhAAAIQGH8CnCEEIAABCEAAAhCAwIwI8KDTjHCRDAEIQAACo0KA44AABCAAAQhAAAIQgAAEIAABCEBg/AlwhhCAAAQgAAEIQAACEIAABCAAgW4CPOjUTWN8bM4EAhCAAAQgAAEIQAACEIAABCAAgfEnwBlCAAIQgAAEIAABCEAAAhCAAAQgMP4EOEMIQKCLAA86dcHAhAAEIAABCEAAAhCAAATGiQDnAgEIQAACEIAABCAAAQhAAAIQgMD4E+AMIQABCEAAAhBYSgR40GkpvdqcKwQgAAEIQKCbADYEIAABCEAAAhCAAAQgAAEIQAAC40+AM4QABCAAAQhAAAIQgAAEIDBGBHjQaYxeTE5ldgkwGgQgAAEIQAACEIAABCAAAQhAAALjT4AzhAAEIAABCEAAAhCAAAQgAAEIQGD8CXCG40OAB53G57XkTCAAAQhAAAIQgAAEIAABCMw2AcaDAAQgAAEIQAACEIAABCAAAQhAYPwJcIYQgAAEIACBRUOAB50WzUvFgUIAAhCAAAQgMHoEOCIIQAACEIAABCAAAQhAAAIQgAAExp8AZwgBCEAAAhCAAAQgAAEIjAoBHnQalVeC44DAOBLgnCAAAQhAAAIQgAAEIAABCEAAAhAYfwKcIQQgAAEIQAACEIAABCAAAQhAAALjT2BEzpAHnUbkheAwIAABCEAAAhCAAAQgAAEIQGA8CXBWEIAABCAAAQhAAAIQgAAEIAABCIw/Ac4QAhCAAATmhwAPOs0PZ/YCAQhAAAIQgAAEIDA1AbwQgAAEIAABCEAAAhCAAAQgAAEIjD8BzhACEIAABCAAAQhAAAKzQoAHnWYFI4NAAAIQmCsCjAsBCEAAAhCAAAQgAAEIQAACEIDA+BPgDCEAAQhAAAIQgAAEIAABCEAAAhAYhsDiftBpmDMkBwIQgAAEIAABCEAAAhCAAAQgAIHFTYCjhwAEIAABCEAAAhCAAAQgAAEIQGD8CXCGEIAABIYgwINOQ0AiBQIQgAAEIAABCEAAAqNMgGODAAQgAAEIQAACEIAABCAAAQhAYPwJcIYQgAAEIAABCEAAAhE86MRVAAEIQAAC406A84MABCAAAQhAAAIQgAAEIAABCEBg/AlwhhCAAAQgAAEIQAACEIAABCCwBAjwoNMSeJEHnyJRCEAAAhCAAAQgAAEIQAACEIAABMafAGcIAQhAAAIQgAAEIAABCEAAAhCAwPgT4AwhMP4EeNBp/F9jzhACEIAABCAAAQhAAAIQmI4AcQhAAAIQgAAEIAABCEAAAhCAAATGnwBnCAEIQAACEIDAoifAg06L/iXkBCAAAQhAAAJzT4A9QAACEIAABCAAAQhAAAIQgAAEIDD7BG655Za+gy5btixS+ibMQYAhIQABCEAAAhCAAAQgAAEIjDoBHnQa9VeI41sMBDhGCEAAAhCAAAQgAAEIQAACEIAABMafAGcIAQhAYFYJrFq1Km6++ea+Y66zzjqx1lpr9Y0TgAAEIAABCEAAAhCAAATmhACDjjgBHnQa8ReIw4MABCAAAQhAAAIQgAAEILA4CHCUEIAABCAAAQhAAAIzIbBy5crIh5369ckHnfhGp3508EMAAhCAwMIRYM8QgAAEIACBhSXAg04Ly5+9QwACEIAABCCwVAhwnhCAAAQgAAEIQAACEIAABCAAgS4C+aBTSperx8wHnfhGpx4ki6PBUUIAAhCAAAQgAAEIQAACc0qAB53mFC+DQwACwxIgDwIQgAAEIAABCEAAAhCAAAQgAIHxJ8AZQgACHQK33HLLwG90Wm+99fjTdR1cWBCAAAQgAAEIQAACEIDAIiIwl4fKg05zSZexIQABCEAAAhCAAAQgAAEIQAACwxMgEwIQgAAEIACBJUTgxhtvjEHf6LTuuutGfqvTEkLCqUIAAhCAAASWCgHOEwIQgAAE1oAADzqtATy6QgACEIAABCAAAQjMJwH2BQEIQAACEIAABCAAAQhAYHwIXH/99QMfdMpvdMqHncbnjDkTCAxLgDwIQAACEIDA/BK48sorB+5w0003HRgnCAEIzC8BHnSaX97sDQIQgMDcEWBkCEAAAhCAAAQgAAEIQAACEIAABMafAGc4NgTyG51WrVrV93zWX3/9WLaMJfy+gAhAAAIQgAAEIACBWSIw3YNOm2222SztiWEgAIHZILBk/pU0G7AYAwIQgAAEIAABCEAAAhCAAAQgAIHRJsDRQQACEIAABBYLgZtuuimme9BprbXWWiynw3FCAAIQgAAEIACBeSUwmzvjQafZpMlYEJh7AjzoNPeM2QMEIACBOSeQ/8Ov307ya9D7xfBDAAIQgMCSI8AJQwACEIAABCAAAQhAAAIjQoBvdBqRF4LDgMB4EuCsIAABCEBgBgR40GkGsEiFwAgQ4EGnEXgROAQIQAACa0pg0FdmXnHFFWs6/BLqz6lCAAIQgAAEIAABCEAAAhCAAAQgMP4ERuMM80GnQUey6aabBt/oNIgQMQhAAAIQgAAEIDA7BKZ70CnnZbOzJ0aBAARmgwAPOs0GxaUyBucJAQiMLIHNN9+877FdfvnlfWMEIAABCEAAAhCAAAQgAAEITCKAAwIQgAAE5oVAPug06E/XbbHFFjwzrrJ5AAAQAElEQVToNC+vBDuBAAQgAAEIQGCpE5juQadBXziwqNlx8BBYpAR40GmRvnAcNgQgAIFuAoMedOIbnbpJYUMAAhCAAATWnAAjQAACEIAABCAAAQhAYDYI3HDDDTHoQaeNN944li1jCX82WDMGBCAAgdUhQB8IQGDpEOBBp6XzWnOm40GAfyWNx+vIWUAAAkucwKAnyW+55Za4+uqrlzghTn8eCbArCEAAAhCAAAQgAAEIQAACEIAABIYgcP3118fKlSunzFxnnXVio402CkkxohuHBQEIQAACEIAABMaGwJVXXjnwXPjTdQPxEITAvBPgQad5R84OlzYBzh4Cc0Ng0Dc65R7583VJAYEABCAAAQhAAAIQgAAEIDBfBNgPBCAAgekJXHXVVZH/QW2qTEmxwQYb8I1OU8HBBwEIQAACEIAABGaZQM7LBg056AsHBvUjthQIcI4LQYAHnRaCOvuEAAQgMMsEpptg8efrZhk4w0EAAhCAAAQgsGYE6A0BCEAAAhCAAAQgENdee23fP10n1Qed1l13XUhBAAIQgAAEFi8BjhwCi4TAdN/oNN19uEVymhwmBMaGAA86jc1LyYlAAAJLmQDf6LSUX33OfRwJcE4QgAAEIAABCEAAAhCAAAQgMP4EVqxY0fckpfqgU98EAmNBgJOAAAQgAAEIQGA0CPCg02i8DhwFBIYlwINOw5IiDwIQGBUCHMcUBKZ70IlvdJoCGi4IQAACEIAABCAAAQhAAAIQGGUCHBsExp7ADTfc0Pccly1bVv50Xd8EAhCAAAQgAAEIQAACs0ZgugedNt1001nbFwNBAAKTCMzYwYNOM0ZGBwhAAAKjR2C6r8zkQafRe804IghAAAIQgAAEILBmBOgNAQhAAAIQgMBiJ5Df6LRq1aopT0NSrL/++lPGcEIAAhCAAAQgsJQIcK7zQeBnP/vZwN1Mdx9uYGeCEIDArBPgQadZR8qAEIAABOafwHTf6HT55ZfP/0GxRwhAAAILSYB9QwACEIAABCAAAQhAAAIQGHEC+aBTv0PkG536kcEPgQkEaEIAAhCAAATWkMBf/vKXGHQf7a53vesa7oHuEIDAbBPgQafZJsp4EIAABBaAwHQPOv3xj3/sOSoaEIAABCAAAQhAAAIQgAAEIAABCIw/Ac5wtAkM+tN1a621VmyyySajfQIcHQQgAAEIQAACEBgDAj//+c8HngUPOg3EQxACC0KAB50mY8cDAQhAYNER2G677QYe849//OOBcYIQgAAEIAABCEAAAhBYggQ4ZQhAAAIQgMCCEhj0jU75oBN/ImVBXx52DgEIQAACEIDA+BAYeCbT/dk6HnQaiI8gBBaEAA86LQh2dgoBCEBgdgnc4x73iFwA6zdqPuh0yy239AvjhwAEIAABCExBABcEIAABCEAAAhCAAAQgMFcEVq5cGVdddVXf4dddd91Yb731+sYJQAACEJg9AowEAQhAYGkTmO4bnfbaa6+lDYizh8AIEuBBpxF8UTgkCEAAAqtDYO+99+7bLR9y+ulPf9o3TmA1CNAFAhCAAAQgAAEIQAACEIAABCAAgfEnMEdneOmll8by5cv7jp7/oY0HnfriIQABCEAAAhCAAARmjcB0DzrxjU6zhpqBIDBrBHjQadZQMlA3AWwIQGD+Cdz73vceuNPzzjtvYJwgBCAAAQhAAAIQgAAEIACBmRIgHwIQgAAEVo/AzTffHDfccEPfzqtWrYr8Vqe+CQQgAAEIQAACEIAABGaFwKA/Xbf99tvH1ltvPSv7WeyDcPwQGCUCPOg0Sq8GxwIBCEBgDQjc6173GtibB50G4iEIAQhAAAIQmAsCjAkBCEAAAhCAAAQgAIEpCdx0001xySWXTBlL57Jly2KDDTZIE4EABCAAgdEnwBFCAAKLlMAvfvGLyAfM+x0+3+bUjwx+CCwsAR50Wlj+7B0CEIDArBGYbrL14x//eNb2xUAQmB0CjAIBCEAAAhCAAAQgAAEIQAACEFiaBFasWBEXXnhh35NfZ511xuhBp76nSQACEIAABCAAAQgsKAH+bN2C4mfnEFhtAjzotNro6AiBOSbA8BCYIYG99torNttss7698kGn66+/vm+cAAQgAAEIQAACEIAABCAAAQgsAAF2CQEILEkCV155ZVxxxRV9z33DDTeMlL4JBCAAAQhAAAIQgAAE1pjAoD9bl4NP9yUDmYNAYGgCJM4aAR50mjWUDAQBCEBg4QnsvffefQ8iH3L66U9/2jdOAAIQgAAEIAABCIwiAY4JAhCAAAQgAAEIjCOBfMjpxhtv7Htqm2yySUjqGycAAQhAAAIQGDcCnA8EFoLAdN/olF8ysBDHxT4hAIHBBHjQaTAfohCAAAQWFYG73e1uA4/3vPPOGxgnCAEILDoCHDAEIAABCEAAAhCAAAQgAAEILEICV1999cCj3mqrrQbGCS45ApwwBCAAAQhAAAKzTGDlypXxla98pe+o66yzTtzxjnfsGycAAQgsHAEedFo49uwZAhCYcwJLbwfTPVl+7rnnLj0onDEEIAABCEAAAhCAAAQgAAEIjDkBTg8Ci4/A5ZdfPvCgt95664FxghCAAAQgAAEIQAACa0bg05/+dKxatarvIPzZur5oCEBgAQnUXfOgU+VADQEIQGAsCEw36frSl74Ul1xyyVicKycBAQhAAAIQgAAEIDAkAdIgAAEIQAACEBg5ApdddtnAY9pmm20GxglCAAIQgAAEIACBSQRwzIhAPug0qMMjHvGIQWFiEIDAAhLgQacFhM+uIQABCMw2gfxGp912263vsMuXL4982KlvAgEIQAACS5AApwwBCEAAAhCAAAQgAAEIQGC+Cfz1r38duMtb3/rWA+MEIQCBmROgBwQgAAEIQKAhsGLFijjzzDOb5pT68Y9//JR+nBCAwMIT4EGnhX8NOAIIQAACs0pguifMZ/ig06weG4NBAAIQgAAEIAABCEAAAhCAAAQgMJIEOKh5JjDdNzrxoNM8vyDsDgIQgAAEIACBJUUgv83pxhtv7HvO+aUCd7/73fvGCUAAAgtLgAed1og/nSEAAQiMHoHpHnQ644wz4re//e3oHThHBAEIQAACEIAABCAAgZElwIFBAAIQgAAEZpfAlVdeOXDALbfccmCcIAQgAAEIQAACEIDA6hPIe2VT967exzzmMdWghgAERpIADzqN5MvCQUEAAhBYfQL5oFM+ad5vhFWrVvHn6/rBwQ8BCEAAAqtHgF4QgAAEIAABCEAAAhCAwNAEVq5cGVdffXXf/C222CJ40KkvHgIQgMBCEmDfEIAABMaAQM7DzjrrrIFnwp+tG4iHIAQWnAAPOi34S8ABQAACEJh9Avmw06BR+fN1g+jMfowRIQABCEAAAhCAAAQgAAEIQAACEBh/AsOeYd5cW758ed/0u93tbpEPO/VNIAABCEAAAhCAAAQgsNoEPve5z8W1117bt39+mcADH/jAvnECEIDAwhPgQaeFfw2W+hFw/hCAwBwQmO5Bp7PPPjvOO++8OdgzQ0IAAhCAAAQgAAEIQAACEJiSAE4IQAACEGgRuOKKK+Kaa65ptSarrbfeOjbeeOPJATwQgAAEIAABCEAAAmtM4Ktf/erAMaa7xzawM8EkgEBgzgnwoNOcI2YHEIAABOafQE7C8onzQXs+44wzBoWJQQACEIAABCAwrwTYGQQgAAEIQAACEIDAUiFwySWXDPwWgW222SZudatbLRUcnCcEIACBJUaA04UABBaSwD/+8Y+Y7kGnRz3qUQt5iOwbAhAYggAPOg0BiRQIQAACi5FAPuw06LhPP/30uPnmmwelEIPA6BDgSCAAAQhAAAIQgAAEIAABCEAAAmNC4Ne//nWsWLGi79nsvPPOsc466/SNj3WAk4MABCAAAQhAAAJzSODzn/985Ldr9ttFfonAfvvt1y+MHwIQGBECPOg0Ii8EhwGBNSFAXwhMRWC6B51+/OMfx7ve9a6puuKDAAQgAAEIQAACEIAABCAAgREkwCFBAAKLn8CqVaviggsuiJtuuqnvyWy77bZ9YwQgAAEIQAACEIAABFafwEknnTSw83T31gZ2JgiBWSTAUIMJ8KDTYD5EIQABCCxaAjkZyyfPB51APuj097//fVAKMQhAAAIQgAAEILBYCHCcEIAABCAAAQhAYOQJrFy5Mi6++OK45ZZb+h7rVltt1TdGAAIQgAAEIACBAAEEVovAJz/5yfjud787sG/eWxuYQBACEBgJAjzoNBIvAwcBAQhAYG4ITDch++Mf/8i3Os0NekaFwAgS4JAgAAEIQAACEIAABCAAAQhAYKEJ3HDDDeUbnfKBp37Hwjc69SODfzgCZEEAAhCAAAQgMBWB6b7N6R73uEdMd19tqnHxQQAC80+AB53mnzl7hAAERpHAmB7Ts5/97Nhoo40Gnl1+q9P5558/MIcgBCAAAQhAAAIQgAAEIAABCEBgLAhwEhBYYAIrVqyIiy66qO9RLFu2LPhGp754CEAAAhCAAAQgAIHVInD66afHN77xjYF9n/WsZw2ME4QABEaHwFAPOo3O4XIkEIAABCAwEwJ3uctd4oUvfOHALldeeSXf6jSQEEEIQAACEIAABCCwdAhwphCAAAQgAAEIzC2B/Eanv/3tb313ss4668Smm27aN04AAhCAAAQgAAEIzAaBpTbGdN/mlPfTeNBpqV0VnO9iJrBsMR88xw4BCEAAAtMTyAeddtlll4GJJ554Ynzve98bmEMQAhCAAAQCBBCAAAQgAAEIQAACEIAABNaIQD7odM011/QdY5NNNol11123b5wABCAwLwTYCQQgAAEIjBGBr33ta3HGGWcMPKN8yCkfOB+YRBACEBgZAjzoNDIvBQcCAQhAYG4IbLvtttN+q1PuOf+EXerVF3pCAAIQgAAEIAABCEAAAhCAAAQgMP4EOMM1IZAPOt188819h8g/W7fWWmv1jROAAAQgAAEIQAACEJgZgZNPPnlghzvc4Q6RDzoNTCIIAQiMFAEedJqvl4P9QAACEFhAAvmtTnvvvffAI/jkJz8ZZ5555sAcghCAAAQgAAEIQAACEIDANAQIQwACEIAABAYQuPLKKwdEI251q1uFpIE5BCEAAQhAAAIQgAAEhiPwne98Jz71qU8NTM6HnDbccMOBOVMGcUIAAgtGgAedFgw9O4YABCAwfwTyfwLmw07T7fGoo46KK664Yro04hCAAAQgAIHVJkBHCEAAAhCAAAQgAAEILGUCl1566cDT32abbWLZMpbtB0IiCAEILAoCHCQEIACBUSBw0kknDTyM3XbbjW9zGkiIIARGkwD/YhrN14WjggAEIDDrBA4++OB45CMfOXDc73//+3HYYYcNzCE4pwQYHAIQgAAEIAABCEAAAhCAAAQgAIExJvCb3/wmz66v7LzzznyjU186BCAAAQhAAAIQgMDwBM4+++yY7kGn/DanTTfddPhByYQABEaCAA86ju1QjAAAEABJREFUjcTLwEEMR4AsCEBgTQkM861Op556arzuda9b013RHwIQgAAEIAABCEAAAhCAwGoSoBsEIACB8SXw+9//vu/JbbTRRpHfKtA3gQAEIAABCEAAAhCAwFAEVqxYEa997WsH5uYD5vmg08AkgnNMgOEhsHoEeNBp9bjRCwIQgMCiJLDffvvFM57xjGmP/Q1veEN89rOfnTaPBAhAAAIQgAAEFoAAu4QABCAAAQhAAAIQWJQELr/88rjgggv6Hvsmm2wSe+yxR984AQhAAAIQWGIEOF0IQGC1CeRDTv/3f/83sH8+5LTlllsOzCEIAQiMJgEedBrN14WjggAEIDBnBF760pfGNttsM+34hx56aNxwww3T5pEAgVEjwPFAAAIQgAAEIAABCEAAAhCAAARGkUA+5HThhRf2PbTtttsu7n3ve/eNE+glQAsCEIAABCAAAQhMReDzn/98vPWtb50q1PZtv/32kQ86tR0YEIDAoiKwbFEdLQcLAQisKQH6QyD22muvOP7446clsXz58rjvfe87bR4JEIAABCAAAQhAAAIQgAAEIDByBDggCEBgBAn85je/GfiNTjvttFNsttlmI3jkHBIEIAABCEAAAhBYHAQuvfTSOOKII6Y92Fe+8pWx7bbbTptHAgQWAYEleYg86LQkX3ZOGgIQWOoEnv70p8dLXvKSaTGcd955cdhhh02bRwIEIAABCEAAAhBYXAQ4WghAAAIQgAAEIDD/BH75y1/G9ddf33fH+aBT3yABCEAAAhCAAARWgwBdlhqB/JN1OecadN4HHnhgvOhFLxqUQgwCEBhxAjzoNOIvEIcHAQhAYK4InHDCCbHvvvtOO/x73vOeOPPMM6fNIwECEBgjApwKBCAAAQhAAAIQgAAEIAABCMw6gZ///OcDx9x9990HxglCYNYJMCAEIAABCEBgjAicfPLJ8aEPfWjgGW211Vbx+te/fmAOQQhAYPQJ8KDT6L9GHCEEIDBiBMbpcE4//fTYYostpj2lRz7ykfGtb31r2jwSIAABCEAAAhCAAAQgAAEIQAAC40KA84DAbBP41a9+NXDIPffcc2CcIAQgAAEIQAACEIDA1ATOP//8of5kXT7kdOc733nqQfBCAAKLhsBsP+i0aE6cA4UABCAAgYhNN900Tj311KFQ5Lc/8bDTUKhIggAEIAABCEAAAkuBAOcIAQhAAAIQgMAMCNx4443xt7/9rW+PZcuWxbbbbts3TgACEIAABCAAAQgsEIFFsdsjjjgiLr744oHH+sQnPjGe//znD8whCAEILA4CPOi0OF4njhICEIDAnBHYb7/94sgjjxxq/HzY6ctf/vJQuSRBAAIQWNoEOHsIQAACEIAABCAAAQhAAAIdApdccklcc801HccEa8cdd4z8UyoT3DQhAIGRJ8ABQgACEIDAQhM49thj47TTTht4GNtttx1/sm4gIYIQWFwEeNBpcb1eHC0EIACBOSFw1FFHRT7wNMzgBxxwQHz6058eJrV/DhEIQAACEIAABCAAAQhAAAIQgAAExp8AZ9gmkH9O5eabb263Jxp3v/vdY7PNNpvopg0BCEAAAhCAAAQgMIDABz/4wTj88MMHZNRQ/sm629/+9rVBDQEILHoCPOg0gi8hhwQBCEBgIQicddZZ5U/ZDbPvJz3pSfHhD394mFRyIAABCEAAAhCAAAQgAIE+BHBDAAIQgMDSILBy5cr42c9+FqtWrZryhCXFfe5zn9hggw2mjOOEAAQgAAEIQAACEJhM4POf/3w85znPmRyY4Dn44IPj2c9+9gTv/DbZGwQgMLsEeNBpdnkyGgQgAIFFTeCqq66KjTfeeKhzeNaznhXvfOc7h8olCQIQgAAEILAaBOgCAQhAAAIQgAAEIACBsSCQf7LuvPPO63su6623XtzznvcMSX1zCEAAAhAYYwKcGgQgAIEZE/j2t78dBx544LT9dtppp8i/ajJtIgkQgMCiIsCDTovq5eJgIQABCMw9geXLl8cOO+ww1I5e9KIXRf7t46GSSZplAgwHAQhAAAIQgAAEIAABCEAAAhCAwGIgcNlll8V3vvOdvoe64YYbxh3veMc+cdwQgAAEIAABCEAAAt0E8k8CP+hBD+p29bXzIaddd921b5wABCCwOAnwoNPifN046ukIEIcABNaIwEUXXRR3vvOdhxrj8MMPj8MOOyxWrFgxVD5JEIAABCAAAQhAAAIQgAAEZo0AA0EAAhBYBAQuvvjiuPDCC/se6aabbhrbbrtt3zgBCEAAAhCAAAQgAIFK4PLLL4973etetTFN/epXvzoOPfTQabIILxoCHCgEuggs67IxIQABCEAAAm0CP//5z+OBD3xguz3IeM973hP77bdf/PCHPxyURgwCEIAABCAAgXkmwO4gAAEIQAACEIAABBaewF/+8pdYuXJl3wPJh5zWWmutvnECEIAABCAAgekIEIfAUiGw1157xTXXXDPt6T7/+c+PN73pTdPmkQABCCxOAjzotDhfN44aAhCAwLwQ+N///d844IADhtrXueeeG/vvv3989KMfHSqfJAiMAAEOAQIQgAAEIAABCEAAAhCAAAQgMOcEfve73w3cB39OZSCe2QgyBgQgAAEIQAACY0Ag/xJJPkA+3akcfPDBceKJJ06XRhwCEFjEBHjQaRG/eBw6BOaWAKNDoBI444wz4qCDDqqNaep//OMfccghh8QrX/nKaTIJQwACEIAABCAAAQhAAAIQgMBoEOAoIACBuSbwy1/+cuAu8qbdwASCEIAABCAAAQhAYIkTeMADHhD/3//3/01L4aEPfSj/IX9aSiQsXQLjc+Y86DQ+ryVnAgEIQGDOCHzmM58Z+mGnPIi3vOUt8chHPjJ+9atfZROBAAQgAAEIQAACi5cARw4BCEAAAhCAAATWkMCf//znviMsW7Ys9thjj75xAhCAAAQgAAEIzBMBdjOyBPbcc8/4v//7v2mPb6eddor//u//jpxfTZtMAgQgsKgJ8KDTon75OHgIQAAC80dgpg87nXnmmeVP2Z122mnzd5DsCQIQmHcC7BACEIAABCAAAQhAAAIQgAAE+hO4+uqr49JLL+2bsPvuu8ftbne7vnECEBgVAhwHBCAAAQhAYL4JXHbZZbHlllvG+eefP9Suzz333Nhiiy2GyiUJAhBY3AR40Glxv34cPQQgMNoExu7o8mGnmfxZugsvvLB8E9RRRx0Vt9xyy9jx4IQgAAEIQAACEIAABCAAAQhAAAIRAQQI9CXwi1/8IvImXb+EfNDpNre5Tb8wfghAAAIQgAAEILAkCXznO9+JbbfdNi6//PKhzv9nP/tZ7LzzzkPlkgQBCCx+Agv4oNPih8cZQAACEFiKBI477rg49dRTY8cddxz69F//+tfHPvvsE2edddbQfUiEAAQgAAEIQAACEBgXApwHBCAAAQhAYOkS+MEPfhDLly/vC+COd7xjbL311n3jBCAAAQhAAAIQgMDiITA7R3rSSSfFAx/4wKH/A/23vvWtuMtd7jI7O2cUCEBgURDgQadF8TJxkBCAAARGi8CTnvSk+PrXvx6Pecxjhj6wfPr+EY94RLzsZS+LK664Yuh+JEIAAhAYewKcIAQgAAEIQAACEIAABCAwlgRWrVoVP/7xj+Omm27qe353vvOd+8YIQAACY0aA04EABCAAgWkJHHvssfHMZz5z2rwm4YMf/GD5j/ZNGw0BCCwNAjzotDReZ84SAhCAwKwTuP3tbx9f+MIX4qijjprR2CeccEKZdOafwRumIzkQgAAEIAABCEAAAhCAAAQgAAEIjD+BcTzDfMDphz/84cBT22OPPQbGCUIAAhCAAAQgAIGlQuBVr3pVHH744UOfbj4U9axnPWvofBIhAIHxIcCDTov7teToIQABCCw4gSOPPLI88JQPPg17MD//+c/jiU98YjznOc+JCy+8cNhu5EEAAhCAAAQgAAEIQGCpEuC8IQABCEBgERK46qqr4ne/+13fI5cUO++8c984AQhAAAIQgAAEILBUCDzvec+L448/fujTPeWUU+I///M/h85fRIkcKgQgMAQBHnQaAhIpEIAABCAwmED+Cbv8U3b5J+0GZ/ZGm68U/fCHP9wboAUBCEAAAhCYEQGSIQABCEAAAhCAAAQgMHoEfvazn8WNN97Y98B22GGH2GqrrfrGCUAAAhCAwEQCtCEAgXEj8Pe//z2e/OQnx/vf//6hT+3ss8+Opz3taUPnkwgBCIwfAR50Gr/XlDOCAAQgsCAEdtxxxzj11FPjuOOOm9H+L7jggsivFs2HpH7xi1/MqC/JQxIgDQIQgAAEIAABCEAAAhCAAAQgAIF5JzDdn63be++9Y+21156942IkCEAAAhCAAAQgsIgInHPOObH//vvHpz71qaGOeuutt47zzz8/9t1336HySYIABMaXAA86je9ry5kNSYA0CEBgdgm88pWvjJycPuxhD5vRwJ/+9Kdjn332ibe//e0z6kcyBCAAAQhAAAIQgAAEIACBYQiQAwEIQGA+CaxYsSLOO++8vrvMB5xyHaRvAgEIQAACEIAABCAwxgTe8573xH777Rc//vGPhzrLu93tbnHBBRfEHnvsMVQ+SUubAGc//gR40Gn8X2POEAIQgMC8E/inf/qn+NrXvla+3WmTTTYZev+XX355vPSlL41HPepR8d3vfnfofiRCAAIQgAAEILDGBBgAAhCAAAQgAAEIQGAWCfz2t78d+KDTtttuG/e///1ncY8MBQEIQAACEBiKAEkQWFACN954Y7zgBS+Iww47LG644YahjuWAAw6In/zkJ7HhhhsOlU8SBCAw/gR40Gn8X2POEAIQgMCCEWi+3enAAw+c0TF85StfKd/udPTRR8fKlStn1JdkCMwNAUaFAAQgAAEIQAACEIAABCAAAQgMTyD/bF0+7NSvx6677hp3uctd+oXxLxgBdgwBCEAAAhCAwFwRyIeV8k/VnXjiiUPv4rnPfW6cccYZQ+eTCAEILA0CPOi0NF5nzhICc0uA0SEwgMDd7373+OxnPxvvfe97Y/vttx+Q2Ru66aab4sgjjywPPH31q1/tDdKCAAQgAAEIQAACEIAABCAAgfknwB4hAIGhCXznO9+JW265pW/+Xe9611hvvfX6xglAAAIQgAAEIACBcSLwiU98IvIhp29+85tDn9Yb3vCGeN/73jd0PokQgMAsEhjxoXjQacRfIA4PAhCAwLgQeN7znhfnnHNOPOMZz5jRKX37298uk9+Xv/zlcdVVV82oL8kQgAAEIAABCEBgPgmwLwhAAAIQgAAEINAQ+N73vteYU+p73/veU/pxQgACEIAABCAw+gQ4wpkROPzww+Pggw+Ov/3tb0N13GijjeLkk0+OI444Yqh8kiAAgaVHgAedlt5rzhlDAAIQWDACu+22W3zkIx+Jj3/847HnnnvO6Dje9ra3lW93Ou2002bUj2QIQGBkCHAgEIAABD23p50AABAASURBVCAAAQhAAAIQgAAElgSBK664Igb92bq11lor7nGPeywJFpzkkiTASUMAAhCAAAQKgT/84Q/x+Mc/Po499tjSHqbae++946yzzopDDjlkmHRyIACBJUqAB52W6AvPaUMAAqNGYGkdz1Of+tTy7U4veMELZnTiP/3pT+Oggw6K5z73uXHRRRfNqC/JEIAABCAAAQhAAAIQgAAEIACBhSfAESwFArl+cdNNN/U91Tve8Y6x3Xbb9Y0TgAAEIAABCEAAAoudwJe+9KXy1zpOP/30oU8l/yJIPuT0wAc+cOg+JEIAAkuTwOJ40GlpvjacNQQgAIGxJnDrW9863vWud8UXvvCFyCf0Z3KyH/jAB8q3O5100kkz6UYuBCAAAQhAAAIQgMCoE+D4IAABCEAAAoucwMqVK+Pcc8+NVatW9T2TRzziEbHpppv2jROAAAQgAAEIQAACi5nA8ccfH49+9KMHfsNlTDjB4447LvIvgtzqVreaEKEJAQhAYDIBHnSazAQPBCAAAQjMI4HHPOYx5dudXvOa18xor3/84x/jmc98Zjz5yU+OX/7ylzPqSzIEIACBxUqA44YABCAAAQhAAAIQgAAERptA/tm6b33rW30Pcu21145HPepRsWwZS/N9IRGAAAQCBBCAAAQWI4F//OMfkd/K9KpXvWrow99jjz0iv/3pla985dB9SIQABCDAv6a4BiAAAQhAYMEJbLDBBvHGN74xzj777HjIQx4yo+P51Kc+Vb7d6R3veMeM+pEMAQhAAAIQgAAEIAABCEAAAhCAwKIkMNIH/ac//Sm++93v9j3G/JaCe97znn3jBCAAAQhAAAIQgMBiJPC///u/5U/VnXLKKUMf/uMe97jIP1WXD4EP3YlECEAAAibAg06GsDQKZwkBCEBg9Ansu+++8Y1vfCPe9KY3xUYbbTT0AV922WXx4he/OA444ID43ve+N3Q/EiEAAQhAAAIQgAAEIDB+BDgjCEAAAhBYSALnn39+rFixou8h7LzzzjNa8+g7EAEIQAACEIAABCAwIgTe//73l4ecfvjDHw59RPlXPj7/+c/HbW9726H7kDiRAG0ILF0CPOi0dF97zhwCEIDAyBJ49atfXf6c3WMf+9gZHeOXv/zl2GeffeINb3hDrFy5ckZ9SYYABCAAgSVCgNOEAAQgAAEIQAACEIDAHBLIbzMYNDzf5jSIDjEIQAACs0iAoSAAgTkncPPNN8cLX/jCeN7znhfXXXfdUPvbZptt4uMf/3j5Kx9DdSAJAhCAwBQEeNBpCii4IAABCEBg4Qnkwt/pp58e7373u2Pbbbcd+oBuvPHGeN3rXhcPfvCD4+tf//rQ/UisBKghAAEIQAACEIAABCAAAQhAAAIQWH0Cg77JYJ111on73e9+qz/4LPZkKAhAAAIQgAAEILAmBH72s5+Vb3F617veNfQw+Vc98k/VPfWpTx26D4kQgAAEpiLAg05TUcEHgakJ4IUABBaAwGGHHVa+3elpT3vajPae/4Py4Q9/eLzyla+Mq6++ekZ9SYYABCAAAQhAAAIQgAAEljQBTh4CEIDAahH44x//GBdffHHfvrvttlvkf+zqm0AAAhCAAAQgAAEILAICp556annI6Rvf+MbQR5v3evIhp7vd7W5D9yERAvNAgF0sUgI86LRIXzgOGwIQgMBSIrDHHnvEKaecEh/96Edj9913n9Gpv+Utbyl/zu6zn/3sjPqRDAEIQAACEIBAPwL4IQABCEAAAhCAAASmIvDNb34zLrvssqlCxbf33nvHne50p2JTQQACEIAABEafAEcIgckEXvva18ZTnvKUuOSSSyYHp/Csv/76ceKJJ5a/3rHuuutOkYELAhCAwMwJ8KDTzJnRAwIQgAAEFojA05/+9PLtTs9//vNndATnnXdePOEJTyh/J/rPf/7zjPqSDIEZE6ADBCAAAQhAAAIQgAAEIAABCCw5AqtWrYr/+Z//iRtuuKHvud/3vvftGyOwCAlwyBCAAAQgAIElROBPf/pT/Mu//Escc8wxQ5/1Pe5xj8hvcZrpPZ2hd0AiBCCwZAnwoNOSfek5cQgsDAH2CoE1JbDddtuVp/8///nPR06SZzLe+9///vLtTh/5yEdm0o1cCEAAAhCAAAQgAAEIQAACEJghAdIhsNQI5ANO55577sDTvte97jUwThACEIAABCAAAQiMIoGvfOUrsf/++8fnPve5oQ/v4IMPLg857bPPPsEGAQiMN4GFODsedFoI6uwTAhCAAATWmMDjHve48u1Or3rVq2Y01h/+8Ic49NBD46lPfWr86le/mlFfkiEAAQhAAAIQgMAsEWAYCEAAAhCAAATGjMDll18ef/nLX/qe1YYbbhi777573zgBCEAAAhCAAATGksCiP6m3vvWt8ahHPSp+/etfD30uxx57bHzsYx+Lrbfeeug+JEIAAhCYCQEedJoJLXIhAAEIQGCkCGy88cbx5je/uXw1/IMf/OAZHdsnP/nJ8u1O73znO2fUj2QIQGA+CLAPCEAAAhCAAAQgAAEIQAACi4vA//3f/w084PxW6s0222xgDkEILD0CnDEEIAABCIwqgSuvvDL+7d/+LV7xilcMfYi77rprnH766fGf//mfQ/chEQIQgMDqEOBBp9WhRh8IQAACC0mAfU8i8NCHPjS++c1vxjHHHBPrr7/+pHg/x9///vd40YteFI9+9KPj//2//9cvDT8EIAABCEAAAhCAAAQgAAEIQGD+CbDHRUXg29/+dt/jXbZsWey7774hqW8OAQhAAAIQgAAEIDAqBL7zne/EfvvtFyeffPLQh5T3Wc4666x47GMfO3QfEiEAAQisLoGxe9BpdUHQDwIQgAAEFj+Bww8/vPw5u5xQz+RsvvSlL5Vvd3rjG98Yq1atmklXciEAAQhAAAIQgAAEFogAu4UABCAAAQiMCoFLL700fvzjH/c9nM0337ysO/RNIAABCEAAAhCAAARGhMAHP/jB8pDT97///aGP6FWvelV88YtfjN12223oPjNJJBcCEIDARAI86DSRCG0IQAACEFjUBO5973uXCXX+SbqZ/P3nG264IY444ojyPyz/53/+Z1Ez4OAhAAEIRAQQIAABCEAAAhCAAAQgAIF5IvCjH/0ofvGLX/Td24477hgPeMADgg0CEIDAHBBgSAhAAAKzQmDlypXxkpe8JJ7znOfEtddeO9SYW221VXz0ox+NN7/5zUPlkwQBCEBgtgjwoNNskWQcCEAAAhAYKQL/8R//Ub7d6SlPecoUx9Xfdc4558TDHvawyP+BcPXVV/dPJAIBCEAAAhCAAAQgAAEIQAACEIDAiBOYn8M799xz44orrui7szvf+c6x/vrr940TgAAEIAABCEAAAgtJIB/Y3n///eO//uu/Ytjtn/7pnyL/VN3Tn/70YbuQBwEIQGDWCPCg06yhHKOBOBUIQAACY0LgDne4Q3ziE5+Ik08+OXbdddcZndXxxx8fD37wg+Nzn/vcjPqRDAEIQAACEIAABCAAgUVDgAOFAAQgAIFZIfCtb31r4Di5vjAwgSAEIAABCEAAAhBYIAKf+cxnIh9y+vrXvz70ETzvec+LfMjpnve859B9SFxgAuweAmNGgAedxuwF5XQgAAEIQGAygUMOOSRy0fG5z31uzGT7yU9+Ev/yL/8Sz3/+8+Piiy+eSVdyIQABCEBgDAhwChCAAAQgAAEIQAACEJiOwOWXXx6//vWv+6YtW7Ys7nWve/WNE4AABCAAgYUnwBFAYKkSOPLII+OJT3xi/OUvfxkKwTrrrBPvfOc7473vfW9ssMEGQ/UhCQIQgMBcEOBBp7mgypgQgAAEIDByBHbYYYd43/veF6eddlrc7W53m9Hx5aR9n332KX9rekYdxzuZs4MABCAAAQhAAAIQgAAEIAABCCx5AmeffXYM+tP3973vfeN2t7vdYubEsUMAAhCAAAQgMGYELrroojjooIPi6KOPHvrM7nrXu8aZZ54Z//Ef/zF0HxIhAAEIzBUBHnSaK7KMu8QJcPoQgMCoEshvaDrnnHPiFa94xYwO8Xe/+10ccsghcfDBBw/8n5ozGpRkCEAAAhCAAAQgAAEIQGCRE+DwIQCBpUzgpptuii9/+csDERxwwAGx6aabDswhCAEIQAACEIAABOaLwFe/+tXYf//9y38KH3afT37yk8ufqnvoQx86bBfyIDCGBDilUSLAg06j9GpwLBCAAAQgMC8EcoHx+OOPj5zQP+hBD5rRPj/xiU9EfrvTu971rhn1IxkCEIAABCCwJAlw0hCAAAQgAAEIQGCMCeSfefn617/e9wzXXnvteOQjH9k3TgACEIAABCAwNgQ4kUVB4IQTTigPOf3yl78c+njf8IY3xCc/+cnYdttth+5DIgQgAIG5JsCDTnNNmPEhAAEIQGBkCTz84Q+Pc889t3w967rrrjv0cf7tb3+LF77whfHYxz42fvCDHwzdj0QITCRAGwIQgAAEIAABCEAAAhCAAAQWL4Gf//znkQ879TuDHXbYIfbaa69+YfxLiACnCgEIQAACEFhIAldffXU861nPipe97GVDH8Yuu+wSn/3sZ+OII44Yug+JEIAABOaLAA86zRdp9gMBCMyUAPkQmDcCr33ta+Nb3/rWjP+X5Re/+MXy7U7HHntsrFq1at6Olx1BAAIQgAAEIAABCEAAAhAYIwKcCgQWLYH//d//HXjs9773vUPSwByCEIAABCAAAQhAYC4JfO973yvf4vThD3946N3kN1KeddZZceCBBw7dh0QIQAACQxCYtRQedJo1lAwEAQhAAAKLmcD97ne/+PKXvxxvf/vbY8sttxz6VK6//vo4/PDD4yEPeUh84xvfGLofiRCAAAQgAAEIQGA4AmRBAAIQgAAEIDCKBG644Ybyn6b6HduyZcviEY94RL8wfghAAAIQgAAEIDCBwOw38+Gm/MsW3/3ud4ce/OUvf3m5V3L7299+6D4kQgACEJhvAjzoNN/E2R8EIAABCIw0gRe/+MVxzjnnxBOf+MQZHWd+I9Q///M/x6tf/epYvnz5jPqSDAEIrAEBukIAAhCAAAQgAAEIQAACEFgAAj/5yU/id7/7Xd8977rrrrH33nv3jROAAARmSIB0CEAAAhCYEYH8M3X55+qGvV+xxRZbxEknnRRvectbZrQfkiEAAQgsBAEedFoI6uwTAhCAwDwRYDerR+BOd7pTfOpTn4oPfehDscsuu8xokOOOOy723XffOP3002fUj2QIQAACEIAABCAAAQhAAAIQgMDqEqDf/BP4yle+EldccUXfHec3R++555594wQgAAEIQAACEIDAXBD45S9/Wb5V8oQTThh6+Ac84AFx5plnxqGHHjp0HxIhAAEILCSBpfyg00JyZ98QgAAEILAICDzzmc8s3+707Gc/e0ZH+6Mf/Sge//jHx2GHHRaXXHLJjPqSDAEIQAACEIAABCAw6wQYEAIDfK1aAAAQAElEQVQQgAAEIDCrBG655ZY444wzBo6Z3/q81lprDcwhCAEIQAACEIAABGaTwGmnnRb7779/nHXWWUMPm/c/Mv8+97nP0H1GOJFDgwAElggBHnRaIi80pwkBCEAAAqtHYKeddooPfOAD8elPfzrucpe7zGiQ97znPbHPPvvEKaecMqN+JEMAAhCYXwLsDQIQgAAEIAABCEAAAhCYCYG//vWv8Ytf/KJvF0lx//vfv2+cAAQgAIGFIcBeIQCBcSZw9NFHx0EHHRQXXXTRUKeZD2S//e1vL/c/Nt5446H6kAQBCEBgVAjwoNOovBIcBwQgAAEIjCaB1lH967/+a5x77rnx0pe+tOUZTv32t7+NZzzjGfH0pz89fvOb3wzXiSwIQAACEIAABCAAAQhAAAIQgAAE5pfADPb2gx/8IG6++ea+PfJP1u2yyy594wQgAAEIQAACEIDAbBH4y1/+Ek960pPiyCOPHHrIO9/5zpF/hvfFL37x0H1IhAAEIDBKBHjQaZRejUV4LBwyBCAAgaVEYPPNN4+3ve1tceaZZ874f2Z+7GMfK9/udOKJJy4lZJwrBCAAAQhAAAIQgMCYEOA0IAABCECgQ+Dss8/uNKaw+LN1U0DBBQEIQAACEIDArBP4+te/Xv5UXf5FimEHz//UnX+q7uEPf/iwXchbYgQ4XQgsBgI86LQYXiWOEQIQgAAERorA/vvvH9/+9rfL/5DIr3cd9uAuvfTSeMELXhCPe9zj4oc//OGw3ciDAAQgAIHRJ8ARQgACEIAABCAAAQgsEQK///3vyzc+9zvdzTbbLB772Mf2C+OHAAQgAIHFTYCjh8DIEHjHO94R+bDSL37xi6GP6aijjop8KOo2t7nN0H1IhAAEIDCKBHjQaRRfFY4JAhCAAARGnoCkyH8UnHPOOeV/TMzkgL/whS+Ub3d605veNJNuiziXQ4cABCAAAQhAAAIQgAAEIAABCIwHge985zvxy1/+su/J7LrrrvHgBz+4b3y8A5wdBCAAAQhAAAJzTeCaa66J5zznOTGTPzu3ww47xGc+85nyn7fn+vgYHwIQgMB8EOBBp/mgzD4gMIgAMQhAYFETeMADHlD+lN1b3/rWyD9tN+zJXHfddfGa17wmHvrQh8Y3v/nNYbuRBwEIQAACEIAABCAAAQgsVgIcNwQgMBYEvva1r8WNN97Y91xynWAm3/7cdyACEIAABCAAAQhAYAKB73//++U/Xn/wgx+cEOnf3G+//eKrX/1qHHTQQf2TiEAAArNLgNHmnAAPOs05YnYAAQhAAAJLgcDLXvayyG93muk/Fs4+++x4yEMeUh56yv+JsRRYcY4QgAAEIACBqQjggwAEIAABCEAAAqNOYNWqVfHtb3974GHuv//+A+MEIQABCEAAAkudAOe/egQ+8pGPxMMe9rDIb5ccdoSXvOQlcdZZZ8Ud73jHYbuQBwEIQGBREOBBp0XxMnGQEIAABCCwGAjstdde5etfP/CBD8SOO+44o0POP2O37777Rv5Zuxl1JHmpEOA8IQABCEAAAhCAAAQgAAEIQGCBCfz617+OSy65pO9R5Dc9cyOxLx4CwxEgCwIQgAAEIDCJwCte8Yo49NBD4+qrr54Um8qx6aabRn7r0wknnDBVGB8EIACBRU+AB50W/UvICUAAAhEwgMBoEXj2s59dvt3p3/7t32Z0YD/84Q/jcY97XLzgBS8YuHA6o0FJhgAEIAABCEAAAhCAAAQgMDYEOBEILCyBL33pSwP/bN0jH/nI2H777Rf2INk7BCAAAQhAAAJjQ+D888+PRz3qUfHWt7516HO6733vG2eeeWY861nPGroPiRCAAARGj8DgI+JBp8F8iEIAAhCAAARWi8Btb3vb+PCHPxynnnpq3OlOd5rRGCeeeGLsu+++8fGPf3xG/UiGAAQgAAEIQGCJE+D0IQABCEAAAhCYMwLLly8vNw0H7eCAAw6Iddddd1AKMQhAAAIQgAAEIDAUgc997nOx3377xVe+8pXJ+X08+Z+v80/V3f/+9++TgRsCEIDAeBDgQafxeB05CwhAAAIQGFECT3rSk+Lcc8+NF73oRTM6wvyfGk972tPiGc94Rvz2t7+dUV+SIQCBqQnghQAEIAABCEAAAhCAAAQgsLoELrjggvjud7/bt/tmm20WD3nIQ/rGCUAAAvNHgD1BAAIQWOwEjjnm/2fvPgCtnP84jn9+xt/eeyYzQkYl0t5LKEQI2WRLRkVmskqyN2W0J0m7KGnbmwjZUQj3//s+5z55Ou65PafuvZ3xPp3v8xvP7/eM1zn3/P/u/d7fvUmtWrXSZ599FutWnHPBqk/2y9f2/0liTWIQAgggkMUCJDpl8YvHpSOAAAIIZIfAlltuqXvuuUe2xL0tG5vOVT/11FOqVauW+vTpk840xiKQnwLcNQIIIIAAAggggAACCCBQSgKzZs3S77//nvLoe+65p7bbbruU+9mBAAIlKMChEEAAgRwV+Prrr3XSSSepc+fOse+wQoUKGjFihC6//PLYcxiIAAIIZLsAiU7Z/gpy/QgggEBMAYateYFmzZpp8uTJaf1Hil31woULdcEFF+iYY47RzJkzrYtAAAEEEEAAAQQQQAABBBBAoEgBOktHYOzYscUeuHbt2sXuZycCCCCAAAIIIFCcwKuvvqrGjRurX79+xQ1bYZ+t+vTyyy+rSZMmK/TTQAABBHJdgESnxCvMFgEEEEAAgTIRWHvttdWtWzdNmDBBDRo0SOucgwcPDlZ36t69e1rzGIwAAggggAACCCCwXIAKAggggAACaQvYLyAV92frNt10U9WrVy/t4zIBAQQQQAABBBAwgXvvvVf169fXnDlzrBkrbNWn/v37a9ddd401Pg8HccsIIJDDAiQ65fCLy60hgAACCGSuQM2aNTV69Gjdfvvtsm+Ixr3SX3/9VZ06dQr+o2f8+PFxpzEOAQQQiCnAMAQQQAABBBBAAAEEEEgWmDRpkr744ovk7uXt/fffX5UqVVrepoIAAghkvgBXiAACmSCwdOlSnXfeebroootiX86OO+4YrPpkv1AdexIDEUAAgRwTINEpx15QbgcBBBBAoBQFSuHQV155ZbC607HHHpvW0W0Z2zp16ujaa6+VJT+lNZnBCCCAAAIIIIAAAggggAACCCCQWiBpz9ChQ2U/iEzqXt60P1tnP3Rc3kEFAQQQQAABBBBYicCMGTPUqFEjPfDAAysZ+e9uW/Vp1KhRatOmzb+d1BBAAIE8FCDRKQ9f9NK6ZY6LAAIIILBqAgcddJAGDBig+++/XzvttFNaB7nllltUt25dDRs2LK15DEYAAQQQQAABBBBAYFUFmIcAAgjkk8CyZctkv2xU3D3bDx2L288+BBBAAAEEEEAgKvDUU08Ff7XBVo2M9hdXt1WfXnrpJR144IHFDWMfAiUqwMEQyFQBEp0y9ZXhuhBAAAEE8k7g3HPPDVZ3Ou2009K69zfeeENHHXVUsLzt119/ndZcBiOAAAIIlLgAB0QAAQQQQAABBBDIIYF33nlHxf239oYbbqgDDjggh+6YW0EAAQQQiCnAMARWSaBTp05q166dfv7551jzN95442DVp549e2rttdeONYdBCCCAQK4LkOiU668w94cAAgggkFUCe+yxhx5//HE988wzqlChQlrXfu+998r+nN2zzz6b1ryyHczZEEAAAQQQQAABBBBAAAEEEMgegZWt5nTEEUdoq622yp4bKrMr5UQIIIAAAgggEBX44IMP1KJFC3Xv3j3aXWy9cuXKGjlypM4555xix7ETAQQQyDcBEp3y7RXnfjNbgKtDAAEECgXatm0rW7a2Q4cOhT3xinfffVcnn3yybFWoDz/8MN4kRiGAAAIIIIAAAggggEDZCnA2BBDICoG///47+G/zVBdrqyo0adJEzrlUQ+hHAAEEEEAAAQQ0ZMgQNWzYUMOHD4+tYas+vfzyy6pRo0bsOQxEAIEMFOCSSkWARKdSYeWgCCCAAAIIrL7A1ltvrV69emno0KGqUqVKWgd88sknVatWrWBJ27QmMhgBBBBAAIEMEOASEEAAAQQQQACBTBCYMWOGpk+fnvJStttuOx1zzDEp97MDAQQQQAABBIoXyIe9t956q44++mh9+umnsW/XVn164okntOWWW8aew0AEEEAgnwRIdMqnV5t7RQABBBDISgFbznbKlCm65ppr0rr+r776Suedd55atWqlWbNmpTWXwRktwMUhgAACCCCAAAIIIIAAAgiUgcD48eP15ZdfpjzTPvvso/Lly6fczw4EVlOA6QgggAACWSzw7bffBn99IZ3v6++9994aNmyYOnbsmMV3zqUjgAACpS9AolPpG3MGBBAoUwFOhkBuCqy77rq6+eabNW7cONWrVy+tmxw4cGCwutPtt9+e1jwGI4AAAggggAACCCCAAAKZJFBQUKB/4996Jl0j15JbAqNHjy72hmrXrl3sfnYigAACCCCAQH4KWLJ048aN9eyzz8YGsFWfRo0apebNm8eew0AEEEAgPwT+e5ckOv3XhB4EEEAAAQQyVsC+iTpmzBjZcrcbbbRR7OtcvHixrrrqKjVo0EATJkyIPY+BCCCAAAIIIJClAlw2AgggkEMCYXJTqlta2f5U8+hHoDiB3377baWrI9esWbO4Q7APAQQQQAABBPJQ4L777lOdOnVW+v8jojS26tOgQYO0++67R7vj1RmFAAII5KEAiU55+KJzywgggAAC2S/QqVOnIGHJfssjnbuxJClLlurcubPsm7bpzGUsArkkwL0ggAACCCCAAAIIZK5AmLgUlnGvNBwflnHnMQ6BogQmT56sn3/+uahdQd9uu+0m+/MyQYMNAghkrAAXhgACCJSVwB9//KELLrhAF154YexTbr/99nrmmWeCv+YQexIDEUAAAQREohNvAgQQQACBZAHaWSJw6KGHyn7Lw35DxP6DKJ3Lvummm4I/gTd8+PB0pjEWAQQQQAABBBBAAAEEECg1gZJOUCrp45Xaja+5A3PmFAJ///23Bg8erH/++SfFCOnYY4/Vdtttl3I/OxBAAAEEEEAgfwRmzZol+1N1ffr0iX3TturTyJEj1bZt29hzGIgAAgggkBAg0SnhkMaWoQgggAACCGSWwPnnn6+JEyfqlFNOSevCpk2bphYtWujiiy/WN998k9ZcBiOAAAIIIIAAArkvwB0igEBZCaSbkFTa48vqvjlP5gp8//33shWRU13hWmutpWOOOUZrr712qiH0I4AAAggggECeCNiKTHXr1tX48eNj37Gt/PTSSy/p4IMPjj2HgaUpwLERQCDbBEh0yrZXjOtFAAEEEECgCIG99tpLTz31VBDpLp3fq1cv2W+P9O3bt4gj04UAAgikEKAbAQQQQAABBBAoAQFLWiruMLY/OcLxyf3WDvcVVa5sf1Fz6MtPgbffflsffvhhypu3lZwqV66ccj87EEAAgZwS4GYQTbJgAAAAEABJREFUQCClwDXXXBP8AvJPP/2Uckx0x4Ybbij7Cw29e/fW//73v+gu6ggggAACaQiQ6JQGFkMRQAABBBCIK7CmxtmqTpMmTZKt8pTONbzzzjvBErlnnHFGsd/MTeeYjEUAAQQQQAABBBBAAAEEihKwhKMw0t0fzgvL5Plhv5XJ+6xt/WFYm0CgKIGpU6cW1b28r1KlSlp//fWDNhsEEEAAAQQQyD+Bjz76SEcffbRuvfXW2DdvqzeNGDEi7e/dxz4BAxFAAIE8EiDRKY9e7Ay6VS4FAQQQQKAUBbbddtvgt0IGDRqkQw89NK0zPf7448HqTg8++GBa8xiMAAIIIIAAAggggEARAnQh8B8BSzL6T6fvsP4wfDN4hu1oGeyIbKL7wnq4O2xbGfZFy1T90THU80/gn3/+KfbP1plIo0aNrCAQQAABBBBAIA8Fhg0bpoYNG2rIkCGx7/7kk0+W/am62rVriwcCOSrAbSFQpgIkOpUpNydDAAEEEECg7ATsN0qmTJmiTp06pXXSBQsW6Nxzz1Xr1q01e/bstOYyGAEEEEAgHQHGIoAAAgggkF8CqRKLkvutbRHqWD1OJI8P21bafCuTI1V/8jja+SMwZ84cvfXWWylveLfddlPNmjVT7mcHAggggAAC/xWgJ1cEunfvrqOOOkoff/xx7Fu65ZZb9PTTT8t+QTn2JAYigAACCBQrQKJTsTzsRAABBBBAILsF1ltvvWD53DFjxijd3xYZMGCAatWqpR49eqwZBM6KAAIIIIAAAggggAACOSOQKqEo2m91C7tpK1cnosewuoUdz8rkSNWfPI52fgi88sor+u6771LerP3ZmQoVKqTcz45VEGAKAggggAACGS5g/9+gXbt2SueXivfYYw8NHjxYV199dYbfHZeHAAIIZJ8AiU7Z95pxxQgEAmwQQACBdATq1auncePG6eabb9YGG2wQe+ovv/yijh07ypblnzRpUux5DEQAAQQQQAABBBBAAIGSEciFoxSVSGR9FuH9hXUrLazfylWJ6NywbqVFeDyrR8P6o23q+SswevRo2Z+vSyVgf6pmww03TLWbfgQQQAABBBDIMYGJEyeqcePGeuqpp2LfWYsWLTRq1Ci1bNky9hwGIoAAAgjEFyDRKb4VIxFAAAEEEMh6gWuuuUbjx4+X/YdWOjdj3+i11Z26dOmiJUuWpDOVsQgggAACCJSmAMdGAAEEEMhwgaISiKJ9Vi8qLNEkVb/tCyPVmKL6rS/kitaL6wv3UeaHgP337owZM4q92Ro1ahS7n50IIIAAAgggUCoCa+SgDzzwQPBXD958883Y57/qqqs0dOhQ7bXXXrHnMBABBBBAID0BEp3S82I0AggggAACWS9QtWrV4D+0evXqldbfBbcfBNx4442y1aFGjBiR9Q75cQPcJQIIIIAAAggggAACa07A/hsi+exhn5UWtj9aWj0altBkbSstrD629yxZWN36LMK6lclR1DmifVYPw+aGdcr8E3jttdf0888/p7zxXXbZReXLl0+5nx0IrDkBzowAAgggUJICy5YtU4cOHXTeeefFPuw222yjJ598UrfddlvsOQxEAAEEEFg1ARKdVs2NWQggkAsC3AMCeS5g/6Fmy+6edNJJaUm8/vrrat68uS655BJ98803ac1lMAIIIIAAAggggAACCOSHQFEJQ2FftLR6qkhOYLL2uPtmaUKfOUFY3fpsfnJpfcujoEDRur0C1o6WVg8j3Be2KfNDwN5DL7/8crE326BBA/Fn64olYicCCCCAAAJZLzBnzpzgT9X17t079r3Yio8jR47UqaeeGnsOAxFAAAEEVl0gZaLTqh+SmQgggAACCCCQLQL77LOPnn32WT3++OPaY4890rrsnj17Bqs7Pffcc2nNYzACCCCAAAIIZJYAV4MAAgiUtEBRiUJhX1Gl9UXDEk4srM/KMCY8MFfj+8xRQeE/S3ia+MAchfutjM6xenLYvVpfUaX1hRGOCduUuS/w5ZdfasqUKSlvdIMNNgh+6SflAHYggAACCCCAQNYL9OvXT3Xr1tXYsWNj38u5554rS5auXLly7DlraiDnRQABBHJFgESnXHkluQ8EEEAAAQRWQ+C0007T5MmTZf9Rls5h3nrrLZ144olq3769Pvroo3SmMhaBbBHgOhFAAAEEEEAAAQTSEEhOELK2hR0iWlo9GpakZJGqb+KDiSQnyS3/Z/Xx983RpIfmBSs22XyLVMeI9ltd/hEtw7rvDp7J7aCTTc4KzJgxQ1OnTk15f/Zn6xo1apRyPzsQQCDrBbgBBBDIc4HrrrtO9tcPfvjhh1gS66+/vnr16qX7779flhAdaxKDEEAAAQRKRGCtEjkKB0EAAQQQyFMBbjuXBLbffvvgP8r69++vgw46KK1be+yxx1SnTh099NBDac1jMAIIIIAAAggggAACCOSOQHJiULQd1q20sLu2MjksUSk5Jj40T+PumysVBLN8kVjTKejwfeN7z9ZkPyZ5nrWTj2/t4CiFf84urFtpEe63ukVy2/ryM3L/rseNG1fsTVaqVIk/W1esEDsRQAABBBDIToFPP/1Uxx57rG6++ebYN2D/v2D48OHq0KFD7DkMRAABBBAoOQESnUrO8r9HogcBBBBAAIEsFGjVqlXwW6xXXnllWlf/xRdf6JxzztFxxx2nOXPmpDWXwQgggAACCCCAQFYLcPEIIBCsqBRliCYIhXUriwtLTEqOSY/M14Q+c+WWH9z5uoV1OPmGPTXhvjma+uj8Ff6MXXis4s5p++QfYemrxd6L7SdyU2DMmDHF3ljjxo2L3c9OBBBAAAEEEMg+gREjRqh+/foaNGhQ7Iu3v3AwatQo1atXL/YcBuaQALeCAAIZIUCiU0a8DFwEAggggAACmSVgS+3efvvtGj16tGrUqJHWxdmKULVr19add96Z1jwGI4BA7gpwZwgggAACCCCQ2wLRJCG702g7rFsZjTAJKVra/mh7ymNva8J99mfpgrWb7NA+Eqs5Ffha0Osr/hkkJ03oPfc/yU7JxwyPb/3RsMNZ20qLaL2otvURuSOwYMEC2WoOqe5o3XXXVZUqVVLtph8BBBBAoFCAAoFsEujRo4eaN2+ujz76KPZl33jjjerbt6922GGH2HMYiAACCCBQ8gIkOpW8KUdEAAEEEEAgHYGMHtugQQNNnDhR3bp10//+97/Y1/rTTz/piiuukP3G6+TJk2PPYyACCCCAAAIIIIAAAghkl0BxCUHhPitXFmECUlhOefxtjb9vnsdwcs6Hr8klNs5XLOTLwqecc7LHRD/ndT83PE5Yruz8tt/mh2Vyvai29RG5IWB/tu73339PeTP2C0C77rpryv0xdzAMAQQQQAABBDJA4Mcff9Tpp5+ujh07xr6a8uXLa8CAAbruuutiz2EgAggggEDpCZDoVHq2HLlEBDgIAggggEAmCHTu3FkTJkxQs2bN0rqcl19+WbVq1VLXrl21ZMkS8UAAAQQQQAABBBBAoGgBerNRIJoUZNcfbVs9ToSJSNHytSfe0fje86SCYK0mX9gqTv4M1pTVE+EHhM9gTKJRoAn3ztHrT7y9Sn/GLrxmf7bgae2gUrhJbhd2U2SxgCU42crExb22rVq10mabbZbFd8mlI4AAAggggIAJ2C/lNmzYUE888YQ1Y0WTJk00cuRIHXvssbHGMwgBBFYmwH4EVl+ARKfVN+QICCCAAAII5IVAtWrVNHz4cN19993aaqutYt+z/cDCVoSy1aFGjRoVex4DEUAAAQQiAlQRQAABBBDIMIHkpJBo2+oWdslWFhX23wlFxetPvafx981PrNBUuEqTc07ODla4cb5lIV8WPuWck+TDnr4+qfdcTX/qnSKTney8RV2T9ck/rLTw1eAZrVtHctv6iOwV+Pzzz2UrOqW6A1vd2FYrTrWffgQQQAABBEpUgIOVmsBDDz0U/FLujBkzYp/D/mqBJTlVqFAh9hwGIoAAAgiUvgCJTqVvzBkQQAABBBDIKYFLLrlEkyZNUps2bdK6r6lTp6pp06a67LLL9O2336Y1d2WD2Y8AAggggAACCCCAAAJlJ5Cc6BNtW93CrsbKoiJMNIqWVn/tqXc17t55SizkVBAs0LT8OEElsUms5+T3yyIxzM5je63L6naMib1WTHayfjtPtLR6cthxwj6rW1jbyjCS22E/ZfYJzJo1S4sXL0554XvssYd23333lPvZUbYCnA0BBBBAAIF0Bez//9n3tM8555wgCT7OfPtF38cee0w9evSIM5wxCCCAAAJlLECiUxmDczoE1oAAp0QAAQRKXGDfffdVv3799Oijj2q33XZL6/i2IlS9evX0/PPPpzWPwQgggAACCCCAAAIIIFCsQJnsTE7wibaT69ZODvtBk/VZGY1pz7yvCb3fkgtWZPK34iv+KetwzsnJPwo3BzbZQxZK9AZb54KdvsvJOQtJTrJkpxnPvhf8UCt6vvAarCwqVPiwfYVVRevWl9y2PiL7BOwXeYq76urVqxe3m30IIIAAAgggkMEC8+bNU6NGjdSzZ8/YV3nEEUdoxIgROv3002PPYSACCCBQxgJ5fzoSnfL+LQAAAggggAACqy5wxhlnaMqUKTrrrLOUzmP+/PnBilBnnnmmPv7443SmMhYBBBBAAIFVFGAaAggggMDqCiQn9kTbYd3KVGGJRrbPyjD+/vtvTXv2fY3tNU/BSk0Fkq3GZOMsrGGl7/Y7pAMal1fb3g2C2N/X/SR7+mF+RGJiULeq7bBjTrhntizZyc4VntdKO25YWr2oMDPrt9IiWi+qbX1E9gj88MMPwYrFqa54vfXWU8OGDVPtph8BBBBAAAEEMlIgcVH2i7Z16tTRmDFjEh0xtvZ97pdeekmHHXZYjNEMQQABBBBYUwIkOq0pec6LAAIIIIBAjgjsuOOOsr9v/sILL+jAAw9M665sRai6devqkUceSWseg0tBgEMigAACCCCAAAIIIFCMQHEJPuE+K1NFmFBkZTSm9/1A43rNl3N2cr+xZxDBxjqDfb6lAxrvrpN7N/RtF4TV9/d9zo9yzm+DCBp+v5WS8//k+yfcM0dv9k1/ZSe7H/lHWPpqkEhlZRjRfWEfZXYI2C/ufPLJJykvdr/99lPVqlVT7mcHAlkpwEUjgAACeSDQtWvX4Bdtv//++1h3u+6668r+EoF9n3uTTTaJNYdBCCCAAAJrToBEpzVnz5kRQCCLBLhUBBBYucBxxx2nqVOn6rLLLlv54MiIzz77LFgR6oQTTtCcOXMie6gigAACCCCAAAIIIIBAJggkJ/JE22HdylRhiU22z8poTO/3QbCSU7BUU4Hdqd/YM4hgY52y1ZkqNiyvtvc2kFvLBX22sXrb3g1l++z41merONkEmxPUbVPYmGjJTv2KT3ay4xQVdmzrt9IiWi+qbX1E5gvYig2LFy9OeaG2mkO5cuVS7mcHAggggAACCGSWwOeff7vknRMAABAASURBVK7WrVurW7dusS9s//331/Dhw3XJJZfEnsNABBBAAIE1K1ASiU5r9g44OwIIIIAAAghkjMBGG22kO++8U6NGjVL16tXTui5bEcqWEr7rrrvSmsdgBBBAAAEEECgzAU6EAAJ5KFBcQk+4z8pUYYlNts/KaLzx3Ica13O+nP8nC2c1F1blnNV9yGn/huV1yn0NtNba1tYKD+tre19D7d9o90S/n+eck39KTv7h5JwPOcmXE++eo5nPva/otVg9vEYrU4X8w/b5InhG69aR3LY+InMF7HUfN25csRdYr169YvezEwEEEEAAAQQyR8ASmO1/uwcMGBD7oo477rjge9n8qdr/kNGBAAIIZLQAiU4Z/fJwcQgggAACCGSnQOPGjTV58mRdf/31WnvttWPfxI8//qjLL79cTZo0kf0JgdgTGYhARghwEQgggAACCCCAQG4JJCfuRNth3cpUYYkkts/KaLzx/Id69Z55ttaSbH+Br4Wlr/o++Uis6FSxQTmd3NuSnFJ/G3OttdfSSb0bar/6u9nEYG7hIk7+cP7ovuG3iX7/Ek24azbJTt4h359fffWVPvzww5QM66yzjqpUqZJyPzsQQCCfBbh3BBDINAH75Vn7nnJx/9uefM32vWv75dudd945eRdtBBBAAIEMF0j9HYIMv3AuDwEEEEAgywS43LwU6Nq1qyZMmCBLfEoHwH77pnbt2rrhhhu0dOlS8UAAAQQQQAABBBBAAIGyFbDEo+gZo+2wbmWqsMQm22dlNN544UO9eve84NDOts4p+OeChnxDvsuHCxKXTundUGuvs/JvYdqYtvc10r71dwvm2jHkj+mCjZN86YJQ8LBkp9kvfsDKToFGCW+y5HCvvPKKli1blvJqLcmJH3ym5GEHAggggAACGSHw888/q3379sEvz8a9IPuztJbgZN+7jjuHcQgggAACmSWw8u8SZNb15uzVcGMIIIAAAgjkqoD9CTv7U3b2J+222GKL2Lf5119/6frrr1eDBg1kiU+xJzIQAQQQQAABBBDIYAEuDYFsELAEpeh1Rtth3cpUYYlNts/KaMx44SONuSuR5GTHL7CNbOvDP2V1Xxb42LfOrjr53gZae9343760sW17N1SFuuVkx7DDhccMykRHcFZrj+8xS3NIdir0yK9iyZIlGjNmTMqbds6pWbNmaa1QnPJg7EAAAQQQQACBUhF47bXXZH9y7rHHHot9fBs/YsQI2Z+siz2JgQisogDTEECg9ATif6eg9K6BIyOAAAIIIIBAHghcdtllmjhxYtr/EWl/ws6WHbY/afftt9/mgRS3iEBeC3DzCCCAAAIIILCGBSxBKXoJ0XZYtzJVWGKT7bMyGjNe/Ehj7p5XuKaSC05hW+d7ZOGs5sNJ+9XdVaf0bqB111tb6T7WWW+d4M/YWbKTHVZ+4w9tW1/1B1fi4XyP1cb1mCVWdjKJ/IoPPvggWH041V3bL+k0b9481W76EUAAAQRWX4AjILBaAo888ohq1Kih6dOnxz7OpZdeGvxCbcWKFWPPYSACCCCAQGYKkOiUma8LV4UAAggggEARAtnftf/++8uWBX7ooYe06667pnVDd911l+rXr68XX3wxrXkMRgABBBBAAAEEEEAAgXgClqAUHRlth3UrU4UlNtk+K6PxZv+P9cqdc2X7CpT4Z+cp8JvlfQWJ/gq1d9Up9zbQuuuv4/eu2tPmtu3dSPvULpc4W+GxE+dKHDNxNr/1+8b3mKk5/fkzdgmZ/NjaChBffvllypstX768KlWqlHJ/6e/gDAgggAACCCCQSsB+ofass87S33//nWrICv2WwPzwww/Lvr/snFthHw0EEEAAgewUINEpO183rrooAfoQQAABBLJGwP5DdPLkyWrfvn1a1zxv3jwdf/zxOvvss/Xxxx+nNZfBCCCAAAIIIIAAAjkiwG2UioAlAUUPHG2HdStThSU22T4rozGj/0cafedcf2gn53wENb/xT+fDd8rZPyftW6swyWmDVU9yskNarOuPcVLvRqpQu5zkz+s3csE/FT4SrWCX7x93+0zNGUCyUyFOzhfjxo0r9h4PP/zwYvezEwEEEEAAAQTKXuDtt99W48aNdffdd8c+ebVq1TR8+HCdeeaZsecwEAEEMkiAS0EghQCJTilg6EYAAQQQQACB0hXYZZddZEsM9+vXT+kuF2y/gVOvXj09+uijpXuRHB0BBBDIQgEuGQEEEEAAgXQFLEEpOifaDutWpgpLbLJ9VkbjzQEfa/Qd8yRbuslvbExQLTxZom7bAu1Tcxed0ru+/rfh6ic5FR4+ONZJ9zXS3jVtNdnEeWyb2F/gr8hfWtDhN/45rvtMzSXZKcGTw1t7j06dOjXlHTrnZD9ETTmAHQgggAACCGSIQD5dhq3yX6tWLb388suxb/uMM87QqFGjdMQRR8Sew0AEEEAAgewQINEpO14nrhIBBBBAAIGcFWjTpo3sm8yXXHJJWvf46aefBr+JY/Pnzp0bdy7jEEAAAQQQQAABBBBAICJgyUeRZvDn5cJ2uM/KVGFJI7bPymjMHPRJkOTknD+ahZyc8+GbkpM9bOt8fe8au+jU3g30vw3Xte4SDTumJTvtVWNXafn55R92ZvkuJ8lH4ilLdpo/+CNF78Xq4T1amSrkH7bPF8EzWreO5Lb1EWUvMH/+fC1atCjliffcc0/tt99+KfezI2sEuFAEEEAAgRwRuOGGG4JV/r/77rtYd7T22mvrjjvuCH5JdvPNN481h0EIIIAAAtklQKJTdr1eXC0CpSzA4RFAAIE1I7DpppsGSw6PGDFC1apVS+sinn/+edWpU0f33HNPWvMYjAACCCCAAAIIIIBA/gok7jw58SbaDutWpopoApDVw5g5+BO91H1OkDRVUODPZaGCRNs35etWWPde1XfSqffW13oblXySk53Dwo590n0NtWf1nQvPbL3+enzL7i24Hn8xdq3WfvXmN0SykxnlZgwYMEB//PFHypurW7euypUrl3I/OxBAAAEEEECgbAQWLFigE044Qddff33sE1qy8rBhw3T55ZfHnsNABBBAILcFcvPuSHTKzdeVu0IAAQQQQCArBZo2barXXntNnTt3lnMu9j388MMPuvTSS9WsWbNgdajYExmIAAIIIIBAUQL0IYAAAnkgYAk90duMtsO6lanCkppsn5XRmDXkU73Ufa7k/++8c86KoG4b5wrbSjz2tiSn3vW1/ib/S3SU4nb9TdbTSfc10l5H7lJ4FrsWH86afmPPIIKNXr1lht4awspOppNL8dNPP2nQoEHF3tJRRx2ltdbi2+bFIrETAQQQQACBUhYYPXq06tWrpxdeeCH2mY499liNHDlSTZo0iT1HjEQAAQQQyEoB/ostK182LhoBBBBAAIHcFujWrZsmTJighg0bpnWj9h+ytWvXls1funRpWnMZHF+AkQgggAACCCCAAALZLWAJStE7iLbDupWpwhKbbJ+V0Zg19FONvHW2FCyNZEWBCuxEhZvCbuvRXkckVnLaYNP1gnZZbNb35zqxdyPtUX1nf7rgooJL9VcaPn3b9/unr2jMTW/oraEkO3msnHm+9957sj9dl+qGbLXhI488MtVu+hHIOwFuGAEEEFgTArZyf6NGjfT+++/HPn3nzp1lqzayKmNsMgYigAACWS1AolNWv3xcPAIIZKAAl4QAAiUkUKNGDb388su6/fbbZd9sjnvYZcuWqWvXrkGSlM2PO49xCCCAAAIIIIAAAgjkg4AlKEXvM9oO61amCktssn1WRmP20M806tY5cs7Jb4JwzgVVOfmHk2/Kb/9Nctqs7JKc/AUEzw38OU/q3Vh7HJFY2ck55/t9JJ5ybnklqL964xt6e9jHit6r1QsKCoI+s0gV/sCyfVZaROtFta2PKF0BW0E4+XWInvHggw9O678/o3OpI4AAAggggMDqCSxevFhnn312sHJ/3CPtvPPO6tevX/CLr3HnMA4BBBBAIPsFyjjRKfvBuAMEEEAAAQQQKFuBK6+8UpMmTVKrVq3SOvHkyZPVuHFj2fxFixalNZfBCCCAAAIIILC6AsxHAIFMFEhO8Ii2w7qVqSKa4GP1MGYP+0wjbpkdrN5kcxUs3VTgCwsvYSsk+b22b49qO+jUe+trw83LPsnJX0nw3MCf21Z22v3wnYJrDJdzSly2v9hEJdjnWxrTbTrJToFc9m+mTp1a7E3YL9wUO4CdCCCAAAIIIFAqAtOmTVODBg308MMPxz5+/fr1NWLECLVp0yb2HAaWhgDHRAABBMpegESnsjfnjAgggAACCCCQpsCBBx6o/v3764EHHtBOO+2U1uw77rgj+I9km5/WRAYjUJoCHBsBBBBAAAEEEChjAUsyip4y2g7rVqYKS2qyfVZGY87wz4MkJy1fCMkqFpJzTk7+UbjZ47Ad1a73mk1y8lcTPDfcYn2deF9j7V7N/vvCX6A9gwg2foyTcz58zZ5BstPwj4NVnKL3H5pYmSpsvu2z0iJaL6ptfUTJC3z00UeaNWtWygNvtdVWqlmzZsr97EAAAQRWSYBJCCCwUoHHH39cRx55pCzZaaWDCwdcdNFFGjVqlOz7xoVdFAgggAACeSRAolMevdjcKgIIIJAtAlwnAqkEzjnnHE2ZMkWnnXZaqiFF9s+ZM0fHHXecbP4nn3xS5Bg6EUAAAQQQQAABBBDIVYHiEmvCfVamCkvssX1WRmPOiM817ObCxJGCYF2kYBUkvwkaNsd3B/Xdq26vdvfW00ZbrJ8xzJbs1Oa+Rtqt6g7BNdq12jUH11+4ApX1JS64QGNumK53RnxCslMCpES2ZXmQV155RZ9//nnKUx566KGqUqVKyv3sQAABBBBAAIGSF7jiiit0xhln6K+//op18M022yz4ZdiePXtqnXXWiTWHQQgggAACuSdAolP2vaZcMQIIIIAAAnktUK5cOdlv+Tz77LPad99907J46KGHVK9ePT322GNpzWMwAggggAACCCCwBgQ4JQIlIhAk7kSOFG2HdStThSU22T4rozFnxGcaftNsueDYfpt4yjmrJMI559vS7lUsyam+Nt5qg2B0Jm023mrDYGWn3aruKOcvzDm/LQznXNAXbnxTY66fpndHkuzkqbLuOXLkSP35558pr7t27drafPPNU+5nBwIIIIAAAgiUnMC7776rJk2a6M4774x90KpVq2rYsGHBL7PGnsRABLJDgKtEAIE0BUh0ShOM4QgggAACCCCQGQInnXSSpk6dqg4dOqR1QbaiU/v27WXz586dm9ZcBiOAQCYJcC0IIIAAAgggsDIBS1CKjom2w7qVqcISm2yfldGYM/JzDbtptq15lFj8yNcKn75dIL8JwuaWP9SSnOppk60zL8kptNl46w3V5r7GKld5B3/pK16/b/l7sZEFwT6/1StdX9e7o0h2MpVsiT/++EOvvfZasZdriU7FDmAnAggggMAaEuC0uSYwcODflKj3AAAQAElEQVRA1axZUy+99FLsWzv11FNlScs1atSIPYeBCCCAAAK5K0CiU+6+ttwZAggggEA+C+TJvdtv2/bq1UtDhw6V/UZPOrfdr1+/YHUnW+Y4nXmMRQABBBBAAAEEEEAgGwQsySh6ndF2WLcyVVhik+2zMhpzR32uYTfO9oe21Y58OF+1py/9U875bRDS7pULk5y22dBGZHRs4q+xzX1NVK7yjvI3EYRzTk7+UbhxvuV8U758pcvreu+lT/kzdsqOx7x58/T999+nvNitt95aFSpUUFY+uGgEEEAAAQSySODGG29Uq1attGjRolhX7ZxT9+7d9eSTT2qrrbaKNYdBCCCAAAK5L0CiU+6/xtxhEQJ0IYAAAgjklkCLFi30+uuv65prrknrxr777jtdcsklat68ebA6VFqTGYwAAggggAACCCCQ8QL5eoGWoBS992g7rFuZKiyxyfZZGY25L32hod0sycmObmsd2fpGVk9E0FPgtz52O3hbtbu3njbdNvOTnBJXL23ir/XE+xprl4O3l/w9mIG/G19PjLC6RdgxuvNrJDslaDJ6a6+jrQBhZaoLbdCggbbYYotUu+lHAAEEEEAAgdUUWLhwoU488UR16dIl9pEsCdl+wbVjx46x5zAQAQTyV4A7zy8BEp3y6/XmbhFAAAEEEMhZAeecbr75Zo0fPz5YqSmdGx0xYoTq1Kkj+42i33//XTwQQACBPBHgNhFAAAEEclAgOZkj2g7rVqYKS2yyfVZGY94KSU6S8/8SWycF9cTWOafdDt5O7e6tn1VJTip8bLLdRsGfsdvlkO3lnJOz/mAj+aac/+drsofzm1c6v6b3R7Oyk6fI2KetGDFu3LiU17fOOuvIfnkm5QB2IIAAAgggkP0Ca/QOXn311eB7r88991zs62jZsqXse7b2C6qxJzEQAQQQQCBvBEh0ypuXmhtFAAEEEEAgPwRq1aqlMWPG6LbbbtPGG28c+6b//PPP4DeKGjVqpNGjR0uKPZWBCCCAAAIIIIAAAghkhIAlKEUvJNoO61amCktssn1WRmPey19o8A2zZPsSKxrZmka2mpOPAuvxkXhq10rbqN29dbX59htFLyWr6pvtsLHa9G6snSttJ39bdrP++hP36re+z/cmnoHJy9dMFclOnihDn/Zn66ZMmZLy6rbbbjvVr18/5X525IMA94gAAgggUFoCvXr1Cv539r333ot9Clu1f/Dgwdp9991jz2EgAggggEB+CZDolF+vN3eLQMkJcCQEEEAgwwWuuuoqTZo0SUcffXRaVzpx4kRZspMtiWx/2i6tyQxGAAEEEEAAAQQQQGANCVgSUvTU0XZYtzJVWGKT7bMyGvNGL9DgGxJ/rs45F6xnlDiP1X24RMt2lKu0jU67t54232Hjws7sLTbbcROd0Kexdj5ou8KbcP4WLRSUfmNP3/B93mX0ta/pwzGfK2pn9dDUylQh/7B9vgie0bp1JLetj4gvYElOy5YtSzlhzz331DbbbJNyPzsQQAABBBBAIH2BJUuW6Nxzz9XFF18ce/KOO+6oZ555Jli1P/YkBiKAAAIIlJxAFh2JRKcserG4VAQQQAABBBBIT+Cggw7SoEGDdN9992mHHXZIa3KPHj3UoEEDDRgwIK15DEYAAQQQyC8B7hYBBBDIBIHkRJhoO6xbmSqiCTlWD+OtMV9qcNeZUrBqk79TXxb4IvFcvrZR0Nz1gG10Wq962mLH7E9yCm7IbzbfcRO1ua+JdqpkyU52v57C96+w9SaJrgK9fPUUfTDmM4V+YWnuVrcyVdgxbJ+VFtF6UW3rI+IJ2J/LKW4kqzkVp8M+BBBAAAEE0hd44403VK9ePT344IOxJ9epU0fDhw9X27ZtY88p64GcDwEEEEAgcwRIdMqc14IrQQABBBBAAIFSEjj//PNlv8V7yimnpHWG2bNnq3Xr1sFvH33yySdpzWVwIMAGAQQQQAABBBBAoJQFikuICfdZmSrCBBwro/HWq19pYJeZkkusWOS3ibrCh/VYSEGS0731tMVOuZPkFN7l5jtZslNj7XTgdkahxB27YLdtnbOtbxaWr1wzVR++SrKTF8mIp63SO3fu3JTXsvHGGwc/iE05gB0IIBBXgHEIIIBAIPDkk0+qevXqev3114N2nI1973bUqFE6+OCD4wxnDAIIIIAAAiLRiTcBAgggsMYEODECCJSlQPny5fXUU08Fsffee6d1avvtI1vd6YknnkhrHoMRQAABBBBAAAEEEChNAUteih4/2g7rVqYKS2yyfVZG4+2xX2nAdW8GCxfZ/iBUoEQZntG3fd9OFbfSaffW1ZY7516SU3inm++8qU64r4l2qLiNv2Nb08oi4Ck08RYFifjnnwKNtmSnsdE/Y/dPsMqT+f3zzz+JOYXjrS8adk5rW2kRrRfVtj4itcCECRO0ePHilAMOPfRQpfvfhykPxg4EEEAAAQTyXOCqq67SaaedpuL+ZGyUyBKObSV+i/XWWy+6izoCCCCAAALFCmRuolOxl81OBBBAAAEEEEBg1QRsVafXXntNF1xwQVoH+Oijj3T66acHyyfPmzcvrbkMRgABBBBAAIFiBNiFAAKrJFBcAky4z8pUESbcWBmNt8Z+qQGdZypYoMhJzv+TbzjJF05O4cNp5/221un31tOWO28SduZsucUu/yY7qVAhsAhsnJxzvttCKvinQLay00fjSHbSGnz8/fffGjBggKxMdRlNmjTRVlttlWo3/QgggAACCCAQQ+D9999Xs2bNdPvtt8cYnRhiycbDhg2TreaU6GGbFwLcJAIIIFBCAiQ6lRAkh0EAAQQQQACB7BHYcsst1bt3bw0aNEj2H9XpXHnfvn2DP23Qq1evdKYxFoFVFmAiAggggAACCCCQLGDJS9G+aDusW5kqLLHJ9lkZjbfHfaWBnWfJ9hUU+DNYyG98w2/ld/jOxHOnfbcMVnLaetdNEx15sN2y3GbByk7b77d1cLcrmHgjD5R4+h3//PVPsLITyU4B1RrZfPvtt3r55ZdTnts5J0t0SjmAHQgggEAZC3A6BLJRYPDgwapZs6ZGjhwZ+/Lbtm0bjK9du7Z4IIAAAgggsCoCJDqtihpzEEAAAQQyRYDrQGC1BI4++mhNmzZNnTp1Sus4ixYt0sUXX6wWLVrIVodKazKDEUAAAQQQQAABBBBYDQFLQopOj7bDupWpwhKbbJ+V0QiSnLrMku1z8v+cP0sQTs4lwld8p2RJTraS0zbl8ifJKbhxv9lqt811Qp8m2n7fbeR82znbBhXf9nV7+vANJZKdpujj8V8Ef7ou6m3O1rYyVfijBq+HlRY2zsowktthf46Wad/Wm2++qR9++CHlvO2220777rtvyv3sQAABBBBAAIHiBW655RYdc8wx+uabb4ofGNlrc5555hltu+22kV6qCCCAAAIIpCdAolN6Xlk2mstFAAEEEEAAgZUJrL322rr11ls1duxYpftbRMOHD1fdunV18803648//hAPBBBAAAEEEEBgzQhw1nwRSE5sibbDupWpIkyssTIa74z/SgO7zNI/f/9TuCJRgZYvUOQr0ePtuM+WOq1XXW2zW/4lOYXvszDZabsKW3sns/o3ChfACvr9Rv8s+0ejr56sTyYuINkpBCyjcsKECcWeqUqVKlp33XWLHcNOBBBAAAEEEPivgCU22apM11577X93pujZe++9Zas/XX311SlG0I0AAvEEGIUAAiZAopMpEAgggAACCCCQ9wJ16tTRuHHjgqSlDTbYILbH77//ruuuu06NGjXS6NGjY89jIAIIlKEAp0IAAQQQQCAHBCzZKHob0XZYtzJVWGKT7bMyGu9MWKiBXWbrn78L/OGdbCUii2ChoqBpGx+SdtpnS51+b11tW34z38rv51blN9fxtrJThW3knAvCbyTnnxZhxZf/LCsIkp0+nUSyk8rosWzZMs2YMaPYszVo0KDY/exEAAEEEMhCAS651AXs+6f2y6J9+/aNfS5bFd9+YbRly5ax5zAQAQQQQACB4gRIdCpOh30IIIAAAgjkgQC3uKLANddco8mTJ+uoo45accdKWvbbwpbsdNVVV+m7775byWh2I4AAAggggAACCCAQX8ASlKKjo+2wbmWqsMQm22elRVh/d+JC9e88U3/99Y8K/L/Eck7+TAW+5iPosk1BgXbYa3OdZklOu5Pk5IWC59a7bxEkO22z15b/gnk3z2Vqvs+GmWyB/vrj70Sy0+REslP4GkRfD+tLFcGR7MBW8WHjfLH8mdxeviNPK/Ynxt96662Ud7/XXnsFq/OmHJCjO7gtBBBAAAEEVkfgvvvuC/7389133419mI4dO2ro0KGy/+2NPYmBCCCAAAIIrESARKeVALE77wUAQAABBBDIQ4FDDjlEQ4YMUa9evbTtttumJXD77berYcOGGjhwYFrzGIwAAggggAACCCCwRgUy9uTJCSzRdli3MlVEE2msHsa7k75W/86z9M9fBXL+7l3h1grnfMsFnZKvb7/XFjr93nrajiQnJT+23mMLndCnqbbZeys5/y94Osmz+Y38w/m6D1+zZKdXrp6iz6Z8yZ+x8x6l+Rw5cqQWLVqU8hTVqlXTPvvsk3I/OxBAAAEEEEDgXwFb0f7888/XhRde+G/nSmrbb7+9nnzySXXv3n0lI9mNAAIIlLkAJ8wBARKdcuBF5BYQQAABBBBAoHQEOnTooKlTp6pt27ZpnWDWrFlq1aqV7BsAn376aVpzGYwAAghkpgBXhQACCCCwJgQseSl63mg7rFuZKiypyfZZaWF1i3cnJVZy+nvZP8GqQwX+JNYfNqweLB7kd1hy0+m96mj7PTf3o3gWJWArOh1/XxNtvecWCULvZoYqRLS67wr2LVu6TKM7TdYnk77wuwuCsNfGwsaFpdWLCju/9VtpEa0X1ba+fAszeeWVV4q97fr162udddYpdgw7EUAAAQQQyE+BFe965syZqlevnu6///4VdxTTqlWrloYNG6ZTTz21mFHsQgABBBBAYNUFSHRadTtmIoAAAggggEAeCOyxxx565pln9MQTT8jqRd5yik77BkCDBg2C315KMYRuBBBAAAEEEEAAAQSKFLBkjeiOaDusW5kqwoQZK6Px7uSFwUpOf//5T+LwTvJPORdsg4ZVLbbbY3OdcW9d7bDXFuJRvMC2e2+l4+9rqm323NJbSs7/kyHK13zpFD6c/lr6l8ZcM0WfFv4Zu+jrY6+nta1MFXYk22elRbReVNv68il+/PFHFfdn65xzOvzww/OJhHstSQGOhQACCOSRwNNPP60jjjgi+EXQuLd9zjnnyFZWrFy5ctwpjEMAAQQQQCBtARKd0iZjAgIIpCvAeAQQQCAXBNq1a6fXX39d5557blq38+GHH+q0007TySefrPnz56c1l8EIIIAAAggggAAC+SlQXOJKuM/KVBEmylhpEY57b/LX6n/dLC37428FKwwV8lq9bLUSvAAAEABJREFUIOjxtcRT25bfTLaS0w57x09yKjxc3hbb7rOVjruvibbavdDMW8q7Bv7LVRLSfy5ZpjHXTNZnU78MVnWyMfZaWYR1K1OFHc72WWkRrRfVtr58Cfvvtj/++CPl7e65557aaaedUu5nBwIIIIAAAghIV199dbAiU3H/mxp12nDDDdWrVy898MADsnp0H3UEEEAAgdwTWNN3RKLTmn4FOD8CCCCAAAIIZI3A1ltvHSzTPGDAAB188MFpXfezzz4bLPPcu3fvtOYxGAEEEEAgZwS4EQQQQCCWQHEJK+E+K1NFNFEmWn9vytfq38WSnP6Rc072T34r/3BBJLbWtV35zXRGr7racZ/ChB2/n2c8ge0qbK3j+zRNJDsZqQd1zvmtn+98+JoVzpd//vaXXrl6sj5/7UtFX6toPdXrbP12tLBMrhfVtr5cj7/++kujRo0q9jabNWvGD2CLFWInAggggEA+C3z00Udq3ry5brvtttgM9n3SoUOHqkOHDrHn5PhAbg8BBBBAoJQFSHQqZWAOjwACCCCAAAK5J3Dsscdq2rRpuvLKK9O6uW+//Tb4D/6WLVvqtddeS2tu7g/mDhFAAAEEEEAAAQSiSSumEW2HdStTRTRBJlq3JKcXO8/Sn0v/9octSKwgJFtuyEeBb1uvL231oa133SRYyWnHCiQ5eZZVeobJTluW28zP977e1ksbb6Lt7e01tI4/F/+ZSHZ6nWQnj7Paz08++URjx45NeRxbYaJ169Yp97MDAQTKQoBzIIBApgpYstKRRx6pESNGxL7ENm3aBOPr1asXew4DEUAAAQQQWF2BtVb3AMxHAAEEECgDAU6BAAIZJ7Duuuvq9ttv15gxY1SzZs20rs++aWD/8X/LLbco7vLPaZ2AwQgggAACCCCAAAJZJ5BIfPn3sqPtsG5lqogmNkXr77/2jQZcP0fLLMnJ2fGdEv+s7qNwtSHnnLbedVO1v7eudqqwpd/Bc3UEttt3ax3Xp6m2LLf5it6FLeecP7wP/7RkpzFXT9YX077SP//8EySi2WtoYa93WFq9qPAHCuZYaWFjrAwjuR3252I5Z84cvf322ylvbdddd9Vhhx2Wcj87EEAAAQQQyFcBW8HJfjnz66+/jk3QrVs39evXTzvssEPsOQxEAAEEEECgJARyItGpJCA4BgIIIIAAAgggsCoClrA0YcIE3Xjjjfrf//4X+xBLly7Vtddeq8aNG+uVV16JPY+BCCCAAAII5LMA945ArgokJ6JE22HdypWFJcRY2DgrP3j9G/XvMlu//7pM/1lRKIJp+7baZWOd0auOdt5vq8geqqsjsEPFbYNkp8133TThHxysIKiHW2uY/+8//6lXOk3SgukLi/wzdvaaFhd2aNtvZVFR3L6ixmdr3+uvv17spR900EFaZ511ih3DTgQQQAABBPJJYNGiRTrllFN09dVXx77tPfbYQwMGDFDnzp1jz2EgAukKMB4BBBAoToBEp+J02IcAAggggAACCMQUuO666zRlyhQ1a9Ys5ozEsPHjx6thw4bBNxO+//77RCdbBFZNgFkIIIAAAgggkIUCyQko0XZYt7K4sKSmMGyc1T+cvkgvWpLTb8vknPPhcZwPueX/5Gvyj6132UTte9XVLhVJcvIcJfrcYf9tdXyfZtpil82U4DZ/qzrJOnzhn/Ivkf74xZKdJurLN/6b7GSvqb22xYX8w/b7YoUVnqxtEe6zei6G3d/KfomkUaNGuXjr3BMCCOSfAHeMQIkI2C9v1qpVS88880zs49n3PocPH65jjz029hwGIoAAAgggUNICJDqVtCjHQwABBBDIUAEuC4HSF6hcubLsP/Tvuecebb311mmd0JaHtm+6Dxo0KK15DEYAAQQQQAABBBDIXgFLzIhefbQd1q0sLiwBJgwbZ/WP3likF66bqd8XL1OwYlBBgfwzqNvGt3y3rSNUoC132lhn9KytXfYnySn6WpRkfYcDtk2s7LTTpv6whfrhC+JfBqvaa+dfFP3+0x8a3WmiFpRSspO/gJx92p+s++ijjyQVfYvlypXjz9YVTUMvAggggEAeCtx///2qXbu23nnnndh3f/nllwff+6xQoULsOQxEAAEEEECgNARIdCoN1Ww8JteMAAIIIIAAAiUmcPHFF2vq1Klq06ZNWsd88803g9+GuuCCC/TZZ5+lNZfBCCCAAAIIIIBALAEGZYxAkNgSuZpoO6xbWVxYUpNFOMbqH834Ti9cN0u///qXgmWCpKCwVYNUuHG+4iRtudMman9vHe16QHpJ+n4qzzQFdjxwOx3Xp5k232mzQN85ewV82DMI2/iD+v4/fvpTY66epK/e/Hr5n7Gz19heXwurFxf+KLL90dLqFmG/1XMtRowYoSVLlqS8rRo1ami33XZLuZ8dCCCAAAII5IPAn3/+qQ4dOuj888+PfbvbbrutHnvsMd1xxx2x5zAQAQQyQIBLQCCHBUh0yuEXl1tDAAEEEEAAgTUnsNdee6lfv3569NFHVb58+bQupE+fPmrQoIGeeuqptOYxGAEEVl+AIyCAAAIIIFAWAsnJJtF2WLeyuLCEl+T4eMZ3ev66mVoSrORUuFSQv6FgxSBf2opB4YpOm++wkdr3qq1yJDmZTJnEjpW2U+s+TbXpDhv7l8K/Pn5b+JS9RsFF+Iq97kt/+D2R7DQzkeyU/FrbmOLCjmX7o6XVLcJ+q+dKWILTCy+84B3Ntei7sj+1s8EGGxS9k14EEEAAgbwTyMcbnj17turWravevXvHvn1LFB46dKhOP/302HMYiAACCCCAQGkLkOhU2sIcHwEEEEAAgdwR4E5WQeCMM87Q66+/rrPPPjut2R988IHatWunU089VfPnz09rLoMRQAABBBBAAAEEMlcgOckk2g7rVoZhdxLWwzJMeom2P37zOz3feZZ+/2WZnE1yTs45yZ6+9M+gbpsttrckpzoqd+DW4lG2AjsdtL1a399Mm+2wiT+xvTiyl0jB6yP/8BXnXNBe8v3SINlp4axvYq3s5GcHiT7h+yJsR0urW9gYK3MlFixYoFmzZqW8nbXXXlu1atVKuZ8d/xGgAwEEEEAgxwT69u2rww8/XFOmTIl9Z2eeeaZsxcTDDjss9hwGIoAAAgggUBYCJDqVhTLnyBMBbhMBBBBAAIGiBWx55wcffFAvvviiDjzwwKIHpeh9+umng9Wd7rvvvhQj6EYAAQQQQAABBBAoW4FVP1tyckm0HdatDMPOZElNYdtKa1tE60GS03WztOTnPwsTXVRYFviKfwarBPmj+eZm220QrORU/qBtfAfPNSGw88E7qHWfZtpku438i+Of/nWx1zNY3Sl4rQr86+evzPf/tmiJXrlqghbOTiQ7Jb/2Ni8M2+dn+bk2PxFhO1pa3cLmWZkLMWHChCAZLNW9VKxYUTvssEOq3fQjgAACCCCQ0wLXXnut2rZtq99//z3Wfa6//vq6++679fDDD2uTTSw5O9Y0BiGAAAI5KMAtZaoAiU6Z+spwXQgggAACCCCQcwKtW7fW9OnTdfnll6d1b19//bUuvPBCHX300cHqUGlNZjACCCBQ1gKcDwEEEECgSIHkpJJoO6xbGYYdxBJXwraV1raI1j+e+Z1e6DI7SHKyObYUkHPyRbCRPYK2r2y+3YY6s1cdlT94W9/iuSYFdj5kB9nKTptsv7F/reTDXi9fykpnW2v40mnJd79rzFUTtXBO/GQn+Ye9Tyx8NUh+ipZWtwj3Wz2bY+LEicVefp06dYrdz04EEEAAAQRyUeCTTz5RixYtdMstt8S+vUqVKmnIkCG65JJLVj6HEQgggAACCKwhARKd1hA8p0UAAQQQQACB/BRYb731dMcdd2j06NGqXr16Wgj2TYZ69erptttu059//pnWXAYjgAACCCCAAAIIrDmB5GSSaDusWxmGXWmY0BT2WdvC2lZafDLrO73QebZ++/EPm5KIAtnCQH5jFR++t8AXm267gdr3rK3dDyHJyZNkxHOXQ3eUrey08bYbyV6jxEX5F8s3/Na/htYT1GQrO1my09dzvg1WLrLXP/pesHoY4b6wbWVwJH/caGl1i3C/1bMxFi5cqLlz56a89A022EC1a9dOuZ8dCJSWAMdFAAEE1qSA/ck5+97j8OHDY1/G8ccfLxvfsGHD2HMYiAACCCCAwJoQINFpTahzTgQQSCVAPwIIIJA3Ag0aNNDkyZN1/fXXa5111ol930uWLNHVV1+tJk2aaMyYMbHnMRABBBBAAAEEEEBgzQgkJ5FE22HdyjDsKpMTVaxtYWOstPhk9vd6ocsc/fajJcA7mxas/uM39pSCZZx8v39uts2GwUpOux+aMUlO4pEQ2KWyJTs11ybbbpTo8K+bcy54+eSsy8k35bdasmipxnSaoK/nxkt2stkW9r6xCOvR0uoW4X6rl1Y899xzuuKKK0r88PbfRR988EHK49rKFEcccUTK/exAAAEEEEAg1wRuv/12NW/eXJYMHPfeunbtqueff14777xz3CmMQwABBBBAII5AqYwh0alUWDkoAggggAACCCAQT8C+iTBlypQgcSnejMSosWPHypKlrrnmGv3www+JTrYIIIAAAjkiwG0ggECuCCQnj0TbYd3KMOy+LYkpbFtpbYto/dM53+v5zrO1+Ps/VFD4zxf+WSAV+J6gCDbaZMv11b5XLe1BkpPxZmTsUmVHterTTBtutUHh65d4Df0L6p9W92E1/9r++s0Sjblqgr6dv2ilKzvZe8bCbtpKi7AeLa1uEe63emlErVq1dOedd8o5p2222Ubt2rUrkdPYihVLly5NeayaNWtq221J8ksJxA4EEEAAgZwRsO8R2v++XnXVVbHvqXz58nrhhReCX8aMPYmBJSjAoRBAAAEEVkWARKdVUWMOAggggAACCCBQggJVq1bVyJEjg2/6b7HFFmkd+dZbb1WjRo00aNCgtOZl9WAuHgEEEEAAAQQQyAKB5KSRaDusW2kR3k6Y0GR9Fta2iNaDJKcuc/Tr93/IBROdL538RsHDOfmnD6dNttpAZ/aqrT0rbxfsYpO5ArtW3Umt+zTXhlttGLx2zi7Vb5ycryXC+brzrd+CZKeJ+mYlyU7he8feP36arLQI69HS6hbhfquXdOywww6y1ZXsuN99952eeuopOeeCaNq0qXWnHfYnvSdNmlTsPP78TrE87EQgswW4OgQQiC1gK8dbcq/972vcSY0bN9awYcN03HHHxZ3COAQQQAABBDJCgESnjHgZuAgEEECg5AQ4EgIIZK/AZZddptdee03HH398WjcxY8YMHXvsserQoYM+++yztOYyGAEEEEAAAQQQQKBsBcJEEist7OxWRpNSwnbYZ6XFZ3N/0HO2ktOi322aCpZvE7Wwaa2NNl9P7XvW0l5Vtw+62WS+QLlqOwcrO22wxfqJ19ZeyOWXbQ1b2SnRsXjhr3q100R9+1bxKzvZ+8beTxY202vZsk0AABAASURBVEqLsB4trW4R7rd6SYet6lTUMUeNGhUkPDnnVKVKFdnKt0WNS+779NNPi/2zPBtuuKH233//5Gm0EUAAAQQQyCmBBx98UDVq1NBbb70V+74uueSS4BcvK1asGHsOAxFAAAEEEMgUgXxLdMoUd64DAQQQQAABBBAoUmCfffbR888/r4ceeki77rprkWNSdfbu3TtY3enpp59ONYR+BBBAAAEE8kWA+0RgjQokJ4qE7WgZrUeTUazf2hbR+mfzftBzXWbr1+/+kJyTPWzr5Hw1Ec7XbdfGm6+ns3rV1t6HkeTkcbLqudvhu6jV/c214RYbyL+csoe9pvbaylecdfiw8tevflWQ7PR29iQ71a5d21998U/7RY5u3br523XabbfddP7556ecMG7cuGClqlQDDjvsMG211VapdtOPAAIIIIBAVgv8/fffuvjii3XuuefGvg/738WHH35Yd999d/C/tbEnMhCBzBXgyhBAIA8FSHTKwxedW0YAAQQQQACBzBc466yzNG3aNLVv3z6ti33vvfd06qmnql27dmn9FldaJ2FwDghwCwgggAACCCBQWgKWnBQ9dtiOltF6mNBkfRbWtojWv3jrRz3fZY5++fb3wpV+bHUfBXUbZ+v8hOWGm/1PZ/aspb2rkeQUfR2yqR4mO62/ma3s5F/dAh/+1Q5e48RLHyT3WPWXBYsLk52+k71vLGyclRZWt4jWzcL6LMJ6tLS6Rbjf6iUVqVZ0SnV8W7H2/vvvD34Qa6szRf+0zuLFi2UrQaWa65wL/hTPOuusk2oI/QgggEAeCHCLuSowd+5cWQJxr169Yt/iEUccoaFDh+rMM8+MPYeBCCCAAAIIZKIAiU6Z+KpwTQgggAACa1aAsyOQIQLbb7+9HnnkkWCFp3T/3MJTTz2lBg0aqE+fPhlyN1wGAggggAACCCCQ+wLJiSFhO1pG69HkE+u3tkW0/sXbP+m5znP08ze/B8keLsIY1J1T8M9JG276v2Alp30O3yEyimo2Cux2xC5qfX9zrb/p+v7y/YubeJXlX27f9k9fCXp9uXjBrxp79UQteifzk5223HJLVa1a1d9A+s+lS5eqf//+3sAFYUlTEydOTHmgLbbYQi1atEi5P9jBBgEEEEAAgSwUeO6551StWjVNnjw59tWfccYZGjFihCzZKfYkBiKAAAIIIJChAiQ6ZegLk8mXxbUhgAACCCCAQNkKHH/88Zo+fbouueSStE68cOFCXXDBBTr22GOD1aHSmsxgBBBAAAEEEMh7AQDSE7DkpOiMsB0to/Uwocn6LKxtEa1/8faPeq7zbP309VJ/6ILlq/j4RvC0FX0K13XS+huvG6zkRJJTQJMTm92q7xr8Gbv1Nvmfvx97tf17wNfCZ9BTEGz1y+e/aGynifruve8zfmUnS1AK72F1ylmzZunHH39MeYgKFSpo5513TrmfHQgggAACCGSjQJcuXXTiiSfKEoDjXP///vc/9ejRQ48++qg233zzOFMYgwACeSjALSOQbQIkOmXbK8b1IoAAAggggEBeCmywwQa6++679dJLL+nwww9Py2DQoEGqX7++unfvrj///FM8EECgRAQ4CAIIIIAAAssFLDlpecNXwna0jNbDhCbrs7C2RbT+xTs/6fkucxNJTs4f1LlgFRvnqwo2Cgrnt+tvnFjJad/qO4pHbgnsXqOcWt3fQuttsp5k7wH9+3C+6lywlXzxyxe/aOxVE/T9+z+skOwUvq+sTA75R9jnq0EyXbS0uoWNsbIkwv7MTkkcZ2XHYMWKlQmxHwEEEEAgpkBGDPvss8901FFH6cYbb4x9PQcccIAGDx6sK664IvYcBiKAAAIIIJANAiQ6ZcOrxDUigAACCCCQdQJccGkJNGrUSFOnTlXnzp3lnP9pRswT/frrr+rUqZOaNm2qMWPGxJzFMAQQQAABBBBAAIGVCSQngITtaJlct3YYluBkYW0rLRa881OwktMPXy1JJJ4Ei/YUBHWrKtgk1nJab6N1dFbPWtrvSJKcVvZaZev+3WuW07F9mut/G64bvvT+xffvB39D9r7xbwzf9k//vvjps5/16lXj9f0H/yY72XvKxkXLsG79/jD+EP54wepQdhx/IN8Z7vPV4JncDjpXYVNSKzqt7NR33HFH8N9M9t9AKxvL/tURYC4CCCCAQGkLjBo1StWrV9ewYcNin6p169bB+CZNmsSew0AEEEAAAQSyRYBEp2x5pbjO3BLgbhBAAAEEEFhNgW7dugUJTw0bNkzrSK+++qoaNGiga6+9Vj/88ENacxmMAAIIIIAAAgggsKJAcuJH2F5eFqyYPGL90QQTq1uE/VZf8O5Peq7rHP24cKksr905J/mnbZxziaoSj/U3WjeR5FSDJKeESO5u96i1m461lZ02sj9j5++z8L3gnJOCCAunnz+zlZ3G64cPUyc72XsuGip8WJ9Vk0vrswj7rb6qsdFGG6lGjRqrOj3tefbDYeecZ3KqUqWKunbtmvYxmIAAAggggMCaErjzzjuDX1z88ssvY1/CddddpxdffFHlypWLPYeBCCCAAAKrKcD0MhUg0alMuTkZAggggAACCCBQcgLVqlXTyy+/rB49emizzTZL68C33HKL7De6bPnqtCYyGAEEEChBAQ6FAAIIZLNAcsJH2I6WyXVLZLI+C6tbROtfvveznusyRz98uUS2dI+tq1MQbEwqkTRlTWv9b4N1dFbPmqpYcydrEnkgsEft3WQrO6274brB3dp7wd4/4ZslaNseX/npE1vZaYJ++OjH5X/GLvp+s3lh2+phBNODN50/alJp+yxsrJWrE2W1qlPyNc6YMUP2SyPOOe222246//zzk4fQRgABBBBAICMEfvrpJ5122mlp/dk5S2zq169fWn/erqxulvMggAACCCBQkgIkOpWkJsdCAAEEEEAAAQRKTiD2ka644gq99tpratWqVew5NnD69Ok65phjdNFFF+nzzz+3LgIBBBBAAAEEEEAghkByokfYjpbJ9WhSidUtbIyVFl+9/7Oe6zpXP3y51F+Bk4Knk3OSgnByzoekdddfR2f3qkWSk7fIt+cedcqr1f0tgveA8zfvXLCVfOH8JmzKV37+5GeNvWq8fvw485Kd1lSikyKPzz77TPfff7+ncrJVpo477rjIXqoIlKkAJ0MAAQRWEJg6dWqw+uGTTz65Qn9xDVv1fejQoWrTpk1xw9iHAAIIIIBATgislRN3wU0ggEAeCnDLCCCAAAJRgX333Vf9+/fXAw88oJ133jm6a6X1e++9V40aNdIzzzyz0rEMQAABBBBAAAEE8l3AkpOiBmE7WibXLZHJ+iysbhGtf/XBz+rbeba+++I3Wb/fKFjRqSCxipPVrc/2rbPe2sFKTvvXypeVnKLa1E3Akp2O6dNca/v3gr0n7L1h7xGrWyTaiffOjx/9pFc7jtcPH6X+M3bh+9HmhmHnsbqVYaysHY6LU9auXVvrrLNOnKFlMmbJkiXBf08554LEJ7u+MjkxJ0EAAQQQQCBJ4JFHHlH16tU1f/78pD2pmx06dNCIESN04IEHph7EHgQQQAABBDJeIP4FkugU34qRCCCAAAIIIIBAxgucc845mjZtWrC0dToX++677+qUU04J5r399tvpTGUsAggggMCaFODcCCBQpgIrS/Sw/RZ2UVZaRJNIrG4R9lt94Ye/qF/nOfp+wVI5P9E5vw1CShTWln84rbve2jq7Zy0dWCe9xHY/mWeOCexVfw8de38LrbPeOip8oxQW9n7xISfnfEj66aOfNK7TBP34yU+r9Gfs7P3qDxM8o3XrSG5bX5ywJKdMWNUp1bVOmDAh4ecNK1asqCuvvDLVUPoRQAABBBAoEQH739RLL71UZ511VuzjbbHFFsHqhL169cqoBOLYN8DA9AQYjQACCCCwXIBEp+UUVBBAAAEEEEAAgdwQ2HHHHfX444+rX79+spWe0rkrWxLblrq2P+GQzrxMHct1IYAAAggggAACJSVgP3yKHitsWxkNGxO2LZEpWg/bVlos/OiXwpWcltg0W5RHNj6xnJPfFviwPb5ce921dNY9NXVgXZKcjISQLNnpmPtbyN4b9uYp8O8T/1z+prH3UtD2WD9++JPGd5qgnz7NnGSnbFk1yX4R5OGHH9Yrr7ziJXkigECmCnBdCGSzwFtvvSVLAL7nnnti30a1atU0ZMgQnXvuubHnMBABBBBAAIFcESDRKVdeSe4DAQQQSF+AGQggkOMCbdq00RtvvKGLLroorTv98ssvdf7556tVq1bB6lBpTWYwAggggAACCCCQgwKWMBK9raLaYZ+VyWFJTWGf1S2+/uiXYCWn7z5PJDnZ8Z3fOBdsJV845+SfQSLLOb1qqlK9XcQDgajA3g32UCLZae3gvWLvFzk/wlecc0FVTr5D+uH9HzT2qvH66bOfM2JlJ/uBbnBhGb7ZfffdNXbsWDVo0CDDr5TLQwABBBDIRoEXXnhBVatW1aRJk2Jffrt27TR8+HDVqFEj9hwGIoAAAgggkEsCJDqlfDXZgQACCCCAAAIIZL/ARhttpJ49e2rkyJHBN03SuaOBAwcG38y//fbbtWzZsnSmMhYBBBBAAIEsEuBSEShewBKUoiOibauHYWPCupWWzJRcWp/F1x8vVt/Oc/TtZ7/ZQjw2NViFx1bfsTkqXJrH6mut5XR2T5KcEkhsixLYu+GeQbKTW3st/9bx76Lg/VMQ1H0reG/Zxuo/vPeDxnUcp58/X/PJTvbDWfvvlaLuKVP6qlSpEiQ5HXLIIZlySVwHAggggEAOCVx//fU64YQTtGTJv4nvxd3e2muvrdtuu01PPPGEttpqq+KGsg8BBIoUoBMBBHJFgESnXHkluQ8EEEAAAQQQQKAYgSZNmgSrM1177bXFjPrvrsWLF+uqq65S06ZN9eqrr/53AD25L8AdIoAAAgggkMcClmgUvf1o2+ph2JiwbqUlMyWX1mfxzSeL1beLJTktka2342yyha/4p5zz2yCktdZ2OrtXLR1Un5WcjIhILbB3oz117P1Hya3lv93rnB/ogveS87XE08n5inNOP7z/o8ZastMXaz7ZKZNXdWrcuHGQ5FSuXDkvxxMBBBDIAwFuscwEFixYoKOPPlo33HBD7HPut99+Gjx4cPB9utiTGIgAAggggECOCvj/8s3RO+O2EEAAAQQQKAMBToFAtgncdNNNmjJliurVq5fWpY8ZM0b169dX586d9eOPP6Y1l8EIIIAAAggggEA2CliiUvS6o22rW4T7rR6GJTNZPVpa3eLrT37Rs7aS0ye/+am2vk7Bvys6hT22Gk9h79n31NDBDUhy8jQ8Ywjs3TixslNiqH9v+feSvcsSbVvTycJ6CpRY2Wm8fl7wyxr9M3a1a9cOLy+jyrZt22rUqFHaeOONFT4oEUAAAQQQKAmBl19+WYcffriGDBkS+3DHHHOMhg0bpubNm8eew0CHNgkuAAAQAElEQVQEEEAAAQRyWYBEp1x+ddf8vXEFCCCAAAIIIJCBAkcccYQsccmWuk73G/eWKGWrQ6XzzZgMJOCSEEAAAQQQQKBkBXLuaJaoFL2paNvqFrbfymhYMpO1o6XVLb797Fc9d/18fWtJTk5y/p9csJXkZA/bOhdsdU7PmjqkESvJmAsRX6BC0711zP1HSf595JyTk38EG8k35fw/X5M9fnj3B43vOE6/rMFkp0xc0emiiy7SM888Y0QEAggggAACJSpw9913y1YMtBWd4h746quv1sCBA7X77rvHncI4BBBAoDQFODYCGSFAolNGvAxcBAIIIIAAAgggUPYC9ifpXn/9ddlvhaVz9mnTpgXLa1988cX6/PPP05nKWATyVIDbRgABBBDIJgFLVIpeb7RtdQvbb2U0LJnJ2tHS6hbffv6r+naZq4UfLlaB/6dgpR1fC8rgaLbUju3xuwp0zj01dGhjkpxMhkhfoEKzvXVMnxbBe8nWbwreWH7j326Ffb43eBbou7e/07irxmnxV4vXyMpOVatW1ZZbbpn+TZbSjOuvv149e/YspaNzWAQQQACB3Bco+g4XL16s008/XZdddlnRA4ro3WWXXfT000/rlltuKWIvXQgggAACCOS3AIlO+f36c/cIIIAAAgiseQGuYI0KVKxYMfitsD59+miHHXZI61p69eoV/BYav+2cFhuDEUAAAQQQQCCDBSxRKXp50bbVLWy/ldGwZCZrR0urWyyyJKfOiSSnFVfUsbV1LOyIPpyCtXZsJadDm5DkJB6rJVCh+T46+v6jgvdU4kAuUfdvwqDmEr3y7e/f/l7jrxqnXxf+ukaSnTJlVad7771XXbt2LYShKBUBDooAAgjkoYD9kmH16tX1xBNPxL77+vXrB3/a7uSTT449h4EIIIAAAgjkkwCJTvn0anOvWSnARSOAAAIIIFAWAuedd56mT5+uU089Na3TvfPOOzrllFN0xhln6O23305rLoMRQAABBBBAAIFMErBEpej1RNtWt7D9VkbDkpmsHS2tbvHdF7/p2cKVnGyuglV0gprfFPimha9Ksu1Zd9dQZZKcjIIoAYF9m++jln1aKHz4t5+v2tbCV+1ZWF00b5HGdRynxQv/u7KTvb8t7D1tZTSCQxT497EPq1vYfivDSG6H/WGZCYlOffv21YUXXhheEiUCCCCAAAIlIvDYY4/p8MMP17x582If74ILLtDw4cN18MEHx57DQAQQQACB7BLgaldfgESn1TfkCAgggAACCCCAQE4I7LzzznryySf17LPPau+9907rnh5//HE1atRIDzzwQFrzGIwAAgjEFGAYAgggUKoCyYkY0bbVLewCrIxGmPgRLa1u8d2CMMnpVznnfPgjWOkLOfmnKwwFj7PvqqEqTVnJKcBgU2IC+7aooJb3JZKdnD+q8+86BWFb33JKPPx787v5izThqvH69esVk53s/Wxh7/2wtHoYdoBoPWxbGYbtD+vJZe3atZO7yqy96aab6uWXX9aJJ55YZufkRAgggAAC+SFw+eWXq3379rFvdrPNNlPv3r2DWG+99WLPy8GB3BICCCCAAAIrFSDRaaVEDEAAAQQQQAABBDJdoGSv76STTtKMGTNkv0GWzpEXLFggWxmqdevWwepQ6cxlLAIIIIAAAgggsKYEkhMwom2rW9i1WRmNMOEjWlrd4vsvE0lOX72/WP/OUaKuAl+xZ4GvWUhn3lFdVZqR5GTORMkL7HtUBbW4t5l/v/n3XbDyUuQ96Nv+mXhv+sq3c7/VeEt2+ubX//wZu/C9bO/xsB6WdtXReti2MgzbH9ajZaVKlbT99ttHu8qkXr58eY0dO1YNGzYsk/NxEgRKRoCjIIBApgvY6ueWxHvXXXfFvtSqVatq8ODBaX8vLvYJGIgAAggggECOCZDolGMvKLeDAAJFCNCFAAIIIJC2wCabbBL8BpktlV25cuW05g8YMEANGjTQHXfcob/++iutuQxGAAEEEEAAAQTKUiA58SLatrqFXY+V0UhO9LB2GN9/tUTPdpknS3KyhXOcc5IPv7VCzv9T8LCa01l3VNdhLcoHPWxWU4DpKQUqHr2fWvRqJuecH+Mj8ZTvsKcP6/AhaZElO3Ucq1+/XTHZyd7j4ddBtB72+anLE6asbmH7rAwjuR322w+Ew3pZlPbfOK+++qoOPfTQsjgd50AAAQQQyBMB+56YJS1NmDAh9h2fcsopGjZsmMr6fwtjXyADEUAAAQQQyECBtTLwmrgkBBBAAAEEEEAAgQwRaNasmd544w116tQprSv65ZdfdOWVV8rm229JpzWZwQgggAACpSLAQRFAYEWB5ISLaNvqFjbDymhEEzysHo0fFi7Rs53nasF7v6igwGb7sIqPoBlsfF/wLFD7HkeQ5BRYsCkLgYrH7KfmPZv6UyXeiME22FiXr/j3qa8F791FcxZpfMdx+u3b31ZY2cne7+HXQ7Qe9iXmF/hj+ONZw4ft88XyZ3LbdtSqVcuKMolGjRrJkpxsRacyOSEnQQABBBDIC4Fu3brJVjn/9ddfY92vc04333yznnrqKW277bax5jAIgbgCjEMAAQRyXYAVnXL9Feb+EEAAAQQQQACBEhC49dZbNWnSJNWpUyeto40ePVr169dXly5d9OOPP6Y1t4wHczoEEEAAAQQQyCOB5ESLaNvqFsZhZTSiiR1Wj8YPXy8NVnKyJCdbF8f/7MoOIfmKc86KoC57OKn97dVV7ajy1iIQKDOBisdWVPN7mgXnc/L/XFCVgveob9jTh3wsmvOtJnQapyXfLSn1ZKeyWsXixBNP1EsvvaRNN91UPBBAIG8FuHEESlTgq6++0jHHHKOuXbvGPm6FChU0cOBAXXPNNbHnMBABBBBAAAEE/hUg0elfC2oIIIAAAikF2IEAAghIRx55pGx1pltuuUUbbLBBbBL74eCNN96opk2basiQIbHnMRABBBBAAAEEECgNAfv/JtHjRttWt7D9VkbDkprCttWj8ePXS/VM5zn64p2fpQL/DMI2Vk+sbmOL5QTz/YD2tx2uw1uS5GTORNkLVGxVUc3ububfiUnvzeBNau9Zi8T795uZX2t8x7Fa+n3pJjvZD3zLlStXqhgXXnih+vbtW6rn4OAIIIAAAvklMGbMGFWrVk2DBw+OfeMtW7bU0KFDdfTRR8eew0AEEEAAAQQQWFGARKcVPVatxSwEEEAAAQQQQCCPBK6++mpNmzZNRx11VFp3/frrrwffxLn00kv1xRdfiAcCCCCAAAJZJ8AFZ72AJRpFbyLatrqF7bcyGpbUFLatHo0fv16iZ7rO1YJ3FvupTrYSjrMi2PhmUPoOSVZtf9sROvzo3cUDgTUpsH9rS3ZqKntT2vvSOf8etZCsS87/s6dv6duZ3ySSnX5YWqorO9WuXVul9bBVNu69997SOjzHRQABBBDIQ4GePXuqQYMGaX2Pq2PHjkFS1F577ZWHYtwyAlkmwOUigEBGC5DolNEvDxeHAAIIIIAAAghkpsABBxwQrM7Uu3dvbbfddmld5D333KMmTZro2WefTWsegzNfgCtEAAEEEEAgkwUsUSl6fdG21S1sv5WpIprgZPUfv7Ekp3n6/K1fgtVx5LeFT9niOHa8oFLYOO3majriGJKcAhc2a1xg/9b7q+kdTRLXYe9RC9+yosCX9l6293SBr3z95teaYCs7/bg0ZbJTUV83wWH8AW2f1S2i9Wi7Vq1a1izx6NWrl66//voSPy4HRAABBPJZIJ/v/bffftMZZ5yhSy65JDbDjjvuqCeeeELdu3ePPYeBCCCAAAIIIJBagESn1DbsQQABBBBAoCQFOBYCOSlwwQUXaPr06Wrbtm1a9/fWW2/p5JNPVvv27fXOO++kNZfBCCCAAAIIIIBAugKpEivsOLbPIlq3dhiW0GR1K6Px07dL9WzX+UGSk/OTXbD8jZMVfqvCxXF82/m60+m3VNORrfYQDwQySeCAEw5QE0t28m9Y55xkTwv5hy/lO5xzfit9PePrINnp959+LzLZyb4+7GslOeQfYZ+vBk9rB5XCjbVLY0Un++WKDh06FJ6lzApOhAACCCCQowJvvPGGqlevrscffzz2HdapUyf4ZcF27drFnsNABBBAAAEEEChegESn4n3YW2YCnAgBBBBAAAEEslVg11131TPPPKOnn35ae+65Z1q38dhjj6lRo0Z68MEH05rHYAQQQAABBBDIVoGyv25LoIieNdq2uoXttzI5wsQNK6Px06KlerrLXH02/2c/tUC2+o3NtdVvrFHgO4J2YdnupsNIcvJSPDNTwJKdGvdorH/fs8E7efnG+v1b2V98gb6e/pXGd3xVS39aWuLJTrvttpv23ntvf57Vf26yySYaNWqUTjrppNU/GEdAAAEEEEDAC9iKTFWrVtWcOXN8K97zvPPO0/Dhw1W5cuV4ExiFAAII5JQAN4NA6QmQ6FR6thwZAQQQQAABBBDIKwFboWnGjBmyb+Kkc+NffPGFzj33XB1//PHB6lDpzGUsAjknwA0hgAACCJSogCVoRA8YbVvdwvZbmRyW2GR9Vkbj5++W6pku8/T5/F9sqo/EajfOuaBuS99Y1Tnf9s/TbqqmGq1Zycnj8MxggQPbHKjGPRJ/xq7wrSt7L9vG+YpT4cPv/Gb6Qk28apz++OX3IDkq+vURfs1YmRx2hLDP6hbWtjKMkljVyRKmXn31VTVu3Dg8LCUCCCCAAAKrJXDFFVfo9NNPj30MS7jt2bOn+vTpow033LDoefQigAACCCCAwCoLkOi0ynRMRAABBBBAAIGyFuB8mS+w2WabBd/EGTp0qA4++OC0LvjFF18MVne644479Ndff6U1l8EIIIAAAggggECyQHICRbRtdQubY2VyWOKG9VkZjZ+/+11Pd5mnT+f9bAs32fQgbLWbwnWdglVwgrbftOtWVTWPI8kpQGKT8QIHnnigGt1uKzsVXqp/D9sb2t7bQTXSvXDal5pw5Vgt/XlpiSY71axZs/Asq1YccsghsiSnKlWqrNoBmJUxAlwIAgggkAkC7733nurUqaM777wz9uXY6k2DBg3SRRddFHsOAxFAAAEEEEAgPQESndLzYjQCmSzAtSGAAAIIIJAxAi1atNDMmTPVsWPHtK7pp59+0pVXXqnmzZtr7Nixac1lMAIIIIAAAgggEApYklJYtzLatrpF2G/1aFhik7WtjMYv3/+uZ6+fr0/n/iLnnJwdwJdB4Tcu6HGywm/V7saqqnl8en/WV/EejEKg1AQqnVRJjbo3lr2Pg/Ab55zfyj+cDwV157cLp32liR3H6o/FfwTJTtGvm7BuZXLIP8I+Xw2e1rZKrVq1rFilaNCgQfDfELvvvvsqzWcSAggggAACUQFLVrLE2fHjx0e7i623bdtW9st/9erVK3YcOxFAAAEEEIgpwLAUAmul6KcbAQQQQAABBBBAAIHVFujevbsmTJigdH8zGSPpywAAEABJREFU++WXX5b9oKJr166y5KfVvhAOgAACeSTArSKAQL4LhAkToUO0bXUL22dlclhik/VZGY1ff/xDz3Sdr49n/+SnFsjGBCvcFNjWt+WjsO6rOvn6KqpFkpO34pmNApXaVlKDWxraYk7+8hPvbXunBx3+fW51+xqw9sLXbGWnMfrz1z9kXzPWb6VFWLcyOfyBE19H/nhWt7AxO+20kw444ABrphVt2rTR6NGjZSvMpjWRwQgggAACCBQhcPPNN+vYY4/V4sWLi9hbdFe3bt30zDPPaIcddih6AL2lIMAhEUAAAQTyVYBEp3x95blvBBBAAAEEEMhPgTVw15bkZMlON954o9Zbb73YV2A/HLFvEjVr1iz4bbjYExmIAAIIIIAAAnkrYIkS0ZuPtq1uYfutTA77/x7WZ2U0fv3pTz0dJjk5m+2U+Gd1i0TLOecbTqdcX0V12uzl6zwRyF6Bg045OJHsVPhut3d3cDf+fW5154Kt/G5ZstP4K1/Vn7/9WSLJTumu6nTBBReoX79+4oEAAkkCNBFAIG2Br7/+Okhwuu6662LP3XvvvdW/f3917tw59hwGIoAAAggggMDqCZDotHp+zEYAgRwT4HYQQAABBEpPwL5JNG3atODP0qVzlqlTp6ply5a67LLLtGDBAvFAAAEEEEAAAQSKErAkpWh/tG11C9tvZXJYYpP1WRmN337+U093macPZ/5oCzXZAjb+EAW+buGrhc9ghRvfe3KXyqpzIklOhSwZXXBxKxc46NSDVf/mBv6dXcT7PViJyb/z7enjqykLNOHKMVq25N9kp/BrKlpaPRp2FWHb6hbpJDp16dJFvXv3tmkEAggggAACqyUwduxYHXbYYbI/WRf3QC1atNCQIUPUqlWruFMYhwACCCCAAAIlIJBOolMJnI5DIIAAAggggAACCOSzQKVKlTRs2DD17NlTW2+9dVoUd999t5o0aaK+ffumNY/BCCCAAAJpCzABgawTsESJ6EVH21a3sP1WJoclNlmfldH49ec/ZCs5fTjrR9niNRayRWz8xjnnt/6Izod/WnFK5yqqexJJTp6DZw4JHNzuENW/uWHi/R7ZOmfveh/2LAxLdhpvyU5LlwUrO9nXU/i1FS2tHg3jCttWtxVhrVxZ2H9T3HDDDSsbxn4EEEAAAQRWKmBJs/Xq1dPnn3++0rHhgCuuuCJYgbxChQphFyUC2SjANSOAAAJZKUCiU1a+bFw0AggggAACCCCQ3QIXXXSR3njjDZ144olp3cj8+fPVtm1bnXXWWXrnnXfSmltygzkSAggggAACCGSSgCVIRK8n2ra6he23MjmiiRhh3cb89sufeqbrW/pgxg/BKk62eI31qyA4kqxeWPUdBWp73aGq25YkJ4/BMwcFLNmp3o0N/J35d73/YvDb4Gsg8cXht77Dd/uK9NWkLzThile07PdVT3ayX4ioXLmyP1/q59NPPy37b4rUI9iDAAIIlIQAx8h1gaVLl+rMM89Uhw4dYt/q9ttvr0cffVQ9evSIPYeBCCCAAAIIIFCyAiQ6lawnR0MAAQQQQAABBBCIKbDbbrsFqzM98cQTKl++fMxZiWGPPPJIsLrTgw8+mOhgiwACCCCAAAJ5KWAJR9Ebj7atbmH7rUyOMLHJSgvbb+WSX/7U05bk9OaPkq1aU7hajXNWkX84Jf75qn+edO2hqnfy3r7GE4HcFTj49ENVt1t9yX8dOMkXTpKv2bMwrOn36KvJCzTxylf11x+rnuyUalWnjTfeWCNHjtTJJ58sHggggAACCKyOwJtvvqkjjjgiSFqKexz786qDBw/WGWecEXcK4xBAAAEEEECgFARIdCoF1OIOyT4EEEAAAQQQQACBFQXatWsn++bS2WefveKOlbQ+++wznXvuuTrhhBOC1aFWMpzdCCCAAAIIlKkAJyt9AUtMip4l2ra6he23Mjksocn6rLQI60sW/6knu87X+8FKTgV+ug97FsbyFZ18xXfppGsOUYNT9vHjeCKQ+wKHnFFZdW6o59/9tniTfQX4SDwVrugU7PGNBRM+SyQ7/fnXKv0ZO/tBcrLorrvuqjFjxqhx48bJu2gjgAACCCCQloCtDGirB86ePTv2PPu+1bBhw3TYYYfFnsNABBDIDwHuEgEEyl6ARKeyN+eMCCCAAAIIIIAAAkkCW2yxhWx1pkGDBqlSpUpJe4tvvvDCC2rUqJHuvPNO/f3338UPZm+mCHAdCCCAAAIIrJaAJSZFDxBtW93C9luZHNHEpmh96a/LEis5vfFD4cI0zpdOfiNnhQ9Z+I1zTiddfYganEqSk3jklcCh7auozvX17KvA37f/ggieTv5LQnKSfMU5JydpwYTPNenKMforRbJT8tdm2PZTVaNGDSuWx8EHH6xXX31VVatWDfpsbFBhgwACCCCQ6QIZd31XXnmlTj311NjXteGGG+quu+4Kvm+1ySabxJ7HQAQQQAABBBAoPQESnUrPliMjgAACCCCwigJMQyB/BY4++mjNnDlTl19+eVoIP/74o6644gq1aNFC48aNS2sugxFAAAEEEEAguwSSExyibatb2B1ZmRzRxKZwn/Ut/W2ZnuwyT+9O/15hf1ja8jUFtmpNsAmOrDZXHayG7UhyMg0i/wQOPbOKanet62/cvjBU+DVT2PRfJ8HXjjV9/fNxn2pSxzH6e9nf/1nZyb72LILxfmy0tB8k258T8odRvXr1gpWcdt99d2suDxu/vJG1FS4cAQQQQKCsBD788EPVrVtXd9xxR+xTWqLtwIEDdemll8aew0AEEEAAAQQQKH0BEp1K35gzlLQAx0MAAQQQQACBnBZYa621gm86jR07VkceeWRa9zpq1Cg1bNhQN9xwg37++ee05jIYAQQQQAABBDJMoIjLSU5siLatbmHTrEyOMKEiWlr99yWJJKf3pv9gUyVbjaYwrC4XdPnCKtKJnQ5Ro9NIchKPvBY49Kyqqt2lnvwXhvyXSxAKvkRs46yqoF9OX4z9LJHs9Nd/k52Sv06j7Zo1a+r444/Xyy+/rM0331z2sP1WhpHcDvspEUAAAQQQiAoMGTJEhx56aFq/HNemTRsNHTo0WEU8eizqCCCAAAKlIMAhEUhTgESnNMEYjgACCCCAAAIIIFA2AnXq1NGkSZN0/fXXa5111ol90r/++iuY06xZs+AbUrEnMhCBLBPgchFAAIF8E0hOaIi2rW5hJlYmhyU0WV+0tPofS//SE53n6b1phUlOiQPYIk62TI1vhSvW+KZvtel4EElO3oEnAiZw6NlVVatzPRXYl4mPwi8c/8VSsLxq4yw+f/WT4M/Y/f3337FXdurWrZueffZZf3x/PDuJHciHfS37Yvkzub18BxUEEEAAAQS8wC233CJbQfyXX37xrXhP+15Uv379tPPOO8ebUMqjODwCCCCAAAIIrChAotOKHrQQQAABBBBAIDcEuIscEujataumTZumJk2apHVXU6ZMUcuWLYM/g7dgwYK05jIYAQQQQAABBDJLIDmRIdpOrls7GpbQZO1oafUgyamLJTn96G/W+ZCCrXPLy6DH+a2PE66spManVxAPBBD4V6DyOVVV87o68l82kv86ka845+TkH77026Du/PaLVz/VpCvGLE90sq/D6Nem1YsKO4aF7bPSIlovqm19RN4IcKMIIIBAkQKLFi1S69atde211xa5v6jOPffcU88//7zse1FF7acPAQQQQAABBDJDgESnzHgduAoEyliA0yGAAAIIIJBdAocccohGjhypu+++W1tuuWVaF3/XXXfJVnfq27dvWvMYjAACCCCAAAKZIVBcQoPtKy6SEymsbfHn73/piS7z9M5rP6ig8J/drS1Ko4LCHl9a3e/W8ZdXUtP2+9qQLAsuF4HSF6hyXjXVuKaO7GvFvmaCr0k7rf8aSnw12a5E7fMxiZWd7OswDBsf1q20dnFhh7awMVaGkdwO+ykRQAABBPJPYPz48apataoGDBgQ++bte0eDBw8O/mxq7EkMRAABBBBAIGME8utCSHTKr9ebu0UAAQQQQAABBLJa4JJLLtH06dPT/qbT3Llz1bZtW5199tl69913s9qAi0cAgRIU4FAIIJDxAsmJC9F2ct3a0QgTJqKl1f/8w5Kc5gdJTi4QcLJ/QdU2zlo+fCkfQZLTmSQ5GQ2BQCqBKudXU41r6/jdia8d52vyG2cbq/vS6v5LSp+/8rEmd2Rlp4CFDQIIIIBAiQv06dNHderU0aeffhr72JdddpmGDRumihUrxp7DwCwT4HIRQAABBHJKgESnnHo5uRkEEEAAAQQQQKDkBDL1SHvssUewjPhjjz2mcuXKpXWZDz/8cPAn8B566KG05jEYAQQQQAABBMpewJKWomeNtsO6lUWFJTRZf7S0uiU5Pdn1Lb099fvg0AXLt4la2AxaBQU67rID1ewskpwCFzYIrETAkp2OvLq27Gsv8TUUnWA9tqpTou+zlz/W5KuKTnayr1WL4Dj+6zC5tCNYn5UW0XpRbesjEECgeAH2IpALAn/++afOOussXXDBBbFvZ9ttt5V9j+jOO++Ucy72PAYigAACCCCAwJoVINFpzfpzdgQQyF4BrhwBBBBAYA0LnH766ZoxY4bat2+f1pXYb/Sdc845atOmTTA/rckMRgABBBBAAIEyESgucSHcZ2VRESZIREurL/vzLz11/dt6a/J3UuHPseznWS5oONnD+XqiTzruskpqTpKTseR7cP9pCFS98HAdeXUd/5XkJ9kXU2FhX1vyvU728Fv//PzljzWl06uyr88w7Gva6tHS6slhR7E+Ky2i9aLa1kcggAACCOSuwKxZs1StWjU98sgjsW+yRo0aGjhwYJAcFXsSAxFAAAEEEEAgIwRKKdEpI+6Ni0AAAQQQQAABBBDIcYGtt946+CbWgAEDtP/++6d1t88//7waN26su+66K/jhSlqTGYwAAgggUChAgUDJCxSXsBDus7KoSE6QsLbFsmV/6cmub2vepEWydWXCTYFv2BozQYR139n6kgPU/GxWcir5V5cj5oOAJTtVvypc2cl/dYVfW/4Lz395eYKgw7ekT0d9SLKTF+GJAAIIILDqAs8++6wOOeQQWbJT3KOceeaZGjp0qKpXrx53CuMQQEAQIIAAApkjQKJT5rwWXAkCCCCAAAIIIIDAKgoce+yxmjlzpi699NK0jvD999/r8ssvV4sWLTRu3Li05sYazCAEEEAAAQQQSEvAkpeiE6LtsG5lUWEJTdYfLa3+17K/g5Wc5k3+Ts45ueUncIV1K324xI5WFx+gFufsl2iwRQCBVRKoetERqt6xlv8aK/zCCmpO/kswcTwn+aecc/rspY809WpWdhIPBBDIbgGufo0IdOzYUSeffHLsc6+//vrq0aOHHn74YW2++eax5zEQAQQQQAABBDJLgESnzHo9uBoEEEAgrwS4WQQQQKAkBdZdd91gdaYxY8bo8MMPT6YaLxcAABAASURBVOvQI0eOVKNGjXTDDTfo559/TmsugxFAAAEEEECgZAQsSSl6pGg7rFtZVFhCk/VHS6v/8/c/evL6tzR3wndSga0s4yNykoKgblsLqVWH/dXyvIpBLxsEEFg9gcMurq7Dr6wZHMR/Afoy8vXnv+T8039Z+q3/2vx05Id67dpxwUqrwdfuP/8E+6we/dq2enL4AwdjrbSw/VaGkdwO+ykRQAABBLJX4OOPP1a9evWCpKW4d1GpUiUNGDBAV1xxRdwpjEMAAQQQQACBDBUg0SlDXxhJXBkCCCCAAAIIIIDAKgjYN7qmTp2qLl26aK214v/f3WXLlun6669X8+bNNWzYsFU4M1MQQAABBBBYJQEmeYHkRIRoO6xbWVQkJ0JYO4zHu87X3InfSYmlY+Sck5N/BBvJN+X8P1/TsZbkdD5JTuKBQAkKVLvkSB1+RU3/Veb8UZ0vfWFbJ9vKOask4tMRH+j168aR7CQeCCCAAALFCQwfPlyHHnqoxo4dW9ywFfYdf/zxGjJkiJo2bbpCPw0EEECgjAU4HQIIlJBA/J/8lNAJOQwCCCCAAAIIIIAAAmUhYKszTZs2TQ0bNkzrdJMnT9ZRRx2lK6+8Ul9++WVacxlcGgIcEwEEEEAg1wUseSl6j9F2WLeyqLCEJuuPlla3eLzLfM0Z/11ipZeCAvmKfxbI13zdzujrvuG3OubCijqaJCdDIRAocYFqlx6papfX8F97/qvNf80FX4C+9M/ga9JvfJftK9DHw97Xa9eNJdmpxF8FDogAAghkg8DKr/G2225TixYt9NNPP618cOGIzp076/nnn1e5cuUKeygQQAABBBBAINsFSHTK9leQ60cAAQQQyG8B7h4BBIoVqFy5sl5++WXdeeed2myzzYodm7zzjjvuULNmzdSvX7/kXbQRQAABBBBAoIQELEkpeqhoO6xbWVRYMpP1R0urWzzR9S3NmfCdEovFJFaLsYZzTs5OWLix4tgL9tcxF7CSk7EQCJSWQLXLaujwy2rKfwkmTuG/+PzTt/3WOv8t9OnwD/R6Z1Z2SkBFtlQRQACBPBb4/vvvddxxx+nqq6+OrVC+fHn17dtX3bp1iz2HgQgggAACCCCQHQIkOmXH68RVrqIA0xBAAAEEEEAAARO47LLL9MYbb6h169bWjB1z5szRSSedpHPOOUfvvfde7HkMRAABBBBAAIGVC1iSUnRUtB3WrSwqLJnJ+sPSyjCeuP4tzR6/SCoInsFiMVa3is3x3Ykd/uS2ipOt5uSrPBFAoJQFbFWnwy6tkTiL/0L0T/9l6bfBimv+y9KqtteXnwx9T693IdnJOAgEEEAg3wUmTZqkKlWqqH///rEpGjdurEGDBunEE0+MPYeBCCCAAALZIcBVImACJDqZAoEAAggggAACCCCQ8wJ77bWXXnzxRT3yyCPaeeed07rfhx56SE2aNJGVaU1kMAKZIcBVIIAAAhknYAlHqS4q3GdlUWEJTdYfLa1u8eQNb2v2uO/8oW15GMlvZYvFqLDinAuqtml53n46tgMrOYkHAmUocPgVNVX14iNlX4NOknN+WxjOOd+W5OQfTp8OfV/TupZMspM/4ApP+wxZoYMGAggggEBGCjzwwAOqWbOmPvnkk9jXd/HFF2vYsGGqVKlS7Dk5NJBbQQABBBBAIC8ESHTKi5eZm0QAAQQQQACB1ALsyTeB9u3b680339Tpp5+e1q3bN9VsZSdb4WnGjBlpzWUwAggggAACCPwrkJxgYG0LGxEtrZ4clsxkfdHS6haW5DRz7Ley/bIlnAr8NohgEzRsn2/pqHP2VeuL9rdTEgggUMYCR3SspaoXVbev0sTXa7CiU0FQt6/RYIffWP3jwe+VSLKTHcsieqvJ7eg+6rkqwH0hgEC2CPz11186++yzdd5558W+5K233lr333+/7rnnHq2zzjqx5zEQAQQQQAABBLJPgESn7HvNuGIEylaAsyGAAAIIIJCDAttuu60ee+yxYIWnfffdN6077NevX7C601133SX7oWpakxmMAAIIIIBAngsUl1gQ7rOyqLD/3bX+aGl1i6dufEczxy6Ss3/OeWUf9gwi2Ei+3zmnlufsq+MuPkA8kgRoIlCGAkdcVTtIdnIu/PqUfYnK+X/29C1fBC19Mvg9Tb9hQvD/ve3r3SL5s8DaRYX8w/p9UeSzuH1FTqATAQQQQKDUBebOnavDDjtMDz/8cOxzVa9eXQMGDNC5554bew4DEUAAAQQQyFuBHLhxEp1y4EXkFhBAAAEEEEAAAQRWTaB169aaNWuWLrroorQO8N133+nyyy/XUUcdpfHjx6c1l8EIIJCdAlw1AgisvkByQoG1LezI0dLqyVFUYoP1WViS05tjvrXDyFZrsrmymm/4Z7BKjDV9RS3OqqDjLiHJKcBig8AaFrBkp8oXHuG/XP1Xqj0t7Jp86Tv9l22BD+uQPh74jt7otvrJTvb5YJE4amKb3E70skUAAQQQWBMC9stl9ifnZs6cGfv0Z5xxhoYMGRL8ibvYkxiIQDEC7EIAAQQQyHyBtTL/ErlCBBBAAAEEEEAAgQwXyOrLW2+99dSzZ0+NHj06+I3BdG5mxIgRatSokbp166ZffvklnamMRQABBBBAIK8EikskCPdZWVRYMpP1R0urWzx987sKk5wM1PmNc8FW8oV/yjm/9c8WZ++r4y8lyUk8EMgggepX11GVDtXlv1D90/mQ5OQfTs758DXJyR4fD3hHb9w4gZWdDINAYM0JcGYESk2gU6dOOumkk2If/3//+5+6d++uRx99VFtttVXseQxEAAEEEEAAgewXWCv7b4E7QAABBDJdgOtDAAEEEMgGgQYNGuj111/Xddddl9bl/vnnn+ratatatGih4cOHpzWXwQgggAACCOSDgCUpRe/T2hbWFy2tnhyWzGR90dLqFk/f/I7eGP3N8hVfEivA+G2BLQfjw55BFKjFmRV0AklORk6UqgAHXxWBI66uo8rnHy77Wg+/fP1XcqIdHNB/IfvSth+9+LZm3DRxtZOdEueyI/oDFz6tr7BKgQACCCBQhgKffvqp7HsylrQU97QHHHCA+vfvr44dO8adwjgEEEAAAQQQyCGBNZ/olEOY3AoCCCCAAAIIIIBA9gvceOONmjZtmurXr5/WzUycODFIdrJvsn311VdpzWUwAgggkBcC3GReChSXOBDus7KosGQm64+WVrd45pZ39cboRXLBv5DWWpJzTpIPe/po3r6CTriMlZzEA4EMFqh+bV0dev7h9pWrcOOcS1SVeDhfOOcUJDvdPHG1k5384f7ztM+c/3TSgQACCCBQagIjR47UIYccojFjxsQ+R+vWrTVo0KDgezCxJzEQAQTKVoCzIYAAAqUsQKJTKQNzeAQQQAABBBBAAIHsE6hatapeeeUV9ejRQxtvvHFaN2BzmjVrpn79+qU1j8EIIIAAAgjkmkBywoC1Lew+o6XVk8OSmawvWlrd4plb39X0l7/1h7HVWAoiKzrZGjA+wiVh/O6mp++jE6840I/liQACmS5w5HX1dMh51fwXsV2p/9r2X8v+y9gaQVjd9/p6gT56/i3NuGn1/4ydfc5Y+IMufya3l++gggACCJSQAIdJCNgKTvb9kx9//DHREWN77bXX6sUXX9Qee+wRYzRDEEAAAQQQQCBXBUh0ytVXlvtCAAEEckuAu0EAAQTWiMAVV1yhGTNm6Jhjjknr/LNnz9ZJJ52k8847T++9915acxmMAAIIIIBALggUlygQ7rOyqLBkJuuPlla3ePa29zT9pW9ly7y4YBNsFT6crzgXbNXs9H100pUH+h6eCCCQLQJHdq6vQ86t5i/XyTkfviY52cO2Lqg7ye/7+MV3NIOVncQDAQQQyDYBS2w6/vjj1alTp9iXXq5cOT399NO66aabYs9hIAIIIIAAAgjkrgCJTjnx2nITCCCAAAIIIIAAAqUlsM8++2jgwIF66KGHtOOOO6Z1mgceeED224kPP/xwWvMYjAACCCCAQNEC2dFrSUrRK7W2hfVFS6snhyUzWV+0tLqFJTm9PuobBSu6BCu9+FpQ2pEtfNv2+r6m7fbSSR1JcjIVAoFsEziyS30dfM5hss8CW8WpcIkn/9Xta/7r277S/U7/TKzsNPPWSav9Z+yCc/ljR62sL9qmjgACCCCw+gJTpkxR5cqVg1WZ4h6tYcOGwfdlTj755LhTGIcAAgjkgAC3gAACxQmQ6FScDvsQQAABBBBAAAEEECgUOOuss/Tmm2/q1FNPLeyJV3z00Uc6++yz1bZt22B+vFmMWiUBJiGAAAIIrHGB4hIDwn1WFheW1GT7rQyj7+3v6/WXvrFFXOT8Pznn79Up8c9Xg2ei1fS0vdX2qkpBDxsEEMhOgRpdG+jgs6v5r/F/r99Z1X/tO+t1vlEYHz43XzNvS53sZJ8nqcIfJUiYsrKosHlF9dOHAAIIIJC+gP0C2ZFHHqmPP/449uQOHTpo6NChOuSQQ1acQwsBBBBAAAEE8lqARKe8fvm5eQQQQACBfBLgXhFAYPUFtt9+ez355JN6/vnnZSs9pXPEvn37qkmTJrr77ruL/WFKOsdkLAIIIIAAApkkUFRCQNgXLa2eHGFCk5W2z8owLMnptRFfK7GcixUFtvG3buu6WPhq4bPxqXvpZJKcCjUoEMhugRrXN9BBZx22/Cb8V77/2retD/8Mdljp48O+8zSr++QiV3YKP0vss6WosONYf7S0ehjhvrCdDSXXiAACCGSSgH0On3vuuTrnnHNiX9YWW2yh3r17q1evXlpvvfViz2MgAggggAACCOSHAIlO+fE6c5crF2AEAggggAACCCAQW+D444/XrFmzdOGFF8aeYwMXLVqkyy67TC1bttSECROsi0AAAQQQQCAnBIpKBAj7oqXVk8N++GV90dLqFv16fKDXRtpKTk7OeSofTk6Jp5NzPpR4ND55T53SqVKikXrLHgQQyCKBGjc0VKX2VYMrdn7rXLCV/+KXs39O8oUPpyDZ6faik53sM6a4kH/Yfl8U+UsJ4T7bTyCAAAIIxBeYP3++DjvsMD344IOxJ1WrVk0DBgzQBRdcEHsOAxFAAAEEEChCgK4cFiDRKYdfXG4NAQQQQAABBBBAoPQENthgA91777166aWXVLly5bRONGzYMDVu3FjdunXTL7/8ktZcBiNQugIcHQEEEEhfoKgEgLAvWlo9OSyZyfqipdUt+t3xvqYOXxgkHdiYgoLEYi7BGk6+YWXQ7y+5Uds9deo1B/kaTwQQyDWBmjc20oFnVEks6ua/9v0ngX8GnwD+8yGo+tK3/b4PnpmrWSmSnexzxSL43PBjk0tzs75oafUwwn1hmxIBBBBAoHiBF154QQceeKBmzJhR/MDI3nbt2mnIkCGqU6dOpJdq6QhwVAQQQAABBLJXgESn7H3tuHIEEEAAAQQQKGsBzodAEQKNGjXSG2+8oWuuuaaIvaltxw5uAAAQAElEQVS7fv/9d3Xt2lVHHXWUhg8fnnogexBAAAEEEMhggaJ+8B/2RUurJ0eYcBAtrW7x3J0faOrwbyTn/NMVlkEh5//J9/uWrG5JTu2uJclJPBDIYYFaNzVWpTOqyDnn79JH8Aw2vk8+rO5D0ofPztXsHlOK/DN2yZ9DyW0/XdYXLa0eRrgvbFPmsAC3hgACqyVw9dVX64QTTlj+mbqyg62zzjq69dZb9cQTT2jbbbdd2XD2I4AAAggggECeC5DolOdvAG4fgZIU4FgIIIAAAgjks8DNN9+s1157Le3fOrQ/YdeiRQt17NhRX331VT4Tcu8IIIAAAlkmUNQP/MO+aGn15LBkJuuLlla3eO6uDzR52Nf+B2OFIAWJpZysCJZ0sY3vki8bnLSHTiPJqRCq7ArOhMCaEKh5U2MdcJqtpOo/AIJnsLGPAh9W9+EvzD4rPnh6jubcObXIZCf7nLGwz6Ciwh/Cf/6Ex0qU1heGzQnrlAgggAACKwp88cUXatiwoW677bYVdxTTqlixol588UV16tSpmFHsQgABBBBAAIE1IZCp51wrUy+M60IAAQQQQAABBBBAINsEqlWrprFjx6p79+7acMMN07r8Hj16yBKennvuubTmMRgBBDJOgAtCIC8EivpBf9gXLa2eHGGCQbS0usXzd3+oyUO/lq3LEizcYpq+4pyTf0pO/uE3/tnwxD11+nWs5ORBeCKQNwK1bmmiA06rIvkPBCf/z0m+8OHknPOlf1op6f2nZmvOnazs5Cl4IoAAAmUi8NJLL+mggw7SK6+8Evt8xx57rAYOHKijjz469hwGIpBBAlwKAggggMAaEiDRaQ3Bc1oEEEAAAQQQQCA/BfLjrm11phkzZqhly5Zp3fDMmTN14okn6vzzz9f777+f1lwGI4AAAgggUFYClriUfK6wz8riwpKZbH+0tLqFreQ0achCqSB4JlZUKSgISpvjq75u+wpU//jyOr3zQcmXQRsBBPJAwJKdKp5yiP88sM8H/5lgnxn+A8I+J4LPD6ubg+9//8nZmnNX0clO9rljYfOKiuAQ/ljR0uph2JywTokAAkUJ0JdPArfffruaNGmiH374IfZt25+3GzBggPbee+/YcxiIAAIIIIAAAgiYAIlOpkAggAACmSLAdSCAAAII5IzAvvvuq8GDB+uBBx7Qdtttl9Z93X///WrWrJkeeeSRtOYxGAEEEEAAgdIWKOoH+2FfWNo1WD05woSCaGl1i8RKTt/4qYUrsljNVmXx4Z+SbWyXj/on7K72XQ8RDwSyWoCLXy2BOt2baf9TD5X8Z0Lw8ZDYyB5B1SpBOH3wxBzNvbvoP2OX/DmV3LZDWF+0tHoY4b6wTYkAAgjkm8Avv/yiE044QVdddVXsW99ll130xBNP6JZbbok9h4EIIIAAAggggEBUIKsSnaIXTh0BBBBAAAEEEEAAgWwQOOecc2QrNZ188slK5/Hhhx/qrLPOks2z+enMZSwCCCCQ7QJcf2YKFPUD/bDPyuLCkplsf7S0usXz93yoiUO+VoH/J4uCYBus1hJI+LZvBJ31jiuvM0lyCljYIJDvArW7N1PFkw8JPhsSnxH2YeGbvvDPQh77ZCnQe4/P0tx7ik52ss8h+3xKFXYg2xctrR5GuC9sUyKAAAL5IvDaa6/p0EMP1QsvvBD7luvXry9bxaldu3ax5zAQAQRyW4C7QwABBFZFgESnVVFjDgIIIIAAAggggAACaQjsuOOOevrpp9WvXz/tueeeacyUnn32WTVt2lR33323//lN8CObtOYzGAEEEEAAgZIQKOoH+WFfWNp5rJ4cYRJBtLS6xQs9P9LEwV/boiw+nD+Ej8RTzvmK7/EV/3QKkpyuP8R6CAQQQCAQqHN7c+1nyU7+88K5xGeGc07O9hZunG9ZvP/YbM3r+ZrssycM+7yK1q1dVNjhrD9aWj2McF/YpkQAAQRKSCBjD2MrUB9xxBGyX9KKe5EXXHCBhgwZoipVqsSdwjgEEEAAAQQQQKBIARKdimShEwEEEEAgewW4cgQQQCBzBdq0aaPZs2frvPPOS+siv/nmG1122WU6+uijNWHChLTmMhgBBBBAAIHVFSjqB/hhn5XFhSUQ2P5oaXWLF+/9SBMGLfSXV6Dwn3yt8JlI8C3we3zUabWbzrqBJCePxRMBBJYLJCp1ejTXficdnPjM8F32mRP8ekDhxn+K+I8VaxTovUdmkuzkjXgigAACqyNg39OwFajjHmOzzTZTr1691Lt3b2244YZxpzEOAQQQQAABBBBIKUCiU0qaHN3BbSGAAAIIIIAAAgisUYGNNtpIffr00ciRI3XIIen9wHbo0KFq0qSJbrzxRi1evHiN3gcnRwABBBDIcIESujxLGEg+VNgXlrbf6slhyUzWFy2tbtG/98caP2Ch5OQfzheJkK8VPuWc802nuq3L6+xu6f1vpngggEBeCdS5o4X2OynxORF8dNjd+48QyRX+k384+Ybef3Sm3rr3dVZ2Eg8EEEAgPYG3335bVatW1QMPPBB7oo3v37+/OnToEHsOAxFAAAEE0hRgOAJ5KECiUx6+6NwyAggggAACCCCAwJoXsISlN998U506dUrrYpYuXaouXbqoZcuWGjFiRFpzGfyvADUEEEAAgZULWJJS8qiwL1paPTksmcn6oqXVLSzJaWz/r2Trq4Qbq9uqK8GKTv6kQdtvah9TTueQ5ORFeCKAwMoE6tzZQhXaHKQC/9kRjA1K+2SxsB7fkXjqnYdm6K3e00h2MhYCAQQQiCFgyUoHHHCA3njjjRijE0NOOeUUDRo0SPXr1090rKEtp0UAAQQQQACB3BMg0Sn3XlPuCAEEEEAAgdUVYD4CCJShwK233qopU6aoVq1aaZ113Lhxat68ua666iotXLgwrbkMRgABBBBAYGUClqSUPCbsi5ZWTw5LZrK+aGl1iwF9PtHYAQvlnJOzExRurHBBj7PeoGZJTufedGjQZoMAAgjEEah3d0vte8JBiaHBx4nznyeJkK8VPuWc07sPzdDb9+V9spN4IIAAAisTuOaaa3TccccFyaErG2v7nXO66aab9NRTT2nHHXe0LgIBBBBAAAEEEChRARKdSpSTg+WHAHeJAAIIIIAAAgiUrMARRxyh8ePHy5Ke1ltvvbQOfvvtt6tFixZ6/vnn05rHYAQQQAABBFIJWJJS8r6wL1paPTksmcn6oqXVLSzJ6dUXvpQtt2JjCuwkhZsCJf75ncGzZstddd7NazrJyS6QQACBbBOoe09L7XN8peCzxDaJTxf7sPGRePqPIasU6J0H3tDbfVInO9lnV/B5VeCPkhTmYvuipdXDCPeFbUoEEEAg2wS+/PJLNWrUKPheRdxrr1Chgl588UVde+21cacwDgEEEEAAgQwQ4BKyTYBEp2x7xbheBBBAAAEEEEAAgZwVsD9jZ3/OzlZqSucmbU6bNm10wQUX6P33309nKmMRWHUBZiKAQE4KFPWD+bAvWlo9OcKEgGhpdYuB93+qV1/8SnJO9nDOyVklCOfriZCvWZLT+bdUFg8EEEBgVQXq9Txa+xxXyU9PfLY4X5P/fCl8yjnfE4T07gNv6K0UyU72OWefYVYWFfIP6/dFInnKKpEI90W6qCKAAAJZIfDKK6+oUqVKGj16dOzrbdmypQYOHKhWrVrFnsPALBHgMhFAAAEEEMgwARKdMuwF4XIQQAABBBBAIDcEuAsEVlWgYsWKGjZsmPr06aOtt946rcPYHFvd6ZFHHklrHoMRQAABBBAwgaJ+IB/2RUurJ0eYCBAtrW4x4P5P9MrzXyaSAArsTArqhVXfUSCr27bmUbvogltJcvIoPBFAYDUF6vU6Wvu0PtB/vtinix3Mf9IknsFnkP8kSjx937v3v6G37y96ZSf7vLPPMiuLiuDIBf4gvmL7fbHCs6i+FQbQyHoBbgCBXBO444471LBhQ33//fexb61jx44aPHiw9t1339hzGIgAAggggAACCKyqAIlOqyrHPAQQWB0B5iKAAAIIIIDASgTOO+88zZo1SyeeeOJKRq6421Z0Ouuss3Tqqadq5syZK+6khQACCCCAQAqBon4QH/ZFS6snR5gAEC2tbjHwgU805oWvFCycEmzsApxv+0hU/TZRr9liV5KcvEaOPbkdBNaoQL17j9E+rSsp8Snj5Cv2lHO+Lh++dM7JP0Wyk3gggECeC/z666/B9yCuvPLK2BI77bSTHnvsMXXv3j32HAYigAACCCCAQE4KlOlNkehUptycDAEEEEAAAQQQQACB+AI777yz+vbtq2effVa77757/Il+5NNPP61mzZrpnnvu8S2eCCCQmQJcFQKZIWCJS8lXEvZFS6snhyUzWV+0tLrFwAdtJaevlq+YYuMUrHpS4AsfdtJgEZQCVW+2sy68jZWcjIRAAIGSFbBkpz2P2d8f1H/gJJ7BZ5Df+M8n/1nkP5f809eld/tM17sPviH7DAvDPrusHi2tnhz+BP6Q/gS+Yvt8scKzqL4VBtBAAAEE1qDA9OnTdcghh+i5556LfRV169ZV//79dfrpp8eew0AE8leAO0cAAQQQKEkBEp1KUpNjIYAAAggggAACCJScAEdaLnDSSSdp9uzZOuecc5b3xal8/fXXuvTSS3X00Udr4sSJcaYwBgEEEEAgzwSK+sF72BctrZ4cyT/4t3YYgx76VK88t9BrOsmeQQQb2cM5Z92yTfWmu+ii26uIBwIIIFBaAg36tNJexxwg+8xxkpzz2yCsngj5Ll/T2/dN07sPkewkHgiUpQDnWqMCjz76qA477DB98MEHsa/DVqEeNGiQqlWrFnsOAxFAAAEEEEAAgZISINGppCQ5DgIIIFDGApwOAQQQQCC/BDbZZBM98MADGj58uCpVqpTWzQ8ZMkRNmzbVTTfdJFuKPq3JDEYAAQQQyFkBS1xKvrmwL1paPTksocn6oqXVLSzJaXQ/W8nJVjbxYc/CkC/tnDbXqtWb7KyLe5DkZCYEAqkE6C8Zgfp9WmnPlvsHH0P2GRQc1X8Q2WpOFsEO2/jG2/e+rncfJtkpMGKDAAI5LXD++efrzDPPjH2P9r0JWzm6T58+2nTTTWPPYyACCCCAAAIIIFCSArma6FSSRhwLAQQQQAABBBBAAIGMEbA/R2erO3Xs2DGta/rtt9/UuXNntWzZUiNHjkxrLoMRQACBDBbg0lZRYPkP+SPzw75oafXksGQm64uWVrcY/MhnCpKc7LjOyf75jXw1CDm/wzeccyLJyVvwRACBMhVo8EDrINnJOfsw8qf2pXNO/ik5+YeTcz7k9M690/TeIzP4M3ZehScCCOSewHvvvRes4nT//ffHvrnKlSvrxRdf1MUXXxx7DgMRQACBEhTgUAgggMByARKdllNQQQABBBBAAAEEEEAgewS6d++uSZMm6cgjjyzmov+7a+zYsbJkqauuukoLF9qfFPrvGHoQQAABBHJbwJKUQ7jwpAAAEABJREFUondobQvri5ZWTxWW1GT7rAzDkpxeevZLWX+B/L+CRPiq75OPf5dOObzRTrrkDlZyMnMCAQTKVsCSnfZoUdE+lIIIPrP8x1PwWeU3QbuwfKvna3rv0dTJTsHYws+65LrdlfVFS6uHEe4L25QIIIDA6gnEnz1w4EBVrFhR06dPjz2pbdu2snmNGjWKPYeBCCCAAAIIIIBAaQmQ6FRashwXAQQQQCDzBbhCBBBAIMsFLMnJkp1uvvlmrbvuumndze23366jjjpKzz//fFrzGIwAAgggkN0CyT9Yj7bDupWpIkxqsv1h3cohj34mS3IKdApXQ3HOSUEUFkHd6fBGO+vSO0lyEg8EECg7gaQzNXjoOO1x1P5S+DHly6AebJxtfSTKt+95Te8/9maRKzvZ5599HqYK+Yft80Ui2dMqkQj3RbqoIoAAAqUqcO2116pVq1b6+++/Y5+nW7dueuaZZ7TLLrvEnsNABBBAAAEEEECgNAVIdCpN3Sw/NpePAAIIIIAAAgggkB0C11xzjd588001adIkrQueMWOG2rRpowsuuEAffPBBWnMZjAACCCCQfQLJP1AP23YnYd3KVGE/0Lew/VaGMeSxzzTqmS/tMIVRYGuhBCul+E3iWeCLggId1mAHXXYXSU6FUBQIILAGBSzZqXyz/eQ/moLwH1z+aoIPq0S1cOs79dbdU0h2MggCAQSyVsBWdLbvGdxyyy2x72HvvfcOfjmqc+fOsecwEAEEEEAgswW4OgRyRYBEp1x5JbkPBBBAAAEEEEAAgbwWOOCAAzRy5Ej17t1bW265ZVoWffr0UYsWLfToo4+mNS9PBnObCCCAQE4IWHJS9Eai7bBuZaoIk5psf1i3ctgTX2jU01/5QzsfUrh1VrMVnILS9zupWoOddMXdh4kHAgggkCkCjR45Qbs320/hx5Xk5JwPOV/1IVnNh9Pbd0/VB4//d2Wn8HPRylQh/7B9vlBYWj2MovrCfZQIIIDA6gq8+uqrqlSpkl566aXYh7LvEQwYMEDHH3987Dk5MJBbQAABBBBAAIEsESDRKUteKC4TAQQQQACBzBTgqhBAINMEbHWmWbNm6YQTTkjr0t577z2deeaZateunWx+WpMZjAACCCCQ0QLJP0CPtsO6lanCEposbL+VYQx9/HMNf/ILJdZvKggMgm1BYY8v5ffas2q9HXTFPVWDMWwQQACBTBJo+OgJ2q3JvsHHlW3ss84+xeQ/w+wzLRHWU6D5d07RB0/MXOHP2Nlnos0JS6sXFXbP1h8trR5GuC9sZ17JFSGAQDYK3Hnnnapfv74WLVoU+/KvuOIKDR48WPvvv3/sOQxEAAEEEEAAAQTKUoBEp7LU5lz5J8AdI4AAAggggAACa0Bg11131XPPPaenn35a5cqVS+sKnnrqKTVr1kw9e/ZMax6DEUAAAQQyUyD5B+fRdli3MlXYD+4tbL+VYQx78guNeOpLOReueJIoAwXf5+T/+VK+tCSnK3vm+EpO4oEAAtks0OixNolkJ/+ZJf/Z5YKbcXJBaRvn6z6c9JYlOz1JspOpEAggkLkCS5Ys0UknnSRLWop7ldtvv70efvhh9ejRQ2utxY8P47oxDgEEEEAgzwS43YwQ4P+pZMTLwEUggAACCCCAAAIIIFDyAieffLLmzJmjs846K62DL1y4UJdccomOPfZYTZw4Ma25DEagKAH6EEBgzQhYclL0zNF2WLcyVVhSU7jP6mFYktPwJxb4QxfYgie+tKeteWKlRWG9oEBV6myvjr1IcjIVAgEEMlug0eNttFvjCrIPtsSnWGKbuOpE3X+s+WaB3uoxWR8+RbKTx+CJAAIZKDBjxgwdfPDB6tevX+yrq1Wrlvr37x+s9Bx7EgMRKEKALgQQQAABBMpCgESnslDmHAgggAACCCCAQGoB9iBQqgKbbbaZHnroIQ0dOjTtZecHDRoUrO5000036ddffy3V6+TgCCCAAAIlK2AJStEjRtth3cpUESY1JZfDn1qg4U8ukJz8w8k5yfl/tpV/uCBsK1Wpu4OuupckJ0/CEwEEskSg0RMnardG+/pPNf85Zh9w/rp9LdG2etDne/wzSHZ6ehZ/xs678IwtwEAESl3gscceU5UqVfT+++/HPtfZZ58t++//6tWrx57DQAQQQAABBBBAYE0KkOi0JvU5NwIIxBBgCAIIIIAAAgiUhECLFi00b968tJatt/NaglPnzp119NFHa+TIkdZFIIAAAghkuIAlL0UvMdoO61amijC5yfaHdSuHP/2Fhj7+hS12IgWLm9iKTj58I7FNdNu8Q2ttR5JT9EWgHkOAIQhkhkCjJ0/ULg329p919slW+LkWfs7Zkk5B+H7/OTi/+0R99AzJTpnxynEVCCBwwQUXqH379rEhNtpoI91555168MEHtcUWW8Sex0AEEEAAAQQQQGD1BFZ/NolOq2/IERBAAAEEEEAAAQQQyBqBHj16aMKECTriiCPSuuZXX301WN2pU6dO+vrrr9Oay2AEECgBAQ6BQEwBSzKKDo22w7qVqcISmixsv5VhjHhmgYY+vkDOOTk7QeHGuaDi+5wP2yEdWmt7XX1ftUSDLQIIIJCFAk2ebqtyDfZZ/rkmX7NPueAjz0m+Kas75zS/+yR93HcOKzuJBwIIrCmBDz74QNWqVVOfPn1iX8IhhxyiF154QZdddlnsOQxEAIEyEuA0CCCAAAIrFSDRaaVEDEAAAQQQQAABBBDIdAGuLz2BmjVrasqUKbrxxhu11lrp/SdB9+7d1bJly+AboumdldEIIIAAAqUtYMlJ0XNE22HdylQRJjXZ/rBu5chnF2jIo19IBf5ZkFjhxOq+Jd8sPKXf6WuH1NhO1/QhyclT8EQAgSwXaPx0W+1Sb6/Cu0h8xi3/zPNN//SfgX7rO+fdMp5kp0IpCgRKW4DjrygwePBgVaxYUdOmTVtxRzGtE088UQMGDFDTpk2LGcUuBBBAAAEEEEAgcwXS+6lG5t4HV4YAAgggkFqAPQgggAACCBQpcN1112nmzJlq1KhRkftTdU6fPl0nnHCCLrzwQn344YephtGPAAIIIFCGApacFD1dtB3WrSwqLJkpDNsf1q0c1fdLDX50gQqXLvGF8yHJyT+cnJOc/2dbS3K69n6SnMQDgTUnwJlLWKDJs6do13p7+U85FxzZOSt9JJ5yziqJmH/rBH3Sbw4rOwVSbBBAoCwEOnfurGOOOUbLli2Lfbrrr79effv21W677RZ7DgMRQAABBBBAAIFME1gr0y6o7K+HMyKAAAIIIIAAAgggkL8ClSpV0ksvvaRevXpps802SwvivvvuU4sWLfTYY4+lNY/BCCCAwJoRyN2zWnJS9O6i7bBuZXFhSU2238owLMlp4CNfLF+xxFf8s8CHP1uBD1ndhy8PPnJbkeRkJgQCCOSaQONnT9HOdfb0n3T+867APvx82DOIYCP7YLTP0Lk3j9fHJDvl2luA+0Eg4wS+/fbbYDWmm266Kfa17bnnnurXr5+6du0aew4DEUAAgewV4MoRQCDXBdbK9Rvk/hBAAAEEEEAAAQQQQGDlAh06dNDs2bPVunXrlQ+OjHj33XfVvn17tWvXTrNmzYrsoYoAAgggUBYC9oP16Hmi7bBuZVERJjRZafutDOOlfl/KkpycP7hzflsYzjk53xdunHM6uPp2JDmZCYEAAjkr0LjvKdqlzl7yH3n+Hv2noD2DCDayHc45OUnzbxmvT55jZSdPwRMBBEpBYNy4cTrggAM0atSo2Edv1qyZ+vfvrzZt2iTmsEUAAQQQQAABBLJcgESnLH8BuXwEEEAAgbIR4CwIIIBAPgjY0vUvvviinnzySe2yyy5p3fJTTz0VrO7Us2fPtOYxGAEEEEBg1QUsOSk6O9oO61YWF5bYZPutDOOl577SgIe/kGyhEn8C2+8L3y6Q1X23r1tPgQ6sto2uu/8w+Z/vWweBAAIIZL1AUTfgnJOt7LRTzT38bv8pmHgGn4l+4z8TV/x8nHfTOH3yPMlOHosnAgiUoMBdd92lunXrylZ0invYyy67TIMGDZKt5hx3DuMQQAABBBBAAIFMFyDRKdNfoey4Pq4SAQQQQAABBBBAIIcETj31VM2ZMydYqSmd2/ryyy91ySWXqFWrVpo0aVI6UxmLAAIIIJCmgCUcRadE22HdylQRJjXZ/rBu5UvPfakBD33hD+2kxFPO+Yr8w7mgHjR914GHb6vOD1aTW8s3/G6eCCCAQC4L2Gddk37tFCQ7+Y89/ww+E/1GFs45OflH4Wb+TeP1yQtzZZ+t0Qg/d61MFf4osn3R0uphhPvCNiUCCOS2wB9//KG2bdvq8ssvj32j2267rR588EHdeeedWnfddWPPYyACCCCAAAKFAhQIZLQAiU4Z/fJwcQgggAACCCCAAAIIrBmBLbbYQo888ogGDx6s/fbbL62LGDhwoGxp/Jtvvlm//fZbWnOzezBXjwACCJSNQPIPuKPtsG5lqgh/4G77w7qVLz3/pfo/9EXhD9cLtMKKTgXWLlyxxFcPOGzrYCWntUhyKpsXnbMggEBGCLi1XbCy045H7u4/K/3HZOFnozXsM9V/PPpOu9TE5+W8bmP1Wf95JDsZCYEAAqskMHPmzGA1pr59+8aeX6NGDdlqzWeffXbsOQxMV4DxCCCAAAIIILAmBUh0WpP6nBsBBBBAAIF8EuBeEUAgKwVatmypefPmyZa7T+cGFi9erOuuu07HHHOMRo0alc5UxiKAAAIIFCNgP0iP7o62w7qVqcISmixsv5VhvPzCV+r/4AI5++cKz+BL/5RzfhuEgvqBh22tzvdX0zrr8G0l8UAAgbwTWGvdtdWk36naqcbuwWei3wQGzjm5oGYb5+sW0tzrx+qzAfPzK9nJCAgEEFhtgccff1yHHnqo3nvvvdjHOvPMM2W/fFSzZs3YcxiIAAIIIIAAAghkmwDfkcq2V4zrzVkBbgwBBBBAAAEEEMhUgbXWWitY7n7cuHE67LDD0rrMV155RU2bNtXVV1+tb775Jq25DEYAAQQQWFHAkpOiPdF2WLcyVVhSU7jP6mGMfnGhXnzA/lxdgS3iFERwnoLEwiQ2x1YrsR37V9lK11mS07p8SykwWoUNUxBAIPsFLNmpUd9TtUP18v6D0n9Y+luyz8pEzTf8B6bVLfwAze06hmQnYyEQQCC2QIcOHXTGGWfEHr/++uurR48eevjhh7X11lvHnsdABBBAAAEEECg9AY5cegJ8V6r0bDkyAggggAACCCCAAAI5JVC7dm29/vrruuGGG9K+r9tuu022OtQLL7yQ9lwm5JUAN4sAAikE7Afo0V3Rdli3MlWESU3J5SsDFuqF+z8vPHRi9ZFwKyd7yjmr/J+9u4CTo0j7OP6vEEJIIMHdQ4SQ4C6HHC/uLocfd8fhcrhLcIjhGsNCcLfD7YBDAgEOCQGiBOIe5n2emumlM+wmM8nKzOxvts886L4AABAASURBVJ+up6plur/DZ7tD19YEddpoCZ1308aavxn/O0m8EECg0QvM12w+7dDvUC23+WqyX5Q2BQXZKzeLvzpjS2zQpxe+qCEPM7KTCTEhgMBsBL755httttlm6tmz52zWmnXR2muvLf+39umnnz7rAmoIIIAAAgjMlQAbIVD6AvyfqdL/jDhCBBBAAAEEEEAAAQRKSuCCCy7Qhx9+qO22266o43r33Xd1wAEH6Pjjj9fXX39d1LYlvzIHiAACCNShgHdeSu8+XU9yL2sK79yULPM8Ce/kdP+NQ5QdccTfwUd0ssh4i0V2km/bcf3FYienZs3n8xUJBBBAAAETaNp8fm3f71Ats8nK8Xel/dr0AZxsSfZ3qc1jbrP4u/bj81/QkEc+42vsHIRAAIE/CDz22GPq2LGj3n777T8sq6lh//3314ABA7TbbruJVz0J8DYIIIAAAggg0OACTRr8CDgABBBAAAEEEKh4AU4QAQQqT2DdddeVfy1d165dtfDCCxd1gjfeeGMc3emuu+4qajtWRgABBBqjgHcySp93up7kXtYU3qnJl3mZjhcfHi7v5BRCiOONZN/Dc4vgNZtlJ625/uK64OZNtACdnByGQAABBGYRaLrg/Nrx3sO0zCarZH+f2u9OWRZiyF7BQlazsN+5n5z/gn54tHI7O4kXAgjMlYD/QdGee+6padOmFbz9+eefrwceeEBt2rQpeBtWRAABBBBAAAEEKkGAjk6V8ClyDuUuwPEjgAACCCCAAAJlK3DSSSfpo48+0t57713UOXz++ec6+uijdcQRR8Tti9qYlRFAAIFGIuAdlNKnmq4nuZc1hXds8mVepuPFR4brvp7fZ3edyY43kqvEEUfiiCSeWbLGuovpfO/ktCAjOWWN5mnOxgggUKECTVs0i52dlt545d9HdLJztV+js8z9d7Kv8PG5z2vIo4V/jZ3tJDtilP3OTvJ06XkS2fdIapQIIFDqAj///LN22WUXXXrppQUf6mqrraZ+/frpkksuKXgbVkQAAQQQQACBehXgzepYgI5OdQzM7hFAAAEEEEAAAQQQqHQB/5+sPlT+3XffreWWW66o0+3Vq1ccYr979+5FbcfKlSjAOSGAQFog/0F1up7kXtYU3rHJl3mZjpceHaH7eg5RCCGGzRT8jXMzL0JsCVpjvcXi19U1b0EnJyciEEAAgdkJNG3ZTNv3O0xLb7SyrWa/SYPst6nNbC57xcx+98rrVn563ov64fHP+Ro78UKg8Qq89tpr6tSpk55++umCEXbaaSf1799fBx98cMHbsCICpSfAESGAAAIIIDBvAnR0mjc/tkYAAQQQQAABBOpHgHdBoAwEfHSmTz75JI7SVMzh/vjjj/KRofbdd1+98cYbxWzKuggggEBFCngHpfSJpetJ7mVN4R2bfJmX6Xj50RHq1/37qlFBfJ0Y/mZx2BEf3ckik1GHdRbV+TdtpBYLNfWlBAIIIIBAAQLNFl5A2/c7VEttuFL2d62Pjudhv2NtyrbZ71hLbMro47Of049PzLmzk/8u99/XfgheeiR5uvQ8iWSdpE5ZRgIcaqMQuOGGG7TVVltpxIgRBZ/vySefrIcffljrrbdewduwIgIIIIAAAgggUIkCdHSqxE+Vc0KgEQpwyggggAACCCBQGgKLL764fGQn/5+v7du3L+qgfFSoXXfdVV26dNGkSZOK2paVEUAAgUoRyH8wna4nuZc1RfIw3Mt0vPTocPXt8b1CkIL9yBPJilhT9uV5UPu1k05O82ebmSNQQgIcCgKlLtCsVXPt0O8wLbX+SgrxYG2enST73RtCrpIrY2enJwcxspN4IdA4BKZPn65DDz1Up556asEnvMQSS+jmm2+Wd45q3rx5wduxIgIIIIAAAgggUM4Cszt2OjrNTodlCCCAAAIIIIAAAgggMFcCe+21lwYOHBhHaipmB2PHjtW5554r3/6ZZ54pZlPWRQABCYMyF/DOS+lTSNeT3Muawjs2+TIv0/HyY8PVr8cQ+aAiHpk487FFrCkTa7m3zaht50XiSE4tF6aTUw6FAgEEEChaoFnr5tr+3kO1xHor2ra537eWyX7n2m/eOMWZL7L4+Mxn9GMBnZ38d7v/nk9Hdre2E0u83YpZpuraZlmBCgII1JvAxx9/rLXXXlt9+/Yt+D0333xzPfjgg/rHP/5R8DasiAACjUKAk0QAAQQatQAdnRr1x8/JI4AAAggggAACjUmAc61vgaZNm6pr16566aWXtMEGGxT19s8//7x22WUXnX322UUN5V/Um7AyAgggUEIC+Q+i0/Uk97KmSB5+e5mOfz8+Qn27/6DgP8FO2CKEOPMWhRAUrNmndp0X1QU3baSFWzfzKoEAAgggMA8CCyzSQjvce5iWjJ2dFH/XhuC/cS2sDNZiRbJAn5z1rH566ouCRnaSvdLXA6vK6+nS8ySSZUmdEoHKFyi9M+zVq5fWWWcdDRo0qOCDO+qoo+QjH2+zzTYFb8OKCCCAAAIIIIBAYxBo0hhOknNEAAEEEChAgFUQQAABBBCoI4Ftt91W//nPf3TBBRcU9Q7+QObKK6/Unnvuqf79+xe1LSsjgAAC5STgv+/Sx5uuJ7mXNYV3bPJlXqbj30+MUJ9u38ueftuUsbB3yXg1zmQt1uZzqW2nRXT+jRtp4UXo5GRKTAhUtgBnV28CCyzaQv/X7zAtsc7y9js3+/vXf1/bL1+b7Pdv9tdxLs/oozOe1k9Pz7mzk/+u9/2kw0/K6+nS8ySSZUmdEgEE6k/gxBNP1BFHHFHwGzZr1kxXXXWV7rzzTi299NIFb8eKCCCAAAIIIIBAYxGgo1OBnzSrIYAAAggggAACCCCAwLwJXHzxxXr//fflHZ+K2dM777yj/fffXyeccIK++eabYjZlXQQQQKBogfreIP/Bc7qe5F7WFMnDbi/T8cqTI9Wn6xA7nSDZpBB8irllVgb5K4Sgtmt6J6cN1WpROjm5CYEAAgjUpkDzxbKdnZZcZ3n7PRxi2MymIPkUI87kr4//9YyGPjPnzk5+XfD1vUwiqadLz5Pw9ZKcEgEE6l5g8ODB8q+e69GjR8Fv1rlz5/hVdWeccUbB27AiAggggMDcCbAVAgiUrwAdncr3s+PIEUAAAQQQQAABBBCob4F5fr/1118/fpXdddddpxYtWhS1v549e2qPPfbQ3XffLV4IIIBAJQjkP3BO15Pcy5rCOzb5Mi/T4Z2cet3wvTL2E50yPrealx7enomJ2qzRWuffuKFaL7aAr0QggAACCNSBwIJLLKTt+h6mxddazvZuv3/td7D9Vpb/Op4l4tKM/nv60xr23Fdz/Bo7/93v14F02C7iCFHp0vMkfN0kp0QAgboTePzxx9WhQwe99dZbBb/Jvvvuq4ceeij+u7fgjepuRfaMAAIIIIAAAgiUrECTkj0yDgwBBBBAAIGyE+CAEUAAAQQKFTj11FP18ccfF/0/cD/77DMdddRROvLII+P2hb4f6yGAAAKlJpD/oDldT3Iva4rk4baX6Xj16ZHyTk7BTjj4UCFWKnhmEawSI1hTqOrktMjidHIyGSYEEECgCIHiV11wyYX0f/0O12Kdl5P9Epb9Jpb9erZcUrDJwuYKIShI+ui0pzT0uS/n2NnJrxO2euzc5LlHUk+XnieRrJPUKRFAoHYFLrzwwvhv3alTpxa843PPPVf9+/dXu3btCt6GFRFAAAEEEEAAgcYqQEenxvrJN8R5854IIIAAAggggAACCKQEVl99dT366KO64447tPTSS6eWzDm95557tPvuu6t79+5zXpk1EEAAgRITyH/AnK4nuZc1hXds8mVepsM7Od1z3fdxhJCMnbOv4xUvs2E1W+D5Ku0X1gU3bqRFl1jA1qzlid0hgAACCFQrsOBSC2l77+y05jLy38WZ+DvZfzdnYt2yWFpzLD8+7SkNe37OnZ38WpDdX3Y/nvsB5JfelkSyLKlTIoDAvAv88ssv2nXXXXXJJZcUvLOVV15ZvXv31mWXXVbwNqyIAAIIIIBAyQhwIAg0kAAdnRoInrdFAAEEEEAAAQQQQACBrMDRRx+tTz/9VIcddli2ocD5kCFDdNJJJ8mH93/jjTcK3KrhV+MIEECgcQvkP1hO15Pcy5oieZjtZTpef/ZnxU5OPg5IkM8VgiUKyhWx0fPV2rfOdnJakk5O4oUAAgjUs8CCSy+cHdmp07JSsMkjSSTLgoXiyztCfexfY/fCnL/Gzq8bvpGXSST1dOl5Er5eklMigMC8Cfi/STt16qSnnnqq4B1tv/32cRSnQw89tOBtWLG8BDhaBBBAAAEEEKgbATo61Y0re0UAAQQQQACBuRNgKwQQaKQCSy65pHr16hX/J2/btm2LUhgwYIB22203denSRZMmTSpqW1ZGAAEE6lMg/4Fyup7kXtYU3rHJl3mZjjee+1l3XvOdfAQQHw3Ez8lzXzfWvZJrXKXtwjr/xg21+FLNvYVAAAEEEGgAgRbLttJ2fQ/TYmssE39Nx1nud3XGfpvnUjuyjH6bmVEc2amAzk5+bfDf/emwncTRodKl50n4uklezyVvh0DFCHTr1k1bbrmlhg0bVvA5nXDCCXr44Ye14YYbFrwNKyKAAAIIIIAAAghkBejolHVgjkCZCHCYCCCAAAIIIIBAZQv46EwDBw6U/0/fYs50zJgxOvfcc7X33nvr2WefLWZT1kUAAQTqRSD/QXK6nuRe1hTJw2sv0/H6c6N0x9WDFYKPABLsXDwkn4cQ51YJVg9apV2rOJLTEkvTyUkl/+IAEUCg0gVaLtda2/U7XIt2XEay39c2SbLf15YE2Ss38yIzM6NP/vW0hr/4P/k1wK8VXnokuZdJ2Naxc1N+PWn3Mh2+XrpOjgAChQnMnDkzjkx88sknF7aBrbXYYoupZ8+e6t69u1q2bGktTAgggAACCCDQuAU4+7kRoKPT3KixDQIIIIAAAggggAACCNSZQLNmzeL/9H3hhRe03nrrFfU+zz33nHbddVedc845GjlyZFHbsnIZCXCoCJSZQP4D5HQ9yb2sKdIPsj1P4o3nRunOq783jUz2gbZ8DBCL7BTbsqOEZLTS6gvp/B4baIll6ORkYEwIIIBASQi0XL61/tz3MC3Sfumq39nxWuBHZ7/L/Xe4/YaPy36bPlMfnfakhr/0P3nniuRa4KVvk5T5udc94i79u/AsSeqWVk3VtVUtJEEAgT8IfPrpp1prrbXUp0+fPyyrqWHTTTfVgw8+qOOOO66mVWhHAIF8AeoIIIAAAghUI0BHp2pQaEIAAQQQQAABBMpZgGNHoFIEtttuO33wwQc677zzijolf/BzxRVXaK+99tJDDz1U1LasjAACCNS2QP6D43Q9yb2sKZIH116m480XftYd3snJh/rwEUBi+NFbQ3ZSCJYoaMU2C+mCnhtqqeUW9BUIBBBAAIESElhohUW0Xb9sZyc/rGC/t4MnMUKshRAqfTgXAAAQAElEQVSsFpSZ8Zs+Of1pjfj3N3Fkp/R1wa8jXvcyCdsodpLKryftXqbD10vXyUtfgCNsGIHevXvHTk6ff/55wQdwxBFHxH+f/vnPfy54G1ZEAAEEEEAAAQQQqF6Ajk7Vu9CKAAKVK8CZIYAAAggggECZCVx66aV67733tNVWWxV15G+99Zb2228/nXjiifr222+L2paVEUAAgdoQyH9gnK4nuZc1RfLA2st0eCen264cHMdvSmZxxI940HEIkNjsbSus2lIX3kgnp0jDrLEJcL4IlI3AQisuqu36Ha7W7Zay39/+2zs59GyezG2hZk6boY9Pe0IjX5lzZye/dlTtKWN7sfC6X3fSpedJJMuSOiUCCMwqcNJJJ+nwww+ftXE2taZNm8r/EOfuu+/WcsstN5s1WYQAAggggAACCCBQqEBeR6dCN2M9BBBAAAEEEEAAAQQQQKD+BDbccEO98soruuaaa9S8eXFfu9SjRw/tscce8v+xLF4IIJAToKhrgfwHxel6kntZU/jDaV/mZTreenG0brvqe4UQLOwsgoWCQrBQsIqHYrbiqgvFkZyWXr6FeCGAAAIIlLbAQistqu38a+zaLhV/hycz/60eYiXIC5vrt6kz9fFpT2rkq4V1dvLriezlpYelcaSndOl5Esk6SZ0SAQSkIUOGaIsttlD37t0L5lhzzTXjV9WdddZZBW/DiggggEDtC7BHBBBAoPIE6OhUeZ8pZ4QAAggggAACCCAwrwJsX7ICp59+uj7++GPttttuRR3jwIEDddRRR+nII4+M2xe1MSsjgAACRQrkPyBO15Pcy5rCOzb5Mi/T8dZLo3XrFd/Jnk7b5CNz2IHFAZw8t/ChPjysbflVWuqCHhto2RXp5GRKTAgggEBZCCy8yuLatu9harX6Eva73g85+7vdrwmxwX6/+6BMXp85ebo+PvVJjXzt23hNSF8vfLnXvfRI8rhH24G3JXm69DyJZJ2kTolAxQoUcGJPPPGE2rdvrzfffLOAtbOr7L333urfv7/22muvbANzBBBAAAEEEEAAgVoToKNTrVGyIwQQQKDxCHCmCCCAAAIINKRAu3bt9Pjjj+u2227TkksuWdSh3HPPPXF0Jx/lqagNWRkBBBAoUCD/wXC6nuRe1hTJw2gv0/H2y6N16xWDpeBjeWSLmOVmQf4jewXFTk49N9CyK7W0OhMCCCAw9wJsWf8CrVZdXH/ue4Rat1nC3tx/t1vE3/1B9qtenobgedDMKdP1yWlPasSrXyt9zfDcrzNJmc5lL697WBo7SaVLz5NI1knqlAg0RoGLL75Yu+++u6ZMmVLw6Z999tkaMGCA1lhjjYK3YUUEEEAAAQQQQACBwgXo6FS4VaFrsh4CCCCAAAIIIIAAAgjUg8AxxxyjTz/9VH/5y1+Kerfvv/9eJ554ovbbb7+i/iK3qDdhZQQQaAwCfzjH/AfC6XqSe1lTJA+kvUzHOy+P1s1dBmcfRmcy8X29iFlulh3zQ1pu5Ra6oOcGWo5OTtGJGQIIIFCOAq1WW1zb9j1cXvqvef8dr9yIfbGeXASsMmPiNH1y2lMa+fq38TqRvn749cbrXnokuZt43SPJ06XnSSTrJHVKBBqLwNixY2MHp4suuqjgU15xxRXlf1zTpUuXgrdhRQQQQACBshDgIBFAoMQE6OhUYh8Ih4MAAggggAACCCCAQGUI1M9ZLL300urTp48eeOABrbbaakW96UMPPRS/Au+KK67Q5MmTi9qWlRFAAIF8gfwHwel6kntZUyQPn71Mxzuv/KKbugxWsDcMweYxpBCChaQgewWFEOLX1F3QfX0tvzIjORkKEwIIIFDWAq3aLKFt+xyuVqssJvstb+cSZIlPCiGbW2JT0MxJ0/Tp6U9pxOvfMLKTeCEw7wL+FXUdO3aUf2VdoXvbbrvt9OCDD+rwww8vdJMKWo9TQQABBBBAAAEE6leAjk716827IYAAAgggkBVgjgACCCBQqwL777+/PvvsMx133HFF7ffXX3/VOeeco7333lvPPfdcUduyMgIIIJAIeOelJPcyXU9yL2sK79jky7xMx7veyemy7xQH8chYEUfw8CSbe9WXWU1LL7+gLuyxgVZYdSE/BAIBBBBAoFQE5uE4WrddUj6y00IrL2p7SX7/2299vwDkwq8fns4YP1Wfnvakfn4zOwJg+nri63jdy3TYTuMoUN6W5OnS8ySSdZI6JQKVKtC9e3dtscUWGjp0aMGn6P8O9a+q22STTQrehhURQAABBBBAAAEE5l6Ajk5zb8eWdSjArhFAAAEEEEAAAQQQKFagefPm6tmzp5599lmtvfbaRW3u2+y6664699xzNXLkyKK2ZWUEEGjcAvkPftP1JPeypkgePHuZjvde/UU3eicnZUftiIN3ZGcRPKae2eJllm+hC3tuoBVXK79OTn4KBAIIIIBAzQKt2y2lP/c9QguttJjiJcF+74cQZ1YPCsFC9grSjPHT9MlpT2jUm9/NdmSn5Hrj1ybbks5OjkAgYAI+GtNJJ51kWWFT69at5R2j/N+hrVq1Kmwj1kIAAQQQQKCRCnDaCNSmAB2dalOTfSGAAAIIIIAAAggggECDC+ywww766KOP4khNxRzMjBkz1KVLlzi6k3+tXTHb1tG67BYBBEpcIHlAnBxmup7kXtYU/qDZl3mZjndfHa2esZOT7zk3goelvm52BCcfzcPC2pZebkFd0GN9rUQnJ9NgQgABBCpToHX7pbRt38O00IqLxsuAj+AUz9QSvzbYlSJ7UbCl08dN1SenPqGf386O7BSX23p+nfE8KT1PwveVnydtXqbD10vXyRGoBAEfHbhTp07q3bt3waez0UYbxa+qO+GEEwrehhURmI0AixBAAAEEEECgCAE6OhWBxaoIIIAAAgggUEoCHAsCCCAwe4HLL79cb7/9trbccsvZr5i39M0339R+++2nE088Ud9++23eUqoIIIBAViD/QW+6nuRe1hTJg2Yv0/Hea7/opsu/twfWwd4oyH9s5pNCCJJNsjKEoNjJqfv6Wnn1hcULAQQQQKCyBRbpsIy26Xt47Oxkl4DsyVoSQvDLghRkryCrasa4qdmvsXt7cIWM7GSnxoRAHQn06dNH3snJOzsV+haHHnqo/I9jtt9++0I3YT0EEEAAAQQQQACBWhSgo1MtYrIrBEpKgINBAAEEEEAAAQQQ0CabbKLXXntNV111leaff/6iRHr06KG99tpL99xzT1HbsTICCFS+gHdeSp9lup7kXtYU3rHJl3mZDu/kdONl9lB6ZkbxJxPnsoostchYno0ll2muC7qvr1Xa0skp/Vk0ypyTRgCBRiOw6BrLaJs+h6vl8otUXQ/8euLXiHitsFmsWzltzGR9fOrj+vmdwbGzU2y3Ff2643lSep6EQ+bnSZuX6fD10nVyBMpR4OSTT9Zhhx1W8KE3adJEl112WRz5acUVVyx4O1ZEAAEEEEAAAQRqRYCdVAnQ0amKggQBBBBAAAEEEEAAAQQqVeCMM87Qxx9/rF122aWoU/zkk0905JFH6qijjpLnRW3MyiUhwEEgUNsC+Q920/Uk97KmSB4se5mO/7z+q27uMsQeRtsRh6D4Eyz3yUprUgjZZImlvZPTelq1HZ2cnIdAAAEEGpPAoh2X0dZ9DlML7+wULwtBwQFsFmIWrBYsC5oxZoo+9a+xe/d7u778FsOvT379yS+TNts4dqz15UmeLj1PIlknqVMiUC4CP/74o/70pz+pW7duBR/yGmusEb+q7txzzy14G1ZEAIH6FeDdEEAAAQQajwAdnRrPZ82ZIoAAAggggAAC+QLUEWhUAv4/pp988kndcsstWmyxxYo697vvvlt77LGHevbsWdR2rIwAApUlkP9AN11Pci9riuQhspfp+ODNMbrx8sGaMeO3HFhG/pOryCo+xQfPiy+1gC7ssb5Wa9+qajEJAggggEDjElis03LykZ0WXKZ1vDZk/PR/n1nNKx7StF8na+BpT2j0e9/Hjk5+/fHrVH7pbUnYDrL7zWT34e1Jm5fpSJal28hLUoCDygk89dRTat++vV5//fVcy5yLPffcM3Zy2meffea8MmsggAACCCCAAAII1LkAHZ3qnJg3QACB8hXgyBFAAAEEEECgEgX+/ve/69NPP9XBBx9c1OkNHjxYJ5xwgvbff3+99dZbRW3LygggUP4C+Q9y0/Uk97KmSD9Q9jyJD94ao56XDdbMmVmjEIsQR+KQzWOEONcSSzXXhd3XV5sOrcQLAQRqU4B9IVB+Aot1Xk7b9j1cLZZtLR/wT3atkM08D1Z6LnsFi2mjJ2ngaU/ql/d/qLazU3Lt8mtTkttmdHZyBKKiBC655BLtuuuumjRpUsHndeaZZ2rAgAHq1KlTwduwIgIIIIAAAggggEDdCsx9R6e6PS72jgACCCCAAAIIIIAAAgjUmcByyy2nfv366b777tMqq6xS1Pv0799fu+++u6644gpNnjy5qG1ZGYGyFOCg44PeNIM/BE7qSe5lTZE8OPYyHR++ne3kNH36b1XvEcfOyPh4ThZWJsM5LbrEArGT0+pr0MkpsadEAAEEGrvAYmstH0d2ar7UwvFy4bN4LcqOA5ibW6tdT6b8PFGfnPK4fvnghz90dvJrU9zO1kvn7pu0J3m69DwJXy/JKREoNYHx48fHEXovvPDCgg9t+eWX11133aUrr7xSTZrwKK1gOFZEAIHyFuDoEUAAgTIR4O6sTD4oDhMBBBBAAAEEEECgNAU4qvIWOPDAAzVw4EAde+yxRZ3I6NGjdc4552jvvffWc889V9S2rIwAAuUlkP/gNl1Pci9riuSBsZfp+O87Y+NITjOmZ1LjbijmCkHxJ8heQYst6Z2c1tPqHVtZnQkBBBBAAIHfBRZbO9vZacGlF7ZGv3CEeA1Rbi5/xeuKNC3X2enXD36ks5O7EI1CwEfj9a8xf/zxxws+32233TZ+Vd2RRx45yzZUEEAAAQQQQAABBEpDgI5OpfE5cBQIIIBApQpwXggggAACCJS8QMuWLXXTTTfp6aefVufOnYs63meffVa77babzj33XI0aNaqobVkZAQRKX8A7L6WPMl1Pci9rCu/Y5Mu8TId3cupx2WBNm5odySmTepNs7nMPadHFm+mCbuup3ZqtU2uRIoAAAiUnwAE1oMDi666orXofruZLLhSPIlM1llOsVs38mjRt1AR9fMpj+vXD4jo7+U58++pKb0siWSepUyLQkAI9evTQ5ptvrp9++qngw/A/gnnooYe02WabFbwNKyKAAAIIIIAAAgjUr0CT+n073m1WAWoIIIAAAggggAACCCBQKgI77bSTPvnkE5111llFHdL06dPVpUuXOLrTgAEDitqWlRFAoHQF8h/UputJ7mVN4R2bfJmXv/32W9XIGR+9O1Y9L892cpKPsOGhIFkpe3kRFDxT60Wb6cJu66l9Jzo5GQgTAggggMBsBJZYS8pBzwAAEABJREFUb0Vt3ecINV+ipV1F7DriFxRb3zKrW2JTCNmad3b69NTH9et/C+/s5Ne0JGxX8jxdep5EsiypUyLQEAJHHHGETjzxxILfeuGFF1bXrl3jH8EsuuiiBW/HiggggAACCMwqQA0BBOpDgI5O9aHMeyCAAAIIIIAAAggggEDNAiW25IorrtCbb75Z9F/wvvHGG9p333110kkn6bvvvhMvBBAoX4H8B7TpepJ7WVN45yZf5mU6/vvuGPlITlMmz1R2sI1MfFBs81xpzRmPjFotMn+2k1NnOjmV739JHDkCCCBQvwJLrL9iHNmp2WItstcVv6bYIfg1KbnW2AK70EhTho/XJ6c8pjEf/VTVGdfXS65bnnt43UsP21Wckjy/jAtzs2RZrkqBQL0JDBo0KI7U26tXr4Lfc4MNNohfVef/lit4I1acOwG2QgABBBBAAAEEakGgSS3sg10ggAACCCCAQB0KsGsEEEAAgfoX8K8p8M5O3ulpvvnmK+oAunfvrr322kvF/I/1ot6AlRFAoE4FZvdgNlnmZU2RPBD2Mh0fvTdWN14+RFOn/KZgPz7JZiEE+cvnHp63yo3ktMbai3iVQAABBBBoJAK1cZpLbriytu57hJov1lK5S4w8CbKfIMkbrfRi2vAJ8pGdxnxceGen9PVP9vK6FUpKz5Oori1ZRolAXQj069dPHTt21MCBAwve/SGHHKL+/ftrxx13LHgbVkQAAQQQQAABBBBoWAE6OjWsP+8+7wLsAQEEEEAAAQQQQACBOhPwr7H7+OOP5V9rV8yb+Db+VQlHH310/Dq8YrZlXQQQaDiB6h7IJm3p0vPqwjs2ebuXHp57fPyfsep5+feaPGmmPQiOA2lUzXx5+owXbp0dyanjOnRySrtIoooAAgggUKCAd3baqs/harZIi1m2yGS8ajOfPJTRlKHjsp2dPhnKyE7OQ5StwKmnnqq//OUvRR3/JZdcor59+2qVVVYpajtWRgABBBBAAIE6FWDnCMxRgI5OcyRiBQQQQAABBBBAAAEEEGjMAmuuuaaefvpp3XTTTVpkkUWKorjrrrvi6E49e/YsarviV2YLBBCYV4H8Dke+v6QtXXpeXSQdm7z08HW8/Pg/Y9Tz8iGaPOk3+SgaIQQvLJc8CcHqspeVC7WaXxd2XVdrrlPc7xrbmgkBBBBAAIFZBJbcaBV5Z6cFFmmhkFsSgmcWPsXwmWJnp4GnPq6xnw4tuLOTX+d8tzWVviyJZJ2kTolAbQoMGzZMW221lW644YaCd9uuXTs98MADOv/88wvehhURKB0BjgQBBBBAAAEEmkCAAAIIIIAAAghUvAAniAACCNSCwLHHHqtPP/1UBx54oIp5ffvttzrhhBO0//7766233ipmU9ZFAIF6EqjuAWzSli49n114xyYPX8dL7+TU/bLvNXHCDGWHcspY4WEnlvHw3MLSFi3ni52cOq23qNWYEEAAAQQQmHeBpTZZVX/qfZiaLryAspcdm/uwTkkR82xl8o9j9Okpj2nswGHl3dlp3tnYQxkJ+B+ktG3bVq+99lrBR73bbrvpwQcfjP8+K3gjVkQAAQQQQAABBBAoKQE6OpXUx8HBINAwArwrAggggAACCCCAQGECK6ywgu677z7169dPK664YmEb5dbq37+/9thjD1155ZWaMmVKrpUCAQQaWsA7JeUfQ9KWLj2vLrxDUzp8Ha9/8v5Y9fCvq5v4m0LwETM8FHOvyqpWUwhBLRdqqou7r6fO69PJSbzqVICdI4BA4xNYatPVtHXfI9Vs4QXiNcdmkl2D7PKjEHKJgkIImvLjWA089TGN/YzOTuJV8gKXXnqpdtllF02cOLHgYz399NM1YMAArb322gVvw4oIIIAAAggggEA5ClT6MTep9BPk/BBAAAEEEEAAAQQQQACB2hY4+OCD9dlnn+nvf/97Ubv++eefdfbZZ2vvvffW888/X9S2rFznArxBIxTwTkn5p520pUvPZxfescnD1/Hykw/GKjuS02+/j6DhmQ+aYaUPoGGFvXVGC7aYTxd1o5OTYTAhgAACCNSRwFKbraat+hyhpi2b2TvEi5H8WuTXreR65Lkt0eQhYzTQR3b6fDgjO5kWU+kJeMemPffcUxdccEHBB7fsssvq9ttv1zXXXKP555+/4O1YEQEEKlaAE0MAAQQQKHMBOjqV+QfI4SOAAAIIIIAAAvUjwLsggEC+wMILL6xbbrlFTz75pDp27Ji/eLb1Z555RrvvvrvOO+88eeen2a7MQgQQqBMBf6Cbv+OkLV16Xl14h6Z0+Dpe//TDsXEkp4kTfou7DzYPIc4lK4PsJ0hWaMEWTePX1a21ASM5iRcCCCCAQJ0KLLV5m9jZaf6WC8ivQXZJUgh2QbLJEpuCguxlM+/s9Nmpj2ncIDo7mUgjnEr3lN9++2116NBBjz32WMEHufXWW8evqvvrX/9a8DasiAACCCCAAAIIIFDaAnR0Ku3Ph6NDAIFyEeA4EUAAAQQQQKDRCvjXJfjoTmeccUZRBlOnTtXll18eR3d6+OGHi9qWlRFAYN4EvFNS/h6StnTpuYev62V+eMcmD2/38rOPxqnH5UM0fuxM2yQjHyXD5vLlNrN6xopsNG8+ny7suo7W2WgxW5cJAQTKRoADRaCMBZbecnVt2fsINV2wmV2P/LJkV6ns0E5Wt+uTn5s12RJNGvxLHNkpv7OTX9P8muelRzr3etyF79OS/Lo1VU3JsqoGEgTmIHDjjTdqs802048//jiHNX9f7CPw9u/fX1tsscXvjWQIIIAAAggggAACZS9QLx2dyl6JE0AAAQQQQAABBBBAAAEE5iBw1VVX6fXXX9cmm2wyhzVnXezb7LPPPjrppJP03XffiRcC5SxQDsde3YPVpC1dep5E+iGu5+nwdbzunZy6X5bt5OQDZESLoDg6RgieeFjdiuYLNtVF3dbVuhsvLl4IIIAAAgjUp8Ayf1pdf+pzhOZv0cyuUXZR8muUZ1ZaLXcowVs0efCv+uzUxzXuixFVX2Pn17wk/Bro4XUvk/CdeF5d6W0EAsUKHHXUUTr++OML3qxly5a6/vrr4wi8SyyxRMHbsSICCCCAQOECrIkAAgg0pAAdnRpSn/dGAAEEEEAAAQQQaEwCnGsjEPC/FPavU/CRmoo93e7du8fRnXr16lXspqyPAALzIFDdg1hv8/Ddepkf6Qe6nsdOTpcP0dgx05WJP75lNnxgDN/eR8ewRZq/WRNdeMPaWndjRnLKCjFHAAEEEKhvgWW2aqsteh2uJgs0jZcnn/m1yq9ZybF47te0Sd+Nln+N3YSvRlZ1dspkbImFXwOry73N91NT6cs8kuWeEwhUJ/Dll19q7bXX1t13313d4mrb1ltvvfhVdaecckq1y+upkbdBAAEEEEAAAQQQqEMBOjrVIS67RgABBBAoRoB1EUAAAQQQqByBc845R5988ol22GGHok7qo48+0hFHHKGjjz5an376aVHbsjICCMxZIP+BalJPl557+N7SD3C9zev5MeiT8erR5QeNHTPDNgkKwcIyKchfPg8hzmMnp4u6rqv1N2VkAbchEECgsQpw3qUgsOw27eLITvN5Zye7ToUQsleukD06L0JsCZr07ej4NXYT/jeqqrOTXw+Ta6OXHkmb5x6+p5pKX+aRLPecQCAtcO+996pDhw7x31Xp9tnlBx10UOzktPPOO89uNZYhgAACCCCAAAIIlLkAHZ3K5QPkOBFAAAEEEEAAAQQQQKCsBDp37qxnn31WPXv21MILL1zUsd91113aa6+9dOONNxa1HSsjgEDNAvkPUpN6uvTcw/fiZTr84a1H0ub5oE8nqNvlQ/TrL9N9MAzbLDvChY+CERsssUm+TdOmQRd1XUcbbLa4rTebiUUIIIAAAgjUk8Cy27bXlr2PUJOmTeK1yq9ZPvqgX8M89+uX59428ZufNfDkRzThazo71dPH06jf5rTTTtMhhxxSlMFFF10k7xzVpk2borZjZQQQQAABBBpMgDdGAIG5FqCj01zTsSECCCCAAAIIIIAAAgjUt0A5vt9xxx2ngQMHav/99y/q8L/55hsdf/zxOuCAA+Rfh1fUxqyMAAKzCGQf1P7elNTTpecevpaX3pHJSw/P8+OLgRPU7bLBGvPL9DjehW8ny0IMZV9BVpOazt8kdnLacHNGchIvBBBAAIGSElj2z+21ZZ8jNN/888VrVvbgQsxDCFa1yE6a9M1ofXbKoxpPZydzYaoLgREjRmjrrbfW9ddfX/DuV199dd1333268MILC96GFctDgKNEAAEEEEAAAQRqEmhS0wLaEUAAAQQQQKDsBDhgBBBAAIESFVhppZX0wAMPqE+fPlpuueWKOsoHH3xQe+yxh6666ipNnTq1qG1ZGQEEJO+olHZI6ukyyX09z71Tk5cennt47uH5l59NUNdLv9evo2fYG8TJN7XIKPtjaW5qMl/QRTesrY22oJNTjoQCAQQQQGDeBWp1D8ttt4a26H2EQtPfHxdk7B38mpZc5WLdZhP/97MGnfqYJnwz+5Gd/JqZDttd1TXZ29N1zz2Sds+JxifwzDPPyDstvfrqqwWf/C677BK/qu7AAw8seBtWRAABBBBAAAEEECh/gd//5VL+58IZIDAHARYjgAACCCCAAAIIINCwAn/5y1/0+eef65hjjinqQEaNGqWzzjpLe++9t55//vmitmVlBBqzQP4D06SeLvNz78jkbR6ee6Tzrz6fKO/kNOaXGQrBh7gICo6cm4UQsnWbzzdf0MU3rKONt1zS1yDqTYA3QgABBBAoVmC5/1tD8Wvs5ss+Mgi2g2DXMsXIzu0SJ39N+GqUBp36uCZ8+7P8OplEcr1MSm/3PAnf1vPqSm/zSJZ7TjQegcsuu0w777yzJkyYUPBJn3rqqXrooYe07rrrFrwNKyKAAAIIIIBApQlwPo1VIPuvlsZ69pw3AggggAACCCCAAAIIIFDPAq1bt9Ztt92mxx9/XB06dCjq3Z9++uk4utN5552nn3/+uahtq1YmQaCRCOQ/KE3q6TI/Tz+Qzc+97p2cbrh0sEb/PD2OSuHbx1AmN+BFJtfuyBlddP3a2vhPjOTkGgQCCCCAQOkLLLd9xziyk/dtsitavKbFC1zuMheveRlbYjH+ixHxa+wmfFdzZ6f0+knuCp5XV3qbR7Lcc6KyBaZMmRL/mOP8888v+ESXWmop3XrrrbruuuvUvHnzgrdjRQQapQAnjQACCCCAQIUK0NGpQj9YTgsBBBBAAAEE5k6ArRBAAIH6Ethtt900aNAgnX766UW9pT8MuPzyy+MDgYcffriobVkZgcYikP+ANKmny/zcOzJ5m4fn+fG/QRPV9bLv9cvPv4/k5J4+ukV2xItYs2fDVgvSxV3X0SZbMZKTqxAIIIAAAuUjsNwOHePITvIrml/krMxN1hQUQjYs0cQvRurzUx7TpO9/me3ITn5tTYfs5eqzweUAABAASURBVHUrcp2pVFV6m0ey3PO6CvbbsALvvvuu2rdvr0ceeaTgA9lyyy3jV9X97W9/K3gbVkQAAQQQQAABBBCoPAE6OlXeZ8oZIVCXAuwbAQQQQAABBBBAoJYFrrnmGr366qvaaKONitrz66+/rn322Ucnn3yyBg8eLF4IIJAVyH8wmtTzS1/b2zy8U5OXHvm51//3xUTdcNn3+nnkdN/Mn8Zmw2u5US48tUZl7OeiG9bWZlvTySlrwrxMBThsBBBoxALL79Qpdnbya5pf25zCLneWxnm2zGTziYNGaOBJD9PZyZGIggVuuukmbbLJJhoyZEjB2/z1r39V//79tdVWWxW8DSsigAACCCCAAAIIzFGgLFego1NZfmwcNAIIIIAAAggggAACCFSSwJ/+9Cf5XzRfeumlRZ9Wt27d4uhOvXv3LnpbNphbAbYrVQHvqJQ+tqReXeltHt6RyUsPz/PDOzl1vWyIRo/0kZxyew9BPpKFF7GUvaxJCrr4+nW0+TZLiRcCCCCAAALlLLD8zp20Ra8j7RTiBc6ucFII2dwSm4KFpKA4stNnpzyiSUN+ZWQn8ZqTwNFHH63jjjtuTqtVLfevp/M/Drn99tu19NJLV7WTIIAAAvUjwLsggAACCJSiAB2dSvFT4ZgQQAABBBBAAIFyFuDYEUBgrgXOO+88ffTRR/q///u/ovbx3//+V4cffrj8r5wHDhxY1LasjEClCHhHpfS5JPXqSm/LD+/glLR57vH1F/51dUM0avi0+JU6cfCKjA9kEWfWls2tZol04bWdtfm2jOSU/hzIEUAAAQTKV2CFXTpps7sPi9c4v9Yl10m/AGZzW2QLPJ/w2Qh9dvLDmvTDr3R2Kt+PvPgjL2KLr776Suuss47uuuuugrfy9R988EGdfvrpBW/DiggggAACCCCAAAKVL0BHp8r/jDlDBBAoMQEOBwEEEEAAAQQQmJ3A2muvreeff17du3dXy5YtZ7fqH5bdeeed2muvveRfBfGHhTQgUMEC/oA1fXpJvbrS2zy8I5NHkielt3l88+VEde0yRKNGTJePVuERB7IIVvXEQ5IX1qQLrl1LW27HKAPihQACVQIkCFSCwIq7raXN7j5cfq0LISiEIJvZZKVkpYUst8k7Ow069VFN/nEMnZ3EKy1w3333qX379vr444/TzbPNDzjgAHknp912222267EQAQQQQAABBBBAoPEJNCmxU+ZwEEAAAQQQQAABBBBAAAEETOCEE06Qj8607777Wq3w6euvv45fBeEPBt5+++3CN2RNBOpXoNbezTsopXeW1KsrvS0/vFOTt3mZxDdfTdQNlw/RiGHTbNc+VIUVNsURnaz0kSxixFw6/5rO+tN2fF2dcxAIIIAAApUnsOLua2nTOw+ruvR54tfOeKZ2mfy9zGjcJ0P1+SmPaPJPdHaKLsziaEwHH3xwURIXXHCB7r//frVt27ao7VgZAQQQQKAkBTgoBBBAoNYF6OhU66TsEAEEEEAAAQQQQACBeRVgewSyAqussor69++vXr16aZlllsk2Fjj3v3720Z2uuuoqTZ06tcCtWA2B8hKoesiaO+ykXl3pbUl4hybP06XnHt/+b5K6dflRI4dNV7AfeQSfB/kgFvKXJSF4Pei8qzprq/9jJCdnIRBAAAEEKldgxT3W1qZ3HJo9wdw10AopSB4xtySEoPGfDNWgUx7V5KFjGdlJjfc1atQobbPNNrruuusKRlhttdXUr18/XXzxxQVvU/4rcgYIIIAAAggggAACxQrQ0alYMdZHAAEEEGh4AY4AAQQQQACBRiZw2GGH6fPPP9fRRx9d1JmPGDFCZ511lvbee2+98MILRW3LygiUuoB3VEofY1KvrvS2JLwzk+fp0nOP776eFEdyGvbTFPkAFb6eLPORnDzPltZiidfPvWJNbb0DnZzSnwM5AgggUKsC7KykBFbaax1tcttf5NfAbPg10SNjbX6oXlpYOu7jnzTolIc1edjYP3R2ym6bie1JnpS2qe3Lr8LZ/abrnnv4ul4SpSvw3HPPafXVV9crr7xS8EHutNNO8avqih39qeA3YEUEEEAAAQQQQACBihGgo1PFfJS/nwgZAggggAACCCCAAAIIVJ7AoosuqjvuuEOPPvpo0V/h8PTTT2uPPfbQ+eefr9GjR1ceDmfU6ATyH3Am9epKb0vCOzN5ni499/juG+/k9IOG/+RfVxcUTDWEOFeukKzqeQhB517ZWdvsWNxIa6rlF7tDAAEEEECgvgVW2ntdbXr7oZJdC2UvL4KCfPJZsCQo+xr30VB9ccojmjJ8XOzU5NfbJPx67OF1L9PhW3u9utLbPJLlnhOlJdClSxftuOOOGjduXMEHdvLJJ8eRbNdff/2Ct2FFBBBAAAEEGpMA54oAArMK0NFpVg9qCCCAAAIIIIAAAgggUBkCFXsW3mHpiy++0KmnnlrUOU6ePFmXXXZZHN3pkUceKWpbVkaglATyH2wm9epKb0sieZCaLj33GJzr5DT0x9+/5tHHksgoO4+FI3jVynO6rKltd2QkJ6NgQgABBBBohALe2WmTWw/Jnnnu2pi9VvqV0yO7yOdj//uTPj9pgKaMoLOTe1RyTJs2Tfvss4/OPffcgk9ziSWW0M0336wbbrhBLVu2LHg7VkQgT4AqAggggAACCDQyATo6NbIPnNNFAAEEEEAgK8AcAQQQQKCcBZo0aaLrrrtO//73v7XBBhsUdSqvvfZa7Ox0yimn6Pvvvy9qW1ZGoKEFMpnkaWr2SGqqe3s6vDOT19Ol5x7ffztZN3T5QcN+nKbgu/WhKaz0PMSWIC+CzXzR2ZetqT/vxEhO4oUAAgggUCYCdXOYK+2znja+5RDZ5TGGXyM9iddL/f4Klo7/aKgGnfywpowcV+PITn6dzg/btOpr7Dz38HW8TCK/nrRT1q/Ae++9p3bt2unhhx8u+I0333zz+FV1//jHPwrehhURQAABBBBAAAEEEHABOjq5AoFAvgB1BBBAAAEEEEAAAQTKQGDrrbfWf/7zH1188cVFH23Xrl1jh6fevXsXvS0bINAQAvkPMtN1zz38uLxMh3dm8nq69Nzj++8m6/rLh+inIVPjg9TYjSp2psrEgSl8O3lmCzw/69KO2m4XOjm5c8UEJ4IAAgggMNcCK++3vja66eDsNdSulX7N9CtoTH2vdk313K+h4z78UYNOfkRTRo2vtrOTX5d9vfzI7iYT38NzD1/HyyTy60k7Zf0I+IhMG2+8cVF/RHHUUUfFTk7bbLNN/Rwk74IAAggggAACCCBQUQJ0dKqoj5OTQQABBBBAAAEEEEAAgcYocMEFF+jDDz/Un//856JO37c5/PDD9de//lUDBw78w7Y0IFAqAvkPMNN1zz38WL1MR/LQNF167vHD91N0w+U/6KcfptmmQSFYWJadsnkIwaoWNp112Zr6v12XtToTAggggAACCCQCK++/gTa+KTeyk0LuJ7fUrqPB0hDiXOM++EFfnPyIpv5MZydjqYjpr/bviH/+858Fn0uzZs101VVX6c4779Ryyy1X8HasiAACdS/AOyCAAAIIIFBOAnR0KqdPi2NFAAEEEEAAgVIS4FgQQACBkhJYd9119eKLL8pHamrevHlRx+YPGvbee2/ddNNNRW3HygjUh4B3XEq/T7ruuYcv9zId3pnJ6+nSc48fvp+s6y8boh++n+qDT9jm2ZEifNQJq8TJc2u1PKMzLu6o7XdlJCfDYEIAAQQQQOAPAisfsIE27HGgtfuV08PS3JS+nvogiWPfHxJHdpr684RyGtkpdzYUicD//vc/+b8//N8RSducys6dO8dRnM4444w5rcpyBBBAAAEEEEAAAQRmK0BHp9nysBABBOZegC0RQAABBBBAAAEEGkLgpJNO0meffRa/lq6Y9/eHFccdd5wOPPBAvfPOO8VsyroI1JmAd1RK7zxd99zDl3uZDu/M5PV06bnHj0Mm6/rLf9QP309TboAJ20Ww3EJBio1WSAr2c8ZFHbXj7suKFwII1CRAOwIIICCtctBG2rDHQQrBr54uEnwmn4fc3ItgreP+M0RfnPKIpv0ykc5O5lHodMIJJxS6ap2ud//996tdu3b66KOPCn6ffffdN3Zy2mOPPQrehhURQAABBBBAAAEESk2gdI6Hjk6l81lwJAgggAACCCCAAAIIIIBArQisttpqGjBggO6++24tueSSRe3zgQce0F577aWrr75a06ZNK2pbVq5GgKa5FvCOSumN03XPPXy5l+nwzkxeT5eee/w4ZErs5DTkuynydTx8dAkf1snzOAZF5vexJ/514RracQ86ObkzgQACCCCAwJwEVjl4I23Q7YDspdXndk31a6tfY/1am2uK1+Cx736vQSc/rGm/TqKz05xgbbkb9uvXT5tttpnVGm7y0ZgOOuigog7g3HPPVf/+/dWhQ4eitmNlBBBAoOwEOGAEEEAAgXoToKNTvVHzRggggAACCCCAAAL5AtQRQKBuBY444ggNGjRIRx55ZFFvNHz4cJ155plxVCj/OryiNmZlBGpBwB/mpXeTrnvu4cu9TId3ZvJ6uvTc46cfpuj6Lj/o+++mKo4oEbyIM8kaQgzlXkGnX9BBO+1JJ6ccCAUCCCCAAAIFCaxyyMbaoOsB2XXj6E52hbVSdp2NU7DM61aOfed7fXHyAE37dWLs/OTX6yQymUzsAOVlfsheSZulcfJ6THKz/HquuWwL7+T066+/6u2339Y///nPej+P0aNH689//rOuueaagt97lVVWUe/evXXZZZfFbZghgAACCCCAAAIIIFBbAnR0qi1J9oMAAgjUvgB7RAABBBBAAAEE5llg8cUX11133aWHH35Ybdq0KWp/Tz31lPbcc09dcMEF+uWXX4ralpURmFuB/AeT6brnHr5vL9PhD0a9ni499xj64xRdd9kPGvzNFNs0kx1UIlvE3GcZ+Y8ttum08ztol72Ws4wJAQQQqBcB3gSBihJY9dBNtP4N+8dzsstt7MTk11q71FpuWWz0xRmNeXuwvvCRncZMsmWZ2LnJr90e6eu65+nwrT28zUuPdF5d3dvKNfr27Vt16DfffHNVXh/J888/H/8d8fLLLxf8djvssEP8qrpDDz204G1YEQEEEEAAAQQQQACBQgXKuKNToafIeggggAACCCCAAAIIIIAAAv51dF988YVOPvnkojAmTpyoSy+9NH6d3SOPPFLUtqyMQLEC1T+gzO7Fl3l4zct05D8M9XoSQ3+aEjs5+UhOIQTb3MKnXPjoErJZCMHm0mnnddCue9PJSbwQQAABBBCYB4FVD9tU61+/f7y2hhBsTxY+5SK3QCEEjY2dnQZo2thsZ6fkGu/Xcs+T0vP8sB3HDlJeevhyL5PIryft5VR+9dVXeu6552Y55BAMcpaWuqlcccUV8k5LY8eOLfgNTjzxxNjJacMNNyx4G1ZEAAEEEEAgK8AcAQQQKEwWQKDpAAAQAElEQVSAjk6FObEWAggggAACCCCAAAKlKcBRIVCEQNOmTXXDDTfopZde0nrrrVfEltJrr70Wv8rulFNO0ffff1/UtqyMQCEC+Q8i03XPPXw/XqYjefiZLj33GJbr5PTdN1N8EInsg9BMRl6JhaWee4Pv89RzO2jXfejk5M4EAggggAAC8yqw6uGbat3r9stef/2Ca9fd7PXXE9u7Vfz6azWNefM7DTppgKaNm1w1qpMv8+t5uvQ8P2xPuffwzK7qtt9slp37+tmsPOfp0ZzSZ7Duuuumq7Waz5gxQ/vuu6/OOeecgve72GKL6cYbb1S3bt3UqlWrgrdjxSIEWBUBBBBAAAEEEEAgCtDRKTIwQwABBBCoVAHOCwEEEEAAAQT+KLDtttvqgw8+0IUXXvjHhXNo6dq1a+zw1KdPnzmsyWIEChfIfwCZrnvu4XvzMh3Jw8+kzetJDB86Vddd/qO++2aqFIKCpBBsHsNzC9nLmqSgU85pr932pZOTeCGAAAJlKsBhl6bAakdspvWu3c8OLsgut4qX4TiTvYLVLSxTkMa++Z2+OGmApo+ns5OTJFFTR6ePPvpIRx55ZLJarZX/+c9/1LZtWw0YMKDgfW666aZxFKd//vOfBW/DiggggAACCCCAAAIIzK0AHZ3mVq4ytuMsEEAAAQQQQAABBBBAoBELXHTRRXr//fe1zTbbFKXw4Ycf6rDDDtMxxxyjzz77rKhtWRmBfAHvpJRuS9c99/DlXtYUSeempBwxbKqu6/Kjvv16im+q3CAS8u2Tig/24CNI+LKTz26nPfZbPrtuZc45KwQQQAABBBpMYLWjNtc6V++TXILtemyHkrsI+7U5l1qjNOaNb+PITtMnTGFkJxN58skn9d1331lW/XTPPfdUv2AuW2+55RZttNFGGjx4cMF7OOKII2Inpz//+c8Fb8OKCCCAAAIIIFBnAuwYgUYhQEenRvExc5IIIIAAAggggAACCCBQs0DjXrL++uvr5Zdf1vXXX69mzZoVhXHHHXfE0Z1uvvnmorZjZQQSAX+4meRepuueeyTtnqfDOzV53ct0jBie7eT0zVfZTk7Bh4gI8rlCsEQWPlluk7yT057708lJvBBAAAEEEKhDgTZHb6F1r9nXr8Ly66/sWixLQgheKDuzQtLY17+NIzvNmDS10Xd2qmk0J2OqmkIIVfm8JP5HDMcee2zBu/Cvxb7iiit09913a4UVVih4O1ZEoGEFeHcEEEAAAQQQqAQBOjpVwqfIOSCAAAIIIFCXAuwbAQQQQKBRCJxyyilxdKY999yzqPP96quv5F9RcdBBB+ndd98taltWbtwC3kkpLZCue+7hy73MD+/Y5G1epmPkiKnx6+r+9+VkZfwn44NH+MxqsYgzb5Rvf+K/2opOTq5MIIAAAgggIKmOEVY7egutdcXe8Rpsl2m7Hvv12cPeOGOlNSbzX1/7WoNOfEgzJk8rurOTX+M9bK9xSufekF/3tlKMkSNH6oEHHijo0Dp06FDQetWt9M0338j/+MH/iKG65dW1rbnmmnEUp7POOqu6xbQhgAACCCCAAAIIIFCnAnR0qlNedt4YBDhHBBBAAAEEEEAAAQQqRWD11VfXI488ojvvvFOLL754Uad1//33x9Gdrr76ak2bNq2obVm58QnkP2BM1z33cBUv8+O3336LD0i9TMeokdN03eU/6X9f+khOQfEn+F4sQpBNFkE2s5BOPKOt9j6I0QfEq2ABVkQAAQQQmHeB1f/2J6195T6SXZJ9FkJIUiuDZHOPYOWYV7/WlycN0MwpxXV2kr2S+wdL4+T1mORm+fVcc0kVhYzmlBzwl19+qQMPPDCpFlw++OCD8n8DfPjhhwVvs/fee8dOTnvttVfB27AiAggggAACCCBQTgIca+kL0NGp9D8jjhABBBBAAAEEEEAAAQQQqFeBo446SoMGDdLhhx9e6PvG9YYOHaozzzwzdnh68cUXYxszBPIF8h8spuuee/g2XuaHd2zyNi89PPfwTk7XXv6jvvpism9qkR0PwpLs5AM5WebrShmdcHpb7UMnJxNhQgABBBBAoP4FvLPTWl28k4xdr+NITnYMdq22eW7yiof0y7+/0hcnemen6UWN7JTbUewcXV3ubdn7As9KM/r161fUgRU6+lOyU79vP+CAA5JqQeXZZ5+t/v37q2PHjgWtz0oIIFCRApwUAggggAACDS5AR6cG/wg4AAQQQAABBBCofAHOEAEEECg/gSWXXFL33HOPHnroIa266qpFncBTTz0l/wvvCy64QL/88ktR27JyZQvkP1BM1z33cAEv8yPp2ORlOkaOmKLruvxU1ckpBCnkfmQvz63qk0IIOv601bXvwYzkZDRMCCCAAAIINJjA6n/fSp0v3ytem4MfhV2jY2GzoBDnNovZr//+Sl+e/JBmFDmyk99L+D6SMj+vru5t8xa1s/Wbb76pYkZZSt41BLdLatWXfn++3XbbyUdirX6NP7auuOKK8d8GXbp0UZMmPFb6oxAtCCCAAAIIIIAAAvUpwB1pfWrzXgggUL0ArQgggAACCCCAAAIlK7DPPvvoiy++0IknnljUMU6YMEGXXnppHN3p0UcfLWpbVq5MgfRDRj/DdN1zj6Td83R4xyave+nhucfPo6bq2i4/6YvPJymTHfghlhklPz5+ky2whTbXP09to/0OWdHfhkAAgYYQ4D0RQACBlEDbY7dWp0v3sKu2Ndq1OnfVtrpfte1aboVN8do++iXv7DRAM6YWN7KT3y/Y3m0fvifP7F3ie2VznyfreF4qUczX1uUf88orr5zfVFV/4YUX1KZNG7300ktVbXNKvFOUf8VdsaO9zmm/LEcAAQQQQAABBBCoYIE6PjU6OtUxMLtHAAEEEEAAAQQQQAABBMpdoFmzZurWrZv8wcg666xT1Om8+uqrcXSnU089VUOGDClq28a2ciWfb/4DxHTdcw8/fy/zI+nY5GU6vJPTNf51dYOmxNEekgEMgu/IWkKMWJFs4XGntNEBf6GTk3ghgAACCCBQQgJt/7mNOl+6pxRkrziz1Msgu3xbm01Bskm/vvSVvjp5gGZMm1HU19j5vYXslZSWztLxqbq6tzVUTJ8+XfPS0cnvuffYY48/HP6VV16p7bffXmPGjPnDspoajjvuOHknp0022aSmVWhHAAEEEJgLATZBAAEEEJg3ATo6zZsfWyOAAAIIIIAAAgjUjwDvggACJSDgf8393//+V+eff37RR3PDDTfE0Z3m5aFN0W/KBiUhkH6o6AeUrnvukbR7ng7v2OR1Lz089/jll+m6tsuP+uKzyfFBZRyjIc6kbOFzD9+z9M+T2+iAQ+nklNVgjgACCCCAQGkJtD1uG3W6+PeOOZl4Nf/9Oh6rdsjxHuCFL/TVyQ/ptxkzK7azk98v++iodspzPT3++OO66KKL4vbutt9+++nss8+O9UJmrVu3Vvfu3dWzZ08tuuiihWxSm+uwLwQQQAABBBBAAAEEZitAR6fZ8rAQAQQQKBcBjhMBBBBAAAEEEKg/gUsuuUTvvfeettpqq6Le9IMPPtChhx6qv/3tb/r888+L2paVy1PAH6yljzxd99zDl3uZH0nHJi89fLmXv4yepqsv+0GDPpsihWCThexluc2tLmVbgvz1j5NW04GH0cnJLQgEEKgEAc4BgcoUaHv8tlrzot3tGi4Lv4Z7eG6RTRWCJRa/vPCFvjzpIf0287eK7OzkHZ1UC6+LL75Y77//fvyquoceeqjgPW688cZxFKcTTjih4G1YEQEEEEAAAQQQQACB+hRoHB2d6lOU90IAAQQQQAABBBBAAAEEGoHAhhtuqFdeeUXXXnut5ptvvqLO+Pbbb49fZ3fzzTcXtR0rl5eAd0xKH3G67rmHL/cyP7xDk7d56ZHkY36dLv+6us8/nSRlMjF8mWVWzUjKWGnNXlr8/cTVdPDhK/nbEAgggAACCCBQ4gLtTvyzOl64m13B7Xruc7vA22TXdq/b9T137bdFGv3cIH15Uv+qjk7p+wW/N0jqntcUCYcvT3Iv8+veVl/x2Wef6eWXX661t/N79u+++67g/R122GGxk5N/xV3BG7EiAggggAACDSHAeyKAQKMWoKNTo/74OXkEEEAAAQQQQACBxiTAuSJQFwKnnXZaHJ1p9913L2r3X331lf75z3/qoIMO0rvvvlvUtqxc+gL5DwjTdc89/Cy8zI/kwaSXHr7cy7Fjpuvqy37U5wMnV43oIAWFEOSvbJHNpaB/nLCaDjmCTk7ihQACCCCAQBkJtDtpO615we52JQ/KXtvt4C0JsbC55coVvzw7SF/5yE6/FTeyk+0q23nKO055xcLvN6yomvLrVQvqOKmt0ZyKPcwmTZro8ssvV69evbTSStw/FetXiutzTAgggAACCCCAQCUL0NGpkj9dzg0BBBBAoBgB1kUAAQQQQACBuRRo166dHnvsMflITYssskhRe7n//vu1995765prrtH06dOL2paVS1Mg/8Fguu65hx+5l/nhHZq8zUuPJB87doauuuxHDfxkkg/iYA8nbQ8+xIPVfB2rydJY+Oxvx62iQ47kIZ1bEAgggAACfxCgocQF2p28ndY4b5ffjzJe8+1S7x2TYnhuYWuMfuZzfXXyQzWO7OT3CdWFbWr3E5kYnnv4el4mkV9P2uuybIiOTmussUYcxemcc86py1Nj3wgggAACCCCAAAII1JoAHZ1qjbLSd8T5IYAAAggggAACCCCAAAKzF/jrX/+qL774QoceeujsV8xbOnToUJ1xxhmxw9NLL72Ut5RqOQnkPxBM1z338PPxMj/SHZvS+dixPpLTDxr4yWTFERxs5oM5WGH1oBAsZK9gYdMxx62qQ49e2TKmuRNgKwQQQAABBBpeoP2p22uNc3eVX97tUh8PKASrxZBCCBaSgjT66c/11SkDqu3s5PcUHvn3HV6Xvbz0sDRO6dwb8uveVlfxyCOP6Mcff6yr3Ve73z333DN2ctpnn32qXU4jAggggAACCFSyAOeGQPkK0NGpfD87jhwBBBBAAAEEEEAAAQTqW4D3m6PA0ksvrd69e8cHJsV+7cWTTz6pvfbaSxdeeKF+/fXXOb4XK5SWQP6DwHTdcw8/Yi/zI3kA6aWHL/dynHdyuvxHffLRJNs0E4du8GUecQSnTHYkBlsiS/XXf66iw45mJCfDYkIAAQQQQKDsBdqftr06nLNLvMZnr/U29wt+LLL3APF+wGajnxqor04p75Gd+vXrV6+f2Zlnnhnv2Tt16lSv78ubIVA2AhwoAggggAACCJSsAB2dSvaj4cAQQAABBBAoPwGOGAEEEEAAgURgv/3205dffqnjjz8+aSqoHD9+vC655JI4upN/HV5BG7FSgwvEjkepo0jXPffwxV7mh3do8jYvPZJ8/LjpuuaKofr0o8kKIdjmFj7F8Jk3hbgsWPrXf6yiw//KSE5GwYQAAggggECdRzMQDAAAEABJREFUC9TXG7Q/fQd1OHtn+bU+BJvHkLKF12WvYPWgX576TP87rTxHdvIRTgcMGGDnUvfT8ssvr7vuuktXXnml5p9//rp/Q94BAQQQQAABBBBAAIFaFqCjUy2DsjsEZiPAIgQQQAABBBBAAAEEGpVA8+bN1aNHDz333HPq3LlzUef+yiuvyL9K47TTTtOQIUOK2paV61fAOyal3zFd99zDl3uZH+mOTel8/Pjpuuryn/TRhxOVsY19u+xwTnEeR3bILbA8oyP/vrKO+BudnIyKqTQEOAoEEEAAgVoU6HDGjmp/5k7xmm+zeDOQG9gp5j7zewW/Zxj9xMAaOzvFdWzD6ko/3KTdcw+ve5lEfj1pr42yb9++tbGbgvax6aab6sgjjyxoXVZCAAEEEEAAAQQQmK0ACxtIoEkDvS9viwACCCCAAAIIIIAAAggg0EgEtt9+e33yySc699xzJRV30tdff30c3ak+H/4Ud4SNe+38B37puuceLuRlfqQ7NqXzCRNm6OrLf9LH//Wvq5OCpBDi3BKfgtUlBUnWftTfV5GHeCGAAAIIIIBAxQp0OHMndThzZ/m1X3YPEEKQTVaXvTy3sEwK8s5O3/zrEfn9RRJ+H5LkXno9P2SvpM3SOHk9JrlZfj3XPM9Ffd7rPvTQQ/N8vOwAAQQQKEyAtRBAAAEEEKgbATo61Y0re0UAAQQQQAABBOZOgK0QQACBCha47LLL9M4772iLLbYo6iw/+OADHXroofrb3/6mzz//vKht62vlAw44oL7eqmTeJ/9BX7ruuYcfrJf5kTxg9NLDl3s5ceKMOJLTfz/MdnKKIzTYTny55z6Kk+cePqLDkcespKP+zkhORsSEAAIIIIBAxQt0OGsntf/XjtlbgtzITH5v4A1+b+AjOnnuMeqxT/TNGX/s7BTXy21bXe6ISbvnHl73Mon8etJedJnbwEcy/fTTT3O1+imaNm1aP2/EuyCAAAIIIIAAAgggUAcCdHSqA1R2iQACdSfAnhFAAAEEEEAAAQTKW2DjjTfW66+/rquvvrroE7n99tvj6E633HJL0dvW9QYPPvigvENWXb9Pqew//wFfuu65hx+rl/nhHZq8LSmTfFKuk9NHH0xS8I1jhJiHEKxm4VOMoCOOWUVH/2MVa2dCAIFKFOCcEEAAgeoEOpy9c+zs5LcGwe8Sgq8VFIKFpzGy+c+PfqKv8zo7+f1HOvw+JD98F0mb5x5e9zKJ/HrSPjdlfY7mlBzfzJkztcEGGyRVSgQQQAABBBBAAAEEGkxgbt6Yjk5zo8Y2CCCAAAIIIIAAAggggAAC8yTwr3/9S4MGDdIuu+xS1H6+/PJLHXvssTr44IP13nvvFbVtXa280EILxV1369YtlvUwa9C3yH+wl6577uEH6GV++INFb0uXnk+aNENXdflJH74/UZn443vIho/O4Nv46Ay2yCcddtSK+uuxjOSUFWKOAAIIIIBA4xLocM4uanvqDvGeIJn5vYLfMyQSnvs9xehHP9bXZ/5xZCe//4jb1DC6k+8nWe65h9e9TCK/nrQXU06aNEkN0dHJj/GDDz7QMccc4ymBAAIIIFC6AhwZAggggEA1AnR0qgaFJgQQQAABBBBAAIFyFuDYEUCgXAQ6dOigJ598UrfeeqtatWpV1GHfd999cXSna6+9VjNmzChq29pc2TtcTZw4Me6yT58+qu+vHYlvXI+z/Ad66brnHn44XuZH8kAxXXo+ebJ3chqqD96fZJuGvBEZpCAphDi3RDr8qJX0t+NWFS8EEEAAAQQQaLwCa5y3q9qdtr3ktwg2CyHYXFWvYFmILUGjH/lY35z1qPy+Iwm/T0lyL72eH7YLJW2ee3jdyyTy60l7oaV3cpo6dWqhq9f6enfccUet77N+d8i7IYAAAggggAACCDRGATo6NcZPnXNGAIHGLcDZI4AAAggggAACJSbwt7/9TV988UUcpamYQ/vpp5/kI0Ptvffeevnll4vZtNbW9Q5X6Z1V8qhO+Q/y0nXPPdzCy/xIHiCmS8+nTJmpqy4fqvffmxAHbPJZ3NZ3FCMTB2rwNl926JEr6m/H8XV1kYYZAgggMCcBliNQ4QJrnLeb2p78f3aWdr/gIzNZlkwZS5L7B7+Z+Pnhj2rs7OTr1RS2mzrt7OQdnfw9GjJCCA359rw3AggggAACCCCAAAJFC9DRKY+MKgIIIIAAAggggAACCCCAQP0LLLvssurXr5/uv/9+rbDCCkUdwBNPPKG99tpLF154oX799deitp2XlVde+Y9fnXbnnXfqq6++mpfdluS2/vAvfWDpuucevtzL/PAOTd6WLj2fOtU7Of2k9/8zUcF+fJLNQog1ZV/ZPISgQ49cSf84vvZGcsrunzkCCCCAAAIIlLPAGhfsrranbK8QsvcMybkES0KIc8kKm+Sdnb479/GSGdnpo48+0uuvv65SeK255pqlcBgcAwIIIIAAAnUiwE4RQKDyBOjoVHmfKWeEAAIIIIAAAggggMC8CrA9Ag0mcMABB+jLL7/UscceW9QxjBs3Tpdcckn8OrvHHnusqG3nZuUTTzxRQ4YMqXbTrl27Vttero3eSSl97Om65x6+3Mv88A5N3pYuPfdOTlde/pPee3eiD9TkAy3E0me+vo/C4Pv08Pwvh6+gfxzPSE7uQSCAAAIIIIDArALe2Wn1k7bL3k/kFvn9Qya2WJad/DZDox78UDV1dor3ID4yVDXhu02We+7hdS+TyK8n7TWVpTCaU3Jsn3/+uf7yl78kVcrGJcDZIoAAAggggAACZSdAR6ey+8g4YAQQQACBhhfgCBBAAAEEEECgLgVatGihm266Sc8884yK/evyV155JY7udNppp+mHH36os8Ps0aNHjfu++eabNXjw4BqXl9OC/Ad26brnHn4+XuaHd2jytnTp+dSpM3RVl6H6z7uTlB1oIeRK35PnFp7m4i+Hr6hjT2QkpxwHBQIIIIBAvQrwZuUisMaFe6jtSf41diEess+DguUWdsMRLLdCVmhU/w81+PwnGnxkJx/NVCX0KrXjKSEaDgUBBBBAAAEEEECgxASalNjxcDiVIMA5IIAAAggggAACCCCAAAK1ILDjjjtq4MCBOuuss4ram3euuf766+PoTnXxwGb99def4/F069ZtjuuU+grumD7GdN1zD1/uZX54hyZvS5eeT58+U1ddMUzvvD1BvjzjIyzYzHNrsN1lrLCwzKeDD11e/zyRkZzcoiSDg0IAAQQQQKCEBNa4aA+1OWFbO6LsvUTG7jHiME5Wep4Na7H6yPvf13fnP15tZydfz+9bvMwP23n2XsX24bmHr+NlEvn1pD1d9u/fX8OHD083lUQeQiiJ4+AgEEAAAQQQQKDEBDgcBEpMgI5OJfaBcDgIIIAAAggggAACCCBQGQKcRe0JXHHFFXrrrbe02WabFbXT999/P34Fx9///ncNGjSoqG1nt/KHH344u8VxmX993bBhw2JejrP8B3Tpuucefl5e5kfyYNDLdMyY8Zuu7DJU7749USHYQ7QYstxCubqVIYZ00KEr6PiTVxMvBBBAAAEEEECgUIGOl+ylNsdvZ3cTUghBkoVPFrK6TVZYxZJR93+gwRdUP7KT39/4fYyX+SF7JW2WxsnrMcnN8uu55qqilL62ruqgckmbNm1yGQUCCBQqwHoIIIAAAgggUL8CdHSqX2/eDQEEEEAAAQSyAswRQAABBBAoSmDTTTfVm2++Ke/0VNSGtvJtt90WR3e69dZbrTZvUwj2YKzAXXhnpwJXLanV8h/Mpeuee/gBe5kfyQPBpPTlnsdOTpcP1dtvTvRNfSiFXFjVR3WyQlZaoxUZHXjI8jrhZL6uzlkIBBBAAAEEylyg3g+/46V7abXjto33FH5vYYlPMY2Jj8bkYUc26r73NfjC+u3s9P333+vxxx+3dy/N6dtvv9U+++xTmgfHUSGAAAIIIIAAAgggYAJ0dDIEJgRKT4AjQgABBBBAAAEEEEAAgeoE/GvsPvvsM+20007VLa6x7YsvvtA//vEPHXLIIXrvvfdqXG92C3bYYYfZLf7DMv/6utGjR/+hvZQbvGNS+vjSdc89fLmX+eEdmrzNy3TMnJkdyenttyaoqp+YJxY2SSFOVbODDllBJ57KSE7i1UgEOE0EEEAAgboQ6HjZ3mrzT/8au+yNRrAbjuS+Q5aE4C32zlaOurd+OzuV8mhOJhKnhx9+OJbMEEAAAQQQQAABBGpLgP3UpgAdnWpTk30hgAACCCCAAAIIIIAAAgjUnkANe+rYsaOefvpp3XTTTWrZsmUNa1XffO+998bRna699lrNmDGj+pVqaH3++edrWFJ989SpU1VOozp5J6X0maTr+bnX0+Edm7zupUc696+re+uNCbkBFOKwTfLlNvMpG77UFh1w8HI68VRGckp/DuQIIIAAAgggMHcCHS/fR6seu00cySlj9xp+/xEHcrJZzG23Semdnb6/6En5fUwSvszzdOl5OmwXcfK2mNgsnVvV7nXsJseTXJRDRyc/1BCCFwQCCCBQPwK8CwIIIIAAAkUI0NGpCCxWRQABBBBAAAEESkmAY0EAAQQau8Cxxx6rL7/8UgceeGBRFD/99JP+9a9/xQ5PL7/8ckHbLrzwwgWtl7+Sj+o0fvz4/OaSq8/ugVyyzMvqIv0AMD+/ssswvfnGRCn3nCyEbBKClTFskae2wgEHL6eTT1tNvBBAAAEEEEAAgdoSWLNLtrOT3W5Idu9hU66MLd6kmNlsZL//6PtLniq6s5PfH8leSWnpHzo3JcteeOEF+Uijvk4x0VDrLrfccg311rwvAggggAACCCCAAAI1CtDRqUYaFiCAQJkLcPgIIIAAAggggAACjUBg+eWX13333ad+/fqp2AcxTzzxROzsdNFFF2nMmDE1avnX3U2YMKHG5bNb4J2cvLPT7NZp6GXJg7fkONL1JPeyusjv2OTreJvHlVcM0+uveyev30cxyCSpJzHsXa1tvwOXpZOTUTAhgMBcCbARAgggMFuBNa/YVyv/bes4spPsvkN2D+L3LHEjr3sSy4xG9nm3Tjs7lctoTk7iMWzYMO28886eEggggAACCCCAAAIINLRA1fvT0amKggQBBBBAAAEEEEAAAQQQQKBcBQ4++OA4utPf//73ok5h7Nixuvjii2OHp8cff7zabf3r7qpdUGCjf33dtGnTCly7tleb/f6qHvLlVkvXk9zL6sI7M3m7lx7p/Korh+mN1yYo2I9iZOdxFAXZy5IQbGmQ9j1gOZ36rzbWyIQAAggggAACCNSNQKer9tMqf9tK8bYk3oMEWWH1IH/FXCH+jOrznoZc9nStj+zk952l3NGpVatWWmONNbTddtvpiCOO0Lnnnhu/KtpHUR00aJAzEQgggAACJS3AwSGAAAKNR4COTo3ns+ZMEUAAAQQQQAABBPIFqCOAQEUJLLTQQrrlllv05JNPxoc0xZzcv+iMCaIAABAASURBVP/979jZ6fTTT9ePP/5Ytemqq65alc9tMnr0aHlnp7ndvq62845J6X2n60nuZXWR37HJ1/E2D+/k9Nqr45XJ/fjwCZmMzy0ssUm+vsc++y2r087g6+rSnwM5AggggAACCNSNQKer99fKf/1T1X1I1T2JvZ3ndqeSu3vJaGSvd2q9s5N3cvJ7JXu7ep+WWmoprbvuutp1113lfxhw6aWX6q677tJzzz2nzz77LI5u6h2xPv/8c/nX691999267LLL5J2cdtttt6Lvrev9BAt5Q9ZBAAEEEEAAAQQQqBgBOjpVzEfJiSCAAAK1L8AeEUAAAQQQQACBchTYZZdd5A9pzjjjjKIOf+bMmbruuutihycfxemkk07S4MGDi9pHTSuX2tfXeSej9LGm60nuZXXhD+i83UuPdH71VcP12msTbNfZERF8Lh8bISi+QgiyySJon/2X1elntontzBBAAAEEGlaAd0egsQh0uuYArfJXH9kpxFOO9yUx81lQ9sdzxc5OP1z+TK2N7OT3l9k91968SZMmWnHFFbXppptq3333ld+/XnPNNfL3evXVV/X1119rypQpGjFihD788EM98cQT8Q8DzjvvPB155JHafvvt1bFjR7Vu3br2Doo9IYAAAggggAACCCBQxwJ0dJp7YLZEAAEEEEAAAQQQQAABBBAoYYGrrrpKr7/+ujbZZJOijvI///mPDjnkEHXv3r2o7Wa38tChQ1UqnZ28Y1L6WNP1JPeyusjv2OTreJvH1VcN0yuvjJcyvncfz8lTr1jYFFtz5d77LqN/lU8nJz90AgEEEEAAAQQqRKDTtQdo5aO2zJ5N7t4kqfgdTFWTJSPueVs/dJn3zk7vv/++3n777ezbFDhv0aKF2rZtq6233lp/+ctfdOaZZ8b704cffljvvvtuHIXUO+oPGTJEb731lvr37x9HEfURSg866CD96U9/Ups2bbTAAgsU+I6shgACCCCAQKMXAAABBMpEgI5OZfJBcZgIIIAAAggggAACCJSmAEeFQGkLbLHFFvGh0uWXX97gB9q1a9cGPwbvmJQ+iHQ9yb2sLrwzk7d76ZHOr756mF59daKC7zw38yLEliAvbC4fNWGvvZfRGWe1ES8EEEAAAQQQQKChBDpdd6BWOnJLyW9OpFwRlP2RvYKs4pNG3v22frzyuXka2alfv35KvxZbbDF17txZO+64o44++mhdeOGFuu222/TUU0/p448/1s8//6yJEyfqq6++kn/Fcp8+fXTllVfqhBNO0F577aWNNtpIyy+/fHqX5AjUgwBvgQACCCCAAAIIlIYAHZ1K43PgKBBAAAEEKlWA80IAAQQQQACBkhA455xz9Omnn2qHHXZosOMZPHiwbr755gZ7f++YlH7zdD3Jvawu8js2+Tre5nHttcP1yr8nyNsy/ga5WXZEBK9YZCftsdfSOvMcOjk5E4EAAgggUGECnE7ZCXS+4SCtePjmstsUu4/xw//97sXHpfQF2WUZjbjjDf1w5bNz3dlpvfXW04svvqjPP/9c48aNix2ZvEPT008/rdtvv10XXXSRjjnmGO28885aa621tPjii/sBEQgggAACCCCAAAIIIFCNAB2dqkGhqf4EeCcEEEAAAQQQQAABBBBAoL4EOnXqpGeffVY9e/bUggsuWF9vO8v7NNTX13knpPSBpOtJ7mV14Z2ZvN1Lj3R+3XUj9PLLE2zXQSFYWKaQnQVLPGSlT3vutbTOPnd18WqcApw1AggggAACpSjQuevBWunwzeX3Kj7ze5eg3MsSmxSCzS1G3vmmfrxq7kZ28q+e86+ga9++vVq2bCm/n8q9Syzy67GRGQIIIIAAAgggUIYCHDIC9SFAR6f6UOY9EEAAAQQQQAABBBBAAIGaBVhSzwLHHXecvvzyS+2///71/M6K73vnnXfW6/vmPzhL15Pcy+oiv2OTr+NtHj6S04svjo8DHvjMl/moBz76gZ+g55lYyWiPPenk5CYEAggggAACCJSeQOduh2jFQze3A/M7Fw9Lc1O8n8nEud/uaMTtb+jHq+eus5Pv0u+XvPRI59XVvY1AAIGKE+CEEEAAAQQQQKAWBOjoVAuI7AIBBBBAAAEE6lKAfSOAAAIIIFD7AiuuuKIeeOAB9enTR8sss0ztv8Fs9lifozrN7gFasszL6sI7M3m7lx7p/LrrhseRnEKwE40RFIKFVS3xuYLNg81332MZnXMeIzkZBxMCCCCAAAIIzFag4RZ27p7t7OT3Lh6yexjZK3jYPY68bpUQgkZ6Z6drnp/rr7HzeyrlXuncm/Lr3kYggAACCCCAAAIIIIDArAJ0dJrVgxoC5SfAESOAAAIIIIAAAggggMBcC/jXiPjoTsccc8xc76PYDT/99FP17du32M2KXn92D8qSZV5WF/kdm3wdb/O47voRevHFCfLBDbw9l1iRGwHBF8jzjHbbfSmde36boo+dDRBAoBoBmhBAAAEE6lSgc4+/aIW/bBrvYuLwTXZPE8dystJudHJNdo9jjSNvfV0/1lJnp/yTivdX+Y3UEUAAAQQQQAABBBqPAGc6RwE6Os2RiBUQQAABBBBAAAEEEEAAAQRKXWBejq9Vq1aaNGnSvOyi6G27du1a9DbFbJD/gMzrHr6PdOl5fnhnJm9LyiT3+vU3ZDs5xUENcqMaKFiioBAs/A1CdrbrbkvpvAsYyck1CAQQQAABBBAoD4HOPQ/VCgdvmj3Y3L1NCHZzE0N2v5MNWZN3dvrpuppHdvJ7qJpC9vJlVshLD8+TyK8n7ZQIIIAAAhIGCCCAAAII0NGJ/wYQQAABBBBAAIHKF+AMEUAAAQTmINCvX785rFG7iz/44AM9+OCDtbvT3N5m92AsWeZldeGdmbw9XXrucUPXEXr++fH2LpnciAZWWCoPm/l2uVS77LqkLriwra3LhAACCCCAAAIIlJfAWjcdpuUP2sRudOIUOyLFzG50ksGd7NbHTiqjETe/pqHXv1jt19j5/VO8P7KNqittB7l9e/bH8G3+2DrHFlZAAAEEEEAAAQQQQKDiBejoVPEfMSeIAAJzFmANBBBAAAEEEEAAgcYssNpqqzXI6Xfr1q3W3zf/gZjXPfyN0qXn+ZE8jEuXnnt06z5Kzz8/QSEE25WFT7mQlbL2EIKCLd1l16V04UV0cjIKJgQQKDkBDggBBBAoTGCtmw+PnZ383iaEOJff6IQQZFPMfRZC0IibXtWwG+a9s1Nyb6bUy9tSVVIEEEAAAQQQQAABBBAwgTl3dLKVmBBAAAEEEEAAAQQQQAABBBCoRIGTTz5Z3333XYOc2ltvvaVHH3201t57dg/CkmVeVhfemSmTycTRCHy515PwTk7PPDNWGf+xdWYd0cCHNrBTsHbfbqedl9SFF/F1dSbChAACCCCAAAJlLrDWLYdruQM2zo66ZPc6disUc08993siv//xe6ThN76ioV3nvbNTdWT+HtW104YAAggggMBcC7AhAgggUOYCdHQq8w+Qw0cAAQQQQAABBBCoHwHeBQEEKlOgLkZVKkaqtt4//wGY1z38WNKl5/nhHZq8LV167tG9xyg98+w4+dAFQfYTgmRlnCwNwWeyV9DOOy+liy9hJCfDYEIAAQQQQACBChFY69YjtPwBG0u5e55Y2O2PPGwWQrC57BU0oucrGtbtpdhx3O+jPJJ7rCT3enVhO4idqJLS1/E8ifx60k5ZNwLsFQEEEEAAAQQQQKC0BejoVNqfD0eHAAIIlIsAx4kAAggggAACCJSdwIYbbtjgx/zKK6/omWeemafjmN2Dr2SZl9VF8tAtXXru0b3nKD39zLiqY8tY5vvw0Qt8FAMfzcDD8x13WkIXX7K6rcGEAAIIIFDhApweAo1OYK3bjtRy+22UvQWyG6Lk/scb/N7ImswkOx/e498a2u2PIzv5en5/5WVNYTup6uzkeX74dvlt1BFAAAEEEEAAAQQQaIwCdHSql0+dN0EAAQQQQAABBBBAAAEEECg1gffff78kDqlr165zfRz5D7y87uE7TJee50fysC1deu7R48af9fTT4303uVEKFMsQguSZFZ567LDjErr0UkZyUnwxQwABBBBAAIFKFFjr9iO17H4bKoRgYWcYLBQUgoWCZKXsZZlG9nhFw7rPOrKT31/5vVhSel5d2C6qOjsly70tCW9LckoEEEAAAQQQaEgB3hsBBBpSgI5ODanPeyOAAAIIIIAAAggg0JgEOFcESkggBH8MVRoH9Pzzz+ull14q+mBm96ArWeZldZE8ZEuXnnv06DlKTz41Vpn442MV2KFlsjXfV2zJ2Nxi+/9bXJddRicnE2JCAAEEEEAAgQoXWPuOo7XM3uvLbovsRshP1u6PrGJzq/vcw9OMhnd/WcN6zHtnJ3+X/Mjej+W3UkegxAQ4HAQQQAABBBBAoA4F6OhUh7jsGgEEEEAAgWIEWBcBBBBAAAEE6kdgp512qp83KuJdunXrVsTa2Qdo+RskD73Spef54Z2ZvC1deu7R48ZRevKZZCSnoJC8SQiWW1gpy3zafvsldHmXduKFAAIIIIAAAsUJsHb5Cqx911+17D4byO+FfBaC3R8p+6rKYlvQiG4va/iN/5bfY6UjfR/meXXhe/T2dOl5EsmypE6JAAIIIIAAAggggEBjEqCjU2P6tMv7XDl6BBBAAAEEEEAAAQQQQKBWBJ599tla2U9t7uSJJ57QG2+8UdAuq3uwlbSlS8/zwx+yeVu69Nyj502j9ORT46VM9jCyYxJkc2/0Zt/W8//bbnF16cJITokOZa0KsDMEEEAAAQRKWsA7Oy2z5/p2jHa3FEd0snSWKd41+S2Tht/wIp2dZrGhggACCCCAAAIIVAmQIDDXAnR0mms6NkQAAQQQQAABBBBAAAEE6luA95tXgdatW8/rLups+65du85x39mORrOulrSlS8/zwzszeVu69Nzjxpt/1hPeycl2HYIUcj+yV7BQrNvcFm633RK64gpGchIvBBBAAAEEEGi0Amvfc4yW2WsDhRDkP7LSMYLNgkKcexFsNuKGFzXi5lcY2clUmBBAoBgB1kUAAQQQQACBmgTo6FSTDO0IIIAAAgggUH4CHDECCCCAAAKzETj00EM1bty42azRsIsGDBig9957r8aD8E5K+QuTtnTpeX54ZyZvS5eee9x4y8967IlxyvjgA/KRCXwAAis9tzfMNmfrf/7zYrryCkZyMhYmBBBAAAEEEGhIgRJ4b+/stPTu62XvmOxGyu+ZspG9b7KmuMzLYde+QGenEvjMOAQEEEAAAQQQQACByhCgo1NlfI6cBQIFCbASAggggAACCCCAAAKNWaBv374lf/rdunWr9hi9k1L+gqQtXXqeH96ZydvSpeceN936sx5/YryC7Tw7EEFQVSnLrT1O1rjtNovrqisZySl6MEOgxAU4PAQQQACB+hFYu/fftPTu69qb/X7f5FmMYM0+WWm3Uhp+3QuCT8JbAAAQAElEQVQaccurjOzkJgQCCCCAAAIIIIBArQg01p3Q0amxfvKcNwIIIIAAAggggAACCCDQiATatGmTnG1Jl/fee68++uijWY7ROynN0mCVpC1dep4f3pnJ29Kl5x433/qzHn3MR3LyUQd8pxY2+agDPqZTNqzBpm22XlTXXE0nJ6NgQgABBBBAAAEEZhFYp88/tNRu61S1Ze+sMr/fSlnqC/2ebPg1z2nErXR2cg8CAQQQqAcB3gIBBBBAoEIF6OhUoR8sp4UAAggggAACCMydAFshgAAClSdwyimn6Ntvvy2bE0uP6uQPxPIPPGlLl57nh3dm8rZ06bnHLbeN1iOPj5dCsMlDUlB8WZOlXvGQttl6MV17Tfu4jBkCCCCAAAIIIIDAHwXW6fsPLbXrOnYPJQu/h7Kwm6rgtaD4CsESi+HXPK+Rt71WAiM7xcNihgACCCCAAAIIIIBA2QnQ0ansPjIOGAEEGlSAN0cAAQQQQAABBBAoO4GuXbuW1THfc889GjRokLyTUv6BJ23p0vP88M5M3pYuPfe45fbRGvDoWNkbxPD1fBQnD2uwZh+HIBtbbbWorr2GkZzyPwfqCCDQCAQ4RQQQQKBIgXX6Hasld17793spu7mKd1QZu8OKEWexMuyqZzXiNkZ2KpKY1RFAAAEEEEAAAQQQiAK12tEp7pEZAggggAACCCCAAAIIIIAAAiUisPHGG5fIkRR3GNV1zvIOSb6XdOl5fnhnJm9Ll5573HrHaD386DiFkB1RwBKbLLcde5NkeTbR1n9aTNdfW/1ITuKFAAIIIIAAAggg8AeBde77p5baxUd2CsrdUknBphhxJn/5shFXPaeRd7z+h5Gd/J7Nw+/nagrfhy9Ll54nkSxL6pQIIIAAAgjMrQDbIYAAAqUoQEenUvxUOCYEEEAAAQQQQACBchbg2BFAoIQERowYoWWXXVZLLLGEWrVqpebNm6tJk9L/p/Btt92mb775pkoyeViVLj3Pj+ShWLr03OPWO0froYfHKWN79e1ySRx1wJoU657YCn/aclFdfx0jOTkHgQACCCCAAAIIFCPgnZ2W3GmtWe6tfPvs/ZfdaFklY4VNGn7FMxp556ydnXw9v3fz8LymsN1U3cf5Ol5PR3Vt6eXktSLAThBAAAEEEEAAAQQaQKD0/+9uA6DwlggggAACdSnAvhFAAAEEEEAAgfoTGDx4sIYOHapRo0Zp7Nixmjx5smbOnKkZM2Zo0qRJGjNmjEaOHKmffvpJ3333nb788kt9+umn+vDDD/XOO+/otdde00svvaRnnnlGjz32mPr37697771X99xzj7wzUs+ePXXDDTfoqquu0qWXXqoLLrhAZ511lk499VQdf/zx+vvf/64jjzxShxxyiPbbbz/tueee2nnnnbXddttpq6220qabbqr1119fnTt3VocOHbTaaqtphRVW0FJLLaXu3btHqOQhVbr0PD+Sh2Hp0nOP2+76RQ89PF5xRAFJIfiIApIlNgULSUHxteUWi6jr9YzkFDGYIYAAAgjMgwCbItB4Bda5/zgtsWNnu70K8tsulwghKFasDCEoyF42G97lGY26641ZRnby+zy/h/PwvKawPdDZyREIBBBAAAEEEEAAgUYlQEenUvu4OR4EEEAAAQQQQAABBBBAAIE6F5hvvvm04IILqnXr1lpyySW13HLLaZVVVlG7du3UqVMnrbvuuvKvvdtyyy217bbbascdd9Tuu++ufffdVwcddJAOP/xwHXPMMTruuON08skn64wzztB5552niy++WFdccYWuu+469ejRQ7fccovuuusu9e3bVw8++KAeeeQRPfXUU3rhhRf0yiuv6K233tL777+vTz75RJ9//rm+/vprDRkyRMOHD1e3bt3+8OCqpodcyUOwdOm5x+13/aIHHxprppk4soDNs/uNQwlkYp5LtfnmrdXtBjo5GVbdT7wDAggggAACCFS0wLoPnqDFt+9k91p2C2Y3YH4fl1Q8tyZb4AQZDbv8KTo7OQWBAAIIIIBAJQpwTgggUOsCdHSqdVJ2iAACCCCAAAIIIIAAAvMqwPYINDYBf9iVf85JW7r0PD+8M5O3pUvPPe64+xc9OGCcQgi2e4vslK17m0UIQcGWbrH5IurRtYNlTAgggAACCCCAAAK1IbBu/xO0xPadZLdbFnbHFRPF3GqWyF5B/jPcOzvd8yYjO5kIU+MS4GwRQAABBBBAAIFiBejoVKwY6yOAAAIIINDwAhwBAggggAACCFSQgHdSyj+dpC1dep4f3pnJ29Kl5x533POL7n9onHy0gExu7u8T63EIJ6tZ6dtvtql3cmIkJxNhQgABBBBAoJQEOJYKEFj3oRO1+HZryu+5bBZHcfLc78niLZrNPPcYfumTGkVnpwr41DkFBBBAAAEEEEAAgboUoKNTXeqy7wYS4G0RQAABBBBAAAEEEEAAgfIQ8Idc+UeatKVLz/PDOzN5W7r03OPOXr/GTk6+72CzoBDnNstmudEEZKV3curZnU5ObkOUmwDHiwACCCCAQHkIrDvgJC2xXSf5vZdHCEFB9srNrGp1rwR5Z6efe7/FyE7Gw4QAAggggAACCGQFmCMwqwAdnWb1oIYAAggggAACCCCAAAIIVIYAZ1HyAt5JKf8gk7Z06Xl+eGcmb0uXnnvc2ftX3fvg2DhagM98NCdf13Nl4lyxnslo041b6UY6OeV/DNQRQAABBBBAAIFaF1j34ZO0+LYd7WbM7s7sPsxuyyz3t0nq3mJh07CLn9DoPm/T2cl5CAQQmLMAayCAAAIIINDIBOjo1Mg+cE4XAQQQQAABBLICzBFAAAEEEGhIgdjRKO8AkrZ06Xl+eGcmb0uXnnvc1ftX3ffgOPl4ANndB8stgtdslp0UQtDGG7fWTT06+AICAQQQQAABBBCoWIFSOrF1HzlZi22zht2LSXZbpuwrWO6RrVnFJw276HH9XE1np/R9oOfVhe/J29Ol50kky5I6JQIIIIAAAggggAAC5SRAR6dy+rQ4VgTqT4B3QgABBBBAAAEEEEAAgToSqO7BUtKWLj3PD+/M5G3p0nOPu/v8qn4PjI2jNWWqjj3jgzjFiEMG2AKbtNGGrXRLTzo5VTGRINB4BThzBBBAAIF6FljvsVO16FZr5O7P/M39fs3D82z4/Zrf8w2/6DH93HfWkZ38vi8JX6em8D35snTpeRLJsqROiQACCCCAAAIIIFDRAhV1cnR0qqiPk5NBAAEEEEAAAQQQQAABBBCoPYHa31N1D5SStnTpeX74Ay1vS5eee9zTd4z6PjDODjgoBAvLslM2T+YK0kYbtNKtN9LJKevDHAEEEEAAAQQQqH+B9R4/VYttZfdjdm8mu0ELIdhc9goWinkIngcNv/Bxje73zh++xi59X+h5dSF7ebsVsTO8l+lIlqXbyBFAAIHGKcBZI4AAAgiUkwAdncrp0+JYEUAAAQQQQACBUhLgWBBAAAEEihKo7kFS0pYuPc8P78zkbenSc497+o1R7/vGyJ5e2fFkrLCwLDt5bpGJ4wJow/Vb6bab7KFadiFzBBBAAAEEEEAAgQYSWO+J07Tolu3t3bP3an63Zjd0yRTv6bKVjIad/6hG3ztrZye/D0zfH3peXdgb5PZle4v3hN7ye/g2v9dqyGhGAAEEEEAAAQQQQKCEBOjoVEIfBoeCAAKVJcDZIIAAAggggAACCCCQCFT3AClpS5eezyn8oVYS9/T7VX3uG6tgP8r91X8IsZZ7a88trG2D9Vvp9pvp5JSDoUAAAQRqTYAdIYAAAnMrsN6Tp2vRLTvI7tYscnsJinkIlnhmRQgh29npvndnGdnJ7wn93jEpPa8uZC9vt6Kq05PnSSTLkjolAggggAACCCCAAAKlLNBQHZ1K2YRjQwABBBBAAAEEEEAAAQQQQKDWBKp7cJS0pUvP88MfWtUUvfr9qt73jpMyPsWZHXN6RACr2mRLtP56C+uOhunkZEfAhAACCCCAAAIIIFCTwHpPna5Ftmjnt3RVq/j9m98X+l2eL7A7vJgOP/cRjb6fzk5VUCQIIIAAAqUkwLEggAAC9SZAR6d6o+aNEEAAAQQQQAABBBDIF6COAAKVLpB9QDXrWSZt6dLzOUW6w1Pve/3r6sYrBNu3RQg+8zxYm4WlCj6T1l93Id15S4dshTkCCCCAAAIIIIBAyQms9/S/tMhm7ey4sjdwPg8hziUrg+wnSFbIOzv9+uB/GNlJ5fbieBFAAAEEEEAAAQRqS4COTrUlyX4QQAABBGpfgD0igAACCCCAAAJlLOAdl/IPP2lLl55XF+mOTem8931jdHe/sfFrRzIZWelRlVg9/s2/NUrrrr2Q7rp1jfzDoI4AAggggEBpCXA0CCCg9Z89Q603XT3ew9mdXbyns5nV7d7ObvpsylUzGnrWQ6KzE//RIIAAAggggAACCDRWATo6lfEnz6EjgAACCCCAAAIIIIAAAgiUpoB3XMo/sqQtXXpeXXjHpqTd8yT63D9G9/QbpxD/ot9mPnnIZxZWhhBsnu3kdM/tdHLK/xzKsc4xI4AAAggggEDjEFj/uTNjZ6dgpxuCzWNIIXjupYU8D9nOTg+9z8hO4oUAAggggEDlCHAmCCBQmAAdnQpzYi0EEEAAAQQQQAABBBAoTQGOCoGSE/AOSvkHlbSlS8+ri6RTU37Z94Exuqvv2Oyus3/mL8XSC0tsilkmo7XXWkh330YnpywWcwQQQAABBBBAoHwEvLNTq43byO8T/d7O7/cy2Vmsxpnd7/kZDT2jv36ls5NTEI1DgLNEAAEEEEAAAQSiAB2dIgMzBBBAAAEEKlWA80IAAQQQQACB+hTIPpCa9R2TtnTpeXXhnZuSds+T6PvgWN3VZ5yC/cS9x7/qt1qwmkUIPrPclq+z1sK657Y15E3eQiCAAAIIIIBAYxDgHCtGwG7i1n/uLC2y8ep2Sn6PFxR/QrYqWx5CUPyxcph3dhrAyE6mw4QAAggggAACCCDQSATo6NRIPmhOswYBmhFAAAEEEEAAAQQQQACBWhLwDkr5u0ra0qXn1YV3avJ2L9PR78GxurPXWP87/qq/7Pf1rOJTLjLypPOaLXTPbR3UhH/t538U1Bu7AOePAAIIIIBAOQk0CVrvuTO18Aarxns8v/fzQZw8/J4v1u3uMFtKw/7VX7/S2amcPmGOFQEEEEAAAQTqSoD9NgoB/tdno/iYOUkEEEAAAQQQQAABBBBAoGYBlsy7gD9kyt9L0pYuPa8uvGOTt3uZjvseGqc7eo+TQpwUgiUKyhYhNnoeFNR5zYXU6/Y16OQkXggggAACCCCAQAUIzNdEPrJTqw1WUwhB8skilVhTsFB8xc5OD3+g9L2k58k9ppc1he/Al6VLz5NIliV1SgQQKF8BjhwBBBBAAIFKEKCjUyV8ipwDAggggAACCNSlAPtGAAEEEEBgtgLVPfhJ2tKl59WFP4CqLu4bME633jPGa5FGXwAAEABJREFU3jtjIfnco6riLd5gsWbH7EhOTZuGuJgZAggggAACCCCAQNECJbdBmH++7MhO662Suhm0mz+bsgdblVg1o2GnP6Axj35IZyfTYEIAAQQQQAABBBCoXAE6OlXuZ8uZIVBPArwNAggggAACCCCAAAKNV8A7LuWffdKWLj2vLryDU9LueRL3DRir2+4Zq2A/ipGdB+VeIVirRZDW7NgyjuQ0//xWyS2mQAABBGpfgD0igAACCDSEQGjWVOs+d5ZaeWcnv93z+0Arg90NynI/pmzhLUHDTn1AYx/7L52dHIZAAAEEEEAAAQQQmAuB0t+Ejk6l/xlxhAgggAACCCCAAAIIIIAAAiUo4B2Uqg4rlyRt6dLz6sI7NXm7l+m430dyunusfFnGR22yyGRkcwtLvC0us3yNDi10z63t1YxOTrlPgAIBBBBAAAEEEKg8gSYLNNU6z56phddZOXuPaPeBVfeEdrpW9bndL1qrVYaecp/GPk5nJ0NhQgABBGpfgD0igAACCDS4QJMGPwIOAAEEEEAAAQQQQKDiBThBBBBAoNIEvKNR/jklbenS8+rCOzZ5u5fpeODhcbrlnrG26+xf5AfLpKDsX+lbZonVYr1jh5bqdWsHLbAA/7QXLwQQQAABBBBAoMIF5luwmdZ59iy1WmcVxZtBSUGKofgKllsErwQNPfk+jX3io3of2cnfnUAAAQQQQAABBBBAoC4F+L+hdanLvhFAAIHCBFgLAQQQQAABBBBAoIwEvINS/uEmbenS8+oi3bEpnT/wyDjddNdYKeN7z1jhkc197pG0tG+7YBzJqXlz/lnvLgQCCCBQJgIcJgIIIDBPAvO1aKZ1njtTC3VeMe4n3jbGzGd+p+iRze1mUkNPuldjn6Szk4sQCCCAAAIIIIAAApUjUAb/R7RysDkTBBBAAAEEEEAAAQQQQACB8hbwjkvpM/C6h7elS8+ri6Rjky9Lci8ffHScbr5rnIL/Bb6HgkKwULBdeyiXBXknp163ddCCC1baP+nFCwEEEEAAAQQQQGAOAvO1WEDrPHdW7OwUQu4+MRbB7hezIctyk4adeK/GPfUxIzuJFwIIIIBA6QhwJAgggMC8CfB/RefNj60RQAABBBBAAAEEEKgfAd4FAQQaXMA7J6UPIl1Pci9rCu/Q5OHLvUyi/2PjdOMdY+XtGf+zfA9lsnUr4xBP1maT2q6eHcmpZYv50odCjgACCCCAAAIIINCIBJou1Dx2dmq55vLZu0W/UbTM7iDjPWTV/aO1+z3m0BP6adzTdHYqm/9EOFAEEEAAAQQQQACB2QrQ0Wm2PCxEAAEEECgXAY4TAQQQQAABBBCoSwF/QJTef7qe5F7WFEmnJl+e5F4+9Ph49bxjXNx1CP4X+JYGC4WqH1nmU7vVF1TvW9troZZ0chIvBBBAAIFGK8CJI4BAVqDpwgtqnefO1kJrrpBtsBvGeAcZvGozn2LYzJqGnXCvxj3zCSM7mQUTAggggAACCCCAQHkL0NGpvD+/Qo+e9RBAAAEEEEAAAQQQQAABBOZSwDsnpTdN15Pcy5rCOzR5+HIvk/BOTt1vGyNlsnv35THNzbzwv8r3FVZfbUH1uqW9FlqITk5ZLeY1CNCMAAIIIIAAAo1IoGkr7+x0llp2XN7O2u8cPSz1G0y7mbQpN8KT3VH+9puG+chOz9LZyYUIBBBAAAEEylyAw0egUQvQ0alRf/ycPAIIIIAAAggggAACjUmAc0WgeAHvfJTeKl1Pci9riqRTky9Pci8HPDFePW4fqxCCZJOsDCF4ka0rm9tcq6/WQr1ubaeFF6aTk3ghgAACCCCAAAIIzCLQtHULrf3sWWq5xgp+BxlDNs9NCiEovrz8LaPhPrLTc58yslNEYVa5ApwZAggggAACCFSyAB2dKvnT5dwQQAABBBAoRoB1EUAAAQQQQGAWAe+clG5I15Pcy5rCOzR5+HIvk3j4yfHqdutYZTKyiDNPYu5t/gf41hDrq66ygO65pa1at2qaPhRyBBBAAAEEEEBg7gXYsuIE5l+0pdZ+9kwt2H7ZeA/p95J+T+n3ln4vao3WlLEio99mzNRwH9mJzk4V998BJ4QAAggggAACCDQWATo6NZZPmvOcZwF2gAACCCCAAAIIIIAAAo1HID4QSp1uup7kXtYU3qkpWeZ5Eo88NUFdbx0nBZtixJn8FULwZiWz1VZZUL1vba9FWtPJSbwQqEcB3goBBBBAAIFyFJh/sYW0znNnq0X7Ze3wg/ye0m4vFYLnFpLlFpIy3tnpxH4a//xARnYyDyYEEEAAAQQQaJwCnHX5CtDRqXw/O44cAQQQQAABBBBAAAEEEKhvgUbxft5BKX2i6XqSe1lTJJ2a8suHnxqv628ZY7v2UZzsAZNn8c/sLbEp7s9K/+v7VVZeQL1uaatFF6GTk5MQCCCAAAIIIIAAAnMWmH/xheRfY7dg26XjzabddcZRnJItq249bUFm2gwN885OL9DZKfGhRACBWQSoIIAAAgggULICdHQq2Y+GA0MAAQQQQACB8hPgiBFAAAEEyl3AOxulzyFdT3Ivawrv3JQs8zyJR54ar663jFOwH3mEOFcIVUnMvbrKys3V+5Z2WmzR+cULAQQQQAABBBBAoBQFSveYmi3ZSms/e7ZatF1GdqepEHxux2tlCMHqnlsoSNNmaLh3dnrxM0Z2chICAQQQQAABBBBAoCwE6OhUFh8TB4lAhQhwGggggAACCCCAAAIIlLCAd1BKH166nuRe1hTeqcmXeZmOR5/2kZzGKuM//mf0VsbJ/5Le67nwbVdaYQH1urmtFl+MTk7pz4IcAQTKTIDDRQABBBBoUIFmS7XSWs+epeZtls6O6JS63/TU70V9yCe///xtynQNP6Gvxr9EZ6cG/dB4cwQQQAABBBBAoBwFGuiY6ejUQPC8LQIIIIAAAggggAACCCCAQOkI+EOe9NGk60nuZU3hHZt8mZfpeOyZ8bru5nG266D4E4JkWZyCZSHO5K+VV2yuXje30xKL08nJPQgEEEAAAQQQQACBuRdotnRrrfXMWWrRZmkp3nN6ERRkr9wsWM0jMyU7stPEfw8qeGQn20vsROX3wEmeLj1PIlknqVMigAACjUWA80QAAQQQqBsBOjrVjSt7RQABBBBAAAEEEJg7AbZCAAEE6l0g/8FLup7kXtYU3rHJl3mZjsefm6hrb/JOTn5KcTwnSzLZsMKm+HDI/6J+heWb6Z6b22qpJenkZEBMCCCAAAIIIIAAArUgsMCyi6jzM2ep+SpL+gBO8d7T70H9/tMbPPe71JhPmqZhx/fRhH9/XlBnJ7/v9XvgJPxwPU+XnieRLEvqkkgRQAABBBBAAAEEEJgrgSZztRUbIYAAAgg0kABviwACCCCAAAIIIFCbAvkPXNL1JPeypkge8HiZjieen6hrbhwbD9X/gF65v5b3MkaIc4UQ5J2c+tzSXksvSScn8UIAAQQQyAlQIIAAArUjsMByi2qtZ8+OnZ1CCHb/afsNFgqyqmwueSIpM2mahp/QTxNeYWQn42BCAAEEEEAAAQQQKFGByuroVKLIHBYCCCCAAAIIIIAAAggggEDpCXjnpfRRpetJ7mVN4R2bfJmX6Xjy+Ym6qseYqr+Yz8Q/lfe/lbfIVuwpkk3WvtwyzdT75nZaeik6OaU/iznmrIAAAggggAACCCBQsMACy2c7Oy2w0uJ2j2qb2X2o3Y1abvenPryT3aPa5Jl+mzBFI07spwmvfsHITkbFhAACCCDQwAK8PQIIIFCNAB2dqkGhCQEEEEAAAQQQQACBchbg2BFAYM4C3kEpvVa6nuRe1hTescmXeZmOp16YqCt75kZysjcIFnEKQfEneM1mNi2/bDP1vqWtllmaTk6uQiCAAAIIIIAAAgjUncACKyymzs+creYrLSG7MZVsFmLIXpYFK3yy+9bfxk/RiBP6asJrhXV28vti39RLjyRPl54nkayT1CnnXoAtEUAAAQQQQACBxihAR6fG+KlzzggggEDjFuDsEUAAAQQQQKCRC+Q/WEnXk9zLmsI7NvkyL9Px1IsTdUX3Mf7H8dUIZ/9aPv7xvDJadulm6nVzW/mITtWsTBMCCCCAAAIIzLsAe0AAgTyB5istrs7PnKUFVljclsx6f2oNuSl7x/rbuMnZzk6vf8nITjkZCgQQQAABBBBAAIHSEKCjU2l8DiV0FBwKAggggAACCCCAAAIIIFC5At5BKX126XqSe1lTeMcmX+ZlOp5+aZKu6D5WCsEn2TzmslewUGwJcb7s0guo981t5SM6iRcCDSbAGyOAAAIIIIBAYxRovvISWuvZbGenELL3p7K7VNkrxPC5J0G/jZuikSf01cQ3CuvsZFvFye+XPbySX3pbEsmypE6JAAIIIIAAAnUhwD4RqDwBOjpV3mfKGSGAAAIIIIAAAggggMC8CrB9RQrkP0hJ15Pcy5rCOzb5Mi/T8fSLE3V519xITpmMfB2b58pkgKfYoqWWbKp7bmyjFZZrVpHGnBQCCCCAAAIIIIBA6QsssPKS6vT0WZp/2UXkd6l+x+rjOMXw+1lvtdJuaDVzzKQ4stOkt/43x5Gd/B453gvbtknpGp6nS8+TSJYldUoE6l2AN0QAAQQQQACBshOgo1PZfWQcMAIIIIAAAg0vwBEggAACCCBQbgL5D1DS9ST3sqZIHtp4mY5nXpqoLt3HKfgfvnsoKIQQeYL8J6Y2C1p6yWbqc3NbrbTCAlZnQgABBBBAAAEESl+AI6xcgQVXW0prPXu2Flh2UTvJYHeuVtgUgucWIVbkC34bM0nDj++tSW8X1tlJuVdyb+1Vz9Ol50kky5I6JQIIIIAAAggggAACsxOgo9PsdFiGwNwJsBUCCCCAAAIIIIAAAgiUkED+g5N0Pcm9rCm8Y5Mv8zIdz7w8UZd1Het/7+5/7O5/CG9nncnmluUaYrbk4k3V+6bV6eQUNZghUDECnAgCCCCAAAJlLdB8taXV+dmz1WyZ1lXnYXez2dyHd7I7XZ+8YeYvEzX8uD6a9PbXBY/s5Nv5fbRHkqdLz5NI1knqlAgggAACCCCAQAkJcCglJkBHpxL7QDgcBBBAAAEEEEAAAQQQQKAyBErjLPIfmKTrSe5lTeEdm3yZl+l49t+TdFnXcdIsf/EuxXqwQj6zkLTk4vPHTk4rr8hITsbBhAACCCCAAAIIIFBCAs3bLK1Oz5ylZku39jtYi5A9uvR9rrWEEPTbrxM18sQ+mvTuN3R2MhMmBBBIBCgRQAABBBCoXwE6OtWvN++GAAIIIIAAAghkBZgjgAACCNS5gHdQSr9Jup7kXtYU3rHJl3mZjudemaRLrh+jOHRTJmOFR7ZqFZusLgtbtvhiTdXrpjZadeXm6UMhRwABBBBAAAEEEGgsAmVwngu2XVadnjlb8y/VapZ7Wb8Xtltaa/N73YzPNGPUeI08ns5OZfCxcogIIIAAAggggEDFCrfO+c0AABAASURBVNDRqWI/Wk4MgfIW4OgRQAABBBBAAAEEEJgXAX8ok94+XU9yL2sK79jky7xMx/Oxk9NYhRBkMwubPJdi1eY22TJJSyw2fxzJaTU6OZkGEwIIIFC9AK0IIIAAAqUhsGC7bGenZku1VvCfYMfl97lWZotcYs0zfx6vkSdkOzv5PbNHcs/seTq83eu2mbz0SPJ06XkSyTpJnRIBBBBAAAEEEECg/AVq8wzo6FSbmuwLAQQQQAABBBBAAAEEEECgwQXyH4yk60nuZU2RPIzxMh3PvzpJF10/Vhk7Q99Wnlklm3ujRa5t0dZN1evGNmqzyjyN5OQ7JBBAAAEEEEAAAQQQqBeBBdsvF0d2arr4QvFWN87sfjd7i2uJD+9kR+L3vzNGjtPIE3pr4rtfa+bMmbETU/re2ddJwts9t03jeuk8afMyHck66TZyBBBAoIIFODUEEEAAgSIE6OhUBBarIoAAAggggAACCJSSAMeCAAII/FEg/4FIup7kXtYUyUMYL9PxwmuTdNF14+IbBpuHEOeSlSEELyyXPFl0kfnU56bVtfqqdHISLwQQQAABBBBAAIGyEliww3K5zk4L23H/fp8bQpDf63qEEBQkzfSvsTuhjya//5383tnvsb1MwutJeJvnttlcdHbyrQgEEEAAAQQQQAABBLICdHTKOjBHAAEEKk+AM0IAAQQQQAABBBqZQPLgJDntdD3JvawpkocvXqbjxdcn6YJrx9pu/a/Y49+1x4czNrNKxgqP7OLWC8+n3jeurrZt6ORkIkwIIIAAAvUhwHsggAACtSzQouMK6vTMWWq6aAu71423vFb6vXA24v20v6dVZ44YqxHH99Kk97+t6uzky5P7ac+T8DbP46YZv4e2HVgl3WbVWaZk2SyNVBBAAAEEEEAAAQQatUCj7ejUqD91Th4BBBBAAAEEEEAAAQQQqDCB/Acg6XqSe1lTJA9dvEzHS29M1gXXjIt/sS6fhzhXCJ54WN1ym9Sq1XxxJKd2dHJSKb04FgQQQAABBBBAAIHiBVqsuaI6PXOOmi7a0u59pWA/CkFSUAgWSl5Bvw0fp5HH99akD7IjO/n9tN93e+nheRJJ3bdO2pI8XXqehK+X5JQIIIAAAgjUJEA7Agg0HgE6OjWez5ozRQABBBBAAAEEEEAgX4A6AhUhkP/gI11Pci9riuRhi5fp8E5O518zVv535h6KWXbu+4qZLchY+8ILzafePduo/eqM5FQR/1FxEggggAACCCCAAAJq0WlFrfn0WZqvdQu74403vqZid78+GpNlyWRLNGPYGI06obcm/3dwHNnJ76v9ntlLD8/zw7dP2pI8XXqehK+X5JRzJcBGCCCAAAIIIIBAxQjQ0aliPkpOBAEEEECg9gXYIwIIIIAAAgiUukD+A490Pcm9rCmShy5epuOlN/zr6sbJnuEoBCnYj89lr+Dhjd5m5cIt51PvG9tojXYL2hImBBBAAAEEECg/AY4YAQRqEmi51spa8+mz1bRVC/ntr+z+N4SgIHvFmWIebD7jpzFxZKcpH30/S2cnvxf3e20vPdK57OVtHpba/bd3m1JV6W1JJOskdUoEEEAAAQQQQACBxilAR6fG+bnXzlmzFwQQQAABBBBAAAEEEECgAQXyH3Sk60nuZU2RPGDxMh3/fmuyLrh2nD2c8YcsyV+sZ3NZYVP2wUsmo5YLhtjJqSOdnBrwvwTeus4FeAMEEEAAAQQQaNQCLddeWWs+c7aaLNTceyDFe2G/J/Z7Y2uwInvP7PmMH37RiON6afJHv4/slL7XTu7NvS3JHTc/T9q8TIevl66TI4AAAggggEAtCrArBMpEgI5OZfJBcZgIIIAAAggggAACCCBQmgIcVcMI5D/gSNeT3MuaInmw4mU6Xnl7ss6PnZyS8/K/TffI1YNkk0IIatEiO5LTmu0ZyUm8EEAAAQQQQAABBCpaoOU6q8hHdppvoebxXtjvibMnHBR/gtdsZtPMH3/RqOP7aPLHjOzkKkTlCHAmCCCAAAIIIFAaAnR0Ko3PgaNAAAEEEECgUgU4LwQQQAABBGpdwDsv1bTTZJmXNYV3bPJlXqbj1Xcm67xrxmnGjIziX6jHN/HcI1bizJct2Dyoz42rqfMaLWIbMwQQQAABBBBAoJELcPqNQGCh9VZVx6fPVpMWzfLul30sJwfwO+VsPn3Izxp1fG9N+XSI0vfcSe734x5e99Ij7iFj994WSZ4uPU8iWT+pUyKAAAIIIIAAAgg0HgE6OjWez5ozLUkBDgoBBBBAAAEEEEAAAQSKEajugUbSli49ry6SBylepuPVd6bovKvHacZMKYSgIHvlZsFqHrJS9lqweRP1ubENnZzMggkBBAoVYD0EEEAAAQQqQ2Ch9VdTx6fP0XwtFlD29ji5Uw5StiHOQwiaMWS0Rh7XW1MG/lDV2Sm5R/d78SRPl7JXUrc0fk1euvQ8CV8vySkRQAABBBBAAIHSEOAo6kOAjk71ocx7IIAAAggggAACCCCAAAII1CxQ4JLqHmQkbenS8+oieZjiZTpee3eKzr16jKbPyMiepNiUyf6FulWtwXKveyWj5gs0UZ+eq2mtjozkVODHxmoIIIAAAggggAACFSaw0Abe2elsNWnezM4se6/s999+72w3zz7Fe2qbacbgURp5XC9N+ezHqs5Ofi/u66fLJPd226ltavtlZCenIBCoLAHOBgEEEEAAgVoQoKNTLSCyCwQQQAABBBBAoC4F2DcCCCCAgD0yyT3kSFukH4J4u9driuTBiZfpeP29KTrvmrGaMTNIwUKyIigoeQXLPaRmzYJ691hNa69JJ6dEhxIBBBBAAAEEEECg9gTKaU8LbdhGazx1tsIC82fvl4Mfvc2yk0LwJBszB/+sUcfdoymf19zZKf8+3vfm4e3Vld6WRLJOUqdEAAEEEEAAAQQQqGwBOjpV9ufL2SHQGAQ4RwQQQAABBBBAAIEKF6juwUXSli49ry68Y5O3e5mON/7jIzmN1bTpuY5Uuc5Uvq6P35RlzcS/SG/aNKhPzzZatzOdnLIuzBFAAIF6F+ANEUAAAQRKTGDhjVePX2OnZvPFe2a7q45H6PfSfk+drdj9tN1nT/92lEYd10tTB/1U8MhOvo8kfF+ep0vPk0iWJXVKBBBAAAEEEEAAgbIVmOOB09FpjkSsgAACCCCAAAIIIIAAAggg0FAC1T2wSNrSpefVhXds8nYv0/Hm+1N03rXjYycnP7cQsn9tHkKIf30eYmN2Nn/ToL43ttF6Jd3JyY+VQAABBBBAAAEEEECgfgUW3qSt1nz6HDWZv6m9cbyLls9D8Lk3BYXgIc34dmS2s9MXNXd28nv3dNge4uRtnuSX3pZEsiypUyKAAAKVKcBZIYAAAgjQ0Yn/BhBAAAEEEEAAAQQqX4AzRACBshSo7kFF0pYuPa8uvGOTt3uZjjffn6pzrxmnyZN/UyajXGQTXz+Gi1nTfPNJvXusqvXXYiQnJyEQQAABBBBAAAEEEMgXWGjTdurgX2M3nz1ysntom+we2+a5m+14f52rTvt6eK6z09C6GdnJ3zP/AKkjgAACCCCAAAIIVJSA3XVW1PlwMggggAACcyHAJggggAACCCCAQKkJ+MOQ/GNK2tKl59WFd2zydi/T8WYcyWmcJk+xJy3B3sEixIgza1D2L84lzTdfUN+eq2nDdVpajQkBBBBAAIHyF+AMEEAAgboSaLV5e63x9NkKTZso2JuEYPNchGB5bJMtC5r+9QiNOv4eTf1qWI2dnfxePh3KvbzN0/zS25JIliV1SgQQQAABBBBAAIHKEmhSWadTJ2fDThFAAAEEEEAAAQQQQAABBOpRoLoHE0lbuvS8uvCOTd7uZTre+mCKzrtuvCZN/k3K5E4oV/r6yv31t+fB/rXcp8eqdHLKMTWSgtNEAAEEEEAAAQQQmAeBhbfooDWeOkdqEuzWuupGO5X7zq3dpulfDdeof86+s5Pfy/u9eXUR95S6f/d6OnybdJ0cAQQQQACBlAApAgiUuYD9r9syPwMOHwEEEEAAAQQQQAABBOpBgLdAoH4EqnsgkbTll35E3paO5GGIlx6+zMu3P5yi86+boEmT7KmKgrJTUO6Py60M1pYNb+vTfVVttC4jOYkXAggggAACCCCAAAJFCCy8ZYf4NXZ2g53dym6uQwjZavCmEHOba8ZXwzX6hF6a+r/hNY7s5Pfyfk+fhO/Bw+vVld6WRLJOUqcsVID1EEAAAQQQQACB0hago1Npfz4cHQIIIIBAuQhwnAgggAACCCAwzwLVPYhI2tKl57MLfxiSxMyZM/XOh1N07jXjNH7ib8rYjw/n5H/8nd2H1TIeceaJfCSnTdZfaJ7Phx0ggAACCCCAQAUKcEoIIDBHgVZ/6qg1njo73lvLbrzT993WaE1+V56NqYOGavTxvTT168I7O2X3Z9vbvv1gvJ4uPU8iWZbUKRFAAAEEEEAAAQTKX4COTuX/GZbFGXCQCCCAAAIIIIAAAggggMDsBKp7AJG05Ze+H2/Lj6Rzk5fJsnf+O0XnXjdeEyZJQbLIzbOFNyhYHkKcxU5Om9LJSbwQmFsBtkMAAQQQQAABBFyg1dZrqsPT58hvtkOwe23JU0mWx3qwzEOaNugn/XzcPZr2zQhGdhIvBBBAAAEEykOAo0SgIQXo6NSQ+rw3AggggAACCCCAAAIINCYBzrUGAe+UlL8oaUuXnqcj3aHJ8yR8Hc9jJ6drx2v8hEzcvc8zuRGdYuGt3milb9O72yrabANGcjIOJgQQQAABBBBAAAEE5lkgdnZ64qw4glPcWe7eO3sv7hWPuETTB/2kUd7Z6dvCOzv5PXwSvhfP06XnSSTLkjolAnUswO4RQAABBBBAoA4F6OhUh7jsGgEEEEAAAQSKEWBdBBBAAIHGKFDdA4ekLb90H2/z8I5MXnp47uG5h+fvfjRF58ZOTrZV/ItxKUgW2bmsLch+guKrV7dVtfmGdHKKGMwQQAABBBBAAIE6FWDnjUmg1bad1P6Js2S335Lfe1t4HrziieSZZPMZn+dGdvpuJCM7iRcCCCCAAAIIIIBATQJ0dKpJhnYESk2A40EAAQQQQAABBBBAoMIEvFNS/iklbenS83R4R6ak7rmH1730eO+jKTrnmnEaO/43xRGcMnFuueJfk3vN18+GdPcNq2jLjejklP9ZUEcAgQYS4G0RQAABBBCoMIHWf+6sdo+eaffiufvxeH9ud+WxtDY/35hnNG3gj/r5uLs1bfCogjs7+X19dhfZEaLy674siWRZUqdEAAEEEEAAAQQaTIA3nmsBOjrNNR0bIoAAAggggAACCCCAAAIIzK1AdQ8Ykrb80t/D2zy8I5OXHp57pPP3P5mqc68br7HjJf8r8aDsq6oMIdserN3COzn9aWM6OZkGEwIIIIAAAggggAACdSbQ+v/WUvvHzoz34rJ7cn+jIP/xzMLavBZC0PSBPrLT3ZoVceXuAAAQAElEQVQ+5Oc/dHbye3+P5N8Bnidhe5Hn1ZXelkSyTlKnRACB0hTgqBBAAAEEEKhJgI5ONcnQjgACCCCAAAIIlJ8AR4wAAgiUhUB1DxaStnTpeTrSDzM89/DlXnq8/+lUnX3NOP061v+SO6Psz6wk3hb/ZtxWuevalbXVJnRyEi8EEEAAAQQQQACBchMoy+P1zk5tH/lXvB33E8jem3vmka35/b2vMP2TH+LITtN/GD1LZye/7/d1PNK51z3injJ2s29Jft2aqqZkWVUDCQIIIIAAAggggEDZCNDRqWw+Kg4UAQTmXYA9IIAAAggggAACCDS0QHUPFJK2/NKP1ds80g8xPPdI2j3/YOBUnXPteP06zh5qBN8yKAQLBclK2csyBfuRxZ3XraytN1tYvBBAAAEEKlGAc0IAAQQQKFWBRXZYR+0ePt3uyP3OPMTDTOZehhDnshU0/eMhGn3c3Zr+I52dxAsBBBBAAAEEEECgSuD3jk5VTSQIIIAAAggggAACCCCAAAII1L6Ad0zK32vSVl3pbR7ekclLD8890vmHn2VHchr962+Kf7yd8XfJWG4hq8RG/7twj4zuuGYlbdOYOzk5D4EAAggggAACCCCAQAMJtN5xXa0+4HS7U/f7db9HtwOxe3av+X1+bMndxk/972CN/ufdmv7TL3M9spPtPU7Zfce0alZdW9VCEgQQQKDcBTh+BBBAoEIF6OhUoR8sp4UAAggggAACCCAwdwJshQACdSNQ3QOEpK260ts8kk5N1eW+7L+fTdPZ14zX6DEZ+R9/e8j/CNxmIYafT/CZ1fT/7J0HgNzE1cffs02vNm7UGEJCQkn5AhgIIfQQQgst9N5sem+BEAjdNt1A6DX0EkhCCyH0mgKhBojpGIzBYBv72n7zn12dtbq9817f3fvt6em9eRqNZn7S6nakp5FdduZStu6PGckpAmEGAQhAAAIQgAAEIACBXiKw8M9/aN+69fD4Gz1WIfyQ95By95AMoimKW92/3jGN7FTXwWAn9SVCoXFK29ERZqV8wc0EAQhUNwFqDwEIQAACNUyAQKca3rk0DQIQgAAEIAABCLSPALkhAAEIdA+BUjcOEl8pLZ9EgUzSEtlZ+dcrdXbM2V/apM+b8g9954IKYpIwi0+ExyZFh1165pK2/k8WjB5mEIAABCAAAQhAAAIQ6LsEKqPlC//iR7bsLYcVKqNf7+H3fPgdr7mUfsXn4sys7oX/2WS9xu7D9o/spA2oTyEtSdtKS0r55EcgAAEIQAACEIAABCqPAIFOlbdPqBEEIFCpBKgXBCAAAQhAAAIQgECXEEhuIpTS8kkU1CQtydpK//vVOjt2zFc26XPd+dCj3mbuHsTM3MLHzT2IuVnQl56xlG1AkJPxgQAEIACBMgiQBQIQgAAEeozAwpusbMverGAnNw9b9cJcypWOs7xR/48JcWSn+o8+b9dr7NSnCCVYorO20ggEIAABCEAAAhCAQPUQ6LJAp+ppMjWFAAQgAAEIQAACEIAABCAAgZ4ikL6ZoG0m6VJaPokCmaQlsrPy79fq4khOEyc15W9W6DHvnEVbpp7+Dql8OiQuOW1J23AtXlcn/l0hlAEBCEAAAhCAAAQgAIGuJLDwpivbsjcdGn655+JveP2WD4lgB0s/8Aui/kHd8/mRnRomftHlwU4qvyvbRVkQgAAEqp0A9YcABCBQqQQIdKrUPUO9IAABCEAAAhCAAASqkQB1hgAEUgSyNwqSdCktX1YU4JT4ZEtefL3Ojj37K5v4Wc7cLUicBSNMMi18gjbz+HfxaUvaz35KkJPxgQAEIAABCEAAAhCAQAUTWHizVeybNx5q7h5qGURTlDgLPovLQsrqnn/bPht9lTV8MqU3g52MDwQgAAEIQAACEIBA7xAg0Kl3uLNVCEAAAn2UAM2GAAQgAAEIQKCvEFCAUrqtSbqUlk+iQCZJYidaPslLr9fZMWd/ZR9ParL4hHfYgPIkifigd/BpmXwXnbqE/XztBeVBIAABCEAAAhDoUQJsDAIQgED7CQzcYlVb5oaDw4o5/ZwvjOiUT4Z5SOeSn/pW9+yb9tnoK63hU4KdxAaBAAQgAAEIQAACfYkAgU6VtLepCwQgAAEIQAACEIAABCAAgRogkA8+mtWQJF1Ky5cVBTXJJ53If96ot2PGTLWPPw03PcytMJl7sC2IpmCHKS676HdL2sbrEORkfCqTALWCAAQgAAEIQAACEChJYOAvR9oy1x9i8Sd+/I1vJtvCD313N7fwKczqn3nLJmtkp0lftjqyk/oVpSSUEgOnpCXKI51INp340RCAAAQgAIF2ESAzBCDQLQQIdOoWrBQKAQhAAAIQgAAEIAABCHSUAOtVN4HsDYEkXUrLJ0mCmRI70Yn/P2/U2dFnf2UfftJoufCXf7w7zvM3JwpDOWk9mRf8dnH7xboEOVX3kUTtIQABCEAAAhCAAAT6KoGBW460pa89KPzWD7/59QNfzzoEHX/vC4rSoV+gvsHMp/9rkzWy02dflQx2Up8irpesn9KxqJCWliifdCLZdOJHdx0BSoIABCAAAQhAAAIdIUCgU0eosQ4EIAABCECg9wiwZQhAAAIQgEDFEsjeCEjSpbR8WUluQkgn8vJ/6+zYsVPtw0+azOOfmu8WTE3mLlsSXEFdePIStun6CxkfCEAAAhCAAAQgUOUEqD4E+jSBQVuvbstce2Dh975QeLQ9b4a5W/JX99Sb+WCnyQQ7BTBMEIAABCAAAQhAoOYJEOhU87u4rzWQ9kIAAhCAAAQgAAEIQAACvUFAQUvp7SbpUlo+SRLMlNiJTvwKctLr6t7/uCkUree146Pb0bZghsm0jhUS55+kICdGcgqAmCDQBwjQRAhAAAIQgAAEap3AwG3WsKWvPjD+3NdMv/3VB9DPf7VdtnoJWlb35Bv5YKfPpzKyk+AgEIAABCAAgZohQEMg0JIAgU4tmeCBAAQgAAEIQAACEIAABCBQ3QR6uPa64ZDeZJIupeXLigKb5JNO5JU3NZLTNFOQkwZtssLz2tJRPM7NPRjmdt5vFrfNNiDIyfhAAAIQgAAEIAABCECghggM3HYNG3HV/mbhd7+7m1v4xJlF2wtzC5/6J96wL/a/yhq+mBaDndJ9jMSWLiVh9cJDFLKsyJZH60gjEKg4AlQIAhCAAAQg0AcJEOjUB3c6TYYABCAAAQj0dQK0HwIQgAAEuo5A9oJ/ki6l5UtEAU2y01q25NW36kwjOb37UWN8WDunR7WDpae1JeG2Q5iCFfwq49wTF7Mtfsbr6rpur1ISBCAAAQhAAAIQqA0CtKI2CAzabk0bccXoGHwUugChL6B2hf5AoY8gh/oMWjbj0Vft81FXWOOU6QQ7CRMCAQhAAAIQgAAEapAAgU41uFNpEgQ6SYDVIQABCEAAAhCAAAQgUBYBBRmlMybpUlq+RBTMJDutZUtee7vOjh4z1d79qCn1bLa2ome1JbKD6GluNzv3xMXtlwQ5BSBMEIAABNpNgBUgAAEIQAACVUNg0PY/sRFX7B/7CMnMgyExabf8J/QT6h5/3T7f/0qCnfJEmEMAAhCAAAQgAIGaI0CgU83tUhoEAQhAAAIQgAAEIAABCECg+wkoUCm9lSRdSsuXiIKZZKe1bMnrb9fb0WdPtXc/bEoXXbCTJ7abkzbu14vZlht110hOhe2gIAABCEAAAhCAAAQgAIGKIDBoh5/YNy4frQGcQn3UP5CpcZwkwaWpYM585BWbPPoKa/ySkZ2EBYEABNoiwDIIQAACEKg2AgQ6Vdseo74QgAAEIAABCECgEghQBwhAoE8TUKBSGkCSLqXlS0TBTLLTWrbkvxMa7OixU+2dj3Lm7ubaQNCzlAdfXixYY3+9qG31c4KcjA8EIAABCEAAAhCAAAS6k0CFlT1ox7Vsqd+PCrVS38BCz8DNwtzCJ1qaBdtCX2Lm31+1yXqN3Vdf8xo7MUEgAAEIQAACEIBAjRAg0KlGdiTNgAAEKosAtYEABCAAAQhAAAK1SkCBSum2JelSWr5EFMwkO61lS/77ToMdefaXNuH9JrNcLkxBwkaUPxd1mJl8eRlz3HDbZuOF5UQgAAEIQAACvUqAjUMAAhCAQM8TWGTnn9pSl+7X3EMInYjQh9A8iPoToUrqS8gZR3Yadbk1Tp1BsFPgwgQBCEAAAhCAAARqgUBvBDrVAjfaAAEIQAACEIAABCAAAQhAoM8RiDcLUq1O0qW0fIkomEl2WsuWvPlugx09ZqpN+CBnpqev3c3dTR+pvBVT5uFvzLGL2ba/IMhJRKpAqCIEIAABCEAAAhCAAAS6hcAiu6xt37hkVOgheCjfTX2HYAQd7GC4u4VEELM6vcZOwU7TCHYyPhCAAAS6hwClQgACEOhRAgQ69ShuNgYBCEAAAhCAAAQgAIGEABoC1UVAgUrpGifpUlq+RBTMlNjSSify1nsNdtTZU+2t9xr1sLVZLmxBT2AHCVY+HQ3NcnbmMcPtV5vwujrRQCAAAQhAAAIQgAAEINDXCQzadW1bcvw+AYM6EkGFKelKxA6GEloUZObDL9tkBTtNn9kLIzuFijFBAAIQgAAEIAABCHQZAQKdugwlBUEAAhCAQJcSoDAIQAACEIAABCqGgAKU0pVJ0qW0fIkooCltK53IW+/W29Fjptlb7zWZ68/DFqK4uQcJyWBoHtWZRy9q22/KSE4RCDMIQAACEIBALRGgLRCAAAQ6QWCR3de1JS9SsJOZm1noSlj8BMPd8+mCrnv4Zfti9BXWNKOOYKcIiRkEIAABCEAAAhCoTgIEOlXnfjOqDQEIQAACEIAABCAAAQhAoCcIKFApvZ0kXUrLl4gCmtK20om8/V69HT12mv33nQbTk9ZJPj1w3ZwOG43+oE8/crjtsBlBTgEFUx8kQJMhAAEIQAACEIAABNomsMge69mSF+5dGCA2F3SQ0LmI/Ymcuhz5tPoaMx580T7XyE4EO7UNlaUQgAAEINDjBNggBCBQPgECncpnRU4IQAACEIAABCAAAQhAoLIIUJtuJqAbA+lNJOlSWr5EFNCUtpVO5H/vK8hpuv33naZQtJtpiuLmbqaZu4xgmtnpRw6zHTcnyCmgYIIABCAAAQhAAAIQgAAEWiGwyJ7r2xLn72WxP2Fu7h5ta1YFIzhmPvCSaWSnxpn1JUd2SvoypbSFj/xBxSlty5FNy4d0CQEKgQAEIAABCEAAAs0ECHRqRoEBAQhAAAIQqDUCtAcCEIAABCDQcQLZC/RJupSWLxEFNKVtpROZ8EGDHTlmmr0+odGUx0yPV8d5SIe6hqSM/DKzU48YZjtvMTAsYIIABCAAAQhAAAIQaJ0ASyAAAREYvPcGtsR5e8oMnYzQuchJQjKqOIuJXOiHzLj/3/bF6Mutsa5lsFPSf1G/pJSEQkK3JZQnI4jyBNU8ZdPNCzAgAAEIQAACEIAABLqEAIFOXYKRQqqSAJWGAAQgAAEIXH3Y+QAAEABJREFUQAACEIAABEoSyF6Yby0tf1p0QyBJy07LO4UgpzcmNJmHrbrHuSnhYZYkLRjubqcePtx2+SVBTsYHAhDoPAFKgAAEIAABCECgzxAYvM+GtsS5e5r6FZLQtQi2JtfMzNzcg5jZzPv+bVNGX2GN9Q2M7BR4MEEAAhCAAASqngAN6DMECHTqM7uahkIAAhCAAAQgAAEIQAACEGhJIOtRoFLal07Llmi5dFoU1JSkZaflnQ8b7IgxU+31/zVqVdOzz8prskJCth62VtKCccphw2zXLXldXYTFDAIQgAAEIAABCEAAAhBoF4FF9t3QFj9nj9DdyKl7kRd1NkJfIzhDOvgLJc74yz9tikZ2amhsEeyU9Gny/ZWwTlg/basIpaUlabtUWj4EAr1JgG1DAAIQgAAEaoUAgU61sidpBwQgAAEIQAAC3UGAMiEAAQj0KQJtXZjXMomASLcmyc2ARL/7UYMdNXaavf6/Jq0axcPcPc7NgpIpkX3KocNsN4KcjA8EIAABCEAAAhCAQI8SYGM1RmDwfj+zxcftYepjqK/hiRG0e0xZ/uM288//si9GXWaNjS2DndTvUd9GupSoDPmlJWm7VFo+BAIQgAAEIAABCECgcwQIdOocP9aGQB8nQPMhAAEIQAACEIAABGqFQFsX5LVMorZKp0UX/SXySaflvY8b7Mgx0+yVtxr1/LRWj5ILc+XX09RakE+b/fbgobb71ryuLuBhggAEIFBhBKgOBCAAAQhAoPoIDB69kS0+Zvek2xG1ZuqLqA+StEj2zD//06aMujyO6qQ+TcyTy8W07LRP6bSoHKWlJWm7VFo+BAIQgAAEIAABCFQmgeqoFYFO1bGfqCUEIAABCEAAAhCAAAQgAIFuI9DWhXgtk2jj0q2JLvyn5f0Y5DTdXnmrydyTJ6ZdxZjm7nFuFrSb28mHDLU9t6nSICfjAwEIQAACEIAABCAAAQhUIoHB+//cFhuzm4Vuh5lb+Li5BwlWMnkw3Nxm/umf9sXoWcFO6t+o/5PV8mUlFBFfiSct0XLpRLLpxI+GAASqjADVhQAEIACBiiBAoFNF7AYqAQEIQAACEIAABGqXAC2DAAQqm0D2gns6LVuiFkhnJX3BX3YiH0xssCPGTLOX32wMq+biBX89Ja2np4NDgzhFX0zncvabAwcT5CQwCAQgAAEIQAACEIAABKqYQKVWffABG9uiZ+4Suh/qlaT7J6pxSAelvk7IYDP/+ALBToEHEwQgAAEIQAACEKhkAgQ6VfLeoW4QgEBfIEAbIQABCEAAAhCAQK8RyF/Mn7X5dFq2REul05IENMmX2In+8JMGO3LsdHv5zSYzt/DxoCTBLEwetHuc228OHGp7/2pQ8DBBAAIQgAAEapoAjYMABCAAgV4kMOSgTWyxM3cNNfBM/0RpM3c3syBhqrvnBZuy/xXxtXVJPyfp+6S17KxY+MgXVJzSthzZtHwIBCAAAQhAAAIQgED7CFR4oFP7GkNuCEAAAhCAAAQgAAEIQAACECiPQPYCezotW6KSpNOiC/1JWnZaPvq0wY4YM91efKMxjtqUzPSMtJ6dVnkS2SrjxAOG2D7b8bo6MUEgAAEIQAACEIAABCAAge4lMPjgTWzRM3YO3RT1UGZtK+mfaESnsFCTzbj7eZtyQMeCndTXkSRbSNvyZdPyIRCAAAT6DgFaCgEIQKDzBAh06jxDSoAABCAAAQhAAAIQgED3EqB0CHQxgeyF9XRatkSblE6LgpqStOy0aCSnI8Z8bS/+t9Hc3VwFFGbunk+n5ifsP8T2JchJlBAIQAACEIAABCAAAQhAoIcIDDlkU1v0tJ0LPZP8Rj0o9zg3LYhWmM1UsNOBV7Z7ZCcLn6TfFMw4KR2NwiybLrjNMCAAAQhAAAIQgAAEZkuAQKfZIiIDBCAAAQhUOgHqBwEIQAACEIBA+QSyF9TTadkSlSadFgU1JWnZafl4UqMdOW66/fv1hvxD0Dk9IZ2LtmZxPRUan402O37UYBu1A6+ri0iYQQACEIAABCBQNgEyQgACEOgKAkMO28yGn7pToSj1XUKvJfRhwjyZTH0YdV9m3vmsTTmIYKcCLBQEIAABCEAAAhCoCAIEOlXEbujWSlA4BCAAAQhAAAIQgAAEIACBSCBerI9WfpZOy5ZoiXRaFNSUpGWnZeJnjXbkWAU5NZnpKWhPlAwLH7f8XzDDpCCn0TsS5BRQMEGgqwlQHgQgAAEIQAACEIBAmQSGHL65Df/djiG3eitm7m5mQfKTuTcbVnfnc/bVIVczspPxgQAEIACBCiFANSDQ5wkQ6NTnDwEAQAACEIAABCAAAQhAoC8QoI0KVEpTSKdlS7RcOi0KakrSstPyyeRGO2LMdPvna42FJ57zozjpYehgxaehNdMz0koft98Q258gJ2FGIAABCEAAAhCAAAQgAIFeJjDkiC1s+Ck7aOCmIOqxBMlPoX8TKhdsGeoPfX3b0/YlwU4BSjVM1BECEIAABCAAgVonQKBTre9h2gcBCEAAAhAohwB5IAABCECgpgnowny6gem0bImWS6dFQU1JWnZaPlWQ09h8kJPWddcTzx6ffHYPOjrzM3e3Y/cZbAfsNFAOBAIQgAAEIAABCECgtwiwXQhAoIjAkCN/acNP3t7yPRi3YITJLXRhoi3DPaTNbObtT9uXhzKyU0DBBAEIQAACEIAABHqVAIFOvYqfjVcLAeoJAQhAAAIQgAAEIACBaiWgQKV03dNp2RItl06LgpqStOy0TPq80Q4fO91eeCU/klMcwSk/s2QdjeJkegI6zI7eaxE7aBdeVyfOCAQgUNkEqB0EIAABCEAAAn2PwJCjtrShJ20XGh46MJpC30b9mtC5MYns4JZpM259yr487BpeYxdoMUEAAhCAAASqmQB1r24CBDpV9/6j9hCAAAQgAAEIQAACEIAABFoloAvy6YXptGyJlkunRUFNSVp2QeLF/M++aLQjxn4dg5y0bv4JZwvKNQsSJpkWZ3b03oPt4F0JcjI+EIAABCAAAQhAAAIQgEDFEhh6zFY27DfbW+zGqCvjcRbSbu5u+ki5uc285Sn78nCCncQEqVkCNAwCEIAABCBQ0QQIdKro3UPlIAABCEAAAhCoHgLUFAIQgEBlEVCgUrpG6bRsiZZLp0VBTUladlomT9FITl/bcy83mOmR5liAZiGZC44osoME95F7DLJDCHIKJJggAAEIQAACEIAABGqHAC2pVQJDjt3Khp7wq9jVUdcmMdQ/im0OXZ6ow2zmzU/al0dcGx8GSfpMyic7rWWnJaxqSVq2RGnpRLLpxI+GAAQgAAEIQAACEMgTINApz4E5BCDQ3QQoHwIQgAAEIAABCECgxwhkL4yn07Ilqox0WpKL8vLJTsvnXxaCnP7TGFZ1s/xkeqrZwsddDokFn9uRey5ih+2+iPGBAAQgAIE+RoDmQgACEIAABKqYwNDjt4nBTureWOjeWDDc3VxtijOzkDQPf3U3PWlfHUmwk/GBAAQgAAEIQKBvEujFVhPo1Ivw2TQEIAABCEAAAhCAAAQgAIGuJqAgpXSZ6bRsiZZLp0VBTUladlo+/7LJDhvztT3zUqPlwp/Ga9ITznqgeZYOqULi8N0HmUTbQYoJkIIABCAAAQhAAAIQgAAEKpuAgp2GHL+Nuj1BQg8o9HNCb8eCChVXOrhDvyhYNuMPT9jUo65nZKdAhgkCECgmQAoCEIAABLqPAIFO3ceWkiEAAQhAAAIQgAAE2keA3BCAQCcJKFApXUQ6LVui5dJpUVBTkpadlmQkJwU5eVjZzfNzqWApKdM9zIMcttsgO2KPQVqCQAACEIAABCAAAQhAAAIQKEWg4n16hd2Q47Y2C30c99DXMZNpZnlb2oPtZjbjxsds6tEEOwUUTBCAAAQgAAEIQKBHCBDo1COY2QgEIACBriBAGRCAAAQgAAEIQKB1AgpUSi9Np2VLtFy6NUkHOMn+4qtGO2Lc1/b0iw1a1eJTzIV5dGgmZ9Aq89BdB9pRe/G6uoCDCQIQgAAEINAJAqwKAQhAAAKVQGDob7azIcdsZerrxPoU+j7RzvSLZlz/mE095gZGdsrDYQ4BCEAAAhCAAAS6lUDtBDp1KyYKhwAEIAABCEAAAhCAAAQgULkEmi+8F6qYTsuWaJF0WhTMJJFPOi1Tpjba4WO/tqf+3WiWPMFsZh7+NLfwcYlmQR+66yA7miCnQIKp2wmwAQhAAAIQgAAEIAABCPQQgaEnbW9Djt069oLyMzN1j9zcLIrmwQ7TzOsftanH3kiwk/GBAAQg0EUEKAYCEIBAKwQIdGoFDG4IQAACEIAABCAAAQhUIwHq3PcIKEgp3ep0WrZEy6Vbk3SAk+wvpzbaYWO+tif/3RifU7acHl3ORbt5HlxhCotydvDOA+2YvRnJSZwRCEAAAhCAAAQgAAEIQKC2CCjYafDRGtnJQp8o9IhCRyjM83ZoquzQMYrpGdc+Yl8d2zMjO4VNM0EAAhCAAAQgAIE+SYBApz6522k0BCAAgT5LgIZDAAIQgAAEaoqAApfSDUqnZUu0XDorCmiSTzotX01rtMPGKcipydzdXAVEyVsePWHu0WkH7TzIjt2HIKc8DeYQgAAEIAABCFQIAaoBAQhAoEsJDD15Bxty5C9Db6jQEYqWh3lhM7HvFNJB1133qE09jpGdCmRQEIAABCAAAQhAoMsJEOjU5UiruUDqDgEIQAACEIAABCAAAQhUCwEFKaXrmk7Llmi5dFYU2CSfdFqmTm+0w8Z+bU/8symsmjPlyQUrPQVvSAZvmA7ccaAdvy9BTgEIEwSqjADVhQAEIAABCEAAAhBoL4Ghv9vJFjnil4XV1DMKnaJCyoIZptiH0rhPM695xKYeT7BTggcNAQhAAAK9RYDtQqA2CRDoVJv7lVZBAAIQgAAEIAABCEAAAh0lUAXrKQApXc10WrZEy6WzosAm+aTTMu1rBTnNsMf/1WT5x5LzTyO7hY/HeXR7YX7AjgPt1/sR5BToMEEAAhCAAAQgAAEIQAACfYTAsFN3ssFHbBF6ReoZeWy1h1RhMncPviBhqrvmEZt2wk2W7nclfbG0lp2WUEAMmJJPtiRtl0rLh3SAAKtAAAIQgAAEIFCVBAh0qsrdRqUhAAEIQAACvUeALUMAAhCAQO8SaOsCt5ZJVEPprOgCu3zSaZn+daMdOuZre/QfjeGCelhbjyJbLthBQjIYYZ63NR+9/UJ2wiiCnAIUJghAAAIQgAAEIFCzBGgYBCBQmsDQU3e2QYduph5TEI3fFDpQOfWUgh107D/lXTbjyodt2okEO5UmiRcCEIAABCAAAQh0jACBTh3jxloQaI0AfghAAAIQgAAEIAABCHQbAQUppQtPp2VLtFw6Kwpskk86LV/PaLRDx82wR//ZZHr4WGKuUtzcg+TNMM/bo7cbaL8ZPTikmSAAAQj0aQI0HgIQgAAEIACBPkxg2Bm72nIwQ4gAABAASURBVCKHbG6eMCj0ndyDJ4pZVCE5U8FOv7mZkZ2MDwQgAAEIQKAqCVDpCiRAoFMF7hSqBAEIQAACEIAABCAAAQhAIEtAQUppXzotW6Ll0llRYJN80mmZWddkh42baX9/odH0KHLy8LFsObROLhaqmdl+v1rYTtq/nJGc8vmZQwACEIAABCAAAQhAAAIQqFUCw87c1QYdvFm+eaHjFCZTH0p9KfWp0v2rmZc/ZNNOItgpD4t5bRGgNRCAAAQgAIGeJ0CgU88zZ4sQgAAEIAABCPR1ArQfAhCAQDsJ5C+Wz1opnZYt0VLprCiwST7ptMysz9mhY2fa355vDKu6maaCyDb3MAWx8An2vtsuZL89gCCnQIMJAhCAAAQgAAEIQAAC5REgV80TGHbWbjbooE3NPE7mHgwLoinYYcovCL66y/9q0397CyM7GR8IQAACEIAABCDQOQIEOnWOH2tDAALdQIAiIQABCEAAAhCAAARmEVCQ0qyUFZ4Qznu0TKKUdFYU2CSfdFo0ktMhY6bbX5+rL5SXCwWHSSo+dhxKDFrrBpfts/WCdsqBvK4uUGGCAAQgAIEuJEBREIAABCAAgVogMOzs3W3QAb+wnP5CPyp0skLnKkzBVp8quEMzw9KQnvH7B236yQQ7BSBMEIAABCAAAQj0IQJd3VQCnbqaKOVBAAIQgAAEIAABCEAAAhDoIgLxoniqrHRatkSLpbOiwCb5pNNSV99kh42bYQ8/12Suv+QRYzeT6S7DwsdD2m2frRey3x1EkFMA0tMT24MABCAAAQhAAAIQgAAEqoTAsLF72qD9N4l9qDAz8zBF0czCx4NLYjbz0gdt+im3MrJToMIEAQhEAswgAAEIQKCdBAh0aicwskMAAhCAAAQgAAEIVAIB6gCB2iegIKV0K9Np2RItl86KApvkk05LfUOTHTp2hj30rF5XZ/HBYuWLVi7MCxIXhNleWy1kpx5MkJM4IxCAAAQgAAEIQAACEIBAbxConm0OG7enDRy9caiwOlYt+1e50McKS8Jys5mXPGDTTmFkpwiDGQQgAAEIQAACEGgnAQKd2gmM7BCAAASqggCVhAAEIAABCECgqgnkg49mNSGdli3RUumsKLBJPulElG5obLJDxyVBTq7VTXP3ODclZEpk77nlQnbawYsYHwhAAAIQgAAEKpgAVYMABCAAgYoiMOycvWzgqI1NfSr1rSSy5XD3gummT/0lD9r0U29jZCfBQCAAAQhAAAIQgEA7CPTJQKd28CErBCAAAQhAAAIQgAAEIACBHiWgoKT0BtNp2RItl86KApvkk05LQ0OjHTJ2hj3wdKPlnyAO85yeJ9ZTxsGWN6jgMskeWyxoZxzKSE7ijFQ3AWoPAQhAAAIQgAAEIACBniYw7Ny9beC+P499K/Wv1N0KPa+QzvfBghGqlLdnjr/Ppp92O8FOgQgTBCAAgc4QYF0IQKBvESDQqW/tb1oLAQhAAAIQgAAEIACBhAC6AgkoSCldrXRatkTLpbOiwCb5pBNJ0oeOm2kPPN1kHv9UQpDC08TuroSFRSZzj18uaGceRpCT8YEABCAAAQhAAAIQgAAEINBBAsPO38cG7rtR7GOZulxh5u5hnhSYtzWvu+g++/r01oOd1K8rJSop8cuWKC2dSCGdJNEQgAAEIAABCECgJggQ6FQTu5FGQAACEIBA1xOgRAhAAAIQgEDPEshegE6nZUtUI+msKLBJPulElG5s1EhOM+2+pxrDqnpiOBf0rEkp5dPTxXrKeJfNFrCzCHKaBQgLAhCAAAQgAIE+QIAmQgACEOgeAsMu2NcW2mvD2N3STH0v9cGSrclWL03LZl7wF/v69DtKjuykPl5cNxdyZ0RlJctkS5SWTiSbTvxoCEAAAhCAAAQgUK0ECHSq1j3X2/Vm+xCAAAQgAAEIQAACEIBAlxHIXnhOp2VLtDHprCQXvaUlyXLZh56TD3Jy19pu7i4jSF5r7h7ntutmC9rYI4aEZUwQgAAEUgQwIQABCEAAAhCAAAQ6TGD4RaNs4b03DOt77I95sIKhucn2wlyq7sK/2NdnEuwU4TCDAAQgAIGeJ8AWIVBFBAh0qqKdRVUhAAEIQAACEIAABCAAgcoi0BW1UWBSupx0WrZEy6WzomAm+aQliR1Hcho3w/78RKPl9KdHhaNWKpZmpieBC76dN13Axh7J6+pEBoEABCAAAQhAAAIQgAAEINCVBIZdNMoW2nOD0AUr9MdCXyx0yEJvLDUPfTb152ae92f7+sw7GdmpK3dAF5VFMRCAAAQgAAEIVA4BAp0qZ19QEwhAAAIQgECtEaA9EIAABCAwGwK6kJ3Okk5nbaXTkg5sytqHnzszBjlpsKb4hLBrK275P9lBwkKld9pkATuHIKcAhAkCEIAABCAAAQhAoIMEWA0CEJgNgeEXj7aFdt8g9MmSjOqNWUi7meZ5JdPqzv+TfX1Wx4KdLHzUbwwqTmlbjmxaPgQCEIAABCAAAQhUGwECnaptj1HfGiJAUyAAAQhAAAIQgAAE+jKB7AXmdFp2W5INbFJe+SSHnTvD7n28MY82l1fxUeEw0/PDiUtLdth4fjvvaF5XJxYIBCAAge4jQMkQgAAEIAABCEDAbPil+9uCu63fjEJ9M/XRNK5T6K7l/XIGq+7ce23GmLvbPbKT+oaJhGLipHQ0CrNsuuBGQQACEIAABCDQaQIU0FMECHTqKdJsBwIQgAAEIAABCEAAAhCAQIFA9sJyOp21lU6LgpmUlpak7XyQU5O5e5CwMQ8SppDU3Dz+BTPoHTZewM4/pgKCnFQdBAIQgAAEIAABCEAAAhCAQB8gMPz3B9hCu64XW+ph7qFvZhKPc8v33cxkzDznng4FO1nho75iwYyvzUts6fQypREI9AgBNgIBCEAAAhDoIgIEOnURSIqBAAQgAAEIQAAC3UGAMiEAgdojkL2gnE4ntnQpyQY2KY98ksM1ktNjjRauYIcpFySaFqxoh1TeDki3//n8dsExg4PFBAEIQAACEIAABCAAAQhUAgHq0HcIDLvsQFtwl3VD/yzfS4vznOZBpKPEmc0c90ebMfbuDo3sJKLqM0pL0naptHwIBCAAAQhAAAIQqAYCBDpVw16ijhCAQGsE8EMAAhCAAAQgAIGqItDWheVkmXQpUTCT/NKStH3EeTPsnsebTE/9Stzd9JFyc9OkmQdju43mtwuPJcjJ+EAAAhCAQDURoK4QgAAEIACBmiIw/PKDbMGd1gk9NA/tclPfLRhmHqYocRYSZnUKdgqifmAi6f6g7NbEwkfLgopT2pYjm5YPgQAEIAABCEAAAr1IoKxNE+hUFiYyQQACEIAABCAAAQhAAAIQ6ByB7AXkdDqxpUuJLmbLLy1J20ecP8PufqypMGpTqGMuF+xcMMJUUPFR4TDb9mfz2fjjeF1dIFNjE82BAAQgAAEIQAACEIAABKqNwPArD7YFdlw7VDt03MIUDAvdtqhCpy7YwRkm+WaOudtmnPNHRnbK02EOgT5MgKZDAAIQgIAIEOgkCggEIAABCEAAAhCAQO0SoGUQqAACCkxKVyOdTmzpUpINbFIe+SRHXTDT7n60yVx/XtiCu7lLQtqDhCkkbdsNF7CLjyfIKeBgggAEIAABCEAAAhCAAARqkUAVtmn4VYfYgjusYxb6bh5m6ruZPsFwD54gFsSDr07BTufeQ7BTYMEEAQhAAAIQgEDfJkCgU9/e/7QeAhCAgIEAAhCAAAQgAIHuJaDApPQW0unEli4lCmaSX1qSto++cKbd+fdG09O9uTDTMome/JXO5cIiSVi21Xrz2SW/5nV16f2ADQEIQAACEOhrBGgvBCAAAQhUJoFhVx9i82+3VujKhZ6d+nBRZKck9Os01Z11p804r/Vgp6TfmO8TptZXBzE0X/6g4pS25cim5UMgAAEIQAACEIBAJRIg0KntvcJSCEAAAhCAAAQgAAEIQAACHSaQvVCcTie2dClJLlBLS5RHWnLMRXV2xyNNoV5ulp/M3aOEWZjc9Aku23r9+e33JzKSk3ggEGiDAIsgAAEIQAACEIAABCDQawQWvfZwW2C7tcxCV079OPeCYWbRtJA2fdzqz7zLZl7wp5IjOyX9RulSohLkl5ak7VJp+RAIQAACNUaA5kAAAjVAgECnGtiJNAECEIAABCAAAQhAAALdS4DSO0KgrQvGyTLpUqJgJvmlJWn7mPF1dtvfGi0X/kyip31DBeMDusG2YCh/cNmW685nlxHkJBQIBCAAAQhAAAIQgAAEIACBiiYw/LrDbYFtf5KvY+jXqW8XE6GfF6Zoqg+ovuDM02+3mRf+uRuCncIWtO3C1lAQgAAEIAABCECgEgkQ6FSJe4U6QQACEIBAdRGgthCAAAQgAIEMgSTQKOOOyWSZdCnJBjYpj3yS4y6us9sebozP8nphLuWhZD3lK9uC4e72y3Xns8t/w0hOAQ0TBCAAAQhAAAIQ6BoClAIBCECgmwkMv/4Im3/rNU39Okno2kVbfT4rzNw9mnWn3W51F3VNsJNlPuqHZlwkIQABCEAAAhCAQMUQINCpYnZF7VaElkEAAhCAAAQgAAEIQKAvEcheEFZaIgZpLTsrCmaST1qSthXkdMtfG0Mxen43eco2F4w4mfKGWUjkbPO157UrTyLIKcBiggAEepAAm4IABCAAAQhAAAIQ6DyB4TceafNttUbs22lwJfX1Yi8wdP+CM3T7YipsKGczT73N6sb/pdMjO8VtaGOh1GSSL7HREIAABCAAgTQBbAj0NgECnXp7D7B9CEAAAhCAAAQgAAEIQKBmCLRxIThejFZDlaeUZAOblEc+yfGX1ls+yEkl5J/edfeQCJKfzF2G2+Zrz2dX/ZYgpwCHCQIQgAAEIAABCEAAAhCAQFUSWPQPR9v8W/3YLN/NCyoYpo9H22UWpO53t9rM8YzsVMBRCYo6QAACEIAABCDQzQQIdOpmwBQPAQhAAAIQgEA5BMgDAQhAoPoJKDAp3QqlJfKlteysKJhJvkQnttK/vrTObnqwweLDuyosiOz8M7yy9ExvkGBu9tN57eqT+06Q0/Tp023UqFG28sorF8mjjz4aKDF1lsC1115bxFWc22L76quv2rrrrlu0zkknndTZalTM+q0db+LSE1KKfSnmW2yxhU2aNKlLuZU6FvTdE5Mu3VAfL0z7OHssiX1PYNF3Nb1tfZd1fLW27d6sa2t1qgU/XGthL9KG2ROorhw6F+qcmD5H6pxZXa2gttVKYPhNR9v8v9TITqG/19yIXOgbSpodIW1Wd8qtNvPi1kd2Uh+zNVFJWpboxFZakk3Lh0AAAhCAAAQgAIHeJECgU2/SZ9sQKJcA+SAAAQhAAAIQgAAEKppAWxd+k2XSpUTBTPKntWzJCb+vtz881GTubi4CcWbR9sLcwkf2pmvNa9f0oSCn0GwmCHSIQENDg5122mk1G5DVISisVDkEqEnNEZg2bZqNHz/6jKbXAAAQAElEQVTe3njjjZprGw3qmwRmzpxpCsJ89tln+yaAKmv122+/beeee64RnFxlOy5V3eE3H2PzbbF67P0lM3f1AJXJNYtud7d6BTtdcl/J19ipf6l+Z2uigrRMupS0taxUfnwQgAAEIAABCMyGAIs7RYBAp07hY2UIQAACEIAABCAAAQhAoK8TyF7wVVoiLmktOyvJxea0li1RkNONDzSY5XJhChILzM9yQamssDBOG685j133u9ofySk0mwkCnSbwwAMP2F133dXpcigAAhCAQFsE9L/8/vvvN42ydtttt1ljY2Nb2VkGgYonoN+ezz33nO244452/vnn24wZMyq+zn25ggqyPPvss2377be3119/vS+jqIm2D7/1WJtv85Gx76eZvo/qE8rWcE6y5QsdR6v/7c1Wd+n9nQ52UnmSNMBsOr0MGwJdTYDyIAABCEAAAm0RINCpLTosgwAEIAABCEAAAtVDgJpCAAK9QKCtC73JMulSohug8qe1bMmJl9XZjQ+EG6KuJ3Td3IM0ty9vu3vwuG38k3nthlMJcgowmCAwWwK60adRDfQ9m21mMkAAAhDoIAGNoLLnnnva8ccfb59//nkHS2E1CFQOgYkTJ9rRRx9t+++/v02YMKFyKtZ3a9Jqy/UbJwmyvPnmmwmybJVU9S0YftvxNt9mI0PF3fJ/wdTkFtJB1D+MYlb/25us7rIHOh3sZCU+6sOWcOOCAAQgAAEIQAACPUqAQKcexc3GIACB3iPAliEAAQhAAAIQgEDXEshe4FVaoq2kteys6AaEfGktW6Igp+vvb7I4hpMezZWlUZ1UcEHk1vKN1pjbbiTIqUAFBYG2CUydOjWOQDF58uS2M7aydMCAAbbGGmvYlltuWbZsttlmNmRIy0DE1Vdfvewyku0NGzaslZrhhgAEign0fkqv9XrppZd6vyLUAAJdRECBMw8//HAMmuiiIimmmwjod87FF19MkGU38e3tYofffrzNu8kq6iEGmVWb2D8Mfcb0CE91J/6hS4Kd1G+VzNpa2ErcVtqDDQEIQAACEIAABHqWQD7QqWe3ydYgAAEIQAACEIAABCAAAQhUNYHshd50Y5Jl0qVEwUzyp7VsyW8ur7frH2iy+CBunKlkD+kgMgviQW+0xrx20+lDg8UEgXYQ6KNZ9Z277rrr7JlnnukwgTnnnNN23nlnO+6448qWI444wkaMGNFim9tss03ZZSTbW2655VqUgwMCEIAABCAAAQhAoG8RWPTOE2y+X6xq6hNaau4uT5A4uSlZ/5s/WN0VD8YgRfU3JfpdLC2R3ZpY+GhZUCWntpaVXAEnBCDQ8wTYIgQgAIEaJkCgUw3vXJoGAQhAAAIQgAAEINA+AuSGQDkEshd0lZZo3bSWnZXkYnJay5acdEWdXXdfo+nRXD0gq3VNRnDI1lO62oYybLj6PHbz6S1HickvZw4BCGQJPPbYY3b99ddn3aQhAIEOElhrrbXs+eefL5Jddtmlg6WxWkIArgkJNAQgAIHuJ1DNWxh+1wk278arhCbke4maq88Y+48hIbvQlbT6X99QMthJedQPlW5NwgZCkaHAYCR5gtk8ydecwIAABCAAAQhAAAI9SIBApx6EzaYgAAEIVDkBqg8BCEAAAhDo8wTaupCbLJMuJclF5LSWLfntlfV27X3hArIeu3WLT9+6ed4I2t3D3OJng5Hz2C1nEOQUYTCDQBkEPvroI7vwwgtt5syZZeQmCwQgAAEImBkQIAABCECgwgkMv/tEm2ejH8Vaepi7h3kUs6hC0iRh1nDCjVZ/5UNFIzupH5pIqf5r4rPwkR1UyamtZSVXwAkBCEAAAhCAAAS6gACBTl0AMV8EcwhAAAIQgAAEIAABCECglgmUuoCb+NJadmuiC8laJp2Igpyu+UuTWfLIbS5QDJKzOIsJrRNStv6qc9ttZ/G6ugCFCQJlEWhoaLDLLrvM3n777eb8Cy20kM0xxxzN6fYbrAEBCEAAAhCAAAQgAIHeJ7DoPSfZPD/7P/UcQ3dSPcYg+SmkQ/2CHTqawc5Z3fHXW/1Vfy0Kdor9zNAPVd80sUvpUFIsI61lJ6J1EhsNAQhAoLYI0BoIQKBSCRDoVKl7hnpBAAIQgAAEIAABCECgGgnUaJ1LXbhNfGktOyu6aJyIliW29MlX1VsMchI3PXZrbgUVtJuFyYLD3W39Veex288myMn4QKAdBO6++2679957m9cYNGiQ7bvvvjbPPPM0+zAgAAEIQAACEIAABCBQrQQWvfe3Nu+G/xe6jbHzaMEw15+bBRXEzT2ImdUff73VXdX5kZ3Urw3FmaVmpXypxZgQgAAEIAABCECgSwkQ6NSlOCkMAhCAAAQg0DYBlkIAAhCAQPURKHXBNvGltezWREFNWiadyClX19tVf26KT8Zq9CYtDwlNBclZwbB1V57b7jib19VV39FDjXuTwMsvv2yXXnppfGpd9ejXr18MclpppZWURCAAAQhAAALdSoDCIQABCPQUgeF/+q3Ns/4Pm/uP6ltKCkM9hW6lepxanLP64663+msejr+Rk76p8kqUlm5N1B4tS2vZiSTLkjQaAhCAAAQgAAEIdBcBAp26iyzldoQA60AAAhCAAAQgAAEIQKCiCJS6UJv40lp2VnSROBEtS2zpU69tsCv/1JRva3y61uNTtmFm5mGSFIx1Vp7b7hxDkJN140f7591337Xx48fbzjvvbOutt56tvPLKzbLhhhtGv5b/73//izcFurE6ZRWt40h1USDPHnvsYRtvvLGtuuqqzXVW/ZN6n3POOfbSSy+ZXuNWVuE1kGnq1Kl2/vnn2+TJk5tbs/7669vmm2/enMboVQKz3fi1115bdDyPGjXKpk+f3rzezJkz7b777rP999+/6Dv74x//2LbZZhu74IILTN9rfb+bVyrDmDRpkm2xxRZtbruMYmKWk046qaicdddd11599dW4rCMzteXtt9+2008/3TbbbLPm73zS5rFjx9qbb77ZI+eoRx99tKhtOudon3WkXfq+PvTQQ3bMMce0OJfpfKxz3A033GATJ07sSPFF69TV1dmTTz5pp512mm277bZFx47aMHLkSNtkk03icaVtfvjhh/HmcFEhJRLar9q/KkOSHklO2b/88sv4f0TLEtFxpuNNyxPpSq7ipTaIn/4fJNuVVlp+LS+3jUkdE52ta6n2qA46LvS/da211mo+ZmTLp/9hypOU2RNazFVXcUhEbUlve9q0aaYRAcVIdU3yJcejlilPep2sPWXKlDbL+POf/1x0Tsuu3550si2dD7O/B5I6a1+3h3WWk/6nZut02GGHNe9TMdJ3QN+FbL5S6d78HSMOOvZ0DJbavzfddJOJaal6d9aXnO9OPPFE23LLLS29fTHU+Vzn9yOPPDIeP+nfMW1tW98zrS/ZaKON7P333y/K/txzz7XYlv5HFWVqI9Fd9W5jkyzqAIHhfznZ5ln/B1boRpp77FSamZu7mz6aS+qPudbqr/1b/M2g72Mi+q0hW7o1UTlaltayE0mWJWk0BCAAAQj0eQIAgEC3ECDQqVuwUigEIAABCEAAAhCAAAQgUO0ESl2gTXxpLbs1SS4SSydy2rUNdvk9jS3wqAzTI7e5MNdgTsH+6f/NZXeP5XV1LWB1kUPMdeNnu+22izebrrzyyhiEkL25pZtMunGn5Qqg0I2pBx98MN4Y6KKqlF2MgjtuueWWeCNedbnsssvsxRdftE8++aRFfZJ66+bm7rvvHgMj7rnnnpoPeNJ+/f3vf28vvPBCM9dlllnGDjzwQBswYECzD6M6CWj/PvbYY/E78Otf/9qeeeaZohvS+o4oCPCaa66J32sFKig4qDpbO6vWujF/8MEHm85Xt99+uyk4Rf9XlCNp8x/+8Ie4fPvttzed28RKyytV1KaTTz45BhspyEnBTtlzmc7HOscpYHPTTTeN32MFsLW3TdrWKaecYuuss44ddNBBdscdd5iOC5WfLquxsdE+/vjjeFxpmwqI2WuvveyVV15JZ6tYW/v8P//5j+25554mXmqD+On/QbrSSsuv5Qqq2HXXXe0f//hHWUFd6XJasxUEdPbZZ8f/OwqQ0f/Q6alARdny6X+Y6qn6dmS/trb9jvr1XVLAyM9//nPT8SJGqmtSno4X+bRM9X7ggQdaMEvK0HLlU/5SZSjQRcG3pcpItjc7reP6uOOOMwWuaVs6H87uOyTWOvZnV3Z3LRef3vodo2NMvwW0b3Ts6RgstW/GjBkTmeoY1rHcFSzEXOdwBZ7pfKdAN9UnvX1tR3x0fv/b3/4Wj0Edi0cddVSLwCXl7Qmp1nr3BJtK3cbw+35n86zz/dCTzPcpoxFm+v+QrXP90Vdb/XUEO2W59HyaLUIAAhCAAAQg0BECBDp1hBrrQAACEIAABCDQewTYMgQgAIEeIFDqQnDiS2vZWdGN50S0LLGlFeR02T1NoQV6jtZMc4mFj7usIJqCrP1/89g94whyCmi6ZdLoRrr5qtEP3nrrrXZtQ0/JH3vssSbRKB3tWrkTmXWjfccdd7SzzjorBja1tyjd/Pztb39rhx9+uOnJ/PauXy35dXNQgSBJfeeaay7bb7/9bNFFF01c6ColoPPoddddZ0cccYR9/vnnZbVCo5kp8EfBC1q/rJUqLJO++7vttlsciaicNuicpnPbueeea7ppXmHNiUGZN998cxx5649//KMpuKicOqrtTz31lO200072pz/9qUWASakytE6yLY3C014eWv/f//63KVhUQaP6v15qO5XgU8CEAjMU3Kc6q+7l1kvHmM6TCpZROeWuVyrf66+/bjvssIOJezn7VvVUfXWMP/7446WK7BGf/p9rFB39NiiHgfIr2FLnpOS4kK89Zeg8dsIJJ9iNN95Y1vGcgND29B1QwLMCpcrhrHUT1jonXnHFFT0e+KzjrN2/Y1TxgnT0d0zCS+cOnUPEoVBkq0pMdQzvvffe9t5777Wab3YLdM7RMSXmTzzxRNnnu6Rc1ePhhx+O3ynpxN/dulrr3d1cqqX84Q+cGoOdku6lBcPdzdWAoKPSLHgajrrG6q9/JP5v1ncjEX1vZEu3JipCy9JadiLJsiSNhgAEIAABCEAAAl1JgECnrqRJWRCoAAJUAQIQgAAEIAABCECgcwRKXZBNfGktuzVJLgpLJ3LadfX2+3sa9TxtqGAu3NCyYAfJBVueoBPnmj+Yy+45h9fVBSzdMmm/6aaiblpr/3R0I3/9619jsFNPBA29/PLLdsghh9iECROssx/daNNNNwV7dbasSlv/o48+sksuuaQouGOrrbaKo7hUWl2pT/sI6LuqYKULL7ywxY3ihRZayBZffHEbOnSo9evXr0XBulGs9S6//PIev7HfojLtdPzrX/+K3/1PP/20xZptOcRL5zi9zq6Svuuqi14rqHqVE0xSqo1aT6+eU1BjqeWJT+f666+/3jqzraQsHUPjx4+31rY5p9y/2AAAEABJREFUxxxzxGBKHYeSeeedN1k1ah2XOj61LBGl5Y8ZOjn77LPP7NBDDzWNlKN935HitJ4Cz1SOyutIGa+99ppp9JkPPvig3asrSEgjfClQqt0rd3IF/R9X8LJea9ieosRMr0B79tlnYwBxR8rQsaVRCPVdL2fb+g5pNCIFLuu7UM462TzapuqtkYtUXna50jo2dYwmx6vOs/KnZdCgQfHcm+RRQLG+C+k8id1bv2N0HtBvPh1bHeH1xhtvmEbf0jGStKVcLbY6/+h/l5iXu16pfKr7GWecYeJYavl8883XvC+GDx9u/fv3L8qmoO/FFlusOY/2Wal9qpV6st7aHtI9BBTsNNdaK4XOZig/9DP1XchFs9D3DLYWKlV/xFVWfwPBThEJMwhAAAIQgECFEqBaLQm0vPrTMg8eCEAAAhCAAAQgAAEIQAACfYKALgBnG5r40lp2VnSzKxEtS2zp069vsN//MWde+DNpt/zHPaTM3F0zU5DTn89lJCfr3KfNtXUzUSMZaN+kM+qGnl7fo4AIvVLkvvvuM2kFBW2yySamm0Tp/LL1eqj7779fZreJRjDQDTq9aii9Ed2E1CvZNHKLXtOl+kr0ejqN6qEAnwUWWCC9SrOtOmtkhWZHDRgafUA3bfWalaQ5K620UnyFk3v4fiVOdFUS0CuGNHJK8r3VTdytt946juyjoEON1qPv6yOPPGIaIWXgwIFF7dR6CnTS6CdFCyo88eijj1r6u68AGr0+U0E3yfdd54dVV121ZJDXXXfd1e7RYroLif43KuBAAVjaH9ntjBgxwtLnM53LWmubvu9t3fRX2XrFoYI5stvSuXyNNdawk046Kb7CThwlGr1Fx85qq63WIkhA5WmbCpwqFfCw7LLLmtql41Cy7rrrapVmmX/++WPAlZYlouAWBYo0Z+qgofooECP9us6kKH1P1J50W/XaPqXl1/Ikb6JVjspTuYmvHK1AJY0ilg5y0v8gje6k/SDGEh27rf1P1bGu73lng0LKqW86j/7P67Vvia+179nyyy+fZGnWOi6uvvpqO/PMM+MrD5MF+k0xatQoS/4/i/vRRx9tSyyxRJKlWU+bNs00EuHs2p18h3Quyx7X+k2g+mkbOpbFWufEcePGxdew6bhv3mAwtL7qpO+kyg2uoknHpo7R5HjV76OiDCGhEa2S5dL6Dui7EBYVTb35O0bnAR1zpdh++9vfNr36TxzES9x0DsruIwX+iFdRo8pIqDydg7NZdXz97Gc/M53DdJ7TtiU6VrT/tB+1P7Pr6fuhV5SWaot+82kfSHQ8Kugsvf73vvc9u+mmm0zLE1FQYzpPYvdkvZNtoruHwKJ/Pd3m/ulKoXDP9zWjZeaWfDzYQdys4Yirrf7GvzOyU4IGXW0EqC8EIAABCPRBAgQ69cGdTpMhAAEIQAACEOjrBGg/BCBQikCpmzyJL61ltya6CaJl0omccX2DXXp3U9hkLj+CU2EeHMVTLmc//t6c9pfzCHIqBtO1Kd0c0s1E3VRMStbNJL1K5c4777QDDzzQdPNXNygHDx4cR4hJbojfeuuttuKKKyarRa39rNfHtPeGcFy5jJmOJ9X3rczr9RZccEFTUI9uRumVSiussIKpvhLd3FpnnXXiaFO6cbbvvvu2uGmv9ldbwEdbuMRJLHRDM8mnm7R6xVlrIxYk+dDVQUCjWdTX18fK6vhXMJ9uCA8bNiz6kpluIG+++ebxhu6PfvSjxB21vq+64d2Z1xDFgnpptt5669m9994bb8wrsCn5vm+88cZ20UUXRdEoHZb6qM1XX321aaSdlLtXTNVBdVGd0hVQUJrOZxqNKH0+07ksadt5551n+k6n19NN/yuvvLJoBLdk+ZQpU+yqq65qsUzncJ3LFdiiYJulllqq+dz5zW9+03TsKNhVIxuNHDkyKa5ZK+CukoJEde5TYFA6SCeprIIlFBSh9qTbqjYrLb+WK1+yTqJVnoJcVH7im51WoFMy6qACqPS/R/+DDjvsMNN3UcerRMeuAq20H7Q/suVqdKSknOyy7kpPmjQpFq3fA2Lzl7/8peT3TMfvAQcc0CKoUEHPWkeFJG3Xb4o999zTkv/P4q5XzSmwSMe18qbln//8p3388cdpVwtbbBQ0lv0OKUhQ54BrrrkmvhJSx7JY67fMWmutZRoBTQE1G264YVHdVY7KS//vbLHRTjp0DPXW7xidI7KjPKo5+h+iADAFZilwVPtGvMRN5yAFPun3QzY4TOuWK/o/o++XGKfXSc7jp556qq2//vpxJDhtW6JjRceIRoBS3VSf9Lqyn3/+eXv33XdltkPKz1qt9S6/hX0v53AFO/1kBdN3sWXrc8ElCSr0URsOu9Lq//AowU7CgUAAAhCAAAQgUPEECHSq+F1EBSEAgR4nwAYhAAEIQAACEOhzBEpd+E18aS27lOgmhkTLpBM588YGu+SPTWZu4eOmQWXCPNphZh5mkqBs9e/NZfedT5CTWHSn6OZ39ia1AptGjx5dcsSmdF30yg/dLNQNsbT/v//9r7355ptpV5fZehVbcvM0KVQ33jSKgm5euidHULK0WCvvXnvtZbvttlvxgpBS8JSCR4JZ9ZP26fXXXx9vzKgxulm90047Wakb+FqOVC8BvZ5Hr2ya3fG/yCKLxBF0ssEqCiRQgIXO19VEQTfjdWNcN+hL1dvdbZVVVjEFr2ikt3QeBaDoprkCPdP+nrS1bdVBdUlvV+dTBdSsvfbaRQEY6TzubquvvnocMUf7P71MN/1LvepMgTrZVzyJy+mnn246lzeX0YqhADqd7zUqXDqLgu0UsJX29aatuuh4ztZhgw02MAX1qc3ZZem0liuf8qf9shVUp/Jlt0f0f+eUU04x/e+R3dq62g/Kp9dspfMoOOXf//532tVj9hZbbGH6/5o9zpIK6H+LRpIrFaClPFquEYHaaruCMQ8//HDLHluffvqpvfPOOyqmpOj/tQKtNIJUOoOCyBSspO+/e+u/CRQoqBHSVDfVMylD5SkoUL+PEl9X6t78HfPQQw+ZXj2Xbo846PWZbf0PEZ/tttvOdHy2dQyny83a+u2m/zdpv/4fadS41s7j6bzf+ta3YkB79vuhoDwFI6XzdqVdrfXuSga1WNbwv51pc6+5Qux7WuE8IeXmobl5cdlu1njYFdZ482PxN3XSp5XW76ZEyy4lobDmgCotVzotpXzp5dgQgAAEIAABCECgPQTaHejUnsLJCwEIQAACEIAABCAAAQhAoNIJlLrgmvjSWnYp0QVfiZZJJ6Igp/F3NoWLvYFAfFA2F+wgpkTQQYUp+lZbcU574AKCnAKpbp8mTpxoX3zxRdF2Vl555dkGOSUr6Masbn4laemvv/7aFGgju6vlP//5j2VvlP30pz813aArd1vubhtttFEctSS9jm4+6sZp2pe2q8XWzVmNBqOb40mdf/KTn9ivfvUrcw93bBInuiYIaLSNNddcs6y26HVhenVU9qbyI488Yjr+yyqkAjLp5vhBBx1kAwYMmG1tllxyyTiaWzZQQyPB9PQoOenKatuqQ9qnOuqm/9JLL512t2r/4Ac/iCMupTOUGp1OQVV65Z/+Hyd5Fbiw2267xdFTEt/stEaD23TTTVtke/vtt1v4esOh3x0apScbPKYAmmOOOcZ0/JdTL+U7/vjj46hL6fwqV+VrO2n/7GyNiqXAKffZn391vJYa3ai7/qe2VXcdhxqBaXbfM/HS/9RSZZX7v0fHlvKmy9Dx2lbQ9NNPP2169W56HQUK/uY3vzEFdqb9rdlqm15Bl922ggIVHNjaep3x99bvGI20qRHF0nXXeeCQQw6Jo2yl/a3ZGh1z7733bm1xq35tW/srnUHnOwWZ6fhJ+9uy9f1Ye+21W2TR+bSFswsc1VrvLmh6nyhi+CNn2ZxrLG86p+f7oBZ6paFPqnkur4MZlpvVHXyZ1RPs1CeOCxoJgTQBbAhAAALVRoBAp2rbY9QXAhCAAAQgAAEIQKASCFCHGiGgC73ZpiS+tJadFd2QSkTLElv67D80moKc3N1cG2ieeUh78LiFRUGbrbbSXPbghUOjzax3COiGkfZhuVvXSA5Dhw41jYShV9woAOF73/teuauXnU910o0yHVPJSrpJpxusulmZ+MrRugmaHRWgnPUqPY8CGi6++GJ76aWXmquqdupGZkdHYWguCKPiCOg1Pptttlk4f3rZdfvud79rev1kegUFD+rme9pXqbZujusVYO25Oa7zUTaQQYGATzzxRK81U9tWHdIVUB1V17SvLdvdY6CTRmRJ59O+VFBO4vvss89MgRtJWlqv9FNQq+z2iM7z88wzT3tW6bG8GgHoqaeeKtreHHPMYQrMUCBN0YLZJHR87bHHHi2Cfh9//PF2BQXqeNX/KPfyv6PaL6p3uooNDQ3pZI/YCs7SSF7lbOzb3/62ZY8L/X9WkFe5/3uWXXbZFptqrd36X/fwww+bRhRLr7TddtuVNUJZeh3VTyMeal8lfv3OUPnaTuLrCt2bv2MUNKYRN9Pt0O+39gaK63+O/veky5mdrRGX9NsynU8jTC633HJpV1m2XmdXVsYuyFSt9e6CppdTRE3kWfTRs23uNZa3WWdoD3YQLzQvaJ2+3d0aD7ncGm5hZKcCGRQEIAABCEAAAhVIgECnCtwpVAkCEIBA9ROgBRCAAAQgAIHKJ6CbL9laJr60lp0V3RCSL61lS86+qcEuvKMpFq08emJWT8dafhbm8kjMRq4wlz1EkFNk1VMzBfzohm56e/fff789+OCDpv2V9rdm62bVn//8Z7vlllvspJNOsl122cV086y1/B3163j6xS9+EW9aa1QBjSY1YsQI+853vtPuIhUYlb0p2+5CKnCFv//976YRR5Kq6QbuYYcdZhoFIfGha4eARjPLBrnMrnX9+/e3DTfcsOi1aPpuZUcXml05vbX8+9//vrX35rjarFFyssEj//znP62urq7Hm6JtatvpDatuqqPqmvbPzl5iiSXiaCzS2q8KND3kkEOKRi+ae+65TSN5KQhEgVQKTP3hD39oQ4YMmV3xLZbrnKK6tlhQAQ4FUihoL10VBfapzWlfufZKK61k2XVVvgJG2i5j1tKll17a9H9qlmf21gILLNAiaEhBXBotcfZrd00O/X9cddVVyy6s1HGh46s9ATEaaU7bTW/03XffTSeb7VLBewrK+vGPf9ycpz2G6ql9lV5HAcPa32lfZ22da3vrd8w//vEPyx5DGh0p+xtwdm3U/5z11ltvdtmKluu35sEHH2xbbrml6TupMlZffXXTawuLMpaRSAeklZG9U1mqtd6danQfXHn4o2fbXKslfYlcoW9aABG6qGHK94lyOWs46DJruPVxXmNXwIOCAAQgAAEIQKCyCBDo1Bv7g21CAAIQgAAEIAABCEAAAr1KoFRAS+JLa9lZ0U0b+dJatmTMzY124R3h8rCH5rmbu0R2EMvbYR4Sbto6UAsAABAASURBVKt8d07760Xtv+kaVmbqBIGFF17YdIMvXcTMmTPt17/+temG+ZNPPtkrgQDp+iS2AgB+9KMfmUZzOfvss+2Pf/xjDK7STXvjYxp5YNy4cab9l+D4xS9+0a7X+iXrdZum4C4joGATjfzSkQL1nVcQQnpdBRRMnz497apIWzfmFVTR3spptJhsm9955x3Tq4naW1Zn82ub2na6HNVNdUz7yrHF4pxzzrG77rrLTjvttBho+oMf/KAokE0BJAqCOuKII+zKK680BaaeeOKJ5u7lbKJq8igAKTvCj74j7Q3kSBqsIIxVVlklSUat3zYaMSsmypiNGDHCxL+MrM1ZFFyRrbO2q99azZm62Rg4cGC7R0bKVkmjhqmcrL+1tI5lnddaW572lwpq06hS+h6l85Vrax9lv38ace2DDz4ot4iy8vXW7xgFVypwK11JBZVlA/nSy9uydY4pd1+pHP1O0+hexx13nF133XX2wAMPxHOVllWyVGu9K5lppdZt+ONjba6Ry4XquenPwjyKx7m5y5CYNR50mTXc9gTBTsYHAhCAQBkEyAIBCPQoAQKdehQ3G4MABCAAAQhAAAIQgAAEEgK9pUvdOEt8aS07K8mNt7SWLRl7c6Odf1tT4QnY0LpcLtpBFQZzKqQtZz/67hz2t4t5XV2g1OPTnHPOaZtuuqllb1hpH+oVQAp2WnPNNW3bbbe18ePH2yuvvGKtvUqmxyvfzg3qRt9bb71lV111le222272wgsvtLOEys2uAJWzzjrL0qNP6KbvfvvtZxq9qnJrTs06SkAjYiiQoCPra8SYbECAjh0F4HSkvJ5aR+cpjVzUke0pcCTL64svvrCJEyd2pLhOraNtatvpQlQ31THtqxT7q6++Mo34dfrpp5tGZUm/Fq9S6qh6vPHGG1JF0pER/9IFaH29gi3t03dFv4fSvtbspZZaqrVFrfq1PUmrGXpggc4vGgmsM5tSUE9n1m9r3ffff7/Fa+tUXx2bkyZNso6IAszS21TQnLaT9vW23dHfMfqNoOM2XX8FoWlkzLSvXHvEiBEdGhGu3PLT+fRdU9DZo48+ascff3wMxE8vr1S7WutdqTx7ol7Dnxhnc63y7dAzzfdRY4c1F+ZR4iwkwhQ6sw0HXGoNt3c+2EnHSbZtpXzZPKQhAAEIQAACEIBAKQIEOpWigg8CEIAABCDQ+wSoAQQgAAEIdAOBUhdSE19ay86KAmHkS2vZknG3NNp5tzdZ/uHX/NOvZm7uQSx8PIh5/PvRd+ayvxPkJCC9JmuttVYMdmqtAtqnb7/9dhwJRK+l06thFCh0xx139EqQQGv1lF9BWLohpiCmu+++284880zbY489TK9ZWWONNexXv/qVXXTRRab2qF1ap9pF38PbbrvNnnnmmeam6NUuRx55pOlmdbMTo6YIaAQS7eeONErBbxrNI72ugpz0Oqi0r9JstXfhhRfuULU0Os+wYcOK1tVrnBTEU+TsgYS2qW2nN6W6qY5pX0/aCoT46KOPTMEE1157bXwN6TbbbGM63+tVoaNHj7bbb7/ddH7tyXqVuy0FgEyZMqUouwL6hg8fXuRrb0LBINkAtE8//bTFK8BaK1fftdaWVbJf54fO1r2Tx3SbeHS+ymZ48MEHbaONNuqwXHHFFdkie2XEt+74HaMys+ccnU8V7N6i0WU4FFTW1b8vdF7UyIKPPPKIXXrppabRn7bYYgtbbbXVTCPSHXbYYXb//febzlVlVLHHslRrvXsMUJVtaPhT59hcqyxnocsaau5mmqLE2ay0mTUq2OmOJxnZKbBgggAEIAABCECgMggQ6FQZ+4FatJsAK0AAAhCAAAQgAAEIQKB9BBQckV0j8aW17KwoQES+tJYtGXdLg517W5OZHnwNG8gFHVSY8k/HxmRh9oNvz2GPXsLr6gKcXp10M1MjN/3sZz8ret1Ra5VqbGw0vbpHr0n6xS9+YZtttlkcJUkjKLS2Tnf5dcProYceiq/ZUzBTckNMr7c75ZRT7NZbb7UXX3zRsjfAu6s+vVHuyy+/bFdffXW80aLtaySQPffc0/RqGaWRWiOQb8/CCy9sHb1JrSCG7IhO+VIre66Ak668ua4RW2bMmNHjjdY2te0e33BqgxpVSgFNO+64YwxmSgJeFUxw/vnn27333mv/+9//bObMmam1KtdUIIe4pmvo7ubuaRd2jRBQsHJPNKUnttMTv2MUoJgNDuvM/xD9btT/kY7uA/UhFNR0wQUX2NZbb20jR440BVRuueWWpldsXnbZZfH1dhpRS785O7qdrl6vWuvd1RxqvTwFO83xf8uGZoYOa36KoxInnVv1bYM7JhtHX2yNdz0Vf4OrH5yIjhXZ0q1J2ECh3FCUCpUjJVovlcSEAAQgAIE+S4CGQ6B8AgQ6lc+KnBCAAAQgAAEIQAACEIBAlRIodeE08aW17KwkF23TWrbknFsV5CQo4cZifgo3GZUOEm42uns+7WY/+Pac9tilXfy6urAZpo4RUACBAoNOPfVU0ytJ2lPKhx9+GEdJUtDTmDFjeuRp+2nTppluxmv0hmOOOcaefPLJdgUz6RVYkva0sxLz6ualAs70up6kfqussorpZqF7+KIlzj6sdW6SdDcCBQ515sZvd9cvXb67lxXUaHxqjoACNw488MA4ip/Ooa+//nq7gpk0kouCKWsODA2CQA8T6MnfMQoW6on/g7NDqD7FP/7xD9t1113j75RrrrnGJkyYYKrf7NZNlvfG/9lqrXfCDN1+Aos+c57NqWCn8FM6TKH/GucWjDB5EDNzCx+3xlEXW+PdTxPsFGj0ysRGIQABCEAAAhBoJkCgUzMKDAhAAAIQgAAEao0A7YEABCAgArpYL52WxJfWsrOimyTypbVsiYKcxt2aH7XJCsM56eFU5be8EZSWm31/2TlikFO4156uBnYvE9DN6w022CCOgqTX0u2www7tevWZblTddNNNduihh1p3vgJLo4zodXQajUQjIZSLbaGFFrL111/fzjjjjDhaSS2MeKSRtd544w1Lf/QKu7XXXttWXnnlsmTnnXe2dKCUytJoLtn19QqZ3hi1S/UpVxZZZBFT0F46v0ax6M7jMdmWvj/u8a5X4qpYrVcY6fVbFVtBKtblBPS/+E9/+pPttttu9tRT+dEnytmIjusll1zStt9+e9PIcXqlVPY7Vk455IEABGYR6KnfMckW+/fv3+vBrRp17corr7RRo0bZK6+8klRttlp1//a3v2363affpgrIn+1KXZihWuvdhQj6ZlHh99zwp8+zOX/wzdB/DT3bQl9WCf0/VVLd3bAkuHLWsO9F1vjHZwh26ptHC62GAAQgAAEIVAyBfhVTEyoCAQj0NAG2BwEIQAACEIAABGqegC7MZhuZ+NJadlYUzCRfWsuWnHdbo4271cz1Fy4MywqmyXT3kAxiFtJu31t2jvi6un55l/GpPALubksttZTpFUb333+//eUvf7ETTjjBVl11VZtrrrlmW+EXXnghjvCkm0OzzdzODB999JEdffTR9tZbb7W6puqo+m+44YbxlXa6Mf+3v/3N/vrXv8YgJwU79caIAK1WmAVdRkBBGZJ0gTpvSdK+ztoaFSdbRk8Hf3zxxRdWV1eXrUZZafHQuTudWdx0QzntqzRbAXkdDdDKtDk2bYEFFrDBgwdHuydneu2TePfkNnUO1OhvbQWHKhj0u9/9bhxpRef8m2++2R5//HG788477fDDD7cVV1yx14MlrJWPmGq0qfRi7XNJ2oddGwRKnW/POusse/7557tUTjrppC4H1hu/Y/TKzywzvb4y+7rHLm9soUB9D2+88UbT7zEFxRfcLZTq+b3vfc+222470/lKgU1PPPGEad3Ro0fH36YtVupGR7XWuxuR9K2iQ2d12NPn2pzfXzr2YcMstj90kyx2YwszDykPSxoV7HQPwU4BBRMEIAABCECg0gj0mfr06zMtpaEQgAAEIAABCEAAAhCAQJ8ioIv12QYnvrSWPTvRDfJEzru9wcbckgtF5+KDrclcieiNs7A4TCsuM8Aeu2SIDeivy8HBwVSBBIqr5O6mV3JtvvnmNn78+HjTOwl80ivSWguMUFBRe57YL95q6ZQCpy644AIrFWTyzW9+M94Ue+ihh0w3xXRzTDfJdtllF/vRj35kCmgoXSreWiIw77zz2tChQ4ua9NVXX1lXjkSl4KIpU6YUbUOJ7Hbl607Ra49Ul45sQ8EuutmeXlc3wXWTOe3rSlvb1I31zpSZ/G/qSBkaxerjjz8uWlVBkb0R9Dhw4MAWI4+JjRgVVbCLEu+9956NGzeuxSvqdP5ed911TaOs6PWfOm9fd911dtxxx5nO+TqvzjnnnF1Ui+4tRvVUoFZ6K/ruZ/d5enk5tgLrFGCXzjts2DDTuSbtw+5ZAqXOtxMmTOjZSnRga731O0bfj4UXXrioxjNnzjSdF4ucZSZ0rsr+D2lr1X/96192xRVXxNFu0vl0Dtardm+55RZ7+umn7YEHHojnoyOOOMIUrK6gdQUxptfpSbta692TjGp9Wz6gvw175jybY6URZnEYp7xS91Z93ZAKKt/71XIFOzUQ7FTrh0UNto8mQQACEIBArRAg0KlW9iTtgAAEIAABCEAAAt1BgDIhUKUEdHM4W/XEl9ays5IENJXSF9zZZGNuTkp282B6YS7lSseZ2YrLzGGPXTrU5hggR1jAVJUE3GcFPl188cWmUUL22Wcf0w3zdIMUhKGRFdK+ztoKnFIQU7ocjYqi7d9www3xplj2Rl46b9rWKAYKLEj7sKufgG6algrWefPNN7uscXoV3jvvvNOivBEjRrTwdafj888/tw8//LBDm3j//fdbvF5y8cUXt/nmm6+s8nRzXDfsy8pcyKT8Wq+Q7JBS4Eop9uUUJl4ffPBBUVYFHEmKnD2QKPWKRQXk6NjqyOYffvhhW2+99Wzbbbc1jUCj13rq1VhJWQpOVflJWlrfEwWOahQcjaCiQAj5Zyfi2NF6zq7szi7X662yZbz22mtZV7vSej1odgUFX2R9pHuWwLLLLttidDG9xrWt0YJ6toalt9Zbv2N0bh8+fHhRpSZPnmzZc2JRhjYSpQIAW8uufXL77bebfhem8+h7dP3118fAymWWWcbKDWjS/690Od1lN9d72rSiTVR6vYsqS6JLCPgcA2zYM+fbnCstbbF/G/pCYYq2Zu4e3G4W5taUs9x+463h3mct23dWH1s+6dbEwkfLgrJEy06klC9ZhoYABCAAAQhAAAIEOnEMQAACEOgEAVaFAAQgAAEIQKDyCJS6IJr40lr27EQXZxO58M4mO/MPTRafaI3NDhd2Q0pl6OnWYIYLtMHK5Wz5pQfEIKc5B8SMzCqEgPblq6++arfeemu8Ob7NNtuYgoayo1e0VV2NarH33nvbbrvt1iLbu+++28LXGYduOGdvlOlVSjvssEPZN8iS7WtEHo1IkKSrVWsax1gYAAAQAElEQVRkEY2G0BnRiC5zzDFHEQLdyMuWqVf+KZCoKGOFJRRwVyrY4aWXXurwa96yTdRxrZu8af/CCy9s2ZvI6eXdYSto6Nlnn+1Q0S+++GKLkTxWWGEFK3d0o468Nu+zzz6zbLBNRyqvfZn/P9O+tV9++WXL7je9pi07ClD7Su1Ybo0wt+SSSxatLDYdHZHmtddeM53TNNrdvffeaxdeeKElo63oOPn3v/9dtC0ltt566/g6UtntEdVT/zu0TqWJgl+y5zJ9R9rzPy3dJgV0ZQN2FVyr7aTzYfc8gUUXXdQUrJfesoKIOhrArKCWX//61zFgeuedd7ZTTjnFFDCo8316G521e+t3jP43Lr/88kXVr6+vj6/5K3KWmdBvx3K/Vzo3ad+ki9b3aL/99rOll1467S7L7miAb1mFpzJVa71TTcDsQgIeOrFxZKcVRoT+bejzqgMsCR1e/SYJnrC16LBcY5M17XuRNfyJYKcAhQkCEIAABCAAgR4k0J2BTj3YDDYFAQhAAAIQgAAEIAABCEAgH2SU5aCLsfKltexSopuZpeSiu5rsjD/kzOOfSpPkU+4eEkE0BfnuiDnssYuH2FzFcRQhD1NvE9BrS3RD/MwzzzTdHNcIIBr55oPMqCezq6e7m4IkZpevs8s1WkO2jDXXXLPFK6CyeUqlFRiQfZ1ZcqyXyt9OX49lX2655eJoCHrVVEdl9913bxHgohFesuUdcMABVfEKQAW/zZEJ3FKQi17f1RU7RoETCh5Jl7XEEkv0eKCTtv/UU0/FABfZ5Ypu3moktnR+BTitscYaaVezrWDG7GuiNCKaRldqzlSGUeo7V8ZqLbI8/vjjzUE8LRa24tC5Tuc4fceTLLrRvtpqq5l7+EeVOHtIi/f3v//9oq0p6OCRRx6JN1CLFswmoWADHZPpbHrd6De+8Y3oUnBo9pyuQCudO2OGdswUDJLdllYXV/2GkN2bMmLEiBbfw9dff73DwRwKCFRAR7pNYqtX+qV92D1PQEG+2SAZBcDo9bUdqY1+X+j1jRrlSPv87rvvtssuu8yU7kh5ra2j7WSX6buoV4dm/bNLlzqn6rsoKbXuD37wgxaj9ul/QXuDw3Q+1bmq1DZK+VS+gmPTyxQYrPqkfeXYOt8pWCybVyMGZn2dTVdrvTvbbtZvg8Bcc9iwp8+1OZZfyuIvh8LMQ8rjarPm3tgUR3Zq/MvzjOwU2TCDQM0ToIEQgAAEKoIAgU4VsRuoBAQgAAEIQAACEIBA7RKgZT1FoNRNx8SX1rJLiW6UJH7ZiYy/u8lOvzEXmqFnV6WDGSelTc+1hlTwh2m5pQbY45cMsXnmyl/4DQuYKoiAbrZnA5R0E0k3sLTv21PVUjeZOnLjrj3bVN4BA9o/TJhuXF533XVavUg0eodGnSlykqg6AiNKBDton2vkMgVqdKZBuvH54IMPtihCwVULLrhgC393OxTAdXe4IV/u91X5lF/rpev2rW99y1obpcbdbY5M4Jh4/ve//00X0aat4KpbbrmlzTzlLlQwg9qgtpS7zt///nd77rnnirLrRrv2W5GzBxMKstLrpNKbvO+++yy7b9LLS9kK/MqOlqJRzRSQUyq/fO5u7i6zXaLRjR577LEW62ikrGzwX4tMPeBQm1dfffWiLSmA7PLLL293wIqOWQW6aP10gT/84Q9bBFOll2P3DAEFYK6zzjotNvaHP/zB3n777Rb+thz6/aLfBPr9k87X1nkxna+zdk/9jlFgdDbAUgHud9xxR7sCLEudT9vLQIGmkvaup/+/2fOdyujqkbdUZilRnSWllrXl6+16t1W3nllWO1vxeeYyvcZuwHeXVKc3NEz9X0kwQy84mUdPfaM17XOhNf7lBYKdBAaBAAQgAAEIQKDbCRDo1O2I2QAEIAABCLRJgIUQgAAEIACBLiBQ6gZw4ktr2aUkCWrK6ov/2GSn3ZgLN0jNXH+FG6V5JU/er/ly35jDHr90iM07txufyiWgkQSyN9sVEFLqVUettUIBQrfffnvRYt0I0qhARc5OJrKjyqg4Pdmvm5SyyxGNRDB+/HgrNapCOeuTp/IJDBkyxLLBDqr1PffcY7pBK7sjouPsiiuuMN0YTq+v78+GG26YdvWYrXP01VdfbU888URZ29ToHZdeemm84ZasoO+qXmPWWmCiAiKXzrxeSNtVQIGCQZJyWtPidtFFF5leOddanvb6r7/+etONY/3/mt26GpVnzJgxlg1Y2WSTTWyxxRab3erdtlyvkfrxj39cVL4CLU4++eSyR6zSzX0F8Wh/JAUpKG3TTTe1OeecM7qk9WrFmCjMtB2N3ldIlqU0ItrYsWNN59CyVshkygZzKDCqvaOCZYpskXR3U9uzQYc63//2t781/a9qsVIJh/KdccYZLY5ZvbpT5es1YCVW65iLtTpMYP3117fs6FoKutMr6HS8llOwziE33nijZUeCmt15UWVnj2n5siNFypeW3vwdo+N3iy22aBG4qvOpRrwTi3RdS9kKxCx1Pi2VN/Hp+6j/I0laWkHlEyZMkFm26Fye/f9V7sran5J0fo0yVVdXl3YV2ZVQ76IKkagYAj5vPthpju8sGerk5h7E3CxoC59gmYe/YJrVN1puvwut6X6CnSIPZhCAAAQgAAEIdCsBAp26FW/nC6cECEAAAhCAAAQgAAEIQKBtAqVuVCS+tJZdSnTDNPHLTmT83Y32u+tz8anvuNwKdqhOLpefBU9c/q0l+ttjFy9i8xHkFMBU9qQn/FdeeeWiSuom+GGHHWYaXUT7v2hhJqG8p5xyij3zzDNFSxQYkS23KEMHEhp9JXujSgEeDz/8cDzuZlekRuNRu+66667ZZWV5BRDoaBXcSwc7KEDjhBNOsJtuuqko0Kec7ej1X7/73e+s1LGjYBUFrZRTTnfk0XdQrxn84x//2Gq79D1Wu9V+cUjXY+TIkbb22munXS1svdZOATTpBQpcOu2000zbT/vTtr5zxxxzjGnEkLS/s7baoMCVa6+9ttXAG7VZTPTKRY1Ald6mgiN0wz/t62lbQRK77rqrDRo0qGjTGo1mv/32iyNQ6X9t0cJCQn6NUHXggQeagp0K7qh03tVoUTERZnpN3TLLLBOs4kkj2JQTDKJt6fy+zz77tHuknPQWl1pqqXQyBp4puESBcEULOpn4zne+Y9tss02LUvS/YvTo0bNtg/grnwLpsoUoyEl8s37SvUNA3x19h7K/CxTYpuNVr6LTeaC12um8ftZZZ9mFF17Y4typkbvWWmut1laNfr2yNBqp2V//+tc2A+p6+3eM/l/pfJ6qcjyH6v+bgiZ1bk0vS2ydBx599FHTOSd7Pk3ytKYHDhxo2e+/Ah2vvPLKNv9/JOVpH7Z2Lk/yzE7PPffcptcdpvPp3PmPf/wj7SqyK6HeRRUiUVEEfL65bcjT59mAby0W+yDqAwcjjvKUCzXVd0YJ6dyMemvc50JrvP8f8VyjYzoRLZct3ZqE4kLRKjWUGDvd8swSrTcrhQUBCECgeglQcwhAoPME+nW+CEqAAAQgAAEIQAACEIAABCDQrQRaLbzUhc7El9ayS0lyoVU6LRrJ6dQbzNyDmGZBzILlQSz/CQuV+taSA+JITgvMS/cqD6ay53rCf/fddzc9uZ6uqYIXNCrCtttua1dddZW98MILppEKJB999FEc/UCBBptvvrnpxl56Xd101M1H3YRM+ztr6wZh9vVauimn4I0zzzzTFFSR3YaOY41cctJJJ9mWW27ZIiArnV8jvqi8tA+7Ogm0Fuyg/avRKHbbbTfTTdvZBVnohq6CaRQUoxEvdDyliWj0qL322ssUtJL297Q9ffp000hA+r5qRDbdwNV39a233jJ9f3Xsq91qf7pu+o4qqEavgUr7s7ZGZ/vud7+bdcfvvs4B48aNi69c0zaT88PBBx9sm222mT3yyCNxPZ0X1llnHVPgTXR0YKbzVXKuUlsuuOAC++Uvf2kaaUtt1fbVdjEQCzERm/Sm1OYTTzzRSo2sks7XE7ZeMbfTTjuZ2KS398EHH9j+++9vOo+qLem26TjcY4894nLlS6+ntmX3p7vbz372MxO7dF4F9KgcvQYwy0j5NNKJRkBTHgU3aKQc+UuJghZm910qNWKYAuC22247U7Csgua0P8sZJaxUHRKfu9vOO+9sCuBLfInWK6+0vd13393EUcdKcsworaC47bff3pQvWSfRKk/LGc0pIVIZWqPp6fycrY2O14MOOsh0HtA5MP0bRrbOWRrVTd+v7Hld3yOtW+qYTW9HwTPZAFAFBWqbJ4XfHDqmdd59//33m1fr7d8xOg8cccQRlg1+1GtdNVpSqfOpvqc77rijKVBcvw2bG1Omof8v66+/fovz3LPPPms6v+h/RKnzh0ZW00iM4lnqXJ7e/IwZM0xtSPvStv5Ha3+lffofcuyxx9qoUaNM+0qitqp/pHyVUG/VA6lcAv0WmMeGPnuBzfGtxQv9YTcZYW7ucR60mcmcWZ8f2emBDgc7EexkfCAAAQhAAAIQmB2BfrPLwHIIQAACEIAABCqdAPWDAAQg0DcJJBfm061PfGktu5ToRo/80mm55J5G+90N+adILaowC5O2kwuOghmSOVtm8f72+CVDbMF5dUU3uJiqgsAKK6xgCvzI3mxX5fVqEb12at9997WNNtooika10CgtugFV6tVDuum4YTe8yks3HxVUoht1qlsiurl122232S9+8QvTCAwKvJBsvPHGttpqq5lubOsmtm5qJetoRBe1KUlL62a9AltkI9VNwL31YAe1TIEMummr0S10vGpEJN3klCjoQoES6623nuk4Pv/88+3zzz/XakWim6BHHnlkixvGRZm6OaHvbvp7q++rgv4U2KTv669+9SvT9zd9oz2pkr5PGsVDZSS+1rRu+Ov7kv3uKb/OAXr1k4JytM3k/KARdPTdVB6JOIure8f/PyiwTOcevS5QZUo++eQTu/jii01t1fbVdjEQCy1Pi/aZ1i+nzen1ust2d9thhx1M57X0ftT29H9Yx6nakm6bAig0mpaWK18ibbXtRz/6UTw/JnkTreNax7vOmzrWdd6U6NjXqC+HH354fH1bsi3VUcEhP/3pT5MiotZ5U4EGMdHKTIEV88wzT4ul2k8KtlKAwZ133mkffvhhizztdeh4VWCE2p1dV20RP3HUsZIcM0o//fTTJYMlFJzym9/8xlRutjzSvUtAASyHHHKI6f99qZro+NI5UOcv7WuJbJ2zdO7KrqNASgVClnOOWHzxxVuMyKbydE7Sbw4d0xpJT0GF8kt03tX3PXsu1bmyp37HLLrooqbjWXVRndKiumfPp/q/qFGy0vkUKDp8+PC0q01bwZarrLJKizzaPwq80vlG+1DnH4nOSWuvvbYpoF55rPBRoKGCQ/WdLLii0jko/RsvOlOzOeec0771rW+lPHlT3DU6nvaVRCO56bdgfqnFINHerHdSFbEI2wAAEABJREFUD3TlEui34Lw29Jnzrf+yi4VK5nvFmquPbKGfrCksiKZNr7PGfS+0pgf/ychOEQozCEAAAhCAAAS6mgCBTl1NlPIqjwA1ggAEIAABCEAAAhCoOQIKUMo2KvGltexSoht/peTSe5vslOvd4p+HLURxC/dmY8I92MHStPSiA+yJiwfbQvO5kkgVEXDPB4XoZlP25lt7mqEbUHoy/qijjuq2EW7WWWcdGz16tGlbpeqmkUk0yolEN+x0XKfzaT0FPmmEB928yt54f+2119LZsauYgIISTj/9dNMN1NaaoZucCgJ64IEH4uvVdKNTQRevvvqqtTWyjG6G6+bvuuuu21rRPeLXyDRtjjLTSi1GjBhh5557rq266qqt5GjpVl4FCbX3HKHgGI3sdMghh1h29JOWW5m95//+7//iTXoF9sw+96wcCpIaO3as9fY+m1WjvKVAjb333tsUNNfeNuVLMJtd27QNjVCjwL5knaxWoIDOm5JSx75e46TAOAVIKFA0vb4CpmYXoKQRwXQMpdfL2hotRiPxZP0dSS+yyCJ2zjnnxFHFdAx2pAytp8AuBcoosKMjZbBO9xPQ90bBSfr9of/xHd2iApf0Grs111yzrCIWW2wxU1Dg7DJPmDChKEsl/I5RIJdGcMp+l4sq2kpCnE499VRbcsklW8nR0q3/xxolVKPYtVxqMehDv9l0/pHot1w2n/5vKQhLI8xlg6y0js5D2XXSaQW56VyZ9mVtjUiY3nYl1DtbR9KVR8AXms+GPn2+9V9mUdNHPWE3D2aQOLmFrpaZh+nrOmva7yJreuhf8bhXPyUR9dFlS7cmFj5aFpQlWnYipXzJMjQEIAABCPQBAjSxzxMg0KnPHwIAgAAEIAABCEAAAhCAQHURKHVBM/GltexSkr6gKjuR39/bZCdfm7NwFTVMuSDRDFp28FteyxqxaH974pLBtvAC1dOlqq693P21dff4ipfrrrvOvv/977d4xUhbNdDNYK3zhz/8wfbcc89uC3JSHdzzI6DoZqRueslXjujmpwIcbrnlFlNAl26M6ibl4MGDi1Z//vnnTa9LKXKSqFoCCkg6++yzTUEe2udd0ZCVVlrJrr76aiv3ZnhXbLO1MvTd0yhJej2SAlFay5f49do4vVLuhhtusOWXXz5xl6Xd3TRaU3vOEaqTRgzSDe6u4q/K6rt8ySWXWDnnAH33NSKSRktRcKPWrzRxd9tmm21Mr9HSyEqqs5XxUb5y26Yb9meddVa7vws6ZhRActddd8URztzdNJqKjr2kihoBRa+hStKltALkjj766LhuqeWJb8KECYnZaa1jTq821bHSnuNdbdP/tCuvvDIG1aVHEOt0pSigWwgomE+/P/Q7RAF9+m6UuyEdJ7vssotplKf2HCfubvvss49tsMEGbW4qPaKTMrpXxu+YpZde2vRq1nL/P+p7oXOvvhfLLbecmtIu0UhSl112WRx9rz37R0GGCmTT/y0Fumrd7H5SgOTLL7/cZn00qtzxxx9v+l3QWsZSwZa9Xe/W6oq/sgj0Gzi/xZGdRgwLPWT1mdVDVl85b+dCMi/BmPq1Ne17gTU+9E+CnXp4N7I5CEAAAhCAQK0T4Kp8re9h2gcBCEAAAhCAQDkEyAMBCFQJAQUuZaua+NJadilRUJP80mm57E9N9tvrQsnhZowFcdcjqCbTPPyZ0ibLbcTw/vbkJYNt0IJ0p6wGProRdMUVV5heS6fXeY0cOdL05LxuLCXN080u3XjSMt1Evu+++0zraN0kT3dqdzcFLChoSdtV8MVSSy1lupGebFf1Vb3XX399O+OMM+yvf/2r6Sb/N77xDUs+erL/hz/8YZKMWiP5zO6GfczIrGoI6LjQTWyN1rTtttsWHSftaYSCajRClI45HW/tWbc787q7/eQnPzG9Kkkj7nzve98z3bhPtqnXE2lUK30P/vSnP5kCo8QkWd5ere/55Zdfbgoc0uvqlg43y9PlJdsbN26c/eUvf4mv/tE5o73bmV1+3ejWa6G0HbVvoYUWal5F7RcHBTVqtC6NllQNwSrDhg0zjRSmOuvcqnOszrVpfuIrv5YrX3vapv2k74LO2Xq1m8rJli922sfbb7+9aeQ7vcpJASRpft/5zndMo7o0Aw+G8k2cODFYrU/alkaRKXWcJmu9++67idkl2t1NwRHXXHON/fGPf7RDDz3UdGyIY3oDSouH/u/p/5++5wrocvd0NuwKJ6Bj97zzzjN9N/Qd0ehJ+i2g3wRJ1fU90Dlcvx30atKHHnooBgCmj/Ek7+y0Agg1upFGyMueh5J1FYSjYMAkLe1eGb9jxKJwTrDknKDvguoo0XKd43Wuv/322+PvKI2WpmUdETHWOUv7R+fnUt9Fncs1Atwee+wRgz/1v02jAqouyTb1GzAdsKQ+zJ133mnp0ZiSvGmtAGX9dlTZ+p+ePi6UT4HupUaG6u16q25I5RPoN2gBG/rsBTZgxDBz1/8ODzrU2/Mil5ubyZg6w3z0xdb08L8JdjI+EIAABCAAAQh0FQGuzHcVScqBQE0ToHEQgAAEIAABCECg9wkoQClbi8SX1rJLiW4KyC+dlsv/3GS/uTb/9GksP5cz/YVZcEZPQedsqWEEORWIVITSDWq91kOjEqVlrbXWanf9dMN9yy23NL2yRzeZnnnmGUvKVCDQn//857hs8803t/RNsXZvqBMr6Oa/Rt3Qq5QUxPLEE08011H1Vb0V3KFgJ92MzG7K3U2jBCTtkn7qqadafbWVbgYqT1raYqsbdQ8//HBznbTeSSedlK1Gr6d7sp5deYy2F5xG79JrFf/+97/HUSz0ujDdZM3eBFe5qqcCOXSTXIEPChBSYI9G7tBxpzyVJroJrFfzaLSNRx99tPm40w1l3czX90Dt6op6u7spUECvENIoROnvXrI9fTc0ykp6e9ljTd8P+dJ50rbK0Pcmkbvuusu0H5M8Kl951D4FMyb51H5x0GsqddM8yd8ere9qvrznI8v21lXr6pzRnm0meVVnnVt1/tW5VudclScRX/m1XPmSddqjdRxsvPHG8RyeLV/sFAhw+OGHm0YvE2PLfBSwpKAC1ScRHQf6v5HJ2iLZ2nGalKPRv9Iraf8myxLdEa7ubhrFb8cddzQdG+KYlCettLjq/1457UjXMbG7qq46xnWsq16J6H+79luyra7UXbE9fY/1HUnqK63vUHvq2RVlJNvTd0PfEY3op98C+k2gOkl0vtJvBv12UHDSnHPOmazWIa3/CQqgyZ6HtC2Jjqt55pmnZNlatyd/x5SsRHDq2ErOCfouqN4SsdJ3W+f69KvqlF/HpPIk0p79rf2j83Op76LO5Ro5cPTo0aYgKzEKVSyaSh0rqo/qVZSxRELHu8rW//T0caF26FyrY6LEatHVm/WOFWBW8QT6LbKgDXnmAuu/1NB8XXN5NasfHRyhby1vbsq0OLJT099eJNhJQBAIQAACEIBARRCo7koQ6FTd+4/aQwACEIAABCAAAQhAoE8QUIBStqGJL61ll5J0YFPavuIvTXbiNWZuZu6amwXDXH9uFlQULVpyaH974pJFbJGF6EZZX/3QbghUIQEFbmg0oH333TcGPGRvgutmp4I97r77btNN8s4EPlQhHqoMAQhAAAIQgAAEINBBAv0GK9jpfOu/5BCz0Gl2C39uFlQQN/e8BMP8y68tt++F1vQIwU7GpzoIUEsIQAACEKhoAlyhr+jdQ+UgAAEIQAACEIBA9RCgphDoLgIKXMqWnfjSWnYpSQKbtCyxpRXkdMLVoWQ9aCqVy5nyhFmYZFvQkpwtNrhffF3dkIXpQgVUTBCAAAQgAAEIQAACEIBAHyZA0yGQEOg3dGEb8sz51m/xRUL/ubgfrf51s2iFZGSnv7/EyE7igUAAAhCAAAQg0GECXKXvMDpWhAAEINAuAmSGAAQgAAEIQKADBHRRNLta4ktr2aVEAU0SLZNO5Kr7miwGOZlbYTJ3jxJmYXLTJ7hs8SED7KlLBtvQgXSfxASBAAQgAAEIQKBNAiyEAAQgAAEI9CkC/YYNtKHPXmj9lxhsFrrS6kd7YpiZe0yZPv7F9PzITo/+h2AnAUEgAAEIQAACEOgQgQq5Ut+hurMSBCAAAQhAAAIQgAAEIFDDBBSclG1e4ktr2aUkCWrSssSWvur+JjvuKrdcLHzWXPlMXo3sJB2WDx/Uz54cP8iGBR2STBCAQKcJUAAEIAABCEAAAhCAAAQgUGsE+g0faIOfPt/6DR+U71arTx361mqn+tr5nndMmX3+leX2vcCaHvtPYRSoXHPQk/Kq3y6dSFwrlJVNJ37ptChfOo0NAQj0FgG2CwEIQKD7CBDo1H1sKRkCEIAABCAAAQhAAALtI0DuZgKlLkwmvrSWXUp0YVSiZdKJxCCnK93czTz8aW7h4xI55Qvagx6+SD976pJFbNHB/cNSJghAAAIQgAAEIAABCEAAAhCAQBcRqMFi+i+2iA159gLrt+ggc3cLszB5Xix8PIh5/m/yVLN9L7TGx/5jjY2NMeAp6bcn/XhpifzSaVFJSqe17ESSZUkaDQEIQAACEIBAbREg0Km29ietgQAEIFDTBGgcBCAAAQj0DQKlLkgmvrSWXUp0EVSiZdKJXPNAkx13pQeIuXgRNcyjHR80lZXLWVgQZejAfvbUxYNtMYKcAhkmCEAAAhCAAAQg0LME2BoEIAABCFQngf6LD7bBz1xg/YYuHPvW6pdHUXNClzs4Qxc89MbV//7syxjslHvy1Tiik/Il/ffElpZodYnsRJJ0WstORPkSGw0BCEAAAhCAQG0RINCpdvYnLYEABCAAAQhAAAIQgEDVEyh1ITLxpbXsUqKLoolfdiLXPpizY65QkJMQef4JUpnBKkzm7hZmNmThfvbkxYNs8SF0l4wPBCBQiQSoEwQgAAEIQAACEIAABCqWQP8lUsFOoZbubh50fvJgB3GlwmzSFDO9xu7JV9oMdkr69lpLkvT7EzutZSeifImNhgAEIFCFBKgyBCDQCgGu3LcCBjcEIAABCEAAAhCAAAQg0LMESl2ATHxpLbuU6MJnLpeLF0dlJ3LdQzk76nI9N5q0J2d6kFSSeGWrzEUW9Pi6uiWH8rq6hBYaAhCAAAQgAAEIQAACEIAABCDQHgL9lxqaH9lp8EKh253vg+fXz9vqg4cF0ZX75AuzfS6wxlSwk/rn6tNLlxKtmMuFsjQyVEgoT1CWaNmJlPIly9AQgAAEIAABCFQnAQKdqnO/UWsIQAACEIBAxwiwFgQgAIEKJVDqwmPiS2vZpSS5ACqdluv/mrMjL3dzD6K2e34Wkubhz6Lk54ss1N+evmQRW2oYQU7GBwIQgAAEIAABCECguglQewhAAAK9TKD/N4bZ4GcvtH6DF8r3vF0V8mgn87wnzBXstO8F1vhU/jV26X697OQ6QNoOa8XAJi1L7LSWnUiSJ0mjIQABCEAAAhCobgIEOnmbo/oAABAASURBVFX3/qP2XUyA4iAAAQhAAAIQgAAEep5AqQuOiS+tZZeS5EKndFoU5HTE70N7cvmnPOMTo4VZLCcZ1yn4Bi7Qz56+eJB9YzhBToEYEwQgAIGaJ0ADIQABCEAAAhCAAAS6n0D/EcNskWcuMB+0QGEAp9A/D31x9cmjI/THwxQDlvzjz832Od+annktjtSsPJKkny87K0kL5E9s6Wy6NZ/8CAQgAAEI1DYBWlebBAh0qs39SqsgAAEIQAACEIAABCBQtQSSC5JpndhqlOxEdMFTtnRabnw4Z0dc5mYausksKDe35OPBlijttvACbk9dPMhGLEqQk4iYGQoCEIBArxPYZZdd7Pnnny+StdZaq9frRQUgAAEIQAACEIAABNpHoP/Sw2OwU7+F5w8rqi8exIOpKegwmXuYB/GJhWCnZ1+PwU7q56vPL0nsRMuXiIpK20ojZREgEwQgAAEIQKAqCfSrylpTaQhAAAIQgAAEINBrBNgwBCDQnQR0YTJdfjotOy3JxU3ptNz4t5wd+nuPT4SGWSwurhctzfQEaXx21Bacz+3pixexZRYjyElkEAhAAAIQgAAEIAABCEAgIYCGAAS6isCAby5mizx7oflC82o8pyCzSk5GdIr9dyU+nGy5vc+zpufeaA52Up9f/fqsli+RpESlZSdaNgIBCEAAAhCAQG0R6FdbzaE1EIBArxOgAhCAAAQgAAEIQKAdBFq78Ci/REVJtya6yCnRcumbHsnZoZe6eVjRPcwL4u7Rl8xC0haar589c8kg++bi/UNuJghAAAIQgAAE2kWAzBCAAAQgAAEIQKAdBPovu5gNfvYi67fgfKFr7mFNiQU7iDrpBXF36/fRZPN9z7fcC/9tEeyk/n9bYuGj5UFZomVLsmn5EAhAAAIQgAAEZkOgAhcT6FSBO4UqQQACEIAABCAAAQhAoC8QyF5gTNKJFgPZaVEwk9KJli1RWkFOB18SLpTmLFzMlDQbIZ0fxSn/2GjO5pvb7MnxA21ZgpyEGekGAhQJAQhAAAIQgAAEIAABCEAAAsUE+n9rcRv0zAUWO+XqoKvbHrKoXx867urIBxX678Fv700y2/s8y/3jzaJgJ/X/lT/RsiWhmMK6WlmpvCTL8iltonh54kdDoKMEWA8CEIAABHqeAIFOPc+cLUIAAhCAAAQgAIG+ToD2Q6AFgeTCY1pnbaXToouaiTQHOelZUDfzKHFmZm7uQSz/mW/ufvbMxYNsuSUH5B3MIQABCEAAAhCAAAQgAAEIQKA7CFAmBFoQGLDckrbIcxeZzzePmcfJ3GVIQjrYwQqGWQx22uc8a/rHm81BTLouoGsB0omEnHG5tCTtVxqBAAQgAAEIQKC2CBDoVFv7k9ZAAAI1QYBGQAACEIAABGqfgC46ttbK9LLElk5EFzTTcvPfm+ygi8Nl0PhQZpiFSWUrf7jSGUw9DRokWPPO7fa0gpyWIsgp4GCCAAQgAAEIQKBXCbBxCEAAAhCAQN8kMOA7S9oiz15oPu9cGtcpdN3VkQ+iKZfvv8cFmr3zqbmCnf75ZvPITurvtyUJVeWRnWjZkmxaPgQCEIAABCAAgeohUH2BTtXDlppCAAIQgAAEIAABCEAAAmUQSC4wJlqryC5Hbn3M7MDxhW6Ne1jVLSpZMgri7jbPnG5Pjx9o3/1G/7CUCQIQqHgCVBACEIAABCAAAQhAAAIQqFkC/b+7lA165kLzuecM/XgP7QwS+u7uHtL5pIyQNFew097nWdO/3moOdkoegGrr2kEohQkCEKgGAtQRAhCAQDsJFO4ItHMtskMAAhCAAAQgAAEIQAACvUqgmjeui5Ct1T+9THZroguat/y9yUZfaPHJTz3vqbwhoakg8VFQZbA5B5g9ffFAW37EgNY2jR8CEIAABCAAAQhAAAIQgAAEIFBxBGq5QgNWGGGDnr3IYqc9l+/Dq28vU4M5qXMf0yGRmzDRbO9zLffi/4I7XAUImeKylC7FSnnkT7RsSTYtHwIBCEAAAhCAQHUQINCpOvYTtYQABCAAgfYRIDcEIAABCFQJgeTCYqJVbdmStK20gpsSue2xnI2+yJXF4hOe5qanPOPMoyuYeWPOOdyeuWSgrbg0QU7GBwIQgAAEIAABCNQWAVoDAQhAAAJVTmDAiiNs0HPjzeeawyx2410q2pq5u+mjuf9votle51rupdaDnXT9IC1aF4EABCAAAQhAoLYIEOhUW/uzzNaQDQIQgAAEIAABCEAAApVHQBcik1rJligtnZbbH8/ZfhdoSSK5aOSiCrP8FJ/wnKO/2TMXD7SVCHKKjJhBAAJ9jQDthQAEIAABCEAAAhCAQOUTGLDS0jbw2YvMBwyIffnQrTcrzPJ9/VQb3v7Icnuda7n/TMjnDRnS1wxSOZtNLVci0bIRCEAAArVFgNZAoG8RINCpb+1vWgsBCEAAAhCAAAQgAIGKJqCLjpKkkrLTcvvjTbbPefFqZ8wSn+jMP+tp7vmUBRUmG9Df7enxA+17y7QyklMsgRkEIAABCEAAAhCAAAQgAAEIQAACvU1gwPeWKQQ79beke2/mJjvMzcyt+fPmh5bb8xzLvfxOc7CTlqWvHygtkc9kIBCAAAQgAAEI1AwBAp1qZlfSEAhAAAIQgEDXEqA0CEAAAt1BoNQFxlI+bVt+SWLf8XiT7X3urCCn6A8z5clZ+MtpWZAw6UKoRnL6wbIEOQVETBCAAAQgAAEIQAACEGiVAAsgAAEIVAqBAT/4Zgx2yqlTH/r2Gtapuc+vfn+qorn/fmCNe4y13CvFwU5JlrhevE6QeFpq5WnpxQMBCEAAAhCAQKUTINCp0vcQ9atUAtQLAhCAAAQgAAEIQKCTBNq6oJheJvvOJ5psz3OaSm8xXAB1C3+uxW7ez+3ZiwfaDwlyEhAEAhCAAAQ6R4C1IQABCEAAAhCAAAR6kMCAHy5rg54bbxb69hb7+m76uGwZaXnjA2vcfazlXn03enX9QBITrcxmt7yV1XBDAAIQgEDtE6CFVUSAQKcq2llUFQIQgAAEIAABCEAAAtVMoK2LickyaYnaKZ2I0q1LfMxTD3qGLMGezRObIRNTlxGgIAhAAAIQgAAEIAABCEAAAhCAQDcQCN17dfRndfGjo8WGEq+uHyQL03ZbPi0rlVd+JEuANAQgAAEIQKByCBDoVDn7gppAAAIQgAAEIFBrBGgPBCDQLgJtXVzcYg23yw/xFuXJ4+Z5v0tLzEaO/sL++WZD3s8cAhCAAAQgAAEIQAACEIBAdxKgbAhAoMsINPzzTft81f1DeTmz0M8Pk3n4MxlW/PFvL2H9rjjUcsst0bwgubaQ6OYFGBCAAAQgAAEI1AwBAp1qZlfSEAhUHwFqDAEIQAACEIAABFojkL0gqfQWa5j9/uDiNcJlT9OynIU/PeYZJEzW2JizVfebbP8i2KkYGCkIQAACEIBALxBgkxCAAAQgAAEIQKAcAg3/essmrzLaco1NGswpSL6vH+aFvv+sUnLLLmq5y8JFgu8uFZ3x2oAuCMRUfiafrETLRiAAAQhAAAIQ6D4CPVUygU49RZrtQAACEIAABCAAAQhAAAKdJrD5ak128QHhgme6JNeznUE8OINtQUs15dxW2/8Le/HtxrCACQIVS4CKQQACEIAABCAAAQhAAAIQ6PMEGl582z4fub95U07dektm7qGTbxaTecss981FLff7gy333SWNDwSqiABVhQAEIACBLiJAoFMXgaQYCEAAAhCAAAQgAIHuIECZfZlA8sRlohMWW6zeZBeOqk+SQeeChAudUYVZfopPe9bXN9nIUZPtpf/xGrsIiRkEIAABCEAAAhCAAAQgAIGKJECl+jKBhpf+Z5NX2d9ydQ2xLx+69aGTLyK5kJaeJbllhlvjJQdYbvn8SE6zlmBBAAIQgAAEINBXCBDo1Ff2NO2EAARqkwCtggAEIAABCNQwAff8s5ruea2muudtBTudv29d4YnOvM9dOkh+MncZbuE6qa026nP7D8FOQohAAAIQgAAEIFCNBKgzBCAAAQhAoEYJNPxngk1edX+z+gYLHfkweRAzcwsft9i1N49204hhVnfRaGsqM8jJXeuFVZkgAAEIQAACEKgpAjUd6FRTe4rGQAACEIAABCAAAQhAoA8TcC++OOnutsXqjTZu7xmmEZ9yFv5yeuYziKYocWYhg82oy8WRnV6eEC6c9mGONB0CtUqAdkEAAhCAAAQgAAEIQAAC1Ueg4eV8kFNuRl3su6v/Hvv4oTsfuvmhQfm+fphb0zeG2MyLRlluxW8Ef35yL75WkPcyhwAEapkAbYMABCAgAgQ6iQICAQhAAAIQgAAEIACB2iVQlS1zb3mx0t3NPS9qlLvbL1dvtLF7zbDgtZAMbjfTFCXOzILD3W1muG66+ujP7bV3G40PBCAAAQhAAAIQgAAEIAABCECgxghUVXMaX33XJo880GxGnbkX+u9RublaUpi5u+WWGmIzLti3OcjJ3c3dlStqdy/SWuDuUlHcZ9nRkZq5t74slQ0TAhCAAAQgAIEKIkCgUwXtDKoCAQhAAAK9QYBtQgACEIBApRBw93hhMl0f97zPPa+1zD1vu+f1L1dvsLP3+NqSpz3zOiQ1wpMkOOIToWHl6TNyNnK/z+z1dxnZKeBgggAEIAABCEAAAn2IAE2FAAQgAIFKIdDw2nv22ar7W276jNBjL/TfZeXydlDBUG1z1rD4IjbtvL2taaUR8ZqBe/5agJa6u1SzPybCzD3vD2aLyb31ZS0y44AABCAAAQhAoCIJEOhUkbulgipFVSAAAQhAAAIQgAAEINBFBNxbv5joPmuZuxddpHTPp1UN97ztPkv369fPfrl6vZ25+9chi/xBhcndLRQUxd3NLXzCbNoMs9VGfW5vvEewUyDCBAEIQCBPgDkEIAABCEAAAhCAAAR6gEDD6+/ZZAU5TZsZtxa66eYe5xaMMHkQM3OzxsUXsenn7W32/WXM3VsVK3zc83kKySLl7kVpEhCAAAT6LAEaDoEaIECgUw3sRJoAAQhAAAIQgAAEIACBaiTgnr/I6J7X2Ta4e7yImfjd82n30nrLNert9F2mmgZxykvOkkQyopMeEA1O++rrphjs9Ob75b3GLqkDGgIQgAAEIAABCEAAAhCAAAQgAIGOEWj87wem19U1faUHldRnVw89SL4TLyN043NBzBoXHZgPcvpBPshJDzm5u2W1e/E1Ait83PP+QrJsRUYIQAACEIAABCqfAIFOlb+PqCEEIAABCECg0glQPwhAAAJlE3D3NvO6ewxucveYz92b0+6z7OyFzSS91Y8b7PRdp4V1LIhrZvq4u7mMKB5st6+mK9hpsr31AcFOEQszCEAAAhCAAAQgAAEItE2ApRCAAAQ6TKDxzQ/ts1UPsNyX0y100fPluFmYzD3Mo4R00E2LDrRp5+5luVaCnNw9ruNerC183PO+YMbJ3aMuNXNvfVmp/PggAAFlvbYSAAAQAElEQVQIQAACEKgMAgQ6VcZ+oBY1TYDGQQACEIAABCAAAQi0RsB91kVF91m28rt7yQuX7nl/EtwknRaN7HTqztNMoziFmYoKKpcfzCmfinYu2FOmNdnI/T6ztz8k2CngYIIABCAAgU4RYGUIQAACEIAABCAAgVIEGt760Catur81TZka+uPp/rmFdJDmEZ3MGoctlA9y+uE34zUB9ffdvWgkp8Tnnr8+4D5LW4mPu0eve17HBDMIQAACEIBAhwmwYm8TINCpt/cA24cABCAAAQhAAAIQgAAE4sXLBIO7x7S7R5e7x7QuZKbF3eOFTvnc87Z7Xm/143r73U7TLKwYxT2UYeHjQcwtJC3MQ8JtyrScrT56sk34mGCnAKT7JkqGAAQgAAEIQAACEIAABCAAgT5HoPF/H8fX1eWmhD567ImrN+6Bg8SCJ0jspLs1DV84Bjk1/XCZ5v6++vwSd48+dzf3lmLh417aHxYx9SQBtgUBCEAAAhDoZgIEOnUzYIqHAAQgAAEIQAAC5RAgDwQgYM0XKi31cW95kdI979OFzrZk6zXr7ZQdw4XUXG7WiE4axsmStBJBwjT5yyZbbb/P7B2CnVL0MSEAAQhAAAIQgAAEIACBriZAeRDoSwQaJ0y0SaseYI2Tv7LQFQ9ND/3xYMQRmIMuTLHP3jR0IZt2zp7W9H/fjAFNSX/f3ZvT7rNsLXfPXx9wz2sLH/dZdkjGaw1pLRuBAAQgAAEIQKC6CRDoVN37j9pDoK8QoJ0QgAAEIAABCNQQAXcvao17y7S7x4uR7q1rXdSUuHvzRU+l07L1mnV28k7T82VZ8gllmkRpt2Bqsslf5mz1UZPt3YmM7GR8IAABCEAAAr1DgK1CAAIQgAAEIFAjBBrfmRiDnHKTv4p97nyzPNhBXKkwy0+WG7awTR23hzX9aNlW+/dJX9/dzT0v8rnnbfe8VskSd5dqVdzbXt7qiiyAAAQgAAEIQKArCHSqDAKdOoWPlSEAAQhAAAIQgAAEIACBjhBwL76g6J5Pu+d1UqZ7Pu3uRRcy0xczZSfSv3//FhdFt1mzzk7aYZoeFC0UqydICw+TFry5sERPlE6akh/Z6T2CnQIRpsojQI0gAAEIQAACEIAABCAAAQhUPoHGdz+xSaseaE2TpoTOd74Pnq913lYfPCyIrqYhC9rUsbtb08qzD3JK+v7S7rOuE7gX27HgMHP3MLd4PcFSH/e8P+XChECFEaA6EIAABCDQFoF+bS1kGQQgAAEIQAACEIAABKqGABWtKQLu3nwh0j1vu3sMYnLPp3Vhsy1JBz1t+5N8sJO5hY9bKMLCPNphFmwzdzd9Jk3J2RqjJ9sHnzYpiUAAAhCAAAQgAAEIQAACEIBAJRGgLhVNoOn9SfbZyIMsN2lKvp8d+tqxt12YSbl5aINbbvCCNk0jOa3yLUv34dO2+v3ubu6tSyisaHLP5y1ykoAABCAAAQhAoGYIEOhUM7uShkAAAhBomwBLIQABCEAAApVOwN1jFd3zWgl3L3kxM32hU3Y58qu16u3E7aaFYnOm0ZvCPNoa1ElPk0ZfLlhBJk5utNX2m2QfTuI1dgESEwQgAAEIQAACVUSAqkIAAhCAAAR6i0DjB5Ps01UPsIaJk/P97tC/jn1tVSh0tzWKk/ri8jUtMn8McmrMBDmV079396IHodyLrx1Y6uPuqRQmBCAAAQhAAAK1QIBAp/xeZA4BCEAAAhCAAAQgAAEI9DAB99YvNrp7DHBSldzztnuxTi5+upf2a3n2KdDtflpvJ2w/3cIaQWLpJsPNzN2jhFmY3CZObrLV9/vMPiLYyfhAoIYI0BQIQAACNUdg+vTp9tBDD9kxxxxjm2yyiY0cOdJWXnnlKLLlO/LII+3uu++2KVOm1Fz7aRAEIAABCFQGgcYPP8u/rm7i5xZ612ahj23h4x5TwdIk2y23yAI2fdwe1rhq8UhOpfrx8qXF3Wcb5OTupo97XstOxL2lL1mGhgAEaooAjYEABGqYAIFONbxzaRoEIAABCEAAAhCAAATaR6Dnc7sXX2B0n5V293Bd1Jsr5e4xrQuc7rNspduSbLDT9j+tt+O3m6aBnELZ8ZHSaOuJUj1danriNHrMPv6sydYY9VkMegqZmSAAAQhAAAIQqHEC06ZNs/Hjx9sbb7xR8S1VXceMGWMbbLBBDHJSsNPHH39sjY2zRqSULd/f/vY3O+WUU2zDDTe0o446yt55552Kbx8VhAAEIACB7iTQtWU3ffy5TRp5kDV+NDnfrVafOvSttRX1tfM975iy3KD5bdq43a1x5LeLXlfXVr9ey9zz1wHcS2uVLnF3qXj9IBqpmXt+WcqFCQEIQAACEIBAFRIg0KkKdxpVhgAEIACBXiLAZiEAAQhAoFsIuBdfaHRvmXbP+9w9XqzMXuRUui3JBjvtsHa9/fpX00N7PIiZ5u5xHhIe0kHcLBj2YSHY6ZPPm4wPBCAAAQhAAAK1SaCpqcnuv/9+22KLLey2224rChaqxBY/99xztvXWW9tNN91kM2fOtHI/Cnx6+OGHbYcddojrqt3lrtun8tFYCEAAAhAom0DTxM/t05EHWtOHn9msbnXoUIeEuwdfEJXmYTZwAZs6dndrWm25OCpTth+f7bsny9095nefpd09X3bQFj7u+XQwS07uXtKPEwIQgAAEIACB6iNAoFP17bOKrTEVgwAEIAABCEAAAhCAQEcJuBdfcHTPp91nafdi293jRU1d+HT3eNFTdmuSvWC6wzr1dty2UwtPmwalp00LEp84zcknydn7nzTY6vtOsk8JdjI+EIAABCAAgVoj8Pbbb9uee+5pxx9/vH3++ecV3zwFKh1yyCH26aefdriuCo4aN26cnXXWWdbQ0NDhclgRAhCAAAT6NoGmT76wT1Y90Bre+9Sy/ejgCFMuLwFTbqH5bOrY3axp9XyQU7aPnk0nfXt3j/1991naPX89wN1NH3eP1wdkS9xdqlnci9PNCzAgAAEIQKBNAiyEQKUSINCpUvcM9YIABCAAAQhAAAIQgEAfJ+CevxDpPku7522hcfd4IdPdiy56JhdDS+nshdMd122wY381zdzM3MO8IO6y5Qtist3e/1SvsZtkk75oc2Qn4wMBCEAAAhCAQHURuPbaa+2ll16qikq//PLLdsYZZ5QcxWmBBRawrbbaKr5677777jPJNddcY7vuuqsNHTq0Rfs0mtMdd9xhN954Y7wJ3SIDDghAAAIQgEAbBBo/nWKfaCSn9yeZutAWus4S2Z4YYX13t9yC89g0BTmt8Z3Yf8/2zbPppD/v7jG/+yztHkoviIWPu4f5rMm97fSsnJ22KAACEIAABCAAgV4iQKBTL4FnsxCAAAQgAIG+SYBWQwACEGgfAff8BUr3WdrdzT0vuvjpXmzL15ZkL6DutG6DHbPt9Fk3+HI501+YWRRVOZefvTux0X48apJN/pJgJxFBIAABCEAAAhDoOQJTp061888/3yZPnly0Uf3u2Wabbezee++1Y4891lZddVUbPHhwlBVWWMEOPPBAu/POO6Oea665itZVsNMVV1xh//rXv4r8JCDQeQKUAAEI1DKBps++tEmrHWSN736Sb2bsMwdTWqLOdOhbB481zT+3TR+3uzX9+LsxaCnbJ8+m9X9N4u4xv3u+z+8+S1vh417sc/fCkrxyL07nvcwhAAEIQAACEKh2AgQ6VfsepP61RYDWQAACEIAABCAAgT5MwL30BUj3vN99lnb3GOwkXO55292bL4Lqomhbkr2QutO69XbMtl9b/IRyQomh/JDyvASXuf6C8c7Hjfbj/T6zz78i2CnQYYIABCAAgY4QYB0IdIDAk08+af/85z+L1tTvndGjR9uRRx5p8803X9GydEIBThrZ6ZRTTjHZ6WXTpk2z66+/vuQoUel82BCAAAQgAAERaJr8lX068iBrnDBRvWS5zEJfOd9nNjM3M6WD2ALz5IOc1lw+9tezffFsWv/XJO4e87t7KKrYtvBxz/uD2Ty5e7Mtw704LR8CAQhAAAIQ6HECbLBbCBDo1C1YKRQCEIAABCAAAQhAAAIQ6AgB99IXIt3zfvdZ2t3jBU/3Yp2+KCq7NcleUN15vXo7auvpZrlcmCTRLNghbUG0LDTsfx812Br7fkqwU2DRHRNlQgACEIAABCBQTGDmzJlxxCaNwJRe8pOf/MS23377eDM47W/NXmeddWzfffdtkV8BVG+//XZrq+GHAAQgAAEIRAJNn0+Nr6trePvj0ENWn1nDNxX6yuovh2RQsR/dNN9c+dfV/aT7gpzcPdbLPa9jgllVEaCyEIAABCAAgY4QINCpI9RYBwIQgAAEIAABCPQeAbYMgZon4F76AqV73u8+S7t7lwY77bJ+vR259dexTIEOxVvYgpkMM5Ptlv/876Mm+8moz2zKtHAlN+9iDgEIQAACEIAABLqFgIKQ/vOf/xSVrRGcdtpppxYjNBVlyiTc3bbccktbccUVi5Z8+eWX9uqrrxb5SEAAAr1OgApAoKII5KZMs0/1urq3J1roHGsyd/WQPWgzczNJdM03t00fu7s1rbVCDK7NPmiUTesBJXc3d4/53VvaFj7ueX8wY960lp2IuycmGgIQgAAEIACBGiRAoFMN7lSaBIG+TYDWQwACEIAABCBQCwTcS1+UdM/73Wdpd48XON2LdXKhVLotyV5g3XWDejt8q2l5jDGGKczCJEfO9CdLkrM3P2iwH+/7qX05vZBBbgQCEIAABCAAgR4g0Lc2oSAkBSOlW7388svbcsstl3aVZc8///y25pprtsirYKoWThwQgAAEIACBQCD35XSbOPIgq3/zQ6WCWOgdS9QXDhKmxJmbZ06bPnY3a/pp+UFO6T67e75vL5973lbZ7sV24pNGIAABCEAAAhCoZQIt20agU0smeCAAAQhAAAIQgAAEIACBCiDg7iVr4Z73u8/S7t6lwU67bdBgh2813czNLJZt4ePBDBKs/JS33/qg0dbc71P7imCnPBbmlUGAWkAAAhCAQE0RKBWEtNJKK9m8887boXYuu+yyLdabOnVqCx8OCEAAAhCAQO6rr2OQU+ObH1q+F+wRiuYePCZxzcNs3jnt63N2t6a1V4wjMylYKS3ZB420zN3N3WN+95a2hY973h/MmDetZafF3dNJbAjUPgFaCAEIQKAPEiDQqQ/udJoMAQhAAAIQgAAE+joB2l89BNzbvkDpnl/u7vFip3tLnVw4lW5Lshdcd9+wwQ795XTL5XJR4rOqspvxBb8FCb7/vtdgP9nvU5v6dfIYa3MmDAhAAAIQgEAzgSlTptjdd99t+++/v2288ca26qqr2sorrxxlvfXWsz322MNuuOEGmzhxYvM67TEeffTRWFZS5hZbbGGTJk0qKuK9996zCy64wLbeemsbOXJkzK96qD7HH3+8Pfvss9bU1FS0Tjqh/4vvvvtum2X8+9//brOMdHmyZ1dv1efx82nq5AAAEABJREFUxx+3Y445xjbccMNYZ7VR9VcbTz/9dNNr3ZRP5c1ONDrSuuuu21zOvffeW7SKRk7aeeedm5drW9pOwnLMmDFFy7RcvqJC2pEQ05NPPrmoTNVP9UyKUXq77bazddZZxxZffHHTa+t+8IMfJIu7RA8YMKBLyqEQCEAAApVEgLp0jkBu6tf2yWoHW8Mb78d+cegBhwLz/V7N9T8s31c2a5prgGkkp8afrhiDltT/Tvez07aWZcU935+X3z1vh4019/UTO61lp8Xd00lsCEAAAhCAAARqlACBTjW6Y2kWBCAAgU4QYFUIQAACEIBARRFwb3mh0t3jxU5V1N2lYtrdS+rkQql0W5K98Lr7hvV2+JYzLBRqZqHsKFb4FNJhmxb8ryvYadQkmzZDl3uNDwQgAAEIQKCZgAKXjjvuuBikc8opp9gzzzxjn3zySVEwkIKgXnzxRTvnnHNs0003tT333NNKjeLTXGg7DdXhqKOOsq222squueYamzBhgjU2NsZSFCCk+tx///02evRo22233UzBTHFhaqYyjj766Bgk1VYZqrukVBmp4soyX3nlFdt2223tkEMOsYceesgmT57cvJ7q//7779vtt98e66x8zz33XLwR25ypGwwFWynQKF20tpuuW3rZ7OyPPvrInn/++aJsK664oi2zzDLNvv/7v/+zI444ws4+++wYLPf3v//d1lhjjebl7TW0/82saLX09ooWkIAABCAAgT5JIDdthk1c7RCrf/290P5C/zdYFvq/Fj4uKfSHfZ7CSE7rrFR2kJO7m7vH/O4tbQsf97w/mDFvWstOi7unk9gQgAAEIAABCNQwAQKd2r1zWQECEIAABCAAAQhAAAIQ6GkC7m1fsHTPL3f3ePHTvaVWgJO7x4uosluTdLCT7N02rLNDt/jaTKM3BQlGYUqeZVVgU5AwvfZOfRzZafrMkCjkQkEAAtVKgHpDoPMENMrBn/70J9tmm23sgQceaA4sml3JCjzSqEjbb7+9XXHFFdbQ0DC7VdpcrgAqBS89/PDDRcFVra2k4KK99trLXn755eYs7S3jpZdesn333ddUVnMh7TDEQIFN++23n5UKyilVlPJptKwzzjjDZs6cWSpLl/gUEPTNb36zqCwFdb322mtFvnITGo3q448/Lsr+85//3Oaaa64iX1clpk+fbk899VRRcfPMM48tv/zyRT4SEIAABCDQdwnkps+0iasdbPWvvquucACh/q8kmIV+sXq90aORnMbsak3tDHJK+uTu+f670u55W1txL7YTn3RW3D3rIg0BCECgHQTICgEIVBsBAp2qbY9RXwhAAAIQgAAEIAABCFQCgV6og3vLC5fus3zuedvduzzYafef1dkhv5wRy1XTwyaCCttJzc1Nk732ToOttd+n9jXBTsYHAhCAQF8moOCkyy67zH7729+aAks6wkIjFl166aWm16KpvI6UoSAajQT06aeftmt1jU506qmnxhGUFPDUkTK0TY1ApNGq2rXxkFlBWb/5zW9asJt33nnjq9uGDx9uCkgOWYsmBUhphCfVvTXuc8wxhy266KKxHL0GTmWmC9GN1qFDhzYvVx6l5Ve++eef3zbaaCOZzVJfXx9HnFJwW7OzDEP7WG1VvZPsiy22mH3/+99Pkl2qVb/bbrvNXnjhhaJyv/Wtb9myyy5b5CMBAQhAAAJ9k0Du67oY5NTw6nsW+76hr2vm5h7EPJhBzGSZzzlHfF1d03rfa36oSP+f9T9TkraVlrh7c153N/d82j1vW/i4F9vBFfNJZ8Xdsy7SEIAABCAAAQjUOAECnWp8B9M8CEAAAhDoHQJsFQIQgAAEuoeAe8sLmO6zfO55293jRVD3ljp7YVXp2Ykuzu7xszo7aPPp8dnVXHx0Vc+uBskn4lOuMnUD8ZX/1dtaoz61GXXK2D0sKBUCEIAABCqXgP4X3HjjjXb55Ze3GEFJ/3M0co5eAXfzzTfbfffdZ3/+859t3Lhx8dV22VF8FABzxx13mMpTue1ptQKNTj755BislKy3xBJLmEY9SrYtPWrUKBs4cGCSpVm/8cYbdvXVV8dgLQU+aYHqv9JKK9lJJ51kqpfqr9fYbbfddpYNGFJ+BUnpVX2yyxW9Im/8+PHNozJpm2uvvbbdcsstple23X333XbvvffaE088EYPARowY0aJoMVW9SjFTQM8NN9wQXwGnstZdd92i9RXINHbs2OblyvP73//eBg0a1JxvlVVWscGDBzenZej1c3oNnexyZcKECfaPf/yjKPvKK68cA7GKnF2U+Nvf/mYKntNxlRSpwK+ddtrJ1O7Ehy6fADkhAAEI1BKB3Iw6m7j6IVb/8jum/6Hq48ZOcJjFdNBhQb7/O0d/m66RnAhyqqVDgLZAAAIQgAAEqoIAgU5VsZtqrpI0CAIQgAAEIAABCEAAAh0m4O4t1nWf5XPP2+7eqWAnBTfpxmoiSu+5Ub0dtLleYxeqoPItvw0LOk4erOC3IC+/XW8/HfWpzawn2Mn4QAACfZVAn233s88+2yKYRDAUkHPRRReZAnD0Oju9/kzBMhotaK211rLTTjvN7rnnnhjwpP8/WkeioBQFpzz22GNKli16fduXX34Z8ysI6cQTT4zBSbvvvrsl25bec889TaMgrbrqqjFveqYAq7fffju6hgwZYhdccIFdeeWVtskmm9hSSy0Vg31WWGEF04hPapd8MXNhprprxCKNXFRwzVbV19c3j+SkwK/DDjvMzjrrLNMr49zDP9tCCQMGDDAFQF177bW28cYbF7yz1E033WT/+te/Zjm60FI7FZCULlKvn9MIWmnf7GyNrJQEkSmvgo7WX3/98FNiVjvl76zo5rReBXjSSSc1B5AlZW666aam4y9JoyEAAQhAoG8SyM2st4mrH2r1/5kQAehfbvxvVJi56U+L3GyO/jZj3G7WtMH3m0dnUp9Zv18kaVtpibs353V3c8+n3fO2hY97sR1cMZ90Vtw96yINAQhAAAK9R4AtQ6BHCfTr0a2xMQhAAAIQgAAEIAABCEAAAl1AwL3lBU33WT73vO3u8aKoe0udvdCqdFayF2eV3uvn9XbAZgp2yulZ1iAKZAqSn+LDrcEZW/nSW/X20/0+tbqSwU4xCzMIQAACEKgxAnpdmkZBUpBRumk/+tGPYvCTRgJy9/SiIlujBmkUpr322iveDEwWqryrrrrKOvIaOAULKcBls802KyozKVt6wQUXtP3228/mm28+JVuI6qVX6I0cOTL+b22RITiWXnppO+GEE1qUoZGhOlJvBf0ceOCB9qtf/arVeofNxpGkFMS15ZZbKtks06ZNs+uvv75FYE9zhk4Y+k2g4CD9dkiKaW9Ql44VjbCUrC+93HLL2Yorriizy0RBTrfeequVehWg9udBBx1kChrrsg1SEAQgAAEIVB2BXF2DTVz9EKt78W3Ld2rzKnRzg6HmqP8rCXZ/j0FOjesT5BRolDn9P3v3AWdJVeZ9/P/vYWZIwoCKAXURA+bIooIYyVmyREEJA4JZ0QVFCSqKOaOurxtwzeyqa1yzmEkGggFBYYacw6T7Ps+pWzd3T89MT8/t7l9Rp85zTtWt8G0/zjlV59ZlMwQQQAABBBCYSAEGOk2kJvtCAAEEEEAAgYkTYE8IIIDAcgTs/ofEdrvOrmLb5YGs3Z/nw0nb5eFpxoNSPsjsrM/yUbss1gl73itLkaplBDkrdpeVkRyxdclfFut5x9+gxUvKLWIxIYAAAghMb4Gf//zn6n2LUL79JweZ3Pe+9x3Xxeegk8MPP1zbbrtt1/Yr8zNwuYOdd95Zz33uczMcM+Ugmyc/+cl92+S/g8ccc4zyzU19K3sqch+ZOqtvueUW5c/RddaNJ87z3nfffcu/p8vbPs1e8pKXlLdMdW6bPyd32WWXdVZNWJxvdMrBXZ07zL/9VVdd1Vk1avynP/1Jf/jDH7rWb7311spBZ12Vq1BYsmSJzjnnnPITfzlYrnNXOfguB9Xxk3WdKsRrRICDIoDAGhVoLF6ihVu/Sosv/mv1b252aq0SZ6iIoyTb8qxZ1SAn3uQkJgQQQAABBBBYcwIMdFpz9hwZgVUS4MMIIIAAAggggAACKjda1TPZbtXYVWy7bGv35/nw1vYKD3Z62c6LdNwedyvfkqB8hVMjliXlQqWQ6xpRvOjyRXre/Ou1ZGnUMyOAAAIITFuB/Hm2/Jm2/Om1zos88MAD9eAHP7izarlxvoXpkEMOUecbllb0jUF5kPx8vskpB+pmeayUx3zMYx7Tt8mmm27aN+iqb6NmRf5EXu+1Vv8exj+IzW3Gk+UbpA4++OAVetNQHnennXbq2n2+1SkHn3VVTlBho402Ug4W6tzdDTfcoAsuuKCzatQ4zyvPr94gBzj1Dm6r161MnoOc8i1cn/zkJ5X/2+ncR553/lTieAffdX6WGAEEEEBgGglEJ3Xh1q/Wogv+HH3b7MbGv9fZiS1Zo9RldzfWlOyudx+qpTs8pdV/zvZF9qlHS7Zb29pVfzy3tatYMdndcVSV/nvmvcl2bxVlBBBAAAEEpo0AFzJ+AQY6jd+KLRFAAAEEEEAAAQQQQGAIBez+G512u86uYtvlZqndn9c3WjMfLfXewM3y0bss1vF73BMqlnIuKReKybIjRSRLF16xWM877jotXZYVpAkSYDcIIIDAUAnceOONyrcudZ7UAx7wAG2zzTadVeOOH/GIR6j3jUGXXHKJFixYMO595Oc322yzcW8/6O0++YamFRkQs8kmm3Qd7/bbb1cOAOqqXE7haU97mlbkvOvdbbvttn1vRLrooot0991315tMWG5bO+ywg9ZZZ52uff7gBz9Y7s/l3XbbbfrZz37W9bn8ybrNN9+8q25lCznI6ayzztIXv/jFvkFO22+/vc4++2ytyN90Zc+DzyGAAAIIDLFAdE4XNAc5ZZ81/lmTHZ3XkhRxJMUUVZJ1z9mHq7HT01oDl7JP3Nl/7i3bbm1rW3ZVtqtYMdndcVSV7TLvTbZ7qyjPLAGuFgEEEEAAgZYAA51aFAQIIIAAAggggMB0E+B6EJg5Anb/DU+7XWdXse1y09Tuz/MGre3Wjdgs96beG7dZPnrXxZq/Wzw8zW+8StU3XiOPKOJG+dZrvbjgssV6/nHXxQPHsgELBBBAAIFpJnDllVf2DUJ69KMfrfvf//4rdaX5hp9HPvKRXZ+96aab9I9//KOrbqzCwx72MN3nPvcZa5PlrstryH/zlrthc4NBg6Waq8adbbXVVlqRY9Y7zrdP5TXX5cyvvvpq5WCrjCc65d/nUY96VNduL730Uv3973/vqust/O53v1PvT+rlT/XlW7V6t12Z8nnnnaevfvWrXR/Nds0+++yjU089VRPxN+raOQUEEFjDAhwegRUUWNbQgm1erUW/vSI+WHVmY1n6sNmXzT5s88VOpXj32Ydp2c4McgosZgQQQAABBBAYAgEGOg3BH8YG15wAABAASURBVIFTQACBNSTAYRFAAAEEEEBgWgnY7rseu11nV7HtCR/sdMxui3XsbvfIcQax+1jGHIFtxSxZMVkZ//bSxXrB8dfHDeSoYkYAAQQQmFYCObil92fr1l57beXbe/KNRiuTet+6k/vP44wX7oEPfGD8++Pxbj5wu7XWWmtg/eqqzDckreybjfKn+vKaO8/t9pV4o1Tn58eKc8BQ78/l5WC0n/70p6N+LH/K7yc/+Ynyb1lvlD+79+QnP7kurlL+l7/8Rb0/V5eDnPbee2+97nWv00QNplqlk+TDCCCAAAJrTqDRHOT06xzkZOV/schZtuO8IkVuO8qq3uS0y9NbXwrKgcj578poyXZrWzv3UZXtKlZMdnccVXEsZ9aX7MH1fRtSgQACCCCAAAIzRmDUgU4zRoALRQABBBBAAAEEEEAAgWkjYPffALXbdXYV2y43Ue3+PG/W2m7dmM1yb+q9sZvlY3dfrKN3uUf58DIWypRx3EOOWDE1oiqSGvr1H+8tb3aKSmYE1rgAJ4AAAhMncMcdd/Tt7Dvf+Y5yIMzKpk996lN9+xx0nL6NmhU5EKcZrnS2Mj8ht9IHiw/mYKUNN9wwohWf89/kHFzW+cl8m1MOMuusm8j46U9/ujbeeOOuXebP1432d7r++ut1/vnnd22/5ZZb6kEPelBX3coUsu2Rb3LKY3R+frfddtNrX/taTfagtc5zIEYAAQQQGA6BBdu8Rvf+6rLomUb/NDqssSx91ghLnzUWUY7aqLjnXYdp2S6jv8kp+8r5b2/mmWy3+tJ21d+u620rJ9ulP17HnXnGncl2Z5EYAQRWUYCPI4AAAtNFgIFO0+UvyXUggAACCCCAAAIIrA4B9jkFBez+G6F2u86uYtvl5qrdn9c3YjMfLXXezM1tsjx/j8U6ZrdFih0rJzv2XYJ6kWVHwfr1HxfpBcddFzEzAggggMB0Ecg36UzGtUzWcSbjWgYdIwcqrcrP7fX+dN2gY0xkXQ4Ee9rTnta1yz//+c8a7e904YUXdv384OzZs7XddttF8yHbCF27WeHCrbfeql/96lddn8s3XB1xxBEMcupSoYAAAgj0CcyIimtzkNMvL4trtcp/jjDnyKP7KrsZRN297zpUy3Z9emvgUvZ5s+/bmTrrbLe2tV32ldvaVayY7O44qsp2mfcm271VlBFAAAEEEEAAgSLAQKfCwAIBBBBAYOUE+BQCCCCAAALDKWD33xC123V2FdsuN1Xt/ry+IZv5aKnzpm5uk+X5uy/SUbvcU2DyrQqNjNqL8q1ZxTKrf/mHRdrueAY7pQUJAQQQQACBiRKY7LcW5b//L3jBC8rD3foa7rzzTuXP09XlOl+6dKl+9KMfadmyZXWVtthiCz3hCU9olVcluPLKK9X704ZbbbWVHvKQh6zKbiXxcQQQQACBqS6wYNvXatEvLm1eRiN6paWjWpUjjFnZh42F7j3rEC3bbcvyb1vd1828M+W/f3XZdmtbu+pf5zq7ihWT3R1HVemPZ96bbPdWUUYAAQQQQAABBFoCDHRqUayGgF0igAACCCCAAAIIIIDAGhOw+2+M2u06u4ptl5urdn9e35jNfLTUeXM3t8nycXss1lG73NvcbxA4kqw4hGIZBUdSxNIvfr9I259wvZgQQGAKC3DqCCAwVAJXXXXVpJ/PU57yFG266aZdx/3xj3+sW265patuwYIFuuCCC7rqtt56a22wwQZddStbuOmmm3T33Xd3fTwHUdlV26NrBQUEEEAAgRkjsOC5r9O9P7+0XG/1L4KjP+ooN1NkMcu27n3nIVq2+z+3Bi5lHzf7up2ps8522dZ2+bzdXVZMdrUuwrJNZ55xZ7LdWSRGAAEEhkuAs0EAgaEQYKDTUPwZOAkEEEAAAQQQQAABBKavwJq8Mrv/BqndrrOr2Ha52Wr353kz167qMx6UOm/y1uuP23OxXrrTPfll2OYLnBoRR1L5nmzEVXV+Y/b8S+7VDifwZqc1+b8Vjo0AAghMhMD666/ft5uzzjpLv/71ryc0nXrqqX3HmU4V99xzj26//faVvqQlS5Z0fTb/bV7db3m6//3vr2c961ldx823K/3hD3/oqvvpT3+qhQsXtupygNO2227bKq9q0Ps2p9zf/e53v8xICCCAAAIzVODa575e9/z0D9EHbTR7owmRcaRG1T/NFRne8/aDtGyPFR/klP/WZrLdNehJMdlVfzrC0u/uzDPuTLY7i8QIIIAAAggggMBAAQY6DWShEgEEEEAAgUkT4EAIIIAAAqtZwO6/UWq36+wqtl1uutr9ed6wXV7qHOyUcabj91qsl+2ySLJicmRVUkZWNeXxIjr/kkXa6RW82SkomBFAAIEpK7DJJpv0nXsOdumrpGJMgXvvvbfvrURjfqBj5V133dU1kChX5QC0jTbaKMPVlmzrec97nmbPnt06xuLFi8vP1+Wg5qzM6+r9Obt829Lmm2+eq1dLyoFUOQhrteycna6oANsjgAACky6w4AUnadHPqkG32QXNVJ2Es1eq+OcripZiXvSOg9XYc6syUCn7v9mnzbwzddbZLtvall2l3NauYsVkd8dRVbbNvDfZ7q2ijAACCCCAAAIIDBRgoNNAFiqHR4AzQQABBBBAAAEEEEBg1QXs/humdrvOrmLb5aar3Z933rDNeFDqvOlbrz9+z0U6cqd74yIa+SXZSM1vzEZN19xo6KcX3aOdX8GbnbpcKCCAwAwRmB6X+chHPrI88Ou8mssvv1xLly7trCJejkC+zelvf/vbcrYavPrmm29W70/XzZs3Tw94wAMGf2ACax/3uMfpsY99bNcef/Ob3yjPKSvzbUuXXlr9bFCWM+28886aO3duhiQEEEAAAQQmVGDBC0/SPT+6pLzJqX/Hnf3ShhadeZCW7Tm+NznZVX+57vNmbld1dpXn8ezuuK7LvDfZ7q2ijAACCCAwbQW4MARWXYCBTqtuyB4QQAABBBBAAAEEEEBgCgjY/TdO7XadXcW2xxzsVN/EzXxQ6hzsVMcv32uxjthpUexXir1LsVRMbqbIpDhuLPTTi+7Vrq/sGewkJgQQQACBqSDwoAc9SBtvvHHXqeZPl3X+VFnXyuUUcoDUySefrB122EGHHnqoTjvtNH32s5/tG8iznN1MydX5E295/St68n/+8591/fXdb0h89KMfrQ033HBFd7XC2+ebo/KtTp0fzEFX9eCmHPR00003tVY/+MEP1pOf/ORWeSKCww47rOtnEv/v//6vb/DVRByHfSCAAAIIDLfAgu3eqHt+9DtlP9O2rJgij6UysxxhlRadcZCW7TX+NznV/WDbsqvUWRc7btXXcWeecWey3VkkRgABBBBAAAEElivAQKflErEBAggggAACCAy7AOeHAAIIjFfA7r+Barfr7Cq23boxa3fHnTdw67g3rwc4ZX0dn/CixXrJjotab3RqNBRxpAjyXU/lZ20yjvofXZCDnRaO97LYDgEEEEBgSATyrUEPf/jDu87mmmuu0Xe/+92uuvEW8m1QP/vZz5SDY/74xz/qvPPO0znnnFPK493HVN3uwgsvVNqtyPkvWbJE3/zmN7Vs2bKujz33uc9V/nvcVbmaCttss03XYLf8+br8Gy5atEjnn39+11G33HJL5eC4rkoKCCAwpgArEUBg+QLXbv8m3f2Di6OzGduWPmb2OKOYcVUVfdGsa2jR6Qdq2Yvag5yyDztasl36yZ3r7arOduy5mm2X7bJkO7NWuRQ6Fna1vqOKEAEEEEAAAQQQWK4AA52WS8QGCEx5AS4AAQQQQAABBBBAoEPA7r+Rarfr7Cq2XW7G2v15fWPXdvmJoro8Wp4PV3PdCS9apCN2Wiwp96lqin1ESbYVi0gxR/jjCxZpj1d3v5FCTAgggAACQy2w7rrr6vnPf37fOZ577rn6y1/+0lc/VkUO2vm3f/s33XbbbV2bPepRj1L+RF5XZVWYVssFCxYorz8dxnthP/rRj/TDH/6wa/PV8dakrgP0FB760Ifq8Y9/fFft7373O+WbpnLgWr1i9uzZ2m677eKf/vhHv64kRwABBBBAYBUFFux4su79wcXVvy/lnxhXsSRLJalM1uLTDtSyvZ/R1aet+67Zf82U5Uy2W9vZll2l3CaTXZXtKldMtmOpsq0GTHa1fsAqqhBAAAEEEEBgbIEZv5aBTjP+fwIAIIAAAggggAACCCAw8wTs/huqdrvOrmLb5aas3Z/nzdxMtls3fLNcp7wZXMeZ1+Uc7HT4jovUO5U3OqmhMpesoR/85h7t8Wp+xq7XauXKfAoBBBCYHIEcvPKIRzyi62D5U2r5E3RXX311V/1ohfw34T//8z/73gSV/57su+++yp9IG+2z06n+61//ur785S8rPZZ3Xb///e/1jne8Q/fee2/XpjvvvPNy35q01lprdX3m7rvv1u23395VN97CnDlzlMfMv1X9mfz5uu9///tdP6m32Wab6XGPe1y9CTkCCCCAAAKrLLBgp5N19/cuzC5l/NsZu4t+ZXYwB/07uuht+2vZPs/s6svWfdb8N6wz2e7aLtfZ7T6ympNd1WXRdmalP12CnoVdre+ppojABAmwGwQQQACB6S7AQKfp/hfm+hBAAAEEEEAAgfEIsA0CM1DA7r+xarfr7Cq2XW7O2v153uDNZLvvxm/W994orssn7r1Ih+2wSJZKUkx2sxRZhnYG0g9+c6/2ei2DnYKIGQEEEJgSAhtvvLEOP/zw8u9C5wnn23yOPvpo5c+Y9f60Wud2d955p8466yx96EMf6vsJtqc+9al6znOe07n5tI5z0NLZZ5+tT37yk30DmOoLz4e3+SanE044oe8n/XLA2T777CM7/k2tPzAgf9jDHtZVmz83lz83uCJvk+rcwROe8AQ98IEPbFXlW7m+9KUvdf09881f8+bNa20zEcFdd92l+fPnK38SrzOdeuqpE7F79oEAAtNFgOuYlgLX7nyK7v7eRVL8k+dYlH/6LCkC27JiijyWWvzW/dXY91mlrZL91kx1XzXjzmS7tZ1t2VWqt7Grsl3lisl2LFW21YDJrtYPWEUVAggggAACCCAwLgEGOo2LiY0QQGCmC3D9CCCAAAIIIDA9Bez+G6x2u86uYtvlJq09OM+bvLZbN4CzXKe8YZyps5zxK/ZZrEO2X6R8QJtftM08CvmF2yprRG0mNfR/v7pHe7+OwU5iQgABBKaIwA477KC99tqr72zzzU4nnnii9t9/f/3rv/6rfvOb3+iGG24oKeP3vOc92m233fSFL3yha1BM7igHUOVnZ8rbnPKaMy1dulQf//jH9aIXvUif+tSnyk/ApVm+JSnf9nTwwQfr1a9+dd9P/M2dO1fHHHOMNtlkk9zNmKnTtN4w933ggQfqtNNO05lnnqkPfvCDuvXWW+vVY+YPetCD9OxnP7trm87PbrDBBtp222271lNAAAEEEEBgZQUW7PoW3f2dC6IvmX1n+W52AAAQAElEQVTIzBqlTxldySxEHOXYefY5F526n5btN75BTtlvrZPt0t+1231iNSe7qsui7cxK/7kEPQu7Wt9TTREBBBBAAAEEEFghgYkY6LRCB2RjBBBAAAEEEEAAAQQQQGCYBOz+G612u86uYtvlZq3dndc3fjO3XW7+ZtybBg12euW+OdhpsSzJjmVJGUdSsxy5bX3vl/don9dfLyYE1qAAh0YAgXEK5E+hvfKVr9Quu+wy8BNXXnmlPvzhD5eBODvttJMy5aCc/Lm6QT+ZlgNj3vzmN+vxj3/8wP1Nx8ottthCOVipvrbrrrtOH/3oR3XAAQcUr7333rsMQMo3ZdXb1Hl+7qSTTlK+NamuGyvffPPNtc466/Rtkn+n8847r/x83le+8hVdc801fdsMqrBdBjrNnj170GrlG5/ymANXUokAAggggMAKCCzY7VTd/e3fym72H+sscmWKhV0CLX7Lfmrsv3VXn7Wzn9rbh63LtstnbMuukmKyq9h2lFTWKSa7KkfYNduD67s2ooAAAsMiwHkggAACQy3AQKeh/vNwcggggAACCCCAAAJTR4AzncoCdv8NV7tdZ1ex7XLz1h6c541g2+UmcMZjpfqG8qv2W6yDt19cvmkbizLnN2/Ld24biimiRqSIvvuLu7Xv63mzU1AwI4AAAkMvsO666yoHJ+VPieX/56/sCW+66ablZ+x63xC0svubKp/Lt2K99a1vVTquyDlvtNFGesc73lHejGV7XB997GMfq6222mrMbfPn5/KNXGNu1LHySU96knK/HVWt8HnPe17XIK7WCgIEEEAAgSkiMBynee3up+qub/0mu4/lrU2lMxl9yJijHOeYQazNNzktfvO+ahwwMYOcbHf1i+NIpdyZZ9yZbHcWiRFAAAEEEEAAgVUSYKDTKvHxYQQQQACBcQuwIQIIIIAAAkMuYPffeLXbdXYV2y43ce3uvHNQk+2Bg53yQXfndnX5Vfsu0sHbL5GU+5Qik+2SRxCzZcUUi+/84h7tfxJvdgoNZgQQQGDoBfLNTi996Ut17rnnaptttlH+//54TzoH+Bx22GHKtzw97nGPG+/Hps12trXddtvpYx/7mDbbbLPlXle+xSl/au6rX/1q+Vk4O/7RXO6nqg3ys294wxvKm5aqmsHLfMPT4DX9tflzeM985jP7Vjz4wQ/WoPq+DadyBeeOAAIIILDaBRbs+Tbd/c3fluPkv3h2WUqRW/GfpcgiWWWQ04HbdPVRs03S2TcdFNsun7Ete3BSTLZjqbKNBkx2tX7AKqoQQAABBBBAAIGVEmCg00qxTfyH2CMCCCCAAAIIIIAAAgiseQG7/was3a6zq9h2uYlrD87zJrHtclM4487Ue0O5Lr9qv0U66IWLyjdvGw1FXhYZlDhKESumhr51/t064CTe7BQYzAhMOQFOeGYK5M+Uvf/979e3v/1tnXLKKeUn1R74wAd2DXzKwTYPe9jDtPvuu+sDH/iAvvvd7+rEE0/UeuutNzPRmledg7w+//nP633ve5+23nprbbjhhs01KnG+OSlNv/GNb+i1r33tSnttsskm+vjHP67TTz9duc8caNY6UDO46qqrmtH4she+8IXaeOONuzbecsst9aAHPairjgICCCCAAAIrIrBgr9N05zd+FR+JXmI1lz5jLKLP2IisSop1i/9lbzUY5BRWzAgggMDkC3BEBBBYfQIMdFp9tuwZAQQQQAABBBBAAAEEVkxgKLa23XcedrvO7o5tdw166hzUZHuFBju9ev/FevELF8f+pNhrLCxlFPvJSGVy1EjfOv8eHfhG3uxUSFgggAACU0QgB+nsueeeete73qWvfe1r+sUvfqFf//rXJf30pz/Vl7/8Zb3lLW8pA3rmzJmzwlf1nOc8p+yr3mfm+VaoFdlRbp+f60y538neR+fx8t/W/Om+HAD2ve99r3WNGX/6059WmqZt52dWJs7BZjvttJNynz/60Y9ax6ktTj755BXa7aJFi7RkSb6xsfrY7Nmzy1uqbFcVE7zMwVkf/ehH+8771FNPneAjsTsEEEAAgTUlsOBFp+mur/+q9AnLOcQ/KTHLjmVJijiTtfjkF6lx0LO7+qT1F23y39bRku3yGduxr8FJMdmOpco2GjDZ1foBq7KKhAACCCCAAAIIrLQAA51Wmo4PIoAAAgggMNkCHA8BBBBAYLIE7P4bsna7zna5mWuPneeNY9vlJnHGnan3BnNdfs0Bi3XA8xerEf/lrFg0GqWkempEkDXf/NldevGbeLNTcDAjgAACCCAwdAI//vGPddttt7XOa4sttljuz+O1NiaY4QJcPgIIINAvcO3ep+vOr/0ye4iR2utL/zD6jNl3zBVZXvTGvdQ4aNuuvmjd5+zsl/bGtstn7NH7uorJdixV+sUaMNnV+gGrqEIAAQQQQAABBFZZgIFOq0zIDoZGgBNBAAEEEEAAAQQQQGACBez+G7N2u87ujm2Xm7x2lffeMB5U7r3RXJdfe+BiHfCCJZIVk2VHiqieHYHlsvzfn96tQ07mzU6BwYwAAjNFgOtEYAoI3HTTTco3TnWeav703gYbbNBZRYwAAggggMC4BBbse6bu+tovY1vLjhSRZOWUS7sslVWL37iXdMhzyoCluh9a9zXr8qDcdvmMbdmDk2KyHUuVbTRgsqv1A1ZRhQACCCCAwIoJsDUCowgw0GkUGKoRQAABBBBAAAEEEEAAAbv/Bq3drrNdbu7ao+d5A9mu1mfcm3pvOGc50+sOXKz9nrco/ggNdb/RKcpZ2/GN3a/9+C4dcnL1ZqdYxYwAAggggAACa1ggf+7ur3/9a+ssNt54Y73whS9slQkQQAABBBAYr8CC/d6uO847v7ywKRft/mG+uylrImX/MNKSkxjkNF7X6bAd14AAAggggMBMFWCg00z9y3PdCCCAAAIIzEwBrhoBBBBYYQHbfZ+x23V2d2y7b/BT7+Cm3nIObOqty/LrX7xE+z9/SbW/1lnE/iO2nUspspj19R/frcNO4c1OYkIAAQQQQGANC9x6660699xztWzZstaZbLXVVtpss81aZQIEEFjtAhwAgWkhsGD/t+vO886Pbl/2+vKSXGJn2EwZ29aSN+6lxqG8yanJQoYAAggggAAC01iAgU7T+I/LpSGw4gJ8AgEEEEAAAQQQQGCQgJ23jrvX2O0627LHTjlwya62ybg39Q52qsuve/Fi7fvcxaq+q1udQ8bN9zqVilKOxf/86C695M0MdiooLBBAAAEExhBg1eoSWLhwoU477TRdcsklrUOst9562meffZT/trcqCRBAAAEEEFiOwIID36k7vnK+sjMY3b3m1tkTzNQsRpbrlrx+DwY5hQUzAggggAACCPQKTM8yA52m59+Vq0IAAQQQQAABBBBAAIEJFrDdt0e7XWd3x7b7Bj/Vg5tsq44783wAOqj8+oNysNMSySpTZi4FN8tW7LLE5/3wLh3xFgY7FYyVXfA5BBBAAAEEliOwdOlSnXrqqTryyCN15plnlpTx3nvvrR/84Addn95mm230xCc+sauOAgIIIIAAAmMJLHjxWbrzyz+Lfp4VC8UycsVk2ZEikqycluYgp8Of29XH7O1bdvYz69h2+Yxt2YOTYrIdS5VtNGCyq/UDVlGFwPALcIYIIIAAAlNSgIFOU/LPxkkjgAACCCCAAAJrToAjIzCTBez+G7h2u8526+avXcV2d957U7ku13nvDem6/IaDF2vvbRcHfyO/0KtGI7+3G6nMURflUhf5V79/p458y3WxLTMCCCCAAAIIrA6B/Pd5rbXW0sUXX6wvf/nLJWV87733dh1u44031uGHH67ctmsFBQQQQGAKCHCKa0ZgwUFn6fYv/qT0+bKPV1L2AqPvl693qsp5bg0ted3uahzOIKfUICGAAAIIIIDAzBFgoNPM+VtzpQggMDkCHAUBBBBAAAEEprmA7b4rtNt1tidksFM+QO0d/HTSIUv0oucskeMM7LJUFkoUZTuiSLb1le/fpZe99QYxIYAAAggggMBqEdDDHvawMXc8d+5cnXTSSdpiiy3G3I6VCCCAAAII1AILDnm37vjiT2VXfbusL6GinIXIXZK05LW7SS95XnkrU2/fsS4Pym2Xz9ixp1GSYrIdS8mucvVM9uD6ns0oIoAAAggggAACEy4wyQOdJvz82SECCCCAAAIIIIAAAgggMOkCdv8NXbtdZ7t1M9iuYrs/z5vOtstN5ox706DBTm88ZIn22naxGvFffps3s/xib6MsFFWxphSkL3/vDh31Nn7GLlSYJ12AAyKAAALTX+AhD3nIqBe57rrr6k1vepOe//znj7oNKxBAAAEEEOgUWHDo2br9v35cVWWfLlOWoq8Xc0aRor8XncAlr9lVOuL5XX3Jzv5jb9+yLtsun7H7+6d2VaeYbMdSrX6teia7Wt9TTREBBGakABeNAAIITL4AA50m35wjIoAAAggggAACCMx0Aa5/WgjY/Td27Xad7dZNYbuK7XaeN5ptt24yZ3lQ6rxZXcdvPHSJXrTtUkmuZ8WuSpyB7cxK+UvfvVNHn8ZgJzEhgAACCCAwwQL5pqYdd9xR+fN0uev8d/yhD32ojjzyyPJTdrvuumv8e+xcRUIAAQQQmKkC47zuBYe9R3f814/i343mB6JPl4XMSp7V5Z8Ua+mrd1WDQU4pQkIAAQQQQACBGSrAQKcZ+ofnshFAAIFhFuDcEEAAAQQQmCoCdrnT3HW6drvOdtyTdllvu8R2O88HoraXO9gpt6tTe7DTYu357MVSo8xq5Ld9mynjZhirG/rid+7UMaddJyYEEEAAAQSGUeA5z3mOfv3rX3elww47bBhPteucNt10U51xxhn69re/Xc79l7/8pb7yla/ouOOO0/3ud7+ubSkMFqAWAQQQQEBacPh7dNu5P4y+W/Ttsn9XUllEPy/rqrc45QZLXrWzGkc+X3W/sO4nLi+33ep32u0+qd2OFZPtWKr0XTVgsqv1A1ZRhQACCCCAAAIITJoAA50mjXrCDsSOEEAAAQQQQAABBBBAYIgE7P4bvXa7znbrJrFdxXY7zxvStls3nbPcm3pvYtflNx22RHtsu0SWZMeymeyIpaiLpIhj/sJ37tL8M24QEwIITBkBThQBBBBAAAEEEEBgmgssOOJ9uv3cH6nZhZOi75axXQdRlWGsWPrKnaWXvqBrkFP2DTP19iE7y7Zb/U3bsvuTYrIdS5X1GjDZ1foBq6hCAAEEEFg1AT6NAAIrKMBApxUEY3MEEEAAAQQQQAABBBAYBoHhOge7/4av3a6z3bpZbFex3c7zJrTt1s3nLPem3pvXdflfDlui3bZZUr7pq5wajYgbGSm/8VuCUmzov751u447g5+xKyYsEEAAAQQQQAABBBBAAIE1KLDgyPfrtv/4fpxBdNhijqCjDxcV0bcrfboIl7xiJzVe1j3IqbfPOKhsu9XPtNt9ULsdKybbsVSrCZ9AqQAAEABJREFU36qeya7W91RPUpHDIIAAAggggAAC3QIMdOr2oIQAAggggMD0EOAqEEAAAQQmXcDuv/Frt+tst24a21Vst/O8KW27dRM6y72pHtxU19flkw9fot23WaIyxT7s3G+UHCnmKOayHP+/vnWHXn4mg50ChBkBBBBAAAEEEJj6AlwBAghMSYEFL/2Abv/378vxnzI5l1bVd5MysLNsLTlxJ+moF3a9ySn7hHV/MONByXarf2lX+7K7c8VkO5aKQ1a5eiZ7cH3PZhQRQAABBBBAAIFJE2Cg06RRc6BhEuBcEEAAAQQQQAABBBBYHQJ2/w1gu11nu3Xz2K5iu53nzWnbrZvRWe5NvTez6/LJL1miXZ+1WGpUb3SKLENFqeSxIvIsSed+8w6d8A5+xk5MCCAw7QW4QAQQQAABBBBAYNgEFh71Qd32b9+LvlrppcXpRT+tEXF04mKOflsdN7T0hB2loxnkFEjMCCCAAAIIjCnAypklMDKzLperRQABBBBAAAEEEEAAAQRWr4DtvgPY7Trbq22w0ylHLNWuWy/t2L8UR8uFVKJSUk7/+Y3b9Yp3MtgpLUgIIIAAAggggAACCCCAwGQILDj6Q7r1/30vDlX1zVpLlypFt03RZYxkLTthRzUY5CSmCRFgJwgggAACCEwrAQY6Tas/JxeDAAIIIIAAAhMnwJ4QQACBlRew8y519+ftdp3tcuM6t7Cr2G7n+RYn2yv1ZqdTjliinZ/V/Bm7hqqp5A1V/1VVufz3r9+uV7zz+gxJCCCAAAIIIIAAAgjMUAEuG4HJEVhwzId062e+2zpYdtOyj6boqeVcVmRlBEuP30GNY7bj5+rCghkBBBBAAAEEEOgVYKBTrwhlBBAYnwBbIYAAAggggAACCIwpYLtvvd2us73aBju9uQx2WipZZYpDRe4oZoowonr5H1+/Q69+1w1ZJCGAAAIIINAvQA0CCCCAAAIIrLLAwvkf0W2f+V7VE6s6aCWuemhWFmKpXLX0uO2lY7djkJOYEEAAAQQQQGBSBabQwRjoNIX+WJwqAggggAACCCCAAAIITC0BO29Vd5+z3a6zHTeyXTawXWK7na/Km53ecuQS7fiMJcpvCDfKt4JLFOU8XFREZSzViPyz/3Mbg52SZSUSH0EAAQQQQAABBBBAAAEExhJYeNxHdcunvl36XtkHiyA2z/5ZvsspayKOLGYtnb+dNH97BjmFEDMCwybA+SCAAAIIDI8AA52G52/BmSCAAAIIIIAAAtNNgOtBAIEQsB3L7tlu19kuA5xyC7uK7Xa+KoOdTn3pUu30jPrNTrFPZcojRcpjlMy5VA52eu27ebNTYDAjgAACCCCAAAIIIIDAigmw9SgCC4//WBnkpOyLNftgKpOjRpEs5TKyZTnI6bgdGOQkJgQQQAABBBBAYGwBBjqN7cNaBBBAYDUKsGsEEEAAAQQQmCkCdty17rlYu11nW7bLFrZLbLfzVRrs9LKl2uGfl8S+G8r/ImjN+Y3hfKNTfo84Vuoz592m1559fWs9AQIIIIAAAghMhAD7QAABBBCYiQILXv4x3XzOt0p3KxfZ98o+WG2RcdVHa2jZsdtJDHKqacgRQAABBBBAAIExBYZ3oNOYp81KBBBAAAEEEEAAAQQQQGBqCdjuO2G7XWe7DHDKjewqttv5qgx2eutRS7XDM5a19i9ZOeXSLktlVYb/77zb9Yb33igmBCZNgAMhgAACCCCAAAIIIDDNBBae+Andes63lX0sZZcrFrZjGRcaeSxLnDWNHOR0PG9yShMSAghMcwEuDwEEEJggAQY6TRAku0EAAQQQQAABBBBAYHUIsM/pJWC774Lsdp1t2S7b2C6x3c5XabDTy5Zou39eki9uiv03pEYj4kiRR6GaS3VDn/7yrXrDe/kZu4BiRgABBBBAAAEEEEAAAQRWSGDhK87RzR/73+hyNftb0c/KDlfrjU7NPlhWLzv6BWo0Bzllf69Os2bNUh0Pym2X9Xa7v2h3x4rJdixV+pYaMNnV+gGrqEIAAQQQQAABBIZWYGRoz4wTQwABBBBAYPkCbIEAAggggMCUE7D7byTb7TrbrZvQdhXb7Txvcttu3dTOcm/qvSlel9921FJt/89LVabYR+y1eSxLOZeUC+nTX75Nb3zfDWJCAAEEEEAAAQSGQIBTQAABBKaEwMJXnlMGOfX2rxQVLknNyWoc/QLphB1V99fqfl1vua6vc9ut/qAdex2QFJPtWEp2latnsgfX92xGEQEEEEAAAQQQGDoBBjoN3Z9kIk+IfSGAAAIIIIAAAggggMAwCtj9N5Ttdp3t1s1ou4rtdp43uG23bm5nuTf13hyvy287eqleuGU12Cm/QZzfKs5vFysK+cXiTBln3Se/dKv+5f03iAkBBIZdgPNDAAEEEEAAAQQQWNMCC1/9Kd30kW/EaWTnKnpUmUWq+1eNCLIYG2jZS5/HIKeEICGAAAIIrKAAmyOAQAow0CkVSAgggAACCCCAAAIIIDB9BYb0ymz3nZndrrO9yoOdRhv8dNoxS/WCpy+V4wzsslQWMsyUcVbY1jlfvFUnf+BGMSGAAAIIIIAAAggggAACCAwWWPiaT+vmD39d9tj9q1zbeNnz5VfuXL640tlnq7+c0lnXGdsun7FdjmP354rJdixVttGAya7WD1g19au4AgQQQAABBBCYEQIMdJoRf2YuEgEEEEAAgdEFWIMAAgggsOYE7P4bzHa7znbr5rRdxXY7z5vetls3u7Pcmca6UX76sUv1vKct0VhvdMp1+Y3jT3zhFp3yAd7sJCYEEEAAAQQQQGAKC3DqCCCwegQWvvbTuumD/6PsO2UfKjpZykK+LTdTxlmR68qbnF6xU+nDdfbXOuPOPl0d2y6fsdv9Qbs7Vky2Y6lWP1I9k12t76mmiAACCCCAAAIITCkBBjpNqT8XJ7sGBDgkAggggAACCCCAAAKrVcDuv9Fst+tst25S21Vst/O88W27ddM7y52p94Z5Z/mM+cv0/KcvleRqzixSFrPCdh3q41+4VW/+IIOdxIQAAtNVgOtCAAEEEEAAAQRWWGDh6/5VN33wa1Kz72S7xKqzyDOOSjWOfG7rTU6d/bLOuLMvV8e2W/0927L7k2KyHUuV9Row2dX6AauoQgABBBBAYCYJcK3TQICBTtPgj8glIIAAAggggAACCCCAwNQWsPtvONvtOtutm9V2FdvtPG+A227d/M5yZ+q9cd5ZPv3YZXre05bmF4yrLx6XryErpkaUI0WkRi6kj33+Vp36YX7GrtJgiQACCCCAAAIIIIAAAjNZYOEb/p9u+sD/VATRj4q59KGqzlUso6J+o1PjiOfIr9ql9Nk6+2Od/bZBse3yGbvd/7O7Y8VkO5Zq9RvVM9nV+p5qiggMEKAKAQQQQACB4RdgoNPw/404QwQQQAABBBAYdgHODwEEEJgAAbv/xrPdrrPdumltV7HdzvOmuO3WTfAsd6bem+l1edasEZ127FI992nLYv8qSZYU+7ItK6bIY1nij37uFr31Iwx2Sg8SAggggAACCCCAwAwT4HIRaAosPOmzuul9/11Kzp6SlUvZEShSzhHHrMZLtpVfPXiQ06xZs0ofbmRkpC+3Xepsyx6cFJPtWKpsowGTXa0fsIoqBBBAAAEEEEBgSgqMTMmz5qQRQGBKCXCyCCCAAAIIIIAAAuMTsPtvQNvtOtutm9d2FdvtPG+O227dDM9yZ+q9iV6X15pVDXba9ilLq28gN1S+ftxo1G90KhWqlx8592a97SP8jF0oMSOAAAIIdAgQIoAAAgggMBMEFr7xs7rxvV+N/lHVXyrL0neKKPLoVEV/KuaIlx32bPk1u5Y+Wt3/GmkOauot1/WZ2y6fsdv9Pbs7Vky2Y6lWP1E9k12t76mmiAACCCCAAAIIrJLAmv4wA53W9F+A4yOAAAIIIIAAAggggAACHQJ2/41ou11nu3UT265iu5333hTPcmfqvZlel2evNaLT5ze07VOWSVZMlh0pomp2ySxHbn343Ft0+sd4s1NgjHdmOwQQQAABBBBAAAEEEJjiAtf9y7/rxvecF1fh6BllijDn0neKcuQqKSoP31Yjr92tDFiq+11136y3XNdnbrt8xq72Z/fnisl2LBWHq3L1TPbg+p7NKCKAwMQLsEcEEEAAgdUswECn1QzM7hFAAAEEEEAAAQTGI8A2CCDQKWD335C223W2Wzez7Sq223nvzfEsd6bem+p1efZaLoOdnv3kpXE61beR8y1OUWjNURtx1Mb8wf+4WWcw2Ck8mBFAAAEEEEAAAQQQQGB8AlN3q+tO/nfd8O6vNC8ge0bRKWqWFGHMyrfiKguHPlt+LW9yqnnIEUAAAQQQQACBiRRgoNNEarIvBBBAYHUJsF8EEEAAAQQQmHECtvuu2W7X2V4tg53mzM7BTsu0zZOXlf07zyKOVbJYWC7LzDLKwU5nfoI3OwUKMwIIIIAAAqsuwB4QQAABBIZSYOEp/9Ea5JTdI0eHKFOebMmtqImUKw95tvw63uQkJgQQQAABBBBAYDUJTIuBTqvJht0igAACCCCAAAIIIIAAAmtUwI675T1nYLfrbMt22cJ2ie12nm9xst362YMsd6b6TU51XV2eMzt/xm6Ztn7S0vwustQo300ucX5vOSpKVamNxfv/7Wa94xwGO4lptQtwAAQQQAABBBBAAAEEJlvgurecqxvO+nLpA7X7QtkzylRqYtGMD95afj2DnCb7b8TxEEBg+glwRQgggMBYAgx0GkuHdQgggAACCCCAAAIITB0BznSaCtjuuzK7XWe7DHDKjewqttt5DmKyvcKDnebOGdFpxy7TNk9uSFZMLllr6ajKOfKY9b7P3qx3fpLBTklCQgABBBBAAAEEEEAAgekhcN2pn9MN7/xSuZjoVkWevZ/IonfkkjKOFCt90NYaecPupe9Vf4kk+2OZestZVyfb5TN27HGUpJhsx1KyrUGTXa0ftI46BBBAAAEEEEBgOgkw0Gk6/TW5FgQQQACBMQRYhQACCCCAwNQVsPtvWNvtOtutm912FdvtPG+g227dPM9yZ+q96V6X1547orcds1RbP7GhnHLZ/J5yFquUlRE1Gg299zM36SwGO4UGMwIIIIAAAgisOQGOjAACCEyMwHVv/Zyuf/sXlH2dssdm36fEzffdVnEsX/ws+aQVG+RkV3227JvZVWz357H3rv5elnuT7d4qyggggAACCCCAwLQVYKDTtP3TruCFsTkCCCCAAAIIIIAAAggMtYDdf+PabtfZ7rr5bVdlu8rrm+edecZ1qgc39ZbXWXtEbzt2mZ71pIYcQm4uI6wiZyTZEUR67/+7We/6FG92EhMCwyrAeSGAAAIIIIAAAggsV+C6t/2Xrn/7FxUdnZgtK6aykKLbI8d/EalML36WRt64R/liyWj9qrqfVee2y/ZZtmNvoyTFZDuWkl3l6pnswfU9m1FEAAEEEK6Yx+AAABAASURBVJhpAlwvAtNYgIFO0/iPy6UhgAACCCCAAAIIIIDAigkM+9Z2/w1su11nu3Xz265iu53XN9Hr3Hbr5nrW9ab6Jv06a7sMdnrGE5epfqNTo6GII0UQc/Ut5wjy285n/+tNOvvTN4kJAQQQQAABBBBAAAEEEJhqAted/nldd8bns7NTUvZxovsTfZ4oRi8ouj25LEkHrvwgJ7vdV7P743SzndmoyR57/agfZIUgQAABBBBAAIGpK8BAp6n7t+PMEUAAAQQQmGwBjocAAgggMAQCdv+NbLtdZ3vcg51GG9jUWV8Pdlq3DHZq6BlPyFv8eYwmRjmeqmNGLGcsvfvTN+o9/8pgJzEhgAACCCCAAAJTT4AzRmDGClx3xhd0/emfl93s2ERuRxwimVmOKGfLBzxTI29auTc52S5fOrFjPwOSYrIdS8l2SeqZbPfUUEQAAQQQQAABBGaGAAOdZsbfmaucFAEOggACCCCAAAIIIIDA5AjY/Te07Xad7daNcLuK7XaeA5lsd91Yz7pM9cCmjHvTeutUb3ba6vHL8qvMKlOOe4ogv+Xc/IpznZWfsHvvZ/gZu+BhRgCBaSXAxSCAAAIIIIDAdBS47swvKn+yLrs4+dYmNYPS18kLznLmmfbbSiP/smfpU/X2oXrLdb/Kdtnebud2u59mV7Fish3L0Wd77PWjf5I1CCCAAAIIIDB+AbYcVgEGOg3rX4bzQgABBBBAAAEEEEAAAQTGELD7b2zb7Trb4x7sVN94Hy3vvFG//rojeuuxy/TPj2/IcX5xmFhKdpQylcyyYorFWZ+8Se//LG92Cg1mBBBAAAEEEEAAAQQQGFKB69/xpTLIKTsy0Y1Rdm3UDGyXsFrEBey3lWadslcZtNTZV8r+VG856zLZLtvb7dyO/fYkxWQ7lpLtktQz2e6poYjAGhLgsAgggAACCKwhAQY6rSF4DosAAggggAACM1OAq0YAAQQmUsDuv8Ftd9fZVdl2uUlut/PeG+52tS7re1PnDfv7rDeit85fpqc/dlnr7U3lW875teeGoq6h/C8WcbkNveMTN+gDDHYKC2YEEEAAAQQQQACBmSLAdU4dgevf+WUteMu5ccLZmYn+TEbNvk10bmIuvZvIY90+W7YGOY3VZ+pcZ3uFBzlplMn2KGuoRgABBBBAAAEEZo4AA51mzt+aK0VgKghwjggggAACCCCAAAIrKGD33+i2qzrbrcFNuVu7XbarOG/A2y433jMeK3UOdtqgDHZqaMvWm52sOFikmDNUWUiRO1IOdvrgv/FmJzEhgAACCKQACQEEEEAAgaEQuP6sr2jhW86V7TifSNVclSOOIOYMpJF9/1lrvWXv0nfKvlGmuv/UGdd1mdsu29vt3HbZp93OFZPtWKq1Tj2TXa3vqaaIAAIIIIAAAggMs8BqOTcGOq0WVnaKAAIIIIAAAggggAACCEyegN1/w9vurrOrsu3WjXO7ijtvwGc8Vuq8gb/h+iN667ENPf2xDXW/0Un1y5wCIdZFqRHR2z9+gz78HzdHxDy2AGsRQAABBBBAAAEEEEBgdQtc/+6vasGb/zN6K9l/yR5LpGqO/k0cPeIMsq/jfbbUyJtfVAYt9faXOvtInetsl+3tdm5XfTC7ytWcbDejwZk99vrBn6IWAQSGX4AzRAABBBBYGQEGOq2MGp9BAAEEEEAAAQQQWHMCHBkBBAYK2P03vu2qznZrcFN+2G6X7SrOG/K2y434jMdKnTfyN1zfzcFOUhwk5mp/VkzNhW05iorlGR+9Xh/5TwY7iQkBBBBAAAEEEEAAAQTGFliNa68/+zwtOPk/yhGyr+LoqyiTc2lFFyaDSBHvvaVmNd/klP2kzv5QZ5zr6mS79K3sdm7HvkZJismu1kfYNdvuKlNAAAEEEEAAAQRmugADnWb6/wK4fgQQmHYCXBACCCCAAAIIzFwBu/8GuN1dZ1dl23HzvjvlTXnb5YZ8xmOlzhv6G94nBzst01O3WKb8tnNJ+b3o/AZ05FVZMZUKnf6RHOzEz9gFCDMCCCCAAAIrLcAHEUAAAQRWTuD69/y3rv2Xf29+ON9Aq9KPiWU1N6IuUlRKez1Ns06tfq4u+0ed/aDOONfVyXbpU9nt3O7ue6k52W5GgzN77PWDP0UtAggggAACCCAwvQVm2kCn6f3X5OoQQAABBBBAAAEEEEBgxgvY/TfC7arOdmtwU0LZ7bJdxXlz3na5MZ/xWKnzxv68DUb01vkNPWWLRhxDir3lQipRKameHMEZH7lBHzuXwU5Bwbx6BNgrAggggAACCCCAAAJ9Ate/97+14E3/Hr2UepVLbDsqIuVckuW9nq613rpPq2/U2f/pjDv7TLbL9nY7t2NfoyTFZFfrI+yabXeVKSCAAAIIDBSgEgEEZqAAA51m4B+dS0YAAQQQQAABBBCY6QJc/3QXsPtviNvddXZVti27O+WNetvlBn3G400bbTCiU49dpic/uqGGYmouslTCqMo543zL02kfvl6f+Bw/Y5cmJAQQQAABBBBAAAEEEFi9Aje8/2u69o3/Fn2V7KG0j1X3T6rXOZWltMdTNettEz/IqT6q7TocmNtjrx/4oYGVVCKAAAIIIIAAAtNPgIFO0+9vyhUhgAACCKyqAJ9HAAEEEEBgGgjY/TfG7arOdmtwU16q3S7bVZyDm2wvd7BT7zeZ7ztvlt5yzLLyZidZMVl2pIgkK6dc2mWpt37oOp3zXwx2ShcSAggggAACCEyyAIdDAIEZI3DDB76ua076bFyvZUeKqJ4dgV2WUmQjezxNa522b6sv1Nnn6Yyzz1Qn22V7u53blj04KSa7Whdh12y7q0wBAQQQQAABBBBAoFuAgU7dHpTGIcAmCCCAAAIIIIAAAgggMDUE7P4b5HZ3nV2VbY96E76+eT9a3nuz/34b5WCnhp70qPLdaOXbmzJqfjdaGWddKUfh1A/kYCd+xm5q/K+Ks5xJAlwrAggggAACCCAwHQSu/+DX9Y/Xfya6H9H5iN5I9kUyqq6tertT1sUG8u5P1azTBr/JabT+kO3lDnJSc7LdjAZn9tjrB3+KWgQQQAABBFZNgE8jMNUEGOg01f5inC8CCCCAAAIIIIAAAggMg8CUOQe7/0a5XdXZbg1uyguy22Xb5WZ93sy3q/qMR0v9g51G9JZjl+mJj5Li05HUmhyRXZbKFRm+9YPX69NfuEVMCCCAAAIIIIAAAggggMBECdzw4f/Vta//f9HtiP5HdjwyijxKzUM4aiTbGtntqVrr9MFvcsp+UG+fJ+vs+NzISPX5Zm7HPkdJismu1kfYNdvuKlMYGgFOBAEEEEAAAQSGTGBkyM6H00EAAQQQQACBaSHARSCAAAIIDJOA3X/D3O6us6uy7XKT3u7OO2/iZzwo9d74v3++2enYZXrCI5ep/Y3p/J50pEbWRKpmZfHN71uoT3+Rn7Ebpv/tcC4IIIAAAggggMDYAqxFYHgFbvjI/+ofr/nX6HyUubXItzdFN6R14hl71ydr1hkTP8ipPojtOhyY22OvH/ghKhFAAAEEEEAAgRkqwECnGfqH57LXsACHRwABBBBAAAEEEEBgkgXs/hvndlVnuzW4KU/Lbpdtlzc72d35oIFOWdc72GmTjWfpLcc29IRHlscHysmxsMtScWA5/7MUmd78vuv0mS8x2ElMCCAwPQS4CgQQQAABBBBYIwI3fPSbuuY1n1HV7XAzz1PJOFKGzTSy65O11pn7lX7PoD5Nbx8nt7FdtrfbuR37HSUpJrtaH2HXbLurTAEBBBBAAAEEpqAApzypAgx0mlRuDoYAAggggAACCCCAAAIIrDkBu/8Gut1dZ1dl2/EwoJ0G3czPukGp90HAJvedpbcc09DjNl9WLj6HPOW3qMtXqhsNZVylWB3lk9+zkMFOQcGMAAIIIIAAAggggAACKy5ww8e+pb+/6tPNfkb0OqKPkf2NqIidNfsfEeXsnZ+0WgY55b4z2c5s1GSPvX7UD7ICgSkmwOkigAACCCAwkQIMdJpITfaFAAIIIIAAAghMnAB7QgABBFaLgN1/I92u6my3Bjflwe122XbfN5YHDXKq63oHOz3gfrPKm50e/wjJkuyyjCDmCG1HnZQL28rBTv/2lVvEhAACCCCAAAIIIIDANBfg8iZQ4MZPfFv/eNWno1thxSJSzBkqF5Eid0lRv/OTNPsd+5d+TvZjevswveXcxnbZ3m7nduxxlKSY7Gp9hF2z7a4yBQQQQAABBBBAAIHxCTDQaXxObIUAAkMnwAkhgAACCCCAAAIIrKyA3X9D3e6us6uybdntNOjmftYNSr0PBh54/1l687ENPXbz6lvUUqOe6y9XR7leJ73p3Qv0b1/lZ+xW9u/M5xBAAIHpIcBVIIAAAgggMD6BG875jq4+8VPVxo3sa2SKYsnKohSixyHv+MTVMsgpDlBm2yUfbWGPvX60z1GPAAIIIIAAAghMX4HxXxkDncZvxZYIIIAAAggggAACCCCAwLQRsPtvrNtVne3W4Ka8YLtdtt33DeZBg5zqur7BTvcbaQ52UkyWymzFbkucgR1lxRT5m961UP9+Hm92Co3BM7UIIIAAAggggAACCCCgGz75Xf3jxE9md6LSiL5EFjKTFXNZSBGN5CCnsw4o/Zrst/T2WbKuN9ku29vt3LbswUkx2dW6CLtm211lCggggMC4BNgIAQQQQKAlwECnFgUBAggggAACCCCAwHQT4HoQQGBsAbv/BrvdXWdXZdtdN/Hzxr/trpv9WTco9T44eGBzsNMWmy1TealTo9H3RqeGYlXWR/7GsxboP/+bwU5BwYwAAggggAACCCCAAAI9Ajd++nu6+uXnZNci+hXRt4j1jehLRCHnKuXaqPMOj9fs5Qxy6u2/2O7q99jdfSPbqie7Hdd1nbk99vrObYkRQAABBBBAAAEEBgsw0GmwC7UIIIDATBDgGhFAAAEEEEAAgTJ4qZfBrm6+2y7rbZdNbLfKtvtu9g8a5FTXdT4syPhB9883O0lbPLwR+1RJsqTYr51BCVVF0hveuUDn/g+DncSEAAIIIIDAigvwCQQQQGDaCtz4r/+nq48/R80uROSW42rtWJYkVZnl7Z+gOe86sPRjsp+S/ZLMO1Nvne2yvd3O7djXKEkx2dX6CLtm211lCggggAACCCCAAAIrJ8BAp1HdWIEAAggggAACCCCAAAIIzAwBu/+Gu91dZ1dl2/GgoJ3yoYDtrpv/WTcodT40yPjBm4zolGOlR/1To3zLOr9knUH59rViakRqzQ29/h3X6nP/w2CnFgnBBAmwGwQQQAABBBBAAIGpKHDjZ76vq477eJx6u+PQqMMMSqpWe7vHac67xz/Iya76PNmvsd3q79hVvV3lak62m9HgzB57/eBPUYsAAgggMLEC7A0BBKaLAAOdpstfkutAAAEEEEAAAQQQQGB1CLDPGSNg9994t6s6263BTQlit8u2Wzf9Ox+6vHnbAAAQAElEQVQCZDwo5QCnuj7jTTep3uz06M0kWVLsz7asmCKPparMyv9e/44F+vzXb81qEgIIIIAAAggggAACCMxQgZs++wNdPf/jpY+gWComZ8pF5IpOhO3MNLLd4zXn7BeXfkv2RbIfknlnGlSX622Xz9m5r9GTYrKr9RF2zba7ykNb4MQQQAABBBBAAIEpIsBApynyh+I0EUAAAQSGU4CzQgABBBBAYDoJ2P034O3uOrsq246HBu3U+xAgy6OlzocIGW/6gBGdcswyPfJhDdVvdIoowkb9kqdgzrhKrz3zGn3hG7zZKVCYEUAAAQQQQGCSBDgMAggMj8BN//ZD/e2Yj0ZfoeofRCci+g65jNSo6vItsZn8gsdp9tm8yWl4/nqcCQIIIIAAAgggsOoCDHRadUP2MLoAaxBAAAEEEEAAAQQQQGCKCdjuO2O7qrPdGtyUG9ntsu3WN51zgJNdlTMelHKAU12f8UMeOEtvPlZ65MNUjqGY3EyRxWxV/0UY82vOuFZf/F/e7BQUzAgMgwDngAACCCCAAAIITIrAjf/+wzLISc3eQfYRSmxVU/RDnOsiH3nBYzXnPeN/k5Pt0qfJfopdxXbsbYykmOxqmwi7ZttdZQoIIIAAAghMAwEuAYGhEGCg01D8GTgJBBBAAAEEEEAAAQQQmL4CU+/K7P4b8nZ3nV2Vbctup96HAlkeLeUAp3pdxg954IhOOVba/CH5Pqdet+Y3s+vq2OTVp1+jL/0vb3aqScgRQAABBBBAAAEEEJjOAjf+x4/0t6M+KkVfIBeZZS8h49Z1Z2UURp63hea896DWwKW639GZZx+kLttubWtXsd3u59hVrOZkuxkNzuyx1w/+FLVTX4ArQAABBBBAAIHJEGCg02QocwwEEEAAAQQQGF2ANQgggAACQylg99+Yt6s6263BTXnydrtsuzwgsLvz+gFCb975cCHjhz5oRKfMlzZ/qBQHUU6xq8jiGKqSIm/OevXp1+or3+LNTmJCAAEEEEAAAQSGXYDzQ2AVBG469ye66qiPZjdA9cJShNVSMZUoFiPPe4zmvO/g0i+p+x/Z16jjzDvLtlvb2lVsW/boSTHZ1foIu2bbXWUKCCCAAAIIIIAAAhMrwECnifVkbwhMuAA7RAABBBBAAAEEEEBgTQnY/Tfo7e46uyrb7noQkA8PbJcHBnaVZ93yUj5weFgOdjpW2mzTZeXL2o3yrez8rnaVyje2oy5mNWLlK9/6D32VwU5iQgCBqS3A2SOAAAIIIIDAYIGbPvcTXXnkh0rbP/sApZMQi6p3kDURRRaz/JxHa877ut/klH2Mzn5IZ9l26bPkeruK7e6+jW3Vk92O67rO3B57fee2xAgggAACCCAwMwW46lUXYKDTqhuyBwQQQAABBBBAAAEEEEBg2grY/Tfq7arOdmtwUwLY7bLt8sDA7s7zAUJvygcNmer6jP/pwSM65Vhr84cop0ixb2WKMPLmLNuKhV7xtn/ovG/zZicxIYAAAggggAACCCAwjQRu+q+f6sojPxxX5Gj2R4pIrhaOIJMytzTruVto7gcOKf2Qzr5FHWeefY3Me5Pt8jnbskdPismu1kfYNdvuKlNAAIGVEuBDCCCAAAIILFeAgU7LJWIDBBBAAAEEEEBg2AU4PwQQQGD1Ctj9N+zt7jq7KtvuejCQDxBstx4aZHk8KR9AbLbpiP7lmIY221QxNcp3tiOIuVG/1Kl8q7sunHjqP/Q/370t1jMjgAACCCCAAAIIIDAdBWbWNd38hZ/pry/5UGnu5yLf5ho9gQwLRMbZS8iKkW0frTnvX7Gfq7Pd1U+xu/sytlVPdjuu6zpze+z1ndsSI4AAAggggAACCKyaAAOdVs2PTyOAwFQQ4BwRQAABBBBAAAEEVlnA7r9xb1d1tluDm+oD2e26HNhku+shQtb1phzc1FmX5Yc/ZJZOmS9t9mAp9ijFsiSXpewIFCnniE94y9/1te8x2ElMCCCAwEwU4JoRQAABBKaNwM1fPF9/PfyDiia+FG19RWBbVkxloRI7lrO2fbTmfnDsNzl19jNsl75J1tlVbMeeepJisqv6CGW34yzXyXYdkiOAAAIIIIAAAghMgsDIJByDQyCAAAIIIIAAAggggAACCEwDAbv/Br7dXWe7PADIy7Wr2HZ5kGB35/lgoTfl4Kbeunyz08nzrYc9KL+vXX1vW42II8xvdWesZhzVevkpOdiJn7FTz0QRAQQQQAABBBBAAIGpIHDzl36uvxz6gaqZnw38Zsq2fzT78wVOcRnRH4hOgLd+hOaMY5BT3c+wXfom2eewq9hu91vsKlZMdjuO4sDZ9sB6KhFAAIE1KcCxEUAAgekuwBudpvtfmOtDAAEEEEAAAQQQGI8A2yCAwDgF7P4b+XZVZ7sMcrKrPHdpV7Ht8kDB7s7zAcNYqX4g8fCHjKga7KRqiv3EXI4XC8kxZ1JMkb/8lH/oG9/nzU6hwYwAAggggAACCCCAwJQRuOUrvyiDnFrt+6rRX87fdlarXoxs/Uit/ZHDSj+j7lPU/Ye6nHldZzu3LcmuYjv22ZMUk13VRyi7HWe5TrbrkBwBBBBAAAEEEEBgEgUY6DSJ2BwKAQQQmLoCnDkCCCCAAAIIINAWsPtv6NvddbbLA4H8lF3FtvseKuSDh95UP4io67OcafOHjujkY6WHPLBRvsUdS+W3uutC+aK3YsoVaui4f7la//sDBjuFCDMCCCCAAALjFGAzBBBAYM0J3PzVX+pPB70vTiAa9Dk3UzTtoy5a/dHgj6oIpJGtHzEpg5zKgQcsbA+opQoBBBBAAAEEEEBgMgQY6DQRyuwDAQQQQAABBBBAAAEEEJhhAnb/jX27qrNdBjnZVZ40dhXbXqnBTjnoKQc7PeJhs3TysdZDHyRZkl2WEcQcccwRKCaXdce96e/6JoOdwoN5QgTYCQIIIIAAAggggMBqEbj5vF/pLwe9r7ThJVdzZpGyqGjo25YljTxrcgY52ZbtOGL3bPfXdW9BCQEEEEBgygtwAQggMNQCDHQa6j8PJ4cAAggggAACCCCAwNQR4ExnnoDdf4Pf7q6z3Xo4YFex7VUa7PTIf5qlNx0jbfqARvVGp0ajfKs73+6UYfWN72pdLDX/TVfrWz/kzU5iQgABBBBAAAEEEEBgCAVu/u9f6c8Hviea8dF6rxv02cQvKRdx0lGf7f2RZ26utT+6/J+ryy9KZLJd+h51bLf7JHY7Vkx2VY5w1Nn2qOtm0gquFQEEEEAAAQQQWJMCDHRak/ocGwEEEEBgJglwrQgggAACCExLAbv/Rr9d1dkug5zsKk8Au4ptlwcOdneeDyA6U77FKVNv3aM2m6WT549o0wdIcZBIMbtKijyiyBxJMVnHvvFqfefHt0fMjAACCCCAAAIIrFYBdo4AAisgcMvXfqM/H/heKfoF2Xq3LSlSziXlQjFZs56xudb+2OGlH1H3D3r7ClmfdZlst7a1u2PbsqukmOzBcaxqzbZbMQECCCCAAAIIIIDAmhNgoNOas+fIXQIUEEAAAQQQQAABBBBAYKoK2P03/O3uOtvlQUJeo13FdjvPBxK2Ww8istyZ8kFFb/mR/zRSBjs9+P7Vt7wbmUVSplg0SlJMpUJHv+EqfZfBTuHBjMCaFODYCCCAAAIIIIBAJXDL13+jP+1/dlVott2zDV+9rrUslW38WKWRrTbT2h9f/iCn7DPYVT8j40x2Vbb78zy4XdVnPFqyPdoq6hFAAAEEEEBgoACVCKw+AQY6rT5b9owAAggggAACCCCAAAIIrJjAFN7a7r/xb1d1dju3u+N88JDJdhnkZFd51vWmQYOdHrXZiE4+bpYetInKQKr4eASKyVVZlkplZFIZ7PS9n/Bmp6BgRgABBBBAAAEEEEBgjQnc8o3f6k/7v6ccP1rskVvuWGahlGORg5zW+cRLSn+h7iP09g2yPusyZVwn263P2ZbdTorJdiyr2XZZX5XaS9vtAhECEyXAfhBAAAEEEEBgpQUY6LTSdHwQAQQQQAABBCZbgOMhgAACCAy3gN3/AMCu6ux2bnfHtssDBdvlIYRd5fXDic6898FFlh+1mcubnR5wv2Wtb3zn978bjfw+eCPCzCNTpKh72ev/pu//jMFOwcGMAAIIIIAAAggMpQAnNb0Fbv3mBbpi33dH273dTo+CspRt+Gi1V3M05Ue23EzjGeSUfQa76ldknMmuynZ/nsK2Myt9kRIMWNjVNgNWUYUAAggggAACCCCwhgQY6LSG4DksAqtBgF0igAACCCCAAAIIILDGBez+BwF2VWe3c7s77nwQUceZD0o5uKm3/tEPb77Z6f5BUHZtVf9FOWZHytl2qX/pa/+mH5x/e1aREEAAgakmwPkigAACCCAwZQVu/daFunyfd5fzr1rmJZSa7XTbkiLFPLLlP2mdc8b3Jqfe/oHt8iWKrLctu50Uk+1Yqq9eHZNdbdNRRYgAAggggAACCEymAMcaRYCBTqPAUI0AAggggAACCCCAAAIIILByAnb/AwG7qrPbud0ddz6EqOPMB6XOwU51vMXDR/Sm+SN6wH3zvMv3wdXIsCNlbfX1cOnI1zDYqYOGEAEEEEAAAQQQQACB1Spw67cv0uUvOqs0x/NAVds8o0xVqX6j06yn/ZPW/eQRrcFK2Seo2/0ZdybbXdvZ7hrAZLfLisl2LFW20SiTXW0zymqqEUBgKAQ4CQQQQACBmSrAQKeZ+pfnuhFAAAEEEEBgZgpw1QgggMAkCdj9Dwbsqs5u53Z3nA8sbJeHDnWc+aDU+aCjjh+z+Yj+Zf6INrlvtY9YKnamnBwLy2WZmWPx0tf8TT/+xR1Rx4wAAggggAACCCCAwDQSGLJLue27F1eDnKINHs39XJaUp+lcNEu2lYOc1vnU+AY59fYTbLcGPdmW3U6KyXYsVeoVk12VI2zNdn9dayUBAggggAACCCCAwBoXYKDTGv8TcAIIIDBMApwLAggggAACCCCAwMQJ2P0PCOyqzm7ndnecDytsl4cPdZz58lJrsNMjcrCTdf+N88vijVhEisvKZaO84ymWUchvizciP/yVVzLYKXyYEUAAgZkkwLUigAACCEyewK3fu0SX7vFOZds7GueRR3s82uXVMmviXGJllkee8lCt88nl/1zdoL6BXfUh7P48jlD6F4PyrKuT7TokRwABBBBAAAEEEBhSgRUZ6DSkl8BpIYAAAggggAACCCCAAAIIDKuA3f+gwK7q7HZud8f54MJ2eRhRx5n3pnpwU11flx/7yFmtNztJVk65dIlj6ahppjiMXvKqK/WTX/Jmp1DJmYQAAggggAACCCCAwIQI3PZ/v9Ple7yz7Cvb3cr2eAkcUSZVU9TNesrDVAY5zZrVeitT3b6v2/uj5bZbn7Fjvx1JMdmOpWR35+qY7GpdRxUhAgggMN0FuD4EEEBgSgqMTMmz5qQRQAABBBBAAAEEEFhjAhwYAQRWVMDuINPFpAAAEABJREFUf2BgV3V2O7e743yIYbs8jKjjzHtT78OPuvzYR47oTfNHdL+NG+WUc5nfEi/fGc9C1jbzfLvT4a/4q376KwY7JQsJAQQQQAABBBBAAIFVFbjt+7/Tpbu9vbzBqeyr2fZWyXORqazRyJMfonU/+RLNmr1Wa8DSrI4BT719gM6yXfUZ7P489247s9KvyMCuyhnXye6vk+q15AgggAACCCCAAALDJMBAp2H6a3AuCCCAwHQQ4BoQQAABBBBAAIEBAnb/gwO7qrPbud0d5wMM2+WhRB1n3pt6H4LU5ceVwU6zdL+NJEuRqqVyn7IiU062lYXDX3GlfvbrO8WEAAIIIIAAAssRYDUCCCAwhsBtP/i9Lt3tHco2tu3MIpbkmDPVgaRZT3qI1vvkERpZyUFOdd/Atux2il2X8qA86+pkuw7JEUAAAQQQQAABBKaAAAOdJvmPxOEQQAABBBBAAAEEEEAAgZkqYPc/QLCrOrud291xPriwXR5S9MZZrlM9uKm3/PhHjeiN80d0341cvk2eb3XKNzhVSVGXqZGLiBs69IS/6Pxf82anmfq/04m6bvaDAAIIIIAAAgjMVIHbfvAH/XGXM0v7OhrYMUcLvGpuN+MoK1KjoZEnbqp1zjlcI3N4k9NM/d8L140AAghMdQHOHwEEJl+AgU6Tb84REUAAAQQQQAABBBCY6QJc/wwWsN139XZVZ7dzuzseGRkpA51st37KIut602iDnZ7w6Fl647Eug52s+M9SZCXFLmVHRSapxIee8Ff9/De82UlMCCCAAAIIIIAAAgisgMBtP/qDLt31zNKmjoUy2dHWljKU4z81y7OesKnWPeclmrX2nFYbv7c939ver8t27ClSlu0qtqtcMdmOpeJQ3bk6Jrta11FFOPEC7BEBBBBAAAEEEJhwgZEJ3yM7RAABBBBAAIFVFODjCCCAAAIITG8Bu/+Bgl3V2e3c7o47H2L0xlmuU+/Dkbr8hC1ysNOINtowfBuRcm7m+XYnNapCxhkd8vK/6Be/ZbBTMpEQQAABBBBAYHUIsE8EppfAbT/6o/6485nKtnS2qcvVRRu7HWdNrI155PEP1rrnHK5Z6zDIKVVICCCAAAIIIIAAAuMXYKDT+K3YclgEOA8EEEAAAQQQQAABBBCY8gJ2NYip80Lsqs5u53Z3nIOZbJdvZmecyXbrG+BZzlQPbso4U11+4mNm6U3HzdJG82IfimSVyY6gmWzHmqi2dPDxf9EvL2CwU2gwIzD5AhwRAQQQQAABBKaMwO0/vrQMcsoTjma07FxGKXLbUc44kqyRxz9I6+ebnNad22rH1+31bLuPlezcV+yj442vdlWnmGzHUrK7c3VMdrWuo4oQAQQQQAABBNakAMdGYAUFGOi0gmBsjgACCCCAAAIIIIAAAggMg8B0OAe7/wGDXdXZ7dzujvPBh+3y8CLjTLZbD0mynKn3YUldfuIWI3rj/BFteJ9GeYlTo6HIyyKDEkcpYsXU0EHH/Vm/upDBToHBjAACCCCAAAIIIIBAn8DtP7lUv9/x9KiPVnQ1lzZ1LKJNnW3uTCWUH/tArf+JwzWyHoOcAowZgXEJsBECCCCAAAIIdAsw0KnbgxICCCCAAAIITA8BrgIBBBBAYIoI2O47U7uqs9u53R3nQCbbKz3Y6UmPmaU3HjdL8zZQ7COTc6GcbMsZlOSIrYPm/1m/vojBToWEBQIIIIAAAgggMDwCnMkaFrj9p5fpDzueoWhCx5lYqmbZGVTJjlzSWo97UDXIaf21W19SqL+MkO37sZLtss/cxq5iu8pj12XdoDzr6mS7DskRQAABBBBAAAEEprDAyBQ+d04dAQRWWoAPIoAAAggggAACCCAwPAJ2/wMHu6qz27ldxXnmtsvDDLvK84FHJtuthyZZztT78KQuP/mxs3TS/Fna8D5Wo3qtk3LKuJFBSQ1lnOnFxzLYqZCwQACBKSTAqSKAAAIIILD6BG7/2eX6/Q6nt9rLKlG1zDZ1OXK0szOe9ZgHat2PH6pZG6zTaq/X7fJss4+V7Hab365iu8rzGLYzK/2DDOyqnHGd7P66eh05AggggAACCCAw9QVm1hUw0Glm/b25WgQQQAABBBBAAAEEEEBgKAXs/gcPdlVnt3Pb5QGG7dYDEruqqx+O2O11dV3vQ5RSHhnRUx6Xg53yZ+yiexyfs6t9WTE1F1Elx3+KlIOdfnvxXWJCAAEEEEAAAQQQQGAmC9x+fg5yOq0QOJaOtrJKqpa2VabIc5DTep84TLM2WLfVhq/b43V7fbTctmyXz9lVbFe5YrIdS5VtFJNdlSNszXZ/XWslAQIIzAwBrhIBBBBAYFoJxJ3caXU9XAwCCCCAAAIIIIDABAmwGwQQQGCyBez+BxB2VWe3c7uK8/xsl4cadpXXD0hsl4chdTnz3ocpdbke7HSf9VTe7JTfOM83OFVfSG9UdaUQtTEfcMyf9NtLGOwkJgQQQAABBBBAAIFpIbCiF3H7z6/Q77Y7LRrP+cloL0dbOdvQpSLayzGXNnQsNPKoTbRevslpw3Vb7fO6HZ5t9NGSXbXvbZfP2e2ybeVkD85zXZ3sapu6TI4AAggggAACCCAw9QUY6DT1/4ZcAQIIrBkBjooAAggggAACCCCwGgTs/gcRdlVnt3PbrQFO9cMRu6rrLNfxaHn9kOWpj5+lNx63lu6zfrUPt67Nqv5rVlhRlg48+k+64HcMdhITAgggMP0FuEIEEEAAgQ6BO37xJ/1+u9NKm7iqdsSRnKVYVLNsa+TRD6gGOc1brwxWyjZ53f7OeHnJjn2MjJR92W7lisl2LFXqFJNdlSNszXZ/XWslAQIIIIAAAggggMCUFRhZPWfOXhFAAAEEEEAAAQQQQAABBBCYOAG7ekhht3O7ivMotstDDrvK64cmtlsPVbJu0IOVuu6pjx/RSfNnab1181vpak4ZZ2oWI6u/oX7AUVfowhk/2ClAmBFAAAEEEEAAAQRmhMAdv/yTLnnBW5Vvb8o2cXXRVVu5KreXfuT9td7HDtFaG6/fao/X7e5sl4+W7Ko9b7t8zm6XbSsne3Ce60gIIIAAAqtLgP0igAACwyPAQKfh+VtwJggggAACCCCAAALTTYDrQQCBlRKwqwcXvR+2q3q7ndtuDXDKhyV2d7muy7xOgx6w1HVPe8IsnTR/La2/bhzdkeTWf4pIMTlTHEdR3v+oK3TR73mzk5gQQAABBBBAAAEEprXAHb/6sy55wdukaAfblhVTc5GZS42jUlrrkZtovY8eorXue58yWCnb4bNmzWrFWR4r2S7b2pbdTorJdixV6hWTXZUj7JrtwfVdG01kgX0hgAACCCCAAAIITJrAyKQdiQMhgAACCCDQI0ARAQQQQAABBBAYTcAe/GDCrurtdm5Xce4rH5jYLg8+bJcHJHVd5nUa9KClrnv6E2fpDfPX0nrrKKb8hnqVpEY9l2+xx6KUDzjqT7r4Dwx2CixmBBBAAAEEBgpQiQACU1vgjl//pRrk1Mj2cLSNI4+otIVzETXRNM6ahmY94v5a96MHa/b9N2i1xet2dt0WH5Tb7mrD2+2y7QJoD87Lyo6FXW3XUUWIAAIIIIAAAgggMI0EGOg0vH9MzgwBBBBAAAEEEEAAAQQQmNEC9uAHFHZVb7dz26M+GKkfpNhuPWzJurEeuGz5pGqw07rrxH6VSTFZEeYsO+NM8WgnnunkYKdL/shgJzGtjACfQQABBBBAAAEEhlbgjt/8Rb974dukZdHozTawLDtS64wzjmRp1ub3r97ktIKDnLJtnsl2aa/bro7RzBWT7Viq1CsmuypH2DXbg+u7NqKAAAIIIIDAmhHgqAggMEECDHSaIEh2gwACCCCAAAIIIIAAAqtDgH3OdAF78IMKu6q327ldxWlWPyixXR6GZDmT7fLwJONMvYOdOsvVYKdZWmdt5buc1LlsNOJBT9ZGlt9gX7q0oQNedoV+x2CncGJGAAEEEEAAAQQQmA4Cd/z2r+VNTo2ly6LlWxq+cVnR+o22cJQiruaMvdl9te5HDtJam/Amp0qF5YoL8AkEEEAAAQQQQGB8Agx0Gp8TWyGAAAIIIDCcApwVAggggAACM0DA9sCrtKt6u53bLgObbJcBTXZ3OQc32dW6jDN1Dm7qLf/zk9fS6+fnYCdLylQt7YwjRe6oj0zx/Ef5ZqffX3q3mBBAAAEEEEAAgQkVYGcITLLAnRdcqUteeJpKIzeObVvR7I1k2ZEUkyPFPLLZfbX+Rw/R7AfOK23w3jZ1lgcl22V7u53brvYfuWKyHUuVOsVkV+UIu2Z7cH3XRhQQQAABBBBAAAEEpoUAA52mxZ+RixhNgHoEEEAAAQQQQAABBBCYHgL24AcXdlVvt3O7ivPK84GK7fJgxHZ5kFLXZV6nsQY7bfWUtfSG+Wtp7pxGealTLFXe6NSIKFLGkUWdtGTJMh149BX6/WUMdhITApMowKEQQAABBBBAYOIE7rzwSl38wrepsWhJaeNWbd2q7ZsVpf2bh4uqkX/aWOt/5CDNfhCDnJKEhAACCCCAAAKrV4C9I5ACDHRKBRICCCCAAAIIIIAAAgggMH0Fps2V2R54LXZVb7dz22VwU37ArmK7yuvBTbZbA5+ybuzBTrN00vGzNXeuZEl2LEtqxlLUKSZr0eKGXnzUFfrj5Qx2ChBmBBBAAAEEEEAAgSkkcOdFf9Ml251eBjmVBm6r2dsM4lpsy5FXg5wO1uwHb9TVrs629VjJdtnebue2ZVdJMdmOpUqdYrKrcoRdsz24vmsjCgjMHAGuFAEEEEAAgRkhwECnGfFn5iIRQAABBBBAYHQB1iCAAAIITCUBe/CDDLuqt9u57fJgxO7P6wcvtstDlrq8vMFObzhuLc2ZI+W32GNZzfkVd8XUiKRYxHzvomU6kMFOCUJCAAEEEEAAAQSGRIDTWJ7AnRdfpYtfeJqW3bO4tHPLItq2VRM3gma7N9vCfuhGWv/DB2n2pt2DnHrb03U7u85tl/a33c7tdntdMdmOpUpbXjHZVTnCrtkeXN+1EQUEEEAAAQQQQACBaSfAQKdp9yflghCYYAF2hwACCCCAAAIIIIDAkAnYgx9o2FW93c5tlwckdn/e+7ClLvc+nOksP+Opa+n15WfsHCqRWvutinGwnOX4795FDR10zJ906RW82Sl0mBFAYNgFOD8EEEAAgRktcOclV+mS7U9XIwc5pUS0cxVt2mYm21Gs0qyHbqz7fORgzX7IxmXQ0mjt6Lq+zm2X7e12brvs27Zysgfnua4z2dV2nXXECCCAAAIIIIAAAuMQmAabMNBpGvwRuQQEEEAAAQQQQAABBBBAYKYJ2IMfbNhVvd3Obbcentjdce9Dl7rcObgp6zrLz3zaWnrd/LU0e61QbzTK250iK194j0LMUadIUXnX3Ut10NFX6LI/MdgptJgRQAABBBBAAAEEhlDgzt9drYu3O11L77y3qy0bhQiNw1MAABAASURBVJybqXqj08imG2q9Dx2o2Q9lkNMQ/ik5JQQQmAABdoEAAgggMPwCDHQa/r8RZ4gAAggggAACCAy7AOeHAAIIrBEB2wOPa1f1dju3vcKDnXKAU2fqHOz0rKdXg53WWqveb5yKI8mynYFc/pPuuntZGex0+Z/vKfUsEEAAAQQQQAABBBAYFoG7fv93XbL9GVp2573llOyqFRuZlAvXmTWy6Tyt/6GDNOef7lfezFS3lTvbyXVdZ27HZ0dGYnft3HYp21ZO9uA813Umu9qus44YAQQQQAABBBBAYGYJjMysy+VqEUAAgTUhwDERQAABBBBAAAEEVpeAPfhBh13V2+3cduthit0f58MYu6rPeNADm866rbdcS284bq14yJNvb4orbEQqb3LKPFOpyEB33rVUBx9zha5gsFPxYIEAAghMTwGuCgEEEJhaAnf94e+6ePsztPT29ttHo2VbXURpysYi5qzINzmt/6EXa85mDHJKDxICCCCAAAIIIIDAmhNY8wOd1ty1c2QEEEAAAQQQQAABBBBAAIFpIGB74FXYVb3dzm0PHOyUA5tsK/NMdhV3DmzK+kyddc/KwU7Hz9asWZIsKT4Xsxz/KQOpmVl33LFUhxx7hf70lxn6ZicxIYAAAggggAACCAyLwF1//Icu2eFMLb3tbjUbrLIUKZeSoi1rxX+WRh48T+vnIKeH37/VXu5tF2e5N9ku29vt3LbsKikm27FUqVNMdlWOsGu2B9d3bUQBAQQQQGA4BDgLBBBAYDULMNBpNQOzewQQQAABBBBAAAEExiPANgggsGoC9uAHH3ZVb7dz2+VBit2d54MZ2+VhTGfcObAp6zN11uWbnV5/3Oz4nKRGI+ZI5c1OmZeqssjSrbct0cHHXK4///We2JgZAQQQQAABBBBAAIHJF7jr0mvKm5wW33JntlqrtmojsjiVRrZnszbzSH7gBlr/gwdoDoOcQmdiZvaCAAIIIIAAAgggsGoCDHRaNT8+jQACCCAwOQIcBQEEEEAAAQQQWK6A7YHb2FW93c5tT+hgp23+eS29bn4OdrJix8opImXKWHk8WZHpttuXlcFOf7mSwU7FhgUCCCCAAAJtASIEEFjNAndddo0u3uEMLbnlLkXrNFIeMCJnHikarI7ayDTyoA21/gcP1GwGOQUMMwIIIIAAAggggMCwCDDQaVj+Eqt0HnwYAQQQQAABBBBAAAEEEEAgBWxn1pfsqt5u57Zl96d8Y5NtZZ7JruLOtzhlfabOumdvtZZeO38tWYOmfJ9TplzX0K23LtUhx1yhv/yNwU4pQhqvANshgAACCCCAAAIrL3D35dfq4h3O1JKb7oydZNs0U4Rq5KKZqtibbKD75JucHrGJOtu8nXG2h3uT7dKOttu5bdlVUky2Y6lSp5jsqhxh12wPru/aiAICCCCAAALTUoCLQgCBsQQY6DSWDusQQAABBBBAAAEEEEBg6ghwpgg0BezBD0Tsqt5u57bLAxa7O88HNrbLQ5rOeNCDnc66bZ8xW687bi2VKT6fuXMht/5TRDnfcusSHXbMFfrr3+4VEwIIIIAAAggggAACq1Pg7isW6OId364lN92hbIvmwq7aqBkrJpdkjWxyH23woQM1m0FOYhpSAU4LAQQQQAABBGa0AAOdZvSfn4tHAAEEEJhJAlwrAggggAACM0nAzsc0/VdsV/V2O7ctuz91DnDqjDsHNmV9ps66Mthp/mw1GtU35KvvxGccKeqU35iPygxvvHmxDj32Ml151b39J0sNAggggAACCCCwEgJ8BIFegbv/tEAX7XCmFl1/W7RRY220RbNNWrVXs9DIFmpJI/e/j9b/wP6a/Uje5BRSzAgggAACCCCAAAJDKMBApyH8o3BKa0SAgyKAAAIIIIAAAggggMA0E7A98Irsqt5u57YndLDTc56Vb3aaI7fOwBFHiuMoojI7oijfdPNSHXbs5frb1Qx2EhMCq1+AIyCAAAIIIDCjBO7+80JdvNM7tPiG22RbzqtvLhylTCq5NHK/9csgpzmPfiA/VycmBBBAAAEEEJjiApz+NBZgoNM0/uNyaQgggAACCCCAAAIIIIDAiglMv61tD7wou6q327lt2f0p39hku+tn7Ox2OdfXqfPNTs955lp6zfzZqqaG8r/85nxJjbJUfos+VuiGGxeXwU5X/Z3BTpUXSwQQQAABBBBAAIFVFbj7L9eVn6tbtPDW0vjMtmc0Q0uci4zrNqrvu57u84H9NWcLBjmtqjufR2BqCHCWCCCAAAIITF0BBjpN3b8dZ44AAggggAACky3A8RBAAAEEpqSA7YHnbVf1dju3Pa7BTjmwqXNQU5br1Fn/3GfN1muOzcFOsV85zqOZIotZdixjjkA33LhEhx97ua7+B4OdAooZAQQQQAABBBBYcwLT4Mj3/PU6XbzT21UGOeX1RLvTdjY7JSsmK4qKpbzxetrgAwdozmMexJucQoYZAQQQQAABBBBAYLgFGOg03H8fzg6BKSXAySKAAAIIIIAAAgggMKwCtgeeml3V2+3ctuz+lAOZbHe92SnrBqWuwU5bz9arj5mt/LZ8fos+vz0fBTUaEVWLDKLc0MLrF+uwYy7X3xnsJCYEEBheAc4MAQQQQGC4Be658npduOPbde81t5Q2Zixa7c1sfmZbNCqiOhqkG62jDfJNTo9lkNNw/1U5OwQQQAABBBBAYPIFhvWIDHQa1r8M54UAAggggAACCCCAAAIIIDChArYH7s+u6u12bntcg51ykFPnoKaRkZHWQKhcV6fnbTNbrzpmTuwzT8FSziWVhXKyndW67obFOnz+FfrHNYuymoQAAggggAACCCCAwLgF7vnbDbpo53dq0bW3KJqXkaxYKKdSLkG1GNloPW2Yb3J63IN5k1OSkBBAAIEVE2BrBBBAAIE1JMBApzUEz2ERQAABBBBAAIGZKcBVI4AAAmtWwI4HPQNOwa7q7XZuO54J9accvGS7NaDJbse5rk45ACpTXX7+NrP1iqPzZ+wa+QX68kX68oanKCqmjEsYiwUL79Xh8y/TP65lsFPQMCOAAAIIIIAAAgiMQ6AMctrpHbr37zd2tzebn823OUVTs6zzvHV0n/ftpzmPn7hBTs3DlDa0pL5cPZPtnhqKCCCAAAIIIIAAAggsX4CBTss3YgsEEEBg8gQ4EgIIIIAAAggggMBqF7AHP1Cxq3q7ndsuD2js7jwHL9luDXbK8njSC549R688eo7kMstuBSXOoqIq1y5YuFgvmX+ZrlnAYCcxIYAAAtNNgOtBAAEEJljgnqtu1EW7vFP3/v2m2HM0KKtZdgRRE0HMjiSNzFtHG7xvP8194qYr1J61Xba327nt2Gd3Uky2Y6myTgMmu1o/YBVVCCCAAAIIIIAAAgiMKTClBjqNeSWsRAABBBBAAAEEEEAAAQQQQGCcAvbgByt2VW+3c9vlAY3dnefAJtvlYU/Go6XOtzrlNs9/9my94qg5Kt+orxbKQnmjU37FPpMaUdXQNdcu0hHzL9e1M2ywk5gQQAABBBBAAAEExi1w79XVIKd7rrqhtCGjcVnN0a7MNmZURrlqX+o+a2uD9+2vuU96SGnHdrZVO+Nst3Ym22V7u7tNbFv1ZFex3Z3X6+vcrtbXZXIEEEAAgZkrwJUjgAACKyPAQKeVUeMzCCCAAAIIIIAAAgisOQGOjAACEyRgD37AYlf1dju3PaGDnV6w7Wyd8LLZZZ+xKFdkxzEycrWwqv/+cc0iHXHc5VqwkDc7pQwJAQQQQAABBBBAoC2Qb3C6aNezlD9bV1qPznWxyLmkslA0LTWywdra8P37ac6Tqjc5dQ5s6ow7BzhlbLtrkFNdZ8e+JdkuSTHZjqVaZfVMdrW+p5riYAFqEUAAAQQQQAABBAYIMNBpAApVCCCAAAJTWYBzRwABBBBAAAEExi9gD37QYlf1dju3XR7Y2N15/aAn87FS78Oj7Z47Ry9/6WypUZ1vftu+hM1FZo2ysqG//+Pe8manhdcx2KnSYokAAggggAACCCBw7z9u1oW7vFN3//X6wMiWY6YIsw0ZjcmYlW3MrPF6c1V+ru7JDy2Dljrbpp1xb3vWdtnertrAud6uYsVkd8dRVdrMmfcm271VlBFAAAEEEEAAAQQQWGEBBjqtMNkU/wCnjwACCCCAAAIIIIAAAggg0CVgD37gYlf1dju3XR7c2N15/cAn87FS70OkMtjpZbMVO4059ynJismKQyiWJY5FGex05HFX6LrrF2eRhMDYAqxFAAEEEEAAgWktcO81N+ui3d6le/56vbLdKGXLsUoZRzFn2dbI+nO1wfv21dyn9A9yGqvtaptBTmJCAAEEEEBgyAU4PQRmoAADnWbgH51LRgABBBBAAAEEEEBgpgtw/Qj0CtjurSplu6q327nt8sDI7s7zIZHt8jAo49HSoMFOxx+5Vvm2faN87V4xNapyfhs/Utbnqr9ddbeOPO4yBjuFEDMCCCCAAAIIIDBTBRZde4su2vVduutPC6KlqGg3pkS0H6NUvcEpWo45R/J6c7TBe/fV2k/7p9JO7WyLZpxpULvVdtnedmn75jZ2FSsmuzuOqrJd5r3Jdm8VZQQmTYADIYAAAggggMD0E2Cg0/T7m3JFCCCAAAIIrKoAn0cAAQQQQGBGCtiDH8DYVb3dzm2XBzl2d14/AMp8rNT7QGn7583VcUfOllO+uXCUnOXMq0C29ber7tVLj7tM19/Am50KDwsEEEAAAQQQWFkBPjcFBRYtuFUX7lYNcsomYqbqMqzyn7MUi5hH1pujDd+7r+Y+7WFl0FJvG3S09qrtsr1t2d2xYrKr+gjL+s48485ku7NIjAACCCCAAAIIIIDAKgsw0GmVCdnBzBPgihFAAAEEEEAAAQQQQGC6CtiDH8TYVb3dzm2XBzt2d54PjGyXh0MZj5Z6HzTt8Py5OvaI2VJDMTW/kR9Rs6IZlZW68m/3lMFON9zIYKcCwwKB1SLAThFAAAEEEBgugUULb9UFu56luy6/tpxY1TIsYSy6249eZ7Y2eM8+mvv0/jc5Zfu0ty2adZlsl3asXbVx6zrbysl2aQPXcWeecWey3VkkRgABBBBAAAEEhlSA05pqAiNT7YQ5XwQQQAABBBBAAAEEEEAAgSEQmManYA9+IGNX9XY7t10e9Njdef1AKPOxUu8Dph1fMFfzj5wTus39ySWORTPKcpTieH/927162fGX68abGOwUIswIIIAAAggggMC0Flh03W26aPd36+4rFsi2yn+R50VXWamp6teZow3fs6/W/ufNyqCl3jZnb7lur9ou29uW3R0rJruqj7Cs78wz7ky2O4vECCAwlQU4dwQQQAABBIZMgIFOQ/YH4XQQQAABBBBAYHoIcBUIIIAAAlNbwB78YMau6u12brs86LG783xgZLs8LMp4tNT7oGmH58/RsS+ZrUaj+lZ+eaNToyxLXUa5Lgr681/u1suOu1xw+wc5AAAQAElEQVQ33cxgJzEhgAACCCCAAAJrQGAyDrno+tvKz9Xd8cdroikYbcRmOzHbhNFMzGZhnEbU56tB587ShmfvrbW3YpBToDAjgAACCCCAAAIITEMBBjpNwz8ql4TAFBDgFBFAAAEEEEAAAQQQGHoB2wPP0a7q7XZue0IHO+34wrk65iVzFHuNc7AiyFl2xLKqzKX+z3+tBjvdfPMSMSGAAAJDJsDpIIAAAgisosDiG27Xhbu/W3deek3VBlS2ASPFfh2xI69my3Nna16+yekZDy+D7XsH1PeW64H4tsv2duwjUtbbVayY7O44qmQ7s75kD67v25AKBBBAAAEEEEAAgekkMKnXwkCnSeXmYAgggAACCCCAAAIIIIAAAlNJwB78oMau6u12brs88LG78/pBUebdaaQ8UKrreh887fTCuTr6JXOCK7+nr/x+fklRURWylKsiXfHnu3TUyy/TLbcw2Kn4sEAAAQQQQAABBKaBwOIb79CFu5+tO//wj6r9F+2+EpQ8L7AVSLNnaV6+yemZ4x/kZFft1myP2v1xHsGu6uu4M8+4M9nuLBIjgAACCLQECBBAAAEEJlJgZCJ3xr4QQAABBBBAAAEEEJgwAXaEAAIIDImAPfYDG7tab3vgQCfbZUCTXeX5IGm01D/YaY6OPnyucnIsMkWmOJCc/1mKTLZ1+Z/urgY73cpgJzEhgAACCCCAAAJTXGDxTXfowj3O1h2//7uc/zkuqCQrmn6KpZSBJM+epY3es4/Wftbmpd3Z26Ycre1Z19uxt0hZtqtYMdndcVTFIZ1ZX7IH1/dtOKiCOgQQQAABBBBAAAEEVkCAgU4rgMWmCCCAwDAJcC4IIIAAAggggAACkydg9z+4sd160GO7nIztUmf35/WDo8zHSr0Ppnbabo6OOmxOvr9JjUYj8kiZl6Soy9TIhS67/C4dffxluvU2BjuVPwgLBBBAYBoIcAkIIDDzBBbffKcu2P1s3XHxVaWNV9qAVXMv2n7NtmC2CrM9OGtEG777RVp769EHOfW2L+2qrToyMtJqu3bGKW5X29RxZ55xZ7LdWSRGAAEEEEAAAQQQQGC1Coys1r2vuZ1zZAQQQAABBBBAAAEEEEAAAQQmVMAe+wGOXa233XpgZHfH9QOkzMdKvQ+jdt5+rl522Jxqv8p9xqXFviNUlVklkHXZFXfrmJdfrttunxGDncSEAAIIIIAAAghMJ4Elt9yli/Z8j+685GqpauhFlm29uphxJEmeNaKNzt5b6zz7keVNTiMj3T+NnOXedmXW1cl22XeW7SpWTHZ3HFVlu8x7k+3eKsoIIIAAAgisDgH2iQACCLQEGOjUoiBAAAEEEEAAAQQQQGC6CXA9CCAw0QJ2/4Mc260HP7bLIW2XOrs/rx8kZT5W6n0otfN2c3TkoXPK/tWIrBGLmDNuVIusLN/y/8Old+qY4y/X7bcvjTpmBBBAAAEEEEAAgakgsOTWu3TBHmfrtgv/Vtp0arbxWm29bPuVughGrI3es7fW2bY9yKm3/dhbtqu2abZB7f44jeyqvo4784w7k+3OIvEaFeDgCCCAAAIIIIDAzBFgoNPM+VtzpQgggAACvQKUEUAAAQQQQACBlRCwx36gY1frbU/oYKd8ULXL9nN05CFzFDsuKQ4RecwZWDE5VkWKqAx2evlluuMOBjsFBzMCCCCAwEwW4NoRmAICS267Wxfu+R7dfuHf5DhfuyylyK34z1Jkkaz6TU5rd7zJKduKOYCpTp1lOz4TqV5nt8t2FSsmuzuOKtnOrC/Zg+v7NqQCAQQQQAABBBBAAIEJFmCg0wSDTqfdcS0IIIAAAggggAACCCCAAAKDBez+Bzu2Ww+CbJcP2i51dn+eD5psj/ozI7k+U+dDqox32aE52KnRUMzN1FAJlHWRVE2//+MdOubll+rOOxnsVImwHCRAHQIIIIAAAgisWYElt99dvcnpt1dGm67M0bSL9l207SKIOdp3Ucy2X57pvHftpXWe86hWOzLbiNlurFNn2XZru1xvV+3Szlgx2VV9hKX92pln3JlsdxaJEUAAAQQQQGCKCHCaCEwXAQY6TZe/JNeBAAIIIIAAAggggAACq0OAfSIwqoA99gMeu1pvuzwssvvz+gFT5uNN+eAqBzsdcchcyTFnqoPIbcdSzcn6/R/u0rEnXKY772KwUxOFDAEEEEAAAQQQGBqBpXfcowv3eq9uz0FOeVZWacvZEWQUmZ2LqI+sDHJ67qNbg5eybdjZjuws225tl9vYll3V2VWsmOzuOKrKdpn3Jtu9VZQRmC4CXAcCCCCAAAIITBEBBjpNkT8Up4kAAggggMBwCnBWCCCAAAIIzGwBu/9Bj92us6vYdnlYZPfn9UOnzEdL+cAqU70+4113nKOXHDS3fOW/Ub7tn3+LiBqRMmymRuQX/+4OzX/5ZbqLwU6hwYwAAggggAACKy7AJ1aHwNI779UFe75Xt/7qr9maax0i22+NaNM1G3qxLmpi3uhdL9K6z9+iNXgp24R1+7Azt6s256A6u1pnuxzPdmmnZsF2Zq1yKXQs7Gp9RxUhAggggAACCCCAAAKTLsBAp0kn54AzSoCLRQABBBBAAAEEEEAAgWkvYPc/8LHbdXYV2y4Pjez+PB9C2W49tMry8lI+2Nptpzk6/OC5Zb+ypNiHbVkxlYVK7Fhe/Ls7Nf+Ey3T33cvEhAACEyzA7hBAAAEEEFhBgaV33asL9spBTn9RNN+U7TXFUjE5U1ZmOXJHvnH+XN3zR3+TU7Yds32YeW+yYw/NlOti92W2q/os2M5MdpWXQsfCHlzfsQkhAggggAACCCAw/QW4wqEQYKDTUPwZOAkEEEAAAQQQQAABBBBAYPoKzIQrs/sf/NjtOruKbZeHR3Z/ng+dbI852Kn34VWWc7DTYS+eI+W3/iPlt/8biqm5yPc7ZV1soIsuvqMMdrrnHgY7hRAzAggggAACCCCwRgSW3r1IF+z1Pt36iz/H8aO1lm04ZeMtUjVH0y6DKs17xx5a5wVjv8kp24V21cbMdmUmuyrbVT6oLk6gtE8784w7k+3OIjECCCAwqgArEEAAAQQQmAwBBjpNhjLHQAABBBBAAAEERhdgDQIIIIDANBGw+x8A2e06u4ptl4dJdn9eP3zKfLSUD7E612V5953n6tAXzw3J5j4jquYoK5KzFIuYL7r49jLY6d57GeyUKiQEEEAAAQQQQGCSBMphlt29WBfmIKef/6mUlW21klRN0V6LWXYsI230jj207naPaQ2Gz7ZfZ1uwjm23tsk6uyrbLvvKOjUnu6rLou3MyjYl6FnY1fqeaooIIIAAAggggAACCKwxAQY6rTF6DowAAuMTYCsEEEAAAQQQQAABBKaOgN3/IMhu19lVbLs8TLL783wIZbvrQVXWdabeB1xZ3mOXuTrkwNnl2/8N1VOjfjdAVERtNeuCC2/T/BMu1b2LGOwUMMwIIDAUApwEAgggMP0Flt2zWL990Xt18/lXlDZadcXZXstUlXIZTbbSppt35u5ad/vHttqF2ebrbBNmPKjOdvmM3d/WtKs6xWQ7lirtUg2Y7Gr9gFVUIYAAAggggAACCCCwkgKr/jEGOq26IXtAAAEEEEAAAQQQQAABBBBAoCVg9z8Qstt1dhXbLg+V7P48H1rZLg+oMh4ZGemLex9qZXnPXdfWoQfOlVVPLnG9zIJjlW1dcOEdOv7Ey7SIwU4hwowAAggggAACCKxegWX3LtEFe79ft5z/J9mW83DNhe2q3LHc6Mw9tN4OYw9yynai7a52ol2V7dhnpHobxWRXdRHKdmatvBQ6Fna1vqOKEAEEEEBgMgQ4BgIIIIDAcgUY6LRcIjZAAAEEEEAAAQQQGHYBzg8BBBAYNgG7/8GQ3a6zq9h2ebhk9+f1Q6nMR0s5uKlzXZb32HWuDj5gbpMk3w4QqVHeC6B8dUCJshzpN7+5rQx2Wrw4a5sfIUMAAQQQQAABBBCYUIFli3KQ0/t0808ui/ZY1TYrra/mohHtshI2G2vzTt9N6+3YHuTU2d4bK7ZdBj3Z/W1Lu6pTTLZjqdIO1YDJrtYPWLXGqzgBBBBAAAEEEEAAAQQY6MT/BhBAAIHpL8AVIoAAAggggAACCKwBAbv/AZHdrrOr2HZ5yGT35/kgy3Z5YJXxoJSDmzrrs7znbnN1UBnsFPtUpNiHIm/Osh3FKv3mt7fr+BMv1ZIl1eM1MSGAAAIITFUBzhsBBIZQoLF4aXmT080/uVzRCIsUc7TFoiUWgWKyqv8ijHmjM3bTejs9rqv9l+27zvbeoNh2+Ywde+tIismu6iKU7cxaeSl0LOxqfUcVIQIIIIAAAggggAACQyXAQCcN1d+Dk0EAAQQQQAABBBBAAAEEEJhGAnb/gyK7XWdXse3ysMnuz/NBlu3y4CrjQan34VeW99ptrl68/5x8L0CkHMSUSRFHakQcsyLPNwj86tf5ZqdLtXRpVmqaTlwWAggggAACCCAwuQKNJcv0273fr5t/fFk0u6KdFW2vbIxl+ytK0SjL82lkVUnz3rbLhA1yyjaj3W5b5pFsZ1banSXoWdjV+p5qiggggAACCEwxAU4XAQSmuwADnab7X5jrQwABBBBAAAEEEEBgPAJsgwACq03A7n9gZLfr7Cq2XR462f15/aAq89FSDm7qXJflF+2+tl683xzFHuP6HEkRR4pjNAPZjiTlYKeXv+IyLVtWHruJCQEEEEAAAQQQQGDlBRpLl+mCfT6gm390admJbZVGV+S2ZcXUXERRG711F62/yxO6Brdne66zfTcotl0+Y1t2OykmuypHWNZ15hl3JtudReLpLMC1IYAAAggggAACU1yAgU5T/A/I6SOAAAIITI4AR0EAAQQQQAABBFZFwO5/cGS36+wqtl0eQtn9eT7Ysl0eZGU8KPU+DMvyi/ZYWwfsO1vllQGNsux4o0CjxOXlArHuF7+4RS8/kcFOgcWMAAIIIDBDBbhsBCZCoLGsod/u8wHd+IM/RFsr2l/Rzsq3ONWFjKMqVuTRGpr3lp20/q4TN8jJbrcl8wi2MyvtzBL0LOxqfU81RQQQQAABBBBAAAEEhlKAgU5D+WeZcifFCSOAAAIIIIAAAggggAACCCxHwO5/gGS36+wqtl0eQtn9eQ5usr3Cg5323nMdHbjvXMlllp1BlezIpahTTNbPf3mrTnjFZeU5XFQwI9ApQIwAAggggAACyxNoNMqbnG76/h+qLaOplc0tuxlEbQkjz3nem3fS+rs9sat9l4PVs903VrJdPmM72nGDk2KyHcvRZ3vs9aN/kjUIIIAAAgggMI0FuDQEhlqAgU5D/efh5BBAAAEEEEAAAQQQQGDqCHCmCCxfwO5/kGS36+wqtj3qA6t84GW7PNjKeFDqfTiW5RftubYO2Geu8u0B+RaBZqASK6ZcEVnWn//zW3TiK6qfWckqEgIIIIAAAggggMD4BH677wd14//9XEI8ggAAEABJREFUvvm2pvhMs41V2lyNqpBZRvNO2VH32eNJXe26bLcNat911tkun7FHbzMqJtuxrGa7HVc1Ku1NMSGAwEoI8BEEEEAAAQQQWJMCDHRak/ocGwEEEEAAgZkkwLUigAACCCCAQBGwx37IZFfrbZeHT3Z/ng+6bJcHXBkPSr0PybK8915ra/995pb9ypJiH7Yzi1hliqKiRj87/1YGOxURFggggAACCCCwQgIzeOMLcpDTd38fAlY0qGK2sm2lmGyrFCK3rY1zkNOeDHISEwIIIIAAAggggAACKyjAQKcVBGNzBFaXAPtFAAEEEEAAAQQQQACBmSNgx4Ounsu123V2FduO52GDUw5usr3Cg5322Wtt7bv3HKm8SqARWaaqGMsol6WiVj/52S068ZW82UlMCEygALtCAAEEEJieAr/d74O6/ju/K22obEeVplaWGtG2KqksSmHem7bX+gxymp7/Q+CqEEAAAQQQQACBpgDZ6hMYWX27Zs8IIIAAAggggAACCCCAAAIIrJDAjNrYdt/12u06u4ptT/hgp31ftI723XuuYscxx/6lyBVTxI5Mbv4n/fSnt+gVr2KwU6qQEEAAAQQQQACBQQK/3f9DuuHbvyur6lZUNOFKORpVyti2MtjoTdvrPi96ctdg9XzzZg5iHyvZLp+xHbsZnBST7VhWs92OqxqVz4oJAQQQWPMCnAECCCCAAAIrLcBAp5Wm44MIIIAAAggggMBkC3A8BBBAAIHpJmCP/fDJrtbbLg+l7P48H4jZLg++Mh6U8uFZpnpdxvvuvY722WuOGo1854CkRqSYo5jLZoos5p/85Ba96tWXRcSMAAIIIIAAAggg0ClwwYEf1g3fuqRVVbWsomEVc6ls5tnm2vANL9R99n5KV7st22V1G62dj3RtY7uU7f62oF3VKSbbsaxmux1XNSrtSTEhgAACCCCAAAIIIDDFBRjoNMX/gJw+Agh0CBAigAACCCCAAAIIIDAFBeyxH0LZ1Xrb5eGU3Z/nQzHb5QFYxuNJ+VBtv33W0T57rx37lWSVKXYTYRYyKWKV6cc/vlmvfg2DnQoGCwQQWLMCHB0BBBAYEoELXvwRXf+/l0jZgJKUrSc3l4q6jCNTThu9cXttuO9Tu9pr2R5bXrvNdvmMHXsbJSkm27GsZrsdVzWK0+mvExMCCCCAAAIIIIAAAsMsMMq5MdBpFBiqEUAAAQQQQAABBBBAAAEEEJgsAbv/wZPdrrOr2HZ5SGX35/mQzLYyHy3lw7RM9fqM99t7bb1oz7mq3+SUbxvINxFUqfmip1iZ5R/+8Ca95jX8jN1k/e+C4yCAAAIIIIDA8Ar89qCP6LpvXKRsI2VDKvN8eVOrLdVsP0Wmea9/oTbYhzc5De9fkzNDAAEEpqYAZ40AAgjMVAEGOs3UvzzXjQACCCCAAAIIzEwBrhoBBBAYWoEcpNR7cp11dZz5aCkHMOW6zMebcrDT/vuuo733mhuHt+RIklz+UzVFXSlH/sMf3aLXvY43O1UwLBFAAAEEEEBgJgpceMjHdf3XL5adLaRKoBWVuii5qp/3+hdog/14k1OlMalLDoYAAggggAACCCAwTQUY6DRN/7BcFgIIILByAnwKAQQQQAABBBBAYE0K2M0nYh0nYbfr7Cq2XT1YG5DnACfb5SdOMh6UcnBTZ32Wc7DTXnvOab7CKbN8J4GaU76jIOrylQRq6Pvfv0mvfz2DnZo4ZAgggMAUFOCUEUBgZQUuOPTjWvg/F8THo30UbaPOFlNUxpw1kWKe99rna8P9nzZmu6yzTVbHtstn7NHbfIrJdiyr2W7HVY1Ke1FMCCCAAAIIIIAAAghMMwEGOq3IH5RtEUAAAQQQQAABBBBAAAEEEFjNAvbYD6nsar3t8vDK7s/zIZnt8oAs40EpBzd11mf5gP3W1V57zFHssSTF5EhqluwsRYo5Bzu94Q3TdLCTmBBAAAEEEEAAgX6BCw/7hK7LQU7RFlK2j6Jt5MgVuWJySdWyDHI64Ol97bFsc3W2wXpj2+UztmO3g5Nish3LarbbcVWj8lkxIYAAAggggMDYAqxFAIEpKcBApyn5Z+OkEUAAAQQQQAABBBBYcwIcGQEEVr+APfbDKrtab7s8xLL783xoZrs8KMt4UOp90JblA/ZfV7vvPkeN8p9iqVhUpUajkYUoxxzh9753o9540uVRx4wAAggggAACCExvgQsPP0cLzvut6uZQtIYirtpIEZQ2UzSPIm9o3qufpw0PZJDT9P5fxMy4Oq4SAQQQQAABBBAYRgEGOg3jX4VzQgABBBCYygKcOwIIIIAAAgggMCECtvv2Y7fr7Cq2vdzBTrZHHfCUg5s6B0Fl+cUHrKs9d19bVnOKzztKtqMiUs4lWd/93o160xsZ7BQwzAgggAACM0uAq51BAhcd8UktOO83yqZQJkU7SLGwHUvFVOfSRq96njZ8MYOcAoUZAQQQQAABBBBAAIHVIsBAp9XCyk5HF2ANAggggAACCCCAAAIIIIDAeAVs921qt+vsKrYte3DqHMQ0WpyDmzrXZfnAA9bR7rvNbR2/vKGgfoVBFDLMpIi/850b9KY3MdiphUUgCQQEEEAAAQSmh8CFR35S137l1/kCp3xxU0nZ/smKfNtlNIXiQqvlvFc+VxsetGXfAPNsW3W2tXpj2+Uz9uD2nG3lZFd5b5zlTHZ7fZZJCCCAAAIIIIDA6hfgCAhMvgADnSbfnCMigAACCCCAAAIIIIDATBfg+hFYAQG7/4GV3a6zq9j2mIOdbJcHaL0P1upy7wO4LL/4wHVbg50slf3HspqjInZZ4lih737nRp38Lwx2EhMCCCCAAAIITBuBC1/6KS348m/ierLho2jyOJIkKybLjiRLkc97xXO04UG8yUlMCCDQLUAJAQQQQAABBCZcgIFOE07KDhFAAAEEEEBgVQX4PAIIIIAAAgh0C9jxAK27Kp6ntevsKrZd6u3+PAc02V6pwU677TpHjfyvfoVTQ+VtBvkWg2YQWUPf+tYNOuXkK8SEAAIIIIAAAgiMR2CYt7noZZ/WtV/6dWnjxCIaPzFHWyjmCPLMo3UUhVhqwxO21bxD/lk5UDzbXHXqLdf1dW67tM3s/rabXdUpJtuxrGa7HVc1Ku0/MSGAAAIIIIAAAgggMEMEGOg0Q/7QXOa0EuBiEEAAAQQQQAABBBBAYAYK2GM/1LKr9bbLwy67P8+HarbLA7WMB6XeB3JZPujF62nXXeaW/Uqu5sxiX8oky44k6Vvful5vPoXBTkHBjMCqCvB5BBBAAIE1JHDR0f+qa774KzmOb8eyJKlkUVSmWNjWvDLIacu+9lW2oQa1teo62+UztmUPTorJdiyr2W7HVY3KZ8WEAAIIIIAAAgggMJUFOPcVFGCg0wqCsTkCCCCAAAIIIIAAAggggMAwCMzMc7DHfrhlt9fbLg++7O48H67ZLg/WMh6Ueh/MZXnO7G/o5pu/qPIKg9Ybnapi1uXbnaI6Q33zf6/TW07hZ+xChxkBBBBAAAEEpphAGeT0+V+WNk22bbKNUxcaUZFJkWfdvJdvq3mH8ianKfYn5nQRQGDKCXDCCCCAAAIIdAsw0KnbgxICCCCAAAIIIDA9BLgKBBBAAIFpK2C779rsdp3tMsApN7Kr2O7Oc3CT7XEPdnrve9+rU045RX/589lauPBcyTE3U8aKfdmWFVNz8c3/vUFvfQtvdgoRZgQQQAABBBCYIgIXz/9/uiYHOWWrJto0McsuSyky24q5xBudsK02PHTLrp+ry8HhmbKtNVqyXdpgdu5rcFJMtmNZzXY7rmoU59GsExMCCCCAAAIIIIAAAjNLgIFOM+vvzdUigEBTgAwBBBBAAAEEEEAAgaksYPc/2LLbdbZbD7/sKra783z4Zrs8aMt4UFq4cKFe+cpX6iMf+Yjq6e9Xf1ALF5yrfJtBecNBvtEgChlnWL/hoBHB179+nd52KoOdajtyBBCYfAGOiAACCIxXIAc5/f3cn0cLJj8RrZpqjjZPBplU4mj2aN7xz9aGPW9yWt4Ap2xr2S5tL7u7XWa3y4rJdiyr2W7HVY1a7TwxIYAAAggggAACCCAwAwUGDXSagQxcMgIIIIAAAggggAACCCCAAAJTS8Ae+6GX7dZDMLuK7a689aAtH7z1pl/84heaP3++zjvvvD6Yv//9g7ruus9V+3eudoldhbG06v++/rXrddpbGewUKMwIIIAAAgggMKQCFx//Wf393F802y/Nk7SiHCnaTyopY2mj47fRvMO6f66OQU5iQgABBBAYbgHODgEEEJhWAgx0mlZ/Ti4GAQQQQAABBBBAYOIE2BMCCCAw/AJ2PIHrOU27XWc7nsu5bGG7xHZ3ngOcbJdBTxln+q//+i8dddRR+s1vfqPRpquv/oAWLvycqtceNKo3HOTGjVxU1VEbhYa+9j/X6fS3/SliZgQQQAABBBBAYLgELnn5v+vv//HzOKlsuWSKsDlnsybfWllaNlHYcP42mnf4Vn0/V5ftp7GS7dLWsrvbYXa7rJhsx7Ka7XZc1ai05cS0GgTYJQIIIIAAAggggMBUEmCg01T6a3GuCCCAwDAJcC4IIIAAAggggAACQyFgj/0QzHbroZhdxfbo+Tvf+U6dcMIJuuGGG5Z7fWWw03WfVxwg5tinYop9x1KOhZvLCPW1/16oM05jsFNakBBAAIEpJcDJIjCNBS458T909b//TFXzJVsuVZKsnHJpl6Xmzd9aG72EQU7pQkIAAQQQQAABBBBAYE0KMNBpNemzWwQQQAABBBBAAAEEEEAAAQQmS8DOB3DdR7PbdbZlu2xgu8R2O883ECxcuFDHHnuscqBT2XAci80331wf/vALtP32czre6NSIT+bbEKqUb0BoRFXM+u+vLtCZp0+vwU5xscwIIIAAAgggMAUFLj7xP3TVZ39aXk6ZbZXSZolStmAyjsZNlCKKlRsdu7U2OuIZvMlpCv6dOWUEEEAAAQQmSoD9IIDA8Agw0Gl4/hacCQIIIIAAAggggAAC002A60EAgUkUsN13NLtdZ7sMcMqN7Cq2q/znP/+5Dj30UJ177rm5elxpxx131De/+U095jGP0eGHr6/tt58r5yebC0cpkzK3ymRb//3VhXo7g52KBwsEEEAAAQQQWDMCl7ziP3X1Z3+qaJqo2UyJE3HEmSLMOVY68hzkNO8I3uQUFMwIjCXAOgQQQAABBBBAYNIEGOg0adQcCAEEEEAAgV4ByggggAACCCCAwMQK2Pk4rnufdrvOtmyXDWyXOAc3HXzwwTr//PNL/XgWJ554oj7xiU9o9uzZrTcbHP6S9bXd9nNVXn0Qi3yDU/uNCNVeG1kZ4XlfWaB3nvnniJgRQAABBBCYCQJc4zAJXPKqc3XV//tJdUrNtkldyLZLqyqCDY96pjY6kjc5VT4sEUAAAQQQQAABBBAYDgEGOg3H34GzGCRAHQIIIIAAAggggAjKcl4AABAASURBVAACCCCAwAoL2O77jN2us10GOOVGZ555po444ghde+21WRxX+vCHP6yTTjpJ+XN3dZo1a1Yp52Cn7XdYO/YTx+hYyspZcWiVKYKvfHmBzno7g52Kx0xfcP0IIIAAAghMksDvXv05XfWZn0SbxHIeM9ok7cxRl6nUaN5Rz9DGL3tma1B33e5ZXm67tIvs2NcoSTHZjmU12+24qpHs/joxIYAAAggggAACU1mAc0dgggRGJmg/7AYBBBBAAAEEEEAAAQQQQGA1CLBLBFZGwO5/MGa3666//nodddRROvXUU8e9+4c//OH6v//7P+23337l4V09uKl+2FeXDzt8PW233dzyTqdGLMsrnhplqUbzlU4lj/jLX7xW73r7n8Z9DmyIAAIIIIAAAgisrMAlr/mcrvz0j6NREi2UaIdE86S0Tao89xr10XbJ8oYv3UobH/WsvkFOdXunbv/05rZLO8l2Gahk9+eKyXYsq9lux1WNymfFhAACM06AC0YAAQQQQACB8Qkw0Gl8TmyFAAIIIIAAAsMpwFkhgAACCCCAwCgC9uCHZr/4xS904IEH6jOf+cwon+yv3mmnncpP2z3lKU8pD+/qh3q9D/vq8uFHrK8Xbre2HP8pk1UmuwrsyEuSvvylBTr7nbzZqQCxQAABBBBAAIHRBFap/vev+7z+9ukfK5sfubCjLRJ7zKxEzYVlbfSyZ+i+RzPIKXiYEUAAAQQQQAABBBAYSgEGOg3ln4WTQmCiBNgPAggggAACCCCAAAIIzGQB212X/7nPfa4McvrhD3/YVT9W4VWvepW+8IUvaJ111uka5LS8wU4vOWJ9Pf+Fc2PX+V6EyGJu1GEGJWWl9IXPX6uzz2KwU2gwI7CSAnwMAQQQQGA0gd+9/vP66yej7ZPtkJIa5U1OZfssZ1DyhubxJqfUICGAAAIIIIAAAggMrQAnlgIMdEoFEgIIIIAAAggggAACCCCAwPQVmOFXZleDnd7+9rfroIMO0lVXXTVukU984hM644wzZLsMcrKrvB7kVOf1m5x6y0ccmYOd1lZOeRbx8QwVO4zZkaRcZP0XP3+t3vMuBjuJCQEEEEAAAQQmTOB3b/iCrjznR4pWh7K9IceuI7CtmFUtqmzekVtpY97kJCYEEEBgSgtw8ggggAACM0KAgU7/n737gLOjKvs4/vwTSOiEhCQgIEWK9GZ5FURRESslCQGpUqQKSUBERUERBOkgvUkRkKYUQQihEyAJLfTeQVBQqoKC932eM7fMLZtMkt3s3d3fMGdOmTNzZ767d2Y/nOdz0id+zNwkAggggAACCCCAAAIIIIBAXxX4xz/+YTvvvLPtv//+hQmWWGIJu+2222zbbbf18T/VBTlJWb0S1FTJpxXs9KX1B1pMlFAqxQwKlmZRaCx7o13yh1fsmK4KdjIWBBBAAAEEEOhLAg/9+BJ77rSb4w8P/zMj/gaJFNXII5XLjrLg9z5tQ3b5vHX090zl753GXFL17yQpgqeak/kiybeW/q6SsrLlFqm5LbebIgIIIIAAAgjMiAB9EUCg1wsQ6NTrf8TcIAIIIIAAAggggAAC0xegBwII9E6Be+65x0aPHm1nnHFG4RvccMMNberUqfbZz362OhgnqTqIFwN8UlaPcj51NDi4w07z2/pfnqt8Pku5b7zgq4/ryZQVPL/kD3+14456xlgQQAABBBBAAIGZFXj4p5fZc6fe4ofH3xhm/qdL2kQuRZsns9S+0Pc+ZUN2nT1BTtZikbJrabGLJgS6RICTIoAAAggggAACPV2AQKee/hPk+hFAAAEEZocAn4EAAggggAACCPQ4gUsvvTQFOd1www2Fr33s2LF29dVX2/zzz+8Df2pKEdQkqS7oKdryqaNgp+13nM++uP5AS0upFFMoePJaFD1LUz75puTpDxe8bMcfTbBTsJAQQAABBGarAB/WCwQe3v8ye+bkm/wvCv8jw7fltfp3h1X+DvF7XXDbT9mQ3daZLTM5+cc1rZKa2mhAAAEEEEAAAQQQQACBaQsQ6DRtH/YWEqATAggggAACCCCAAAIIIIBAOwkcfvjhttlmm9kzzxQPFjr11FPtqKOOqgY3xf1IqtalrBxBTZJmKtgpZnb64pcGmp80JT+N52mtbiT/HDP7w/kv22+PKX79fghrlwvwAQgggAACCLS3wMM/+6M9c9JNJr9MlbeRRdn/xLAomxck2ULbfcoW3n0dgpyMBQEEEEAAAQQQaBSgjkB7CxDo1N4/H64OAQQQQAABBBBAAAEEeooA14lAGwi8/fbbtttuu9l+++1X+GoWXXRRu/XWW+373/9+9RjJhwM9RYOUlaVaPkvBTt+f377wxYEWsylUJlSIWZxitgVv9OZUi4+2C3//kp1w7LOpzAYBBBBAAAEEEJiWwCMH/MmeOfHG1CXN5RR/aMQfGF6Jvy5KXvfV/9wo2YLbrG1DCHJKVmwQQGAmBDgEAQQQQAABBLpVgECnbuXnwxFAAAEEEOg7AtwpAggggAACCHStwNSpU9M/VXfKKacU/qCvfOUr9uCDD9q6666bjpGU8thIMklRTLmkunxWgp122jmCneYyk6+RUsF8kUmevJStsgvPe8lOPI5gp8yDLQIIIIAAAu0v0B1X+MiBl9vTv72h+tHykpS2Zp756rksmgZts7YtvMc6MzSTkxTHqjqjpZTVpfrcfJHkW/PPynJrWKTW7Q3dqCKAAAIIIIAAAggggEAHAgQ6dQBDMwKzWYCPQwABBBBAAAEEEEAAAQRmWuDyyy9PQU7XXXdd4XP84Ac/sAkTJtjgwYPrjpFqg2+SqoN0UlaWavksBTvtMr+t+4WY2cliroXqJs22kLuikpfPP+dFO+l4gp2cgrXnC3AHCCCAAAKdLPDIL66wp46fkP09UT53/P0QszilPzC84msqDtpqLVv4B+umgKX4O6aS+vfv39RW2ZfPpdrfQVJ9OT5aUmTVv59SJbeRsv25JooIIIAAAggggAACvVOAu+pCgX5deG5OjQACCCCAAAIIIIAAAggggMAMCNB1ZgSOPvpo22yzzeyJJ54ofPiJJ55ov/3tb1N/qXnATaq1SaoO1klZWarlMfgnKQ0OSlkebfnU0eDh93ddwNb94lx+fjOT+SKTPHmpssoLkuz8c16yU054zmusCCCAAAIIIIBAJvDoQVfaU8dNyP39EH85mMVW5a353xFRHrT1WrbwnuummZzyf5vky/m/X6Is+ZGe8mUpa5NqufkiybfmH5fl1rBIrdsbulFFAAEE+ogAt4kAAggggMDMCxDoNPN2HIkAAggggAACCMxeAT4NAQQQQACBnMC//vUv23PPPW2fffaxDz/8MLen4+LCCy9sN954o+2+++51naTmgTep1iapOmgnZWWpllcG//J5lDtK+QHFnXaZ39ZZN2Z2irkWSlY/o5PX/UqjLaZhOO+sF+zUE571FlYEEEAAAQQQ6OsCjx50lT15zPXO4H8vlDx5Kf5eiJT+qvC2KPsfF7bgd9ewoXuumwKz83+f5P8mybc3lqXa3z1SfTk+VlJk1b+XUiW3kbL9uaZpF9mLAAIIIIAAAggggAACHQoQ6NQhDTsQQKCnCXC9CCCAAAIIIIAAAgj0FYGHH344/VN1J5xwQuFbXm+99eyhhx6y9ddfv+UxUvMAnFRrk1QdvJOyslTLY0BQUhpAlLI82iqpcSAxX//+bgvYOl+Yy8z8fClZeYm6mSQz8+Treb970U47kWAnY0GgDwtw6wgggMCjB0eQ03iLPw9iIykrWixZWZJXZAtttZYNHfOF9DdK/u+PfLny90oll2SS0jFSVpaac/NFkm8t9bcWi5Ttb7GLJgQQQAABBBBAAAEEEJiGQEe7CHTqSIZ2BBBAAAEEEEAAAQQQQAABBNpQ4KqrrkpBTldffXWrq2vZtssuu9gtt9xiw4cPb7m/0ig1D8RJtTZJ1UE8KStLtTwGByVVBwWjnk+NA4r5egQ7fX7dgRbzMcQsDFZeolyZ0cl3xmrnnEmwU5mHDAEEEEAAgT4n8OjBf7Ynjhqf/iaobOJvhfiboYIR5fibYsEtVreF98pmcsr/3ZEv5/9WibKk9LdMpSzV/taRamXzRZJvrfr3kTUsUra/oZkqAggggAACnSHAORBAAIE+K0CgU5/90XPjCCCAAAIIIIBAXxTgnhFAAIGeLXD88cenIKdHHnmk8I0ce+yxdsoppxTuLzUPyEm1NknVwTwpK0u1vDIomM+jXEmNA4v5+s67L2CfW2cuU+5qoyylrcUO+Saq5571op1x8nPGggACCCCAAAJ9R+CxQ6+xJ46+ziT/i0B+35FMJnnyamWVFwZtvoYNG7teClrK/72RL1f+PqnkklL/qEvKztsiN18k+dZSH2uxSNn+Frtomi0CfAgCCCCAAAIIIIBAbxUg0Km3/mS5LwQQQGBmBDgGAQQQQAABBBBAoC0F/vOf/9i4ceNszJgx9v777xe6xkGDBtn48ePTMYUOyHWSmgfmpFqbpOqgnpSVpVpeGRzM51GupMYBxnx9lz0WsM9+fmD5amIuBrOYpcG32VryNk8xg8PZpz9vZ55CsFMZiwwBBBAoLkBPBHqgQAQ5PX74X5r+HoiG+FshZnGq3NYCo1ezYeMIcqp4kCOAAAIIIIAAAggg0JsECHSagZ8mXRFAAAEEEEAAAQQQQAABBBCY3QKPP/54msUpZmYq+tmf+9zn7MEHH7QNNtig6CFN/SRNs01SlwU77fqDBe3/1pnLP98/I7b+WWbK1sii7rl5fvbpL9hZp3ZusJOxIIAAAggggEBbCTz2m7/Y40dca/HuN/8bwP8E8CwK5otM8uSlWBfcbDUbvvcX08xM+WDqSsB1q1xS6h/7JD9XB8l8keRbS59pLRYp299iF00IIIAAAggg0GYCXA4CCPRMAQKdeubPjatGAAEEEEAAAQQQQKC7BPhcBBCYjQJ/+ctfUpDTFVdcUfhTd9hhB7vjjjts8cUXL3xMRx0lNe2Sam2SqoN8UlaWanllsDCfR7mSGgcf8/U0s9PnBsbETfUzOvkVxYRO5R1p31mnPm+/I9jJZVgRQAABBBDofQIpyOk3f0nvfN/EBE6VLJVjU5nRacFRq9rwfVoHOeX/zqj8LRK5JIKcjAWBlgI0IoAAAggggAACbSlAoFNb/li4KAQQQACBnivAlSOAAAIIIIAAAp0jcNJJJ6UgpwceeKDwCY844gg788wzC/cv0lFSUzep1iapy4Kddt1zQfvs5waWzy+ztMr8I1M5CpLXzeys016ws0973kusCCCAAAIIzA4BPmN2CDx2+LX2+G/+kj5KksW731Imi6rJfJFJskGjVrPhP/xSClpqDGpqrEeAUyRJqX+lLGXnkupz80WSbztepWnv7/hI9iCAAAIIIIAAAggggMCMCBDoNCNa9J11Ac6AAAIIIIAAAggggAACCCAwTYH//e9/tu+++9psLDHRAAAQAElEQVQee+xh77777jT7VnbON998dvXVV9sPf/jDSlOn5lLzwJ1Ua5OUBhjjQ6WsLNXyyuBhPo9yJXU0+Bj7I9jp0/83wE9digkbLM3YEFM6lVOqx16vn3nKs3b26QQ7OUf3r1wBAggggAACsyjw2BHX2mOHXZO9+/1c8c73SsPfA77DSrbgiFVs+A9nz0xOkuJD65LU3FbXgQoCCCCAAAIIINBbBbgvBLpBgECnbkDnIxFAAAEEEEAAAQQQQKBvC3D3CHQk8NRTT6VZnI488siOujS1f+pTn7KY9emb3/xm077ObJCaB/CkWpukGQp2klSdQSECmvKpMfBpt70G2ac/O9BMvqaUNmbeIHnZzLJMdubJz9k5ZxDsZCwIIIAAAgj0YIHHj7zOHjv0muwO/CUfb3vJtylZeu/L5AWzQSNXteH7MpOTsSCAQFsKcFEIIIAAAggg0PkCBDp1vilnRAABBBBAAIFZE+BoBBBAAAEE+qTA9ddfn4KcLrvsssL3v80229iUKVNs6aWXLnzMrHSUfECx4QRSrU2SSUo9JKWyVMsjmElSNcBJyvZFewQ3RYpypHw56ruNGWSf+sxAK5mlyRxSwTdpdgdv82JsUzrjpGftXIKdkgUbBBBAAAEE2lig5aU9ftR4e/TXV9f2xcvfa+mdX/JKrJG8bcFNV57pICcp+ztEap376dPfMpVcUhTrktTcVteBCgIIIIAAAggggAACCHS6AIFOnU7KCRHoagHOjwACCCCAAAIIIIAAAr1N4LTTTktBTvfdd1/hWzv00EPt3HPPLdy/szpKzQN6Uq1NUtOgoJS1SUpBTlKWRwBTJKm+Hm2RGoOddh87yNb+zEA/v5nJzPw4SSbzJW3MvGry/8446Tk770xmdjKWHizApSOAAAJ9T+Dxo8fbo4dEkJPSzcc23u1RkbyWkpkkG7TpyrbIj9ZPf1s0/s0Qf0e0SpJSf6mWS0rnk2q5+SLJtx2v0rT3d3wkexBAAAEEEEAAAQQQyAtQnlEBAp1mVIz+CCCAAAIIIIAAAggggAAC3S/Qi67gJz/5ie2yyy725ptvFrqrueaayy6//HL78Y9/XKh/V3SSmgf2pFqbpDRgGJ8tZWWplsfAo6Q00BjlSFJWbxyobKzvPmaQrfmpAZZmcCqVLGZ3KJlXY1POvdV3l+y0E5+1359FsJOzsCKAAAIIIND2Ao8fc709cvDV6R3ub3Z/x8fWk7/jffW6b/3d7x1sgY1XtEX26zjIqfHvh/zfGpLS3yBS7W8TqVY2XyT51tLfM1JWttwiNbfldlNEAAEEEOhMAc6FAAIIIIBAgwCBTg0gVBFAAAEEEEAAgd4gwD0ggAACCLS/wHPPPWebb765HXbYYYUvdvXVV7epU6faxhtvXPiYruooNQ/wSfVtUlaXVB0olLJyfsAxypGkbF/j4GS+3r9/P9tj7EK21mcGmp/UVz/GzHNLi8pbWfxndtoJz9r5v3shtbJBAAEEEEAAgfYUeOLYCfbIr/6cLi57g/tWqWr+So/VJG/wNGiTlW3RH385BSv1798/5f369avmjW2S0rHRR1LqJ2VtUn1uvkjybcerNO39HR/ZNXs4KwIIIIAAAggggAACfU2gX1+7Ye4XAQQQMDMQEEAAAQQQQAABBBDoVoGbbrop/VN1F198ceHr2GKLLez++++35ZdfvvAxXd1Rah7ok7I2SWlQUVK6DEnVupSV8wOOUc6nxkHKfL3/HP1stzELppmdKjM6xewO8UGl2KRKVorqqcc/YxecTbBTWJAQ6GMC3C4CCPQAgSeOm2APH3RV9UpjZkZL7/JyU/mVHu/8BTdayRb58YzN5FT5+0JS4SAnKftbxRoWSQ0tVBFAAAEEEEAAAQQQQGB2C7QIdJrdl8DnIYAAAggggAACCCCAAAIIINB3BM4666wU5DRlypTCN33QQQfZhRdeWLh/sY6d00tqHvCT6tukrC6pULCTlPXLBzfFIGW+Pscc/W33sQvZmp8aaIpb8WMqmVKLouolz32NYKcLzyHYKaGwQQABBBBAoE0Enjj+hizIqfIe9+uSv70tpWxb3mWDNlrJFv1J8SAnyc/kKf6GkNRhkJOVF0nlUutMmvb+1kfRigACCCCAQDsIcA0IIIBA7xIg0Kl3/Ty5GwQQQAABBBBAAIHOEuA8CCCAQBcI/PznP7cdd9zRXn/99UJnn2OOOeySSy6xOK7QAd3USWoe+JOyNkkmZSkuT8rKUi3PD0BGeVqpPtipn+02diFbfe0BFrM8xOwPpVLaWswGUSn7zljt5GOfNoKd4qdAQgABBBBAoPsFnvjtDfbQL65M7+jYpHd39gbPtumd7u91f6Ev+O0VbdGfFv/n6vJ/S0jqMMhJqv09Yr5IWd2LdaukujqVXibA7SCAAAIIIIAAAgj0KAECnXrUj4uLRQABBNpHgCtBAAEEEEAAAQQQKC7w0ksv2VZbbWUHH3xw4YNWWmml9E/VjRo1qvAx3dlRah4AlOrbpKwuqRr8JGXlGJCUlAYioxxJqq9HW6R8sNOcc0aw02BbY60BZibLFnnJk7Ka+Xl89Ux2ynHP2B/OZWansgwZAgggMF0BOiDQFQJPnHCjPXTgVendnF7XvpHJPypL8nK8u73BFvjWJ23R/bMgp/g7oDHl/y6IfZIf7alSruRS1i5leZw7kqTIOkzStPd3eCA7EEAAAQQQQAABBBBAoEsECHTqElbjrAgggAACCCCAAAIIIIAAAggkgdtuuy39U3UXXHBBqhfZjBw50h588EFbeeWVi3Rvmz5S80CglLVJMilLccFSVpZqeWUgMvLppfyg5oABEey0kK225oA4tadsTggvZGtuRgizkp18zNN20XmdEuyUnZ8tAggggAACCBQWeOLEm+yhA670/v6+Lnnykr+eY1tO/uIuNyz4zU/aYj//ajUQOv/+j78VGuvRVkmS0nFS7W8NqblsvkhZuxfrVkl1dSoIIIAAAggg0GcFuHEEEGgjAQKd2uiHwaUggAACCCCAAAIIINC7BLgbBBA499xzU5DTnXfeWRgj/pm6Sy+9NA3MFT6ojTpKzQOCUn2blNUlVYOfpKwcg5OS0v1HeVopP7g5YGB/223cQrbqmgPMz5SS+RJlr8RqklKLeRbBThf//kWvsyKAAAIIIIDA7BJ48qSb7aEDrrB4F5u/lyWZzBfPfZvKKm8X/OYK9rGff6X6N0H+vR9/HzTWJT/SU+yTlI6Tsjapllt5kVQutc6kae9vfRStCPRVAe4bAQQQQAABBBCYfQIEOs0+az4JAQQQQACBegFqCCCAAAIIINCrBX7xi1/YdtttZ6+++mrh+4xZnw466KDC/du1o9Q8MChlbZJMylJcv5SVpVqeH6CM8rRSfpBzYAQ7jV3IVlljgJXSfzF/U8k3UYssK/suK3nxxKOesksIdoofAwkBBBBAoCsFOHcSePLkm+2Bn13u72B/CfvqBV+zd7QXvE9Wju0C31jePsZMTm7CigACCCCAAAIIIIAAAo0CBDo1ilBvGwEuBAEEEEAAAQQQQAABBBDoiQIR2BQBTr/85S8LX/5yyy1n9913n333u98tfEy7d5TUdIlSfZuU1SVVg5+krBzBTZLSbAxRnlbKBzvNNVfM7DTYVl1joMnKi58nypJvUzIrZ3bi0U/Zpee/aCzdJ8AnI4AAAgj0foEnT7klBTml92/axD3L38eesqJv5clswa+vYIsdUPyfq5OUzhN/K0hKfztIWZtUy628SCqXWmfStPe3PopWBBBAAAEEEEAAgekJsB+BzhIg0KmzJDkPAggggAACCCCAAAIIIND5ApyxhwnEP1E3evRoi3+yruilb7zxxvbQQw/ZGmusUfSQHtNPah4olLI2SWlQUlK6H0nVupSV8wOWUZ5Wqg926me7jhlkK68+IJ07zeDkpVJM41SuRDEmk4jqCUc+aZdeQLCTE7EigAACCCDQ6QJPnnqLPbD/nyzeufHujXdwlKMh3s3RltXNFthwOVvswFqQU+O7P/++b9wnqcMgJyn720KSVRapVp5WW2UfOQIIINDFApweAQQQQAABBAoKEOhUEIpuCCCAAAIIINCOAlwTAggggAAC7SNw/vnnWwQ53XbbbYUv6sc//rFdfvnlNmBAOSCn8JE9p6M0/UFEKesjqSnYSaq1NQ5oTqs+9zxz2K5jFrKVV3NbmflqUtqmiiSvm5nMF9mJRz5ll11IsJNjsCKAAAIIINBpAk+ddqs98NPL/Xz+ws1W81ewmZfNC5Ii87psga8tZ4v/YoMUrBTv+AhqihTlfv36VdsrdSmOVWqXarmUtUtZbuVFUrlk/pm1spUXqbmtvIsMAQQQQAABBBBAAAEE2kiAQKc2+mFwKQh0ugAnRAABBBBAAAEEEEAAgdkicPDBB9vWW29tL730UuHPO+ecc+zQQw8t3L8nd5SaBw6lrE1SGmyUlG5RUrUuKQ1eVgY0p5c3DobOM+8ctsuYhWylVee0mD0iZo3ICuZZKaVsBoms/NvDn7Q/EuxkLD1QgEtGAAEE2lAggpzu/8kfs/dtvHBL8f6NFAW/YH85x7vZM1tgg2Vt8V/WBznl3/vxjo9UaZNU/RtByspS/d8QUn3dyoukcqmWSc1ttb2UEEAAAQQQQAABBBBoEwEuIwkQ6JQY2CCAAAIIIIAAAggggAACCPRWga68r9dff9123HFH+/nPf174Y5ZaaimbPHmybbvttoWP6Q0dpeYBRKm+TcrqkuqCnaT6emWQs1WeHwSN/fPON4ftMjYLdpJkfmJPvkbR0sbMc6VkFsFOl1/0srEggAACCCCAwMwLPH3m7Xb/T/6U3q6S/ESeYk0pNt4Ue33fghssN80gp3if55OkQkFOVl4k/7wW5XKTSbX9lTZyBBBAAIGeKcBVI4AAAgj0DQECnfrGz5m7RAABBBBAAAEEOhKgHQEEEEBgJgWmTJmS/qm6s846q/AZvvnNb9pDDz1kn/70pwsf05s6Ss0DiVLWJikNNEpKtyypWpdUHdDMD3R2VG4MdppvvjlTsNOKqwwwy88o4bWoRlvJC6WoezrusMftiosJdnIKVgQQQAABBGZY4OkzJ9p9P7osHRfv1pi1Kd61/qq1mL0pUpSjbYGvfMIWP4iZnBJW12/4BAQQQAABBBBAAAEEeoUAgU694sfITSCAQNcJcGYEEEAAAQQQQAABBJoFLrroohTkdNNNNzXv7KBln332sauvvtrmnXfeDnr0jWZJTTcq1bdJWV1SXbCTVKt3FORUaW8Kdpq/Euw00Ey+llOUvWaSTOaL57614w593K68hGCnsCAh0DcEuEsEEOgMgWd+d4fd96NLq6eKd6uUthYv2ihGivICX13WFv/V16rBzI3v7so7vZJLqvaVsrIkk+qTlRdJ5ZKlPtawSLX9DbuoIoAAAggggAACCCCAQBsLzFqgUxvfGJeGAAIIIIAAAgggq5o64wAAEABJREFUgAACCCCAQFcIHHbYYbbFFlvYc889V/j0Z5xxhh155JGF+7ddx06+IKl5YFHK2iSlwUhJ6VMlVeuSmgY4K4OfrfLGAdP55p/Ddh6zkK2w0oCmGSVitomYdSLtsJL/Z3bMIY/ZlZcS7GQsCCCAAAIIFBCIIKd7fnhJeoem7qXsfRrv2Ji9KXZ4k79qS7bA+svYEtMIcop3eKTK+11S098AUv3fCFJ93cqLpHKplknNbbW9lBBAAAEEEOjDAtw6Aggg0AME+vWAa+QSEUAAAQQQQAABBBBoawEuDgEE+obAm2++abvssov95Cc/KXzDiy++uN1xxx224447Fj6mr3SUmgcYpfo2KatLqgt2kmr1ygBoR3l+kDT6zL/AHLbruMG2wsoDTIFd3kjK6tHmJXkuyY495HG7imAn12BFAAEEEECgY4FnzrnT7vnhpekNGu/Q1NPfo1GW0tZ8p0VxgS9/wpY4ZMNq4FLjuzre1/kkqdpXysqS/Fz1ycqLpHLJUh9rWKTa/oZdVBGYrgAdEEAAAQQQQAABBLpfgECn7v8ZcAUIIIBAbxfg/hBAAAEEEEAAgR4vcO+999ro0aPttNNOK3wvG2ywgT344IP2uc99rvAxfa2j1DzQKGVtktLgpKTEIqlal9Q04JkfEG0sNw6gRrDTLmMXsuVWmtNidonYxGwTaUYny5Yol9LOkh1z8GP258teyXawRQABBBDoSID2PiqQgpz2vsTvPt6ckbxYXvPv03itzv+lZezj0wlyyr+3JTW986X6vwmk+rqVF0nlUi2TmttqeykhgAACCCCAAAIIIIBATxAg0Knbf0pcAAIIIIAAAggggAACCCCAQDsLXHbZZSnI6frrry98mXvttZeNHz/eBg0aVPiYvtpRah5wlOrbpKwuqS7YSarVG4ObGuv5QdPYt8CCc9qu44bYcivO6fTKzmsy83OaL14y+X8WSZaCna7+46wEOxkLAggggAACvU7g2XPvsnv2ucSy16c895TuUtWtTF6WLbj+MvbxX097Jqf8+1pSoSAna7FI8Zn1O6Tmtvoe1BBAAAEEEEAAgc4Q4BwIINDVAgQ6dbUw50cAAQQQQAABBBBAAIHpC9ADgTYVOPLII23UqFH29NNPF77Ck08+2Y477rjC/eloJjUPPEpZm6S0X5LFIqlal9Q0ABpBTB2l/OBp9FlgwTls57GDU7BTNqNTyazkybLZKKLNG1JTlI866FG75k8EOxkLAggggAACLvDseXfZlHEX+3vS35vx+oz3p79HU9HLvsO3sa9k86+3lC1RMMhJyt718a6OJCm976WsXeo4N18k+bZ+lZrb6ntQQwCB2SbAByGAAAIIIIAAArMoQKDTLAJyOAIIIIAAArNDgM9AAAEEEEAAgdkr8M4779gee+xh++67b+EPXmSRReyWW26xXXfdtfAxdKwJSM0DkFJ9m5TVJdUFO0m1egyITis1BjsNWmhO+/6YhWy5FQeYqpejVJbkLbJyZiazCHb6y+UEOxkLAggggECXCPSUkz77+0k2ZezFFu9ImSzW2MgLsvLiO+X1BdZbypY87OspWCne0Y3v4nybpGq/aJeyuuRnakjWYpHU1Co1tzV1ogEBBBBAAAEEEEAAAQR6jACBTj3mR8WFTkOAXQgggAACCCCAAAIIIIBApwk88MAD6Z+qO+mkkwqf80tf+pLFceutt17hY+jYLCA1D0RKWZskk7IUR0pZWcryymCopLoB0mhvTDHAGqnSvtDgAbbzmMG27CcHWGWJ2ShKlm1TFjui6vmRv3jECHZyiNm/8okIIIAAAm0g8Oz5k23KmIuyKym/G7N3Zbw5I2W7Yjvfukvakr/5RvXdnH//Vt7DlTZJ1X6xT8rqUvaulzrOzRdJvq1fpea2+h7UEEAAAQQQQAABBNpQgEtCYJoCBDpNk4edCCCAAAIIIIAAAggggEBPEeA6O0PgiiuuSEFO1157beHT7bbbbnbTTTfZ0KFDCx9Dx44FpOYBSam+TcrqkqrBT5LS4KiUtcUA6fRSZWA1+g0aPKd9f+xgW/aTAy0W+UamtI1MvvFTe91XLxz5y0ft2iv+6hVWBBBAAAEE+o7AcxdMSUFOkr8Z5fddTl5NFcX70kuxzr/ukrbU4dMOcop3sORHeYpyJUmqe69LWR9J1mqRmtul5rZWx9KGAAII9DwBrhgBBBBAAIG+LUCgU9/++XP3CCCAAAII9B0B7hQBBBBAAIHpCBx77LE2atQoe/zxx6fTs7b7+OOPtxmZ+al2JKVpCUjNA5NS1ibJpCzFOaSsLGV5DJBKtXLUp5XywU4LDZ7TdhozyD6x/JxpYopSKaap8BSrl3212JHavXLEgQ/bdVcS7BQ/BxICCCCAQO8XeO7CKTZpzwv9XViyeBf6q9DzqEY97t9zf1H6a9PmX2f6QU7xDo7U+J6W1GGQk6Tq3wGSLBYpy6Ockm+k5jZvZkUAAQQQQAABBBBAAIFeIECgUy/4IXILCHSGAOdAAAEEEEAAAQQQQKCvCvz73/+2MWPG2Lhx4+zDDz8sxLDwwgvbhAkTbM899yzUn04zLiA1D1BK9W1SVpdUN+gZA6ZSrS3q00r5QdbBQwbYTmMH2yeWH5DOaaa0psyLWe4FP7/5EsFO468i2MkpWHuIAJeJAAIIzIzAc3+42ybv+QeTsneg5LmfKDKZLNbYyAsLRJDTEczkZCwIIIAAAggggAACCHSjQG/+aAKdevNPl3tDAAEEEEAAAQQQQAABBBCYpsAjjzyS/qm6mJnJzKbZt7JznXXWsalTp9pXvvKVShN5FwlIajqzlLVJMilL0UnKylKWR2CTpDQjRJSnl/LBTkMWHpD+Gbull5vTzEpp9UKatSLyVIhpLKLiu3/z84fteoKdQoOEAAIIINALBZ676G6b9IML0+sv3Z6/A2NGp6yctuV3Zcnm+/wStlQuyGl679/8fknpvS1l73Kp49x8keTb+lVqbqvvQQ0BBBBAAIEkwAYBBBBAoAcLEOjUg394XDoCCCCAAAIIIDB7Bfg0BBBAoHcJXH311SnI6c9//nPhG9tpp53s9ttvt4997GOFj6HjrAlIzQOWUn2blNUlVYOfJDUNluYHU1uV88FOgxee074/dogts/xAM8Uq81NaWrwgRV0Wjb613xzwsE34MzM7GQsCCCCAQK8SeP7ie2zSHhdavOv81Zfdmxckma9mMosU5fk/93Fb+shvpvdv5T2bf7dGW9QjRTmfJKXjJJlUn6y8SCqXLPWxhkWq7W/YRXWGBTgAAQQQQAABBBBAAIH2FejXvpfGlSGAAAI9TIDLRQABBBBAAAEEEOgxAieccIKNGjXKHn744cLXfPTRR9vpp59euD8dO09Aah64lLI2SWmwU1L6QEnVuqTqoGl+MHVa5fzg65Chc9qOey1kSy07wGLmilLJPI9U8jyXyrM+Hfazh2zC1a8aCwII9HIBbg+BPiLw/CX32F27X+AvvrTWv/v8peirt/k+L8z72cVt6aOmH+TU6h0sqfq+llT3HjdfpKzNi9V9Uc4nSfkqZQQQQAABBBBAAAEEEOjFArMt0KkXG3JrCCCAAAIIIIAAAggggAACPUTgv//9r+29996255572vvvv1/oqgcNGmR/+ctfbNy4cYX69/VOXXX/UvMAplTfJmV1SdWBUElNg6etBlk7alt42AD7/tjBttRyA8zka0ppY7H46b3Z61Hx0m/2f8huuIZgp8TBBgEEEECgxwo8f+m9dtduF/r1+zsuW838pSfJM6Wy+eJVm/+zS9gyR38rvW8r79N84HC05euSqn2lrCwpnVeq5eaLlNW92OEqqcN97EAAAQQQQACBrhPgzAgggEB3CfTrrg/mcxFAAAEEEEAAAQQQ6IMC3DICCHSjwBNPPJH+qbpjjjmm8FV85jOfsfvvv9++/vWvFz6Gjl0nIDUPZEpZm9ScS6oOmsYgq6TqwGrUO0r5wdjoE8FOO40ZbEsuM6elpVSe2ikqUYw8pZLFf4f+9EG78S8EOyUSNggggAACPU7g+cvuszt3vSC908y3cQP+uvNi2mZ5vAt9x3yfWcKWOabrg5yk7J3uH1m3SqqrU0GgjQS4FAQQQAABBBBAAIEuEiDQqYtgOS0CCCCAwMwIcAwCCCCAAAIIINA1Atddd10Kcrr88ssLf8B2221nkyZNsiWXXLLwMXTsegGpeUBTytqk+jyuRlJTsJOUtUUQU0epMdhp6PABttPYwfbxCHby4/2ksVpsZL6UN5JMXj30Jw/ZTQQ7uQQrAggg0EqAtnYVeOGP99mdu5yf3mUqb+Na5Rsptqlgkmz+zyxuyxzzzbog4sb3Z74uqdpXysqS0rmkWm6+SFndix2ukjrcxw4EEEAAAQQQQAABBBDovQIEOvWkny3XigACCCCAAAIIIIAAAgggMMMCp5xyio0aNcqmTp1a+Njf/OY3dvbZZxfuT8fZKyA1D2xKWZtUy6X6sqQ0wCpleUdBTpX2/OBstA1bZKDtOGawLbHUHGk2i5jMouSbNL9FeVOtW8l+/eMH7eZrX7UZXjgAAQQQQACBbhB44Y/32x07n++fHPMTxqsuXm6estXSO87fe16weT+1mC1z7LRncop3ZyVJSu/gqEtZWVKhICdJ1rhIzW2NfagjgAACCCCAAAJtL8AFIoDATAkQ6DRTbByEAAIIIIAAAggggAAC3SXA5yJQVCAG4370ox/ZbrvtZu+++26hw+abbz678sorLY4rdACduk1Aah7glLI2qZZL9WVJaaBVUnVwNQZdO0qNwU7DFx1oO40dYh9fZoDF4qcxRSEleTlSqphXUrDTLde9ZiwIIIAAAgi0s8ALl0+1O3b+ffkSs3eZJK97ylaTlNJ8n17MPnHctIOc4v0ZKd6vktK7N1+WsnNJtdx8kbK6F9MqKeX5jdTclt9PGQEEeo8Ad4IAAggggAACCLQSINCplQptCCCAAAII9FwBrhwBBBBAAAEEXOCZZ55J/1TdEUcc4bVi65prrmn33Xeffec73yl2AL26XUBqHuiUsjaplkv1ZUlpwFXK8hh4nVaqDNRW+gz/2EDbYa+FbImlB5iVZ7mwtMQMGJFSJW18tx38o6l2y/jXUp0NAggggAACnSTQaaeJIKeJO50Xr7TqOeP9lb3RopRedzGRk8239sfsE8d9O71HK+/Fxvdkvi6p2lfKypJSwJRUy80XKat7Ma2SUp7fSM1t+f2UEUAAAQQQQAABBBBAoPcLEOjU+3/G3GGdABUEEEAAAQQQQAABBBDo7QI33HBDCnK69NJLC9/qlltuaffee68tu+yyhY+hY3sISM0DnlLWJtVyqb4sKQ28SqoOtlYGbFvl+UHb2L/IYnPZjmMH2+JLDzCZL+WNpKye20qyQ370gN16PcFOLjWbVj4GAQQQQKCIwItXPmATv/97k8rvL2VHRSaTVyJZKqUgp+NrQU7xbsYLdsQAABAASURBVIwU78VKytclpXdt7JOysiST6pP5ImVtXkyrpJTnN1JzW34/ZQQQQAABBBBAAIG+KMA990UBAp364k+de0YAAQQQQAABBBBAAIG+LdCL7/7000+3UaNG2T333FP4Lg8++GA7//zzC/enY/sJSM0Dn1LWJtVyqb4sKQ3ASlkeA7HTSvnB2+i3yMcG2o5jBttiS86ZTXVhJYt/MrGUJr/wTbamNt/YwT+carcR7GQsCCCAAALtIRBBTrfvcK6/w8rvr7gsf3d5Q7zR/NUVFU++zrvmorbsb+uDnOJdmE/9+/dP79Vok9RUlkSQk7EggAACs1mAj0MAAQQQQKAXCvTrhffELSGAAAIIIIAAArMkwMEIIIAAAj1T4Kc//antvPPO9uabbxa6gbnnntsuu+wy23///Qv1p1N7C0hqukApa5NquVRflpQGYiVVB19jgLajlB/EjT6LLDbQdhw7JAt2Mj9HJFm2eO6rSb5Nyezgfafa7ROY2SkDYosAAggg0F0CL171oN2+w3nmLykzk0merLJE2ZO3mclSkNMJ30nvy3j3Nb4LG9skVftKWVnKzifVcvNFyupeTKuklOc3UnNbfv+slDkWAQQQQAABBBBAAAEEep4AgU4972fGFSPQ3QJ8PgIIIIAAAggggAACbSXwwgsv2He/+1079NBDC1/XKquskmZ9GjFiROFj6Nj+AlLzQKiUtUm1XKovS0oDslJ9HgO3rVLjAO+iiw+0HcYMto8tMUc2A4bVlpIXY5anmB3Dd1rM9nTQPlPt9hv+5ntYEWhrAS4OAQR6qcCLf37Qbtv+XH8t+VvK13hHxbsqFcv3HOWS95h39eG23IkEOZVZyBBAAAEEEEAAAQQQ6I0CPe6eCHTqcT8yLhgBBBBAAAEEEEAAAQQQQKAicPPNN9vo0aPtD3/4Q6Vpunn0f/DBB23FFVecbt+OO7CnXQWkLIgpf31S1ibVcqm+LGmWgp0+tsRctkPM7PTxAVY+s8USZSltzTyXFJn9ap/7beKNBDsZCwIIIIDAbBV46eqHUpCTv478fSQzX80rkkzmS9pYKs+7+iK23EkbpfdjBP42Bvo2tkmq9pWysiST6pP5ImVtXkyrpJTnN1JzW34/ZQQQQAABBGaPAJ+CAAIIINBuAv3a7YK4HgQQQAABBBBAAIFeIMAtIIAAArNB4He/+51tttlmNmnSpMKfduCBB9pFF11UuD8de6aA1DwwKmVtUi2X6suS0gCtVJ/HQG6r1Djgu9jH57IdxgyxRZeY02J2DCulrcUsGb7xSsmzSNnug8bdZ3fcRLCTa7AigAACCMwGgZeuedhu3e4cfx/5Gu+omGawnOJd5U2+Iy6kZPOsOtyWLxjkJCkFM1XelZKq71Mp2ydlufki1cpeTcdGnk+S8lXK7SzAtSGAAAIIIIAAAgggMJsFCHSazeB8HAIIIBACJAQQQAABBBBAAIFZEzjggANshx12sNdff73Qieacc84069MvfvGLQv3p1PMFpOYBUilrk2q5VF+WVB2cjQFbKatHuVVqDHb62McHppmdFl18TjM/ta8m+TYlb/LcVy+YL7KDxt1vdxLs5BasCPROAe4KgXYReOkv5SCneAlVXkup7BWTSZ7KFzvvaovY8qdslN6H8e5rfNfl2yRV+0W7lNUlP19DMl8k+ba2SvX12CM1t0U7CQEEEEAAAQQQQAABBBAIgXYMdIrrIiGAAAIIIIAAAggggAACCCDQJPDKK6/YNttsY7/61a+a9nXU8MlPftLuvvtu23zzzTvqQnv3CHT5p0rNA6VS1ibVcqm+LCkN2kr1eQzgtkqNA8BpZqdxC9sii80RkzqlWZzSFBml2Ja8blFIm5hB4xdj77O7bv6711kRQAABBBDofIGXrn3Ebt32HH//+Iso3kyeZRM5RSE+L95Nnrw4b8zkdHLXBjlJtfeuf2TdKmX76hqpIIAAAggggEBPF+D6EUAAgU4VINCpUzk5GQIIIIAAAggggAACnSXAeRBAoFHg9ttvt9GjR9vvf//7xl0d1jfddFN78MEHbbXVVuuwDzt6t4DUPGAqZW1SLZfqy5JmMdhpoO04bmgKdpLi3J48l/l/MvPMk0zyZLIIdpp0C8FOxoIAAggg0KkCL1/3qN26zdnpnJI89xRrSrGJJpkkm2+V4V0+k5Mk/0BLn2cNi5Tta2imikAfEOAWEUAAAQQQQAABBGZEgECnGdGiLwIIIIBA+whwJQgggAACCCDQpwTOO+8822yzzWzixImF7/unP/2p/fGPf7Q55pij8DF07J0CUvPAqZS1SbVcqi9LmqVgp499fIDtMHZhG7pof7Ns6gzPSinFhBpe8NXrXomZnQ7Y616bdCvBTsaCAAII5AUoz7TAy+MftZu3/l3du8Yr/k7yNSZzKr+bom2elYba8qcyk9NMY3MgAggggAACCCCAAAIIzDYBAp1mG/Xs/SA+DQEEEEAAAQQQQAABBBDoLQIHHXSQbbvttvbqq68WuiVJFoFRhxxySKH+dOobAlIWxJS/Wylrk2q5VF+WNNPBTvFP2i22ZDaz0/DF5jTzU/vpPIuC+SKT5LlZbCMduOe9Nvm24sFOxoIAAggggEALgZevf8xu3up32R5/18jfNJ6ZxUaVLCvMu9IwW+G0jdP7rtU/0Vppk+SHq66flLVJzbn5Ism3lo4zX6Ss7sXqKjW3VXdSQAABBBBAAAEEEEgCbBBAoCZAoFPNghICCCCAAAIIIIAAAgj0LgHupocLvPbaa7b99tvbgQceWPhOll12Wbv77rtt6623LnwMHfuOgNQ8kCplbVItl+rLktKgrlSfVwZ+G/MIcKq0RXnxpQba9mMWtmGLzGFp8gzzpeSpPJNTlPLpgB/cY1MIdsqTUEYAAQQQmAGBVyY8ZjdveVbTEfEOMn/3pNXfQzGn4DyfXNhWOL0+yCneXZX32LRySen9GH0kpWAmKcvNF0m+tdRuvkhZ3YvVVWpuq+6kgAACCBQXoCcCCCCAAAII9CEBAp360A+bW0UAAQQQQKBegBoCCCCAAALtK3DXXXfZ6NGj7eyzzy58kd/+9rftgQcesLXWWqvwMXTsewJS84CqlLVJtVyqL0tKg7lSfR6Du9NLMWC8+NIDbftxC9uwRef0AV8zi9P7uSSlonluvsiTmeyAH9xrd9/+urEggAACCCAwIwKv3PC43fTdmMmp8kYxk1lapGjzFKuneVccap88Y5P0fqu8y+KdVSlPK5dkUusUHyYpstQnClJWj3IlSc1tlX3kCCCAAAIIIIAAAggggEBHAgQ6dSRDOwIIIIAAAggggAACCCCAQLcIXHjhhTZq1Ci79dZbC3/+vvvua1dddZXNPffchY+hY98VkJoHVqWsTarlUn1ZUhoMlurzVgPBjQPFUV9i6blSsNOQ4f3ThBoxvVOpFPNpeNVz86XkKbVbyX62+91290SCnYKkSxMnRwABBHqJwCs3Pm43bnGmv0HibVJ+v/i91b1r4n3ju+dZYeFZDnKK95+kFMwkZbn5Ism3ltrNFymre7G6Ss1t1Z0UEEAAAQQQQAABBBDoCgHO2WsECHTqNT9KbgQBBBBAAAEEEEAAAQQQ6HyB2X3GX//617blllvayy+/XPijzzrrLDv88MML96cjAiEgNQ+wSlmbVMul+rKkWQx2Gmg7jBtmQ4bPYWYyyZOZybIl5alN5pn9fPd77J47CHbKdNgigAACCHQk8NebnrAbN49/rs7fHybvprT1gpm/UGTmmW+9PO8nF7ZPnjntmZwiQDdSBDPlk6T0How2SemcUpabL5J8a6ndfJGyuherq9TcVt1JAQEEEECg2wT4YAQQQAABBHqKAIFOPeUnxXUigAACCCCAQDsKcE0IIIAAAp0k8MYbb9hOO+1k+++/f+EzLr300hb/xN32229f+Bg6IpAXkJoHWqWsTarlUn1ZUhrklerzGPRtTI2DxFH/+DIR7LSwDR7W3yqzbFh5KaU8tpGiUrKf7Xq33XsnwU6hQUIAAQQQaBb4681P2A2jz/Qd2bujNpeTN+XWeOfMs/yQ6QY5Nb7LKnVJ1fefpBTMJGW5+SLJt5bazRcpq3uxukrNbdWd7V3g6hBAAAEEEEAAAQQQQKBNBAh0apMfBJeBQO8U4K4QQAABBBBAAAEEEJi+wN13322jR4+2M8+MAbrp948eG264od1///322c9+NqokBGZaQGoecJWyNqmWS/VlSdXB3hgAlrJ6lBtTBDfl26L+8U/MZTuMG2oLD5/T5P+ZH2++RJbqpqj51nNfI9jpvjvf8DZWBNpRgGtCAIHuEvjrLU9mQU7+rrB4a3guzy1eKGYms5TMl3mWG2wrnlVsJidJJim96+IdJmVlKWuXarn5Ism3lo4xX6Ss7sXqKjW3VXdSQAABBBBAAAEEEEAAgR4g0B6XSKBTe/wcuAoEEEAAAQQQQAABBBBAoE8KXHLJJTZq1Ci78cYbC9//2LFj7dprr7UFFlig8DHd2pEPb3sBqXngVcrapFou1ZclpQFdSWkgWMryGBBuTBHclG+L+pLLzmXbjVnYFhpam9mpVLLyLE+lam6pzeynu0y2++4i2MlYEEAAAQSSwF9vecomjDrD3xdejXeFvzBi1iZ/g3ibb1Nb9l6Z6xML2Upnj0jvq8r7KN5FlfK0cknpOKn23pOysvkiybeW3onmi5TVvVhdpea26k4KCCCAAAII9BYB7gMBBBBAYLYIEOg0W5j5EAQQQAABBBBAAIGOBGhHAIG+K3D44YenmZyef/75wginnnqqHXPMMYX70xGBogJS8wCslLVJtVyqL1cGhiVVB4ErbY1544By1Jdabi7bftxQGzx0DsvObGZ+Lpn/J8sWz73JJNnPdp1i908i2CmDYYsAAgj0XYFXb3vKJmx2Rno3+GvCzDeKTTlF2V8bFss8yw6xlc+ZfpBTvJckP9JT5R0mqfp+k7J9UpabL5J8aybV55ZbpGxfroliHxXgthFAAAEEEEAAAQQQ6AwBAp06Q5FzIIAAAl0nwJkRQAABBBBAAIFeJ/DWW2/Zrrvuavvtt1/he1tiiSXstttus5133rnwMXREYEYFpOaBWClrk2q5VF+WlAZ4JVUHgysDxI15DCLn26IewU7fG7uwDRrS37KlFHNyZMXY5mbkKP2vZPvvMtmmTibYKWhICPQiAW4FgcICr972tF0/6oyYqimbuSmO9HeFN0TJU1Qimc29zEK20jmbWuO7J1+PcryPJNX1k7K6VHvPSVnZfJHkW0vvQPNFyuperK5Sc1t1JwUEEEAAAQQQQAABBBBAYCYEenig00zcMYcggAACCCCAAAIIIIAAAgh0m8D999+fZnGKmZmKXsSXv/xlu++++2zdddctegj9ep3A7LshqXlAVsrapFou1ZdjkFhSGuytlCNvlWIwOd8e9aWXn9u233tYOdjJz2Pymy4nz3w1ybee4p95ltjsAAAQAElEQVS3+/mud9sDU/7hfVgRQAABBPqSwKu3P2MTNj8zi2nyd4Ikfz+4gDyZzKvmW68oBTmtfO6IuuCleOc0voOiTVJdPymrS362hmS+SPKtmVSfW26Rsn25JooIIIAAAggggMB0BNiNAAIITF+AQKfpG9EDAQQQQAABBBBAAIH2FuDqEOghAn/6059s1KhRNn78+MJXvMcee9gNN9xgQ4YMKXwMHRGYVQGpeWBWytqkWi7Vl2PgWFIa9K2UI2+VYlA53x71pZfP/hm7BRfql2Z0KkVEk5fSWvIx7ainZPbhh/+zn+0y2R4k2GlWf9wcjwACCPQYgVcnPmMTRp9h//vvR/FSSCneFfFqiHeFN5RneCrZXEsvaEWCnPLvokpZUgp6krJ3mlTLzRdJvrX0vjNfpKzuxeoqNbdVd1JAAIGZF+BIBBBAAAEEEEAAASPQiV8CBBBAAIFeL8ANIoAAAggggED3Cxx11FE2YsQIe/rppwtfzIknnmgnnHBC4f50RKAzBaTmAVopa5NquVRfjkFiSWnwt1KOvFWK4KZ8e9SXXqE8s9PgOfwccUcyizWltLFY/CPsow9L9rNdp9iDdzOzU5iQEEAAgd4s8Nodz9qE0Wda6cP/mVR+H3guyRQ3Xt3I5l5qkK1y3sgUrFR5z8Q7plKOPF+XVO0rZWVJJtUn80WSby3tM1+krO7F6io1t1V3UkAAAQQQQAABBBBAAAEEZlGAQKdZBOwFh3MLCCCAAAIIIIAAAggggECXCbz33nv2gx/8wH74wx8W/oxFF13UbrzxRtt9990LH0NHBLpCQGoeqJWyNqmWS/XlGECWlAaBK+XIW6X8QHPsj/oyn5zbths71BZYqL/fVkzlFHN0eIopO7zqjVYpfvjf/9kBu02xh+6ZbrBTHEZCAAEEEOiBAq/d+axN2Pws+99/PkoTN8U7IN2GF9KMTlFJ74eSzbXkgrbK7wlyChISAggggAACCCDQRwW4bQR6vQCBTr3+R8wNIoAAAggggAACCCCAwPQF6NEVAg899JCNHj3aYmamouf/whe+YPfee6+tv/76RQ+hHwJdKiCp6fxS1ibVcqm+HEFLkmY62OkTK85t3xs3LAt2kpmvJvnWVy/4Kk9mJrP/fBDBTnfbw/f+01gQQAABBHqXwN/uei4FOX30wYcWz3x/7Fu8DiwWL0jK6jKbe8lBtur5tSCnCJ6NFO+kSsrXJTGTk7EggEDfE+COEUAAAQQQQKCnCxDo1NN/glw/AggggAACs0OAz0AAAQQQQGAGBa688kobNWqUXXPNNYWP3Hnnne3WW2+1RRZZpPAxdESguwQkH1H2D5dquVRfjkFlST4ArTSQLGV5tDem/MBz7It6BDvFzE7zL9gvm8GpVIppnVJKM3h4NU3t4ZsP3v/Qfr7rZHvkPoKdjAUBBBDoJQJ/m/ScXb/5Wfbhv//rd+QP/VhTSpu698FcSyxoqzQEOcX7JJ/i3VKpS0rvpqhLWVmSqSGZL5J8a+l9Zr5IWd2LrAgggAACCCCAAAIIIIDAbBcg0Gm2k/OBvVGAe0IAAQQQQAABBBBAAIGawHHHHWcjR460xx9/vNY4ndKxxx5rp5566nR6sRuB7hGQWg/oSlm7VMul+nJlAFlSGlCWsjzaG1N+ADr2RX3Zleax7+093OYf1C8bYPbjzZfI0ieVNzLZf97/yA7cbQrBTu7TVSvnRQABBGaXwN8mP28TtvidffTv/5ok/1hPsaaUNmYpk829xIK26gX1MznFe6SjJCm9k2K/lJUlmVSfzBdJvrW0z3yRsroX61apdXtdJyoIIIAAAggggAACCPQQAS6zvQX6tfflcXUIIIAAAggggAACCCCAAAI9RMA++OADGzt2bEoffvhhocseOnSoXXfddTZmzJhC/emEQHcJSK0HcKWsXarlUn25MpAsKQ0sS1ke7Y0pgpsa25ZdaW773rjhNu/8ft6Y1cnSJB5W8ryyKXkh6v/+14cp2OnR+5nZKXhICCCAQE8U+NuULMjpv+994E93f+aXt5HFsz5m9YtypIGLzW+rXlgLcmp8h0Q93i2RJKWApWiLJKn6XpKyfVKWmy+SfGvpGPNFyuperFul1u11nagggAACCPQmAe4FAQQQQACBbhUg0Klb+flwBBBAAAEEEOg7AtwpAggg0LsFHnvsMRs9erTFbE5F7/Rzn/uc3XPPPfa1r32t6CH0Q6BbBaTWA7lS1i7Vcqm+XBlQllQdVI626aUYmI4+y648t8XMTvMtOIeZn1qS+ZrKsZG8bjLzlIKddp9ij01901gQQAABBHqWwN/vfsEmbHG2RZCT+TM9e7JnW6/GapLXfZ1r8QVstT+MSu+VeFdEqrw3opxPkur6SVldUjqfVMvNF6m57s1Nq6SmNhoQQAABBBBAAAEEEEAAga4UINCpK3U5NwIIFBegJwIIIIAAAggggECPFbjmmmts1KhRduWVVxa+hx122MHuuOMOW2KJJQofQ0cE2kFAUsvLkLJ2qZZL9eUYcJaUBpQr5cgbUwxSR6q0V8rLrTKPbTt2qM07Xz+L2TzS5E4xtYeVsrrnMe9HZP96N2Z2mmSPP0CwU8sfGI3dJ8AnI4BAhwJ/v+cFu36L39l/3nk/Pc5j40/49IyPcjzf49kf74CBH5tvukFO8f6IJGmmgpysvEgql+ozqXV7fS9qCCCAAAIIIIAAAggg0CcFuvCmCXTqQlxOjQACCCCAAAIIIIAAAgj0doETTzzRRo4caQ8//HDhWz3iiCPszDPPLNy/L3XkXnuGgNR6YFfK2qVaLtWXI3hJ0nSDnaJfPsVAddSXX3Ue227v+Gfs+puCq7yR1xR1z8ur/evdj+wXu0+xxx8k2CnRsEEAAQTaWODv975oE757jv337Q/iMV6+UnnZk783zEtpldnAj81vq1+0WV3wUuU9Ee+KSpJkkur6SVldyvZJtdx8kbK6F9MqKeWNG6l1e2M/6ggggAACCCDQWoBWBBBAAIGZFyDQaebtOBIBBBBAAAEEEEBg9grwaQgg0EYCH330kf3whz+0H/zgB/b+++8XurKFFlrI/vznP6fjCh1AJwTaWEBqPcArZe1SLZfqyzEALak6+CypbhA69kdqHLSu1CPYadtxQ23u+fx/61RmdLKY88N8SQ1ei7k/Svbu2/+1X+w22Z4g2MltWBFAAIH2FHj93pdswnfPtg/e/Jc/vyvP87jWrFzZ+k4bsMh8tsbF0w9yivdIY5KU3jdS9g6Sarn5ImV1L6ZVUsobN1Lr9sZ+1BGYBQEORQABBBBAAAEEEECgQwH/P2Id7mMHAggggECPEuBiEUAAAQQQQACB2SPw5JNP2ujRo+2oo44q/IGf/vSn7e6777ZvfetbhY+hIwLtLiC1HuiVsnaplkv15Rh8ljTTwU4rrDZvmtkpBTtZdh7fOpk8mbdEysrvvv2h/XKPKfbkQ28ZCwII9AYB7qE3Cbx+/0t2/ZZn23/e/Lfflkzy5CVTtolMqaIsyOkSgpxChoQAAggggAACCCCAAAJ9V6Bfn7l1bhQBBBBAAAEEEEAAAQQQQGCWBcaPH2+bbbaZ/fGPfyx8rm222cYmT55syyyzTOFj6IjATAvM5gMltfxEKWuXarlUX571YKd5bLtxw2yueWSlUsz3EbM5ecrW1JbmdfJ9b//zP/bLPSbbUw8T7NTyB0YjAggg0A0Cr9//sk3Y8hx7/x/v1T2z/TEej2+/ouzZHs/4AcPmsTUvJcjJUVgRQAABBBBAAIFMgC0CCPRZgX599s65cQQQQAABBBBAAAEE+qAAt4zArAiceuqpNnLkSJs6dWrh0/z617+2c889t3B/OiLQEwWkLICp8dqlrF2q5VJ9eZaDnVYvz+w0b/8034fF1j/CV5PS1nMz8+JbKdhpij31CMFOxoIAAgh0s8AbU1+2CVudY++/8Z4/ov0hnZ7Zlspes2xRqg8YPq+twUxOGQlbBBAoLEBHBBBAAAEEEECgtwoQ6NRbf7LcFwIIIIDAzAhwDAIIIIAAAgh0IPDjH//Ydt11V3v33Xc76FHfPP/889uf/vQn+8lPflK/gxoCvVRAUss7k7J2qZZLWTkOkGSzGuz0yTXmtW3GDrO55ulv5SlALGYDiRlAUj0qvica33rjAzto98n29KMEOwUJCQEE+qxAt974Gw+8YtdvdY79++/+d1V6RvvG17iobA6nKEUq2ZxD57Y1Lx5l/efon94X8c4omiSlYySZVJ/MFylr82JaJaW8cSO1bm/sRx0BBBBAAAEEEEAAAQQQmB0C/WbHh/AZvUWA+0AAAQQQQAABBBBAAIG+JvDss8/a5ptvbr/5zW8K3/qaa65pU6ZMsU022aTwMXREoDcISK0HgqWsXarlkuoGnWPQWsraGstRr6T+/funQevG+oprzmvbpH/GLoKdzGRmUtpGwRT/ycwze/Mf/7GDdp9izzz2trVeaEUAAQQQ6CqBNx58JQU5vf/396zymI5CKptM8hQfLrMBQ+e1tS4Zbf3nnKPls7/yLmiVS0rHSMrOmcvNFylr92JaJaW8cSO1bm/sRx0BBBBAAAEEEECgJwpwzQj0TIF+PfOyuWoEEEAAAQQQQAABBBBAoJsE+tDH3njjjbbZZpvZxRdfbEWXLbbYwu69915bYYUVih5CPwR6lYDUekBYytqlWi5l5QCQVDcg3WrQutLWfxrBTluPHWoD5+oXkzdZbUanUiqXYrYQT9H+z9fft4N2n2zPEuxkLAgggMDsEvjHQ3+1CVuda/9+7Z3qczmezfFcjhSz8EXuj2obMGQeW+MPI63fnP3T+6Gjd0ClPZ9LagpukrK2uFepVq7UI29MkhqbqCOAAAJ9S4C7RQABBBBAAIG2FOjXllfFRSGAAAIIIIBAjxXgwhFAAAEEeofAmWeeaSNHjrR77rmn8A398pe/tAsvvLBwfzoi0FsFpNYDw1LWLtVySWkwOiwkpcFsKWuLQWupVo56JTUGO1XaV1prPtt63LAU7CTJzDz5al72tVz1Bq/84+/v269+MMWefZyZnYwFAQQQ6GKBfzz8ql2/1bn2r9feseyZHM/iVPRqlD2Zmfy/AUPmtjUuHmlzzDVnei9UnvH9+/evq1fa87mkah/Jz5ZL5ouUtXkxrZJS3riRWrfn+1FGAAEEEEAAAQQQQAABBLpDoF93fCifiUAfFuDWEUAAAQQQQAABBBBoe4Gf/exnttNOO9mbb75Z6FrnmWeeNOvTAQccUKg/nRDoCwJS6wFiKWuXarkkk5RYJKUBakmpLT94Pa1yfvB75bXnS/+M3ZwDZWmJqUEsZnXyWrlsMYWIV9947d/2qz0m23NPEOzkHJ25ci4EEECgKvCPRyLI6Rx7769veZs/iP0Z7E/lmMCpPvneOQbPZWtcNNLmGDhzQU6S0vtDqs/91NX2KEeSFFlTklq3N3WkAQEEEEAAAQQQQAABBBDoBgEC32WzYgAAEABJREFUnboBnY9EAAEEEEAAAQQQQAABBNpR4MUXX7Qtt9zSDjnkkMKXt+qqq9rkyZPTP3FX+CCjJwJ9Q0BqPVAsZe1SLZeUBqBDRlJTsJOU7c8HO+WDm6I9X18pBTsNtxTsFMdaHG/mmacoZ8l83xuvvW8H/2CKPf/kO8aCAAIIINC5Av989DWbsM159q+/vu2PXPnJPfmzV+b/Kat60bzJ5lxoblvzopE259wD0nsgnu2R8s/3qLdKkqrHSPLz1ZL5ImV1L6ZVUsobN1Lr9sZ+1BFAAAEEECgmQC8EEEAAAQQ6X4BAp8435YwIIIAAAggggMCsCXA0Aggg0A0Ct956awpWmpF/ei7+abv777/fVl555W64Yj4SgZ4hILUeMJaydqmWS0oD03FnktKAtZS1VQa1pfp64+B3vr7yp+azrccOtzkHyEoxe0g2iUi5XKrlZvb3v2YzO73wFMFOzsGKAAIIdIrAPx97za7f+lx798U3zR/B1eeuF3yN57B5Hqlk/RccaGteNMLmnGfmgpyk7P0g1edxI1LWFuVIkiJrSlLr9qaONHSeAGdCAAEEEEAAAQQQQACBGRYg0GmGyTgAAQS6W4DPRwABBBBAAAEEEOhcgXPOOcdGjBhhkyZNKnzi+OftLr300hSIUfggOiLQRwWk1gPHUtYu1XJJ0w12iqAnSen7F+V8cFNjfZVPR7DTMJtzoP8vIJmf25OVC2YmyWTZEsFOB/9gshHslHmw7X4BrgCBnizwz8f/ZtdvfZ69+9JbFg/a9KyNZ66nqFs5j2zAQnPbWjGT07wDq8/2xud51FslSdVjJPlpa8l8kbK6F9MqKeWNG6l1e2M/6ggggAACCCCAAAIIIIBAZwvM6Pn8/3LN6CH0RwABBBBAAAEEEEAAAQQQ6C0CBx54oH3ve9+zN954o9AtDRgwwM4//3z71a9+Vag/nbpMgBP3MAGp9QCylLVLtVxSGqiOW5SyspTl+UFuSdXB7WkGO31mfttq7DCbYw6ZlWKNjSfzcsz05Hm2luy1l/9th+w5xV58mpmdMhO2CCCAwIwLvPnE39I/V/fOi//0g8vPWy+ZP3P9yZvWtPFdcyw4l61xwaY253wzF+QkKb0zpPo8Pk7K2qIcSVJkTUlq3d7UkQYEEEAAAQQQ6A4BPhMBBBBAoEGAQKcGEKoIIIAAAggggAACvUGAe0AAgekJ/PWvf7Vtt93WDjrooOl1re5fccUV06xPW265ZbWNAgIIFBeQWg8kS1m7VMslpYHrOHsluEnK2ir1yCUVCnZa9TPz29bjhlv/ObNz+MnNSybF1spLVn7tpX+lYKeXnnm33E6GAAIIIFBU4M0n/27Xb/N7e+eFf1r2VFU6NLZS2pp5LpPNueBAW+OCTWzAAnNVn+XxbO/fv39dPdoak+Rn8BTtUlaWstx8kWplr5qkyJqS1Lq9qSMNCLStABeGAAIIIIAAAggg0NcE+vW1G+Z+EUAAAQTMDAQEEEAAAQQQ6NMCd9xxh2222WZ23nnnFXbYaKON7L777rM11lij8DF0RACBZgGp9YCylLVLtVxSdWBayspSlsfAdiVJqg6INw6O5+urfjYLduoX/zeoVLL0X8qtvKQWK3nbqy++Z4f8YJK99CzBTmUcMgR6pgBXPVsFsiCn8+zt595Iz9J4qqaZm/wqSpH8+RrPWN9p/ecfYGtcsKkNXHDu6jM8nuv553bUWyWp9i6QsrKU5f4x6d0hKYopSbVyaihvpNbt5d1kCCCAAAIIIIAAAggggEBbCsT/2mrLC+vOi+KzEUAAAQQQQAABBBBAAIHeKhD/7NyIESNs4sSJhW9xv/32syuuuMIGDhxY+Bg6ItATBLrrGqXWA8tS1i7VcklpwDqutTLYLWVtlXrkkuoGyqOtkvKD5inYae9FrF9/WSySTFFISV72pKjI/vriv+zXe062l58j2ClESAgggMC0BN566nW7ftvf29vP/cO7KXueesm8ZL4oUjxzPfWfb4CteeGmNmBBZnJyFlYEEEAAAQQQQKDLBfgABBDoXQIEOvWunyd3gwACCCCAAAIIIIBAZwlwnl4o8Ktf/cq23npre+211wrdXQRJnH322XbYYYcV6k8nBBAoLiDFkHdzfylrl2q5JJOUOktKZSnL43taSZIsyv3797dIUa6kfH21/4uZnRYx9TOLWUVilhEv+dow94jveOX591Kw0ysEO7kPKwIIINBa4K2nX7frt/u9vfXMG/5cjT4Nz1Nv8keqP3JL1n/eOW2tP2xqAwfNXfeszj+nK8/uxlyqPfulrCxluX9E9f0Q5UiSImtKUuv2po40IIBAXxHgPhFAAAEEEEAAgR4lEP9Lq0ddMBeLAAIIIIBAewhwFQgggAACCPQcgb///e+2ww472AEHHFD4opdbbjm76667bLvttit8DB0RQGDGBKTWA81S1i7VcklpADs+oTLwLWVtlXrkkizyVik/iL7a5yrBTn4O80WeTP6feZKZb8urvfLce3boXlPsr8+/ZywIIIBA3xOY9h2//cwbdv1259tbT78Rj02rbPxx7MXy89TMy2ZzxExOF2xiAwbNXfeszj+fWz2/o02SSUrHSVlZklUWSWl/vl4p53NJ+SplBBBAAAEEEEAAAQQQQKDHCfTrcVfMBfcMAa4SAQQQQAABBBBAAAEE2kJg8uTJttlmm9nvfve7wtfzjW98w+6991779Kc/XfgYOiKAwMwJSK0HnKWsXarlkqqD2FJWlrI8BsErSVIaCG81cJ5vW/3zC9iWY4ebyXIzkJTSjCOpoZS2qf7SM+/Yr/ecZH99oSHYyQ9lRQABBPqqwNvPvmHjt/u9vfnk39Oz0h+b2YPTsmepb53GW33tN88ctub5G9vAwfPUzeRUeXZPK5dkktKzXcrKUnNu5UVSuVSfSa3b63tRQwABBBBAAAEEEECghQBNCLSRAIFObfTD4FIQQAABBBBAAAEEEECgdwl099384Q9/sBEjRtgtt9xS+FL23ntvu+aaa2y++eYrfAwdEUBg1gSk1gPPUtYu1XJJabA7PlFS06B3ZaBcyvrlA5sq+/L5GussYFuNG27Z4seYJ2U1L8Zqkjd4eunZd+2wvabYqy8S7FQWIkMAgT4s8PZz/7Drv3eBvfnk60lBkimVYiMvR8rK/eeZw9a6YFMbOGTeuiCn/i3+qdH8MzrKkp/HU74sKU6ckiSTlMqxkWrlqFeS1Lq9sp8cAQQQQGDWBDgaAQQQQAABBGafAIFOs8+aT0IAAQQQQACBegFqCCCAAAJdKHDooYfad7/7XXv55ZcLf8oZZ5xhRx11VOH+dEQAgc4TkFoPQEtZu1TLJaVBbak+j0HwxiQpBUPl22NgPV9fY50FbcsU7FSde8TSUsomJimVohDJ7IWn3rZD95psr730r9SFDQIIINAXBd55/p92/ffOt3889po/KP356AjxrMxKXokZnTyLer+5+tua529iA4fM2ExOUu0ZH89sqVaXamX/mOoqqVrOF6TW7fk+XVzm9AgggAACCCCAAAIIIIBApwkQ6NRplJwIgc4W4HwIIIAAAggggAACCMy4wD//+U/beeed7ac//Wnhg5dZZhmbOHGi7bjjjoWPoSMCCHS+gNR6IFrK2qVaLikFO8VVSErBTFLWJmX1GBjvKPXv3z8dU9m/5roL2lbjFjWZecq2XojVJK+XkyR78al37LC9JtvfXibYyTpl4SQIINCTBN554Z82/nvn2z8f+1vT89GflmbljT8urf/AOWyt8zexuYbWz+QUz97G53C0VZKk9IyWarkkk2SVRVKqS0pNUpanSm4jtW7PdaGIAAIIIIAAAggggAACs0WAD+ksgX6ddSLOgwACCCCAAAIIIIAAAggg0L0C99xzj2222WZ2+umnF76QDTbYwO6++277/Oc/X/iY2dqRD0OgjwlIrQekpaxdquWSqoPcUq0cA+WS0iB5lDtKjYPsa6y7gG0xZpjFrCRmpcqa1cuzOsW+KD7/xNtGsJOxIIBAHxN458U37frvXWD/eOQ1fzb6YzIeiOWUno/h4Y9P32P9BvS3tc7f2OYaNm/T87jx+duvX79qH0mpLNVyKXvGmy9SrezVtEpKeeNGat3e2I86AggggAACbSHARSCAAAIIIFBQgECnglB0QwABBBBAAAEE2lGAa0IAAQQqApdeeqmNHDnSbrjhhkrTdPM999zTxo8fbwsttNB0+9IBAQRmn4DUemBaytqlWi4pBTvF1UlqGhzPD563KjcOtq+13iDbYsxwM1NlNSnKWZJkMl9889zjb9tvxkyxv7/CzE4uwooAAr1c4N2X3rTrt7/A3njkNYsHoT8OTfKHYTlJMpkvvumXZnLa2OYaPl96Lueftfly43NZUuovyaT6ZL5IWZsX0/58HuV8kpSvUu4FAtwCAggggAACCCCAAAIIZAIEOmUObBFAoHcKcFcIIIAAAggggECfEDjiiCPSTE7PP/984fs9+eST7fjjjy/cn44IIDB7BaTWA9RS1i7VcklpwFuqz2MAXVIaNI9yR6lx0H3tLw6yzfccFhOSxLxOFrOUWCylUiqXJyvxlpI9+9hbdtiYyfb6X//tdVYEuk2AD0agSwXeffktG/+9C+31B//qn+NPwWxNz0Tf+POy9nzsN2d/W+v3G7UMcuroORztktLzWsqe5ZU2SRaLpPSsr5TzeZTzSVK+ShkBBBBAAAEEEEAAAQQQ6C0C6T4IdEoMbBBAAAEEEEAAAQQQQACBnifwzjvv2O67724/+tGPCl/8xz/+cbv55ptt1113LXwMHXu6ANffUwWk1gPVUtYu1XJJdQPglQHyfB7ljlJTsNOXBtnmY4abHE+KbSqYJE9R9mRZ+blHY2anyfb6qwQ7hQoJAQR6l8C7r7xl42Mmp4f+apL85jxla1aPNk+SrN+c/VKQ09yLzJ+ClhqfrY31yjNZ8mP79Uvnk+rL5ouktM+LTXm05ZOkfJUyAggggAACCPQpAW4WAQQQ6BsC/frGbXKXCCCAAAIIIIAAAgh0IEAzAj1UYOrUqWkWp5iZqegtrL/++jZlyhT74he/WPQQ+iGAQDcLSK0HrKWsXarlktIAuFSfx0C6pDToHuWOUuMAfMzstNmewy3N6FSK6UvKM5Z4MU315JvY56329CNv2uFjJtsbrxHsZCwIINBrBN575W27fvsL7fUHXoknXu55mCZxytX9wdhfttZ5G9ncixLk1Gt+AbiR3ifAHSGAAAIIIIAAAgj0CgECnXrFj5GbQAABBLpOgDMjgAACCCCAQPsJXH755TZy5Ei77rrrCl/cbrvtZjfeeKMNGzas8DF0RACB9hCQ1PJCpKxdquWSUrBTHCBlZUkpyEnK8o4CnaK9MdjpU18aZKP3XMT8pJ589XPIfClvpFQw+X9PP/ymHT5miv3jb+97B1YEEOhpAlxvvcB7f33bxu9wof196iu+I55ynpH36c0AABAASURBVJSK5o88i8ef5A2e1L+frX3eRjbPYguk523js7Sx3q9fv9RPUjWX6svmiyT/HHnJmnJrWKSsX0MzVQQQQAABBBBAAAEEEECg1wkQ6DRrP1KORgABBBBAAAEEEEAAAQRmq8Axxxxjm266qT399NOFP/f444+3k046qXB/OiKAQJNAtzdIrQewpaxdquWS0oC4VJ/HwLqkNKge5Y5S44D8p9YfZKP2GGZW8rUU8zeZFzx5g1ej4Ml3+vaph/5ph+81iWAnt2BFAIGeK/Deq+9kQU73v1y+iewZV33medXXNKOT+snWPu87Ns/iBDmVscgQQAABBBBAAIGeLMC1I4BADxAg0KkH/JC4RAQQQAABBBBAAAEE2luAq5sdAv/6179sr732sr333rvwx33sYx+z66+/3vbcc8/Cx9ARAQTaV0BSy4uTsnaplkvq1GCnT395IdvsB4uUz+mXIU8m848x33pFnszLZk8+9KYdOW6K/fPvzOxkLAgg0OME/vXaO3b9jn+wv98fMzlZeq4pbb0cD70oy8tm1q9/P1vr3O/YPEssaP369bPGQNHGevSJJCn1l2RSfdl8kbJ2L6b9+TzK+SQpX6WMAAIIdLEAp0cAAQQQQAABBLpfgECn7v8ZcAUIIIAAAr1dgPtDAAEEEEBgFgUefvhhGz16tP32t78tfKYvfOELNnnyZPvqV79a+Bg6IoBA+wtIrQe0paxdquWS0gC5VJ/nB9mj3FFqHKD/1JcH2cjdh1ma0SSmMkkzOsUMT1kKvay5ZI9PfcOOGDvZ3nydYKdwISGAQM8Q+Nff3rXxO/7BXrvnRYuHXTzTspQ950qVB6A3RnGtc75t8348F+TUr18KYIrnauMzNNoiSUp9pOzZXGmTZLFISs/uSjmfRzmfJOWrlBFAAAEEEEAAAQQQQACBPiFAoFOf+DG3901ydQgggAACCCCAAAIIINCxwJ///GcbOXKkXX311R13atiz00472a233mqLLbZYwx6qCCDQGwSk1gPbUtYu1XJJacBcqs8rA+uRTys1DtR/+isL2cjdh5vJfJFJ8txM/p9VFm+L+hNT/2lHjJ1ib73xQdrDBgEEEGhngX//vRLk9FL5iRZPssoVR9mTou4bX9c+79s275KDUtBS47OysR7PWUkmKfWXmsvmi5S1ezH1zedRzidJ+SplBBBAAAEEEEAAAQTaRoALQaCrBQh06mphzo8AAggggAACCCCAAAIITF+gZY+YwWnTTTe1xx9/vOX+Vo1HHXWUnX766a120YYAAr1IQGo9wC1l7VItl5QGzKX6vDLwHvm0UuOA/We+GsFOi7hmKSY88TzWUmzKqVwulezx+9+wI8dOtrf+QbBTGYcMAQTaUODfr79n43e6yF6b8kJ1Jicv5K40e675Y83bSrb2Od+2+ZZaKAUtNT4jG+uNz1cpexZHu5SV/aTV53SlnM+jnE+S8lXKCCCAAAI9S4CrRQABBBBAAIFZFCDQaRYBORwBBBBAAAEEZocAn4EAAgj0LYH//Oc/Nm7cONtrr73sww8/LHTzw4YNs2uuucb23nvvQv3phAACPV9Aaj3QLWXtUi2XVB1El2rlykB75NNKjQP3n/rygjZi90X8nGZ+NjPfmi9KKbZRkLfKHr3vDTtq3BR7+58EO7kKKwIItJnAv994z67f6SJ7dfILfmX+3IpnpD+9zHNvMPlGaWsmyT51zndsvqUXKhzkJPnRnuIZKzWXzRcpa/di+ox8HuV8kpSv9sIyt4QAAggggAACCCCAAAIITFuAQKdp+7AXgZ4hwFUigAACCCCAAAII9BqBmL1p9OjRduyxxxa+p89//vM2adIk+8Y3vlH4GDoigEDvEJBaD3hLWbtUyyWlAXSpPq8Mvkc+rZQPdopyzOy06a7DrVT9L5v/pFQqt0TuyXfbI3e/nmZ2euef/+kd8N11F3wuAgh0qsD7//hXmsnplbueTw+w9PTy51YtT83+GEstttbvvmnzLp39c3WNz8t4Lja2SUoBUdEuZc/efNl8kbJ2L6ZndD6Pcj5JylcpI4AAAggggAACCCCAQG8V4L6mKUCg0zR52IkAAggggAACCCCAAAIIzD6Ba6+91kaOHGlXXHFF4Q/dbrvtbOLEibbUUksVPqa3duS+EOirAlLrgW8pa5dquaQ0kC7V55WB98inlRoH8j/91UEWwU5+NlPlBxDn9prkLSmZRfboPW/YkeMm2TtvEuxkLAgg0O0C7//zXynI6dW7nk/PKItHVtootp6yPLtQ2dpnfcvm/8TgauBS/nmYL1eeoZKqfSU/l6fYJ2Vl80WqL3uTSYqsKUmt25s60oAAAggggEAfEOAWEUAAAQT6tgCBTn3758/dI4AAAggggEDfEeBOEUCgzQVOPvlk23TTTe3hhx8ufKWHHXaYnX322YX70xEBBHqvgDTtAXAp2y8pDaJLzXllAD7yaaX8gH6UP/u1wbbxLsNyuNnMJ1YqeZunWFMq2SNT3rCjx022d98i2MlxWBFAoJsEPnjz33b99y+2V+54Lj2qKo+rNH+TV/yR5VeWbb1ga5/5TZt/WYKcwoLUIwS4SAQQQAABBBBAAAEEerUAgU69+sfLzSGAQHEBeiKAAAIIIIAAAt0j8L///c/23Xdf23333e39998vdBGDBw9Osz7tt99+hfrTCQEE+oaApKYblWptUlaW1KnBThEU9X8bDraNdx5uSlcgz2Xmn+ObbE3V2Jg9NPl1O3rvyfbe2/81FgRmvwCf2NcFPnjr3zb++xfbyxOfs3hOSYrMy+ZLlD2ZzLzdfFn7jG/Y/MsR5OQUrAgggAACCCCAAAIIIIBAWwgUC3Rqi0vlIhBAAAEEEEAAAQQQQACB3iXw9NNP2+jRo+3II48sfGOf+cxnbNKkSbbRRhsVPoaOCBQWoGOPF5B8cL7hLqRam5SVJfkYfusUgUuSqv/kUtSLpP/7+mDbaOfhFtOjpDmdSjEbiqdYU0ob8w724F1/t6PGTbL33iHYyUFYEUBgNgl88Nb7Nn6ni+2l257xR1H2TCr5s8pXr8dF+NPLK771esnWOv0bNv/yQ6rPw5jFrvI8zJcrbZKqfaXsGRv7pKxsvkj1ZW9Kz+PIG5OkxibqCCCAAAIIIIBA5whwFgQQQKAHCxDo1IN/eFw6AggggAACCCCAwOwV4NMQ6EyBCRMm2MiRI+2yyy4rfNott9wyBTktu+yyhY+hIwII9D0BqXlgXKq1SVlZUhpcl5rzysB85B2lGOSPlN8fwU4b77KI+RlNkuN7ijWltPE2S/seuuvvdszek+1fBDsZCwIIdL3Af95+367f+RJ7+fZn0zPIN2blx1LlcVVp8OYU5LTACgQ5GQsCfVSA20YAAQQQQAABBBBoXwECndr3Z8OVIYAAAj1NgOtFAAEEEEAAgYICp512mm266aY2derUgkeY/epXv7Lzzz+/cH86IoBA3xaQYpi+3kCqtUlZWZJJrVMEMEmqzk4S9VapVbDTd74/LM2G4ptszSZOSWXzJc2g4vkDd/wtBTv9+11mdnIOVgR6ikCPu87/vPOBjd/5EnvxlqfNH0cWz6B0E14plVPaERtvWPPUDa2jIKdWz0FJ1WellD1To5+Ulc0Xqb7sTen5G3ljktTYRB0BBBBAAAEEEEAAAQQQQKAsQKBTGaLrMz4BAQQQQAABBBBAAAEEEDD7yU9+Yrvssou9++67hTgWWGABu/TSS+1nP/tZof50QgCB7hZon8+XmgfKpVqblJUlpcF2qTmvDNRHPq3UGOz0uW8Mse98f7j5Gc035qdOyWRmXpFkMl98MzWCnfaZYv9+70NvYEUAAQQ6V+C/71aCnJ6xePD4Y8ek2Jp5wVd5MjOZL7K1TtnQFlxxaDVwKf98i3Kk/PNQUrWvJJOyupSVzRepvuxNqV/kjUlSYxN1BBBAAAEEEEAAgbYU4KIQQKC7BAh06i55PhcBBBBAAAEEEEAAgb4o0Ifv+fnnn7ctttjCDjvssMIKa621lt11113pn7grfBAdEUAAgZyA1DxgLtXapKwsKQ26S815DOhLqg7kR71Vahz8/9w3h9i3doyZncxKacaUtEmVmE3Fa142X0p2/+2v2jF7T7L3/0Wwk4OwIoBAJwn8973/2HU7X2Iv3PyUn9GfOtnqz6QoZCk9j7wYkzmtefLXbMGVWgc5tXruSao+G6Xs+Rn9pKxsvkj1ZW9Kz9vIG5OkxibqCCCAQM8V4MoRQAABBBBAAIEuEiDQqYtgOS0CCCCAAAIzI8AxCCCAAAK9U+Dmm29OwUoXXXRR4RvcbLPN7J577rEVV1yx8DF0RAABBFoJSM0D51KtTcrKktLgu9ScVwbuI59Wagx2+vy3smAnP2U6t2/SJUr+GakUmyjLpt6e/TN2H/ybYKdQISGAwKwJ/PdfWZDTizc9bUqn8m22mhSFSOblLK150tds0ModBzk1Pt8kzVKQkzUskl9PQxtVBBBAAAEEEEAAAQQQQACBZgECnZpNaGlfAa4MAQQQQAABBBBAAIEeJ3DWWWfZJptskoKWil78AQccYBdffHHR7vRDAAEEpisgNQ+gS7U2KStL8kH/1ikCnCRVB/aj3io1BgOs8+2F7Vs7DC/PoGJpSTOopFJsSjGRiqeS3X/bq3bMuMn2wfsfxQ4SAgggMFMCH/77vzZ+50vthRufTM+WmLApTSHnBV+z55HvSas3rHnCBjZolY6DnBqfdZKqz0Kp+ZlpvkhZuxfTczWfRzmfJOWrlBFAAAEEEEAAAQQQ6CsC3CcCMyVAoNNMsXEQAggggAACCCCAAAIIIDB9gZ///Oe244472ltvvTX9zt5jnnnmsQsvvNB++ctfeq2jlXYEEEBg5gSk5oF0qdYmZWVJaVBeas5jsF9SdYA/6q1SY7DT5789xL61wyJmMl9kkicvmbJNZEoV2X23vWrH7j3J/kOwU+CQEEBgBgU+fP+/6Z+re/7GJ/3IeLJkyeIZo7Q1yQvmyfM1f/tVG7TqsOpzrfH5Fc+4fJukal9JJtXXzRcpa/di2p/Po5xPkvJVyggggAACCOQEKCKAAAIIIIBAKwECnVqp0IYAAggggAACPVeAK0cAAQTaQODll1+2rbfe2g4++ODCV7PaaqvZnXfeaVtssUXhY+iIAAIIzKiA1DygLtXapKwsKQ3OS815DPpLqg70R71VygcGxP7Pf3uwffN7wyxmVanO6FTyqsWMTlmKfV61e2951Y7Ze5L99wNmdgohEgIIFBP46IMP7bqdL7XnJjyZHiexyZ4u8bDxlK3ZjE6lkq1x3FdsodWHV59njc+teHbl2yRV+0rNz0fzRcravZieo/k8yvkkKV+lPKMC9EcAAQQQQAABBBBAAIE+KUCgU5/8sXPTfVmAe0cAAQQQQAABBBDoWoHbbrvNRo4caeeff37hDxoxYoTdfffdFsFOhQ+iIwIIIDCTApKajpRqbVJ91r2nAAAQAElEQVRWlpQG6aXmPAb/JVUH/KPeKuUDBKL8+e8MsW9sPzw7r/kiT6bqf+al8mr33fKqHbv3ZPvvf/5nLDMuwBEI9DWBj/7zoV2786X2/IQn4jFilU32hDFfZNHmW5NkMZPT4DU6DnKKZ1akyrNNUvWZJymdI7/PfJGydi+m/fk8yvkkKV+ljAACCCCAAAIIIIAAAgjMlEBfPIhAp774U+eeEUAAAQQQQAABBBBAoEsEzj33XNt0001t0qRJhc//k5/8xC677DKbc845Cx9Dx1kW4AQI9HkBqXmAXaq1SVlZUhqsl5rzGOCXVB34j3qrlA8UiPI63xliG243NCZuislWLDal3NaLaV/JG++5+a927N532Yf/JdgpXEgIINBa4KP/fpTN5DT+cYtnR+rlz5Ds+RJzOkWLN2SrrXHsl6c5k1M8q/LPM0nVZ53U/Dw0X6Ss3YvpuZnPo5xPkvJVyggggAACCCDQdQKcGQEEEECgFwoQ6NQLf6jcEgIIIIAAAgggMGsCHI0AAjMj8Mtf/tK22247e+ONNwodPnDgQDvvvPPs17/+daH+dEIAAQQ6W0BqHmiXam1SVpaUBu2l5jwCASRVAwCi3irlgwai/IWNh9rXtxtmJvNFKatsvSGrK0pm99z0qh279yT76EOCnTIRtgggkBf4XzXI6QmLh4dUfnikTN6UpWyn2ZrHfNkGr7lIem7F8yhS/rnVWJeU+kYfyc/lKcqRJFkskkxSFJvy1JjbSFm/XBNFBLpRgI9GAAEEEEAAAQQQQKDnCRDo1PN+ZlwxAgh0twCfjwACCCCAAAII5AReffVV+973vme/+MUvcq3TLq600ko2ceJE23rrrafdkb0IIIBAFwtIzQPuUq1NysqS0uC91JxXBvsjn1ZqDB74wiZD7WvbDPU7LFnlv5h9xSuxWimmZfEU+d03vGLHjptkH31U8v6sCMwmAT6m7QX+9+H/7NpdLrVnrn2s/Mzwp0g8N+LK0+Oi8nSJSsnWOHp9G7xWFuTU6nmVf05J2fMu+klZWarP42OkrK1SzudRzidJ+SplBBBAAAEEEEAAAQQQQACBmRDo9ECnmbgGDkEAAQQQQAABBBBAAAEEeqTAnXfeaaNGjbJzzjmn8PVvtNFGNmXKFFt77bULH0NHBNpRgGvqPQJS88C7VGuTsrKkTg92Wm/TYbbhtsPNz5yS+ba8miSvynOz2Ey58RU7btxd9j+CnYwFAQTMSh/9z67b5VJ79trH/REh843Fkh4dUUhJlv1ntsZR69uQtRdNszNFQFOkCGKqpMZ6pb2SS0rHRl2SxSLJJEWxKU+NuY2U9cs1UUQAAQQQQAABBHqEABeJAAIItJsAgU7t9hPhehBAAAEEEEAAAQR6gwD30AcELrjgAtt0003TzExFb/eHP/yhXXHFFTbPPPMUPYR+CCCAwGwRkJoH4KVam5SVJaXBfKk5rwz+Rz6t1BhM8IVNh9oG2wyzmHfFfFtes9lZ4u7TRCy+8XXKhFfs2L3vstL/vBL7SAgg0CcF4hlw7S6X2dPXPJYeG1byZ0Ik14jMa16KNZ4sJVvjyPVtyKeyIKdWz6f8c0nKnm/RT8rKUn0eZ5aytko5n0c5nyTlq5QRQKB3CXA3CCCAAAIIIIAAArNZgECn2QzOxyGAAAIIhAAJAQQQQACBni1wyCGH2FZbbWWvvfZaoRuJwbOzzjrLjjjiiEL96YQAAgh0h4DUPBAv1dqkrCypC4KdFravbTPMb1tm2WqSF8wXzyV5PcpmU65/xY7be1KKa/AWVgQQaGuBzr+4UqmU/XN11zxWfS5EQVL6MEmmKJU3a0aQ06drQU7xd1kEMVVSY73SLinN4CRlebRL6aQmKSXzRZJvrVq3hkXK9jc0U0UAAQQQQAABBBBAAAEEEJhJAQKdZhKuSw/j5AgggAACCCCAAAIIINCWAq+//rrtuOOO9rOf/azw9S2//PJ2++232/bbb1/4GDoigEAfEWjD25SaB+SlWpuUlSWlQX2pOa8EA0Q+rZQPLohyzOz01a2GptlZYjaWCGaIaKbIs+S7fEfMzzJp/Evpn7FrQ0IuCQEEuljg2p0vs6f//KjFs6AUz4SUvBYV/+z0vPDcO9jqh69nQwoGOUnZ8yyeW5KqQU5S1m7lRarVJaVWKctTJbeRWrfnulBEAAEEEEAAAQQQ6AsC3CMCCHSqAIFOncrJyRBAAAEEEEAAAQQQQKCzBNrtPFOmTLFRo0ZZzMxU9Nq++c1v2uTJk+3//u//ih5CPwQQQKDbBaTmgXmp1iZlZUmdHuy03sih9tWth5lcQfKtJ6mSm6WiZfVJ41+24/a+y1gQQKDvCFy7y6X29NWPWnoMZBtLz4VsY7GkohdW/816NvSzi6WApQheioDKyCspX5dU7SdlZSnLo78k/5xaMl8k+dZSu7VYpGx/i100IYAAAgg0CFBFAAEEEEAAAQRmRIBApxnRoi8CCCCAAALtI8CVIIAAAgjMRoGLL77YNt10U7vlllsKf+rYsWPt6quvtgUXXLDwMXREAAEE2kVAah6gl2ptUlaWlAb5pea8EhwQedEUgQcR7PTlLYfGZE4ZR8zS4slXixla0qYUu0o26dqX7HiCnQKDhECvF7h2l8vsyase8fv0B0Ba0yY9EtIDIz0kvOrNqx+2ng39v1kLcpKy55p/YFqlWl1StS0VGjZStr+heWarHIcAAggggAACCCCAAAIIIJATINAph0GxNwlwLwgggAACCCCAAAIIdI7Ab37zG9t8883t5ZdfLnzCU0891Y455pjC/emIAAIItKOA1DxQL9XapKwsaZaCnSK4KVIlGCrKXxw1zL6y1bCMpXp+r8qT+SatsZHdde1L9tt9JsUOEgII9FKBa3f7oz111SP+7ffvvW8tngsm88xMZuYFyQu+rnHoejb0c7MW5FR5Hpkvkvz0WfJqKufzKOeTpHyVMgIIIIAAAggggAACCHSKACdBoCZAoFPNghICCCCAAAIIIIAAAgggUBV48803bZdddrEf//jH1bbpFZZZZhm79dZbbeedd55e19mzn09BAAEEZlFAah6wl2ptUlaWlAb/peY8AgYkVf9ZqKhPL2XBTkPty9+NmZ1KVipFymZq8VIqRJ7azezOv7xov/0h/4ydU7Ai0OsEIsjpySseThO6Zd/5UvYMyD8XUrlkqx/yBRv6+Y6DnPLPHknV55KUlaXaM8x8kZrr3pyed5E3JkmNTdQRQAABBBCYPQJ8CgIIIIAAAn1IgECnPvTD5lYRQAABBBBAoF6AGgIIINCRwH333WejRo2y0047raMuTe1f+9rXbNKkSfaFL3yhaR8NCCCAQE8WkJoH7qVam5SVJaXBf6k5j+ACSdWggqg3pghuyrdF/YubDbMvf3eY+Yk9+SpPFhtPnislS8ud17xkJ+zLzE4Jgw0CvUTgut3/ZBHkFLejtFH2rZdXyskfLSbJVjtkXRu2zuLV50w8Q/LPlChX2iRV+0lZWVI6T/QzX6SsLslrlvaZL1JW92LdKrVur+tEpdsE+GAEEEAAAQQQQAABBBDoPQIEOvWenyV3gkBnC3A+BBBAAAEEEECgTwr88Y9/tE033dRuuOGGwve/xx572HXXXWcLL7xw4WPoiAACCPQkAal5AF+qtUlZWVIKBpCa8wgekFQNLoh6Y6oEIVTao/6l0cNs/c39+VoyiyldYianyKMS5Wj2PWm94+oX7USCnZLFDGzoikBbCly3x5/s8csfql5b+q6XYuvJ17Qjck+rHbSODV93ierzJZ4dledIPpeyZ1OlTVI6RsraJVkskqrPsko9n0c5nyTlq5QRQAABBBBAAAEEEEAAgXYU6DXXRKBTr/lRciMIIIAAAggggAACCCAwqwJHHnmkjRw50p5//vnCpzrhhBMsUuED6NjDBLhcBBCoCEjNA/lSrU3KypKqAQJSfTmCCySlwIIot0qNAQpR/9Lmw+1LWww1U6xp40WZ5Mlqi7wYwU4n/Wiyl1gRQKCnClz3g8vticsftvhOW24rRYsnz+XtntnqB69rw9ebdpBTPEcanzeS0rNI8jN5iv1SVpay3HyR5FszKcutYZFatzd0o4oAAggggAACbS/ABSKAAAII9BQBAp16yk+K60QAAQQQQAABBNpRgGtCoJcIvPvuuxazMu27776F72jJJZdMsz7FcYUPoiMCCCDQwwWk5gF9qdYm1ZclpeAAqZZXggki7yg1BiVEff3Nh9sXRw+1mMXJSrH1lPIKqte9WPK2iX9+3k7aj3/GzjlYEehxAtftebk9/scH/Wuefadj9ra4iZJv4vud6v49j72r/vLzNuwL0/7n6uI5IykFNUU5kpTVpdqzyXyRmuvenJ5jkTcmSY1N1BHovQLcGQIIIIAAAggggAACbSJAoFOb/CC4DAQQ6J0C3BUCCCCAAAIItL/Agw8+aKNGjbKTTjqp8MV++ctftjvvvNMiL3wQHRFAAIFeIiA1D+xLtTZJKShA6jjPBxpEuVWK4KZ8e9TX32K4fWnzYeYfYGZ+/pSsvETdTJKZySZe9YKd8mNmdjKW2SLAh3SOwPi9rrDH/xj/XJ1M8pQ7rbwspa2ZZ6v94vO2yBc/Xg1gimdE/pnRUVlSOkaSSfVlKWszXyT51lIfa7FI2f4Wu2hCAAEEEEAAAQQQQAABBBDoQoHuDHTqwtvi1AgggAACCCCAAAIIIIDA9AWuvPJK23TTTe26666bfudyj5133jnN5LTooouWW8gQQGA6AuzuhQJS8wC/VGuT6suSUrCAVMsjCEFSCjiIcqvUGLgQ9Qh2Wm+zoZZmdcnmd/JyttbP+GJ225XPE+yU0bBFoO0Fxo+50h699MHsqx3f7TRrU+2y0/fb26PDqgd+3hb50rSDnOJ50fhckZSeOVLtWWS+SM11b07Prcgbk6TGJuoIIIAAAggggAACZhgggAACs0WAQKfZwsyHIIAAAggggAACCCDQkQDt3SVw7LHH2sYbb2xPP/104Us45phj7NRTTy3cn44IIIBAbxaQmgf6pVqbpBQkIHWcRxCCpBR4EOVWqTFYIepf/u5wS8FOfqystkRZSlszz3y126983k796RRjQQCB9hUYP/ZKe+zSB63y9TWTSZ4sFsXGYivfrvLzz9mi689akFPlWSP5GXMpPkhSZCZlearkNlLr9lwXiggggEAHAjQjgAACCCCAAAIIdIYAgU6docg5EEAAAQS6ToAzI4AAAggg0MkC77//vo0ZM8bGjRtX+MyLLbaYXXvttTZ27NjCx9ARAQQQ6AsCUvOAv1Rrk+rLklLwgFTLI+BA0owHO225iK07cuE0v4ulpeRlT6Vs3hevWBRLvrntT8/aqT/ln7FLTGwQaDOB8eOuskcvfsBK/l2N72t8d2PWpijHtznKcclRXvXn/2cf+8qS1edFBD7GMySfKm2Sqv2krCxlzx4rL1JWl5RapPo8NeY2hGBd9QAAEABJREFUUrY/10QRAQQQQAABBBBAAAEEEEBgNgsQ6DSbwTv74zgfAggggAACCCCAAAIIFBd49NFHbdSoUXb88ccXPmi99dazO++80zbccMPCx9ARAQQQ6GyBdj6f1DzwL9XaJDUFN0n1bRGkIKkalBD1xlQJXsi3f2WrRewLIxe2bPFzmic/j3meVnkp6p5uu/x5O31/ZnYyFgTaSOD6vbMgp+r3NRXiAuWlSFHO0mo//z9bdBaDnCrPD8nPnUvxCZIiMynLUyW3kVq357pQRAABBBBAAAEEEEBglgU4AQIITF+AQKfpG9EDAQQQQAABBBBAAAEE2lug0NVdffXVtummm1rkhQ7wTjvssIPdcssttsQSS3iNFQEEEECgIwGpOQBAqrVJ9WVJKZhAquURgCCpcLBTBD5F+srWi9o6I7Jgp5jxJWaBSTPAeMVXS/WsYLf88Vk7/WcEOxkLAm0gcP0+f7aH/zDVv67+BY01UlyX595opfRfNJitsv9nZznISVJ2Mt9Kqj6DvJrK+TzK+SQpX6WMAAIIINB9AnwyAggggAACCCBg/TBAAAEEEEAAgd4uwP0hgAACCJxwwgm2ySab2OOPP14Y4/DDD7czzzyzcH86IoAAAn1dQGoOBJBqbZLqggmkrC7V8hkNdor+kb66zaK27sihJv8hSGlrUUmlqGcFk2S3XvasnfFzgp2MBYFuFJjww6vtkT9MTd9J31gkSZF52XyJsicvrfLTz9piGyxVDYKMAMf43udTpU1StZ+UlSU/j6foL2VlKcvNF0m+Nf/sLLeGRWrd3tCtTapcBgIIIIAAAggggAACCCDQ+wUIdOr9P2PucHoC7EcAAQQQQAABBBDotQIffvih7bPPPrbnnntalIvc6PDhw+2qq66yfffdt0h3+iCAAAII5ASk5oAAqdYmqRpMIGVlqT6vBCNE3lGqBDXE/kr5K1svYp8fsXA2g5OVYkIYL3tWinLJzPOY3clrdsulz9qZBDvlfnIUEZh9AhP2vdoeuuD++Jb6d9S/kf7d9IKvJU9+Hd7k31wvl2yVn3zGFvva9IOcpOw5Es+ESJJSwJOUtUuyWCSlZ5CkqKZyFKSsHuV8klq35/tQRgABBBBAAAEEEEAAgTYT4HJ6vQCBTr3+R8wNIoAAAggggAACCCDQNwWeeOIJGzVqlB199NGFAdZZZx2744477Nvf/nbhY3pLR+4DAQQQ6CwBqTkwQKq1SaoLLpCyulTL84EKUW6VKgFOsa9Sjpmd1hkx1G9FZrGmlDZel0mezBeZ3Xzps3bWAXd7hRUBBGaXwIQfXZOCnMy/g76a5NuUzMuezBdvMpOt+uPP2GIbLp0ClvLf8yhHiu99pCjnk6R0jCST6stS1ma+SPKtpT7WYpGy/S120YQAAggggECPFuDiEUAAAQQQ6OkCBDr19J8g148AAggggAACs0OAz0AAgR4mcN1119mIESPsiiuuKHzl2267rd1+++22zDLLFD6GjggggAACrQWk5gABqdYmqRpcIGVlqeM8H8TQUbkS8PDVbRe1z20yJCaEKc8Y49cYM8SUYrYYT15NOzy/6ZJn7KwDCXZyClYEulxgwn7X2IPn35d9jn8nfU2zNvkm+756g6+pvMp+n7bFvl4Lcmr83le+79EuKQU25ctS7XlivkjNdW+uPoeinE+S8lXKfUuAu0UAAQQQQAABBBBAAIE2FyDQqc1/QFweAj1DgKtEAAEEEEAAAQTaR+CUU06xjTfe2B5++OHCF3XIIYfYOeecU7g/HRFAAAEEpi8gNQcKSLU2SdUgAykrS7U8ghamlyLYIVKlX6W8wXYfs89tsrDJL9NPaZWCpFTMNt4ss5svfsZ+9wuCnazQQicEZk7ghh//xR76/f3lr55/8bLVpChkSZLXzSLIafFv1Ac5Vb7b8V3Pl6PemKQ4j1Lwk5SVpSw3XyT51vyzstwaFql1e0M3qggggAACCCCAAAIIIIBALxZo71sj0Km9fz5cHQIIIIAAAggggAACCMyAwH777We77babffDBB4WOGjJkiP3pT3+yn/70p4X60wmBaQqwEwEEmgSk5oABqdYmqRpsIGVlqeO8MaChVb0SBLHB9z5mn91oiJVKJfNNSlH2mpfjUktZs5XsxouetrMJdgoUEgKdLhBBTg+cd69/07LvXPoC+hfRV/8O+rb8HY3v50o/XNumFeSU/85LSs+PSpuU1aUsjxuRsrKkqKb+UZCyepTzSWrdnu9DGQEEEEAAAQQQMAgQQAABBLpVgECnbuXnwxFAAAEEEEAAgb4jwJ0i0JUCzzzzjI0aNcoOP/zwwh/z2c9+1iZOnGibbLJJ4WPoiAACCCAw4wJSc+CAVGuTVBd8IGV1KcsjiEFSmp0lyq1SBDdFquyrlL+2/WL2uY2Hmn9ASpKf0ypLpRy5UrDTOQfdU9lJjgACnSBww0+utQfOi3+uLvue+VcwO6vMfDXJtymZrbLvp+zj3/pE3Xe98l2O73aUI0W5MUlK55KUjpdqdUkWi1SfR1s+Sdn+fBtlBBCYOQGOQgABBBBAAAEEEECgKwUIdOpKXc6NAAIIFBegJwIIIIAAAgjMpMANN9xgI0aMsMsuu6zwGbbccku76667bIUVVih8DB0RQAABBGZeQGoOIJBqbZJSkEJ8gpSVpVoeQQ1SfT3appUqAREbbP8x++x3FjYrxWwynuJDyqmU8thGMrvhwqeMYKeEwqbrBPrMmW/86XX2wLn3lu83vmO5759XffWvpW/9u7ny3mvbEt9aJgUpVb7Xle9wpV7JJaXnRdSlrCzV8vhAqbleaY+8MUlqbKKOAAIIIIAAAggggAACCCDQpgI9JNCpTfW4LAQQQAABBBBAAAEEEOhWgTPOOMM23nhjmzp1auHr+MUvfmHnn39+4f50RACB2SnAZ/VmAak5kECqtUlKwQthIGVlqZZXghryeZTzqTEwolL/2g4fs89utHA6v9IHxMa87smiJVKUs2Cnc3/FzE7GgsAsCNy4/3U2tRzkFN8ulb9nSuf0bbaaJIsgp49/p9hMTpLqgqHi+y8pnSdflrI280WSby31sRaLlO1vsYsmBBBAAAEEEEAAgS4T4MQIIIDAzAsQ6DTzdhyJAAIIIIAAAggggMDsFeDT6gT2339/+/73v2/vvfdeXXtHlQUXXNAuvvhiO/DAAzvqQjsCCCCAQBcLSM0BBVKtTVI1GEHKylItrwQy5PMo51MluKnSVql/bYfF7NPfGmKluMfypuR5yVsi1ZpLNuGCJ+28gwl2ChMSAjMqcOPPxtv9Z/v3x79g8d3yr1n5W+a1qHitvNpKY9e0j2/UcZBT5XscuaRqkJOk9KyQarn5IjXXvTn1jbwxSWpsoo4AAgi0hwBXgQACCCCAAAIIINChAIFOHdKwAwEEEECgpwlwvQgggAACfUPghRdesC222MJ+/etfF77htdde226//XbbbLPNCh9DRwQQQACBrhGQmgMLpFqbpGpQgpSVpVqeD3iQVA18iPZKqgQ3NdY33Gkx+8y3h5jJfFGW+bZS8kYzP2fUJ5z/lP3+kHuNBQEEigvc9PPxNvXse0xxiG+UlbwWJU/yYqyerzRmDVty42XrvsP5726UI8X3WFJdv0qbJJOak/kiybeW9luLRcr2t9hFEwIIIIAAAggggAACCCCAQBsLEOjUxj+cTr40TocAAggggAACCCCAQI8XuOWWW2zEiBF20UUXFb6X0aNH26RJk2yVVVYpfAwdEUAAgR4s0CMuXWoOMJBqbZKqwQlSVpZqeSXIIZ9HOZ8qARKVtkp9w50Wt099c0hySpPLxNQyKaUmi2JqL5Xs+t8/QbBTmYUMgekJ3HTA9XbfWXdbyb872Xcof0S0lOLrlRpXGrOmLbXJcnXBS5XvaOU7G7mUfe+jHEnK6lLHeXyApMiqz5FUyW2kbH+uiSICCCCAAAIIIIAAAj1NgOtFoM8KEOjUZ3/03DgCCCCAAAIIIIAAAj1L4Oyzz7aNN97Y7rnnnsIXHv+8XQRFxcBZdhBbBBBAAIF2EZCaAw2kWpukapCClJWlWl4JesjnUc6neP63qn/9+1mwk5/O/IxOIk+WylmbmXlBphTsdP6vmdnJWBCYhsBNB06wCHKy+N5Eir6eV7L4Lpll2xX3XMOW2qTjmZziO9v43Y22SpL8PB0k80WSb82kLLeGRWrd3tCNKgIIIIBAjxfgBhBAAAEEEECgtwoQ6NRbf7LcFwIIIIAAAjMjwDEIIIBAmwoceOCBtv3229tbb71V6ArnnXdeO//88+3ggw8u1J9OCCCAAALdIyA1BxxItTZJ1WAFKStLtTwCHySlWWGkLI+2fGoMmKjUv77z4rb2N4ZYzDGTUikmc/JSzEaTS97Bxp/7hF1wKMFOxoJAC4GbfjHB7j1jSnyBLM3mFN8f75fK/gXyamxTWvEHq9vSI5jJyXm6f+UKEEAAAQQQQAABBBBAAIEeKkCgUw/9wXHZ3SPApyKAAAIIIIAAAgjMXoFXXnnFttpqKzvooIMKf/Dqq69ut912m2255ZaFj6EjAggggED3CUhq+nCp1iapS4OdPvXNhc0/wfxjsuuQTPIWT6lRlrLx5zxhFx52n7EggEBN4OZf3mD3nTElfUcsvitpo9ha+gqZyp1lK+2xui09cvkUmFgJRqwEHlbq08olmdQ6xYdIiiz1SYWGjZTtb2imigACCCCAAAIIIIAAAn1YgFvvmQIEOvXMnxtXjQACCCCAAAIIIIBArxeYOHGijRgxwi644ILC9zpy5Ei76667bM011yx8DB1nWIADEEAAgU4XkNR0TqnWJqkavCBlZamWR3CEpBRAIWV5tOVTY0BFpV6Z2ckqS6lkpSh7nk1R41tv8NWuO/txgp3ChoSAC9x80A12z2mTLb4qkcpfnPSFie9LVveOvq64+2q29KgZD3KSat9zqXXZT1/3fIh6Y5LU2EQdAQQQQAABBKYvQA8EEEAAAQTaUoBAp7b8sXBRCCCAAAIIINBzBbhyBBDoDIHf//73tvHGG9ukSZMKn26//fazSy+91Oaaa67Cx9ARAQQQQKB9BKTmQASp1iapLphByupSlkdQk6SZC3baJf4Zu4VN5oufo5JbtHjFmyySeTmCnf5wODM7GUufFrjlVzfaPadNsfhOxHcjUpTNC5JM5ovnvrVP7raqLbPZjAc5xXc6kiSTWqc4v6TIUp9UaNhI2f6GZqoIdIIAp0AAAQQQQAABBBBAAIHuECDQqTvU+UwE+rIA944AAggggAACCExHIP6Zum222cbeeOON6fTMdg8cONDOPvtsO+yww7IGtggggAACPVZAag5IkGptkqrBDFJWlmp5JSgin0c5nyozOVXaKvWv77K4rbnhkPJsNCUrxRQ1KaWmcj1oS3btWY/ZRQQ7BUbHiT29ViCCnKacEsHoJf9y+BqZpzSDk39n4rsTVf/S2Aq7rGKfGLR6EggAABAASURBVL1CCkBs/M5V6q1yqfa9llqXA1hSZNXnQqrkNlK2P9dEEQEEEEAAAQQQQAABBBBAoDMFuuFcBDp1AzofiQACCCCAAAIIIIAAAs0Cf/vb32y77bazAw88sHlnBy0rr7yy3Xrrrem4DrrQjEBbCnBRCCDQsYDUHJgg1dokVYMapKws1fIImpCUAiukLI+2fKoEN+XbovyN3ZawNb8eMztl5/MPMpOvKcXGfJE3KQU7XXzE/V5nRaDvCNxyyE1296mTTZLftKdYy8k8N99I8q2lIKdlt/hk+i7G9ytSR9+92FdJktIxkp+ng2S+SPKtmZTl1rBIrdsbulFFAAEEEEAAAQS6VICTI4AAAgh0vgCBTp1vyhkRQAABBBBAAAEEZk2Ao/ugQPwTdSNGjLBzzz238N3HP21355132mc+85nCx9ARAQQQQKBnCEjNAQpSrU1SNbhByspSLY+ACUnVYImoTyvlgy++udsStsbXBpuVYk4aT7GWU5qxxjellMz+cuajdvGRBDsZS58QiCCnKSdP8t9+/3qUt5H516P6dUl7/Luzws6rGEFOfeLXgptEYFYFOB4BBBBAAAEEEEAAgRkWINBphsk4AAEEEOhuAT4fAQQQQACB3iVw4YUXWgQtTZw4sfCN7b333nb55Zfb/PPPX/gYOiKAAAII9CwBSU0XLNXaJM1SsFM+uCmCoPL1b+7+cVtzw2xmJ5OZf1RK5mWvmSST+eL5X8541C45imAn12DtdIH2OeGth95sU06enC4ofveVvgGyyOQb/yqksnnhk99fxZb9LjM5GQsCCCCAAAIIIIAAAggggECXCPS+QKcuYeKkCCCAAAIIIIAAAggg0BUCv/71r23LLbe01157rdDp55hjDjv99NPtqKOOKtSfTggg0IsFuLU+ISCp6T6lWpskk5T6SEplqZZHAJOkDmd2ygc3Rd98/Ru7L2GrbxAzO1maraZUKnnBfCl53ZOXvODbkl1z+iN26VEEOzkGay8UiCCnSSfe5XcW34FSTOLkv/pejpJn8d2Ir0dUl99hRfvEd1dI37n4TkXKf6+i3ipJSsdIte+vVF82XyT51tJ33VosUra/xS6aEEAAAQQQQAABBHqqANeNAAIINAgQ6NQAQhUBBBBAAAEEEEAAgd4g0O738I9//MN23HFH23///Qtf6gorrGA333yz7bTTToWPoSMCCCCAQM8XkJoDF6Ram6Rq0IOUlaVaHkEVkqpBFFHPp8YgjHz9m3t83FbfYIif38zPGBuzVEo1y5Yoy645/VG77JipWRNbBHqJwK2H3WKTT5zkv/XlG/Lvkrwopa3FjihGWn7HlWy5rVa0/HcoX85/7/JlSdXvpySTmpP5Ism3lvZbi0XK9rfYRRMCCCDQqwW4OQQQQAABBBBAoK8JEOjU137i3C8CCCCAQAiQEEAAAQS6UeCee+6xESNG2FlnnVX4Kr71rW/ZHXfcYeuss07hY+iIAAIIINB7BKTmAAap1iapGvwgZWWplkdQhaRqMEXU86kxGCNf/9YPPm6rfWVwTFZTm9HJayWrLVGOeW6uPvVhgp1qLJR6uMBtv7nVJp1wZ/ptj9/xyu1EOWZxSl8Ir8RsTsvvEEFOn2zHIKfKZZMjgAACCCCAAAIIIIAAAgj0EgECnXrJD7Jzb4OzIYAAAggggAACCCDQNQKXXHKJbbzxxnbLLbcU/oC99trL/vznP9vgwYMLH0NHBBBAAIEiAj2rj6SmC5ZqbZK6LthpzyVt9a/4e0hxCUqfo6wYW4uyytsIdvrjsczslGDY9FiB2w6/1e464U6/fv/Nju+Wlyz9jmdbSWZR92z57Ve05baqD3LKBxJ2VJZUDT6UZFJzMl8k+dbSfmuxSNn+FrtoQgABBBBAAAEEEEAAgSTABoHeJUCgU+/6eXI3CCCAAAIIIIAAAgi0rcDhhx9uo0ePtpdffrnwNZ500kl23HHHFe7fqR05GQIIIIBA2wlIzQENUq1NUjUYQsrKUi2PgAtJ1eCKqOdTfianaM/Xv7XXkrbq+gtZzGITs9mUvGTlTWTRFvui7c8nP2x/Oo5gpyAi9TyB2464ze48/s706xyb+N2O3/EoWynmLvOS57615bZb0ZbfZsW6mZwavztRb0ySqt9DqfYdlWpl80WSb636vbaGRcr2NzRTRQABBBBAYMYE6I0AAggggAACPUqAQKce9ePiYhFAAAEEEGgfAa4EAQQQKCrw9ttv2y677GL77bdf0UPsE5/4hN1000222267FT6GjggggAACfUNAag5skGptkqpBEVJWlmp5BFxIqgZZRD2f8sFN0Z6vf3vMUrbqV4aYn82TlZeomUkyM0+xeopgp8uPf8BYEOhJArcfeZvddfwd8ZtslY28ICsv/nseZUm23LYr2gqe8t+Rxu9M1BuTpOr3T5JJzcl8keRbS/utxSJl+1vsoqmTBTgdAggggAACCCCAAAIIINBOAgQ6tdNPg2vpTQLcCwIIIIAAAggggIAL3H///TZixAg77bTTvFZs3XDDDe2OO+6wL33pS8UOoBcCCCCAQJ8TkJoDHKRam6RqcISUlaVaHoEXkqrBFlHPp2kFbnx7ryVtlS8PjombzMxSitluyvPcxCQ3aV9MeHPVSQ8ZwU6JiE0PELj9qNvtjmPviEmbsquNX2z/bY7f7VTMWr3FbLltVrAVtmMmpzIJGQIIIIAAAggggAACCPR+Ae6wjQQIdGqjHwaXggACCCCAAAIIIIBAbxL405/+ZJtssondcMMNhW9rjz32sGuvvdaGDRtW+Bg6trMA14YAAgh0nYCkppNLtTZJXRfsNGZJW3X9weYfYLHINzKlbWSpFBtviWCnK37LzE5OwdrGAhOPvt3uPPYOS7+/8btbSd4gybfmizyZLR9BTt9biX+uLmmwQQABBBBAAIFMgC0CCCCAAAKzT4BAp9lnzSchgAACCCCAAAL1AtQQ6MUCRx99dJrJ6fnnny98l8cdd5ydcMIJhfvTEQEEEEAAASkLvMhLSPVtUlaXZFJ9ilmcJM3czE5jl7KVv7iQxRROacabmMIp5ropeUtKsYlyya484UFPBDs5FmsbCkw8ZqLdfvREK8XvcPzaphSbuFj/7fZ2r3mlZMttvYKtMBuCnPzDWq6SWrbTiEDbC3CBCCCAAAIIIIAAAggg0GkCBDp1GiUnQgCBzhbgfAgggAACCCDQ8wTee+89i1mZ9tlnn8IXv9RSS9n48eNtr732KnwMHRFAAAEEEKgISM2BD1LWJqkpuEmqb5uVYKfvjItgp8HmZzRJfkmeYk0pNpa1+74rfvugXXXig8bSLEBL9wlMPHaiTTx6YvX3NK7Ef11N/l+s5psoy8yW3XJ5++T2s2cmJyk+0T80t0rNbbndFBFAAAEEEEAAAQQQQAABBNpcoLMuj0CnzpLkPAgggAACCCCAAAII9HGBhx56yEaOHGknnXRSYYmvfOUrdvvtt9sGG2xQ+Bg6ItDHBLhdBBAoICA1B0BItTYpK0syqTk1BjtJSrM8RXuk/v37d1j/zt5L24rrLWQl/88ildLWSp5bLFGI5OUrjn+AYCd3YG0PgYnH3WG3Hzkxu5j4HY3ktcjSr295E7/bn/jucrbijivP0D9XJ2XftfgOSVlZas79I9P3MvKOkqSOdtGOAAIIIIAAAgj0FgHuAwEEEECgoEC/gv3ohgACCCCAAAIIIIBAGwpwSe0icNVVV9kmm2xi1113XeFL2mWXXWzChAm22GKLFT6GjggggAACCHQkIDUHQki1NikrS0pBFVJ9XgnGiLxVmlaw00b7LG0rrzfYL01m2Wp+ekuLFyRldc8j2OnPJz+UdrFBoLsE7jj+Tpt45MTs9zIuwn83JZnFGsl88dy8YbktV7CVdlplhoOcKt8jSSa1TuaLJN9atY81LFK2v6GZKgII9DkBbhgBBBBAAAEEEEAAgUyAQKfMgS0CCCDQOwW4KwQQQAABBGaDwPHHH28bbbSRPf3004U/7cgjj7RTTjmlcH86IoAAAgggUERAag6IkGptUn1ZUjW4QlKatUmq5VJWrgRsTCvY6Tv7LG0rfmGhNJ1TmhEnbbzqeSmlctlKdvmxU+3qk/ln7Iyl8wRm4EwR5HTb4bf5b2LJ6n43/ffUG73Nf1fjfCWzT2y+rK2440rpu1H5HkTe+F2ItkqSVO0v1X/HpKxu5UVSudQ6k6a9v/VRtCKAAAIIIIAAAggggAACCPRmgT4d6NSbf7DcGwIIIIAAAggggAACXS3wwQcf2JgxY1Iq+lmLL764XXPNNbbPPvsUPYR+CCCAwCwLcIK+JSA1B0ZItTZJdcFNUn09gjUkVQM1op5PjQEe+fpGP8yCnfzw9BkmMyltzLeWihYlsz8d+4BdcwozOxnLbBW487d32W1H3G7xa5h+E/2X0leTvBbJzMueLAtyWnnnVdJ3If97ni/nvxtRlpT6V8qS/HwdJ/NFyvZ7sW6VVFenggACCCCAAAIIIIDA9ATYjwACfUOAQKe+8XPmLhFAAAEEEEAAAQQQ6Ehgptofe+wxGzlypMVsTkVP8MUvftFuu+02+8Y3vlH0EPohgAACCCAwUwJSc4CEVGuT6suS6oIxKkEalVxSNXgj2hoDPfL1jfZdxlZYZ6E0K47FkmbJKcVEOeVpcqIxUsn+dMz99pfTHo4KCYEuF7jrxEl2y+G3+ueUPJV/HbOiV7wQv6u+J7JPjF7WuiLIyU+fVkkp72gjTXt/R8fRjgACCCAwTQF2IoAAAggggAACvUKAQKde8WPkJhBAAAEEuk6AMyOAAAIINAr85S9/sU022cSuvvrqxl0d1nfccUe7+eabbamlluqwDzsQQAABBBDoTAGpOVBCqrVJqgtukurrEdAkqS7AKdoqKR/cFG35+sY/WsY+ue5ClhY/hxTn9prnvjVTrLGR/fGo++za0x8xFgS6UuCukybbLb+51X/1/PfOt/FZ8rzyK2lekGTm67KbLWsr79IXZ3IyFgQQQAABBBBAAAEEEEAAgR4gQKBTD/ghtfUlcnEIIIAAAggggAACfUrgpJNOsu985zv2+OOPF77vQw891M4444zC/emIAAIIINCGAj30kiQ1XblUa5Pqy5JMqqUIYJKUgp2krD3aKikf3BRt+XoEOy3/+UFWKpXKKSbN8XLM7RRtnqd9ZnbZkfcS7OQOrF0jMOnkyXbzoTf772H+d9DLld/BNJmT/2767+UnRn7CVt6184OcKncmqVJsmUvT3t/yIBoRQAABBBBAAAEEEECg8wQ4EwI9QIBApx7wQ+ISEUAAAQQQQAABBBDoboGPPvrI9tlnH9tjjz0sykWuZ5FFFrErrrjCfvzjHxfp3qP7cPEIIIAAAu0rIDUHTki1Nkl1wU1SfT0CmCSlYKfGctTzwU2N9U32+4St8PlB5h9gsfhpzM/uRaWkcs0rKdjpujOZ2SksSJ0nMOmUKXbTr295tudxAAAQAElEQVTxE8ZvW2SRy/xXz9Liv5S+miRbZuQytspuq6bf9fzvdb4cv+P5JCn1jzZJ6TxSx7n5ImX7vVi3SqqrU0EAAQQQQKAdBbgmBBBAAAEEEOh+AQKduv9nwBUggAACCCDQ2wW4PwQQ6OECTz31lI0cOdKOPvrowneyzjrr2K233mobbbRR4WPoiAACCCCAQFcJSM0BFFKtTaovS6oL2KgEcUQeSVI1uCPqjYEg+frG+y1ry39ukKUlZs5JhdiUYj4dT1HO0qWH32vjCXbKMNjOssCkU6fYjYfcXD2P//p5ObaRvBhrubj0Jkvbqruvln6v87+/+XL8rueTpNQ/2qT674yU1a28SCqXWmfStPe3PorWNhTgkhBAAAEEEEAAAQT+n707gbNrvP84/vtmj8hCYl9ijWhRa1GtotasIm2j1Tb9N9ogsasELYqiaCitkhKk1lSDkMkeYi21FKV2UtRSW2jsMf/nd87cmbvNzJnkzsy9536O+5xnOc8553ne5/ZV1/zucxFAAIFWFyDQqdWJuQECCCCAAAIIIIAAApUrMG/ePNt///2jlZmSzmL06NF2991326abbpr0FKMjAggggAACrS0gFQZSSA1tknKCm6TceiaYw3NPkuqDPLyeHxCSqXfs2MGin7HbeRULNzBZ2MJOoRSnUK97KeQe7DRvyr9CiRcCyy/wwOQH7fZfLwrvsnANf2PVZYpaFGoWSrLwNjYPctpqfOmDnCS/fpwsbFJDOVTrX5LqyxQQQAABBNIvwAwRQAABBBBAAIEVFSDQaUUFOR8BBBBAAIHWF+AOCCCAQLsIXHrppTZ06FB74oknEt//9NNPtyuvvDJxfzoigAACCCDQlgJSYUCF1NAm5ZYlmdSQOnToENU99yQpWbBTp4427PiNbJMde5uv4xR24eUlTxZvtRbaQqqttb+c/aDNu4JgpxiGfUsFHvjTg7bg9NutNryXwtsqvKn8CvF7zduihnDAWzYYvoEVC3Ly93djSVL9+15q+N+H1FC2uk1SXal4JjV9vPhZqW5lcggggAACCCCAAAIIIIAAAs0IdGjmOIcRqAABhogAAggggAACCCBQaoEJEybYIYccYp988kmiS/fr189uvPFG+8UvfpGoP50QQAABBBBouUBpzpAKAyukhjZJUTCTVDz34A9JOYEe3pZJHTt2rD/mbZl6p84dbf+Jm9imO65i8Raub57iWij6yyRZ2EXBTvOv/JexIdASgQcue8gWnH5HOEXhbRRSKMWvuCwpVEMKrw2HbWhfOfwr0fs18z7NvGez696WSZKi/l6XFN+jidzCJsX9QjHnJSmnTgUBBBBAAAEEEEAAAQQQiAXYI9C0QIemD3MUAQQQQAABBBBAAAEEqkngpZdespEjR9o555yTeNo77bSTLVq0KDov8Ul0LL0AV0QAAQQQSCwgFQZYSA1tUm5ZUk5ARybIw3NPkuqDP7yenzJBIx07dbDhEze2jb/a26JVdczX1AnFuldtyLNX3Jl21oO2gGCnoMIricDfL3/I5v/q9vit5e+tzIpOdSdH76/Q7h02GLqBfeWIwp+ry3/vZtclRe9zKfd/D1JD3eo2SXWl4pnU9PHiZ9GKAAIIIIAAApEAOwQQQAABBKpcgECnKn8DMH0EEEAAAQSqRYB5IoBA8wK333677b///jZ9+vTmO9f1OOigg+zee++1L33pS3UtZAgggAACCFSGgFQYaCE1tEnKCW6ScuseACIpCvzIL3tgkydvz6RM3Vd2Gj5xE9v4q30s3MBkvjXsJS+HFL1kHuy0cOpT3omEQKMCf5/ysM3/1R2Weft4QZLJz4h2ZqFqCv/0H9Lftj6ycCUnf69m3qdezk6Sove61JBL4WqNJAubFB8PxZyXpJw6FQRKLcD1EEAAAQQQQAABBBBAIN0CBDql+/kyOwSSCtAPAQQQQAABBKpc4PLLL7ehQ4fao48+mljilFNOsauvvtok/liVGI2OCCCAAAJlJSAV/n+Y1NAm5ZYlRf+/J8W5B4JIigJA8stez0+ZIJLOXTra8Akb20bb947W1/EVdrwQrbhTG/ZRCq0h9xWebjjj71aiYCdjS5+ABznNO2Wh+XvFUyj4mydkdSuGhbdUaAh1s/UHrW/bHLV19J7NvB8z79P8eqZdUtRfasil+H8DUpxb3SaprlQ8k5o+XvwsWhFAAAEEEEAAAQQQQAABBFookOruBDql+vEyOQQQQAABBBBAAAEEmhc46aST7OCDD7alS5c23zn06NOnj1133XV26qmnhhovBNIkwFwQQKAaBaTCwAupoU1STnCTlFv3YBBJUSBIftkDRzx5eyZl6p27drJhEza2jXfoY9Ems/AyKeyjFOpetGhnHux0+59Z2cnYcgQevOIRm3fq7Ra9TaK3iu9CCg2Swt7qNtmGg/vbtseUPshJCvepS34zKa57OTtJyq5SRgABBBBAAAEE2lGAWyOAAAIIVLIAgU6V/PQYOwIIIIAAAggg0JYC3Ct1Aq+88oqNGjXKzjzzzMRz23777e2OO+6wAw88MPE5dEQAAQQQQKDcBaTCAAypoU3KLUsyqSF5EJOkosFOfiwT3ORlT5l6l26dbOjxG9uG2/c233zhndraaO8L8EQr8HjNV3vyhutPf8Buv5pgJ7cimT145SM25+QFgSK8S/zlKdQy7xd/L4Umb7H++61vWx9d+p+riy4edpLCvvGX1PTxxs/kCAIItIsAN0UAAQQQQAABBBBAoIwFCHQq44fD0BBAoLIEGC0CCCCAAAKVJHDnnXfa/vvvb9OmTUs8bA+Kuueee+wrX/lK4nPoiAACCCCAQKUISIWBGFJDm6Sc4CYpt+4BTJIaDXby49kpE+zUtXsnGz5hE9twu94mM5OifSiEVyiHVyiYhQPhJbvhtAfsjmueNrb2EyiHOz901T9s7skLo/eEWXjP+KsuedXCG0eSycz677u+bXssKzkFCl4IIIAAAggggAACCCCAAAIpEGirQKcUUDEFBBBAAAEEEEAAAQTSIXDVVVfZsGHD7KGHHko8If95u+uvv966dOmS+Bw6IoBAVQowaQQqWkDysJDcKUiFbd5Dkkm5yQOZJOUEO0lxPRPY5H0yKdPWpXsnGzZxE9tg217mq/CEnS/gFLLaKEUr9NTGZV+h5/pf3W+LCHayat0emvoPm/2L+XVvi/COCO8Nr0RZvAvvn/j9sv4+69m2x5U+yCljLylTLJpLTR8vehKNCCCAAAIIIIAAApUgwBgRQACBdhMg0Knd6LkxAggggAACCCCAQPUJtP+MTznlFPvxj39sS5YsSTSYlVde2aZOnWpnnHFGov50QgABBBBAoNIFpMLADCluk1QQ3CTltnkQk6T6YKfseiawydsyKdPmKzsNm7ipbbBtbws3CSm85Ml3FjaF5pBCyV/X/ep+u/PaZ7xIqiKBh//8qM3+xQILbwaTmUlhHyUvh2R19ZD332c92+7n20Tvxcz7LP99l6lncklRf6khl2RS8WRhk+JjoZjzkpRTp4IAAghUlwCzRQABBBBAAAEEEGgtAQKdWkuW6yKAAAIItFyAMxBAAAEEWk3g9ddft4MOOshOO+20xPfYeuut7fbbb7cf/vCHic+hIwIIIIAAAmkQkAoDNKSGNim3LCknEMSDRiRFASNe9iTF9fyAEz+Waeu6Ut3KTtv0smiFHgtZre9CCg2+2pNXvebp2lP/ZndeR7CTW1RDevjqR63mpPn1U/X3gr8nwrsk8wrvknA4HFh/73VbJcgpXD16SYryxnZS08etsRNpRwABBBBAAAEEEEAAAQQQQKAZAQKdmgEqp8OMBQEEEEAAAQQQQACB5RG49957bf/997drr7028ekjR460e+65x7bffvvE59ARAQQQQKA0AlylPASkwkANqaFNUhTc5KOV4rLUkHsAk6QWBzt169HZhkzYxPpv09vC1SxcwkxmFgqSTBa2kId9VL7ulL/ZXdcT7OQeaU4PX/OYzTppQfTMfZ7+PohS9F4Ipegl8+p6e65j2x+/TfTeywTR+fvRU37d2zxJivpLDbmkcL2GZGGT4nooRi9JUZ69kwrbso9TRgABBBBAAAEEEEAAgViAPQIILJ8AgU7L58ZZCCCAAAIIIIAAAghUhMA111xjw4YNs/vvvz/xeCdMmGA33nijrbTSSonPacOO3AoBBBBAAIE2E5AKAzakhjZJUSCID0iKy1JDnh1A4mVPUnzcy42l7it3tqETNrb1v9LTohV7asMdamujshdDITREi/iEYq1dc/J9dvcNBDtFKCncPXLtY1ZzwrzoWYe3QTRDf1/4e8HzcCB6M3h53T3Wth0mbhsFLeUHNeXXM+8/SVF/qSGX4vepFOcWNqmhHKr1730vZ5KkTJEcAQQQQACBFRXgfAQQQAABBBBAoKgAgU5FWWhEAAEEEECgUgUYNwIIINAgcPrpp9sPfvADe/vttxsamyh169bNLr/8cjv77LOb6MUhBBBAAAEEqktAKgzckBraJNUHfEhxWWrIPZhEUhRI4uWmUnYgSveeXaKVndb/Sm8zWdhkUkihlHnJC1Gb7Jpf3mf3THvWW0gpEnjkusdt5kT/uTpZ9I/qJhc9dzMpNETJbL1vrWNfPWG7ou+17PdW9ntQUtRfasglRdeV4tzCJjWUQzU67nl2kpRdpdzqAtwAAQQQQAABBBBAAAEEEKhOAQKdqvO5V++smTkCCCCAAAIIIFAFAv/9739t9OjRdvLJJyee7RZbbGELFy60n/zkJ4nPoSMCCCCAAAJlK1DigUmFARxSQ5uk+sAPKS5LDbkHlkiKAkq83FTKDkhZqVcXGzZxU1tvy57mS/b4ij2+ik+oRK+47HtPZlf/4l6CnSKZdOweuf5xmzlhbt1k/BnXmu/rGqKyvyf8vbHubmvbV09oWMkp+32UXc5+70mK3pNSQy4pei9LcW5hkxrKoRod9zw7ScquUkYAAQQQQAABBBBAAAEE2kaAu1SlAIFOVfnYmTQCCCCAAAIIIIBAWgUeeOABGzFihE2dOtWSbvvvv7/dfffdtvPOOyc9hX4VLsDwEUAAAQRaLiAVBnJIDW2S6gNApLgsNeQeYCIpCizxclPJA1M8eZ/uvTrb0BM2tfW26hVdXxa2aGfmmer2FjYve7DTvX9hZafAUdGvf9zwT5s5YV6YQ3iqsvCUfaeQW/2mUJJkHuS040nbJXpv+XvKk6Sov9SQSzKpIVnYpLgeitFLUpRn76TCtuzjlBFAAAEEEECg/QS4MwIIIIAAAmkUINApjU+VOSGAAAIIIIDAighwLgIVK3DDDTfYsGHD7J577kk8h2OPPdZuuukm6927d+Jz6IgAAggggEC1CkiFAR1SQ5ukKFDEfaS4LDXk2QEmXk6afGWnIRM3tXW2WDlaxSfe+To+nnyVn1ovhGbPa+3PJ95r995IsJM/h0pMHuR068/n1j9TX7UpsYGAtAAAEABJREFUesq1vq+bUV15nW+uZdlBTpkAucx7K78uxe9HPy6pPthJitulOLewSQ3lUK1/b3s5kyRliuQIVKIAY0YAAQQQQAABBBBAAIEKFOhQgWNmyAgg0K4C3BwBBBBAAAEEylHgrLPOsgMPPNDeeOONRMPr3LmzXXLJJXbeeecl6k8nBBBAAAEEEIgFpMLADqmhTVJ9QIgUl6WGPDvAxMtNpewglR69u9jQiQNs3S38Z+zqxhJl4dom85f5Ft3L7OoT77X7/vqctyxn4rT2EHh02hN22/Hz4scZPdawi2oKe091owrPeZ1vrGk7/aJhJafs94u/r/LrkqLAJj8mxWUpXDMvWdikuD0Uo5ekKM/eSYVt2ccpI4AAAggggAACCCCAAAIIVIJA5Y2RQKfKe2aMGAEEEEAAAQQQQACBeoF3333XxowZYyeeeGJ9W3OFgQMH2vz5823s2LHNdeU4Agg0JkA7AghUtYBUGOAhNbRJMkmRkaSoLDXk2YEmXm4qZQer9OjTxYZEKzvFwU610R187ymq1K0CFMq1tfbniXfb36YT7BQ0KuL16F+etBnHzbF4Bacw5KzHGj3YeM2ucMBsna+vaTufvH194FL2+8TfT/l1SfV9pbgsNbwnpbhsYZMayqEavX89z06SsquUEUAAAQQQQACB9AowMwQQQACBshMg0KnsHgkDQgABBBBAAAEEKl+AGbSNwMMPP2wjRoywKVOmJL7hkCFD7K677rJdd9018Tl0RAABBBBAAIFCAakw0ENqaJNUHyAixWWpIfdgFEn1wSdebyxlB62svEpXGzJhU1vnyz1NZiHF+7gkC5c0WdhCQZJNnXi33X/T86GBVzkLPHZjHORk4ZlJ8sxMFm2hGoqhEgphb+t+Yy3b+RSCnCIcdggg0O4CDAABBBBAAAEEEEAAgbYWINCprcW5HwIIIGCGAQIIIIAAAiss8Ne//tWGDRtmixYtSnytI4880m699Vbr169f4nPoiAACCCCAAAKNC0gedpJ7XGpok2SSog6SorLUkHtgk6SWBzut2jVa2WmtL61ct/pPbW5ea3G91gtmVx1/F8FO1i5bops+9tcn7eZjZoeHFl7hmUUrOoVHZyGFJxs/y1Dx9rW+tobtdDI/V5cIlk4IIIAAAggggAACCCCAAAKpFCjDQKdUOjMpBBBAAAEEEEAAAQRKJnDuuefat7/9bXv11VcTXVOSXXTRRXbBBRck6k8nBBBAoG0EuAsC6RCQVDARqaFNUhTg5J2kuCw15CsS7DR04gBb+0u+spNfz+8QUnRti+8ZyhY2z6Yef5c9cDMrOwWOsno9Nv1fdssxc+qel1l4kmEX7UPuL5mFVk/rfG1N2+VXO9QHxmWv9OXvo/y6pPq+UlyWZFJusrBJcVsoRi9JUZ69kwrbso9TRgABBBBAAAEEEECguACtCCCAQGkFCHQqrSdXQwABBBBAAAEEEECgNAJFrvLBBx/Y2LFj7fjjjy9ytHjTJptsYvPnz7fx48cX70ArAggggAACCKywgFQYACI1tEmKgkv8RlJclhpyD1KRVB+U4vXGUnYwy8p9u9qQEza1NQf2sPotWgUo1Gq9EFKmGPKrfn6XPXALwU6Boixej9/0lN181Gzzp+SPKx5UqIVK2Ft0IN7Z2juvbl/7FT9XFxuxRwABBFImwHQQQAABBBBAAAEEWiRAoFOLuOiMAAIIIFAuAowDAQQQqDaBxx57zEaMGGGTJ09OPPV9993X7rzzTttjjz0Sn0NHBBBAAAEEEFg+AUkFJ0oNbZJaJdipZ99uNuSEAbbmwJUt3MHCzl8hV13yTBZuHwpmVx13l/19xgvG1r4Cj9/8lN101GwzRS+Lno+FLRQkxXWFuikKctrltOpdyckVSAgggAACCCCAAAIIIIAAAghkBAh0ykikK2c2CCCAAAIIIIAAAikSuOWWW2zYsGG2YMGCxLPyFZxmzZpla621VuJz6IgAAgggUHECDLjMBKQoMiVnVFJDmySTFB2XFJWlwryx1Zyy27NXdurVr5sNmTjA1tysh5mvBlTrWbQLhfCqa4sXB6q1K49dZA/eSrBT9CDaYff4LU/Z9CNmhTv7M/Ln4ykux8+v1rPQaLbWjqsbQU6BihcCCCCAAAIIIIAAAtUtwOwRQCBLgECnLAyKCCCAAAIIIIAAAgiUm8D5559v+++/vy1evDjx0Pyciy66KHH/9HZkZggggAACCLS9gKSCm0q5bVJcl5QT7OSBTFLc5uXmUk6w02rdbL8Jm9iaA3uGa1pI8p35Fi5poWaZnULhymMW2UO3vWhsbSvwzxlP201HzDZJ4cYh+StKvvMmRccUih7k9PUzWMkpUPBCAAEEEECgGQEOI4AAAggggEA1CRDoVE1Pm7kigAACCCCQLUAZAQTKWuCjjz6ycePG2THHHJN4nBtssIHNnj3bjjrqqMTn0BEBBBBAAAEESi8geZhK7nWluE0qzCXFwS0h9+AmKa57ubmUHezUZ42VbPCETW2NAT0sWhKotjYahGdRqW5Xa/6P2RVH30GwUyTUNrt/znjG/np4TdAPj6du75k/Fn9G0ShCoTakNXboZwQ5RSLsSiHANRBAAAEEEEAAAQQQQACBFAkQ6JSih8lUSivA1RBAAAEEEEAAgfYSePLJJ23EiBF28cUXJx7CnnvuaYsWLbJ99tkn8Tl0RAABBBBAAAGz1jKQVHBpKW6TCnNJJQl26r1Gdxs0YYCtMWDl6HomM0khmZksbDIpJFNU9mCnh2eyslPAaNXXE7c+Y389oibcQ3XyispeiUq+Cy0Wns2a269mu565o2WC3LKD2bwtvy6pvq8UlyWFS+UmC5sUt4Vi9JIU5dk7qbAt+zhlBBBAAAEEEEAAAQQQQKASBRhzegQIdErPs2QmCCCAAAIIIIAAAikQuO2222zYsGE2Z86cxLM55JBDbN68ebb++usnPoeOCCQUoBsCCCCAwAoISIUBI1LcJhXmkuqDUzygRcqte1uS1GfN7rbfhE1t9U19ZSczXyGoNlo2yCdTG9d9KSFP4cCUo+6wh2sIdnKd1khP3PaM/WV8TXgQfvXgH9z9mUQN4bmERxA9k9Bsa2zb13Y966v1gUv5QU35z19SfV8pLksN7xspLlvYpIZyqEbvNc+zk6TsKmUEEEAAAQQQqB4BZooAAggggEDFCBDoVDGPioEigAACCCCAQPkJMCIESitw0UUX2dChQ+35559PfOFzzz3X/vjHPybuT0cEEEAAAQQQaFsBqTBwRIrbpMJcUhSAIikKYJFy8/xAl0zdA2I8ZeqrrLWSDZo4wNbYdOVwPTNZ2Op2CjWFavQK1/fyFUfeYY/MeilqYlc6gSdnPms3jpsVxDPXVCiHFNwtlKKXQinU19iun33z7MZXcvJnm/2MJUXvEW+X4rIkk3KThU1S2De8pNy6H5EK27ydhAACLkBCAAEEEEAAAQQQQACBchEg0KlcngTjQCCNAswJAQQQQAABBBIJfPbZZ3bkkUfaEUcckai/d1pvvfXs1ltvteOOO86rJAQQQAABBBAoYwGpMIBEitukwlxSfbBKfhCL15OmaGWniZvaahv38MWCogWEfBevKdQAVhuK3jbliIX2j9nLEewUzudVKPBkzbM27bCZwd51M8fjcmYfDvrLVt+mr33z7KZXclrRICdJ0SCkOI8qdTupsK3uEBkCCCCAAAIIIIAAAggggAACsUCZ7Al0KpMHwTAQQAABBBBAAAEEqlPgmWeesREjRtiFF16YGGC33Xaz22+/3YYMGZL4HDoigED7CXBnBBBAwAWkwkASKW6TCnNJyxXslB0M4wFR9Ss7bbKymSxsClmcLJQsbIpSvL/88IX2jzkEOwWSFXo9Oes5m3ZYTbiGTAoplEzxzjNFFZlnq39lVdvtN627kpMU7mVmUpxb1iYVtmUdpogAAggggAACCCCQUIBuCCCAAAJtI0CgU9s4cxcEEEAAAQQQQACB4gJV3Tp79mwbNmyYzZw5M7HDwQcfHAU5bbzxxonPoSMCCCCAAAIIlIeAVBhQIsVtUmEuKQpMkRT9RJmUm3sgU7FUEOy09kq274RNbLWNeljDik7xOk6+nFBUqo32ftguH7fQHp2zOPTltTwC/5r9nN1wyG3BMjatDbZecuvQGLJa8zYvr/6Vvrb7uTtFz9efZf6zy2+TVN9XistSw/tEissWNklhb9F7yMImxfVQrH9JhW31BykggAACpRXgaggggAACCCCAAAIIlESAQKeSMHIRBBBAoLUEuC4CCCCAQFoF/vjHP0YrMj399NOJp3jWWWfZn/70p8T96YgAAggggAAC5ScgFQaWSHGbVJhLigJVJEUBLlJu7oEwxVJ+wMyq6/Sw/SZsGgU7hSuarG4LhfAyKdqbhcyLl49fYI/NJdjJWrj9a87zdsMhMwNjHaSXAmio1V1J3mKSLA5yyqzk1MHyn5k/1+w2SdF7wNuluCyF6+UlC5uksLfoPhY2Ka6HYv1LKmyrP0gBAQQQQAABBBBAAAEEEEAAgTIVqOxApzJFZVgIIIAAAggggAACCDQm4N/eP/bYY+2www6zZcuWNdYtp32ttday6dOn28SJE3PaqSCAAAJVI8BEEUiZgFQYYCLFbVJhLikKWJEUBbpIubkHvhRL2UEyfnzVdXvYfhM3s74brmTRCkMWb16ujVpCKX5ZbcgvG7fAHptHsFOs1Pz+qbnP2w1jb4vsot7B0Fdt8n//i4p1jV7ut0Uf2/3chiAnfz75Kfv5SYqevfeR4rLU8L6Q4rKFTVLYW/SesbBJcT0U619SYVv9QQoIIIAAAggggAACCLSXAPdFAAEEEggQ6JQAiS4IIIAAAggggAACCJRC4Pnnn7f999/fJk2alPhyX//6123hwoU2YsSIRs/hAAIIIIAAAghUnoBUGGgixW1SYS4pClyRFAW8SLm5B8AUS9nBMn581XVXskETB1i/Df1n7GS++V6mUAwpesnC5UPdop+xe3z+v6Myu8YFnpr3gt1wSE0ULhbZKfT1ZDIppFA1xbvVtljFvjVp5+g5+jPxlP+csuuS6vtKcVmSSbnJwiYp7C06ZmGT4noo1r+kwrb6gxQQQAABBMpagMEhgAACCCCAAAIImBHoxLsAAQQQQCDtAswPAQQQKAuB+fPn2/Dhw23GjBmJx/PjH//Y7rrrLhs4cGDic+iIAAIIIIAAApUjIKlgsFLcJhXmkqIAFklR4IuUm3vATLGUHTTjx1ddr4ftN2GA9e3f3Xz5IV9hyFcdCpX4VVvrzVH5iy++sMvHzbfHFxDsZI1sHuR0/djb7ItlX0RmgS/4BVUvmFuG5OeGpn5f7mPfmrRT9Pz8WXjKfz7ZdUn1faW4LDW8D6S4bGGTFPYWvUcsbFJcD8X6l1TYVn+w8gvMAAEEEEAAAQQQQAABBBBAoAoECHSqgofc9BQ5igACCCCAAAIIINDaAi5JL/wAABAASURBVH/6059syJAh9sQTTyS+1RlnnGFXXHFF4v50RAABBBBAoGkBjpargFQYeCLFbVJhLikKZJEUBcBIubkHzhRL2cEzfrzv+j1svxMGWN8Ne5jMTIr2oWBmodhQlX3xhdmU8QvtnwsJdrK87en5L9q0Q2usNhiZo9XZyWTmdVPdP2b9vrSK7Xk+KzkZGwIIIIAAAggggAACCLSiAJdGIP0CBDql/xkzQwQQQAABBBBAAIF2FJgwYYL97Gc/s08++STRKFZbbTW74YYb7KSTTkrUn04lEuAyCCCAAAIItKOApIK7S3GbVJhLMilOHrQkKSfoyduKpfxgJ1/Zad8JA2zV/iv5ukMWL0dUl9XGedxWa8s+W2ZTxi2wJxa+HA7wcoGnF7xo1x8605Z9/kVgqgMLmS/kFLLQ5r18Nada67t5H9vzgmQrOUkNz9afo6T65yvFx6Q4t7BJCnuL3hMWNimuh2L9Sypsqz9IAQEEEEAAgWoSYK4IIIAAAgggUPECBDpV/CNkAggggAACCLS+AHdAAIGWCyxevNhGjhxp55xzTuKTd9ppJ1uwYIF997vfTXwOHRFAAAEEEEAgHQJSYSCKFLdJhbmkKLBFUn0QTHZQjJeLpexgJy/7yk77TBhgfddfycwUv8I1wysqWyhIMv9n2ee1NmX8AnvydoKdnln4kt1waI198dkXFm11RgHKQjFKJj8i67d5H9vrd8lXcsp+bpLqn68kkxqShU1S2FvUbmGT4noo1r+kwrb6gxQQyBOgigACCCCAAAIIIIAAAgiUuwCBTuX+hBhfJQgwRgQQQAABBBBAIEfgjjvusOHDh9v06dNz2puq/OAHP7C7777bttxyy6a6cQwBBBBAAAEE2k+g1e8sFQakSHGbVJhLigJcJNUHw3iQjBTXvdxc8mCnfv172L4TN7NV1userUJUW1tr4ZVVDnVf8yk0fvbpMpty+AJ78o7qDXZ65vaX7PpDa+zzYBFZ1dl4ORQju7hca6sO6JU4yEmKn2fmmUnxc5Tidqkht7BJCnuL3gMWNimuh2L9Sypsqz9IAQEEEEAAAQQQQAABBBBAoJgAbWUuQKBTmT8ghocAAggggAACCCBQWQJXXHGFDRkyxB599NHEAz/11FPtz3/+s/kfGhOfREcEyk6AASGAAAIIlEJAKgxMkeI2qTCXFAW6SEoc7OT/zpEJpvHc632zgp3CpcI1zUz+8p28aFKcf/bxMrvi8IX2r0WvWLVtz96x2G44bJZ9/snnJp98ZCKTZGEXUnh50WSrDuht+/z+a9FzcWdPbu15c0lSdJ4kk3KThU1S2Ft0zMImxfVQrH9JhW31BykggAACCCCAAALLLcCJCCCAAAIItK8AgU7t68/dEUAAAQQQQKBaBJhnVQicdNJJ9pOf/MSWLl2aaL6rrLKKXX311XbKKack6k8nBBBAAAEEEKgOAakwQEWK26TCXFIU8CKpPjjGA2mkuO7l/JQfcOP1fhv0iFZ26r1Od6utNfPViaJdqHg1bgzt4fXpR5/ZFeMX2L/urJ5gp2cXLY5WcvoszD0Q1PFEMoHJ85D8FdIqm/ZKFOTk7lL8/DLPSFL9c5TiY1KcW9gkhb1Fz9zCJsX1UKx/SYVt9QcpIIBA6wpwdQQQQAABBBBAAAEEEGhVAQKdWpWXiyOAQFIB+iGAAAIIIFDJAq+++qqNGjXKzjzzzMTT2GGHHWz+/Pl20EEHJT6HjggggAACCCBQPQJSYaCKFLdJhbmkKPBFUn2QjAfOSHHdy/nJg2yy27zeb8OVo2CnVdbtbiYzC+dLCpmistVtMtmnH31uV45fYE/dlTzYqe70isueu/Pf0UpOn4U5W5i7hU2egk3IzEIuU8jNVt20l+37h+ZXcnLvbH8vS6p/fpJMakgWNklhb1G7hU2K66FY/5IK2+oPUkAAAQQQQAABBBBAAAEEEECgDQRa8xYEOrWmLtdGAAEEEEAAAQQQSL3A3XffbcOHD7dp06YlnuuBBx5od955p2277baJz6EjAghUhQCTRAABBHIEpMKAFSlukwpzSVEAjKT6YJns4Bkv56f8YBuvr7bRyrbPhAHWe+1uVuurOWUni7dai//5eOlnduXhC+2pu16ND6Rw/9xd/7brD5tlnyz9tG7WtRYK/irwWWWjnomDnKT4eWWeiaT65ybFx6Q4t7BJCnuLnrGFTYrroVj/kgrb6g9SQAABBBBAAAEEECgXAcaBAAIIILACAgQ6rQAepyKAAAIIIIAAAgi0pUD53Wvq1Kk2ZMgQe+ihhxIP7he/+IVdd9111q1bt8Tn0BEBBBBAAAEEqldAKgxckeI2qTCXFAXCSKoPmvFAGimuezk/eXBTdpvXV9u4p+0zcTPrs3Z3Cxc036RwbS9Eycshyezj/31qVx2xwJ6+J33BTs/f9bLdMG62fRLmKPN/LN7LczNzk7rUx4OcLm5+JSe3lhQ9Hy97kuK6pHDJ3GRhkxT2Fh2zsElxPRTrX1JhW/1BCggggEBFCTBYBBBAAAEEEEAAAQQaFyDQqXEbjiCAAAKVJcBoEUAAAQTaVOCUU06x0aNH25IlSxLdt2fPnnbFFVfY6aefnqg/nRBAAAEEEEAAgYyAVBjAIsVtUmEuKQqIkRQF00i5uQfW5CcPbspu8/rqG/e0fU8YaL3X7GrR5is7RQXfxSs61XoxpI/e/9SuPHyBPZOiYKfn737Zrh83yz5+/5MwQ59vtJBTVA67aEUnCyZe7r1BDxt0yS7mbhnH7HKmrVguqf45SQ3PTpL5JuXldXU/lklS3CdTJ0cAAQQQQAABBBBAAAEEEEAgrQJVE+iU1gfIvBBAAAEEEEAAAQTaVuCNN96wgw46yE477bTEN95mm21s3rx59uMf/zjxOXREAAEEEFg+Ac5CIK0CUmEgixS3SYW5pJIEO6228cq2zwkDrfda3Sxc0GSZTaHsyeuyULGPo2Cnhfbsvf+xSt+ev+cVu2H87DCnT8zn5rtAGophrmFvYYtKobHPhj2jIKfsICaCnAIQLwQQQAABBBBAAAEEWlGASyOAQPUKEOhUvc+emSOAAAIIIIAAAgi0UOBvf/ubDR8+3K699trEZ37729+2RYsW2Y477pj4nFbsyKURQAABBBBAIGUCkofbmEmFuaSoXVL9ikEejCPFdS/np/wAHa+vvklP23viQOu5epd4FSPzzVc4Cila0ins4pd9uOTjaGWnZ++r3GCnF+59JVrJ6cP3Po7nG+bmaznV1ob5Ri1RQ1TqtX4P2++PO7fbSk7+JEgIIIAAAggUEaAJAQQQQAABBBBIrQCBTql9tEwMAQQQQKDlApyBAAIINC7gwU1Dhgyx+++/v/FOeUcmTpxof/nLX6xnz555R6gigAACCCCAAAItF5BU9CQpbpcKc0krHOzkwVBrbNozXtlpzW51YwjXtZBUXw01M0n24ZJP7KrDF9hzf6u8YKcX7nvVrh832z4Kc5BksrDV7RRqClULuYWt9/o9bPDk9vu5ujAEk+IReZnUEgH6IoAAAggggAACCCCAAAIIVKoAgU6V+uTaY9zcEwEEEEAAAQQQqFKB008/Pfq5urfffjuRQPfu3e2yyy6zs846K1F/OiGAAAIIIFBWAgymrAWk4oEtUtwuFeaSooAYScu1spOv6uRpjQG9bK8Jm1nPNbqar3DkKV7bKFTDy8u+6pHV1trSdz+Og53ufy0cqYzXi3/zIKdZ9mEYu8/B5+JzipZuClPwsiefd6/1CHIKJLwQQAABBBBAAAEEEECgkgUYOwIVKkCgU4U+OIaNAAIIIIAAAggg0PoCHtg0evRoO/nkkxPfbMstt7R58+bZmDFjEp9Dx8oSYLQIIIAAAgi0t4CkokOQ4napMJe0QsFOvqqTpzU362V7TxhoPVf3lZ3CNU1hLJ4sLoX7WF1a+u4nNvXwBfb8A+Uf7PTi/R7kNDsOcvLphDlIMlnYop1ZqJrCP73W62FD/rT8KzlJ4SpFkoVNUtibSbm55W1SfDyvmSoCCCCAAAIIlFCASyGAAAIIIIBAeQoQ6FSez4VRIYAAAgggUKkCjBuB1Ag8+OCDNnz4cJs6dWriOY0YMcLuuOMO22WXXRKfQ0cEEEAAAQQQQGB5BKTigS5S3C4V5pKiABqpIffgJUnRSk9ezk++klOmLVNec2C8slOP1bqYr3rkKxz5qke+2lFUrw2lkLz8wdsf2VXj55d1sNNLD/zHrhs32/4XxupjDpMKU6oNWUgWtjCd0BDVe67TfYWCnDKWUsMzkBRuYtGzsbBJufXQlPOS4uM5jVQQaHsB7ogAAggggAACCCCAAAIItIsAgU7tws5Nq1eAmSOAAAIIIIBAJQhMmzbNhgwZYvfcc0/i4R533HE2ffp0W3XVVROfQ0cEEEAAAQQQSKtA28xLKh7wIsXtUmEuKQqo8YAbKbfsbcVSJsDJj2XKa23e2/Y5YXNbeTX/GbswX5mFl0lhH6VQD3mo2f/e+Tha2emFv79u5ba99Pc4yGnp2x+FsVtIYcRh3KEUlUPN4k3Wa50eNvTyr1vGINvDy40lSfG1Gsn9+pI8i/p5QYrrXs5OUvH27D6UEUAAAQQQQAABBBBAAAEE2kqA+7SHAIFO7aHOPRFAAAEEEEAAAQTKVuCss86yUaNG2RtvvJFojJ07d7ZLLrnEzj333ET96YQAAmYGAgIIIIBAyQSk4oEvUtwuFeaSooAaD8yRcsve1lzKBPr4yk57nzDQevTt4gse+aJO0apHYRfXfVUnn2mt2QdvfWhTD59vLz5YPsFOi//+WrySUxibDz4MMww97MO4fQK+ulOo+Qxs5bW62dDLl+/n6rI9pdhbinO/uCTPomfiBSmuezk7ScXbs/tQRgABBBBAAAEEykqAwSCAAAIIINAKAgQ6tQIql0QAAQQQQAABBFZEgHPbR2DJkiU2ZswYO/HEExMPYPPNN7e5c+fa2LFjE59DRwQQQAABBBBAoNQCUvEAGClulwpzSVFgjQfhSLllb8tPmeCmTHum7is77e0rO/XragoTk8K+Lkmy8DKThU32wVsf2dTDF9iLDyULKA8ntdpr8YOv2XXj59j//vtRuEcYYPwyyQtxkmQKR1des7sNv+IbOSs5ZRyayiWZ1HgKl46OF8u9LTtJyq5SRgCBlAgwDQQQQAABBBBAAAEEEGi5AIFOLTfjDAQQaF8B7o4AAggggEDJBR555BEbPny4TZkyxZJuQ4cOtdtvv9122223pKfQDwEEEEAAAQQQaDUBqXggjBS3S7m5D0RSFGjjwTpSbtnb8lMmuCnTnqmv9aXetufEzWylVbs0rIhUWxuVQ+aLI4XbxfUlby61qePn2UsPNxvsFM5pnde/H3o9Wsnp/Tf/F40xGmBt2Ecp2kUVX9Gphwc5XZn7c3U+/8zcvVwsSbLsdin2leLcwiYp7C16BhY2Ka6HYs5LKt6e04kKAggggAACCCAeCiUuAAAQAElEQVSAAAIIIIAAApUp0OJRE+jUYjJOQAABBBBAAAEEEEiTwPTp082DlhYtWpR4WkcddZTNmDHD1lhjjcTn0BEBBBAorQBXQwABBAoFpOIBMVLcLjXkUm7Zg3IkRUE3mbLn+Sk/wCdTX/vLfWyviQOtx6pdLVwkpPDy61nYFJLJpJBC8f03P7Sp4+fb4kfaPtjp3w+/Hq3k5GPw0YQhhRHJzF9RinahLlt5je62/woEOUkyqTBZ2CSFvUXHLWxSXA/FnJdUvD2nExUEEEAAAQQQQACBFAswNQQQQACBfAECnfJFqCOAAAIIIIAAAghUvkDCGZx77rk2cuRIe/XVVxOd4X/o+/3vf2/nn39+ov50QgABBBBAAAEE2lpAKh4YI8XtUkMu5Zb933UkRcE3mbLn+SkT3JRpz9TX3qJPtLJT9z6dzaKFkWo9i8q+89WdQnNEsuQNX9nJg53ejOptsXv5kTfs2nFzbMnr/wu3i0fiY/Kx+UC9xVdx8vJKq3W1/a9a/pWcJEUrOkmxpxTnFjZJYW+Rs4VNiuuhmPOSirfndKKCAAIIVLsA80cAAQQQQAABBBCoOgECnarukTNhBBBAwAwDBBBAoNoFli5damPHjrXjjz8+McWmm25qs2fPtnHjxiU+h44IIIAAAggggEB7CEjFA2SkuF1qyKW47OOUlBOc44FMUtzm5eyUCW7KtGXq62y5iu19wubWfZUuUSBPON0suoXMy2FvZjLflry+1P58+Hz79z9aP9jp5X+8YdeOn2PvR0FOFkYQj0HyPKT4ZZJspX5d7YCp37DMnPLnmKnn55Lq/fyYpOh6Upxb2CSFvUXtFjYprodizksq3p7TKUGFLggggAACCCCAAAIIIIAAAgikTYBAp8InSgsCCCCAAAIIIIBAigUef/xxGz58uE2ePDnxLPfbbz9buHCh7bXXXonPoSMCCCCAQNkLMEAEUi0gFQ+UkeJ2qSGXFAXeSHGeHaSTKXuenxoLBFp7yz7Rz9h17dXJohWTfKkkqw3lkDwPyfG9+d3/fGBTD59n/3609YKdXn70jWglp/fCvfye8b3rxpIZYDjgxe59u9oBVxPk5EYkBBBAAAEEEEAAAQRSIsA0EEAgZQIdUjYfpoMAAggggAACCCCAQKMCM2bMsKFDh9qCBQsa7ZN/YPz48VZTU2Prrrtu/qGU15keAggggAACCFS6gKSiU5Didqkhl+KynyCpfmUiqaGcH+jk9caCndbZahXb+8TNLfoZu+jSioOpzEwWb1Eerv/ef+KVnV5+7L/xgRLuX3nsTbtu/Fx77z//C/dVSJmLezkkeT3swstXchpJkJODkBBAAAEEqkqAySKAAAIIIIAAApUlQKBTZT0vRosAAgggUC4CjAMBBCpO4Pzzz49Wclq8eHHisV9wwQV20UUXJe5PRwQQQAABBBBAoNwEJBUdkhS3Sw25JJMakgcySXE9v+z1TGoq2GnPiZtbt16dwxhq61Z0CsW6V22U+77W3n3lA/vz+Hn28uOlC3Z65fE3o5Wc3n3l/XCn+D6+D5XwCuPxfdRQa936dLFiQU6ZOTaWS6oPCvM+UuwlxbmFTVLYW2RrYZPieijmvKTi7TmdqLS9AHdEAAEEEEAAAQQQQAABBBAoKwECncrqcaRnMMwEAQQQQAABBBAoF4GPP/7Yxo0bZ8ccc0ziIW244YY2c+ZMO/LIIxOfQ0cEEEAAAQSqUYA5V4aAVDyARorbpYZciss+M0n1QTxSXPZgnmKpsWCndb+yiu05cWAU7CTJZL417BW1yCwce/fV/9nV4+fbK/9c8WCnV8M1rhs/NwqgkmT+j0W51W1RS2hSFOT0net2jeaaPTefk6fstuyypOgcqSGXwnXrkoVNUthbdB8LmxTXQzHnJRVvz+lEBQEEEEAAAQQQQAABBBBoJwFui0A5CRDoVE5Pg7EggAACCCCAAAIIlFTgX//6V7SK08UXX5z4unvttVf003aDBg1KfA4dEWhEgGYEEEAAAQTKRkAqHkgjxe1SQy4pCsyR4tyDe6TiZT+WSflBQZn6uluvat+auLl1WbmjRQsoZe1ra31lpdBal7/98vvRyk6v/vOt5bbzIKdrxs2xd/79frhTuH7dteN7ZS4b2sPRrr07mQc5+Vg9NTaXTHsml0SQk7EhgAACCCCAQJ0AGQIIIIAAAgi0oQCBTm2Iza0QQAABBBBAIFuAMgKtK1BTU2NDhw61uXPnJr7RoYceGvX3FZ0Sn0RHBBBAAAEEEECgQgQkFR2pFLdLDbkUl/0ESQWBTx7wIykK9vFyJmUHC3lbpr7eNqvaXid8ybqu3Mkym7wQriGT+SvaheI7L39gfz58nr36RMuDnf4TzrnWV3J6+f26y4ULhnt4ReEmsswm69a7i333+m8WzMHH3VSSFJ0jNeSSTIqThU1S2FvUZmGT4noo5ryk4u05naggUPECTAABBBBAAAEEEEAAAQQQKJ0AgU6ls+RKCJRWgKshgAACCCCAwHILXHTRRTZ48GB7/vnnE1/jvPPOs5as/JT4wnREAAEEEEAAAQSaEmjjY1LxwBopbpcacklRoI6kKLDHg3+kuM3LnqSGY173lAlu8rKnTH3dbVa1PU/4knXu0dF8q/Wd+T6k8DIvh7w2pLcXL7GrD59n/3kyebCT971m/Bzzc/0afrnMNaM8boju2rVnZ/vu9fHP1WXG52P1lF/3tkySFFlIDbkUm0gy36TiuR/LTlLcL7uNMgIIIIAAAggggAACCCCAQEoFmFbJBAh0KhklF0IAAQQQQAABBBBob4HPP//cjjzySDviiCMSD2X99de3m2++2Y499tjE59ARAQTaToA7IYAAAgiUXkAqHmAjxe1SQy7FZR+FpPrAJ0lRwI8HAEkNZa8XS5ngofW2XTVa2alLj04ms5DivYVryMI/Cm0hWai/vfh9u/rw+fbav9625jbv4ys5+TmS/HQzWdhkoWphb+YFM/Mgp1HTCHIKFLwQQAABBBBAAIGyEWAgCCCAAAIIJBUg0CmpFP0QQAABBBBAAIHyE2BEWQLPPvusDR8+3C688MKs1qaLu+++u82bNy86r+meHEUAAQQQQAABBNIlIKnohKS4XWrIJZmkqH8miElS1JZdz5Q9zwQ2eTmTMm3rbdfXvjVxc+u8Ukerra216J/63EKbp9Aa2v774nv25/Hz7LWnGg928mPXjJtjb4W+fnJ0zdow3JDCVUJTtI/yzj06GkFOwYYXAghUmgDjRQABBBBAAAEEEEAAgToBAp3qIMgQQCCNAswJAQQQQKBaBObOnWtDhw61mpqaxFP+6U9/agsXLrQBAwYkPoeOCCCAAAIIIIBAmgQkFZ2OFLdLDbmkKLDJT5DishTnmUAmSfWrPHlbJrDJy/lp/e372rf8Z+xW8pWd/DoWNpn5K0rRznx766X37Orx8+z1p9/xak56/em37Zrxc+2tl5aYhftbOM1CHl6h7q/QUFfpunJn+96Nu5mPy1P2mPLr2cckRfOSGnJJ4TZxsrBJCnuL2ixsUlwPxZyXVLw9pxMVBBBAAAEEEEAAAQQQQAABBBAoIhA3EegUO7BHAAEEEEAAAQQQqFCBP/7xjzZo0CB7+umnE8/g7LPPtsmTJyfuT0cEEECgogUYPAIIINCEgFQ88EaK26WGXFJ9IE8mEEiK27LrmbLn+QFE2fUo2Gni5tapW/hPlLU+yLDzV5SinTdabSi++YIHO821159pCHby8tXj5tp/wzFfxSnuHPbhhPAyC+dFu1DpslJHO/Av8c/V+bgyycfjKVPPzyUR5GRsCCCAAAIIIIAAAhUhwCARQACBKhEI/xWhSmbKNBFAAAEEEEAAAQRSJ3DsscfaYYcdZsuWLUs0t7XXXttuvPFGmzBhQn1/CggggAACCCCAQLULSCpKIMXtUkMuqT7YSYrLUpxngoQkRcFBmXp+IFF2vf9X+0UrO3Xq1tHCVSzsLJwekkI5JJNJIZlZHOw0z9549p0oXTN+bhTkpHBM8n1UiPt71ZPJOnfvZN/76zcLVnLKHkdmrNm5pGgeUkMuyaQ4Wdgkhb1FbRY2Ka6HYs5LKt6e04kKAggggECrCnBxBBBAAAEEEEAAgXQIEOiUjufILBBAAIHWEuC6CCCAQFkKvPjiizZ8+HCbNGlS4vF94xvfMP+Ju5EjRyY+h44IIIAAAggggEC1CEjFA3GkuF1qyCXVB/ZkAoOkuC27nil7nh9UlF2Pgp1O/JJ16KLMAkwWrdBU60sy1UZlL/kKTW8+945dPW5eSHPtzefejfuHhxT19w7hHC+HLDrWsVsHO+im+OfqOnToEAUueZ59f6/nJ0lRX6khlxTNW5L5JhXP/Vh2kuJ+2W1lWGZICCCAAAIIIIAAAggggAACCFSEAIFOK/SYOBkBBBBAAAEEEECgrQUWLlxoQ4cOtRkzZiS+9f/93//ZokWL7Mtf/nLic+iIAAIIIIBAgwAlBKpDQFLRiUpxu9SQS4qCfvwEKS5LcZ4JGpIUBQtl6vnBRV735Mc92GnPE79snbp2DNe1kOQ7802SKSrEOw9wevO590IltMYvk0LBQvJXKIeX+SpRP7x595wx+L2aS5Kic6SGXJJJcbKwSQp7i9osbFJcD8Wcl1S8PacTFQQQQAABBBBAAAEEECgTAYaBAAKVIECgUyU8JcaIAAIIIIAAAgggEAlMnjzZBg0aZE888URUT7I744wzbMqUKfV/hEpyDn1aKEB3BBBAAAEEEEiNgFQ8MEeK26WGXFL9v2NlgoekuC27nil7ngls8nImeZun/jv2s2+d+CXr2Dn8J0tfkilaxslyVnQKNaut+8fLDu/dfBUnL4dDUf8O4Ro/uHm3KGApcx/PO3bsGP2EnZeLJUnROVJDLsVzsrpNUlSScvOoMWsnxcezmigigAACCCBQ2QKMHgEEEEAAAQQQKAOBDmUwBoaAAAIIIIBAqgWYHAIIlEZgwoQJNnbsWPvkk08SXXD11Ve366+/3k466aRE/emEAAIIIIAAAgggEAtIxQN0pLhdasgl1Qc7SXFZivNMIJGkKHgoU/dgo0w5O/f2DXZazb514petY5d4Zadw8fAK17OwKSRT/T8WShY2eQr3CJlZyP3cH83IXcnJr+0p+375ZUnROKWGXFK4pMw3STnlTJvn+UlSfhP1KhBgiggggAACCCCAAAIIIIAAAq0vQKBT6xtzh6YFOIoAAggggAACCDQp8PLLL9vIkSPtnHPOabJf9sGdd97Z5syZY6NGjcpupowAAggggAAC7SfAnStMQCoeqCPF7VJDLqk+ACgTPCTFbdn1TNlzDzry5OX8tMHOcbCTOsqstja8QnI/X7rJvByncDDzivqEnSn8187Rt+5ufu3slH+P/Lok8zapIZdUPy8pt2xhkxT2hS+peHthT1oQQAABBBBAAAEEEEAAgdQJMCEEWl0gfPRv9XtwAwQQQAABhX4ZgQAAEABJREFUBBBAAAEElktg0aJFNnToUJs+fXri83/4wx/aHXfcYVtvvXXic+iIQPsLMAIEEEAAAQTKT0AqHrAjxe1SQy6pIChIits8gMiTpCiYyMuZlB2MlF3e8Gur254nbWEdOvk1zGSZTaHsyeuyUPGXSTJ17GA/mbVnwT06dOjQZJuk6LgUrpGXLGxS3B6K0X2ycy9nJ0nZVcoIIIAAAggggECeAFUEEEAAAQQQWFEBAp1WVJDzEUAAAQQQQKD1BbhDVQpMmTLFBg8ebI8++mji+f/qV7+yqVOnWpcuXRKfQ0cEEEAAAQQQQACBxgWk4oE7UtwuNeSS6gOBMsFFUtyWXc+Um8o96Gmjr69hs9+9ypbVfmHRYk7RMOPVnOJ62McvUwfZmNlxkJOf68mvn8m9XCxJMm+XGsYpxWULm5RbDk31c/RydpKUXaWMAALLI8A5CCCAAAIIIIAAAggggEAzAgQ6NQPEYQQqQYAxIoAAAgggkDaBk046ycaMGWNLly5NNLVVV13Vrr76ajv55JMT9acTAggggAACCCBQiQLtNWapeACPFLdLDbmk+kAgKS5Lce4BRZ4kRcFFXs5PHpjkKdP+2Fv32a1v/slq7QszWdgUsjhZKEWvcL2D5+wVXTP73EzZc0+Za2ZySdE5UrheSN4uxWULm5RbDk0mybOCJBVvL+hIAwIIIIAAAggggAACCCCAAALNCHC4aQECnZr24SgCCCCAAAIIIIBAGwq89tprNmrUKDvzzDMT3/WrX/2qzZkzxw466KDE59ARAQRSKcCkEEAAAQRaUUAqHsgjxe1SQy4pCgiSFAUSZQcQebmxlB2M5GVPFrZnl/7DZniwU+0XoVZrmX8slPw1dv4+5n09+bU99+Tl7FSsTVLBGC1sUjyHUIzmkp17OTtJyq5SRgABBBBAAAEEEGhdAa6OAAIIIFDlAgQ6VfkbgOkjgAACCCCAQLUIlP8877nnHhs6dKhNmzYt8WC/973v2cKFC2377bdPfA4dEUAAAQQQQAABBJZPQCoe0CPF7VJDLuWWPeBIUhQ0lCl7nknZQUiZsueZkcbBTpdF1XAV82Rh/9OavaMgJ7+O9/fkZU/ZZa9LKghqyrRL4YohWdik3HJoMkmeFSSpeHtBRxoQQACBNhPgRggggAACCCCAAAIIpFuAQKd0P19mhwACSQXohwACCCDQrgJTp061wYMH20MPPZR4HL/85S/t2muvtR49eiQ+h44IIIAAAggggAACKyYgFQ/skeJ2qSGXcsvZQUVeLpbyg5OyR/vM0kfsFl/ZyeI1naa8cpp169k1Cl7KnOd5Jvn1vex5ferQIQpakhSdJ6m+bmGT4nooRu3ZuZezk6TsKmUEEEAAAQQQQAABBBBAAAEEEGgDgQ5J7kEfBBBAAAEEEEAAAQRaS+CUU06x0aNH25IlSxLdolevXnbllVfaaaedlqg/nRBAAAEEkgvQEwEEEEgiIBUP8JHidqkhl3LLHnAkKQoikhQFG3lbfvIAJU+Wt3mw04w3L7MbX/+9vfXZa9H53i+T8q+TX5cUnePtUsM4LGxSXA/FaHzZuZezk6TsKmUEEEAAAQQQQAABBCpKgMEigAAClSxAoFMlPz3GjgACCCCAAAIIVLDAm2++aQcddFCLApa23XZbmz17dhQY1Q5T55YIIIAAAggggAACdQJS8UAfKW6XGnIpt+xBRp4kRQFFXm4s1d0uJ3t66cP24kdPRm3FApy8Lf96kooGOEnxGKQ4t7BJCnuLxmZFNik+XuQQTQgggAAC6RBgFggggAACCCCAAAJlLECgUxk/HIaGAAIIVJYAo0UAAQSSC9x///02bNiw6Kfnkp71ne98xxYsWGA777xz0lPohwACCCCAAAIIINCKAlLxgB8pbpcacim3LKk+8MiDkqSGenagkjWz+bme/JxM8nomSaq/j6QoeEnKzS1sksLeouMWNimuh2LOSyrentMp9RUmiAACCCCAAAIIIIAAAggggED7CRDo1Fb23AcBBBBAAAEEEEAgErj22mtt8ODB5sFOUUOC3QknnGDTpk2zPn36JOhNFwQQQAABBNpRgFsjUGUCUvHAHylulxpySVEgkVSYZwKTMnkmaKk5Tu+XOaexXCq8nxS3+fUleRaNzQtSXPdydpKKt2f3oYwAAggggAACCCCAAAJVIsA0EUCg3QQIdGo3em6MAAIIIIAAAghUn8Dpp58e/Vzd22+/nWjyK620kl122WV25plnJupPp/IXYIQIIIAAAgggkD4BqXgAkBS3S4W5pCiwSGo898Cl5rS8T5JgJ+8n5d7Lry3Js2gsXpDiupezk1S8PbsPZQQQQAABBBBoEKCEAAIIIIAAAgi0lgCBTq0ly3URQAABBBBouQBnIJBagXfeecdGjx5tJ598cuI5brXVVjZr1iwbM2ZM4nPoiAACCCCAAAIIINA+AlLxQCApbpcKc0lRgJEHIRVLkpqdTGPnSYquLTXk3leK635hKS5L8mrUPyrk7aT4eF4zVQRWRIBzEUAAAQQQQAABBBBAAAEEllOAQKflhOO09hDgnggggAACCCBQiQIPPfSQDRs2zKZOnZp4+CNGjLD58+fbrrvumvgcOiKAAAIIIIBAWgSYR6UKSMUDgqS4XSrMJUUBRlJu7kFJnpqz8D7ZSZJl6lLuNS1sUmFbaI7G4Hl+kpTfRB0BBBBAAAEEEEAAAQQQQKAkAlwEgeUTINBp+dw4CwEEEEAAAQQQQCCBwLRp02zw4MF2zz33JOgdd/n5z39u06dPt9VWWy1uYI8AArkC1BBAAAEEEChjAal4YJAUt0uKgoqkhtynI8X17CAlL/uxxpL/+6L3ySRJUZCT1HAtKS5LDbmFTVLYxy+poRy3xHupeHt8lD0CCCCAAAIIINDKAlweAQQQQAABBIoKEOhUlIVGBBBAAAEEEKhUAcZdPgJnnXWWjRo1yt54441Eg+rSpYtdeumlds455yTqTycEEEAAAQQQQACB8hSQigcISQ3tUlyWVBD4JKk+YMma2TzISYqvkSlncilulxRdRcrNvVGK27zsSVL9eLxOQgCB8hVgZAgggAACCCCAAAIIIFCdAgQ6VedzZ9bVK8DMEUAAAQQQaHWB999/38aMGWMnnnhi4nt96UtfspqaGvvZz36W+Bw6IoAAAggggAACCDQq0O4HJBUdg9TQLsVlSfXBRVJu2YPhi16orlGK+xcLbpLiY1Kc+ymSPIuS1FD2Bim37m0kBBBAAAEEEEAAAQQQQAABBMpYoCqHRqBTVT52Jo0AAggggAACCLSOwKOPPmrDhg2zKVOmJL6B9583b55961vfSnwOHRFAAIEVE+BsBBBAAIG2EJBU9DZSQ7ukKMjJO0ryLKpLivKooYmdFPeTGs/9dCk+nl/2uidJnpEQQAABBBBAAAEEUiXAZBBAAAEE0ihAoFManypzQgABBBBAAAEEVkRgOc+dPn26DR482BYtWpT4CkcffbTdcssttvbaayc+h44IIIAAAggggAAClSMgFQ8gkpQTyCTFdSk3b2qmUty3sdWc/Fwp7uNlT5I8y0lSYVtOByoIIIBAWgWYFwIIIIAAAggggAACFShAoFMFPjSGjAAC7SvA3RFAAAEECgXOPfdcGzlypL366quFB4u0dOzY0f7whz/YpEmTihylCQEEEEAAAQQQQCBNApKioCZJBdOSFB3LHJCUKea01zfmFaS4v6Sov6Soh6SoHlXCTsqth6boJSnKi+1oQwABBBBAAAEEEEAAAQQQQACB8hModaBT+c2QESGAAAIIIIAAAgi0msCHH35oY8eOteOPPz7xPQYMGGAzZ860ww47LPE5dEQAAQQQKDsBBoQAAggsl4BUPLBIamiXFAUpSWr2HpKivt5RisuSvFqfpNx65oBUvD1znBwBBBBAAAEEEEAAAQQMAgQQQKDsBAh0KrtHwoAQQAABBBBAAIHKEHjiiSds6NChNnnyZEu6DRo0yObOnWv77LNP0lMqtB/DRgABBBBAAAEEEGhMQCoeYCQpClqS1NipBe2Sip4jFW/PXEBSpkiOAAIIIIDACghwKgIIIIAAAggggEBbCxDo1Nbi3A8BBBBAwAwDBBCoeIEZM2bY4MGDbeHChYnncvjhh0crOfXv3z/xOXREAAEEEEAAAQQQSKeA1HSgkaQogKkls5ficyQ1eZrU9PEmT+ZgywTojQACCCCAAAIIIIAAAggggECJBQh0KjFoKS7HNRBAAAEEEEAAgXIWOP/882348OG2ePHixMP83e9+ZxdeeGHi/nREAAEEEECgGgSYIwLVLiApCmaStNwUkhJdQ0rWb7kHwokIIIAAAggggAACCCCAQCMCNCOAQGkFCHQqrSdXQwABBBBAAAEEUivw6aef2rhx4+yYY45JPMeNNtooWsXpiCOOSHwOHRGoEyBDAAEEEEAAgSoSkNRqs5Va79qtNmgujAACCCCAQPUIMFMEEEAAAQQQQKBFAgQ6tYiLzggggAACCJSLAONAoG0Fnn76aRs6dKhdfPHFiW+8995725w5c2zQoEGJz6EjAggggAACCCCAQPUKSEq0OlNzQlLDdSQ1153jCJS5AMNDAAEEEEAAAQQQQAABBBDIFiDQKVuDcnoEmAkCCCCAAAIIlEygpqbGBg8ebHPnzk18zUMPPTQKctpkk00Sn0NHBBBAAAEEEECgxQKckFoBSVHQU3MTlOJ+UkPe3DkcRwABBBBAAAEEEEAAAQQQqDABhotAlgCBTlkYFBFAAAEEEEAAAQRyBS688MIoyOn555/PPdBE7be//W2LVn5q4lIcQgCBFRTgdAQQQAABBBBAAAEEEEAAAQQQSL8AM0QAAQQQQKCaBAh0qqanzVwRQAABBBBAIFuAchMCX3zxhR155JFRaqJbzqH111/fbrnlFjvmmGNy2qkggAACCCCAAAIIIIAAAggg0I4C3BoBBBBAAAEEEEAAAQRSJECgU4oeJlNBoLQCXA0BBBBAoFoFnnvuORs6dKj5ak5JDfbYY4/op+qGDRuW9BT6IYAAAggggAACCJSFAINAAAEEEEAAAQQQQAABBBBAAIH0C6RnhgQ6pedZMhMEEEAAAQQQQGCFBebOnWtDhgyxmpqaxNf62c9+ZgsWLLCBAwcmPoeOCCCAQMUIMFAEEEAAAQQQQAABBBBAAAEEEEi/ADNEAAEEEKgYAQKdKuZRMVAEEEAAAQQQQKB1BS6++GIbNGiQPf3004lv9Jvf/MYuvfTSxP3piAACCCCAAAIIIIAAAggggAAClSfAiBFAAAEEEEAAAQQQKBcBAp3K5UkwDgQQSKMAc0IAAQQqRuDYY4+1cePG2bJlyxKNeZ111rG//vWvdvzxxyfqTycEEEAAAQQQQAABBFIswNQQQAABBBBAAAEEEEAAAQQQQKCNBNox0KmNZshtEEAAAQQQQAABBBoVeOmll2z48OE2adKkRvvkH6uN8LMAABAASURBVNh1111t1qxZdsABB+Qfoo4AAggggEARAZoQQAABBBBAAAEEEEAAAQQQQCD9AswQAQQQaBsBAp3axpm7IIAAAggggAACZSewcOFCGzJkiM2YMSPx2H7yk5/YggULbMstt0x8Dh2bEeAwAggggAACCCCAAAIIIIAAAgikX4AZIoAAAggggAACCJREgECnkjByEQQQQACB1hLguggg0DoCkydPtkGDBtkTTzyR+Aa//vWv7fLLL7dOnTolPoeOCCCAAAIIIIAAAggggEASAfoggAACCCCAAAIIIIAAAgggkESAQKckSuXbh5EhgAACCCCAAAItFpgwYYKNHTvWPvnkk0TnrrHGGnbDDTfYiSeemKg/nRBAAAEEEECg5AJcEAEEEEAAAQQQQAABBBBAAAEE0i/ADBFAIIEAgU4JkOiCAAIIIIAAAgikQeCVV16xkSNH2jnnnJN4Ol/72tespqbGvvvd7yY+h44ItL0Ad0QAAQQQQAABBBBAAAEEEEAAgfQLMEMEEEAAAQQQQMCMQCfeBQgggAACCKRdgPkhEATuvPNOGzJkiE2fPj3Ukr1+9KMf2fz5823bbbc1NgQQQAABBBBAAAEEEEAAgTIXYHgIIIAAAggggAACCCCAQBUIEOhUBQ+ZKTYtwFEEEEAAAQTSLjBlyhQbNGiQPfroo4mnetppp9lVV11l3bt3T3wOHRFAAAEEEEAAgXIWYGwIIIAAAggggAACCCCAAAIIIJB+AWaYfgECndL/jJkhAggggAACCFSxwEknnWRjxoyxpUuXJlLo27evXXPNNfbLX/4yUX86IYBAagSYCAIIIIAAAggggAACCCCAAAIIpF+AGSKAAAIIIFDxAgQ6VfwjZAIIIIAAAggg0PoClXeH119/3UaNGmVnnnlm4sF/9atftZqaGvv+97+f+Bw6IoAAAggggAACCCCAAAIIIJAeAWaCAAIIIIAAAggggAAC5S5AoFO5PyHGh0AlCDBGBBBAAIGyErj33nttyJAhNm3atMTj8uCmefPmmQc7JT6JjggggAACCCCAAALVJcBsEUAAAQQQQAABBBBAAAEEEEAg/QJlPkMCncr8ATE8BBBAAAEEEECgJQJTp061QYMG2UMPPZT4tJNPPjn6ubpevXolPoeOCCCAAAKFArQggAACCCCAAAIIIIAAAggggED6BZghAggggED7ChDo1L7+3B0BBBBAAAEEECiZwCmnnGKjR4+2JUuWJLpm79697aqrrrJf/epXifqvYCdORwABBBBAAAEEEEAAAQQQQACB9AswQwQQQAABBBBAAAEEWlWAQKdW5eXiCCCAQFIB+iGAAALLL/DWW2/ZQQcdZKeddlrii2y33XZWU1NjP/rRjxKfQ0cEEEAAAQQQQAABBBBYUQHORwABBBBAAAEEEEAAAQQQQACBFRGojECnFZkh5yKAAAIIIIAAAikWeOCBB2zIkCF27bXXJp7ld7/7XZszZ4597WtfS3wOHRFAAAEEEGgTAW6CAAIIIIAAAggggAACCCCAAALpF2CGCCCAwAoIEOi0AnicigACCCCAAAIItKeABzcNGjTI7r///sTDOPHEE+2GG26wvn37Jj6HjuUjwEgQQAABBBBAAAEEEEAAAQQQQCD9AswQAQQQQAABBBBAoHEBAp0at+EIAggggEBlCTBaBKpK4PTTT49+ru7tt99ONO8ePXrY5Zdfbr/+9a8T9acTAggggAACCCCAAAIIIFCmAgwLAQQQQAABBBBAAAEEEECgigUIdKqah89EEUAAAQQQQCANAu+9956NHj3aTj755MTT+cpXvmI1NTX2k5/8JPE5dEQAAQQQQACBShVg3AgggAACCCCAAAIIIIAAAgggkH4BZohA9QoQ6FS9z56ZI4AAAggggECFCTz88MM2ePBgmzp1auKRH3DAATZ79mzbddddE59DRwRSLcDkEEAAAQQQQAABBBBAAAEEEEAg/QLMEAEEEEAAAQRSK0CgU2ofLRNDAAEEEECg5QKcUb4C06ZNs0GDBtm9996beJDHH3+8/fWvf7U111wz8Tl0RAABBBBAAAEEEEAAAQQQSL8AM0QAAQQQQAABBBBAAAEEKlWAQKdKfXKMuz0EuCcCCCCAAALtInDWWWfZqFGj7I033kh0/65du9rkyZPtN7/5TaL+dEIAAQQQQAABBBDIEaCCAAIIIIAAAggggAACCCCAAALpF2CGFSpAoFOFPjiGjQACCCCAAALpF/jf//5nY8aMsRNPPDHxZL/85S9bTU2N/fSnP018Dh0RQACBlgnQGwEEEEAAAQQQQAABBBBAAAEE0i/ADBFAAAEEEChPAQKdyvO5MCoEEEAAAQQQqFSBEo37scces8GDB9uUKVMSX3H48OE2a9Ys22OPPRKfQ0cEEEAAAQQQQAABBBBAAAEEEFgOAU5BAAEEEEAAAQQQQACBdhEg0Kld2LkpAtUrwMwRQAABBJoXmD59ug0aNMjuvPPO5jvX9TjmmGPs5ptvtvXWW6+uhQwBBBBAAAEEEEAAgfYT4M4IIIAAAggggAACCCCAAAIIIJB+gfaYIYFO7aHOPRFAAAEEEEAAgUYEzj33XBs5cqS9+uqrjfTIbe7YsaNdfPHF9tvf/jb3ADUEEEAAgXIWYGwIIIAAAggggAACCCCAAAIIIJB+AWaIAAIIINAKAgQ6tQIql0QAAQQQQAABBFoq8NFHH9nYsWPt+OOPT3zqZpttZjU1NXbooYcmPqcyOjJKBBBAAAEEEEAAAQQQQAABBBBIvwAzRAABBBBAAAEEEECg5QIEOrXcjDMQQACB9hXg7gggkDqBJ5980oYMGWKTJ09OPLfBgwfbrFmzbO+99058Dh0RQAABBBBAAAEEEECgggQYKgIIIIAAAggggAACCCCAAAIIFAikLtCpYIY0IIAAAggggAACZSwwY8YMGzRokC1cuDDxKI844gi77bbbbMMNN0x8Dh0RQAABBBBImwDzQQABBBBAAAEEEEAAAQQQQACB9AswQwQQQCBfgECnfBHqCCCAAAIIIIBAGwlMmjTJhg8fbosXL058xwsvvNB+97vfJe5Px6oVYOIIIIAAAggggAACCCCAAAIIIJB+AWaIAAIIIIAAAghUnQCBTlX3yJkwAggggIAZBgi0r8Bnn31m48aNs2OPPTbxQDbeeGObOXOmHX744YnPoSMCCCCAAAIIIIAAAgggUN0CzB4BBBBAAAEEEEAAAQQQQCBtAgQ6pe2JlmI+XAMBBBBAAAEEWk3gmWeesSFDhtjFF1+c+B777LOP1dTURD9xl/gkOiKAAAIIIIAAAs0JcBwBBBBAAAEEEEAAAQQQQAABBNIvwAwRSJkAgU4pe6BMBwEEEEAAAQTKVyATrDR37tzEgzzssMNs9uzZNmDAgMTn0BEBBEojwFUQQAABBBBAAAEEEEAAAQQQQCD9AswQAQQQQAABBCpLgECnynpejBYBBBBAAIFyEWAcLRS48MILbfDgwfb8888nPnPSpEn2hz/8IXF/OiKAAAIIIIAAAggggAACCCBQYgEuhwACCCCAAAIIIIAAAgiUlQCBTmX1OBhMegSYCQIIIIAAArFAbW2tHXnkkVGKW5rf9+/f32bMmGFHH310853pgQACCCCAAAIIINCOAtwaAQQQQAABBBBAAAEEEEAAAQTSL8AMy0mAQKdyehqMBQEEEEAAAQRSJfDCCy/YkCFDzFdzSjqxb33rW+Y/cTd06NCkp9APAQQQKF8BRoYAAggggAACCCCAAAIIIIAAAukXYIYIIIAAAgi0oQCBTm2Iza0QQAABBBBAoHoE5s6da4MGDYqClhqbdX772LFjzc/70pe+lH+IOgIIIIAAAggggAACCCCAAAIIVKgAw0YAAQQQQAABBBBAAIHSCRDoVDpLroQAAqUV4GoIIIBAxQpcfPHFUZDT008/nXgO55xzjl1yySXWoQP/epYYjY4IIIAAAggggAACaRBgDggggAACCCCAAAIIIIAAAgggkH6Bks2Qv6SVjJILIYAAAggggAACZscee6yNGzfOli1blohjnXXWsenTp9vPf/7zRP3phAACCCBQbQLMFwEEEEAAAQQQQAABBBBAAAEE0i/ADBFAAAEEkgoQ6JRUin4IIIAAAggggEATAosXL7bhw4fbpEmTmuiVe+ib3/xm9NN2I0aMyD1ALbkAPRFAAAEEEEAAAQQQQAABBBBAIP0CzBABBBBAAAEEEEAAgToBAp3qIMgQQACBNAowJwQQaBuBhQsX2uDBg23GjBmJbzhmzBibM2eObbXVVonPoSMCCCCAAAIIIIAAAgggUEyANgQQQAABBBBAAAEEEEAAAQSqRaCaA52q5RkzTwQQQAABBBBoRYHJkyfboEGD7Iknnkh8lzPPPNMuu+wy69q1a+Jz6IgAAggggAACyy3AiQgggAACCCCAAAIIIIAAAgggkH4BZogAAlUiQKBTlTxopokAAggggAACpReYMGGCjR071j755JNEF19zzTVt2rRpdsIJJyTqTycE2kaAuyCAAAIIIIAAAggggAACCCCAQPoFmCECCCCAAAIIIJAOAQKd0vEcmQUCCCCAQGsJcF0Eigi8+uqrNnLkSDvnnHOKHC3etMsuu9jMmTPtO9/5TvEOtCKAAAIIIIAAAggggAACCLSfAHdGAAEEEEAAAQQQQAABBBCoCAECnSriMZXvIBkZAggggAAC1SZw55132uDBg2369OmJpz569GibPXu2bbvttonPoSMCCCCAAAIIIFBOAowFAQQQQAABBBBAAAEEEEAAAQTSL8AMEagEAQKdKuEpMUYEEEAAAQQQKAuBKVOm2KBBg+zRRx9NPJ7TTjvNrrzySlt55ZUTn0NHBBCoOAEGjAACCCCAAAIIIIAAAggggAAC6RdghggggAACCCBQBgIEOpXBQ2AICCCAAAIIpFsgHbM76aSTbMyYMbZ06dJEE+rXr59de+219stf/jJRfzohgAACCCCAAAIIIIAAAgggUNkCjB4BBBBAAAEEEEAAAQQQaH0BAp1a35g7INC0AEcRQAABBMpa4I033rBRo0bZmWeemXicO+64o9XU1Nj3vve9xOfQEQEEEEAAAQQQQCDlAkwPAQQQQAABBBBAAAEEEEAAAQTSL8AMW12AQKdWJ+YGCCCAAAIIIFCpAvfee2/0U3XTpk1LPIWDDjrIZs2aZTvssIOxIYAAAggkF6AnAggggAACCCCAAAIIIIAAAgikX4AZIoAAAgggsKICBDqtqCDnI4AAAggggEAqBaZOnRoFOT388MOJ53fKKafY1VdfbausskricxJ2pBsCCCCAAAIIIIAAAggggAACCKRfgBkigAACCCCAAAIIIIBAMwIEOjUDxGEEEKgEAcaIAAIIlFbAA5ZGjx5tS5YsSXThPn36mAdGnXrqqYn60wkBBBBAAAEEEEAAAQSWR4BzEEAAAQQQQAABBBBl+dP6AAAQAElEQVRAAAEEEEAg/QJNz5BAp6Z9OIoAAggggAACVSTw9ttvm//03GmnnZZ41ttvv73V1NTYD3/4w8Tn0BEBBBBAAIFWEeCiCCCAAAIIIIAAAggggAACCCCQfgFmiAACCFS5AIFOVf4GYPoIIIAAAgggEAs88MAD0U/VXXvttXFDgv2oUaNs5syZtvPOOyfoTZf2FuD+CCCAAAIIIIAAAggggAACCCCQfgFmiAACCCCAAAIIIJBuAQKd0v18mR0CCCCQVIB+CFS1gAc3DRo0yDzYKSnESSedZNdff72tvvrqSU+hHwIIIIAAAggggAACCCDQ3gLcHwEEEEAAAQQQQAABBBBAAIGKFiDQKdHjoxMCCCCAAAIIpFXg9NNPj36uzn+2LskcV155ZZsyZYqdccYZSbrTBwEEEEAAAQQqSoDBIoAAAggggAACCCCAAAIIIIBA+gWYIQIIVLIAgU6V/PQYOwIIIIAAAggst8CSJUts9OjRdvLJJye+xtZbb201NTX2f//3f4nPoSMCqRJgMggggAACCCCAAAIIIIAAAgggkH4BZogAAggggAACCJSxAIFOZfxwGBoCCCCAQGUJMNrKEXj44YfNf6pu6tSpiQc9cuTIKMjpG9/4RuJz6IgAAggggAACCCCAAAIIIJA+AWaEAAIIIIAAAggggAACCCDQfgIEOrWffbXdmfkigAACCCBQFgLTpk2LgpzuvffexOOZMGGC3XjjjbbWWmslPoeOCCCAAAIIIIBAlQowbQQQQAABBBBAAAEEEEAAAQQQSL8AM0Sg3QQIdGo3em6MAAIIIIAAAm0tcOaZZ9qoUaPsjTfeSHTrbt262eTJk+3ss89O1J9OCCCAQPMC9EAAAQQQQAABBBBAAAEEEEAAgfQLMEMEEEAAAQQQaC0BAp1aS5brIoAAAggggEDLBVrpjKVLl9qYMWPspJNOSnyHLbbYIvqpup/+9KeJz6EjAggggAACCCCAAAIIIIAAAggkEKALAggggAACCCCAAAIIILCcAgQ6LSccpyHQHgLcEwEEEECg5QKPPfZY9FN1U6ZMSXzy8OHDoyCn3XffPfE5dEQAAQQQQAABBBBAoFQCXAcBBBBAAAEEEEAAAQQQQAABBNIvwAyXT4BAp+Vz4ywEEEAAAQQQqACB6dOnR0FOd955Z+LRHnvssXbzzTfbeuutl/gcOiKAAAIItKkAN0MAAQQQQAABBBBAAAEEEEAAgfQLMEMEEEAAAQSKChDoVJSFRgQQQAABBBCodIFzzjnHRo4caa+++mqiqXTq1Mn++Mc/2nnnnZeof/l2YmQIIIAAAggggAACCCCAAAIIIJB+AWaIAAIIIIAAAggggEB1ChDoVJ3PnVkjUL0CzBwBBFIv8Mknn9jYsWNtwoQJiec6cODA6KfqDjnkkMTn0BEBBBBAAAEEEEAAAQTKWIChIYAAAggggAACCCCAAAIIIIBAKgVyAp1SOUMmhQACCCCAAAJVI/Dkk09GP1U3efLkxHMeMmRIFOS01157JT6HjggggAACCFS6AONHAAEEEEAAAQQQQAABBBBAAIH0CzBDBBBAII0CBDql8akyJwQQQAABBKpQYMaMGVGQ08KFCxPP/sgjj7Rbb73VNtxww8Tn0LEqBJgkAggggAACCCCAAAIIIIAAAgikX4AZIoAAAggggAACCFSgAIFOFfjQGDICCCDQvgLcHYHyE5g0aZINHz7cFi9enGhwkuyiiy6yCy64IFF/OiGAAAIIIIAAAggggAAC1SfAjBFAAAEEEEAAAQQQQAABBBAoPwECnUr9TLgeAggggAACCLSZwLJly2zcuHF27LHHJr7nJptsYjNnzrTx48cnPoeOCCCAAAIIIIBAgQANCCCAAAIIIIAAAggggAACCCCQfgFmiAACZSdAoFPZPRIGhAACCCCAAAJJBJ5++unop+ouvvjiJN2jPvvuu6/V1NTYfvvtF9XZIYBA6wlwZQQQQAABBBBAAAEEEEAAAQQQSL8AM0QAAQQQQAABBNpagECnthbnfggggAACCJhhsIICHqw0ePBgmzt3buIr+cpPs2bNsk033TTxOXREAAEEEEAAAQQQQAABBBBAYAUEOBUBBBBAAAEEEEAAAQQQQKDEAgQ6lRiUy5VCgGsggAAC6RZ46qmnjFTc4KOPPmr24V944YXmQU7PP/98s30zHc4//3z7/e9/n6mSI4AAAggggAACCJSFAINoTwH/d+9K+FwyefJku+KKK4qmSZMmVcRnK1+Ntj2fNfdGAAEEEEAAAQQQQAABBNpXgLsjUFoBAp1K68nVEEAAAQQQaFbA/6CwdOlSIxUaNId35JFHmqfm+mWOb7DBBnbrrbfaUUcdlWkiRwABBCpHgJEigAACCCDQygKV8Jlkiy22sC233LJoGjhwYEV8rmrlx8jlEUAAAQQQQKDSBRg/AggggAACCLRIgECnFnHRGQEEEEAAAQTaQ8BXb/JVnHw1p8z9m8v33HNP85+4GzJkSHNdOY4AAggggAACCCCAAAIIIIAAAmUqwLAQQAABBBBAAAEEEEAAgWwBAp2yNSgjkB4BZoIAAgikRmDu3LnRT9V50FLSSY0dOzYKctp8882TnkI/BBBAAAEEEEAAAQQqUYAxI4AAAggggAACCCCAAAIIIIBA+gWYYZYAgU5ZGBQRQAABBBBAoLwELr74Yhs0aJA9/fTTiQd27rnn2iWXXGKdO3dOfA4dEUAAAQTSKsC8EEAAAQQQQAABBBBAAAEEEEAg/QLMEAEEEECgmgQIdKqmp81cEUAAAQQQqCCBY4891saNG2fLli1LNOp1113XbrrpJjvuuOMS9aeTmYGAAAIIIIAAAggggAACCCCAAALpF2CGCCCAAAIIIIAAAgikSIBApxQ9TKaCAAKlFeBqCCDQPgKLFy+24cOH26RJkxIPYLfddot+qm7//fdPfA4dEUAAAQQQQAABBBBAAAEXICGAAAIIIIAAAggggAACCCCAQOUILG+gU+XMkJEigAACCCCAQMUI3H///TZ48GCbMWNG4jEffPDBUZDTlltumfgcOiKAAAIIIIBAYgE6IoAAAggggAACCCCAAAIIIIBA+gWYIQIIIFAxAgQ6VcyjYqAIIIAAAgikX2Ds2LH2xBNPJJ7oWWedZX/605+se/fuic+hIwKlFeBqCCCAAAIIIIAAAggggAACCCCQfgFmiAACCCCAAAIIIFAuAgQ6lcuTYBwIIIBAGgWYEwItFPj0008TnbHWWmvZX/7yF5s4cWKi/nRCAAEEEEAAAQQQQAABBBBoRQEujQACCCCAAAIIIIAAAggggEAbCRDo1EbQxW5DGwIIIIAAAgi0XODrX/+6zZw507797W+3/GTOQAABBBBAAAEE2kGAWyKAAAIIIIAAAggggAACCCCAQPoFmCECCLSNAIFObePMXRBAAAEEEECgBAI//vGPraamxrbZZpsSXI1LIIBAmQgwDAQQQAABBBBAAAEEEEAAAQQQSL8AM0QAAQQQQAABBEoiQKBTSRi5CAIIIIAAAq0lwHUzAqeffrpdccUV1rNnz0wTOQIIIIAAAggggAACCCCAAAIpEWAaCCCAAAIIIIAAAggggAACSQQIdEqiRJ/yFWBkCCCAAAKpF1httdXsuuuus1/84hepnysTRAABBBBAAAEEEGhEgGYEEEAAAQQQQAABBBBAAAEEEEi/ADNEIIEAgU4JkOiCAAIIIIAAAu0jsNNOO0U/VXfggQe2zwC4KwIIIFAhAgwTAQQQQAABBBBAAAEEEEAAAQTSL8AMEUAAAQQQQMCMQCfeBQgggAACCCBQlgI/+MEPoiCn7bfffkXHx/kIIIAAAggggAACCCCAAAIIIJB+AWaIAAIIIIAAAggggAACVSBAoFMVPGSmiEDTAhxFAAEEyk/g1FNPtT//+c+2yiqrlN/gGBECCCCAAAIIIIAAAhUpwKARQAABBBBAAAEEEEAAAQQQQCD9AumfIYFO6X/GzBABBBBAAIGKErjooovslFNOqagxM1gEEEAAgRQIMAUEEEAAAQQQQAABBBBAAAEEEEi/ADNEAAEEEKh4AQKdKv4RMgEEEEAAAQTSI3DeeefZ+PHj0zOhFM2EqSCAAAIIIIAAAggggAACCCCAQPoFmCECCCCAAAIIIIAAAuUuQKBTuT8hxocAApUgwBgRQKBEAoMGDSrRlbgMAggggAACCCCAAAIIIFByAS6IAAIIIIAAAggggAACCCCAAALtLNAGgU7tPENujwACCCCAQBkLfPzxx3b++efb2LFjc9Jvf/tb++ijj0o28mL3OeaYY2zx4sUluwcXQgABBBBAAIFqF2D+CCBQaQKzZ8/O+RyS+VxywQUXlPTzSLbLyy+/bD//+c8L7vub3/zGli5dmt2VMgIIIIAAAggggAACCJSlAINCAAEE2legQ/venrsjgAACCCCAQDGBZ555xhYtWmS1tbXFDtOGAAKVKMCYEUAAAQQQQACBMhP45je/aQMGDCgY1VNPPWV33nlnyT+P+BcwbrrpJnv//fdz7tmtWzc74IADrEePHjntVBBAAAEEEKhIAQaNAAIIIIAAAggg0KoCBDq1Ki8XRwABBBBIKkC/QoEFCxaw4lIhCy0IIIAAAggggAACCCBQIoHu3bsXDTDyL1zMnz/fXnnllRLdKb7M3XffbU8++WRcydrvt99+tskmm2S1UEyzAHNDAAEEEEAAAQQQQAABBBBAYEUECHRaEb22O5c7IYAAAghUoYB/y/nmm29utZ+MqEJSpowAAggggAACCJS7AONDoM0FNthgA9t7770L7uufR3z1JV+FqeDgcjT4T9bNmTOnYJUoX1HKV5aStBxX5RQEEEAAAQQQQAABBBBAoCIFGDQCCKyAAIFOK4DHqQgggAACCLS2QGv9ZERrj5vrI4AAAq0jwFURQAABBBBAoNQCkswDjTzgKP/avvqSr8KU397SugdLedCUB09ln9urVy8bOXKk+cpS2e2UEUAAAQQQQKDaBZg/AggggAACCCDQuACBTo3bcAQBBBBAAIF2F8j8ZMTixYubHws9EEAAAQQQQAABBBBAAIHlEPBAo2HDhlm3bt1yzvbPI74Kk6/GlHOghRUPlvKgqezTJNmee+5p/fv3z26mjAACSQTogwACCCCAAAIIIIAAAghUsQCBTlX88Ktt6swXAQQQqFQB/9bzjBkzzL8FXalzYNwIIIAAAggggAACCLSVAPdZPoFNNtnE9thjj4KT/fPIrbfeap999lnBsSQNHiTlwVIeNJXdf+DAgbbrrruaxE/WZbtQRgABBBBAAAEEEEAAAQQQSCZAr+oVINCpep89M0cAAQQQqCAB//azfwu6gobMUBFAAAEEylOAUSGAAAIIIFBUQIpXWNpoo40Kjj/22GN23333FbQ31+Bf1uAn65pT4jgCCCCAAAIIINAqAlwUAQQQQACB1AoQ6JTaR8vEC6zeIAAAEABJREFUEEAAAQQqVaBTp07WtWvXnOH7t5/9W9D+beicA1RKLMDlEEAAAQQQQAABBBCoXoEePXrYAQccUPQn7GbOnGmvvfZai3AeeOAB8y9tZJ8kyYYOHWrrrbdedjNlBBBAoI0FuB0CCCCAAAIIIIAAAghUqgCBTpX65Bg3Au0hwD0RQKBNBDzIyf+44H9kyL6h/2SEfxvavxWd3U4ZAQQQQAABBBBAAAEEECiVQPQTdkV+wu69994z/zyS9CfsPCjKg6P8SxvZY9tqq61s5513zm6ijAACCCCAAAIIIIAAAggggAAC7SFQofck0KlCHxzDRgABBBBIt8AGG2xge++9d8Ek/dvQ/q3oggM0IIAAAggggECbCXAjBBBAIM0Ckmz33XcvuuKS/4TdQw891Oz0PRjKg6I8OCq786qrrmrf/va3rXPnztnNlBFAAAEEEEAAAQQQKEsBBoUAAgggUJ4CBDqV53NhVAgggAACVS4gyb75zW/agAEDciT829D+rWj/dnTOgTau+DhefPFFmzZtmp166ql2xBFH2NixY6N06KGH2gknnGCTJ082/yPIRx991Maj43btLMDtEUAAAQQQQAABBCpcoFevXjZy5MiCgCT/HHDLLbfYm2++2eQM77vvPvOgqOxOkmz48OG2+uqrZzc3W/Z7NvXZ4xe/+IVdddVV0U/kLVu2rNnrJenw7rvv2vz58+03v/mNHXfccdHnnMznnWOOOSb6DOSfhV544QUr1T2TjIs+CCCAQJkJMBwEEEAAAQQQQAABBNpFgECndmHnpgggUL0CzByB5ALdu3e3YcOGWbdu3XJO8m9F+7ej/VvSOQfaoOL3vPfee6NAprPPPtsWLFhgHnT1ySef1N/9iy++sHfeeScKcvJgJ/9DwNSpU83/WFDfiQICCCCAAAIIIIAAAgiUtcDAgQOjL1/kD9L/XX/GjBmNBvj45wP/coYHKGWf+7Wvfc122GGH7KYmy37+3//+92Y/e/z3v/81/4zyu9/9LgpKmjt3rvnnliYv3sjB//znP3bOOedE9/zLX/5iHsj0wQcf5PReunRp9BnIPwt5INSECRPsjjvuKHLPnNOoIIAAAggggAACCCCAAAIIIIBAiQTKK9CpRJPiMggggAACCKRFYJNNNrE99tijYDr+7Wj/lnTBgVZs8G9tn3feedG3pVsStOSBT/fcc4+dcsop9re//c38DxatOEwujQACCCCAAAKVIMAYEUCg7AUk2T777FP0J+weeeQRe/jhhwvm4KsbeZDTe++9l3PMV3EaNGiQdezYMae9scr7779vHrh02WWXtegLEx9++KH99a9/tTPPPDMKRmrs+vnt/hnl9ttvj857/vnnW/SZxQOhrrvuOvvtb39rb731Vv6lqSOAAAIIIIAAAgggUN0CzB4BBBBoBQECnVoBlUsigAACCCBQKgFJtueee9pGG22Uc0n/D/GzZs1q9icjck5agcpTTz1l5557rr300kvLfRVf9enKK680/8OH/wFkuS/EiQhUgQBTRAABBBBAAAEEykGgsZ+w+/zzz62mpsbyA5o8+MmDoLLH3rlzZzvggAOsX79+2c2Nln1FKP/s8a9//avRPs0d8JWZLrjggsSfX/7xj39EAVLLuxKUj8d/Xu8Pf/iDvf32214lIYAAAgggkEiATggggAACCCCAAAItFyDQqeVmnIEAAggg0L4CVXf3Hj16RD9h538gyJ58cz8Zkd13RcovvfSSXX755ebfqs6/zkorrWS77rqrHXHEEeY/25D5mYf999/f1lxzzfzu0Tejb7vtNps/f35ULuhAAwIIIIAAAggggAACCJSVwGabbWb+s3P5g/JgokWLFtX/e70HPXnwkwdBZffdeeedbauttspuarTsQUL+89e+mmx+p2KfPXzV2MY+e/h4rrrqqmYDj/xe06ZNK/jpucz9DjnkkGilJ/+s4+nYY4+Nvozix/PH6CYLFy6sN8k/Tr3FApyAAAIIIIAAAggggAACCCCAQIEAgU4FJJXewPgRQAABBNIoMHDgQPvmN79ZMLUHH3zQ/v73vxe0l6ph6dKldsMNNxQEOUmy3Xbbzc466yw76KCD7Mtf/rL16dPHevfubRtssIHtt99+duqpp9qYMWPMA7Wyx+OrUd16663mq0Rlt1NGAAEEEEAAAQQQaIkAfRFoG4EOHTqY/+zc2muvXXDDRYsW2b///e8osGfevHnmgT7ZnfycfffdN9FP1vlqSv7ZI/8afv/dd9+96GcPv37ms8ehhx5qPXv2zL59NJ5rrrnGPv7445z27MoDDzxg/iWS7LZtt93Wfv3rX0efdbbZZhvr27dv9FnHP+8MGDDAvvOd70THvV/2eV72Fa3yr+ftJAQQQAABBBBAAAEEEEBg+QQ4CwEE8gU65DdQRwABBBBAAIHyE5Bk++yzj6233no5g/OgoVtuuaXVfsLunnvusRdeeCHnnr6y1KhRo+zAAw+0bt265RzLrkiyr371q3b00UcX/EyF/xFj9uzZTf7BIftalBFAAIEWC3ACAggggAACCJRMwL/UMGLECPPPAtkX9S9GzJw505544gm7++67sw9Fff0cDxLKOdBI5fHHH4+uk33Y7/fDH/7Q/PNHc589tt56a/PVllZfffXsS9iTTz5p/tN0OY11lU8++cSee+65ulqcefDU97//fSu2YlPcI9778R/96EfmgU9xS7z3VanyrxkfYY8AAggggAACrSLARRFAAAEEEECg6gQIdKq6R86EEUAAAQQqVaBXr142cuTI6A8G2XPwbwvPmDHDli1blt3cZDnJwQ8++MDuu+++gq577bWX+WpOkgqOFWvw4KyDDz64YGUn/4//noqdQxsCCCCAAAIIIIAAAgiUl8AWW2xR9CfsPMhpypQpBV9i8J+783OSzMJXXPLVofJ/9m7IkCHmP30nJfvssdZaa5kHKXmAVOa+/uUQv/ZHH32UaarP/b5vvfVWfd0L/fv3L1gZytuLpe7du0dfSOnUqVPO4WeeeSanTgWB9hTg3ggggAACCCCAAAIIIIBA2gQIdErbE2U+pRDgGggggEDZCmy22WZF/7jgP4/w8MMPl3TcL774or322ms51/RvN++xxx4mJftDQ+bkDTbYIPoDRabuuf8R4/7777cvvvjCqyQEEEAAAQQQQAABBNpagPu1QMB/Qq7YT9j5v9f7yk7Zl/IvO3iQkp+T3d5Y+dVXX7WXXnop57B/9thll11a/NnDV1jy1Z2yL+bX95Td1lj53XffLQjaaqyvt6+77rrRCrZrrLGGbb/99ubz3nHHHfmc4zgkBBBAAAEEEEAAAQQQQKA8BBhFygQIdErZA2U6CCCAAALpFvA/FDT2xwVf1Sn/28grovGvf/3L/NvP2dfYbrvtEn+7Ofs8Kf4Zux49emQ3R3/MWLJkSU4bFQQQQACBchFgHAgggAACCOQK+E/YDRs2rGCV2exevpqSr0TrK9JmtzdVfv755wuCizxYqWfPnk2dVvRYx44dbcstt8w55j9R5ytP5TSGiv8cns8pFOtfTz/9tN1xxx0Fn4XqO+QV/Pxf/epXdtppp9lPf/pTGzp0aPRzdv7ZLa8rVQQQQAABBBBAoEwFGBYCCCCAAAKVJUCgU2U9L0aLAAIIIICA+X9IHzFiRMEfF958802rqakpyU/Y+R8C8ldz6tq1qw0cOHC5n8Caa65p/q3s7At4kNPbb7+d3VQ5ZUaKAAIIIIAAAggggEAVCmy11VYFq7VmM/hPXbfkc4OvCPXss89mX8L8p+B8NducxhZU1llnHVt55ZVzznjllVfM75Xd6J9xfPWp7Db/ssdNN91kZ599tj300ENW7CfvsvtTRgCBKhBgiggggAACCCCAAAIIIFBWAgQ6ldXjYDAIpEeAmSCAQOsKbLHFFkV/ws5/Cq4UP2H38ccfW/7qUP6Hgn79+i33xPyPCP5zDtkX8ICq999/P7uJMgIIIIAAAggggAACCJSxgK+YtO+++9Z/iSF7qBtttJHtueeeLfq5Of/s8c4771j21qVLl+gLHP7FiOVJfi1frcnzTPJ7+L0y9Uy+0047Wf7Ks37Mf0pv8uTJdtRRR9lJJ51k06ZNs6eeeqogWMr7khBAAAEEEEAAAQQQQAABBBBIu0A5zY9Ap3J6GowFAQQQQACBhAL+Mwj77LNPwR8X/BvKvqrTiq6S9OGHH9qnn36aM5pVV13VunfvntPW0kp+oJOfnx9Q5W0kBBBAAAEEUiLANBBAAIFUCvTt29f69+9fMLdtttmmaNBQQceshmXLlpl/ASKryfzzyIUXXmjHH3/8cqXTTz+94Isbfg+/V/Z9vLz++uubf7aS5NWiyT+zLFiwwM4//3wbP368nXrqqTZr1izzVXV9BaiiJ9GIAAIIIIAAAgggUE0CzBUBBBBAoA0FCHRqQ2xuhQACCCCAQCkF/I8Lw4YNK/gJu//85z82e/bs6BvQy3s/D3LyoKns8/2b2/xH/GwRyisuwBUQQAABBBBAAAEEql3gvffeiwKbWtvBg6f8Xvn3kRStQrX33nubf6Ek/3h+3T8Tvfbaa3bzzTfbL3/5yygQ6y9/+UsU9JTflzoCCCCAQEaAHAEEEEAAAQQQQACB0gkQ6FQ6S66EAAIIlFaAqyGQQGCrrbaynXfeuaDnfffdZ4899lhBOw0IIIAAAggggAACCCCAAAK5Av6ljhEjRtjRRx9t/vN7UuOrO+WeaeY/xT1//nw7+eST7ZJLLonq+X2ardMBAQQQQAABBBBAAAEEEEAAAQQSC1RsoFPiGdIRAQQQQACBFAv4f5D3n1lYffXVc2b52Wef2YwZM2xFf8Iu56JUEEAAAQQQQACBdhDglggggEBbCEiyAQMG2IQJE+yss86y/fff3/r165f41r7S0yOPPGLnnnuu+YpPiU+kIwIIIIAAAggggAACCEQC7BBAAIGkAgQ6JZWiHwIIIIAAAmUq4P/x3X/CrlOnTjkj9J+wmzNnjn3xxRc57UkqXbp0sfzrLVu2zKTk32xOch/6IIDACgtwAQQQQAABBBBAoKIFin322HTTTe3CCy+0Sy+9tGRp0qRJ1r9//0RWq6yyiu23337261//2n7729/az372M9tuu+2sa9euzZ7/5ptv2rXXXmsfffRRs33pgAACCCCAQAsE6IoAAggggAACCCBQJ0CgUx0EGQIIIIBAGgWqZ07bbrut7bjjjgUTvvfee+2f//xnQXtzDSuttJL5Hxyy+73zzjsr/B/rPfgq+5peXmONNTwjIYAAAggggAACCCCAQBUKtNZnj1JRrrzyylGQkwc7efBVJvDJP4N17ty56G2effZZe+KJJ4oeo7G1BLguAggggAACCCCAAAIIIIBAtQgQ6FQtT7rYPGlDAAEEEEiNgP+E3aBBg6zYT9jddNNN9u6777Zort26dSv4mYb//e9/9tZbb7XoOtmdly5daqIfDMgAABAASURBVK+//np2k/kfNfr06ZPTRgUBBBBAAAEEEECgxAJcDoEyFmiNzx6tOd1M4NPYsWPtd7/7nf3oRz8qWOnJf8bu8ccfN89bcyxcGwEEEEAAAQQQQAABBBDIEaCCQJUIdKiSeTJNBBBAAAEEUi/gP2E3ePDggp+X81WUZs2aZf7Tc0kR/CcZ1lprrZzun3zyyQp9K9mDnF577bWca/ofCXr16pXTRgUBBBBoawHuhwACCCCAAALtJ9DYZ4+nnnpquQf1/PPP23HHHWcnnniiXXLJJXbDDTfYY489Zp999ln9NT0IyX9m7p577rGrr77azjzzTDvllFNa9OUO/8LJLrvsYt///vcLPoe999575p+h6m9IAQEEEEAAAQTaXYABIIAAAggggEA6BAh0SsdzZBYIIIAAAghEAjvssINtv/32UTl798ADD9gLL7yQ3dRsefPNN/f/WJ/T75FHHmnx6lB+Af8jgo/h448/9mp9Wm+99ax37971dQoIIIAAAggggAACCCBQfQLFPns8+OCDy/XZ44svvjD/Ce8PPvjA3n77bfPPMAsXLrS//e1v5oFJGV1JNmfOHJs6dardddddtnjxYnvjjTfMvyiS6ZM09y+J+Gq1SfvTD4EyFWBYCCCAAAIIIIAAAggggEBFCBDoVBGPiUGWrwAjQwABBMpLwP/D/bBhw2zVVVfNGZgHGrVkRSc/ecMNNzT/D/ZeziRfkWn+/Pnm18u0Jcmfe+656A8L2X0l2bbbbmsdOvCvI9kulBFAAAEEEEAAAQTKUYAxtaZAKT97+GpOHiSVPV6p+GePAQMGZHeLPuf4FzRa+tnJL5L/GalLly7WqVMnP0RCAAEEEEAAAQQQQAABBBCoGAEGWgkC/GWxEp4SY0QAAQQQQKAFAquvvroNHz68YDWmFlwi6tqzZ0/beeedo3L2zr8NvWDBguiPANntjZVffvllu/LKKy1/Nad1113X8v+w0Ng1aEcAAQQQKHMBhocAAggggMAKCPhnj1133bXgCv7ZY+7cuYk/e/gKTtdee23BZw8PpPJVo/JvsMkmm1jfvn1zmn0FqIcffjjxPT0o6u6777YPP/ww5zr9+/cn0ClHhAoCCCCAAAIIpEKASSCAAAIIIFAGAgQ6lcFDYAgIIIAAAgiUWmC77bazrbbaaoUvu8suu9hGG22Ucx3/KYgbb7zRrr/++oI/IGR39G80+7ehzz//fHvrrbeyD1nnzp3NV57q1atXTntaK8wLAQQQQAABBBBAAAEEmhb46le/WvSzx0033WRXXXWVLV26tNEL+GePp556yiZNmlTw03O+qtIee+xhPXr0KDjfV8LdZpttcto///zz6H4eYPXZZ5/lHMuv+PHp06dHP32Xfcw/5/jqtdltlBFAoDoEmCUCCCCAAAIIIIAAAgi0vgCBTq1vzB0QQKBpAY4igEArCHgg0YgRI6xPnz4rdHX/Y8CoUaPM/0N99oX8Dwl33HGHHXfccearNT3xxBP23nvv2ZIlS+yll16yWbNm2amnnmqXX355wR8kJNnQoUNtyy23zL4kZQQQQAABBBBAAAEEEEi3QJOza+qzx3333WcTJkywP/3pT/b3v//d3nzzzeizh+d+7JxzzrELLrig4AsWfsOvfe1r1ljQkSTbfffdzVfF9b6ZlAlg+uUvf2keyPTkk0/Wf955L3zu8c8/06ZNMz8+f/78gtWfvv71r9taa62VuRw5AggggAACCCCAAAIIIIAAAtUk0OpzJdCp1Ym5AQIIIIAAAu0j4P9hffDgwSv8E3YbbLCBjRkzpiDYyWflfwDwPyxceOGF0R8ejj/+eDvrrLPs5ptvttdff9275CRJttdee9mee+65wuPKuTAVBBBAAAEEKl6ACSCAAAIINPfZ48EHH7TLLrssCjDyzx4eaHTllVfaCy+8UBBs5Jrbb7+9HXDAAdaxY0evFk39+vWL+viXRfI7vPvuuzZnzhz73e9+V/95xwOu/PPPggULzI/nn+M/kbf33nvzeScfhjoCCCCAAAIIIIBAnQAZAggggMCKChDotKKCnI8AAggggEAZC+y8884l+Qm7gQMH2jHHHGNrr732cs+2a9eu9qMf/Sj6I0JTf2hY7htwYroFmB0CCCCAAAIIIIBAVQiU4rOHpOjLFT/+8Y+te/fuzbr5z9eNHTu26M/bNXtyXQdJtssuu9ghhxyS6J51p5EhgAACCOQLUEcAAQQQQAABBBBAoBkBAp2aAeIwAgggUAkCjBGBxgT8W8n+M3H5Pz3XWP+m2n2FqBNPPNG+973vWc+ePZvqmnPMx+A/B3H66aeb/2yEpJzjVBBAAAEEEEAAAQQQQACBbIHszx6rrLJK9qFmy74qlH9J49vf/rb5Z5FmT6jr4D+t7StE7bDDDtahQ8v+k6l/IeSoo46yH/7wh9atW7e6K7ZOxlURQAABBBBAAAEEEEAAAQQQqHaBln1qr0wtRo0AAggggEBVC6y33nq2zz77lOSnE/wPBbvttpv95je/iX664Vvf+pb5HyF8taYMsv9RYLXVVouCmg477DA777zz7MADD7TevXtnupAjgAACCCCAAAKtIcA1EUAgRQKZzx5nnXWWTZw4MVqhqX///gWrLvmXMDbaaCP7zne+Y7/+9a+jvgMGDFiuzz8eVHXwwQdHn2H+7//+z7bbbjvr27dvQcBU/j1PPvlkGzhw4HLdM0WPjKkggAACCCCAAAIIINBWAtwHAQSqXIBApyp/AzB9BBBAAIH2FfBv+x599NF26aWX1qdJkyaZ/wf8Uo5szz33tEsuuaT+Hn6/FbmP//Sc/zHhu9/9rp166ql24YUX1l/7j3/8o51xxhk2evRo+8pXvsI3mkv5ILkWAiskwMkIIIAAAggggEDpBPxn4fxzRXbae++9S3eDuitJsg033DAKZPIVZv1zTPY9/YsVEyZMiAKh+vXrV5Jgox49ethOO+1kP/vZz+zMM8+03//+9/Wfd/zerXHPuumSIYAAAgggUAIBLoEAAggggAACCKRbgECndD9fZocAAgggkFSAfggggAACCCCAAAIIIIAAAgggkH4BZogAAggggAACCCCAAAIIIFDRAgQ6VfTja7vBcycEEEAAAQQQQAABBBBAAAEEEEi/ADNEAAEEEEAAAQQQQAABBBBAAIH0CzBDBCpZgECnSn56jB0BBBBAAAEEEEAAAQTaUoB7IYAAAggggAACCCCAAAIIIIBA+gWYIQIIIIAAAgiUsQCBTmX8cBgaAggggAAClSXAaBFAAAEEEEAAAQQQQAABBBBAIP0CzBABBBBAAAEEEEAAAQQQaD8BAp3az547V5sA80UAAQQQQAABBBBAAAEEEEAAgfQLMEMEEEAAAQQQQAABBBBAAAEEEEi/ADNsNwECndqNnhsjgAACCCCAAAIIIIAAAtUnwIwRQAABBBBAAAEEEEAAAQQQQCD9AswQAQQQQACB1hIg0Km1ZLkuAggggAACCCDQcgHOQAABBBBAAAEEEEAAAQQQQACB9AswQwQQQAABBBBAAAEEEFhOAQKdlhOO0xBAoD0EuCcCCCCAAAIIIIAAAggggAACCKRfgBkigAACCCCAAAIIIIAAAggggED6BZZvhgQ6LZ8bZyGAAAIIIIAAAggggAACCCDQPgLcFQEEEEAAAQQQQAABBBBAAAEE0i/ADBFAAAEEigoQ6FSUhUYEEEAAAQQQQACBShVg3AgggAACCCCAAAIIIIAAAgggkH4BZogAAggggAACCCBQnQIEOlXnc2fWCCBQvQLMHAEEEEAAAQQQQAABBBBAAAEE0i/ADBFAAAEEEEAAAQQQQAABBBBIpQCBTjmPlQoCCCCAAAIIIIAAAggggAACCKRfgBkigAACCCCAAAIIIIAAAggggED6BZghAgikUYBApzQ+VeaEAAIIIIAAAggggMCKCHAuAggggAACCCCAAAIIIIAAAgikX4AZIoAAAggggAACFShAoFMFPjSGjAACCCDQvgLcHQEEEEAAAQQQQAABBBBAAAEE0i/ADBFAAAEEEEAAAQQQQAABBMpPgECn8nsmlT4ixo8AAggggAACCCCAAAIIIIAAAukXYIYIIIAAAggggAACCCCAAAIIIJB+AWaIQNkJEOhUdo+EASGAAAIIIIAAAggggEDlCzADBBBAAAEEEEAAAQQQQAABBBBIvwAzRAABBBBAAIG2FiDQqa3FuR8CCCCAAAIImGGAAAIIIIAAAggggAACCCCAAALpF2CGCCCAAAIIIIAAAggggECJBQh0KjEol0OgFAJcAwEEEEAAAQQQQAABBBBAAAEE0i/ADBFAAAEEEEAAAQQQQAABBBBAIP0CzLC0AgQ6ldaTqyGAAAIIIIAAAggggAACCJRGgKsggAACCCCAAAIIIIAAAggggED6BZghAggggAACLRIg0KlFXHRGAAEEEEAAAQTKRYBxIIAAAggggAACCCCAAAIIIIBA+gWYIQIIIIAAAggggAACCGQLEOiUrUEZAQTSI8BMEEAAAQQQQAABBBBAAAEEEEAg/QLMEAEEEEAAAQQQQAABBBBAAAEE0i+QNUMCnbIwKCKAAAIIIIAAAggggAACCCCQJgHmggACCCCAAAIIIIAAAggggAAC6RdghggggEA1CRDoVE1Pm7kigAACCJSFQLdu3WyllVZql/TFF1/YM88802hasmRJu4wr41EWD4hBVJMAc0UAAQQQQAABBKpaIPPv4eWcP/vss41+fnnhhRfa9fNLUreqfpMxeQQQQKA8BBgFAggggAACCCCAQIoECHRK0cNkKggggEBpBbhaawlsvvnm1l7plVdese9///uNpocffrjdxuYm3bt3by12rosAAggggAACCCCAAAJZAv7v3v7v4OWeRo8e3ejnl/Hjx7fr55ekdptttlmWfDkWGRMCCCCAAAIIIIAAAggggAAClSNAoNPyPivOQwABBBBAoAIF3n///SZH3adPnyaPcxABBBBAAAEEEKg6ASaMAAIIIIAAAggggAACCCCAAALpF2CGCCBQMQIEOlXMo2KgCCCAAAIIrLgAgU4rbsgVEEAgV4AaAggggAACCCCAAAIIIIAAAgikX4AZIoAAAggggAAC5SJAoFO5PAnGgQACCCCQRoGym9OSJUuaHBMrOjXJw0EEEEAAAQQQQAABBBBAAAEEignQhgACCCCAAAIIIIAAAggg0EYCBDq1ETS3KSZAGwIIIIBAWwt8/vnnTd6yU6dOTR7nIAIIIIAAAggggAACLRfgDAQQQAABBBBAAAEEEEAAAQQQSL8AM0SgbQQIdGobZ+6CAAIIIIAAAggggAACCBQXoBUBBBBAAAEEEEAAAQQQQAABBNIvwAwRQAABBBBAoCQCBDqVhJGLIIAAAggggEBrCXBdBBBAAAEEEEAAAQQQQAABBBBIvwAzRAABBBBAAAEEEEAAAQSSCBDolESJPgiUrwAjQwAagpr1AAAQAElEQVQBBBBAAAEEEEAAAQQQQACB9AswQwQQQAABBBBAAAEEEEAAAQQQSL8AM0wgQKBTAiS6IIAAAggggAACCCCAAAIIlLMAY0MAAQQQQAABBBBAAAEEEEAAgfQLMEMEEEAAAQTMCHTiXYAAAggggAACCKRdgPkhgAACCCCAAAIIIIAAAggggED6BZghAggggAACCCCAAAJVIECgUxU8ZKaIAAJNC3AUAQQQQAABBBBAAAEEEEAAAQTSL8AMEUAAAQQQQAABBBBAAAEEEECg8gWaC3Sq/BkyAwQQQAABBBBAAAEEEEAAAQQQaE6A4wgggAACCCCAAAIIIIAAAgggkH4BZogAAghUvACBThX/CJkAAggggAACCCCAQOsLcAcEEEAAAQQQQAABBBBAAAEEEEi/ADNEAAEEEEAAAQQQKHcBAp3K/QkxPgQQQKASBBgjAggggAACCCCAAAIIIIAAAgikX4AZIoAAAggggAACCCCAAAIIINDOAgQ6tcED4BYIIIAAAggggAACCCCAAAIIIJB+AWaIAAIIIIAAAggggAACCCCAAALpF2CGCCDQvgIEOrWvP3dHAAEEEEAAAQQQQKBaBJgnAggggAACCCCAAAIIIIAAAgikX4AZIoAAAggggAACrSpAoFOr8nJxBBBAAAEEkgrQDwEEEEAAAQQQQAABBBBAAAEE0i/ADBFAAAEEEEAAAQQQQAABBFZEgECnFdHj3LYT4E4IIIAAAggggAACCCCAAAIIIJB+AWaIAAIIIIAAAggggAACCCCAAALpF2CGCKyAAIFOK4DHqQgggAACCCCAAAIIIIBAWwpwLwQQQAABBBBAAAEEEEAAAQQQSL8AM0QAAQQQQACBxgUIdGrchiMIIIAAAgggUFkCjBYBBBBAAAEEEEAAAQQQQAABBNIvwAwRQAABBBBAAAEEEECgigUIdKrih8/Uq02A+SKAAAIIIIAAAggggAACCCCAQPoFmCECCCCAAAIIIIAAAggggAACCKRfoHpnSKBT9T57Zo4AAggggAACCCCAAAIIVJ8AM0YAAQQQQAABBBBAAAEEEEAAgfQLMEMEEEAAgdQKEOiU2kfLxBBAAAEEEEAAgZYLcAYCCCCAAAIIIIAAAggggAACCKRfgBkigAACCCCAAAIIIFCpAgQ6VeqTY9wIINAeAtwTAQQQQAABBBBAAAEEEEAAAQTSL8AMEUAAAQQQQAABBBBAAAEEEECgTAVKGOhUpjNkWAgggAACCCCAAAIIIIAAAgggUEIBLoUAAggggAACCCCAAAIIIIAAAukXYIYIIIBAeQoQ6FSez4VRIYAAAggggAACCFSqAONGAAEEEEAAAQQQQAABBBBAAIH0CzBDBBBAAAEEEEAAgXYRINCpXdi5KQIIIFC9AswcAQQQQAABBBBAAAEEEEAAAQTSL8AMEUAAAQQQQAABBBBAAAEEEGgNAQKdWkN1+a/JmQgggAACCCCAAAIIIIAAAgggkH4BZogAAggggAACCCCAAAIIIIAAAukXYIYIINAKAgQ6tQIql0QAAQQQQAABBBBAAIEVEeBcBBBAAAEEEEAAAQQQQAABBBBIvwAzRAABBBBAAAEEWi5AoFPLzTgDAQQQQACB9hXg7ggggAACCCCAAAIIIIAAAgggkH4BZogAAggggAACCCCAAAIIIFAgQKBTAQkNlS7A+BFAAAEEEEAAAQQQQAABBBBAIP0CzBABBBBAAAEEEEAAAQQQQAABBNIvwAwRyBcg0ClfhDoCCCCAAAIIIIAAAgggUPkCzAABBBBAAAEEEEAAAQQQQAABBNIvwAwRQAABBBCoOgECnarukTNhBBBAAAEEEDDDAAEEEEAAAQQQQAABBBBAAAEE0i/ADBFAAAEEEEAAAQQQQCBtAgQ6pe2JMh8ESiHANRBAAAEEEEAAAQQQQAABBBBAIP0CFTDDTz/9tAJGyRARQAABBBBAAAEEEEAAAQQQKGOBlA2NQKeUPVCmgwACCCCAAAIIIIAAAgggUBoBroIAAggggAACCCCAAAIIIIAAAukXYIYIIIAAApUlQKBTZT0vRosAAggggAACCJSLAONAAAEEEEAAAQQQQKBdBd588812vT83RwABBKpEgGkigAACCCCAAAIIIFBWAgQ6ldXjYDAIIJAeAWaCAAIIIIAAAggggAACCCCAAALpF2CGCCCAAAIIIIAAAggggAACCCDQlgLtE+jUljPkXggggAACCCCAAAIIIIAAAggg0D4C3BUBBBBAAAEEEEAAAQQQQAABBNIvwAwRQACBNhQg0KkNsbkVAggggAACCCCAAALZApQRQAABBBBAAAEEEEAAAQQQQCD9AswQAQQQQAABBBBAoHQCBDqVzpIrIYAAAgiUVoCrIYAAAggggAACCCCAAAIIIIBA+gWYIQIIIIAAAggggAACCCCAAAKJBQh0SkxVbh0ZDwIIIIAAAggggAACCCCAAAIIpF+AGSKAAAIIIIAAAggggAACCCCAQPoFmCECCCQVINApqRT9EEAAAQQQaGOBQw45xEqdbrvttiZnMWnSpJLf8+ijj27ynhxEAAEEVkiAkxFAAAEEEECgLATuuOOOkn+W8M9DzU3O+5Q6/eMf/2juthxHAAEEEEAAgbYW4H4IIIAAAggggECdAIFOdRBkCCCAAAIIlJvAwQcfbJdeeukKpfzzH3rooSaneeutt5b0fn69M844o8l7chABBBBAAAEEEEAAAQQqX2C33Xazzp07l/TzhH+eaU7G+5Qy9e3b17beeuvmbstxBMpOgAEhgAACCCCAAAIIIIAAAtUiQKBTtTxp5llMgDYEEECgrAW23357+/nPf17WY2xucB7k1KNHj+a6cRwBBBBAAAEEEEAAgdYU4NptJOD//r/66qu30d1Kf5uNN97YfA6lvzJXRAABBBBAAAEEEEAAAQQQaAMBblElAgQ6VcmDZpoIIIAAApUp4P+Rvf//s3ceANIU1fY/l5x9PhMKiog5IwoqioiAiIAEE0FFwb9iQMWAigqGZ87xPXPOOWDOOWdRzBkV4zOhj53/Obe6Znt6Zr9vd78NE05Pnb637q2u7v5Nz27VTM/ubrtN5MEfcsghuOtd7zqRx+6DNgETMAETMAETMAETMAETWDqBi1zkIhN9o5DmXxGx9BP3FiawUgTcjwmYgAmYgAmYgAmYgAmYgAmYwEYJ+EanjSJyg3En4OMzARMwgWkmsNVWW03sBwX6kGCanxufmwmYgAmYgAmYgAmYwNoS8N4mg8Dd7353HHjggZNxsK2jPOqoo3DHO96xFbFrAiZgAiZgAiZgAiZgAiZgAiawHgS8TxPYGAHf6LQxQs6bgAmYgAmYwDoTOOGEE3D44Yev81EsbfcPechDsNdeey1tI7c2ARMwARPYFALe1gRMwARMwATGhsAkfulhEo95bJ5wH4gJmIAJmIAJmMBaEvC+TMAETMAETGDmCfhGp5m/BAzABEzABExgEghM0pvul7/85cfwr1BNwrPsYzQBEzABEzABEzABEzCB6SCwzz774AEPeMDEnMyZZ56Jq1/96hNzvD5QEzCBDRFwzgRMwARMwARMwARMwARMYNoJ+EanaX+GfX4msBgCbmMCJjD2BK597WvjjDPOGPvj1AHqpqwtt9xSrmUCJmACJmACJmACJmACJjBOBNbwWDQv2GWXXdZwj8vb1dWudjWcddZZy9vYW5mACZiACZiACZiACZiACZiACZjAOBKY8mPyjU5T/gT79EzABEzABKaHgD4ouOIVrzjWJ6R/sXf88ceP9TH64EzABEzABExgIQKOm4AJmIAJrByB7bbbbiL+0qvmWSt31u7JBEzABEzABEzABExgEgj4GE3ABEzABCabgG90muznz0dvAiZgAiYwYwTG/U34cT++GbtcVvp03Z8JmIAJmIAJmIAJmIAJLInAiSeeiFvd6lZL2mYtG9/hDnfA0UcfvZa79L5MwARMYBII+BhNwARMwARMwARMwARMYKwJ+EansX56fHAmYAKTQ8BHagJrQ2Cc34jXv9bTv9hbGxLeiwmYgAmYgAmYgAmYgAmYwCQQGOcvQyzv2CaBuo/RBEzABEzABEzABEzABEzABEzABKaXwNrc6DS9/HxmJmACJmACJrDmBMbxzfgrXelKE/FvKdb8yfIOTcAETMAETGDWCPh8TcAETKBD4HrXux5OP/30TnT9q5pXXfGKV1z/A/ERmIAJmIAJmIAJmIAJmMAkEvAxm4AJmMA6EvCNTusI37s2ARMwARMwgeUQuNrVroazzjprOZuu2jb6kGDVOnfHJjBFBHwqJmACJmACJmACJjCLBDRf2H333cfm1PWXaPUXacfmgHwgJmACJmACU0fAJ2QCJmACJmACJmACJrB6BHyj0+qxdc8mYAImYAJLI+DWSyBw5pln4upXv/oStli9pscccwxuf/vbr94O3LMJmIAJmIAJmIAJmIAJmMBEE9hiiy3G6i/A6sariQY6+QfvMzABEzABEzABEzABEzABEzABEzCBZRPwjU7LRrfWG3p/JmACJmACJjBIYFzenB+X4xik45oJmIAJmIAJmIAJTCoBH7cJTCeB4447DkccccS6n9wJJ5yAww8/fN2PwwdgAiZgAiZgAiZgAiZgAiYw6wR8/iZgAssl4BudlkvO25mACZiACZjAOhM46qijcMc73nFdj+LRj340rnrVq67rMXjnJmACM0bAp2sCJmACJmACJjCxBNb7SxJbbbXVWP1lqYl9In3gJmACJmACJrAWBLwPEzABEzABEzABE1iAgG90WgCMwyZgAiZgAiYwCQT0QUFE9A91LR3967xHPepRa7lL78sETMAETMAETMAETMAETGCCCVzrWtfCIx7xiHU7A82fdtttt3Xbv3dsAitJwH2ZgAmYgAmYgAmYgAmYgAmYwKwS8I1Os/rMz+Z5+6xNwARMYOoI7LHHHuv2jWR9SDB1QH1CJmACJmACJmACJmAC00DA5zDGBB772Mfiyle+8pof4fWvf308+MEPXvP9eocmYAImYAImYAImYAImYAImYAKrRsAdzygB3+g0o0+8T9sETMAETGB6CDz84Q/Hda5znTU9If3LPP3rvDXdqXdmAiZgAiawQgTcjQmYgAmYgAmsL4H1+NLEeuxzfSl77yZgAiZgAiZgAiZgAiZgAiZgAiYwnQR8o9N0Pq8+KxMwARMwgRkjsJZv2m+22Wbr9lek1uRp9U5MwARMwARMwARMwARMwARWlcDtbnc73Pa2t13VfbQ7v+td74pb3vKW7ZB9EzABEwDMwARMwARMwARMwARMwARMYCIJ+EaniXzafNAmsH4EvGcTMIHxJHDYYYfhTne605ocnG6q0r/MW5OdeScmYAImYAImYAImYAImYALrQmC1d6p5xWrvQ/1vv/32/qKGQFgmYAImYAImYAImYAImYAImYAImMILAJIZ8o9MkPms+ZhMwJUkrUQAAEABJREFUARMwARMYQUAfFGy99dYjMisXuu51r4uHPexhK9ehezIBEzABEzCBySTgozYBEzABE9hEAle5ylXwmMc8ZhN72fjmmidd5jKX2XhDtzABEzABEzABEzABEzCBYQKOmIAJmIAJjCEB3+g0hk+KD8kETMAETMAElkPgcpe73Kp/U1kfEizn2LzNrBHw+ZqACZiACZiACZiACZjAxgk88pGPxDWucY2NN1xmixvd6Ea4//3vv8ytvZkJmIAJmMDGCbiFCZiACZiACZiACZiACaw9Ad/otPbMvUcTMIFZJ+DzN4FVJPCgBz0IN7jBDVZlD3e+851x61vfelX6dqcmYAImYAImYAImYAImYAKzSWA1v0yxmn0v6tlyIxMwARMwARMwARMwARMwARMwARMwgRUnMHY3Oq34GbpDEzABEzABE5gxAqvxZr7+Jd5q9DtjT41P1wRMwARMwARMoEXArgmYgAmIwJFHHoljjz1W7orqHve4Bw444IAV7dOdmYAJmIAJmIAJmIAJmIAJLJ2AtzABEzCBlSbgG51Wmqj7MwETMAETMIF1JnDwwQfjpJNOWtGj0E1Ol73sZVe0T3dmAiawQQJOmoAJmIAJmIAJmMDMENB8Y/PNN1+x873oRS8K9bliHbojEzABEzABE1g9Au7ZBEzABEzABEzABExgiQR8o9MSgbm5CZiACZjAOBDwMWyMgN7U32GHHTbWbFF5/Ss8/Uu8RTV2IxMwARMwARMwARMwARMwARNYIoErXOEKK3pjkuZDF7/4xZd4FG4+ngR8VCZgAiZgAiZgAiZgAiZgAiZgAiYwSMA3Og3ymI6az8IETMAETGDmCey8884r9kGBPiSYeaAGYAImYAImYAImYALjSMDHZAJTROChD30o9txzz00+o5vd7Ga4173utcn9uAMTMAETMAETMAETMAETMAETGBsCPhATMIEBAr7RaQCHKyZgAiZgAiYwPQTud7/74cY3vvEmnZD+BZ7+Fd4mdeKNTcAETGCdCHi3JmACJmACJmACk0VgJb5ksRJ9TBY1H60JmIAJmIAJmIAJmIAJmIAJmIAJzBYB3+g0W8+3z9YETMAETGDGCGzgTf6Nkthxxx1X7K9CbXRnbmACJmACJmACJmACJmACJjDzBA499FDc5S53WTaH+9znPrjJTW6y7O29oQlMKQGflgmYgAmYgAmYgAmYgAmYgAlMFQHf6DRVT6dPZuUIuCcTMAETmA4CN7/5zXHPe95zWSejm6T0L/CWtbE3MgETMAETMAETMAETMIGJIOCDHDcCmodsu+22Sz6sS17ykv6ixpKpeQMTMAETMAETMAETMAETMAETmBUCPs9pIuAbnabp2fS5mIAJmIAJmMAIAvqg4D//8z9HZBYO7bvvvjj11FMXbuCMCZiACZjAbBDwWZqACZiACZjAGhPYddddl3XDkuY9F7nIRdb4aL07EzABEzABEzABE5gSAj4NEzABEzABE5ggAr7RaYKeLB+qCZiACZiACSyHwMUudrElf1CgDwmWs69Z28bnawImYAImYAImYAImYAImsPIETjvtNOy9996L7vjAAw/E3e9+90W3d0MTMAETWCoBtzcBEzABEzABEzABEzABExgfAr7RaXyeCx+JCUwbAZ+PCZjAGBE45ZRTsP/++y/qiJbSdlEdupEJmIAJmIAJmIAJmIAJmMA0E1iVc1vKly+W0nZVDtadmoAJmIAJmIAJmIAJmIAJmIAJmMD0ExibM/SNTmPzVPhATMAETMAETGB1CSzmzX/9i7vFtFvdI3XvJmACJmACJjBNBHwuJmACJmACyyFw0EEH4eSTT97opvrrT/vss89G27mBCZiACZiACZiACZiACawuAfduAiZgAiawVgR8o9NakfZ+TMAETMAETGCdCey77764733vu8Gj0E1Outlpg42cNIGVJOC+TMAETMAETMAETMAETGABApqf7LTTTgtkgV133RVqs2ADJ0zABEzABMaHgI/EBEzABEzABEzABEzABFaIgG90WiGQ7sYETMAEVoOA+zSBlSagDwEudalLjexW/9pO/7ZuZNJBEzABEzABEzABEzABEzABE1hjApq7aA6z0G6V23bbbRdKT1TcB2sCJmACJmACJmACJmACJmACJmACJrA4ApN8o9PiztCtTMAETMAETMAE+gT0bWh9GNAPtJyF4q0mdk3ABEzABEzABExgPQh4nyZgAjNMQH+V9iY3uckQgVvd6la4y13uMhR3wARMwARMwARMwARMwARMYGIJ+MBNwARMYFEEfKPTojC5kQmYgAmYgAlMD4GTTz4ZBx100MAJnXrqqdC/thsIumICJjAhBHyYJmACJmACJmACJjDdBEZ9KWNUbLop+OxMwARMwARMwARMwARMwARMwARMwAREwDc6iYJlAptAoNfrwTIDXwNjfA34NTryZ9RjH/vY/k++nXfeGar7OvZ17GvA18AkXgP9H2Z2TMAEFiQwia9tH7N/J/ka8DXQvgb2228/3Ote9+r/nDv99NOx5557jpzrtLezP2PXkef/fk1M4DXQ/8FmxwRMwARMwARMwARMwARMYNEEfKPTolFNZ0Of1dIJdN8kW3oP3sIETMAE1p/A3nvvjQc+8IF5ILrJaccdd0zfKxMwAROYNAJ1bDZpx+3jNYHVJFBfF9Wu5r7c9+QQ8JGawKQT0LzlYhe7GHbffff8osakn4+P3wRMwAREoI7XqlXMMgETMAETMAETMIFNIeBtTWAWCPhGp1l4ln2Om0SgTjKr3aTOvLEJmIAJjBEBfVBw8MEH46STThqjo/KhmIAJmMDyCNSxWtsuoSc3NYGJJtC+7uVP9Mn44E3ABExgAQIXvehF8wYnzWO22GKLBVo5bAImYAKTTUBjubYm+2x89CYwlgR8UCZgAiZgAiZgAlNAwDc6TcGT6FNYHQJ1Qrk6vbtXEzABE1h/Attssw1e9rKXLeJA3MQETMAEJpOAxnOTeeQ+ahNYHAFd49LiWruVCZiACUw+gXve85447rjjJv9EfAYmMLYEfGDjRkBjPWncjsvHYwImYAImYAImYAImYALrScA3Oq0nfe97bAksZfLY6/Wg9pY5+BrwNTCJ18DOO+/sn2H+Oe5rwNfARF8DGxtQtn82b6yt8yYwKQTqdb2Y461tbT1W9TWwAteAxwwTPWbwa8CvAV8DvgbG9RpYyphuMW3dxgRMwARMwARMwARMYBMJePOxJ+Abncb+KfIBrjUBTXgX2qdyXXXbdvOu+00UXwO+BnwN+BrwNeBrwNfAyl0Dixl7ddvUup6H6tuuPAH3uDYENnYdK9/WqKNq5+2v3M8nszRLXwO+BnwN+BrwNeBrYGPXwGLGZqPa1Jj6r76tCZiACawXAe/XBEzABEzABNabgG90Wu9nwPsfCwKaIFZ1D6jGZTeUU15aTBu1s/zGh68BXwO+BmbqGvC33/0XEHwNLPEa6I6pan3Uz86aq7bdpsaq3VCutrE1gXEjsLHrdqF8O972u+fXztn3+MTXgK8BXwO+BnwN+BrwNbBJ18DA3G8x464NtenmVG8/P6pbJmACJmACJmACJmACJjBrBHyj06w94z7fIQKaGA4Fm0A3p3pbatau21/umwDezteOrwFfA74GfA34GvA1sLxrYNR4TLEqca2+rQlMIoENXcPKSfW85LeleLtuf3k/Z8zN3HwNrOQ14L58Pfka8DXga6B9DSw0XlNcqm3lj5Lyo+KOmYAJmIAJmIAJmIAJmMD6EljdvftGp9Xl697HnMBCE0HFpXr48iXVZS2/IeFrwNeArwFfA74GfA34Gljda2Bubm7gm9CL4a2xmlTbype6dcWkheLKWSawLgQ6O9U12gllVXEpK1zJl+gOvW5GxdS2ajmvtbqt7er+HDRf8/U14GvA14CvAV8Dk38NLGes1R6/yZfqtSC/K+W6MddNwARMwATGnIAPzwRMwARMYJMI+EanTcLnjSeZwKgJoGJSPS/5kuqyi5UmsFWL3cbtJv+NCz+Hfg59Dfga8DWwuteA+c4e3zqeqnYp10B7/CZf0vaylglMAoGFrtduvNZlJZ2bbJVeP9WvVrGqGrOdvZ+xfs79nPsa8DXga8DXgK+BtbkG6rhLtsu8G2uP5aovW6Xtq9+2C8XbbSbJ97GagAmYgAmYgAmYgAmYwIYI+EanDdFxbmoJjJr4tWPyJQGQXUjdiajqUru96tYczGDVGZjxnBn7deZrwNeAr4FpvAZGjavasVF+ewxXfVlJ7WXbUkxqx+ybwHoSWOh6bMflt6Xjbdfl62eCrCS/SvW2atzWv0d8Dfga8DUwEdeA5/+e//samKBroD3mkt/+Oau6pJhsW6PGdopJaifb1ULxbjvXTcAETMAETMAETMAETGDSCczIjU6T/jT5+FebQHsSWH3ZDalOQGU3JPWxobxzfhPR14CvAV8DvgZ8Dfga8DUweA1o/FTVZaN4jVVfVlJctiuNJWus+rKWCUwSAV3DOl5ZqfrVKraQ2q8N+V1pu25scuuDP098Hubha8DXgK8BXwO+BnwNrNc1sNAYS3FJxyW7IdWxXrVqW31ZywRMwARMwARml4DP3ARMYJYJ+EanWX72fe5DBLoTxXZdflWdhLZt11fd8hspvgZ8Dfga8DXga8DXwFhdAxP0zeeNcdO4TG3aVr5U4xrsqV5V620r3zKBcSega7h9jKovpHr9j7KKjdKFF17ovwwxRT8fRz3Hjnk84mvA14CvAV8DvgbW/hrY2BhL4zk9L6OsYqPUHRO26/ZNYICAKyZgAiZgAiZgAiYwxQR8o9MUP7k+tdEENEFsZ2p9lFWsTjarX+uyXXUnr6pL3Xaur/0bC2Zu5ou5BtzG14mvAV8DvgbG4xrQ+KmtxT4vdbwm25XGf4qNsopJNS/fMoH1ItC9DmtdtkrHVv1q9Tpp+6pX6fVU/bZVXGrH7I/Hz0E/D34efA34GvA1sLrXgPma71pdAxprSaP2NyreHs9Vv9r2GFC+pJxsVbde47YmYAImYAImYAImYAImME0EfKPTND2bq3suU9F7d6K3UF3xtjQR7dZrTLYrTVKlheLKWRfCDMzA14CvAV8DvgZ8DfgaGHUNjBpD1Zjay69WflvtMZt8DWJlperLVtX4QvUatzWBtSCwseux5mUlHZNsVfe10K7Lb79u2r5yVYpbM/+z2XO1C30N+OeArwFfA74GfA0s/xqo46q2Fc9ab/s1pvFc9WVVr2qP+bp+rctWabvq25qACZiACZiACZjABgg4ZQITS8A3Ok3sU+cDX0kCmvxJ6lN2lK56t39gx9v8Azsd+Q9c5KgL8B9HX4CLUv959L9w8WP+Tf0Ll7ztv1OXut3/4VK3+zd2Tv0Ll74dddt/YRfWd6FftSv9XW93AS4r3fYCXI72crf9J6p2o7/bbf+ByzfanXb3Y/6O3W/7d1yB9grH/I32b9iDdrPt20cAABAASURBVI9j/oortnSlo/8XVzqGor1y6i+4ytHzuurRf0bqqD/jakdJf8LVj5L+SPtHXOOoRkf+Adc8iqK9Vur3uNaRv8e1+zof1zmSus35uC7tdW/zO0h70hb9Fte7TdFet/kN9jriN7h+6jzaohsccR5ucMSvsbd0+K+xD+0+h/8KVTekf8PDf4kbNbox7Y0P+wVufDh12M+xb6Ob0N7ksJ/hpi3td+ufoupm9G92659g/5ZufuiPcfNbU7QHpH6EWxxadOChP0Rft/oBDjqUoj049X3c8lZtnYtDbkUdci5ulfoeDj2k6rv0v4tbH0Ld8hwcdghFe3jqOzj8lkVH0B5xy2/jNtLB38aRtEce/C1IR9EWfRNHH1x0DO0xB30D0m0P+jqqbkf/dgd9DbeXDiz2Dgd+FVV3pH/HA7+CY1s67hZfxnEHUrTHp76EE24hfZH2i7jTLRod8AXcudFdaO9ywOdxYls3/xzuegBFe7fUZ3HSzdv6DE6+ObX/Z3D3m38ad9//0/h/qU/RFt1j/0/hHvt/EveUbvZJnJL6BO0ncK+bVX0c974Ztd/HcZ+bfQz32a/ovvt9FFWn0j91v4/gftJNP4L7097/ph9G1QPoP+CmH8JpjR5I+8CbfBAPvClF+6DUB/Dgm0jvx0Nu0tK+78PpN6FoH5p6Lx6277wevu/ZSN34bJyReg8eceN5PfLG70bqRu/Co25M0Z6ZeifOvNE7cVZf78Cjb0Td8B14DO1jbvh2SI+lLXobHnfDov+i/a993grp8bSP3+ctkJ5A+4R93ownSnsX+6S934SqJ9N/8t5vxFMaPZX2qTd4A566N0X7tBu8HtLTaZ9+g9fhGW1d/7V4ZqNn0T7r+q/Bs9va69V4zvUp2uemXoXn7TWv5+/1SqSu9wq8YC+K9r9TL8d/X+/l+J++XoYXXo/a82V4UeqlePGebb0EL9mTuu5L8NI9X4yXXvfFeFnqRbRFL7/ui/Dy674Qr5Cu80K8kvaV1/kfVL2K/quu8994daPX0L7m2i+A9FraoufjddeWnofXX5u6FkX7hms9F1VvpP/Gaz0Hb2rpzdd8Nt58LYr2Laln4a3XrHom3nbNRtd4Bt7e6B2077jG0yG9kzZ19afhXdegaN+deireffWn4j19PQVnX5262lPwXtr3Xu3JeF/qSbRF77/ak/D+qz0RH5Cu+kR8MPUE2qIPXfUJ+NBVH48PS1d5PD5C+5Gr/BeqPnqVx0H6GO3HrvJYfFy6crGfuPJjUPVJ+p+88qPxqZY+faWz8OkrU7SfSZ2Jz16p6HO0n7vSo5C64iPx+StRtF9IPQJfvGJbZ+BLV6T2OANfTj0cX9mjrYfhq3tQV3gYvrbHQ/G1KzwUX0+dTns6vnGFqofgm1egdn8IvkX7rd0fDOnbtEUPwnd2LzqH9pzLPxDSd2mLTsP3Li89AOdentqNov3+bvdH1Q/o/2C3++GHLf3ocqfiR7tRtD9O3Rc/uVzVffDTyzW67L3xs0Y/p/35Ze+FX7S16yn45WUp2l+l7olf79rWPXDertQu98BvaH+zy//Db1N3py363S53x+92ORnnS5c5Gb9PnUR7Ev5wmaq74Y+XoS59N/yJ9k+XviukP1/6RFT9hf5fLn0X/K+0813wV9q/7nxnVP2N/t92vhP+3ugftP+41Amo+if9f17qeFzQ6F+ylzgWF1ySusQd8a+qi98B/7r47fFv6l8Xux1SFz0GF1z0aFzwH9RFjsI/djoS/9jxNrjgDo8b+Ddc7bGdxnuSYrJLl7cwgbUn0L5e5Us6CtmqMl/5O3Y68p+4yFH/xH9QOV855l+4GHVx6hLNfOWSnJuUucq/y5yF9e6cZdecq/wLxV6Ay3KuctnWnKXMVf4JzVekMmf5e85VNGe5Qmu+onnLHu05y9F/zblLzlk4V5EdOWfhPKXMWf6Eq3GuIq3+nOW30JxFuj7nKVXdOYvmLvtwnlJ1Q/o35DzlRi3Nz1l+wTmL9HPcpJmz3KQ1Z7kp5yndOcvgvOXH83MWzl0O4HxFqvOWWxz6w/685SD6B3G+Ih1MW/R9lLnLuahzFtlbcb5SVeYu38WtNWdpdBjnK4d15i5H5JzlO5C9DecrKc1dUt/CUTlv+SZtmbMczTnL0ZqzHPyNZt7yjc685etoz13uwDnM4Lzlq2jPXY7jHKbOXeq85fict3xpcN6i+QvnK3e+RZm/jJy7aN4i5bzlc7jbwLzlszhJ8xaJ85VFz104hzmFc5aqe9G/l+Ytje5DW+cusvflPEbzl1Nz7vJR3I/2fpy73I9zl/txvnL/Rg+gfQDnK3XukpbzlQeOnLto/iI185d938+5C5XzlvfhoZy3VJU5zNnoz132PRtncN5SVeYwzdyFc5hHSZy3PKrRmbRn9ucu7+TcheLcpT+Hof+YEXOXnMNwzvJfN3wr2vOXJ+Tc5S0otsxdnsg5zJNSb8o5zJNz/vImPJnzlqc0qnMXWc1dqkbNYZ7JeUvVqDnMczhv2dAc5nkbmcPMz2NeNjSHedGeL+V85qXNXOYlmJ/DvAQv5fylqs5lXt6Zw7yCc5hXcN6y0Bwm5zKcu7zmOi9ozWOe38xhqi1zmNdzLvOGZi5T5jDPRbHPaeYynL905jBv4RxGKnOZOod5Jt7O+Uydx8i+o5nLvLOZx7yL9l1X5zwm5zJPzTnMu6/+1GYe85Qyh+H8pcxlngzNY6T3NXOZ9+cc5kmcx1Ccv3TnMh/KOcwTOI+RhucyH+V85qOcv1St9Fzms3UeI8v5y+cb1bnMF9pzmT3OGJrLfHnBuczDoLmMVOYzD23NZx6COpeR1TymqjuX0ZzmnMs/EOfsTtEOzmU0nzmtzGc4lzmXc5ruXGZgPsP5S3cu8+P+XOa+nNfUucx98DPOawbnM/dGe07zy8veC7/kPEYq85lT8Kv+fOYe/bmM5jSay1T9tpnT/G6Xu3MuU3Q+5zHdOc38fOYk/JHzmJTmMpe5azOfuWtnPnMiFprT/G3nO6No9JymzGdOQHtOc8Elj8MFi5zTXHDRMqf5J+czF1B1TvOPG56KOs6TbY/95Es1Lt8yARNYDQLu0wRMwARMwARMYFwJ+EancX1mfFyrTqBOBKvVDuUvLP1J5x4/NAMl28OFc6M1x7ik/NyFYDupttX2UumjtlPbKsXaqvFq5y4sfc3NlX4Ul38h6xcyp20z1vZ5TIpJmW9y6TNXrfoofc0fn/Y3ny/x2k/NZZ591ni1iqcyN3+8Q/nmGNRW57BgPvtpzp++2neV2za59Ft9q207ln7TVjkpY4Qgq2NRLDWindqMyimm3IXsR/6Amn4u7BxXtmlyXX+obbabG7gWc5uN9dnN8wmfq8fY73O+37naPnPlue/Haq5r+23b/cin2rm+P99vr/bVz3Gb5vhKbr5ejoP1pm3Jz/eV+SbX9UtbbtvfH/1kwe25TS/3yVg/z7h85nTN96o/1G4OPcWadnPyU8329Pt59SGprWyjXmO1bU85idvNNcdX8mU//bxyEredz/fQy9gc5tSHxH5KjLlsy1zGeuVaUntJObbvMTcnn5LNfuQrx3Y9+VQv26mvHuZYn1NOot9T21F5xdRGYrs5tptTLNUjxx6Pey7PQX0oP3I/bK98ir7azak/+bQ9KfehvtQnpRxjapd51nuSjoHqKScpRs1RJT9HTnM8JvbBdhnPdr08XrUpsR7bUcxlX3kMPbbhttlXj/m55vzoN+16apdiju10LorNtfPcb085SlbKvOr9dnM8RooxHc9c9tkrsWwjnxqVZ6ynfagd/X7f9LWvnvpqcmo3p7bKMdbfj+qSYlSv0VwT68lKjNfYnHwq2+Y+yvFlW+5jjjG1yTzrPUl9NJqTrdtXm7HST8nL7zXcyWegHetqT+V+aHs1X61ibdW4jkVSTjEea09Kn/3KttVvx1zbZxuoH9rct3Jt1Xi1ysmXlaovS4Hq9yNfbSTuAzy+fl45SblGkFWsrRqjLfleXtMj+9F2bNejMk+bx6J4lWJU9kU7Ms+2A/lOu4G+laNq+7kej28jqmO/tpVvmcC4ENC8RMfSttWvcdX1M04CenoJUMXqJTQ/ltV8BJnTuDJzmjvw58Fco9q25Ht8iRVlnj870rKt2rXblJee9imV/czntU9JuaKaU3/yZdtSTFKs2rKP0o9iOv7BPPtujrHkWdexUmo31+Tk1+NPv+arZbvB7bVPqfRXt1Eb9Zm2bttYxbSP2lbt5FcpX86HfLm/Gq+25Mv++r7aSdxH7VvtB/LMaV8j88pJTR/aNtsqNkpNu+y/8XObgbZzmN/XHK8tqUc7r9y+bjOin36+nWv5/Xy/D+1D4j7Y7kKCHD6uktP5ZY7t0tY+ZDPGfmSl7Id15VLy5zh2Yl9Zp812tLVO26Oyb+Uk1aulX/JzHHs02/HCnZOY03a97n4zx/bKs5+e7Cg17TLPdnPdfpp6L3PaN/vMbeTPK7dX/2onVV+WKnlt22yjPiTm5qhesx/5qcyxPXNz7G8or7ikdlQvffWtbST5FHNz7DuPn/3IL+px7NHjNaa2c/PPj9pnu14/pr6l3E65lLaZ4/Zsx333uI9+nvU59tOj5uj32L6fZ12xzHObHtukFGe7OcaKmn6VZ6ynnER/IM+6+s68+mBdfc/R76XmeJ5Sj8c6V66fpp9e9t1jXmIut+2xHaWcpD7Yvqcc1WNdfWsfPdXVRqJfY3PyqYE8+5ijFCv5Xtlvs22PuX6esTnup5eaYztKefWpnNT4pY36muNxz5XnTG3ZpidlHyXfy216bEcpJ2WM28k2mqOda+favnKpHo+LUi4ln2JO+50bsd+yf+6L7eeadhmTX8VcbyPH32PfeXxqq+2qlV9VY7KS4tXKr1IsxWPnfnuKq8599KT0dczKyzbqt2O97at9W8qpn7Rsq32k5FOKq72sVH3Zttq5tt9uI1+5thRrSznVZdtSrC3lVJdtS7G2lFNdVqq+bFvtXNtvt5HPHC9QXlstNopfeCGvbUp51vtt6PcY68k24oBLAw22b/pgvrZHju3mWJ2DxnySxoCSfEl+Vbde47YmYAImYAImYAImYAImMI0EfKPTND6rPqeRBDY02VNuQ9IbGkBgcAlGqAAilStwzQC4BP0AVyqICHClkrGyYh5RHtFEQg4FLmmi5JtqRAAUCy24BPSgQwtkHKANraClxALloQgQEQAoFUp+RCgCLcULgLGixkU0D5RFeUayBGgCERTqEnSoUgBZiU5EcI1mCVpKJRWIoBgtJWioUkou8wpQzJYS0IMrFUQEuALXtOAS9IMWtFTNKyQBGdc66CkNLhEBSOBCF4jmIY/KXNABmAC4igitGyGXiABSxXCNyAdyiQhaioXh9CMi3cgaVyqqKErLNL1ABKUcVbwAVCgoJ6EsgaBDZUwWoIvgA3QCdQnowZUKIgJcgWtacJEnIWNNGrJlhWZPXxkzAAAQAElEQVQJ5CNAS6mBBC6MgdGgwCWkzAUiAlwhF7pANA95VM0HwATAVaTkUcqzrpICkCEAtR24RASQKoZrVgOBskTIo1QosB4R0APNGloYA+tZQl4ggkJdgg5VSsnVfBNjgyyBQBYZtgFFF2WRR6mkgmlKyagrOrlNMIdGkQ7XtOAS0IMrFUQEuFKhBZeAHnRoAaXBJW2u0MTUSkIuEYFM0EDiKiK4ZhhARACgZFOsqcpYpFCWzAUYglw5EYFAWSLkUSwZpFWIBhGBKM0A+lyVwmBEMEShLkGHUqGYZAnoAbVlNkv6AaikcqVqxrQK1UIexfagWFgBFya4VgnwEYByEY0DLnSBKI+QR9U860wAXEWUSvR9RhVLAQwDXGUeoEdlLugAGeAqIrgu1YhALjLyaWXAFhHBNXKJCFpKhQLrEYFgVCXSC0AxqlhW0cTQLMxFxgC6FGt0Alz6KzqlNHnQAmAM/SVYDXAFbk7JDwS4NKtQLaA1IqIvOgAii1ZBn2muWUsn6AAZ4CoocAmpycuUcCB95aTgiiWCTgpNPmgplCUi6FAsSAUiKMyLDQDGihoXzDMWaBb6YCyLgqxHhKrQ0vdCNYqWaeYDERRDpQQNpZKK+XwwBa2oLFoFuDkV4Apc04JL0A9wpYII+UELIMAlaIIWtFTmZYEMAI0JWipKPUIOBS5pouRZbZdgpTu2Y2igKD8QaFU2lGs1s2sCK0pgQ9ddOye/SvOU6vd6w4cToVcDpUKB9YhANE0jvQAUo1BcmuJwjVyUYzQLgxG5UhXzK8aArEYEWFIItJZglQrQUv1GQAa4ilSpRgTAukqKq4jgWlHZAFRjDCnWGArUB8qiHGNZAjSBCAp1CTpUKSXX+KBlsinBKhUAN6caB1zoAlEeIY8qjSADxhhBRDoIPdKnJ5tiiwCXUJaiyxIRQKoYrlkNBMoSIY9SocA6C+RqlVZNFWwCciMCEZRyqeCaKqXkap4xQCtJXiCCAkULCVyCQjQP0FLKpYAMcFValGpEAIyppLhSqImyhrIoqBoTcoN+hNYlDdZTwXUqEEGBS1DQisoSiJgXK4jahF5QTUFEgCsVWnAJ6EGHFogIrWgB0NVKIXAJBvq+nBQgwzWtWiCXiKClVCgmWQLBqEqkFwDbBaJYmeqjLsFIgCsVRMgPBLg0qyi1XEcEQLHQIhdGGhtKFV8NJNaKYQ4SAywRoTUYQroIRFAoS/ECDLJUyyoaH82S2ygG0KXkBwJcmlWoFtAaEdEIQGBgCQaYRlEgHXChC0R5hDyqNKIDMAFwFRFcy6Poc80SfSkUbFGEsijIWJYATSCCQl2CDlVKydU8Y0z2S4CPAJimGgd1CeQjQEuVRsiFMTAaFLiEpLzqshL9NLIpNmKJYOsUIMM1bSBQlgh5lAoF1iMCoTRXLPKgQJQVmKZYoxOoS0APrsAwxRqdULq/olPKfJ5tWGGrJoEojwAtVfOsZ4CrSDEHICK0ogDQ1Soi0g0gLbSoohot0/QCEZRyqeCaUknFwnm11LYSAqDlCmUJ6MGVCiICXCEXukDkA1xCavIyTCiCCGUArRsXabViUEbZiECgLBHyKBUKrEcEoqRp5VEqFJSTwEra2jAYCXAFhin5gQCXZhWqBbRGhJygBRDgEjRBC1pKLhWRK2iRC2YjhVwiAkgVwzWrgUBZIr2AjJqBq4iAHgoGmqXGGKBb8nRYrQ2aGGgp5kBlvr9KB1ozxUYsciRwUYLZkAJcU8qlgAxwFRFcY2DR2K6O8wbHfIODPrUZ2LCpLBRv0jYmYAImYAImYAImYAIrRMDdrA8B3+i0Pty91zUm0J3Y1Xq13cNRvKpOJPUtmm67rHNuyQJNPrWSj/4qnayqP/VR2mlL5SRFVS+25Es8N+SqR6mFoqP6GcirIZX90GbRhnTUrnHZozyKhZWS5UaqssKQPIpFdQZ0eo2rntLlSg0oFlZYmGv105wV401hO6bVXfbHapOQYa0UbrZwP2xS8uyl+Np2XtwyK8olL+5QPpszLk9iF6oxJ68xjMwXtZIUyXzpQM0Z0l5KVmvVMlEqmc8TLF7dsgmxEUsJakuJDVmKxyQLqyyMlJ1n836YmSwMNGn2zbYZ1JEwoS1oWBhgjg3TZxvWcs1VKUwwrS1K2xLlmglFaVhyH1wpwnZMp6fMfFU19ZUpNelLmdIun5faIMNaSU0+czxKhST10VhGVSsttKMUQ5lXNp35vDyFJDWrVj6loi5yz8pJ3EbHmC4bqNd+nvVkwI3m8wpSGeBKhdI27X5UT2VO7dlz7YcxFgZbhQGmtTtuxrb9FBM8xqaUHBsqqhgDbJm1flU1NmGq6UcBZpsaPaUYZCMWVthFicopHtOqzOdZqzG2aFwerzyKheFsJA50slr2ySRLE2j2V4zCasuOaFhjyXZcqR9VmVCNhjUWOrlxHhsrsjXMaikMKK5+2/3khuytKazyCNmQzelnKdvXNRMs7IbrVrvSkjG201r7YCOVktIOmFNRXlVZdtHkmVFAiVQJZz+qKyeln448qvFl2sqMAgv3U/pu8mzPIygVOdw0j42+LKv0lJZHseQmTKofVdWA9GhYY6HDDRihz0I/S4aLx2gprKodpSxjDNBLh5Yl98OoQhJDA4UxFvLmWm2VpMst6KWTh8sGtNyPQhJrKmxUTVqdk9qWSslyKzklxH2o78Ywzs5Y6JS8HCrztPNB9sJg05RheRQLK+yy5Oc3UYK1xpQ2rNPRMdYwN2SQNRY6rJZ++lW2z3hdMcHDyJosq+lzQ1rWSmG11Q9jDJR8XXNjhWkyJb/sSp6UYaKkz0YsJZCNGGv60bnQZTuuS5hOKbUqW9rJYy6NVhLrraK/6FTHcNpmlGpz5eRXK1/q1hWzVoyAO+oQ6F5v3bqaK7aQdL03Ly417YuvYPp8jbCUlx0jfCGqygRD8igW1RnI1yFbsbtcZ5gVWjYqhW3kNHm6/XxpxSpzjHNX9BlsFYYzJqvzYWclqwAPgFtmXdXMM6aS0io7zS5Yy1aloq2aqgLqR1WFVU/1A8yyn36VPWW+NKarPI3q841UK2KMhYfONfvJIN2yRTqlx8yVvjKgVcZqS7Vt5UuV3THGtqqyUvbDukqKK7Hp51nPHvsBbk+fZSCsvlJM5GFw1e4nG6sv5dWwnWesn2euVLkftmezkmKcVa5LnE5WtY9soI0kRtWin2e9n1eQ9eyTvppLdOcLAyXPXuiw2uTkUaWwy1aeMQbYLh3uQS7z9NhFpjLTrJRhC2aZUgOKhZUSHcqz5UA++ynNG5fPo7alGMi2uU3tSW2ZYCxLusyxoVxuxbA8ikV1dcg046wxxkJHRR5VCpvJYV81lVswxrrW9flRX5livJbMN5XMN35ppz6lEiwet2Dp57mRqmoxkM8AI0yy6OTLJoqnx2gpGz1+NmApfeWm2UdZsYt+3zyU9DPTJLhVv1o5ZB81nxuVzUpbJlhKG0bkswcZiS4by6NUKAbK8WVSKwUpFtWYZGFfqtSY/CrGWNiGATk0pagiaQ9UHmup5/HlqtS1Lnugx5IpreSzMxmJLvcjj2JRE/acMVUzn0HWWFRnkqX0rlQNZ04rBuqhybKqKCWPKoW7YR9swCp9ptVZqlaZZ51NaqCxfcMsfTVIsY+mM23J2nxennIS/fLcc1s2yhAtw1pnUN2pItvPZwPWSmE77oUNWFVTSp7EFGuExC3YJv3+Sg7jadLmsbCfjOTm2iad+Ty9bJJh5rNS9pMhbtyEMlh92X6efZQk1woyqX3L5ebMyqNYVM/jVxtVGGORNy8GWNiM61Y79s42jDVr7YONVEqKe2qc4pWmrXyzYWOaNPPyKJbckCv1rSqbqkbDGgsd7qJw6lcz2FoxwVK2q8ef6RKVmx5z3DnbMaJAeukUr7hqwn2yjUqNyadU1bFmg6wwyK1LTH5bvYG/5qQ2ozSwhY6xFVD7VtWuCZiACawHAe/TBEzABEzABFaFgG90WhWs7nSSCGjCt5D0gYFyshj6Xg3KEshMyHJFUwIlCi2KRQQjVDBCBWtgjDWEVlyHFKwwHkGHBYpR4KJqRK7RmIxGKAZoHVynAmWRlViLCGbRKAB5jYFyEoASatYy4KIcRQ8RgfJAWq3pIBflJFZoGA55VFMYjAiwFNVw2gBKoQ1EUOASQPChNbgEhcyFDBAqWlEAq7KRNiIYCMggwEUrCVmNCFoqADqAVoyBSw2l1Yq5TPX9dBgFJT/Qz8uRAARARVGAC1fK0UBR+nKLmrUMuChH0YNMIOhGrulAjuLFzseLFyUPLmwUEWoGGjQeE01hMILRACICeoCWNQBRCyKiEYAAF60kNNWgpYJ1CVxouWYpjtYR0W9Hp+QYo5PVJosMBWhzBS2BoAmuKTWgWMAAwFVEQIvWEblGYyAnQrF0EXyASwkFskoDBiICATRqPBlwUU4qLtsoEWBIEciJiL6lR19FHsUCLWwTEWpehGBUolFp5+RnDGylNlQpDAQiJAChohUFqMpV0FIBINvRoWUFwQe4hKQYxYISZjQrpRoRDFMB0KHosIBLRJRQ40O1AGSgHAUuJdSsi4HyKSBNoHnkNsEgwBAViKAAWgoBSDLgohyVIcZCjsJUlgCU1ioiEODCVaQXkOGaNhAhAQgVrSg0i3JMRAQiJMaDglYSipe5AE0G6NEGtOSaCVkagE61QK1kGBGBfARAh6LDGLjQYyiKogQi6EiKpgU9Kv1AYxSgH9CiWCDoBuTTgZz0I13QQEukF6gGbBQRCAA0CD7oZYEWBiMYDYAGwQfkIACJhoVuIEICECpcyUGzZC5AU4SACurSVCMCERITQUErCelBOQRoMkCPNqClrgN8qAHFAlYBriICWrSOyDUag3Sy0rgIPooPLcGVxGhEcI1GAdBjSIYKRAS0aB0IuoEmhHSyohgFIACqrOkgF7aJiKzS0AbDQUujwmBEQIHGFF8BqaQYC0RQ4BJA8KE1uASFzIUMECpaUaqkFKPULgWUcG1TqhHBMBUAHUArxsBFIRpFEKFa0DISFLjKmPx5McoPGJb+wcB8D/ZMYDwIaC4itY9G9bY0V1Edej1gftHrIDIWqAZ8vUQEAgANgg96WaCFwQhGqzIGtgqA66YgIhoBCBWu5ABlPSrPGLiopRrJRnBNsUAxrSIYA7IaIT/QGAajCAA9qlnLgIsaSsrQKlxU1gyzEYtyUnEZbvKsZ1EuBdAg+KCH/hIoESYjAiwlgABSZR0RrFEB0KHoMAYu9BiKoqgBOpkPRFD9cBSvMUyyBEJRrqJ4SAMu2jYF0KDmA81CR3FwFREIhbmK9AIyXNMGIiQAoaIVBajKVdBSAdBBBB0JkQ9wCanGssKAshkDPakkmhADgYiAFplA0I1c04EcxcFVxHy8eFHy4KKcRBcZ5koO6/KQuZABgoV1SIh8gEtIilEsYALgKkIZeVT6gcYoQD+gRbFA0A3IpwMECwUGIgIBEjEr6QAAEABJREFUNGo8GoYZDERQAC2FACQZcFEuBdAg+IAcBCDRsCAiGgEIcNFKQlYjgpYKgA6gFWPgUkLBCBUMqMhKirKd3KKyZhhFgQgKQABUWdNBLspJrNAw3OTpQWKVBRHRCECAi1YSmmogQgIQKlpRgKpcBS0VAB2waVqtIhSUR6Uf83nWIwJatA4E3UCGQm7QDzqgpRDlURsEYxRYjwgEABoEH/SyQAuDEYwGQIPggx76C4OK0SClRNRVOtA6ImipYE5iDYyxBlWD61QwkuJqZJ5xtlVJcRURXKNRAPJkwEU5qbjMKCExoKIcxQQaA2RaK6oUxgIREoBQ0YoCVOUqaKkA6CCCjgSAHsB1SIpRLAoBNQbQo5pEYxRARECLTCDoBuTTgZyIoGUpBloCQUOVArBNRCDAhatIL1hBeshcyGSAHm1AS10H+GA7UCxAgEvQBC1oqSbRGIDRiFae9RJDWZiLaPI0LBmPpp1MprmKKNGMaSVFNgeUSwFgLHIV6C/KMRYRiJCYCQpaSShe5gI0JYCgpQB5iAjkIwA6FB3GwEWGtSbceI0BkxGBULtU48mwDuUk+jQIPpBCWRhULIJrSdGoq3SydUQgQmIugOBDa3AJSTnGaEDDwmhWsgotjCAi17SMBIVARMjpKBac07QbahwotWP2TcAETMAETMAETMAETGDaCfhGp2l/hn1+QwTqxK/adgPFJMVkpfkPDvQ1G2Wqevq+DSecaMR6j1I6m8qn6LOwjXyJDRigVzYsvZS8fPbBCks2ysZqyxqz2oQe27CwwjSjOs7iMcREtqdlJwywcBOuWVVGHqU8t82iPOvqJ112VltmjDluzKIoxTrX2jRj7K0Ublzb02VO4fTkZHsF+22yH+6MpfTHtiopRmpe9dy6B6TP7pRrlH0qzzoz9NSI28tTjGJRqr8nOswyxEQ5Hka4GSPsTk7dXhGK7ZhQSTFCqzbyqFa+6bjJqw3FPNcZ40obFMPGuf9m9/KZLLk8DG6V2zLKOmvZsrbj5k1bZpp2bMAYG2ey2U45iUkaZmq+bMcNWIqvvunVDUtbNs/tuMo860yoNxpWShnsQ23Zgg24Vo+U2qXkS5nKlfpVW6YH+mGFRW0zwybF5zrjXKnweNmNss1+szV9JWWYYhtu1VS0Pym3UiyVTXKlXPbBBvIZLCWDpR+u2X2u1ar42Q9jtNouxaz2L790wjX7Ub2oqauRpG1p53NNf7Uf5agsnX4ylqtM0Gu2VZ8UD5Kl5LjXJi+P6ue5IzZhpLRtquV4Sn9MMC2fSfXCbVnoKcyNm4qM2ua2bMoMq7kuVg2okld/FHvJNeNsxA5ZuEm2YYxuCdNnppQm2G/DnPrgLtk2k/12/TaZVHiBPPvgxnk0slL2yXi/j/TZkbrIlnRKYXO2buVZy1jZI2tNTn0xoaJUdqYY0+yRITq13gTYltuzkmvl5dMywcKo/CbGw6FX+mFShRXtprTLPFfahxJptT3Fwvbz7bhV1tVOnSrPAAvbMKl647EJvQwUq35TdUPmmGE7lmb/maefTbSSWGcp+9A2VU2OW9NjT2zEVKudDogqWTWjR8NGZT9lA26pIBvKo5RnS7VhZyrMM93EuBU9hthOSZkmwGrJatsUN5NlghuwKM3GislNNR3ISGpb8jwWtaW4JcNsrQZUPy9f+5Doq52ay802dLgVt1UmPfqlXzos9NVGYh+5rVYSmzM832Yoz23Zrr+f0lgR7owbp0dbynw/rDPF3sr2dLLa7Yed5DZp2SK7Z2O1Y0JFKUXoqy+6rbKhv+jUajbkZv9DUQdMYP0J6Nqs0tFUv1rNWZoXhdKpfLnpxcPXUJYSaF4zfN0wxzXbMiGfYpKFUfrZN7NlW8bS4V6yOevZhg1UZ44RJrO0+lBeGTWimnbclG3YtnFkmFJjxtmeTVnS50qFjZVWjmLjXDcb6lizEevyay77yM0aj4ZN2JQt6LBKX12nJ4c90yiXavwSVU/0tK3iknwpU7lirelzRD77zBZNP43PeNmIdfpcs6o1+1CvjDGQFbnyy3kyxEOXT68U1vt5Nlau9tT32YYpNmOGDqtl23JUxWcw2ytPnykWOqxzw/Tn8yWuunLqgD2nywwt19yORSmdUcYYZT8MNYnGKNDk2QuDXPe3YbIUbqz9pZhVqe3UKTcrfdBh07KNElLG2Fq2ERuzsCXrasws6/IoxSgWVpo9scLW6o3t6KlO0wQyVvrgmjltqGNlQm4arRSb36zxaMomZVtW1ZRdp8ftS1zB3J6N07KFYhJbsB0LN8lctuGxs84oW9Iphc3ZuptnvbbL7bWFYilmuC3XZdumW7VTjE0ZV7DpV25KG1HsI9s2lq3YPtfZihV2oXZAT6a2o89EtlFr+Rnq5JXL/tmg+qpL2Tc34ialHzosbMkjT4dbMN8E2Jz1bNnkmaj9MMmiPMVtuVY2Y1xxAxb2pfYp9dPUmSmlqWc+fYXpsCf1kX2q77bYj9KlJVuwOQuby5fYQAE2yn6bavGVZ5L9cQMW1tWurSbHEPPcmE7ZVnuklGcsC7tSo36edfXIVizyFKDlNtlGtnTJNePZSTZlN6wrz01KuNSLrzalrn7YmKXUmWGT4nOdca5UlCr7Ub/pMURfSRluqACr2jLd9OkVq0aU9tkX+1FRXe3UB5tke8V0+BnTSmKAZT5fGjPDqPz0uH/6XGc7rlSye60yzp1yC8a5VlsabprRut8MMZfbyDZSvsbUhhuVftQBA2rGAIv2xKxiyknyKSZZmFdjih67ZKLlaz/zKv2wEXtRO3mU2qdaedZZY7t2XtsUqU9mmv3Lo7RNSj63pq923KLfDzOlZJBHrDbMlnYZZJ5xxtg5C321kdilwmxAw7altNqwQca4DVuwluvsW9tTbMwY8/KLpxA99qoYxcJK2Tq3lTug3si/6KQm2Z4dyKpumYAJmIAJmIAJmIAJmMBEE1jGwftGp2VA8yaTRWBDEz7l2tKZtevV1wcHnDsq3VIgHwHoSzcRjYO6BPIRoKWaPKusgIu8omCLTCuaTtBjSRPKUiiq+QAywFVQ4BKSVmnpqG36XLFNpOQDEQGAUqHkR4Qi0FK8ABSjUFyaaISyKMdIlgBNIIJCXYIOVQogKzUOXZQlGAlwBW5ORRHqEnSoUkqODQMB0KK/BPTgSgURAa7ANS24BP2gBS1V8wpJQMa1DnpKg0tEABLQmEB5sA4gIrSiANDVKiLoNgqUhTGk0JhAeSCXiKClVCgoy5jcKmhhDMxlYSLoRGiNstAHY1mCHusRoSq0FC8AxSgUl6Y4XCMX5oLRLAFE5ApcswIuQT/AlQqaNK1iFOoSyEcApU3jgAtdIPLBlQoigqHoW3BRCGBMCnmUgimAYYCrSMmjMhd0AIahRSGwElIglwg6KUCGa9pAoCwR8igVCqxHBPRAs4YWxSiGUAxb0AnlJPoAayqpQAQFLkHVkrFgDo0iHa5RloAeXIFNKdbohJL9FZ2MBfNoFMUBF7pAlEfIo9geFAsr4BLQgw4tUOMR0VSqCeQjkEsEnRQgwzVtIICiDLImm2JcVWYjhbJkLsAQ0kUggkJZIoIOpUKBUijoRGjNtAp9MJYl6LEeEaqiLEFDqaQCERQCSIuypK8YFKbkBwJcmlWoFtAaEXKCFkAgl2KCVSoYoiJyxQoLXZQsMgzQMtivgEtkjGukgiGWCDopQIZrRD6QS0QAKQB0tYqIdAMAXeQiR2JFJlAfDLBEhNZgGOkiEEGhLMULMMgimy6CD7TaFT+YZJFRTkJdGARVCpgqggJUbcZ6SAGUNsXhGmUJ6MGVCiJYkxAALfpLIB8BWko5CVwYA6ORkkcpR7GwglyiWYfaRVYQQUditZhAeTDAEhFag0Gki0AEhQAoraGFMaTQmEB5oCzKMZIlQBOIoFCWKAYMIvjIEqw2Dl2URR6lkgpEUCXJdRRlLJhDESIdrlGWYCTAlQoi5AcCXJpVlFqulZYTEYAEgB7AdUghj1JOAhfGoFwKA4tSg+O4Hj9Y4KcRbFXjdPtFsX6l5SwUbzWxawIrTqBed9W2d6BYVdeCrwV0lgi9GigVCqxHBPRArgO5KEYxhGIYp8N1phUMBLLIMAeKbsa0CoSM1mCq+AyVCpolkI9glYrIFSssdFGyyDBAy2C/Ai6RMa6RUo5RyKZQXGSWa5RFOdUCkBvgg06gLvKoUsBUkdKqyKYC+QhA4YjGQV0C+QjQUu08Y4wwHvNSHlxkU0AxtQ1yiQg0iTSs0AYCZYmQR6lQSigUjROlGcBgIGhZZFgHRRdlCejBFRimAlyBa1pwkUcxGYzSgAYRQUuBS5pAPgK0VM2zngGuIsUcgIgAQLHIgItCwUoRAyoKMpYlQBOIoFCXoEOppGKBPOOgAuDmCD4gB3VRhAqABRFcpwDQ1SroBMA1lbmADAK5yA9WUpEhRNBJgT64BC1FTyUiaCgVikmWQDCqEukFwHYRsuki+ADrgWZJnzWVVK7ANeoq5ESpRsgJyCCQSzHBKhUZQgQdidViAuXBAEtEaA0GkS4CERTKUrwAgyyy6SL4oJdraMltAgrQpZEftGgW+QEFuEYE1xTXGQOX9BHlESUQQUdSlS5KFgqpGsF1CgBdrSIi3QAQkWs5jaoJlAfKonYpoBhm6QSahT7AmkoqEEGBS1C1ZCyYQ6MoDuoSyEeAlmJ7SODCGBDNQx6VuZBTBEChQH2gLBkMMAy5cgJ6oCwZDDCEdBGIoFCWKAYMIvjIEqw2Dl2UJRgJcAVuTskPBLg0q1AtoDUi5ETfgotCAGNSyKMUTAEMA1xFSh6VuaADMAxwFRFcy6MCZWEMKTQmaCk0i3IIZJFhPSJURVmChioFEVGEAOijvwTyEaCllJPAhTEwGil5lHIpgGGAq8E8ypJtIn25aLUDlwjlKBUKyjOWLqAawHUWBZWTFKAUgpYaY4AuIorDNdCsQk6UaoScgAwCXIImaEFLyaUicgUtcsFsSIFcIuikABmuaQOBskTIo1QosB4R0APNGlpqLAC6CD5AJ1CXgB5cqSAiwBW4pgWXoB+0oKXkUhG5ghZ6NME8FXRZIuhI9JngOmgkuq2i96K74712vdU0XeXkVCvfMgETMAETmA4CPgsTMAETMIFhAr7RaZiJIzNMQBPBhdR8xWaYDj8zY8GO2wV2qtq++Iq1pfyOzCnW9lXfcbvN2IcUtNx++3m/5Et8yFd/Eve9Q1pttxl2YD3bZj+bQftVfodmP/086xnjtortoPaU/B0Z27HmG7uDco12pK159ZFibAfuW+1KPrAD+8lc7UM2222G7WXbUq7R9rSj8hlTTtK2tDtsvzn3I5U+t2c9pRwlf4ftFsizj+2ZS9XtWlZ9l5z63hzzfqlvl23lU+qn1pv9Ki/pGPrqt9scyknKVVt91Qe1BbbfXqrbbcHtpcH6wtuXdtvyGLv9bsd+t9uh5tnnDlS/3RbYlvltm/q2mRZ7Nh8AABAASURBVBuVr+2UK6pty/adPPvJuKyU+yhttmv52+6wJfcvMZfttsQ220usD7RjXXlqG6mdk89+tN22yknsY9uMcTvlWe/nWd+GuX6e7bdt8tsoJ9U8bbZVXr6sVH3ZvrYox646+9ia0rbb1PaKVzG2tXxa5dNXvSXFtmY+reL01Z/q1W69w1ZIKSepvr1iWzIuyZfkU5lr1dV+IfXbqn3RVtmW/aRVbEtsxf3qGJTbise5dUq5oq3Ytq2tWZcUq1Z+VTs272+NrXagdtyKVqKvOvvaKjVf37LWd1RMbQel/JZNP1uqj6bdls12WzK2ZfpbYcvMbZ373DK32RpbtvP0t5LYbkuJfrWKl7bcvp1r+2rfViu3RfrbYMsdt8EW/TbbYMsdKOYyz5z2l3nG6v5qTG2KtA3FflQvfW4D+UXbIGPsI+vcxxaS6rlNJ8/9biFlm23YD9X2lWuLuc2lfmxrbiNtg80Va3LVz74VpxRra4sdt8ltFFM72YW0xY7bsq1U9rP5Euub9duzj50o1hWT1Fe1mze5jNGv8c36x78tNuO2m++0Da20LTZvtcvtmFeblHISY2o3Ms/cZmpDxY7bYbOdKMVS8inm1F8oJymXse2Q27AeknKKVymWKu1CcdWzXelXMfWhvtVH3U+JbYvMs33JcxseY+Zka7xlIV85iX5+HZqrHoXOUv+iU7lZnS34KUF7jKfm3bpilgmMG4H2dSpfx9e28uc1p/SAePWzztkKy44co+uls+N2wI7pBy340orUfCwYH4ztxPbKt5UxjvPbsXl/M/Yhlb525Hg7pX5yG+U2g+YNuY3yHDvvqJxEf4dUsz39HSXmdmAfmeM28ndUnFJMvuwOyjUq+9W+Wqr99NsEdsgY2yjW9Jf9yFesLca2p3Jfsu2cfMa2p+23oZ9taTPesjtwfJ05brOD5ghSP785j2tz1G0yz/ZZZ/vt6Wv77Vvtt2dse/UhNf52sm0xlzFatU2/naffjqWvtoxn/7SKabyuuYn8Et9ixNxkc8aK1EZtN675frbNfc3Xy7ZNnXMX5bfleHq7VNmP/BLbnHMIiuP47ST1xW1qXm1SmWOftNtSQ/nsm3nabC/Ldn1f9bY4zt2WY1/1lZJPbdNvsyWPi2IfGVP7vr8Fc/NSfhvm1E+127IfxbfNPrdExhXLfrbM7RXbpuaZ25bahvmMsb9tUltyW4q5zNf2ajdKytd4229iWzc299Hkt6at8WqVT1/zCKnZTmP6bTi+3oZ15VUv0jFuyXnLVjxeSb60VcbUtmxT64uwzX61rfaxFfe7Vd1v5tTHliszh8n5wVY5V9ia/ta5r1Iv+2185lTfmuPqrVJNPP2tc/utclv6HH8XX222hsb3/Xrm1GYrbJV9bp35LXPbrbBV7Y/ttqS/paxEfyta5bfMtluX7djHlin1STE3lFdM21Jbsp8tq5Vf1cS2kG2L+S2o3I4287TZR9OuHeu35Ri6PefZgvWUtk1tg/5chf1kTm2YK/218hljXfmuOAcp/WyDzeV387XO3Ob0pf6+WJdfY7JS6W9bKCcptjnH0ZuzfXsf1c+4co20jdSNlzrnEOyrn+cYfXPWN9e2nGdsnv62Od/YXLGmvjlzm7G+WVPfjP5AnnXFNlOefaaVT1VfVtpcMbaRlRRrayDGdjlfabbZbMfteGySjpHaqfHb7dg2qHaf/T4UZ9uhPOOKBXNqq/nHZk3fimu/wX1nXm2VS21b5iyZ247zIx5Tk1f70pfaMMf2GVPbKsXaUlx1WYl+mcpoxCahszC2wDxGDefHgKWdYjMqn7YJmIAJmIAJmIAJmMAMEthsBs/ZpzzDBDQB1OlXK19SvapbV1wfkgGBkQvDLDj/7RfHH99FvfsS+MO7KNnUJfH7dxedT3v+uy8F6XfvuRR+R/9379kZv230G9rfvOfSkM6jPe89l8F5Z18Gv07tgl+d3dau+OXZRb+g/cV7L4tfnH1Z/Jy26HL42XuLfkr70/fuhtT7dsNPUpfHj983rx+9b3dU/ZD+D99/BfzgfZQs9f3374Gqc+mf+/4r4nvSB2hTV8J3P1B0zgeuDOk7tN/54FXwnQ9QtN9OXRXf+mBbV8M3P1j0DdpvfOjq+PqAroGvfajoq7Rf/fA18dUPXRNfoS26Fr784aIv0X7pw9dG1Rfpf/Ej18EXGn2e9vMfuS6qPkf/cx/dE5/9CCWbuh4+89GiT9N++qN74VPSx2Svj0997Pr4ZOoG+MTH5vXxj+2N1Mf3xsfof+zj++CjA7ohPvLxog/TfvgTN8KHPk7Jpm6MD36i6AO0H/jEvkh9cl+8n/77P3kTvK/Re2nf+8mboups+md/aj+855OULPXuT90MRfvjXZ8qeiftOz99c7zz00XvoP+OTx+Atzd6G+3bPn0LpD5zC7yV/ls/cyDeMqCD8ObPFL2J9k2fPRhvHNAt8YbPFr2e9vWfOwSv/+wheB1t0a3w2s8VvYb2NZ87FFWvpv/qz98ar2r0StpXfv4wVL2C/iu+cDhe/nlKNnUEXvYF6TZ46ReKXkL7ki8cidQXj8SLU0fhRV+c1wu/eDRSXzoa/0P/f750DP67pRd86baoej7953/5dnjelyjZ1O3x3C8XPYf2OV++A6Rnf+UOeDb9Z3/ljnhWo2fSPvMrx6LqGV85Ds/46nF4Ou3Tv3o8pKfRFp2Ap3616Cm0T/nanfCUr94JT6YtujOe9LWiJ9I+8Wt3Qerrd8ET6D/h6yfi8S3919fviqrH0X/cN+6Gxw7oJDzmG0WPpn30N06GdNY3T8ZZ9M/65t1xZqNH0T7qm/8P0iNpU9+6Bx7R6AzaM751T1Q9/FunQHoY7cO+fS9ID6UtujdO/3bRQ2gf8u37IPWd++DBqfviQd+Z1wO/cypS55yK0+ifds798ICW7n/O/VF1P/r3O+cBOFX6Lm3qNNz3u0X3ob3Pdx8I6d7feyDuTf/e33sQ7pV6ME75XlsPwT2/R537ENyD9h7nng7p/9EWPRR3P7foZNqTv/8wnHzuw3ASbdHDcbfvF92V9q7fPwOpH5yBE+mf+INH4C4t3fkHj0TVnejf6YePwgk/oGRTZ+L4HxYdR3vcD8+CdOyPzsKx9I/90aNxx0Z3oL3Djx4D6fa0t//RY3H7Hz8Wt6O93Y8fh9sO6L9wzI+LjqY9+iePx9E/fjyOoi16Ao78SdFtaG/zkyci9dMn4ojUk3D4T4sOoz3sp09G1a3p3/pnT8GhP6VkqVv97KmoOoT+IT97Gm4p/Zw29XQc/HPpGTjo5/M68BfPxIE/p2hvkXoWDvhFW8/GzX9RtD/t/r98DqSb0RY9F/v9suimtDf91fNw018+DzehLXo+9v1V0Y1pb/yrFyD16xfgRvRv9Ov/xg0b7UO7z6//B1V709/7vBfiBr+mZFMvwvXPK9qLdq/zXozrSb+p9iXY8zfSS3Hd38zrOr95GVK/fRmuTf/av305rjWgV+Cavy26Bu01fvdKXP23lGzqVbja74quSnvV370aqfNfjavQv8r5r8GVG12J9krnvxZVV6R/xd+/DnucT8lSV/j961G1++/fAOnytJf/wxtRtRv93f7wJlyu0WVpL/uHNyP1xzdjV/q7/vEt2GVAb8Vl/lh0adpL/+lt2HlAb8el/lR0SdpL/ukdkC7x53dA+o8PPxVlaBaICHQXRTSGq1K+6yvWlvKqVyvfMoFxI1CvT9m2Rs1X9DoIBE+BYinzlUtwzkLlPOUS+APnJ3WuIqt5SmrEXOW3nKv8lnOU3zTqz1fec5kF5yx1viL7i2bO8vONzFl+wnlLma9o3nL5/pzlR5y7/IjzlNT7d8cP6eechXOVHzSq8xXZczc4ZynzFc1ZpJyv1DkL7bcH5itX5fylzFc0b6lzlsF5S5mvaN7SnrNo7tKds3yZc5Yvf/ja+FKjL9J+kfOULwzouoNzFs5XPkd9VvOVtNcbmrNo3iJ9Kucu12/mLNXeoD93+TjnMB/nnEVzl4/RFs3PXT7COczAvKXOXXLOciPOWaQb0xZ9oJm7lDnLvii2PXdpz1v2w9mcs+TchXOW9/TnLDcbnLt8en+05y7vyHnLzbHBuYvmLwPzlgNR5y2y/bnLZw5uzV9uOTh34bxlUXOXzx+K7tzlVaPmLpq3SDlvORwvz3nLETl/eSn9l3LeIvXnL5q3cB7z4ta85UXpH13mLpq3SJy3DM5fbjs0d3k+5y45h+nMXcoc5g45d8n5S2fu8qyvaB5zLObnLsci5y85dzkOdQ5T5i7Hc+4inUBb9JRmDvPk/vzlTpzL3HlwDsO5i+YwT6AtOrE/h/kvzmX+i/OWqu4c5jGcyzyG85aqOocpc5elzmHu2Z+7lDnMKTl/efi3T8GKzmE0f5E0f/lOex5z/6E5TM5jcv7yAJzKecuoOcx9huYwD8q5zCmtecw96d9T8xfpXM5lNJ/pz2FO5xxGKvMYzWdObuYyJ/XnMg/vz2PuxnlLzmFo6xzmxNYc5i4/eOTQHOZOP3gUci7zw0fhhB+e2Z/DlLnMWTmHyXlMM4dpz2PuyLmL5jDS7enfnvMX6XYj5jLHcE5zDOcvVXUuc1R/HvN4zmmeMDiX4fxFc5kyj3ki5zNP2vhchnOYQxvdivOXqkPoH6J5jKR5TNqno8xlns65jPQM2mdwHtMo5zHPhOYzg3OZZ5W5zC+fjUXNZX75vJzLaE5zk189j3Oa5/fnMprT3Jjzl6r+XOZX8/OZG3L+MjCX4TxmbynnMZrTlHmM5jN1LqP5zF5DcxnNZ17Smc+8NOcz1865DOc0mte05jPXpH9NzmOqrkH/GprHtOY0dT4je1XOYaQ6l9F8RipzmuG5zBU5l7ki5zF7pF7fn8uUOc0bcj7TndPslvOZN2I3zmMu12gxc5o6n5Fd1JyGc5n2nOZiP3wVcqjGVURwjc4SG/zXdZ3GrpqACZiACZiACZiACZjATBHwjU7dp9v1mSHQ/mCgfdLteNsf/otOPeSjxwzV7sO+CZiACZiACZiACZjAKhPI8RdHY/qWc2dX+otO7XGc/Nqk+tXWuK0JrBeBUdfihmLKtaWbnFTnrGTgFPQS6cdVGci6kgS8MgETMAETMAETMIH1JJBjtNFzml5vDj3OdepYT36VDlm+bFuLjbW3sW8CJmACJmACM0HAJ2kCJjB1BHyj09Q9pT6hNoFRk7t2vu2rraSYbFWdTGLoezX6pg0VzFDwYgImYAImYAImYAJTRGDsTyXHX8ERmjR4tMFqHct1LVNLKtp+SRu4sQmsAoF6Hcp2pd0pBr4a0Fki9GqgWDopV03ABEzABEzABEzABNabQI7RAhHU0LFE3uiksMZ6XdW4rGUCm0rA25uACZiACZiACZjApBHwjU6T9oz5eFeFgCaKtePqy7bV/YZ0bY/egpl+EzsmYAJTR8AnZAImYAImsN4EOAYro7B0Bo5GkTqOU2JjvvKD7VWEAAAQAElEQVRqZ5nAehNoX4vV79r2MSpXVV4P7awi+WqQM5hwzQRMwARMwARMYLEE3M4EVo+Ahmp8c1njueGdNH/pqVfscL5E6rbVKtr2VbdMwARMwARMwARMwARMYNoI+EanaXtGx+J8JvMg2hPA6rct55SjTywAFngxARMwARMwARMwARNYQwI5AOMqqO5uOXDTOK4tNVFd1jKBSSHQvWZVX0jozEr0yoiMRTcFLyawcgTckwmYgAmYgAmYwLIJcJgGjtci0sHgUv6i00JjP8Vr+7ZfY7YmYAImYAImYAImsLIE3JsJjBcB3+g0Xs+Hj2YdCLQngvIlHYZsW8Nfg+7p+zbg52gpbWOZgAmYgAmYgAmYgAmsEYHWt5/Tbe1WdY3jFOpaxaQal79qcscmsIoE6jUsWzQ3sLf51wE9loGkKyZgAiZgAiZgAiZgAutPIMdofI+ZbzCnO3BETZw5hTXek7VMwATGlIAPywRMwARMwARMYE0J+EanNcXtnU0KgfbEUb4EdL9ZE4xQwQwFLyZgAiZgAksi4MYmYAImsEkEcvwVZTzW6ShY1/hNoou2lS8pbpnApBBY6JpVvAp8NaCzROjVQLF0Uq6agAmYgAmYgAmYwJoR8I4WIJBjtOAoTuq2iQzMj/Wy6pUJmIAJmIAJmIAJmIAJmAAJ+EYnQnCZLQKaHHbPuB2rvqw033b4ezWZY5gl3RVcuSsTMAETMAETMAETMIENEcgBWC//wma3mVIax1V187WufPVlu3XFLBMYFwL1+pStGjw2XfndiGIUy2DGNRMwgTEi4EMxARMwAROYVQI5RitzmnRbHHq9uf4XNhTu9diukeqSYrKWCZiACZiACZiACZjARBDwQa4gAd/otIIw3dV4Exg18WvH5Es6i2qrX+rlWzSKDYhhloGQKyZgAiZgAiZgAiZgAqtMIAdggYgY3hE/AOgGy3iuGx1dX0rb0T04unIE3FObwELXZokPvhZUCwQ3p1jouJiACZiACZiACZiACYwTgRyjBSKooeOKoUgNaOwn1bqtCZiACUwHAZ+FCZiACZiACSyegG90Wjwrt5x5AkPfq8m/IKDP0aSZx2MAJmACJmACa0/AezSBWSaQQ7PmW80dDplqxfwhQAuG3YkjMOr6rTFZqZzU4JWvWsnRYyltvDYBEzABEzABEzABExgbAjlGGz2ngd555pvOGs9J4EFXS9fFBEzABEzABEzABEzABGaagG90mumn3ye/IQLtiWPxu9+iCeQjgKDgZewI+IBMwARMwARMwASmmECOvwLlMXiewarGb1WsZlE9Ha9MYCoJ6MofPLEIxSiWwYxrJmACJjBdBHw2JmACJjCRBHKMFoighk4ghiIOmIAJmIAJmIAJmIAJmMCsE6jn7xudKgnbmSKw2A+51E4qcPIrNsVtrxlmaUfsm4AJmIAJmIAJmIAJrDaBHIBpJQ3ubDgyn69ju2rnM/ZMYDwILOfaLNsMX/k9KNbTHwQYj5PzUZiACZiACZiACZiACcwT0FCN47UylpsPF48juV42KNUF1t1tu/UFNnPYBEzABExgOgn4rEzABExgZgj4RqeZeap9ol0CC036FooDC3yLhmEWeDEBEzABEzABE5hEAj7miSWQAzCuguqcxHCk06BVrWO/alspuyYw1gR0zVaVAx288lWLnMME0sCLCZiACZiACZiACZjAWBHgMA0cqEWkg8GlxOp4T3Yw79rSCXgLEzABEzABEzABEzCBaSHgG52m5Zn0eawBge43aHr6vg30xRppDQ7AuzCBtSfgPZqACZiACZjAuBLIoRnHYxyIpds6zm5dqfYHA21fOcsEJonAwtfv4JWvWmlLj2WSztHHagImYAImsA4EvEsTMIG1J5BjtNFzmoX+JGcZ3639oXqPJmACJmACJmACJmACJjBOBHyj0yY8G9501giUb9HMn3Xo+zbQF26k+bg9EzABEzABEzABEzCBVScQ2kOgPOTPK+ZdeyYwQwSGr/wIxSiWGQKxKqfqTk3ABEzABEzABExgxQnkGC1GzmnAKLyYgAmYgAmYgAmsOQHv0ARMYDII+EanyXiefJSrSGDx34LJr9gMHwnDLMNxR0zABEzABEzABExgNgisz1nmAKyXf2GzewBKLX6M193adROYVAK68gePXa+Q/GsAw6nBhq6ZgAmYgAmYgAmYgAmsPYEco2nEJnV3n8lu0HUTWG8C3r8JmIAJmIAJmIAJjAUB3+g0Fk+DD2LcCZQPymL0YTLMMjrnqAmYgAnACEzABEzABFaFQA7AAhEx1H2NaAxXNdTIAROYOgL1yi8nplogWKFY6LiYgAmYgAmYgAmsKgF3bgJLJJBjtEAENbRpDEUcMAETMAETMAETMAETMAETKAR8o1Ph4PV6ERjT/eoDseFD636LRt+0oRjuUcPtHTEBEzABEzABEzABE1g1Ajn+0liM6uwkU52YqyYw/QQGr3zVyryGHsv0n7/PcOwJ+ABNwARMwARMwAQGCeQYjfMZvrmc7kB2ODKQdsUETMAETMAETMAExpWAj8sE1oCAb3RaA8jexbQQ6H6LJpCPAIKCFxMwARMwARMwARMwgbUjkOOvQHkM7jYGqxNR80GawKYTGL7yIxSjWDa9f/dgAiZgAiZgAiZgAiawogRyjBaIoIY6jqGIAyZgAtNBwGdhAiZgAiZgAiaw6QR8o9OmM3QPM0NggW/RMMwyMxR8oiZgAiawDgS8SxMwARMYJpADMK2kwfRwZDDvmglMJ4HhK78HxSiW6Txnn5UJmIAJmIAJmMCUEZit08kxGkdsvXQ65z4q1mniqgmYgAmYgAmYgAmYgAnMKAHf6DSjT7xPezkEFvgWDcMsy+lwhbZxNyZgAiZgAiZgAiYwgwRyAMZVUJ3TH450GrhqAlNJYPDKVy0QPFOKhY6LCZjAxBPwCZiACZiACUwVgRyjBSJixGmNio1o5pAJmIAJmIAJmIAJmMAUEvApbYyAb3TaGCHnTaBPoPstmh7ywfDIL930t7NjAiZgAiZgAiZgAiaw4gQ4BoNGYxyIpdvaQbfeStmdZgIzf26DV75qPb4+9DrhS2Xm6RiACZiACZiACZiACYwdAQ3YOFDTmC3dgQMcjgykXTEBEzCBWSbgczcBEzABE5h5Ar7RaeYvAQNYPIHut2gC+Qhg5Jdu4MUETMAETMAExoeAj8QEpo4Ax2BANA8MLDFQc8UEZoXA8JUfoRjFMisUfJ4mYAImYAImYAImMDEEcowWI+c0YBTLXLyZCZiACZiACZiACZiACUw7Ad/oNO3PsM9vBQks8C0ahllWcD/uah0IeJcmYAImYAImYAKTRiAHYPn3NYeOPFNDUQdMYNoJDF/5eoX4LzpN+/Pu8zMBE1giATc3ARMwgfEhkMM3jdik7mFlsht03QRMwARMwARMwARMwARMgAQWcaMTW7mYgAmQQFAjCsMsIxIOmYAJmIAJmIAJmIAJrBqBHIAFImJoF8ORoSYOmMAUEhi88lULBM+TYqGziOImJmACJmACJmACJmACa0Ygx2iBCGpopzEUccAETMAETMAEVo6AezIBEzCBySbgG50m+/nz0a8pge63aPRNG4rhHrWmh+KdmYAJmIAJmIAJrD0B73G8COT4S2MxqnNkmerEXDWB6ScweOWr1suJCj2W6T9/n6EJmIAJmIAJmIAJTBiBHKNxPsMxW7oDhz8cGUi7sroE3LsJmIAJmIAJmIAJmMBYE/CNTmP99PjgxotA91s0gXwEEBS8mMCME/Dpm4AJmIAJmMCaEsjxV6A8Bvccg1XXTGBGCAxf+RGKUSwzAsGnaQImYAImsAYEvAsTMIEVIpBjtEAENdRlDEUcMAETMAETMAETMAETMAETKAR8o1PhsNpr9z8VBBb4Fg3DLFNxhj4JEzABEzABEzABE5gYAjkA00oaPOrhyGDeNROYTgLDV34PilEs03nOY3lWPigTMAETMAETMAETWByBHKNxxNZLp7PNqFiniasmYAImYAImYALrScD7NgETWEcCvtFpHeF715NGYIFv0TDMMmkn4+M1ARMwARMwARMwgXUgsIK7zAEYV0F1uh2OdBq4agJTSWDwylctEDxTioWOiwmYgAmYgAmYgAmYwDgRyDFaICJGHNWo2IhmDpnA2BLwgZmACZiACZiACZjA6hHwjU6rx9Y9Tx2B7rdoesgHwyO/dDN15+8TMgETWHUC3oEJmIAJmMDiCXAMBo3GOBBLt7Vlt95K2TWBKSYweOWr1uPrQ68TvlSm+Lx9aiZgAiZgAiYwgQR8yCYgAhqwcaCmMVu6ivU1HOmn7JiACZiACZiACZiACZjAjBPwjU4zfgFM0umv/7F2v0UTyEcAI790Ay8mYAImYAImYAImYAKrRoBjMCCaBwaWGKi5YgKzQmD4yo9QjGKZFQo+z+kg4LMwARMwARMwgZkgkGO0GDmnAaPwYgImYAImYAImYAJTTsCnZwLLJeAbnZZLztvNIIEFvkXDMMsM8vApm4AJmIAJmIAJmMA6EsgBWP59zaGDyNRQdGoCPhETWIDA8JWvV4j/otMCuBw2ARMwARMwARMwgfUmkMM3jdik7sFksht03QRMYLYI+GxNwARMwARMwAQWIOAbnRYA47AJDBOI4ZAiDLPIs0zABEzABNadgA/ABExgZgjkACwQEUOnPBwZauKACUwhgcErX7VA8DwpFjouJmACJmACJmACJjBFBKbgVHKMFoighk4nhiIOmIAJmIAJmIAJmIAJmIAJFAK+0alw8NoEFkGg+y0afdOGYrhHLaKD9W/iIzABEzABEzABEzCBaSGQ4y+NxajOOWWqE3PVBKafwOCVr1ovJyr0WKb//H2GJmACAwRcMQETMAETGH8COUbjfIZjtnQHjng4MpB2xQRMwARMwARMwARMwAREYEblG51m9In3aS+HQPdbNIF8BBAUvJiACZiACZiACZiACawdgRx/BcpjcLcxWHXNBIYITGdg+MqPUIximc5z9lmZgAmYgAmYgAmYwAQTyDFaIIIaOo0YijhgAiZgAiawdALewgRMwARMYDoJ+Ean6XxefVarQmCBb9EwzLIqe3SnJmACJmACJrAOBLxLE5gMAjkA00oaPOThyGDeNROYTgLDV34PilEs03nOPisTMAETMAETMAETmGACOUbjiK2XTudERsU6TTa96h5MwARMwARMwARMwARMYCIJ+EaniXzafNDrQ2CBb9EwzLI+h+S9rgMB79IETMAETMAETGAsCOQAjKugOgc0HOk0cNUEppLA4JWvWiB4phQLHRcTMAETMIElEXBjEzABE1hlAjlGC0TEiB2Nio1o5pAJmIAJmIAJmIAJmIAJzCCBlb3RaQYB+pRniUD3WzQ95IPhkV+6mSU0PlcTMAETMAETMAETWGsCHINBozEOxNJt7b9bb6XsmsAUExi88lXr8fWh1wlfKit/3u7RBEzABEzAy9Y+7gAAEABJREFUBEzABExg0whowMaBmsZs6Q70NhwZSLtiAiZgAiZgAmtFwPsxARMwgTEk4BudxvBJ8SGNK4Hut2gC+Qhg5Jdu4MUETMAETMAETGBWCfi814AAx2BANA8MLDFQc8UEZoXA8JUfoRjFMisUfJ4mYAImYAImYAImMDEEcowWI+c0YBReJoKAD9IETMAETMAETMAETGDtCfhGp7Vn7j1OLIEFvkXDMMvEnpUP3ATWgYB3aQImYAImYAKbTiAHYPn3NYf6ytRQ1AETmHYCw1e+XiH+i07T/rz7/EzABExgrAn44EzABDZEIIdvGrFJ3YaZ7AZdNwETMAETMAETMAETMAETIAHf6EQI41V8NONLIEYfGsMso3OOmoAJmIAJmIAJmIAJrA6BHIAFImKo/+HIUBMHTGAKCQxe+aoFgudJsdBxGTsCPiATMAETMAETMIGZJpBjtEAENQQihiIOmIAJmIAJmIAJTCoBH7cJmMBKE/CNTitN1P1NMYHut2j0TRuK4R41xSfuUzMBEzABEzABEzCBtSewsT3m+EtjMarTNlOdmKsmMP0EBq981Xo5UaHHMv3n7zM0ARMwARMwARMwgQkjkGM0zmc4Zkt34PCHIwNpV0xgmgj4XEzABEzABEzABExgiQR8o9MSgbn5LBPofosmkI8AgoIXEzABE1hDAt6VCZiACcw8gRx/BcpjkEYMVl0zgRkhMHzlRyhGscwIBJ+mCZiACZiACUwdAZ/QFBPIMVoggho6zRiKOGACJmACJmACJmACJmACJlAI+EanwsHr6SKwSmezwLdoGGZZpX26WxMwARMwARMwARMwgZEEcgCmlTTYYjgymHfNBKaTwPCV34NiFMt0nrPPygRgBCZgAiZgAiYwuQRyjMYRWy+dznmMinWauGoCJmACJmACJmACs0PAZ2oCAwR8o9MADldMYEMEFvgWDcMsG9rQORMwARMwARMwARMwgZUmkAMwroLq9D0c6TSYmapPdLYIDF75qgWCCCgWOi4mYAImYAImYAImYALjRCDHaIGIGHFUo2IjmjlkAiZgAknAKxMwARMwAROYLQK+0Wm2nm+f7SYR6H6Lpod8MDzySzebtC9vbAImYAImsOoEvAMTMIHJJsAxGDQa40As3dbZdOutlF0TmGICg1e+aj2+PvQ64Utlis/bp2YCJmACJmACJmACGyEwrmkN2DhQ05gt3YHjHI4MpF0xARMwARMwARMwARMwgRkm4BudZvjJ96kvlUD3WzSBfAQw8ks3mOzFR28CJmACJmACJmACY02AYzAgmgcGlhiouWICs0Jg+MqPUIximRUKPk8TMIGlE/AWJmACJmAC60Qgx2gxck4DRuHFBEzABEzABEzABEzABFaQwDR15RudpunZ9LmsMoEFvkXDMMsq79vdm4AJmIAJmIAJmIAJDBDIAVj+fc2BsCqZkmOZwKYTmKAehq98vUL8F50m6Cn0oZqACZiACZiACcwWgRy+acQmdU89k92g6yZgAiZgAqtHwD2bgAmYgAlMEAHf6DRBT5YPdb0JxOgDYJhldM5REzABEzABE5hqAj45E1hHAjkAC0TE0EEMR4aaOGACU0hg8MpXLRA8T4qFjosJmIAJmIAJmIAJmMA4EcgxWiCCGjquGIqsb8B7NwETMAETMAETMAETMIHxIeAbncbnufCRjD2B7rdo9E0biuEeNfaH7wNcewLeowmYgAmYgAmYwOoRyPGXxmJUZy+Z6sRcNYHpJzB45avWy4kKPZbpP3+foQmYgAmsIwHv2gRMwASWQyDHaJzPcMyW7kAfw5GBtCsmYAImYAImYAImYAImMMME1u1Gpxlm7lOfWALdb9EE8hFAUPBiAiZgAiZgAiZgAiawdgRy/BUoj8HdxmDVNROYEQLDV36EYhTLekLwvk3ABEzABEzABEzABEYQyDFaIIIaSsdQxAETMAETMAETGHcCPj4TMAETWCsCvtFprUh7P1NAYIFv0TDMMgXn51MwARMwARMwARNYBwLe5XIJ5ABMK2mwk+HIYN41E5hOAsNXfg+KUSzTec4+KxMwARMwARMwAROYYAI5RuOIrZdO50RGxTpNXJ00Aj5eEzABEzABEzABEzCBFSLgG51WCKS7mQUCC3yLhmGWWQDgczSBdSDgXZqACZiACZjAAgRyAMZVUJ0mw5FOA1dNYCoJDF75qgWCZ0qx0HExARMwARMwgTEm4EMzgRkkkGO0QESMOPlRsRHNHDIBEzABEzABEzABEzCBGSTgG50m+Un3sa8xge63aHrIB8Mjv3Szxkfn3ZmACZiACZiACZjATBHgGAwajXEglm7r5Lv1VsquCUwxgcErX7UeXx96nfClMsXnPSOn5tM0ARMwARMwAROYPgIasHGgpjFbugNnOBwZSLtiAiZgAiZgAiYwnQR8ViZgAosi4BudFoXJjUxABLrfognkI4CRX7qBFxMwARMwARMwARMwgVUjwDEYEPkIDC7d+mDWNROYVgLDV36EYhTLtJ61z8sETMAETMAETMAEJpZAjtFi5JwGjMKLCZjAEAEHTMAETMAETMAETEAEfKOTKFgmsCgCC3yLhmGWRfXgRiZgAiawDgS8SxMwAROYTgI5AMu/rzl0fpkaijpgAtNOYPjK1yvEf9Fp2p93n58JmIAJmIAJ9AnYmTQCOXzTiE3qHnwmu0HXTcAETMAETMAETMAETMAESMA3OhGCyywTWMq5x+jGDLOMzjlqAiZgAiZgAiZgAiawOgRyABaIiKH+hyNDTRwwgSkkMHjlqxYInifFQsfFBGacgE/fBEzABEzABMaMQI7RAhHU0KHFUMQBEzABEzABEzABEzCBxRBwm1kg4BudZuFZ9jmuEIHut2j0TRuK4R61QjtxNyZgAiZgAiZgAiZgAoshkOMvjcWoTvtMdWKuboSA01NAYPDKV62XExV6LFNwgj4FEzABEzABEzABE5guAjlG43yGY7Z0B85uODKQdsUETMAElkvA25mACZiACZjAFBDwjU5T8CT6FNaKQPdbNIF8BBAUvJiACZiACUwtAZ+YCZjAGBLI8VegPAaPLwarrpnAjBAYvvIjFKNYZgSCT9METMAETMAETMAENonAmm6cY7RABDW04xiKOGACJmACJmACJmACJmACJlAI+EanwsFrE1gEgQW+RcMwyyK2n9omPjETMAETMAETMAETWHsCOQDTShrc/XBkMO+aCUwngeErvwfFKJbpPGeflQmYwBoT8O5MwARMwARWkkCO0Thi66XT6XlUrNPEVRMwARMwARMwARMwARNYHQJj36tvdBr7p8gHOD4EFvgWDcMs43OYPhITMAETMAETMAETmAUCOQDjKqjO+Q5HOg1cNYFVIbDenQ5e+aoFggdFsdBxMQETMAETMAETMAETGCcCOUYLRMSIoxoVG9HMIRMwARMwgXUg4F2agAmYgAmsNwHf6LTez4D3P0EEut+i6SEfDI/80s0EnZkP1QRMwARMwARWnYB3YAIrTYBjMGg0xoFYuq3+u/VWyq4JTDGBwStftR5fH3qd8KUyxeftUzMBEzABEzABEzCBCSWgARsHahqzpTtwGsORgfQ4V3xsJmACJmACJmACJmACJrDKBHyj0yoDdvfTRKD7LZpAPgIY+aUbeDGBxRNwSxMwARMwARMwgSUS4BgMiOaBgSUGaq6YwKwQGL7yIxSjWGaFgs/TBEzABMadgI/PBEzABPoEcowWI+c0YBReTMAETMAETMAETMAETMAERhKYhBudRh64gyaw9gQW+BYNwyxrfzhjtMdXvvKVuP71rz+gAw44AN/61rdW9ChH7UexFd2JO5soAp/4xCcGrjtdh74m1u4pvPDCC/HQhz60/xzodX/OOees3QF4T+tKwK+/dcXvnYtADsDy72uqNqBMDURcMYFZIDB85esVMmF/0WlVniiNDzVO3FTts88+OOyww3D7298ej3/846HfhX/9619X5ZgX0+nf//53nHLKKf2xmM7vyCOPxPnnn7+Yzd3GBCaWgF57ut7b0ut8oRPSa0KvjXZ7vXb0Glpom5WK67ja+5Wv41+p/t2PCawFAV2zunbb0rW9Fvue+n3k8E0jNql7tpnsBl03ARMwARMwgWkh4PMwARMwgU0i4BudNgmfN54tAjH6dBlmGZ2b4ehf/vIXPOc5z8F6vvE/w/gn+tR/9KMf4ZnPfCbW4k3niQY1Bgf/+9//Ht/73vf6R3K5y10Ou+yyS79uZ/II/O1vf8Pzn/98nHvuuZN38DNxxD7JAQI5AAtExEBYleGIopYJTDuBwStftUDwpCkWOi6bSEA3eZ933nnQePWtb30rTjvtNOhG75NOOgnf//73oX87s4m7mKnNxdHj/pl6yn2yJmACGyBwwQUXQDcPfeELX9hAK6emjkCO0QIR1NDJxVDEgVki4HM1ARMwARMwARMwARPYEAHf6LQhOs6ZwACB7rdo9E0biuEeNdDUlSTw1a9+FfoAwG/4Jw6vNkJAN1g85SlPwbHHHjtw88xGNptP21tzAj/5yU+gD/vqjq95zWtip512qlXbCSIwNzeH97///dA33d/85jdDH+RO0OH7UGeVQI6/NBajOgwy1Ym5agLTT2DwyletjMPpsUz/+a/PGep36Ne//nWccMIJ+UUPfVC9PkcyOXv1uH9ynisfqQmMLYEpOjD9rv7iF7+I448/Hs9+9rPxz3/+c4rOzqeyUQI9teB8hm8up6tqX8ORfsqOCZiACZiACZiACZiACcw4Ad/oNCMXgE9zJQh0v0UTyEcAQcHLEAG96f/qV78a3/nOd4ZyDphAJaDrpN5g8YY3vME3WFQwE2C/9KUv4d///nce6WabbYa99947fa8mi4D+moL+EsUZZ5yBP/7xj5N18D7a2SaQ469AeQyiiMGqayYwIwSGr/wIxSiWGYGwbqepm4T1lzie9rSn4f/+7//W7Ti043GVx/3j+sz4uEzABNaLwG9+8xucfvrpuPe97w19kWi9jsP7XUcCOUYLRFBDhxFDEQdMwARMwARMwARMoE3AvgnMMgHf6DTLz77PfYkEFvgWDcMsS+xrdpr/4Q9/yH+D5H9hNzvP+VLPVNfIC17wAt9gsVRw69xe/1rwm9/8Zv8oLnGJS2CPPfbo1+1MDgF9KNt+LifnyH2kM08gB2BaSYM0hiP9vB0TmGICw1d+D4pRLFN84ss6NY1djjjiCBx99NGL1mGHHYYrXOEKuMhFLrLgPt/+9rfjta99rf+N3QhCHvePgOKQCZjATBPQl74+8pGPQDeCzjSIWT75HKNxxNZLp0NiVKzTxFUTMIENEXDOBEzABEzABExgign4RqcpfnJ9aitNYIFv0TDMstI7m6r+9Ce4/S/spuop9clMLYHFn5i+efrjH/+4v8GVr3xl6APDfsCOCZiACaw2gRyAcRVUZ1/DkU4DV01gKgkMXvmqBYJnSrHQcWkRuPzlL1Sdz3IAABAASURBVI8HPehBePjDH75onXXWWXjjG9+ID33oQ3jd616Ha13rWq0ei6sPq5Vrj5NKxmsTMAETMAETGCcCPpaxIJBjtEBEjDicUbERzRwyARMwARMwARMwARMwgRkk4BudZvBJ9ykvk0B+G7q9bY8RqgeM/NJNu+mM+3qzX//C7txzz51xEj79lSaw3377Qf8+ra073/nOK70b9zeCwHe/+12cf/75/cyee+6Jrbbaql+3M/0E/Pqb/ud47M+QYzCOwjgO43isc7CZ6sRcNYHpJzB45avWy4kKPZbpP/+1O8OIwJWudCX893//N4488sihHf/ud7/Dm9/85vz5NJRcwcB2220H/WXU9lhYf1Hq4he/+AruZUa78mmPNQGPQ8f66fHBmYAJLIVAjtE4n+GYLd2BbYcjA2lXTMAETMAETMAETMAENp2Ae5hYAr7RaWKfOh/42hPofosmkI8A+D43vGyYgP5NwXOf+1zo311tuKWzJmAC405AH5rqL7XV49x2221x7Wtfu1ZtTcAETGBtCHAMBkTzwMASAzVXVpqA+xtXAsNXfoRiFMu4HvUkH9fWW2+N+973viP/stNnP/tZ6IanST4/H7sJmIAJmIAJmMAqE8gxWoyc04BReDEBEzCBdSbg3ZuACZiACZjAuBLwjU7j+sz4uMaQwALfomGYZQyPd30P6SIXucjQAXz+85/H2972tqG4AyZgApNF4M9//jPOOeec/kHvuuuu0L9/6Qdm2/HZm4AJrBWBHID18i9sdneZqW7QdROYegLDV75eIfrLZ3yhTP3Zr9cJat5z7LHHYrPNBt9eOe+88/CTn/xkvQ7L+zUBEzABEzABE1h9Apu+hxy+acQmdbvLZDfougmYgAmYgAmYgAmYgAmYAAkMvhPHgIsJmMBCBGJ0gmGW0bkZjh511FHYa6+9BgjMzc3hFa94Bb73ve8NxF0xAROYLAL60O4Xv/hF/6CvdrWrQR/y9QN2TMAETGAtCOQALBARQ3sbjgw1ccAEppDA4JWvWiB4nhQLHZdVInDd614Xu+yyy0Dv//73v6F/9TsQdMUEZoqAT9YETMAETGCjBHKMFoighhrHUMQBEzABEzABEzABEzABExg/AutzRL7RaX24e68TSaD7LRp904ZiuEdN5Cmt4kHvtNNO+W8cZNu70b+we+ELX4gLLrigHbZvAiYwQQS+8Y1v4B//+Ef/iG9wgxvkm3L9gB0TMAETWAsCOf7SWIzq7C9TnZirJjBWBFblYAavfNV6OVGhx7Iqu3SnSWCHHXbAzjvvjO7y29/+thty3QRMwARMwARMwATmCeQYjfMZjtnSnc/QG44w6GICJmACJjBpBHy8JmACJmACq0LANzqtClZ3Op0Eut+iCeQjgKDgZYjANa5xDdz5zncein/yk5/Eu9/97qH4Wgbm5ubwrW99C0972tNw+9vfHvvttx+uf/3rp/bZZx8cdthheOhDH4oPfehD+Otf/7qWh7bBfem4f/zjH+N//ud/cLe73Q2HHnoo9t577zzuevwHH3ww7nSnO+EZz3gGvvnNb+L//u//NtjnYpN1389//vOz/y6zI488Eo9+9KPxuc99bqP7fOUrX9k/5kMOOQTtvw6k4/niF7848Jzo3M466yylBvSJT3yi34/aSOp7oNEiK7/5zW/wmte8JrmKofqqUl28lf/Vr36F8qHhIjtumnWPVbzOP//8JluMjkHHr+evzVe+Ynre1aa0Xp/1v/71L3z1q1/t7/ziF784rnrVq2ItF13Turb1+r3d7W6Hfffdt38dyFdMOb3Gdd1u6rGJuZ57XQO6Fup1Iau64spPyrWhfzt4wAEH9Jl1fx7/5S9/yde4zq9q1PXavabVVtfvQrz//ve/45RTTunvd1R7Pbf6GXLGGWcM/HzTzzn9vNPPZe1X7Rbaz6i4jkv7a0v9jGq7oViXnfob9bNpQ33UnK5NXaO6Vkf9HhLzxf5MrX3OnM3xV6A8Bs8+BquumcCMEBi+8iMUo1hmBMK6nObWW2898q9bLjSP6P5e0s/8Oi7UF0Le85734LjjjoPmJfpdc4tb3AKjfgeO+t3a7gsjlu6+9btZ/dSmGuf+7Gc/w3Oe8xxoTKWxlY5B0nFo3PP6178ef/7zn+smG7Tt/W3KuH+DO9lIUmzFRedQ1R0H/PSnP8254W1ve9s+d7XVWO/UU0/NeWGb00Z2udH0xsYBqzEf1fFrfqtrSf3X60vnqef5iCOOyOtMbRa6djd6Yk2Deh3VuaOuHe2nSlw1v1Fe81vxaDZdlNHzV/uqVtfaojZeoJGuaY3pjz/++P78oj0G/fjHPw7NhRbYfE3COsZ3vOMduPe97z0wVhYDMdbrU+eg+cuaHFBrJ4t5nf3tb3+Djl/HqTmujluqx66c2rS6HXIrg4X6OPvss6FrfWjDJQZ0Tera1Bxc+9JcRNeDjreqXsdLee+ly+nZz3720JGddtppA3Mmzd00DxlquEBAXzAUS10nOsZ6vLKqK668WC7QxbLC6k+/H8Sr/fzKr693/X7Rz4dl7WBaN8oxWiCCGjrHGIpMY8DnZAImYAImYAImYAImYALLIeAbnZZDzdvMKIEFvkXDMMuMMtnwaUcE9C/srnWtaw001BtGL37xi/GjH/1oIL4WFX1w8M53vjNvZDrxxBPxute9Lo+j/UbYhRdeiPPOOy/fzNabwHrT7TGPeQzW483CykTH/cY3vlHHnR84vOhFL4L+qo6+JS6etZ2s3tTSm2B6g/Oud70r9Ib1u971ro3efKRtR0n9f/CDH8TRRx+d+37pS18K9d9lppuVtJ/73Oc+uNWtbgUd71JvRhi1/9WM6Q023Whw0kkn4fDDD8+bw8RVDNv7VV1xvYEpnne5y13wla98ZVk3PLX7rb7ezH3KU56Sz5Xe6OzyFWvF9LzrOHW8eoOwbr+W9ne/+x3OPffc/i533313XOpSl+rXV9OprwNdX7q29frVm8+K1/3KV0w5vcZ13X7kIx9Z8nPla6MSXRsr3rrB8Y53vCP0M+T9738/2j/f9HNIdX3wpjf+DzrooLwxcdx/xoyip3PR+ekDRl2julb1+1Cv89pev4faP1N1vq961av81xAroGpzAKaVVIPFDkdK3GsTmG4Cw1d+D4pRLNN97ut7dhp/6APe7lFsscUW3dAG67///e+hm2rOPPPMHG/p94E2UN/1d6DGQH/6058UXnFpvnP66adDN/u84hWvgMZUOre6Ix2HxsRPfepToQ/LH/7wh0PHXPOTaHWDt85DN3Xpd7L+RXPlrvPRPOAzn/lM3gCkG7V0M02bidosRdp2reejmmvoOdN4QvNbXUua77bPU8elm/aVU5vlzoHbYzqNw+vcUddOm5O4an6jvNirreacGie1262Fr3N/yUtekjcOab6nf7WvmPat46lj0Ac+8IG45S1viTUek+kw8r0IXad63T32sY/F5z//+YGxshqJsV6fOoc6Z9QYU7n1lnjqtaN5nI5fx9ke+9ZjV07H/oEPfAC6ltrHXftQXu0W6uNRj3oUbnOb22BUH+3+FvK1H72XobG6rk3NwbUvXQe6Htrb1et4pd57afe9HF/P933ve1/oZ5UY6TrRMbb7Ul1x5XU96b2uTf05rp8xej9D/elnjXi1n1/59fWu3y8nn3wy1uv9jDaLsfFzjMYRWy+dzmGNinWauGoCJmACJmACJmACJmACM0pgym50mtFn0ae9RgQW+BYNwyxrdAyTt5uLXOQi+Wb99ttvP3Dwulniec973pp+aKs3Uu5+97tDb+ToTaqBA9pARW8A681ovcmlb1d333DbwKYrkvrOd74Dfav0yU9+cr6ZudROda6PfvSjoTdml/rNXL3ZfY973AMPe9jDhv7q0oaO449//CN0vPe73/3G9sMPvdmmN+P0bcOvf/3r6L5puaHz03Nyz3veE3pzUP1sqO3GcnojXd/Yf8Mb3gBdaxtrr+PU8Z544on41Kc+tbHmK57/4Q9/CL1+a8e6kXG77bar1VWzYl5fB7q+Frsj3SyiD2uW8lzpOfW1sVjCm95ONyvpBj99s1gfLi6mx//93//NGxMf+chHjtVf3dvYsetDBH34oL9YpZ/NG2tf8zrfZz3rWflXEvWhc43PvM0BGFdBdWAMRzoNXDWBqSQweOWrFgieKcVCZ8rK+JyOfpf94x//GDqgy13uckOxhQIap+sD+i9/+csLNcn4TW96U/zHf/xH+iu50rjy2GOPhW4Q13hzY31r3KobCTSW1nh2Y+3HMf/zn/8cGtPrPBZzzhojasyim8207VLPaT3mo3puNNfQX1nRDRyLPWY9v5oD65rQX09azBxYrwPx0ZhOc4bF7kvtNGbXnFPSzWeKrYX0unvIQx6CF7zgBYt6b6KOyTRH1lx5tY9R3PUehN6L0HWq52Ux+9T1rDmjnj/dxKXnZjHbrUYbPZ8PfvCDoWtDr6GN7UPtH/GIR+QNZTp/tVdsKX1ovqh5wmtf+9qhG6bU30JqzzmXMlav/Wmb5b73UvtYjtVrW3z1fH/2s59d9Hsbup70Oj/hhBOgL50sZ9+am+j3wKS8n7Gcc1z1bXKMFoiIEbsaFRvRzCETMAETMAETmHoCPkETMAETGCaw2XDIERMwgdEEep1wD/lgeOSXbjqtZ7l63eteF/orHV0G+hd2H/7wh7vhVal/4QtfgL41pjeulrsDvSmnN630jb61eqPw29/+Nu5///tjsR/+YwPLpz/96XxzcbHHrjfF9a8s2v+mbAPdj0zpm4L6wEZvILcb6Ma3XXbZBdLOO++MzTffvJ2G/v3HZS5zmcyrjaSb5gYabUJFNxs84AEPyL86pTeBl9OVttObgupH/S2nj+9+97vQG+u//OUvl7y53uzVTXt6npa88SZsoNeSzl1dbLnllvkn9eWvpvTBm/7Kz3JfBzpePVfPfOYzN/qXzfRc6jnVt3i13XLOS9tpf+pH/S2nj9W8NvS8XfrSl+6/vro3qm222Wa45CUv2c/r9ae64ss5lw1t8+9//xu66VXfgha3DbUdldM3/5/73Ocu6ibBUduvZUwfAuhmW/1cXO5+9aHhve51Lyzqd9lydzJJ23EMBo3GOBBLt3Xs3XorZdcEppjA4JWvWvmQmB7LFJ/4up/aT37yE+jnfPtA9Hvzile8Yju0oK/fh7qhdWO/I/7zP/8T+ks7C3a0zITGWhqza3y51C40jtW2+oB/1LbrPe4fdUyK6SYVfRGk/ZdKFde8RPMTjX+6YyTlJW2jL3R0n3PlFpLG0Gs9H/31r38N3eyh52ih49pYXNeEbj766Ec/usGm+lmjm0qWO6arnev9Ae2vO3+s+ZW0+itCunlG8+Sl9qu/Cqx5uhgvddvFtte8Xe896D0IvRex2O3a7XQji/71mv7Kjvpr59bC1/Oo51N/FW0p+9O8QMet181y+9C5v/CFL8TXvva1Re16rd66fHLWAAAQAElEQVR70e8Gza30M0Ya9T6HftYrV6W5m+Zwo05EfPSvtPUXs3TOo9psLKYvMumLGGKwsbbtvP5yk+YmmqO044vx9bNF72csdZ+L6Xvi2uQYje8wj5jTaK4zcefjA14fAt6rCZiACZiACZiACcwgAd/oNINPuk95uQSis2EgHwGM/NINvFQCEYE73OEOuPKVr1xDafXm1fOf/3ws59uw2cEiV3rjRN8I1J/o7m6y44474phjjskbgM4++2y8733vg/5Ng76FevnLX77bPL8Zp3+7pzdx9WbuUIMVDOjDAr3x0z1uvTF2hStcATpGHauOWdK/jdNfodH56LxGHYr+XdJiPiDXG7YLvSmum5D0J8mf+MQnQvvUvnUc+nduF73oRYd2qw9s9O3C9hurOsZ3vOMdkF7+8pdDb9y1N7z2ta8NfetY+SrdNNJus1xfbwTqw5hR35bXBxs3vOENoTcK3/rWt+b1IKu64sp396t+1J/67eY2VNcbe7rxpv3Bg543feNab+qKq6TXiP5svrh3+9O1oX+dsNw3NLv9bayuY9ab+rWdPgQa9Tqp+ZWwev3qdaB9d/sTL11Lur7q61e89K8vRn0w9fa3vx0beu3qOdRzqee0uy8997oGdC3omtBzI6u64sp3t1E/6k/9dnMbqutcV/Pa0Ieu+hCqvrYOOOCAgcPZYYcd8LSnPS1fn7WNPiTQG+4DDVegor8a0b6pTD/f9FfCxFV8K2f9G52FrrX3vve90HWyAoezal3oZ6rOQX/JobuTUdexvhGtn/GjzlkfRIiP+uz2NXN1jsGAaB4YWGKg5ooJzAqB4Ss/QjGKZVYorPV5ak6g31f61z3tfV/iEpfAbrvt1g4t6OtfxulLILXB1a9+dWisrfGNfh/qX1ZpLrX33ntj1O+Gut1yrOZiGndo/FG314fw+sKDxvg6Nx3H05/+dOy7775DX1DQNvqQW+Ms+V1prFbHE2s97u8eS7uuG0j0b55qTFx1M4huenn3u9+d46CPf/zj+cWI/fffHxqj1Lay+p2uMapullF9Q9I4Za3no5p7Pec5z0H7HHWMGrNq7Kq5nsYben4l+brpRxzUri39tRjNgTX3aMfbvm4m0V8O0hy/Hde1pHmibkzXdaR9yWr8vtAcR39ZRvPWdj+r4euGNT03tW89x3qN6Xmt89wNzS3E9nGPe9yq/HVR/VzRvEXcu0x1nPoZobGlnrfKVK9RzdO780Ztr58j6k/91vNdC6vnWe8H1H1pjqa5mrjquMVZvHU+tU21uu70M+NJT3pS/qu+Gtc11f75pHMTi1133bU26Vv9XH7LW96Cjc2X1/K9F82pNLeqPxf1+ugfcOPo50XNy2rupjlck+4bvc7FWF/+6AcbZ9R1Ilb190nTrG/0+n70ox+NpcwxPvaxjw38tec6r6nPr55j+XrO9dz3d9Y42udLX/rSRf01tWaT6TQ5RouRcxowCi8mYAImYAImYAImYAImYAIjCfhGp5FYZjrok1+QQH7FZjjLMMtw3JEBAnozR9967b7pdt555+WfidcbNAMbrFBFbzzrDWu9gdLuUm/66M+/601sfcPwxje+cf4Fk4tf/OK4xjWuAf07An34rjcud9ppp/amebOTbkTRtwsHEitY0RuQekNOHxq0u9Wx6Hz0hqaOUceqY5Z0s9DNb37z/DdzekNJf05fb2S3t9cbffqT9+1Y19ebgHqTWm/ctnNipjdO9Wbk4x//eBx44IF5g5L2rePQv2PSBxyHHnpoe7P09ef2ddNHVtZxJa66Maj9Zms9HL25+rrXvQ56E15vuutfjejcZFVXXHm1q9tUq/70ZqX6r7GNWX2YpG//q52eJz1fet5OO+007LXXXtC+Jb3ZftZZZ+FNb3oTrnnNa6r5gHQd1n4GEqtQ0U1Z+lCndn2Vq1wFF7vYxWp1xa2+uSzu3deveN3pTneCrqvu61e89OateIlj+6D0Jr+ew1Hfvtdz52ujTWttfP1FMn2Iob3tscce0Jv4L3vZy6DXnF57eg3I6ue1fiY/6EEPyr/4pvZV+rmm146ewxobJ6vz08/t7s9UXce6CXjU7yGx0M94nbO27d5Eqr70c1ivkXE61zU/lhyA9fQ3nYZ2namhqAMmMO0Ehq98vULyrwEMp6Ydxpqdn/7SjT6I7u5wzz33hG4K78Y3Vj/yyCOhm3A01tYH+vo9qA+J9TvyzDPPHHmj0cb63EAemo/pQ3610QfRuklbv5tOOumknBfpd7GOY7/99oP+6pR+T+uvjKh9W/pLPN0xWzs/br7mifWY9Fey9GG7bmjaYostahgRAX3BRF8m0Y1B3bnsN7/5zQ3eRK+OtB/9Lu+y0dxK4xux7o5nNbeq44Dlzkf15RbdtKVjqNLzpudP4+vb3OY20HhDz68kX+MSjT1Gjbd+8IMf4Etf+lLtasBq/qi5q8ZkNaHzO/744/G2t70Nmifq5ipdR9qXrObfC81xNGbXOH+pXxao+16OFRvdVKObMjSf1dxax9qeW+j66PateaBuHunGN7WuOZ7ecxCLdl+6EU1/DVU3Ier60fOm4xRTvUY1PtR8XfN2PQd1W/Wj/to3VNbcatrzzz8/u9exaHyvLyhoriauOm5xFm+x11/wVbvcoFnppjdto6rGzpoz65pq/3zSz0ix0I1c6ktt29JfqNbPuXas7WsOoet3Pd57aR/Hcnz9W0k9391tdZ3oPZ3udSJW+n3y6le/Ov/aW/dnmuYYmi+LSbfPDdX1vOk5qD/P6vOr51i+nvNR83P1qedH+5U/s8oxWi/nNOkOgBiODKRdMQETMAETMAETMIHFE3BLE5g6Ar7RaeqeUp/Q6hGI0V0zzDI65+gAAb3BoW/0DgRZ+dCHPoSN3XzDZssq+tBBb0C3N9abOXrzVv8yTP9KoZ1r+3qz5pBDDskbsfTGZzunD671Ztxqfcisb9HVN/TqfnXc+maf3sCM2PBVp7b61wgnnnhi3bxv9Qbeho5b32rtfiNQLNSfvm2pm9b6nXUc8dSHI3pjtZ0SL70BpzfB2/G19vXvwPQGW3e/Bx10EPSmtj7I6ObadeXVTu3bcfl6U0/9y1+K9Fw99rGPzX+tKH+hbfWv/NSu+4GZPjT5+te/vtBmKxo/55xzoBu0aqd6TesN51pfaat/o9K9QU6M9Do49dRToQ/jFtrnpS51KTz5yU+G/jpQu43+Go5+5rRj8vXc+doQifWRriV9qHulK11pwQPQzyF9AHfCCScMtdEb5PogcSgxBgF9yNj9dx31OtbvIv3cXOgwdc77778/dCOlPphot9MHa/oWdTs2c37+Koz8ILp77tENLKvujUxg0ggMXvmqBYInQbHQcVlBArpx4J3vfCd0s4bGuu2u9bNd856ljpN0k/b973//oZt61XdEYKF/XaT8pkpjfN0Ac8QRRwz99aJ237rpX+esc2zHdTO8boZpxybB1xdFdBOTvlCy0PH+f/a+A0CCosz6fQYEE5gDoGBERcBIBkEQEBEDqKDkLCZACQbEAMYznuk3nuHMEUFAQEVRzFnMIiqHCfT0BAHd/72vume7e2Z3Z/PuzOupV1+qru5+07NbX091T0Rgjz32gMbi+h/ebKdzYNAk+rrNcuWjegprc+KRzh099UbvX71vg6TGHhpvHXbYYa2wznc9iXNQPqcxmCZWNVfQxCb9pFWXr2Yb6cpxNDmnO8752c9+hqU6n5TjvfnNb8Z03Ci3OPXUU6GJiNrvJj7ykY9AP4XY9M1HV66uaw3dvyv6+6DJSg960IMQMfUfdX2Wlbcrf9f7We+L+tNEN71ftW+ppHhTDtf9u1FvX/u51157DbyxR20U19NOdUxTnVPKDfVzlIPyv1//+tfqZiCW89rLwB0a0qmJgJqwdO2117bWqM8T8RAx+DwRn5rsqJ+rk97sQPmFOGn6ptO1viapzXR9TZ8hnQPd6xm6vqDrDNNtY+Rj+TZFfq6j72D7PX1N7DADZsAMmAEzYAbMgBlYMAbc0epiwBOdVtf75b1dVga6d9FUd9vQPUEs666tko1HBDTxRj+70NxlXTTV5BH9bELTP19dE0B0J2i3H31JrrvNIoa7YKCn1uiiZvfitx7PL3T7XwhbF6a7dx1uv/320CSnYfuPCGiilu6ia66ji1a6eNr01bru3NOTUZoXxRXTHeUHH3wwmnc4yz8IaqMLkPq5jmZcdwDrC5Cmbyl1HZsmW+lCWnO7ugB44oknQj/X1fRPpaudLgjqAmKzjfpV/9pO0z+TrguMmjgVMfP5uP7662PQXardLxZm2uZc4vpSQ3cW1+vq83Cve92rNhdc6kK8Jo/p70Ozc31+dTdwxMx8rb322jjyyCP7vizUkxf+8pe/9LrVe6b3Tu9hz0nF5wZJWIKiL2P0pYTOqZk2FxHQF7C6UN5sqwls9dMomv7l1vW3VhPoul9A6MvDYc9jHcOGG24IfTnZ/GJHnw19saYvOdRmLJHjL47HOBBLtUFC126ErC4sA+5tRTHQPvNl6X+cn+i0MG+SuNT4QTcF6CfB9Hdckwn0t767hd122w2bbLJJ1z2trS+LNTlKY81pGy5SUOP3YfdZ7bbccsvWnuh/3VJNTGlteB6GJtccc8wxQ+cBysV22WWX1hY1Bhk0iV6NljMf1c+yaR9qaOzUzcPrWFdGlPGWnhbUjKnPQZNk9NOL+mw02z7wgQ/sG4M3401dk52e8IQnNF246qqrsBQ5jsahelKanizU2oEBhsZhejqVcoRmWJOcdING0zcf/aKLLkL3OoPOVe3nsE/TVU6un0TbdtttW7uiv1+aLN9yLrKhcayewKR9mm5T+tun6xeD2ug4NAEvYvocUPmf2jb70Jh5ur9Ny3XtpbmPc9G/973voTtBSJOINJlo2PNET7Pr8qXzWefgsPuk/4X77rtvTtKZaR1dz1Au1223FJ/17jZXlK0Bm57nNCCnyTHcitpZ74wZMANjzoAP3wyYATNgBszAimLAE51W1NvhnVnZDHQvqATyFcAM11rgZZIBXUgcNPFAk3p0d+FC/oSdLlh1767VxdphLpBN7nHR9PMBuoBTrFLrYv6ZZ54JTQApnoWp9SWKLizpglzdo7740EW/mS4O1u1rqQtcuthV2zNJXaj/yle+0mqmuy514Xk229bFTN0d3exIj63XU3OavqXUBx2b7mzWhANdEJ3NvugirCZ+6WJ3cz1d4NZEsqZvOl3c6n2N4B+S6Ro2YvrSQPvdcGEhPzfNfpv6n//8Z+hnxmqfLrZ3n3RWxxZC6vH1+gw3+9KXIJoYFjE8X5tttln+FGCzn9/+9rdo/tzf4p0bk1sd5XNj8ijnpulpThtssMHQK2sSZfeLOv29XOi/xUPv0DQN9aVK98K9/g/pAn/E8OexNqHJlZrwKr3GUj7toN7mipJJYaC82nsWbdOWGRgTBvrP/Aj5CJYxIWHow9RPImniisZWCJ+SSgAAEABJREFUw0BPUdHkf00e0M8BTTXBVn/nNU6c7dOc9P9NOcfQB7CADTXG2mabbYbuUcem/9/dFZZiTNrd5nxs5Tg69mH7UD6kJ9NoDN9cR7nboInHGsuulHxUE/o15m3u93S6fjZ3o402gn4SbfPNN4e4Uh4vDqZbr45prK28trZnkhtvvHFuS09XUt6tp7dqQt1M6803rqcIzeZzp7xxn3326XvqmW6kGDTpcbb7p/Gsnpylaw3NdcX/bM5VratcVTeJNM9XjZnVv7ajNksB3dSjiXbDbEtj/LXWWqvVVNdClAPqeFqBKYy73e1ufZGp/jbpHNXnV7zUK2l7ytGHPdfr9WZ77aVeby5S+60Jlt3zRDmGJhMN26c41QTb7vUF3eA0zDmic0t/E2fDlf53dN9jXWu45pprht3tFdxujruWY7RABNHXRfR57DADZsAMmAEzYAbMgBkwA2agMOCJToUH12ZgCAbyFpv+dnSz9PvtmZKBrbfeGnvssUdfXD/VpotufYE5OnRxpnnBSt3ojjVNtpI+G0QEdGd294kjuiNSF2Vm09dMbbXPu+++OzQBR5OFdEFTkwB0oXmmdbtxXXDqXkTqtmnauiCtSWdN36abbgo91arpm0mPCOjLEj1NSheodWFWP0mgL4hmWnex4oOOTU8k0v7NZZu6k7e7rrjTxIZh+9OEML23w7ZXu5vd7Gbovqf60kJ3PSu+WOjypy8jup+Hhdy27k7VFzLNPnVODXO3dXMdXbzVevrc60ua/fffH3r6QvMn0rrHpvV9boiFpYH+J+gL02G3tsYaa0BfMjXb68vFK6+8sulaEbruxu8+IU+TlXQ+znYH9fe8e8e1Pvfdn8Wbbb+run0OwFQJ7SPp97TjtszAaDLQf+ZPQD6CZTSPeWUdlb6kf81rXpMTNma7ZxoTzuX/w2y3M6i9frJr2IkI9foa59d6LZfz6a31Pgwrdbwagwzbvm6nSRTiq7Ylddx6Cor0JpYzH9VNCc190bhaTyKTbPqn0iMCL3jBC6Abe97whjdAP7ernycfNP7XBA/dCNLs6+yzz4Z+Dl0TMtI/QyVOta0PfehDOOWUU6Axu/KNGVabV1ifN10fmG0nmhipPK65nia06clWTd9cdF1b0DWG5rpzPVfVhyZedvf1+9//PpS3Kr7YUN6qiS3Dbke5W3fSjSaB6jiG7UPnqLbbbK/PaNOu9eW89lLvw1yknqymfLm57lzPZ11nUm6s80STDPUUWU3W1YSvZv+DdK2j/12DYlP59H7qPWrGr7766iW5eau5zRWl5xhtAoP/XmZwRe2ud8YMmAEzYAbMgBkwA2bADEzLwBIGPdFpCcn2plY7AzH4AOhmGRyzdyAD+kJbF066F6t0N9qb3/xmDLpIPLCjaZz68lcXG5tNdLFrNhfZmutKv/Od7wxd2JZeQ08pWoj9rfuTFD96cscRRxyBV7ziFfjUpz4FXfDV3bSKLyY0SUfvQ3MbeiKOLjg2fcPoW221FfQzeO94xzt6F8YHfSEyTF8L0WbQsekidfei/LDbuvGNb4zuxC1dKNWd28P2oYuC3Yt8M6076IsEbXfwRbGZehs+rp8erM8NXfScz2dpmK12n4KjdfR+Rcz+L+7jHvc4nHPOOdCXNLo7XBMIdfep+hR8boiF5YHOf30OZrv17pd3+gxMdaf2bPteqPa6K/nb3/52qzt9caPzuOWchaH/m+uss05rDT3VSdtqOcfFyD8HrAb8XaB3XFjwcY4AAwt3CO0zX1Yg2D3BQsVlkRjQ+F1PjX3rW9+K2U7KrndJ6ylfqe2llJpkomOYzTY1rtcE/OY6K+1/cXPfurompekL965/Jls5gG54aLbTz7bpiaFN33Lno5okpHFHc5808UpPb9GTlJXDLlT+oLGJxijNbf3zn/+EfkJLY29Nyl6JYxU9yWk2T7+pj09Pu+reCKSfKZzNk33rvrrykksu6ZuENNdzVX1rrN29hqF9/d3vfqfwokNc6cat+WxITxFWP8P2oWsX3XN/qnX1d2+5rr1MtU/D+PVEQd3s1GyrnEr/R5q+YXRNkHr3u9+ND3/4wznJcO+994bOuYiZBw7aps6xYbZTt5nN+1OvM/IyqQ5ExIBDHeQb0MwuM2AGzIAZWDUMeEfNgBkwA2Zg4RjwRKeF49I9jTwD3btoJpAvuieIkT/8BT5ATdo5+uijoYscza51p93b3va2ed/NpSdodC/e6eLYfC6y6aJ298t1XcDWhcLmMSy3rovIv/jFL6AL2AceeCC++c1vDr1LP/3pT/vadi+M9jVYJY5Bx6a7F+ez+1pfk36afeju2GG/NOieT81+ptK1PWGq+GL49TMMuvO37ltfCnW/zKhjCyG1ve7nVxdQ53Lhdpj98bkxDEuL00YTDTV5b5reB4b0dKOBgRXk1HmsvwfNXVpzzTWhn4HQJNm5QH3pf5FkDW1D26rtsZI5/uJojAOxVBsH37UbIatmYIQZaJ/5ssqYhBrLCB/4sh2acgvdwHHGGWfgWc96FpoTqWe7U3MZF852G1O1X2+99aYKTemPiCm+lJ1ylRUV0BNM9JTIueyUnmLSXU8TVJq+5c5HNdFJN6w090m6noCpyf/6iSs9ZfLEE0/MpzbNJ6cVj3vssQe6k0s0Ef0rX/kKNNlJT1jVzQdvfOMboRsaVsKkOE2g0b6Ll9kgIvpugNKx6uaJ2fQzqK0mzNU3l9RxjR/1JK65jB21Tnesrf61nbr/xZSaRKP9n882NBlpPusv5rrzufYyn/3S+F8TLJt96P9RN09oxhdD109NLka/Y9dnjtEG5zTglecx48OHawbMgBkwA2bADJgBM2AGhmbAE52GpsoNzUB0KAjkKwBe54KX2TOgJ/7oJ9q6a+ox9xdccEHXPSv7b3/7G/T46+ZKt7/97aEv1Zu+2eqDvoBYqouEzX3VheErrrgiJzF98pOfxMte9jLoSxY9el+86o5yXcD+5S9/CV10ba47la6LdHoEejOuySWa1NL0rUZ90LHpDnSdE/M5Hk2e655TurNSE+CG6Xc1TNbQcehnGJpPSNMdnot5Xuj9+stf/qJN97BY56K21T3vfW70aF90RZP2hEXf0DJsQH+nu38L9L/pqU99Knbdddc5Yd999+176qG2oW0twyEu/yY5BgOieqG1RMuyYQbGhYH+Mz9CPoJlXFgY9jg1ltFkj8c85jEYFpqwoXH3Bz/4QegpNXry6pOf/GTo6UbDbncltlstY9KF5G4+ecCgCW26Yae5f/qfv5z5qCY8POUpT4EmmjT3q6lrovS5556Lk08+GfpZOuElL3kJvv71r8/6xqPtttsOmuzU7L+pKydVbqqn/epn6fSzgbop52Mf+xiUazTbLpWuiSFz3ZaeZNNdV0/Z6fpma+vnmLvr6CcAy9hxbuPHt7/97d0uMWg7fY0WwKGn1M3374t+uk/n8wLszpy60DhbEwF1A9lCXXuZ0440VtIEtoaZqicdJQ2rs8oxWgzMaUAvvJgBM2AGzIAZMANmwAyYATMwkIHRneg08HDtNAPzYSBvsenvgG6Wfr89MzKgC14HHXQQuhdk9Jh7/YTdfB79rovKmsDQ3ImVfCdgcz8H6fVFaH25oslMW2yxRV6M1s/bvehFL8rHjH/ve99Dd8LGoL6m8ukCnnibKr6a/YOOLYIXkojVfFxLte8//vGP0byYer/73Q9zuft52P3V+6XJG8O2n087bat73kf43JgPp163MKBJj7r7vliLV2sb2tbibWEF95wDsAno1d3LDHWdts3AyDPQf+aXzwf9LCN9+HM4OE1UeOYzn4lnP/vZQ0MTNDQW15MtF3ospP2Zw2F4lTkyMJ/JaVpXE+On27TGl8udj+qn2U455RTo5ozp9rWOaTLHRz/6URx11FHQ056OOeYY6OfuNEmpbjOVVG6vXHWXXXbBMJPY9YTLH/zgBzjttNOgm5806VBPJG7mHFNta6H8c3mS2XTbXojJQ5oMNt02Fiq2VNtZqP1dyn6W4trLfI9nIc61+e6D119ABnKMNpE5Taqtrvs9rbANM2AGzIAZMAPjyICP2QyYATNQMeCJThURFmZgZgZicBO6WQbH7J2RAf0U1ZFHHtn3E3a68KYLnZqEMGMnI9xAP3nwute9DrqDUz8roDvHZzOZST8fIIwwRT60RWZAP3mju7rrzeiu3E022aQ2Lc2AGVgFDIzsLuYALBARfYfY7+lrYocZGEEG2me+rEDwOAkWKi5mwAwsAAMRgYhYgJ4Wvws97fe9730v9txzz76ce7qt6+ajL37xi9ATy/STc9/61rema54xPelWN+GceuqpmO3Evcsuuwx6IrEmPb3yla+EJptkp67MwBIx4GsvS0S0N9PPQP47ify/En3Rfk9fEzvMQIcBm2bADJgBM2AGzIAZGBcGPNFpXN5pH+cCMNC9i6a624buCWIBNjC2Xegx97rzs0vAGWecgfn+hF23z9Vk66fC9HN07373u2d1oXfttdfGTjvthJe+9KX49Kc/jc022wxepmTAgRkY0MS6iy++uNdKdz5vsMEGPduKGTADZmDZGMjxF8djHIil2tiRrt0IWTUDI8xA+8yXpQnLADWWET5wH5oZWFIGrrzyyiX76a+FODD99Nfznvc86CfQlCNuuummmM3Tji+55BLop3dPP/10lL8pU++Vnua088475xOH9bN0+tnd6X4+r9uTnvT0gQ98AHqa1J///Odu2LYZmC8DA9f3tZeBtNi5VAzkGG1wTpNjuKXaD2/HDJgBM2AGzIAZMANmwAysMgY80WmVvWFLu7veWpuB7l00gXwFsEpu5sRKXfSY+0MPPRR3utOdWruou0jf8pa34A9/+EPLP4yx5ppr9v20li6aDrPuSmijn+074YQT8Itf/GLK3bnRjW6UnD3sYQ+DfiZAXH3uc5/Deeedl5OcNNlJT9+ZsoNOICKG+pkBrMJF55jOieau6yK90PRZ72fgEn6x8dvf/rYXuNe97gVNpus5FkHRFyTCInTd16XPjT5K7FggBvQ3p/uzRve///1zAu83vvENLBTOP/986HO5QLu9urrhGAyI6oXWEi3LhhkYFwb6z/wI+QiWcWHBxzlXBsZrvfn8RJqeOtz9OTeNKZsMDhoHLHc+euMb3zhviHn7298OPa3pHe94B/bZZx/c8Y53bO76QF25+atf/Wr88Ic/HBjvOiMic9Vjjz0WZ599Nj7zmc9Ak60e/OAHD/VkqW9+85v5hCdx3e17oWzlOXPta9B+da9nzKVvPRWru97LX/7yBRs31uNP/aRhdzvjai/HtZf5ct39ezPf/rz+MjOQY7RABNG3K9HnscMMmAEzYAbMgBkwA/NnwD2YgdFgwBOdRuN99FEsCQN5i03/luhm6ffbMysGdHFVP2HX/Zk1TfTRBdjZXhS+2c1uBl1cbu7E5ZdfPu87b/WTes0+pS/002100U/QWsAAABAASURBVPT1r389Bm3rrne9K0477TSce+65uPDCC6G7ZGXvv//+eMADHgAdt/ZpLtCkqNvc5jatVf/3f/8Xf/zjH1u+1WhoskF3cs7f/vY36JyYz/GIG3HU7EN3TOtLhKZvNevf+973cNVVV/UO4UEPelBegOs5FkHRZ1c8NrsWz+K76VsI3efGQrA4Pn3oHNS5OMwR6++xzuVmW/3N+fvf/950WZ8PAzkAUyW0O+r3tOOztryCGVgVDPSf+RN6mpPQH1oVR+SdNAOLxcBf/vKXOXc9aIJMd5LLYo0DBuWIc8lHNQbeZJNNcNxxx+FTn/oUvvzlL0N5tyY+3fa2tx3IjcZAetrSbHPziIDyTP183hvf+EZ86Utf6k18Um4x1dOldAPPj370o4H7shBO5d1z7WfQObDOOuvMtbveeoO4H7St3gpW5sWAzoHluPYyr53mynrKMkWrDPrb0GpgY+UykGM0jtgmUuns5yBfp4lNM2AGFp4B92gGzIAZMANmwAysCgY80WlVvE3eyZXBwBR30dDNsjJ2cZXvxY477ojddtut7yj0iHxN6ukLTOO4yU1ugnXXXbfVQj8xcNlll7V8szF0Ybd7kVEXsG9961vPppsZ2+pibvd49XSbww8/HO973/ugJzgNexH16quvxu9///sZt1k36F6gl797zPINg3/84x846qij8IhHPAJHH300XvnKV0JPnNLdwMOsv9Bt7nGPe/R1+eMf/7jPNxvHD37wg77mgzjsa7RKHNdccw2+/e1v9/ZW5/pGG23Us2tloeWgSXeaHKJJJnPZlp4Kt9dee+GRj3wknvWsZ+F1r3sdvva1r6H+ksbnxlxYXf3r/N///d+sD2I26yzG/6FZ7/Cor5ADMFb8ArV7qPR2XbbNwBgw0D7zZQWCx02wUHExA2agYuCnP/1pbyxYuYYSGj8qX2s2Vq52t7vdrenCYowDFjMfbU58OuOMMzLv1E02rYOioZsg5vuTchGTE5/e9KY3ZY6oXLc74UnjLj2BiJtdlDKfc0DrNndKN2wNmnzSbDOMrvNI51Ozrbal867ps74wDOizvFzXXuZzBMrLdS2q2Yeu++gaTNM3rK5JjrrOtN9+++FFL3pR/vSkcuip1rd/gRnIMVogIgZ0PMg3oJldZsAMmAEzYAbMgBkwA2ZgDBnwRKcxfNN9yHNloHsXzQTyRffAm27KZlzPggE9fvuggw7C7W9/+9Zamhjzhje8AXqkeCswjaGJEhtuuGGrhZ5KoztVW85ZGJrw86tf/aq1xjrrrANdZGo552lo8owu6ja72XjjjbHvvvtCHDX9M+l//etfMZuLXZrE0r2wqokumvAy07a6cU0su/TSS/OpSV/96lehu38/8pGPoPszD931FsvWRWNdgG72r8ku+sKg6RtW18Sb7oV3caftDNvHSm+niUW6sF7vpz5T3Sct1bGFlBEBnYvNPnXe6P1q+obVNcFRF34lNdnu3e9+N8455xzUX6boPfO5MSybo9NO5/dsj2bYn2tRv1P9H5rreaw+9eXizjvv3Ju0pwmkF1xwAebyN1r9rXpM6Ag4GuNALFWZFbp25bYwAyPOQPvMl1V+ppcay4gfvA/PDMyKAU1w0PhwViuxsSb5/OQnP6E2WfS0ojvf+c5y9DDVOGAp8lHlgBrzanK/bjjRBAb9dFxv52ZQIgL3vOc980aV23dyc+VA4qDuQmP0iy++OCdG6OfQ9t57b2jS0mxyLD0N97DDDsOBBx5Yd9uTyid7xgIryu3F1Wy71Xmj86e5nnjaYIMNmq456Xe4wx1wy1vesrWutqVttpxDGpog9dznPjdvlqonsSgXWkxeh9y1FdFsOa+9zIcAnW+3uMUtWl3ofJ7LeaJzRDn/FVdcAX2WP/nJT+Itb3kL5vPUu9aO2ZiZgRyjDc5pwCvPM3fgFmbADJgBM2AGzIAZMAPLwIA3uQIY8ESnFfAmeBdWCwPR2dFAvgLgdUB4WRgG1l9/fTz5yU+GJow0e9RP2H3iE59oumbUH/zgB/f1owu+c7n4oy+JzjrrLHQnIOkC8K1udasZ92U2DXSRqdt+m222wU1vetOue0ZbTyz605/+1Gqni9FCy1kZujiri2aVmUJf7P/mN79JfTaVvpDvcn2f+9wHuug/m34Wqu2gY9OXFN3JSsNuT8enC4HN9vqSY9Cdz802q0nX5645GeS+970v9EXEUhyDJvfpTvjmtr7+9a9DF2CbvmF0faGkiY7Ntvqpx9r2uVEzMbpy0B32s71LWV/Y6cuQ2bA06P/QZz/72Vk9aa/enr6E0E/LaBJpPWlPE0jPPPPM3qS9uu3YSI7BgKheaC3RsmysDAa8F4vPQP+ZHyEfwbL42/cWzMDqYeDyyy/Hd77znVnvsHKH3/3ud631NEbu5lBqMGgcsBT5qPK3E044AZrQohtONH7WOFo5rfZrWCjPVX4+XXvdlPSf//mfeNnLXoZPf/rT0GSLn//85+hyNF0fikUElCtKXypoX/V+znZ7+uk9jcWa62nfxVfTNxddN5Xo5pLmutrWueee23QNrevagnIhnQPKXTWJ5a1vfeuccqqhN7qKGoqf7u4u1bWX7nZnY6+99tq4973v3VpF1330OW85hzD0t/D73/9+q6Vyp0F/01qNbCwcAzlGi4E5DeiFFzNgBszAqmTAO20GzIAZMANmYPEZ8ESnxefYWxgZBvIWm/6joZul32/PnBnQHac77bRT3/rXXnttn286hyZKdC8S6mKmfv5tthd5dRFcj/Bvbk+TsfRze/VTYZqxhdZn+yQnbV8XM9/znvdIbaF7F24zqAurm2yySdOVF0HF2XXXXdfyT2foztgPfehDrSZ6Ys4DH/jAlm8pDU1C2nLLLVub1Dn1tre9LY+xFZjB0PHpArHWbza93/3u1/dEsmZ8tel68kw9KW6p37+73OUu6E4a08QrTfSYzedXk/Q0EaTJvZ7C1nxi1Io4N5o7aH3BGVhzzTX7Jr7q7nj9PRx2Y/pSS+sM217tFvL/kCZXapKU+q2xlP+H6m2uKJkDsAno1d2vDHWdts3AyDPQf+aXzwf9LCN/+D5AMzALBjTGfde73jWrpwbrCcNaR+vWm5ruf/FCjgNmk4/q6VIa39b7KKlx/W9/+1ups4ImWjdX0E/caVxV+3QTiyb51LakJod//vOfx2zG7FpvUL45l5t91Ncw0Pv4/ve/H8rthmmvNpp0pInm0mvoHNhuu+0WZOK5birZYYcd6q57Uvv5y1/+smcPo4hPXQ/Q+9Fsf/e73x16om3TZ32SgaW69jK5xdlrugalc07nXnNtnZs6R5u+6XR9RpVfd29Q09+um9/85tOt6th8GWiun2M0jdiEZkB6BqUYZsAMmAEzYAbMgBkwA2bADHQY8ESnDiE2zcDUDMTgEN0sg2P2zokBXVg66qijUN9BNqdOuJIe+b777rtTa5cPfvCD+O///u+hL7zqqT+nnHJK39OcdHFwMSbu3Pa2t23vMC09RUQXKqkOVXRn7Rvf+EYMukNxug50weyxj30suk/S0d25w3KmC8b6ibruXYGbbbYZdMGsu31dnBOafj0mfaF/iikisMcee6B7wU4cveAFL8CwEx7U7qUvfSm6x3ejG90o+xeHzWNZrbouiOu8q/dfn8cNNtigNhdd6kuNvfbaq29yiiaY6U74YXZAn4N3vOMd+fOJzfa6S/dOd7pTzxUx3ueG/ub2yKCip1/97W9/ozY6ZdDPgOj81s++DXOUejLCa17zmln/9Kb+D+lvancb+j+kL57097IbG2Tri9WXvOQlff+H9MXi5ptvPmiV8fDlACwQEX3H2+/pa2KHGRhBBtpnvqxA8DgJFiouZmBZGdCYX2juxGKM+5v9T6dr4oh+3k3j++naKaY2L37xi6F1ZNeY7n+xxgHLkY9q3K4bMOp9lNRTWzQu1vhY9jC46KKLoDFQs+0d73hHdCdRaWzdzR8//OEP47vf/W5z1Wl18fvRj34029SVzpXuTTh1bKGkcrrXv/71GIYX5Uc6B7o/+6Ycd6uttlqoXYJu+ure8KGn7Oon6HQTxzAb0gQW5e/dJ0GJU+VYyrWG6WfU2yzntZea224uJr+eziQ5HZQD6O9Ps43OzVNPPXXoaxv6jOqz2uxD10sG/d1qtrG+wAzkGC0QQfR1HX0eO8yAGTADZsAMmAEzYAbMwKgwMN/j8ESn+TLo9ceIgYnOsU7kEwQm6BY6QZvzZECPyD/ooIP6JjnMtts999wT+imB5nq6K/W1r30tXv7yl/d9adxspy+g9XN1mnTVffS+JrUceeSR0MXr5joLoetCqS5ANvu68MILcf755w81OUt34x177LGY7U/91dvTxeTddtutNlOKC/0kwUyc6af9XvGKV+Atb3lLrldX4mufffYZ+LNna665JvQkqbqtpC7Qfetb35K6oNBTfPbee+++PsWvfjKx+8VFt6Hiatd9qoraaRLVYkx8U9/LAZ3zeh/qbS/GzzTWfU8lH/KQh0AXcJtxfQnxvOc9D//1X/817RcS+hw85znPwemnn95cPT+zOge6E9LG+dxoTvoSWXpSmb4Umc3kSq23kqEv5e5xj3u0dlF/1175yldCk530ZVArWBlqo/8DT33qU2f95LeqC+yyyy4D/w/pb+oLX/jCaZ8ioP3ST1Do/43+/tR9Suopa/q7qp+ukD2W4BgMGo1xIJZqg4Su3QhZNQOrmYEZ9r195svS3xF9TvhRmWFdh83A4jOwlOP+YY9G43r9zJvGjlOtoyekPOUpT4F+Bq7ZRjmOctbp/hcvRz6qca5yE+1fc381Ltb4eLpjVXv93dD4SJN6NPaWr8auu+6K7iQZ5QndPEiTgpSTahyl8VS9/iCpti960Yv6+N1www3R7XfQ+vP1KW+eiZef/exnOOyww6AnY6GxiOMDDzywj5NGk1mrusZwwAEH9F0L0Q06hx9+OPRTdNNxqpxcebvGmt12mgCnJwHNeqdGdIXlvvYiWvUzcZJNnHfeeTNOVtLfHf390TnYXFd/p3TNops7NNvovNBnU59Rff6aMT1hvZs3NePWF4EBDdg4UNPf3lRbm+j3tMI2zIAZMANmYJQZ8LGZATNgBszADAx4otMMBDlsBiYZ6N5FE8hXAEHAy4Iz8IhHPALbbrvtvPrVxZ9nPvOZObmh2ZEu7OjONV3E0dOadLHwD3/4A3TnnO5afec734nHPe5x0F2T3Qs/moR0xBFHzHvfmvvT1HWxTU+Lavp0gVmTO172spdh0IVpHc/Pf/5z6Fge85jH9F0kbvalSQzqr+lr6rowrgur+umwpl/bEGd6X/RkkSZn3/zmN/GqV70KiqmN2jbX1R2BU93lqjsY9aVHs73276STToImmZ122mkQPvaxjw010avZT1ePCOy33359k2fUTj9J9YQnPAG6WKgnWGmSj84HSdn6ckOTCtRO7ZvQZBwa4dqMAAAQAElEQVTFxV3Tv5r1iy++GM1z/8EPfvCC/BzDbDjRTzdogocu9jfX0/mhO68f/ehHQ1Lnn94rfYZ1XtafA/1kRnM9fXaf9KQnYdCF24jxPTe6X1aJM33e9HnQl076/Inn2fysh/pYeky9RX0BoL9POgearXSO63/EwQcfjDPPPDN/vkbnkv4PvP3tb8+/ac3/A/q7qMmgzT5m0qf7P6S/LQ9/+MPx7Gc/G+eccw7090bbl1RM+3X00UdDEw+729EXmDvuuGPXPV52jr8C5dU+9GibtszAmDDQf+ZHyEewjAkJPswVzMBSjvtnQ4MmBiiH0hhSE1n0v1jjSk32UU6iMaeeBNntc7ocp2473ThAedNi5aMPeMADcrJ1vR+11PhYx9ode+iYNf5597vfDeWCGh9pnFSvJ6kbiDSBW3oTGmcddNBBfU/O1foaRymvVn5dj9m1LT2tUhPr9WRdTQbTxI5mnxqzaT+6eUCzzXz1W9/61r0ual4GnQNPf/rToRziF7/4Ra+9FO3jYl0X0HnxqEc9SptpQU92etrTnpbXKrqcit/pcnJxqXUHjf1bGxkjY7mvvYhqXQvRDQzSa+hvkj43Oh+Vi+nmjEE/PalrLPo7VK9XS12z0LULXaNQTqHcQp87ncN6sqz61mdTn9F6HUnlOvrcjdJ1DR3XikeO0QIRRN/ORp/HjpoBSzNgBsyAGTADZsAMmIFxZ8ATncb9DPDxz4KBKe6ioZtlFv246bAM6IKpvuDtPhp/2PXrdnqct+5G1YW92ldLTZjQhR9d8NOXzbpDVRd23vCGN+CSSy6pm/WkLmY+8YlPxL777psXIXqBBVS0n4ceeih0/M1u9SQq/SScLmTpLkxdEBa031tssQU0KUHHomOq19Mj73XxFbWDUj9LdcUVV1CbuuhnnjSpqvukF62hn7TSzwo0OdM29Gh8xdSmia233hpqqy82mv5aX2ONNXD3u9+9NntSx6snmWjChaC7rbXvvQZzVHRhV09R0cX/bheaoKWfL9AFRX0BoPNBUrZ+ukH71F1HF0ef//znL+hdvN1tLLWt49SXPPV29fj6e93rXrW5pHK6z6++gNKTnXT+6b3SZ0HnWvdzoB3WZ1fv5XSf3XE9N3RBe6211hJNLehv4Cc/+Uno8/fxj38ceppBq8EqM7bffvuBE1Trz/3JJ5+cPz+pc0n/B970pjdB51h9mPrbrM/6oL+LdZup5HTnsf5ma5KTvnDUOartS+rvjv4eaf+6/e68887T/l3tth9ZOwdgqoT2UfZ72nFbZmA0Geg/8/UMWj/RaTTf7dV4VEs97p+OI/28W/Nnq/T/WGNIPQlF/4s1rtTTTpSDaGzc7UvxZzzjGZgqx2m2n2kcoO1qDKs+tW2NQ+abj2q/9AQijfOa+yJdx9ode9Tb1U/5aZJEd/yhcZAmP2nilvroQsd44IEH9j2FSO00ptTx1GN2bUsTtk888cR8+uqgHFKTfDTZR+svFvRea/JW3b940Xshv/ZR74fOAT39t3sODJNb1P3ORer90/mlfRi0/iBOxW8vJ++spHxOY129T53QWJs6r5f72su6667bd2Oe3hTlIToflYt94AMfwKAnNE13nuic1TUM5RTKLXROP/7xj4eewK3zR9toQtfd1FbXgpp+60vAQA7fOGKbSKWzwUG+ThObZsAMmAEzYAbMgBkwA2ZgTBnwRCcAY/re+7BnzcAUd9HQzTLr3rzCcAzowqwuPOlC4nBrDG6lp9Ho59Q08Wdwi5m9erqM7nrTTxjpgtLMa8y9xQ477ABdYJ3qTrp//OMf+YQPPeVDF8C6F6K1niY+6S7PBz3oQehOYvjxj388487ppwLe/OY3Q4+3n7HxgAZ6zx75yEdCT3/SBJIBTXouXXTThbWeY4Ciu3513ANCs3bd6la3wqtf/Wpo/7Sfs+6AK2g9PSFGF+2bX5IwtOrLn//8Z/zkJz/pHYcmdugCbM+xxIo+v3qi0AYbbDCnLevzoAv/+nJmps/uOJ4bmsQmjqcjV3f76g7y6dqs9Jgmj2oy0aBJjjPtu/4+nXrqqZjPl0PieL7/h/R3R5Nt9SXETH9XZzqmkYjnAIxVEJ0D6vd0Gtg0AyPJQPvMlxUIHinBQsUFgElYXgaWetw/1dGuv/76mQ8MetLnVOvIr3Hl/vvvD/3UmfJD+YbBQowDtL3Z5KOasKCfL9ONGcPs41RtlENrDDPdOCiiPB1V422Nuabqaya/+NVTfY8//vihJpHN1N908XXWWSefHDyXc2DY3GK67c8U0/utyUniQ7zM1H6quPI4nQfbbLPNVE3G2r/c117ueMc74qEPfeiM78Ell1wysE19nmiC5FzPE33G3/jGN+Le9773wG3YucgM5BgtEBEDNjTIN6CZXWbADJgBM2AGzMBABuw0A2ZgtBnwRKfRfn99dAvKQPcumgnki+6BN90s6LbHu7Pddttt4E+NzZYVTdzRo/h10fQWt7jF0KvrQq0e7a076eYzMWboDbJhRORTo3RBcjaTO3RhSz9l9KEPfQi6yKyLXrpw1nwsP7vHN77xDfz973+XOi00gUcXtfUFv/RpGzeC2mdNANLP7WkfGqGBqia06csC3Wk6sAGdCz3RQvul/dNkrtlc0NNEg0033RTveMc7oKe73OQmN+HejVa55JJLcPnll/cOSl+OTPfe9BouonLPe94T73vf+6CfjrjZzW429JZ0l/b73/9+HHLIIUN/WTJu54b+xp1wwgnQ+zwdsTovpouvhpgmsulJBcOeR/q862/qu971LmjS6HyPsfl/aDZ/U7Vd/Z3S3yvd3a/3TL5FwOrqkmMwPalmggOxVBt737UbIatmYIQZaJ/5svT50OeEicsIH7cPbTUxsBzj/qn40WQn/W/Vk4P0P3+qdvIrrhxA40o9fWku/4ub44Clykc13lA+N+zYR8daQ2NuraccWvte+6eSEZE/qfae97wH4kqcTdW261dbrSN+ZzNu7/YzW1uTwYY9B9T3XHILrTdX6CYN8SFe9KRk5fvD9qWcRpPy9JQnjSOHXW/c2kUs77WXiMDhhx8OPbF1Ou4HPdGpbq/zRDfk6TzR50ifpzo2ndQ5or9nw37Gp+vLsXkwoAEbB2oas6Xa6qrf0wrbMAPzY8BrmwEzYAbMgBkwA2ZgVTPgiU6r+u3zzi8tA927aAL5CoDXJeBl8RjQxZenPOUpAx/nPdut6oK0Ji195jOfgZ52tM8++0AX27WNui9dPFxvvfXyJ4xe9apXQT9XoMlR3clCdfvFkhGRX6xr0tLb3/723B89WUfHUG9T+6qfXdhpp53w0pe+FOeddx5e/vKX4853vjPqRU8i6T6V6eKLL0bzp8nqtoOkLpLtsssu0GPT9WX/IM60T7r4rZjaaJ81KSCCH5BBnQ7w6Q5TrXfwwQdDE6V0bM1mmph15ZVXNl3z1iMC97///aGfP/vUpz6FY445BptssknfuaZH2m+++ebQ02BOP/106P3QpJCI4Y9v3ju7hB1oIty1116bW9T7rzvQ01jmSufZfvvtl59JTQLUT150PxP6LOsJRTqPNDlRE9L0Gccsl4jxOjfqL8Fe/OIX52dAPHYpu/TSS7uuVWnX59EZZ5yRfze32mqr1mdecf090zmkz7v+pt7udrdbsGNV//o/VP9N1ROadM52fwpGf3f090h/l/T3SX+n9PcqYjT/7syJ4KQiUF7tHqJt2jIDY8JA/5kfIR/BMiYk+DBXAQPLMe6fihZN5j/ttNPw4Q9/GI997GOhm0Q0/lV7/c/WmEBPSvnIRz6Ct73tbZk7KjZXqE+NA5YyH9U26zG0fppXOZvGx92xh8Z/8iuuXFl5sNbT+rM5XvWhfEnjKOVPm2++OZSzNvM7cazxp2K6+eSss87KHEvrzmZbC9FW54Bu7NHPg3XPAe2zclNxolx1rrnFfPdTvLz2ta+FfnJQfOkpRF1O9T4pN1KOpIn95557bv7U8SjemDNfPrvrRwy69nIniNO6rc4Fcb4Y1170pFadg695zWug3KT72dQ+6Om6V111ldQpofOk/uwph1AuoZyiXqH+3NXHoM+dJsM1j7Nua7mEDOQYLQbmNKAXXsyAGTADZsAMmAEzYAbMgBkYyIAnOg2kxc5ZMzAWK0xxFw3dLGPBwFQHqQsjmhjRhHxTtZ+LX09z0UW95jakz3U7uuNNd2Med9xx0AXLCy64IJ9ypD6/+tWv4hOf+EQ+rWe77baDLvjOZZ8Xah1djNJdeXp6kCZuXHjhha191ZflmuSki1W6QNbdbkRAj7zXsdX4yle+Aj2lpNt2Olv7ock9gzjTPunLAcXURm2n62uqmCaT6Sf79EWC3od6fyU1MUsX/Zrr6v1RrIm5nBMRkV9qaMKBLl53zzXZekLVYx7zGMx1wsNC7as40vnZPGZ9YbFQ56l+HvD73/9+j2ZNlNOj7HuOFaDo87vFFlvkZ7T7mdBnWXeR6zzShf6ImNceR4zPuaEL3Po5GX0GxGPzHJOun0ppkjnbc1rnqM5V9VVD57LO6Wa/w+j6nNd91FL7M8y6dRvtj/5u6osgfcbrfuq/ZzqHBn3e9bNxdVtJ2XWfs5H6O6m/l/oSQuesJqqqvxraJ70X+rukL10j5ncuz2bfVk3bHIDl8zX7djlDfV47zMCoM9B/5usT4ic6AYP+b+h/kv4XLMdZMWh/Zvt/TPut/ddx1P87JGf637og2+bGNUn3/PPP7+Ul2vZs/ifq/7/+1w477ucmF7XoRpGTTjoJmlysvEPHU48J9KSUhRhXNg9A49mlzke1Td2MopxNOXB37KHxn/yKa9/UvrnPs9U1jlL+pDxKOWszvxPHZ555JhTbc889W5POh9mOPi96j5rQuT3Vujrf9NlotlcfdfuIyEls3XNA+6xzVJxoEknE7Mdj2q/mdqU3t13vwzBSE2DE1yte8Yq8EUn7p/4Ena/KjXTdQHnzGmusMUyXC9ZmEMf6+6S/U8NuZL5/V7Sd+fSh8flyXXvRtjUJVLlJ97Op91eflbXWWkuHOCP02VMOoVxCOYXWF+rPXX39aDbvjc5Z9dGEzu0Zd6bTYCHOk06Xq9/M4ZtGbEL3cDLYddo2A2bADJgBM2AGzMDSMeAtmYEVzIAnOq3gN8e7ttIYmOKCFt0sK21nvT9mwAyYgTkxoIuduiBdX8DUU2/WXXfdOfXllcyAGTADi8pADsACEdG3mX5PX5NFc7hjM7B8DLTPfFmB4O4QLFRczIAZMANmwAyYATNgBlYSAzlGC0QQffsVfR47zIAZWFkMeG/MgBkwA2bADJiB5WPAE52Wj3tvedUx0L2LRnfaEHRPEKvucLzDZsAMmIGlZ8BbNANmwAwsHAM5/tJYjOj0mqGOz6YZGH0G2me+rIlMVKixjP7x+wjNgBkwA2bADJiBFcSAd2UYBnKMxnyGY7ZUW+v0e1phG2bADJgBM2AGzIAZMANmj/3x6QAAEABJREFUYIwZ8ESnMX7zfeizZaB7F00gXwEEgXkv7sAMmAEzYAbMgBkwA2ZgaAZy/BUor/Za0TZtmYExYaD/zI+Qj2AZExJ8mGZglTDg3TQDZsAMmAEzQAZyjBaIIGi2S7RNW2bADJgBM2AGzIAZMAOrkAHv8mIx4IlOi8Ws+x1BBqa4i4ZulhE8Xh+SGTADZsAMmAEzYAZWMAM5AFMltPez39OO21rhDHj35shA/5k/AfkIljl26tXMgBkwA2bADJgBM2AGFouBHKNxxDaRSmcrg3ydJjbNgBkwA6udAe+/GTADZsAMmIE5MuCJTnMkzquNIwNT3EVDN8s4EuJjNgNmwAyYgWVgwJs0A2agYiAHYKyCqFy16PfUEUszMMoMtM98WYHgARMsVFzMgBkwA2bADJgBM2AGVhIDOUYLRMSAvQoMcNplBsyAGTADZsAMmAEzYAbMABnwRCeS4GIGhmOgexfNBPJF98Cbbobr1K0WlgH3ZgbMgBkwA2bADIwLAxyDQaMxDsRSbRx3126ErJqBEWagfebLmuDnQ58TflRG+Lh9aGbADIwpAz5sM2AGzMDqZ0ADNg7UNGZLtXVE/Z5W2IYZMANmwAyYATNgBsyAGRgPBgYepSc6DaTFTjMwiIHunTWBfAUw8KYbeDEDZsAMmAEzYAbMgBlYNAY4BgOieqG1RMuyYQbGhYHmmV+OOUI+gqV4XJsBM2AGzIAZMANmwAysGAZyjBYDcxrQCy9mwAyYATNgBmZkwA3MgBkwA+PJgCc6jef77qOeEwNT3EVDN8ucevRKZsAMmAEzYAbMwDIw4E2OBgM5AMvna/YdT4b6vHaYgVFnoP/M1yfET3Qa9ffdx2cGzIAZMANmwAysWgZy+KYRm9A9igx2nbZny4DbmwEzYAbMgBkwA2bADIwkA57oNJJvqw9qcRiIwd3SzTI4Zq8ZWIUMeJfNgBkwA2bADKwKBnIAFoiIvt3t9/Q1scMMjCAD7TNfViB4nAQLFRczYAbMgBkwAy0GbJgBM7DMDOQYLRBB9O1K9HnsMANmwAyYATNgBsyAGTADZqAw4IlOhYdha7cbawa6d9HoThuC7glirKnxwZsBM2AGzIAZMANmYKkZyPGXxmJEZ9sZ6vhsmoHRZ6B95suayESFGsvoH/+CH6E7NANmwAyYATNgBszA4jKQYzTmMxyzpdraWr+nFbZhBsyAGTADZsAMLBQD7scMmIFVyIAnOq3CN827vFwMdO+iCeQrgCDgxQyYATNgBsyAGTADY8PACjjQHH8Fyqu9P9E2bZmBMWGg/8yPkI9gGRMSfJhmoI+BW9/61vjEJz6Bb3zjGz286U1vwo1vfOO+tnaYATNgBsyAGVhSBnKMFogg+jYcfR47zMDyMOCtmgEzYAbMgBkwA2Zg5THgiU4r7z3xHq1YBqa4i4ZulhW7194xM2AGloEBb9IMmAEzYAYWn4EcgKkS2pvr97TjtszAaDLQf+ZPQD6CZTSP2UdlBsyAGTADZmCZGfDmzcB8GMgxGkdsE6l0ehrk6zSxaQbMgBkwA2bADJgBM2AGxpQBT3Qa0zd+OQ979W57irto6GZZvYflPTcDZsAMmAEzYAbMwGpkIAdgrILo7H+/p9PAphkYSQbaZ76sQPBICRYqLmZgyRnwBs2AGTADZsAMmIFpGMgxWiAiBjQa5BvQzC4zYAbMgBkwA2bADKwABrwLZmCpGfBEp6Vm3NtbxQx076KZQL7oHnjTzSo+Uu+6GTADZsAMmAEzYAZWPAMcg0GjMQ7EUm3scNduhFaS6n0xAwvMQPvMlzXBz4c+J/yoLPC23J0ZMANmwAyYATNgBszAvBnQgI0DNY3ZUm112O9phW2YATOwmhjwvpoBM2AGzIAZMAMLzIAnOi0woe5ulBno3kUTyFcAA2+6gRczYAbMgBmYOwNe0wyYATMwAwMcgwFRvdBaomXZMAPjwkD/mR8hH8EyLiz4OM2AGTADZsAMmIHVxsAY72+O0WJgTgN64cUMmAEzYAbMgBkwA2bADJiBgQx4otNAWuw0A4MYmOIuGrpZBq2weD73bAbMgBkwA2bADJiBcWcgB2D5fM0+JjLU57XDDIw6A/1nvj4hfqLTqL/vPr6RZ8AHaAbMgBkwA6PLQA7fNGITuoeZwa7TthkwA2bADJgBM2AGzMCoMuDjmhUDnug0K7rceLwZiMGHTzfL4Ji9ZsAMmAEzYAbMgBkwA4vDQA7AAhHR13+/p6+JHSPCgA+jyUD7zJcVCDYgWKi4mAEzYAbMgBkwA2bADKwkBnKMFogg+vYr+jx2mAEzYAbGmQEfuxkwA2bADJiBJgOe6NRkw7oZmJaB7l00utOGoHuCmHZVB82AGTADZsAMLD0D3qIZGG0GcvylsRjROdIMdXw2zcDoM9A+82VNZKJCjWX0j99HaAbMgBkwA2bADJiBVcZAjtGYz3DMlmpr9/s9rXDbsGUGzIAZMANmwAyYATNgBsaKAU90Gqu32wc7Pwa6d9EE8hVAEPCyyhjw7poBM2AGzIAZMAOrmoEcfwXKq30k0TZtmYExYaD/zI+Qj2AZExJ8mGbADJiBAQzYZQbMgBlYoQzkGC0QQfTtYvR57DADZsAMmAEzYAbMgBkwA2agMDB4olOJuTYDZqDFwBR30dDN0mppwwyYATNgBsyAGTADZmCRGcgBmCqhva1+TztuywyMJgP9Z/4E5CNYpjxmB8yAGTADZsAMmAEzYAaWh4Eco3HENpFKZx8G+TpNbJoBM2AGzIAZmA0DbmsGzIAZGCEGPNFphN5MH8piMzDFXTR0syz2xt2/GTADZsAMmAEzsAwMeJMrmIEcgLEKorOb/Z5OA5tmYCQZaJ/5sgLBIyVYqLiYATNgBsyAGTADZsAMrCQGcowWiIgBezXIN6CZXQvGgDsyA2bADJgBM2AGzIAZWD0MeKLT6nmvvKfLzkD3LpoJ5IvugTfdLPv+egfMwKIz4A2YATNgBsyAGVg+BjgGg0ZjHIil2tiTrt0IWTUDI8xA+8yXNcHPhz4n/KiM8HH70MyAGTADZmAJGPAmzIAZWAwGNGDjQE1jtlRb2+j3tMI2zIAZMANmwAyYATNgBszAGDPgiU6L9ua749FjoHsXTSBfAQy86QZezIAZMANmwAyYATNgBhaNAY7BgKheaC3RsmyYgXFhoP/Mj5CPYBkXFpbnOL1VM2AGzIAZMANmwAzMgYEco8XAnAb0wosZMANmwAyYATOwwhjw7pgBM7BSGPBEp5XyTng/VgEDU9xFQzfLKth/76IZMANmwAyYATNgBpaBgcXaZA7A8vmafVvIUJ/XDjMw6gz0n/n6hPiJTqP+vvv4zIAZMANmwAyYgVXLQA7fNGITukeRwa7TthlY2Qx478yAGTADZsAMmAEzsEQMeKLTEhHtzYwCAzH4IOhmGRyz1wyYATMwAwMOmwEzYAbMwBwZyAFYICL6Ouj39DWxwwyMIAPtM19WIHicBAsVFzNgBsyAGTADZmAZGfCmzUAfAzlGC0QQg4N9XjvMgBkwA2bADJgBM2AGzIAZADzRyWfBSmZghe1b9y4a3WlD0D1BrLCd9e6YATNgBsyAGTADZmC0Gcjxl8ZiROdIM9Tx2TQDo89A+8yXNZGJCjWW0T9+H+EqZ8C7bwbMgBkwA2Zg/BjIMRrzGY7ZUm0x0O9phW2YATNgBsyAGTADZmB1MuC9NgMLwoAnOi0Ije5kPBiIzmEG8hVAEPBiBsyAGTADZsAMmAEzsHQM5PgrUF7tzUbbHAHLh2AGhmGg/8yPkI9gGaYHtzEDZsAMmAEzYAbMgBlYQgZyjBaIIPo2G30eO8yAGRgHBnyMZsAMmAEzYAbMwDAMeKLTMCy5jRlIBqa4i4ZulmzhygyYATNgBpaBAW/SDJiB8WQgB2CqhDYF/Z523JYZGE0G+s/8CchHsIzmMfuozIAZMANmwAyYgbFiYNQONsdoHLFNpNI5ukG+ThObZsAMmAEzYAbMgBkwA2ZgTBnwRKcxfeN92HNhYIq7aOhmmUuHS7KON2IGzIAZMANmwAyYgZFkIAdgrILoHGC/p9PAphkYSQbaZ76sQPBICRYqLmbADIw4Az48M2AGzIAZWGUM5BgtEBEDdnyQb0Azu8yAGTADZsAMmAEzYAbGjgEfMOCJTj4LzMDQDHTvoplAvugeeNPN0P26oRkwA2bADJgBM2AGzMCsGeAYDBqNcSCWaqODrt0IWR1fBsbgyNtnvqwJfj70OeFHZQyO34doBsyAGTADZsAMmIFVxoAGbByoacyWamv3+z2tsA0zYAbMgBmYigH7zYAZMANmYAwY8ESnMXiTfYgLxUB0OgrkK4CBN93AixkwA2bADJiB1cKA99MMrEIGOAYDonqhtUTLsmEGxoWB/jM/Qj6CZVxY8HGaATNgBsyAGTADZmDVMJBjtBiY04BeLMriTs2AGTADZsAMmAEzYAbMwOpnwBOdVv976CNYMgamuIuGbpYl2wtvaBkY8CbNgBkwA2bADJiBlcdADsDy+Zp9+5ahPq8dZmDUGeg/8/UJ8ROdRv199/GZATOwoAy4MzNgBszAUjKQwzeN2ITuhjPYddo2A2bADJgBM2AGzIAZMANmgAzMe6IT+3AxA2PCQAw+TrpZBsfsNQNmwAyYATNgBsyAGVgcBnIAFoiIvv77PX1N7DADI8hA+8yXFQgeJ8FCZd7FHZgBM2AGzIAZMANmwAwsIAM5RgtEEH3dRp/HDjNgBsyAGTADS8WAt2MGzIAZWOkMeKLTSn+HvH8riIHuXTS604age4JYQTvqXTEDZsAMmAEzYAaWngFvcakZyPGXxmJEZ9sZ6vhsmoHRZ6B95suayESFGsvoH7+P0AyYATNgBsyAGTADq4yBHKMxn+GYLdXW7vd7WmEby8mAt20GzIAZMANmwAyYATOwzAx4otMyvwHe/GpioHsXTSBfAQQBL2bADEzDgENmwAyYATNgBhaYgRx/Bcqr3Xe0TVtmYEwY6D/zI+QjWMaEBB+mGTADZsAMLDsD3gEzYAaGZiDHaIEIom+l6PPYYQbMgBkwA2bADJgBM2AGzEBhwBOdCg/LW3vrq4SBKe6ioZtllRyDd9MMmAEzYAbMgBkwAyPCQA7AVAntY+r3tOO2zMBoMtB/5k9APoJlNI95FR6Vd9kMmAEzYAbMgBkwAzUDOUbjiG0ildpbyUG+KmRhBsyAGTADZsAMrHwGvIdmwAwsKgOe6LSo9Lrz0WJgirto6GYZrUP10ZgBM2AGzIAZMANmYBkYmNUmcwDGKojOiv2eTgObZmAkGWif+bICwSMlWKi4mAEzYAbMgBkwA2bADKwkBnKMFoiIAXs1yDegmV1mYJUy4N02A2bADJgBM2AGzMB8GPBEp/mw53XHjIHuXTQTyBfdA2+6GTN2fLhmwAwsOgPegBkwA2bADDQZ4BgMGo1xIJZqI9a1GyGrZmCEGWif+bIm+PnQ53mEVnAAABAASURBVIQflRE+bh+aGTADZsAMmIGRY8AHNC4MaMDGgZrGbKm2jrvf0wrbMANmwAyYATNgBsyAGTADY8yAJzqN8Zs/Woe+FEfTvYsmkK8ABt50Ay9mwAyYATNgBsyAGTADi8YAx2BAVC+0lmhZNszAuDDQf+ZHyEewjAsLPs5xYMDHaAbMgBkwA2ZgRBjIMVoMzGlAL7yYATNgBsyAGTADZmCsGfDBm4GpGfBEp6m5ccQMdBiY4i4aulk6bW2aATNgBsyAGTADZsAMLCoDOQDL52v2bSZDfd4xcfgwx5iB/jNfnxA/0WmMTwkfuhkwA2bADJgBM7CyGcjhm0ZsQndXM9h12jYDZsAMTDJgzQyYATNgBszAGDPgiU5j/Ob70GfLQAxegW6WwTF7zYAZMANmYEUx4J0xA2ZghBjIAVggIvoOqt/T18QOMzCCDLTPfFmB4HESLFRczIAZMANmwAyYATMwNgysigPNMVoggujb4ejz2GEGzIAZMANmwAyYATNgBsxAYcATnQoPrs3AEAx076LRnTYE3RPEEB2s9CbePzNgBsyAGTADZsAMrB4GcvylsRjR2esMdXw2zcDoM9A+82VNZKJCjWX0j99HaAbMwCwYcFMzYAbMgBlYCQzkGI35DMdsqbb2qd/TCtswA2bADJgBM2AGzIAZMAMzMzCyLTzRaWTfWh/YwjPQvYsmkK8AgoAXM2AGzIAZMANmwAyYgaVjIMdfgfJqbzbapi0zMEsGVmvz/jM/Qj6CZbUelffbDJgBM2AGzIAZMAMjy0CO0QIRRN9BRp/HDjNgBsyAGVhoBtyfGTADZsAMrFYGPNFptb5z3u9lYGCKu2joZlmG/fEmzYAZMANmwAwsAwPepBlYKQzkAEyV0N6pfk87bssMjCYD/Wf+BOQjWEbzmH1UZsAMmAEzYAbMgBlYxQzkGI0jtolUOgcyyNdpstim+zcDZsAMmAEzYAbMgBkwAyuUAU90WqFvjHdrJTIwxV00dLOsxB32Pi0DA96kGTADZsAMmAEzsEQM5ACMVRCdTfZ7Og1smoGRZKB95ssKBI+UYKHiYgbMgBkwAwvIgLsyA2bADMybgRyjBSJiQFeDfAOa2WUGzIAZMANmwAyYATNgBsaQgaWc6DSG9PqQR4uB7l00E8gX3QNvuhmtg/fRmAEzYAbMgBkwA2ZgZTHAMRg0GuNALNXG3nXtRsiqGRhhBtpnvqwJfj70OeFHZamP29szA2bADJgBM2AGzIAZmIkBDdg4UNOYLdVW+35PK2zDDJgBM2AGzMDKYMB7YQbMgBlYFgY80WlZaPdGVycD3btoAvkKYOBNN/BiBsyAGTADZsAMmIFBDNi3IAxwDAZE9UJriZZlwwyMCwP9Z36EfATLuLDg4zQDZsAMmAEzYAbMwKphIMdoMTCnAb3wMgIM+BDMgBkwA2bADJgBM2AGFoMBT3RaDFbd54gyMMVdNHSzjOgx+7DMwDIw4E2aATNgBsyAGRiGgRyA5fM1+1pnqM9rhxkYdQb6z3x9QvxEp1F/3318ZsAMmIFVzIB33QyMOwM5fNOITeiSkcGu07YZMANmwAyYATNgBsyAGTADZMATnUjCaire1+VkIAZvnG6WwTF7zYAZMANmwAyYATNgBhaHgRyABSKir/9+T18TO8zACDLQPvNlBYLHSbBQcVllDHh3zYAZMANmwAyYgRFnIMdogQii71Cjz2OHGTADZsAMmAEzMJoM+KjMgBmYPQOe6DR7zrzG2DLQvYtGd9oQdE8QY0uLD9wMmAEzYAbMgBkwA0vPQD6kRtUEB2LdoVjXXo7d8zbNwNIz0D7zZenzoc8JZCz9DnmLZsAMmAEzYAbMgBkwA9MxkGM0XV8m+tplsM9rhxkYQwZ8yGbADJgBM2AGzIAZ6GPAE536KLHDDEzFQPcumkC+AggCXsyAGTADK4YB74gZMANmYAwYyPFXoLzaxxtt05YZGBMG+s/8CPkIljEhwYdpBsyAGTADZmDMGPDhrmoGcowWiCD6DiT6PHaYATNgBsyAGTADZsAMmAEzUBjwRKfCg+txYmDOxzrFXTR0s8y5V69oBsyAGTADZsAMmAEzMAcGcgCmSmiv3+9px22ZgdFkoP/ML88GoJ9lNI/ZR2UGZmDAYTNgBsyAGTADK5mBHKNxxDaRSmdPB/k6TWyaATNgBsyAGTADZsAMFAZcjx0Dnug0dm+5D3juDExxFw3dLHPv1muaATNgBsyAGTADZsAMzJ6BHICxCqKzdr+n08BmMuBq1Bhon/myAsGDJFiouJgBM2AGzIAZMANmwAysJAZyjBaIiAF7Ncg3oJldZsAMmIEhGHATM2AGzIAZMAOjxoAnOo3aO+rjWUQGunfRTCBfdA+86WYR98RdmwEzYAbMwKIz4A2YATOw0hngGAwajXEglmpjf7t2I2TVDIwwA+0zX9YEPx/6nPCjMsLH7UMzA2bADJgBM2AGzMC8GFi+lTVg40BNY7ZUW3vS72mFbZgBM2AGzIAZMANmwAyYgTFmwBOdxvjN96HPloHuXTSBfAUw8KYbjPLiYzMDZsAMmAEzYAbMwDIzwDEYENULrSValg0zMC4M9J/5EfIRLOPCgo/TDJiBhWbA/ZkBM2AGzMCiMZBjtBiY04BeeDEDZsAMmAEzYAbMgBkwA0vGwOrakCc6ra73y3u7rAxMcRcN3SzLumfeuBkwA2bADJgBM2AGxo6BHIDl8zX7Dj1DfV47zMAiMLCiuuw/8/UJ8ROdVtSb5J0xA2bADJgBM2AGzMAkAzl804hNmHQXLYNFdW0GzIAZMAPLz4D3wAyYATNgBlYUA57otKLeDu/MymYgBu8e3SyDY/aaATNgBsyAGRhjBnzoZmBRGcgBWCAi+jbT7+lrYocZGEEG2me+rEDwOAkWKi5mwAyYATNgBsyAGTADK4mBHKMFIoi+/Yo+z0p2eN/MgBkwA2bADJgBM2AGzMBSMuCJTkvJtre1yhno3kWjO20IuieIVX5w3v2lZ8BbNANmwAyYATNgBubDQI6/NBYjOv1kqOOzaQZGn4H2mS9rIhMVaiyjf/w+QjNgBszAimXAO2YGzIAZGMxAjtGYz3DMlmqrVb+nFbZhBsyAGTADZsAMmAEzYAbGmIEVOtFpjN8RH/qKYCCifcdMhGyhuXuBfAWQYXgxA2bADJgBM2AGzIAZWDIGOAYDonqhtUTLsmEGxoWB/jM/Qj6CZeWy4D0zA2bADJgBM2AGzMCYMpBjtEAE0UdB9HnsMANmwAyYATOwuhnw3psBM2AGFo4BT3RaOC7d08gzMMVdNHSzjPzR+wDNgBkwA2bADJiBZWDAm5yagRyAqRLazWpPRJQvDSjbLWyZgVFkoD7zJ49tAvIRLJNea2bADJgBM2AGzIAZMAMrgoEco3HENpFKZ5cG+TpNbI4WAz4aM2AGzIAZMANmwAyYgaEZ8ESnoalyw1FlICKGPLQp2tHNMmQfbmYGzMBCMuC+zIAZMANmYIwZyAEYqwFjOXpzgtMYs+NDH0sGdOZPHrisQNBBsFBxMQNmwAyYATOwahnwjpuBkWQgx2iBiBhweIN8A5rZZQbMgBkwA2bADJgBM2AGxpABT3Qa3TfdR7bgDHTvoplAvugeeNPNgm/fHZoBM2AGzIAZMANmwAz0GOAYDBqNcSCWai8gb8MYoEb4S4MBtNi1ChmIaJ7L7U+CrAl+PvITIWMVHp93eWgG3NAMmAEzYAbMgBlYjQzkGI1XmDlmS7V1DJOeiOaYr9XIhhkwA2bADJgBMzBeDPhozYAZqBjwRKeKCAszMDMD3YQykK8AnGvCixkwA2bADJgBM2AGlpYBjsGAqF5oLdGyihExyFtirs3AamIgon0uR9R2LSePJkI+gmXSa80MmAEzYAbMgBkwA2ZgRTCQY7QYmNOAXnCJCNaTJaJtT0asmQEzAJgDM2AGzIAZMANmYFwY8ESncXmnfZx9DEQMTgoj2v6I2p68i6bVGd0sLZcNM2AGzMCqYcA7agbMgBlYrQzkAGxCz3TqO4IM9XkHOyLKWC+iyMGt7DUDK4+BiMlzNkJ6/5mvT4if6LTy3jvvkRkwA2bADJiBZWHAG115DOTwTSM2obt7E4jQGK/4Iyb14nFtBsyAGTADZsAMmAEzYAbGlwFPdBrf936sjzxi5sQwIiCIqCKnWIduFjUzzIAZMANmwAyYATNgBpaKgRyARevif73pqJUBsozrMHA9eDEDK4CB+hyd/a60z3xZgWA3BAsVFzNgBqZhwCEzYAbMgBkwA0vOQI7RAhr/Rd/G+z19TejQuhS90rV7AStmwAyYATNgBsyAGTADyYCr0WDAE51G4330USwJAxOdrehOG4LuCaITtGkGzIAZMANmwAyYATOwmAzk+EtjMaKzHYV0gb8JNZEtacyaAa+wwhgYfC7rzJ/cUVkTmahQY5mMWDMDZsAMmAEzYAbMgBlYEQzkGI35DMdsqbZ2qt8zeAzYWsmGGTADZmC+DHh9M2AGzIAZMAOrggFPdFoVb5N3cikYaCaKTX1y2927aAL5CiCI07/8T3z8i4NwNf1X4xNfnB6fvOBqfPKLV+GTFwzGp+hv4x/41AVtnE57avwfPn3BAHyBvgpnUJ7xhb9jKpzJWD/+hjO/UPAZyulwFuNnff5/cdYXCMkOzqbdj7/i7M8XnEM5Nf6Cz35+AD5X+SjPbeFKnPu5fpxHXz+uwHmfm8T51KfGn/G5zxHnE7WU3sDnqU/iT/j8+W18gfbU+CMuOH8anPdHfDHxB8rB+NJ5f0A/fk9fwYXn/R7T4cuMf/m8y5E4tyGlE19p4X/wlXP7cRF9g3EZLjr3Mnx1Bnzts5fha2zztc/+DoPwdfrb+C2+/tk2vkF7avwG3/xsA+dUumSFb1FO4lJ865w2vk27H7/Gt88p+A7ldPgu4989+xJMhe8x1o9f4XtnF3yfcmr8Ej84ewDOqnySxA97+AV+eNZg/Ij+fvwcPzqr4GLKqfEz/Pgs4jNELaU38BPqk/gpfvKZNn5Ke2r8BD/7zDQ48yf4eQ8/pt6PX5z5Y/TjYvoKfnnmxfjlmVPjV4z/6swfIXEG5QBcQl/BD3HJGf34NX2D8QP8+owf4NKp8OkqRvmbxPfxm08Pxm/p78f38NtPF/yOcmp8F5d9uoHTK12ywv9QTuI7+J/T27ic9mB8G5ef/m38fgb8gfE/fOpbmAp/ZKwf38QfP1XwJ8qZ8OdPfQMtfLKyJYkrevg6rvjkYFxJfz++his/WfAXyunwV8b/+omvYir8L2OTuAj/+4k2/kZ7anwFf//EAHy88lH+Xwtfxv99vI1/0O7HhfjHxwuuopwOVzN+9ce/hMTHKAfgn/QJ/770DxyAgUugvKg2SjR0q2ZgtTMQMfUZHRGIKAAC3SVCPoJlcL5ydeYqH58hV/lE5ipXT5mrKIf5VF++ctUs85V/9OcrzE8yh5GscAblGcxLpkJes6g4AAAQAElEQVR/vvL3Xr5yJvOR6fIVxc5im7OYl5y1KDnLX1HymSpH6eYvzFcyp6EsucuVA3MW5THnzZC3nD9tznIFcxZh7jmLcpgvTJm3/BFfOP+PU+ctzFcuUJxypecuF02Zt/xP5i0XMScRps1flLskBucuX+vLXX635LnLtwbmLpcydxGGy1+U28wuh/lVL3dZqBxmMn/55cD85UcDc5dfMHcRfk5ZMHX+8nNcfNbPVlAO85OBOczPB+YwP2YOI1xMeTF+yTxlevxoModRPnMG7Q4uoT2JH/blMr+eMo/54fR5jPIb5S+Us89jvtfLYeacyzB3uayB/6E+iXYe8z9T5jHfYR4jfHv4XOb0b80in/lmL5dRTjNTLvOnbi5T28xh/lxhMp/5xsB85sqFymU++dWB+cz/tnKZrzKXES6ibONvC5bTtHOZOrf5x4w5zYW4innLVLiasauHzGmuveD7KMO3QASB7kKf/BW6UdtmwAyYATNgBsyAGTADZmCcGfBEp3F+98fs2COi74gjii+iLeuGEVESTUqg/y6abEc3Cx77/P/FXs//a2Jvyr2f/xc8LvFXyr9i75P/QklQPj5xJZ5wcgPPv6Jn73PyFRD2pdz35D+jhef9CU88mXjen/GkxJ8o/4T96H9S4o/Uief+Efs/j3juH3BAouj7py7f73HgcwsOojzouZfTFn6Pgyr7YPoOfs7lOITykOf8Dw4mJA95zmUQDqUUDqM87NmXocjf4bBnFxxOefizf4sjujip+I6k/8hn/wZH9XApjjqJePalePJJv65wKY6m72jaTTzlxEvwlJMIyqf24Vd42ok1fomnn0CcWOMXeMaJwi8piRN+gWNoH0N5LHHMCT/HsS38DMfRPu74n+OZJ/wMzzy+xk+p/xTPOr7GT3D88cSzforjBeonPOsnOEEy8WOceDzxLOL4i3Hisy7GSR08m/azn/UjJJ75IzyH+nOe+UMIz6Xs4nn0Pe+4H0A4mfLk476Pk585iedTfz59kqcc9z208V284LiCF1K+8NjvYhLfof4dvOhY4dt48bHEMUTKb+HFxwjfxqn0nXrst3Aa7dMkiZcc802cdixBKV14KXXhZcd8AzVe+oyvUycoX574Gl7xDOHrlF/Hy1On/fSv4ZWJr+I/nl7jIvzHM4inF7yKUng15auf/hW08LQv4zVPJ572Fbw28WXKL+N19L82cSF14qkX4vVP+xJe/9Qv4T8rSBfSftoX8YanFryR+hufegHtAunCm+gT3vzUL+DNT/kC3kS8+Smfp17wFurC/6P8f0d/HkV+Dv/v6IK3Ur716PPxtinw9qPPg/AOynccfS4STy7ynU/+LArOxbvoexftJv7rqHPwX08mKN991Nl4d8pzKKWfjffQV3AW3nskcdRZeB/x3qM+QykU+31Hfgb/Td9/U74/cSbef2SNM6ifgQ8cSRxxBj5I+UHJxKfxwSM+jQ/1cDo+fARx+KfxYYH6Rw4/HR+RTHwKHz2COPyTlATlxzr4OO2PH/4JJA77BD5B/ROHfRzCJym7+BR9nzr0YxBOP/SjSBxGmfgIPk35afolzzj0I2jjwzjz0ILPUH7mkA+jyA/hM4cUnEV51iEfxNlNHPwBnJ34IM45mDjkA/hsA+ce/H6ce8j78VnJCudRnnfwf+P8Bs476H20CcrPJd6Lzx8kvI/yffhc6rQPfC++kHgPLjiQOOjdlO/GFyWFA4v+RcovJf4LXzrwv3AhIfmlA99FnTjgXfgy9S9LEl8hiv5OfOUA4R246ABi/3fgqxUuohTSPuDt+Nr+BV+n/vX930a7QLrwDfq+sf9b8U1hv7ci9f3+H75Z4VuU39rvLfg2ZQ9Pol3hO5TfedKb8d0u9pPvTfjekwq+T/n9J70RTfzgiW/AD55EPPGN+GHiDZST+NET/xOJfV+Piyv8uJKypRe8Dj/Zt+CnKV+Ln+4rvI5SeC1+Rvtn+7wWP6f8+T6vQcGrKQt+sc+rIfyS8pdPeDUKXkX5KvzqCTX+A5c8gXg8IUn8OvFK/PoJBZdSXvqEVyDx+FfgN9R/I1nht5S/ffzLUeN31H/3uJdBuIyyjZfifx5H7E1QXv64l+DyvQnJxGn4/eOEl1C+BH/Y+zT8gXZK6Xufij8mXow/7S2cSknsRb3Cnyn/vNeLcEUTj30hbeKxL8KVwl4vxF8a+OteL4Dwl8eeQklQlqHZBIdjAkWzcOwWUcZxtTsiarUnI/p9CkYM9itmmIHlZCBi8tyMmNTLPvV/Fibyg0I/y16NfGWvzFf+ir0pHyecXHKWxzFPKbgSj2euImTOkrnKFSVfef6VlFdkvrJP5itXtPMV5i9PZF5S8GfmKsKfmKP8iXrBfsxV9mOush9zE+UnwgEdXfYBzEu6OctBzE0Oor/gcnRzlkMyZ7ks85VDmKcoXxFKrnIZivwd5p6z/KaXsxzFHOXJiUsH5ixHM09p5yy/qvKUS1BymMo+4VfMWQjmLM9g7qJ85enMUZ4uW1CeQvsYymMTP8cxzFGEYymPZZ5ynJA5y8+Zp/wMxzFvEUr+8tNe3nI885fjmac8i5BMZL7yE+YuP+7lLCdk7nJx5i0nMoc5KXExc5UGmLP0chfqU+Utz2Wu8rxn/mAyb2GeotxFecrJ0gnpz2fucgr1U6rc5QWVPIX5ygsqNHMX5SsvZM4iSH+R8hWBeYpymFOZp8wtd/kGXlrlLpKZuzBneRnx8sTXqnzl65m7vIL5SuYylK9MfJU5zFcn8xflLgLzmVc946tQ7iK08pbMY75c5S6Ujdyl5C1fZh5zYSN3uTBzF+Urr1cuk/hSyWWYr9S5yxtSv2DK3EX5S+YtzGFSVjmM8pYmlLu8pZHDvLXKXd7K3EV4G+XbmKe8LXE+8xbhPMqCd9D/jkYO807q72TeUqOdw5zTy11KDnN2lbecQymc3chfzsZ7lbdUOUzqzFfelziLucxZUO5S5zCpD8pfmLt8QHkL5QclE5+eMYf58Aw5zEeZszTzmI/T/jjzlkQnhxmUx/RymMPqPOZjOJ15S8FHmMMIH6UklMMc9pHMY86UzrylzmGKZN5yKMFc5ixCecxZmcN8CEV+EGcrl2H+cg5zlnOUvwipfwDyfZb6Z5m/nCswbynyv3Euc5dzaZ+X+G/mLg0wfzmf+FwP72UO0wDzl88zn/kC85cazVzmAuUxB70HymG+SF3yS1Uuc2Evj/mvkscwh7mwl7u8i7mL8E58OXOYd9ImlLcMyGUyj2Hsq8xfviYwn2nmMsphagyfy7wFymWU23yb+cu3ld9Qfifx5l4u8x3lNJnHyPemaXOZ78+Qy/ywl8v8Jy6mrvxF+PG+tBOvRzeXUU7zU+YrP6kgXejmMj9jPiPUOY3ymF/Q90uBuUzazGF+WaHkM5M5zK+YwwiXVHnNr2n/OvOYVzKPeWXJbZi3XMpc5lLK31T4LeUkXl5yGuYwv3v8yxr5zEtxGXOXy+gveGkvp7mc/sE5zUtKPsMc5w/KYzKnOZX5TcEflzinKU/hLCO6yXpiUqUWMTn2i4i8Zk23ixkwA2bADJgBM2AGzIAZWHoGVsAWPdFpBbwJ3oWlZSAipt1gRIlHFKnGEdIFWR3QzcLkEkQgwKVXpZK+iKAkosSDFuijhVDFOoSgQX8EFRbIR4CLzIisUYn0RsgHqA7WiUBZJAVaEcEoKgQgrRJQTABQXFUtAS6KEdQQESgvpFRNBbkoJtCgoDukEVWhMyLAUlC7UwZQCmUgggCXAIIv1eASBDIWEkCoqCIAmpKRMiLoCEggwEWVgDQjgpIIgAqgij5wqV0pVTGWoZ6eCr0gpAd6cSkCgACIKAhwYaUYBeSlLrWgqiXARTGCGiQCQTWypgIp8hc56S9alDi4sFFEqBkoUGkMVIXOCHoDiAjoBUpaAKIuiIgKAAJcVAmozKAkgrYALpSsWYqiOiJ67aiUGH1U0qyiSFeAMitoCQRFsCbUgGABHQCriIAW1RFZoxKQEiFfqgi+wKW4AmlSgI6IQAAVKk0CXBQTiso2CgQlHaoVI0BEVP4Agi/VKcBFsQRAgV4c1UInCwpKFAEWVqyrQkcgQgAQKqoIQCaroCQCQLajQkkDwRe4hCAfwYLipjeNYkYE3UQAVAgqLOASEcVV6ZAVgAQUI8CluKq6CCieAFIEqleuE3QCdBGBCAKgJBCAIAEuihHpoi+kyE1kCUBhVRGBABdWkVpAgjVlIEIAECqqCFSLYgxEBCIE+oOAKgFFy1iAIh3UKANasmZAkgKgUstJIzVEBPIVABWCCn3gQo2uKIjiiKAiyJsS1IjUA5WQg3pAi3yBoBqQTgVSUo9UQQEtkVqgFmCjiEAAoEDwRS0LtNAZQW8AFAi+IAUBCBQsVAMRAoBQYSUF1ZKxAEUBAiqol8qMCEQIDAQBVQJSg2IIUKSDGmVAS10H+FIDggU0AVYRAS2qI7JGJZBKGpWK4Kvo0BKsBHojgjUqBCCtElCMAJfiqmoJ+hRPIBBB0BeJUkOCNhQTqFMg+AIRqBY6I2ipCHKnZMV2VQHYJiIQ4MIqUgsaSA0ZC4l0UKMMADUqTe0SQIayUptiRgQ9RABUAFX0gYtcFPIgQlZQ0hMEWKVP+iTo7RkRgYhIOyJ6ejo6VUR0PDbNwMIxMN+eIsr5GRGt8ziitqO1CVmBoI9gKWoggpA3gOBLdQpwUawJuhRrtgv6IgIRggyAGsAaXIJAxkICCBVVBCAzK1kRrAmW9KmKoA/IdhHSA5WgMwoAUCOqWgJc1FBQhFLuglLTzUYsiglFpbuK086iWAKgQPBFDb0lUDwMRgRYigMBJEodEbSIAKgQVOgDF2p0RUHUDioZD0QQPXcUrRIMsgRCXlZRNKQAF62bAChQxwPVQkV+sIoIhNysIrWABGvKQIQAIFRUEYBMVkFJBEAFEVQERL7AJYTalwYdiqYP1IQSqFx0BCICWiQCQTWypgIp8oNVxKS/aFHi4KKYQBXpZiWFtjRkLCSAYKENAZEvcAlBPoIFDACsIhSRRqQeqIQc1ANa5AsE1YB0KkCwEKAjIhBAhUqjoJvOQAQBUBIIQJAAF8USAAWCL0hBAAIFCyKiAoAAF1UC0owISiIAKoAq+sCluIIeIuhQkRTkZTupBaWmGwWBCAJAAESpqSAXxQQaFHRXcWoQaLIgIioACHBRJaAyAxECgFBRRQAyWQUlEQAVsGlKVRFySiNSj8k47YiAFtWBoBpIV0gN6kEFlASivOoGQR8B2hGBAECB4ItaFmihM4LeACgQfFFDb6FTPgokFIi6SgWqI4KSCMYEWqCPFmQG60TQk2A1ME4/26okWEUEa1QIQJoEuCgmFJURBQQ6VBQjGEAlgAyrIkqhLxAhAAgVVQQgk1VQEgFQQQQVAQA1gHUI8hEscgG1D6BGVIFKyIGIgBaJQFANSKcCKRFByVIEtASCgigFYJuIQIALq0gtZoGZ+AAAEABJREFUaCA1ZCwk0kGNMqClrgN8sR0IFiDAJSiCEpREFagEQG9EI067+FAWxiKqOAVL+qNqJ5FhVhHFmz5VQmRzQLEEAPoiq0BvUYy+iECEwEgQUCWgaBkLUBQHgpIApCEikK8AqBBU6AMXCVqVu9IqAQYjAqF2iUqToA3FBOoUCL6QQFnolC+CtSBv1FUq2ToiECEwFkDwpRpcQlCMPgpQsNCbRprQQg8isqakRyoCEUGjXSKuh4hI1JGIfruOWZoBM2AGzMDKYcB7YgbMgBkwA4vPwPUWfxPeghlYfQxERO50RDSSyfZdNIDujybonkhIJ7Qm7VacPt2ZUyCjRKEVe/1oXUI+Qm0Zysb0pqpui5+eNBhmJH1U06V1ax91qmUzVNQu26itYvRlSaf6JBRLpJPr0qe2RFm/2Ky1asZ1NDLYJO3Sjl52oXbU6kJJDxtmG0luS4VedpErsA81o6eOp5sVW1SFbao429Cgm3HpqRWdLRiqdAqGuKn0UnIbrHv70Yw3+pGaoVS4Lg2pWjvXVR+CnASLQoTaEtxo1gzUkjtVxSkUz5h0gjrruglVrkUfN1t8bE8n9fRIpU6hNgL3RUX7Rm8pbCo7wSCbsRc6WWtl+WspPVHF0p86u+IqGWMHLHSwM8a4h6kzzOa0GOy1K01Y06+2bMRwo12GstI6bKLSiJcVFBO0oeyJndSSjVUU6vXDtXr9KMjmJU6l109PZ4i62mklqdLVrtVPBtVWm+HW2ZA1m2YtZ9Hpp8JCP/W6n1ydNnsohZ1njD4WtpebztKQdb0+/WyQbbkVBlgYY52Fq2Qs27CB7MkANbbNWJHakNpLsucqLo1gO/klGMjOsm1qJS5bUDsh27KxfNK5ebpZV4YEHSzcfqMf9pY+VlQZY0PWNLNWj6mzYpwlu2Qs203a1EphXG3LftTt5GSY67Auha5eG+4PN8RCJ+ssVHtxrUewN66bATappPw9sCO62aiKSyM6cfWjvhnJdtLZhLvNlamwKJSd9WKyGKhtrsg27Ek+GtRy/VrSYKHFOBsWXX0I8hEsChGlHbfOdjJTo06pRgRL2rl99qEina1LYVM2YGFfDGZ77lcdzLZ0SvagOH1ciRo7UJkATfZBP0tZndFKKRoDvT6ky8t11YZrcn1qtCfbaIcItlOcQoXtaGl9ggZ9uRIb0i+L/tQoM84w3SVOX21qO624YgT3gm72QD3bUtIhdwopWjdj6lVxbYCOotbrUtKvul4nO2Cjsj4j0tWHQF3tuErVrBFX3woQ9bpqlDrXS8k+GGZhY9ZZqGZMbfri7J+NenG2yT7pk9S+qEWaXHeynQyCgYxT5Wa4Ci32oXY00pt61Y4hauw1FbXNJlmpnfqg0SuyI8o4LiLSH1GkjIhJXbZhBlY6AxGDz9mI4o8I5i3to9DnQJ8PfnJKKQ5+xPgZ4idKMWl1UDaDLPTysyZbq7Bp8aXC1nRmLNtwm7IZ41oMZinte3FF1Iio2jHENmxbKRIMZWelb8ZkKUCw1A6uV/rLugpoHQbYhl76WNNUTVfdjzbAXWC4xKjQpK42qUlRK/q4ruJ0q29a6iUhnSG2YXMqGWe7XJFVL67W3Xht99pla/bFDhijwjLpo5cty3YYoMKSTrZh+0plKDUGWVKt4mojlF6yHSNsxMJ2Zd/TQ4eKdAWoS2jdhA6GPvVDmx1RY1vqdR/poy1ZWioujaj8ElwxO8v1UqviDPTiVEpcfRCMsRW75k5Jp2CTtEs7dsSilmqXTbINPWxItXJLI9JXxaQT7IylxNSYUdrSiF48N5JVvV2uwXas2YaFjRXm2jRYZ0xtFUhJf71/DLKolaKEYhmU3uyn2L2WbFf3JdlDrlvtS+rVelV7CjrYL2PZl5rS7K1PmyF5cr/UWO0yzoAkA3KnkCJfvZp0+di0xLlB+XpxBYTKr0Ylzq3Ip5hQ61yRKptVcdoKaxv0SKSZfbAhS+VjtDKoNdZnB/Sz0MfD5Npl3VyNvsk4Q3RybTamtzKLpnXYuBGv21Gy5WQ8m7Ap/XU/7CLjbJelsuVjE7blOgoIdHBN+lhLr1F2nTX9bEc3a65Hpe4nHazSzpZVvPKxUzkoqj7kr8F+GGCchfvHmqbaSSMUZ9ssitPubYd2r6X8VaOMyxa4P3KzJ4pcgf3TUizBBulmT7TZSIVtiq2+aLAUm2syXnTW6WelolB2pnXYJdvRlX2y5aSDbWmrJX1qy1bpY0WVMa4jf4LtVKQzWEq1nnxUi69srdIpGn2oX/YqJ7uSRijOddRHxtWRIF+CzdWa7fri9Klpgrpa1v2Uthmhyu2wD5WMs98sGWaM60pNnyqBDrrZZRWXQdBKHztlq9JIfU6CW6Gbjaq4NELrJhpx2rTYrhnnyvIT6pMRbopblZuN08eYVpJgkIVxxYTi1Gr0p4NScYIx1nIyLk2dUspfg1H1zQYUiksj6jhdDLBwPdZ1c+1XDW6QEca5DtesdGmEfAQLjbJ2rie1hQmO7yI9EUWmsforH4EZMANmwAyYATNgBsyAGZg3A57oNG8K3cFqZyBiMlGMiL4EMqL2RedQA/kKgE2ISkG9BPIVoCRKo9QnKwZphBBsAyBCCgEuKQLlBUqijgeQDlZBgEsIqlJSUdvUWbFNJKQDEQGAUCGkR4Q80FK0AOQjUFSKqICyKEZPlgBFIIJAvQQVohRAUqgUqihL0BNgBa5ORAHqJagQpZQYGwYCoERvCejFSgURAVZgTQkuQT0oQUnUcbkEIP2qg5rC4BIRgABUIlBetAFEhCoCAFVVEUG1QqAs9CGBSgTKC7lEBCWhQkDRCNbSCqCl004tIlQrSFCH1grWiUAEgbIULUAni2SqCL7QaFf0YJBFgrHiA0BbVUgJaYRkIitMLsFWRACli0oBF6pA5IuVCiKCruhJcJELoE8IaYScCYBugFUkpBEZCyoA3dAiF2iEEMglgkoCkGBNGQiUJUIaoUKAdkRAL1Q1tMhH0IUi2IJKKCZQB2ipJAIRBLgEUZf0BWOoEKmwRlkCerECmxK0qISCvYpK+oJxVIiigAtVIMorpBFsD4KFBrgE9KJCCdT+iKiMWgTyFcglgkoCkGBNGQigIJ20JBP0y2Q0EihLxgJ0IVUEIgiUJSKoECoECLmCSoRqhlWog74sQY12RMhEWYKCUEkEIggEkBJlSV0+yE1IDwS4VFXICqhGhJSgBBDIpYigSQRdRERWNFiookSRboCSzp4BLpE+1kgEXSwRVBKABGtEvpBLRAAJAFRVRUSqAYAqcpEi0JAI1C86WCJCNehGqghEEChL0QJ0skimiuALjXZFDwZZJBQTUC90gigFDBVADqJuRjuEAEqborBGWQJ6sVJBBC0BAVCitwTyFaAkFBPAhT7QGwlphGIECw3kElUdahdpIIKKQLOIQHnRwRIRqkEnUkUggkAAhGpooQ8JVCJQXiiLYvRkCVAEIgiUJYoAnQi+sgTNSqGKskgjVBKBCKIEWUdB+oIxFCBSYY2yBD0BViqIkB4IcKmqKFbWCkuJCEAAQA1gHUJIIxQTwIU+KJZAa1EoIhAR6Y8oMo2qiuj3VSELM7BiGYiI1nkdMWkDge4SIR+hQoB2REAvZB3IRT6CLhRBPxXWGZYzEMgiwRgIqulTFQgJ1WCo6HQVA9USyFfQJCKyosFCFSWKdAOUdPYMcIn0sUZCMXohmUBRkVHWKItisgKQGuCLSqBepBGlgKEChWVIJgL5CkDuiEpBvQTyFaAkmnH66KE/JqE4uEgmgCLqNsglIlAFUtCgDATKEiGNUCEUkCsqJUozgM5AULJI0AZBFWUJ6MUKdBMBVmBNCS7SCAaDXgpQICIoCXBJEchXgJKo47TTwSoSjAGICAAEiwS4yBU0CuhQkZO+LAGKQASBegkqhEoipojTDyIAro7gC1JQL/IQAbAggnUCAFVVQSUA1kTGAhII5CI9aCQiXYigkgB1cAlKgppKRFAQKgSDLIGgVyVSC4DtIiRTRfAF2oFqSZ2WSiIrsEZdhZQoZoSUgAQCuRQRNIlIFyKoCDSLCJQXHSwRoRp0IlUEIgiUpWgBOlkkU0XwRS1raMl1AnJQpZAelKgW6QE5WCOCNcE6feCSOqK8ojgiqAgyqaJEIZfMCNYJAFRVRUSqASAiaykVahEoL5RF7RJAEYxSCVQLdYCWSiIQQYBLEKiQvmAMFaIoqJdAvgKUBNtDABf6gKhe0oiMhZQCAHIF6hfKks4A3ZAqJaAXypLOAF1IFYEIAmWJIkAngq8sQbNSqKIsQU+AFbg6IT0Q4FJVISugGhFSoifBRS6APiGkEXImALoBVpGQRmQsqAB0A6wigrU0IlAW+pBAJYKSQLUohkAWCdoRIRNlCQqiFEREAQKgjt4SyFeAklBMABf6QG8kpBGKJQC6AVbtOMqSbSJ1qWi0A5cIxQgVAorTlyogC2CdRU7FBDkIuaCl9tFBFRFFYQ1UVUiJYkZICUggwCUoghKUhFQiIitokQpGQwjkEkElAUiwpgwEyhIhjVAhQDsioBeqGlpqXwBUEXyBSqBeAnqxUkFEgBVYU4JLUA9KUBJSiYisoIUaRTBOBFWWCCoCdQZYB4VAtVUirYhARIEcEZO6bMMMmAEzYAbMgBkwA2bADIwjA6t/otM4vms+5kVhICJ6/UZEL4GMqPVeuK1MlJtvdOeN7taZDDIAoRGnnZ5elQq9ZS1ZrX7kYHSCUAuZGZedRvG24nIReVcQpUrR1UqQR/tUdVCJ9LChTLUoLWmxyM5Npq6IkF6uJiehQtBBGhpxrShkjOtQcjPyqGmRdKchS3HZbKRjpSmLkCaUltwIS7Wd4mYbFfnoKCXbsFLP9YpsxGBVaxsZl0ugvy4yuRtp1u2KobraDtXSLuuyDanaYrWyTIFNGacmP4Wa0EGhvjLKXakClci42jPcc1HnSqoV5jpS2QfbqY2sDKgRHXTTbMdpsZmCDFHLpmmqKlG5S1S+SlNnBD3FoRUTkybDZZ+yUelF0eyVPhbGWauhwlQVLyh18s1+s0nG2TClekmFUbZVg8Q0cbXUKoKa1VI6oVJvL5tmnNthv6myAa2sFS+gpxVnWIU+7lUpXJmt8lipKkpII1hosB1bcJ00s0rvZEUfw9kHq9x0CTIgi4KFoW4/6c2m0qqm2Y5V+uXjDlBkC0paZWOlSbrZb0YY41oKUzTitBrtUpUrG9JiKauzn/RV/aSTQZaeKp0GW7JmJyq5DgMsxckofTIznE5aLLJlMlxU+lhSr7fai7OR3vOBca3RjLMRi7wEt5+dVD2yncjIeK9KRa0Yos42LGUF9lAXRhgvlvZl0pCv2g7V0i7r0odU9Z6dNlxqq5j8Kelgu8me2FYx+lQSrHLbbNpbhTrdqhO5CrVWP9mAa6gQ7Jm7rxZsyFI0BlhoKsx4ClYlmv5mP3RoXxLUS1EHAleTg6r2h6JyyFmD3lK4LSkDttFZz0YAABAASURBVMOmjHBdxYTaQVmVylv2LDeWa3AdNVC02Kq1rwqoWa7AJvJTpNnTU8lKzRku/VQetpVGsNAocXYqk0Zx9RR6VQh1VnpSUJCTYJGV8UH9lKDC5CoFK/XUCGir7IelxBr90MGGGVGrNGUJ6jAlWyhQ9ypf8lX3I0eunUrRiqoutGr2UFfqR+EE++g1kINrK1637clq/CY7IiRaY7t0uDIDK5yBiMjztt7NiKjV9EcUOyLS7n02eq3k0QeFYOHHhQ5+Yvg5kqlmtCToL0JtGKZgCyqsJwP0VoWfVUbqONXSQSpqwjhXo8kmJUSzLnSXOB313waqVTvtkVoUM+PqUS6BevFVcdqT61Jjm9wm/ZM90U8711BcJm31QzOtjNFXGWmqn4xn1YsUhT4WHgdrNSxe1rSrflLLmLQqlLFiq9Y+MpLb64UUoKFYqmygfc1GcgiKs+9UFafdi9OWybBEy61QgitmvFSlXR2QpTjt3C7b0Mx+SpWWWvH42YiFTUqIegZYaf9rM/uhTyXBqhWnnR2UrrXaZN+0Gm5aLHTkNrme+qZJp4o0ohR2ya2wIU0FCWkCQ7S4ukqiVHIKXK9yqLW2kTuUxhRxtuemqo4p1JZNJQSq2YUkm1Y6t8OVenEFBDrozk60bZrVatKIUhhnaerZShX7rfuhqT60QTblCnQolihmL64GgppUkCnIzH2SIqSzbCdV+mRlj3II3Ib6TrUbp82wdkuCVlmbCovWIEphXMqAeN1SO0awVW6e7l6Rj6G0U8ohK6X6TIXb4Kp1A7kEerX/dXO1ZqssDKXMVdhAsVyFeh6UGtBR4oxSoakoIY0ohf004vSxQa+kyYqr97rtBbWNBLugM/dVDakXN1csStbcCiP0saSDVi0Vk1uu3obkENioFaedW8yY1mCU263NWiqSoIPhXEsVzXRnH5VDvnr/pcvdi7N18anWtmrHpKSXRrVGboxtWep++uIKNONahz30XNTVREKyCic1apN+BQQ6Ms5Kx0CzhBUT6GDhznEv1EbRdEgpYCQVudVHbkgeOdhHX5w+lQSrVlzrCbmulNx0KnIJMso6tFQItuJmi7cvng7G6v2nnatQqjCi1bknFGzDjlKfrEpr1fXxqdnguHpUP5RagaK0o496z1V3IIfARuo71WwnjWBhiCtzL7mOTIbTJal9ZbAUBtmKetYZpkGZgVxH29A69JRQ8bJNMbmJoquBkFap1Gvtyn5yXcbSWaKp0jVZJnKMFxHpioi002AVEaxLiYhWrHhdmwEzYAbMgBlYxQx4182AGTADMzDgiU4zEOTweDAQEXmgEZFJYUQMsIsvA82KbpbeetLRq1JJMyIoieDKAi3QRwtpsg5BPoIFNAFW8oNLCFWgEvIgQhFAddR1oCyUJRyIIOiNRKlRCSgmZAwIvlSnABfFCNARUaLgEhGqQTeKGpQEQEkgAEECXNgoIsBSQFcpQUGUAgUjAgEurCK1oIHUoFgCAN2RVQCUQVQFEUFXUAIIcFElIM2IQIQAIMCFFW0qaUqlBxGsE4xQBQIRAS2qI7Kmj55UWaUPoEZEgXwJgA6AVYRi0gjqrLMwRMlY+lKlKwDVEuBCmWFWEcEIfSxFC8hBN2UgggCXAIIv1RIBLoo1QZdiyIotSkFEVAAQ4KJKQGUGIgQAkaVXReUIABFRAUCACyv6qKQZEZRE0JNgRR+KF1roQQRrggWgqioilTQjpAcqwbD0gBb5igbGpREqBB0sgQAqVFolwJUjAgGAAsEXNZYApNPJgogoAJcAgi/VKcCljgdAFcEXNfSWANLPKiIQ4NKrqJSCiKhQ4rRAB7REVoF8sR0IFiDAJSiCEpSEAgQLDXAJRAQloDoiKIkAqEyCRkSwrlzUUwsgnawiZBQzaEtLVwCgEpEK1UB5yR0ALZWCQAQBUBIIQJAAF8WIdNHHQidoSiNUCLBNRCBQlkgtIMGaMhBBgEsAwZdqIfUqFkFLAJcgeu1QNMUSQDpU0QYXNZdaJGsaLFATVVGUrCNkEQGkQxV94FJcQQ8RcrBSjALFy1oaIT+tSgCpZ0NqaQHUMg4uDNV6RDBCH0vRAnLQTRmIIAAEQJSaCnJRTKAREXQHNRVJohREREEVokUtCCDrOk6DavGhXuRE+iICEQS4BAFVAlJDxkIiHdQoA1oCQRGlZjsQLECAS1AEJSiJKlAJgN6IRhxlKS76WdiEzkAEkRrQ0wKgQQQiCAABEFUtQQuKVXpEIIAKgdTkABfFhKKyjQICHSpUGUZBIOQjIrWABGvKQAQBLgEEX6rBJQhkLCSgiholuEgLSkB1RCBCABDgokpAmhFBSQRABblIpxJ0REogomiVABCICHQXeSIiYxFFNttERJoR0WuTDldmYJkZiIjcg4giZURM6rUdUXwR0TiHQ+EeZAWCNsFS1EAEUbzoaUGHimKCIinlFNSAKAURUYGxIKBKQNEGxekDF7WSWiRrGizIFVlF0AdQI1IPVEIO6gEtqgNBNZBxalIiglpQJaipFC2AUigDEQS4BBB8qUa9KJYAKNAfpx9ABCMCuAQBVQKKlrEARXEgKAlAGhEFAVAhqFSNg44AWBOVrxjgEoggUgN6WqAsigm0KCbjtLOwXfpZRQTj9AaRGpVSEBEVGAsg+AJ94BIC9QBfIQOIoCIg8gUuIdS+NOhQNH2gJpRA5aIjEBHQIhEIqpE1FUiRH6wiJv1FixIHF8UEqkg3Kym0pSFjIQGEiiqCRhDgEgLbgWAB5GAVBLiEUAUqIQ8iFAFUR10HykJZwoEIonhRtAAV0E0ZlAS4BBB8qZYIcGGjiAALECqqCBpBVAURtBIAAlxUCUgzIhAhAAhwYUWbSprBOhHyEJKC/GwntaDUdKMgEEEACIAoNRXkophAIyLoDmmToMmCiChgBFFXqaQZEYgQGAsCqgQUTTEAFKxQlgwH9JIjWEVkDToLqETIV8ygLS1dAYBKhBSpAb2oISIAECoEaEcEAlxYRWoBCdaUgQghVVADWINLEGjG6GABelUqaUYEIgQAAS6saFNJM1gngp4Eq1486igiojSoBBCIIAAEQJSaCnJRTKBBQXcVp52FThb0kE5VVTsKFsajoA4hqAlIDewgwFcAFIAq+sAlpBOSEQEQLJTgEjSDElAdkTUqQWdQD2iRLxBUA9KpQErqkSoooCVSC0iUeCCCAJcAgi/VEgEuiiWkg256aYNL0AIhGRFUAxIIcAmKoAQlUQUqAdAb0YjTLj6UhTGW1CVLS7CVNEKFAIMRgUBZIrWABGvKQAQBLgEEX6rBJfWMUaMEEfSjV6WSZgR1ggXpUJVGMSOCHiIAKpMAwBB6bhmyJh2ICARQodIqAcUEQCqCL2osAUhXjGpEIIIAlyCgiigFEVGBsSCgSkDRFKdGURzgUsLyEiioGygm0BsRrNFZ6JO/goIRxSddiOi3a7+kMboM+MjMgBkwA2bADJgBMzDuDHii07ifASN+/BEx7RFGTMYjJnWtFBGImES5N0eRGtXdNhOMJGhPEArTphdpUWeB7tYpYAM5GKUzDbXLGH2S8rMrdTEZT40uBQgWGnTW61BVt7l+7VMjOiXUWDGajNJKJy0VomxTe8JY9pVOGpRqS5T12UY626jIx0alZNPJOJtxW3SyrgrbVXEGta6i6ocBCloqiaodvWVdOouimrtbxdkPDfoYl56a9KpH+QiW4qjj7JetuGrdT+VQvGrMCONlNe3rpMG2Vbvsg2bG0ydD4Nrsh7W8k6Cv7keqete63X64gkIEe2DDjLOipc6zCwZLkV9tBEZV6nbqh262o4cKm1JXkUakr5LSa5ROWHO97ETrEHWcq8hNT7ZhlWYeS7ahR5IiA6yyJ67Hwv2npXgapZHWLRp7VUzrULKxHAXyJWiyca7DNizFoRiNutuMpw8lrhjBVdkt90EKke3k54oSDLKUOF2pZwc02nG2oYO1emETNuD2uIIKwUjGq7BiApuxTMZpsBkjVFizNWvqKol2P9wQmyhATYIr6xgo6FBJJxWup54YKPHip8kYu1CMqEruDyuVyXg2Lmb2wcbpUlW6Y0fcDm2ajLIt9eykdtBb1mVMrRWvfKVdvX5D1u3Ulv1IqG2vn/SxYj8qBdX6dNft2A1Xo0MNKNRPxqjQVJgRaYQKwRVY2BcjVFinkzvf8NHV6oc2G5S21Fm4KttrO2loU1RoF00xrpGurNieEar0Zj9qKrO3nTTYRlEFJQXq7I3rswF1KuqCDdPLFsVUP4qpSTpZyce1qLFNFSiCXhWCEa6mvtgli9aRTyvVbeVT04JScyUW6mxU4uxDulZkPwxSU5y9SSgmZIw+RlVLMMzm1fo02ExutSTol1X7GSzby1BWalE1afRTVigx6mwgvV5Xko1VcjdUKc4O2ZIWt6OgRDpY5TpskL2pkq4GCa1DR9VO4YRi9KkUcCv0saZZaq7JTbE1/VRUSow2vdTZgjrrUtLJdemrVLZJLePaCzpKP2ojpFPhyXZ0s81kP7mOKoHNGOEKrNkwj12yijFALRtR0lIswQ3RTQ/9qVDSypj6quPyUWeUXu4HbZq97WhVQXGty1izKBQxOY6LmNSb7YbRI2KYZm5jBhaVgYhyHkYUqY1FxLT5ij4H+Znh5yRLcfDzpE9V9ZlSQNDniGCQRXGCtlbRtuikoKWSqOLUtXrdGxulqe0W0KM28rI/teOa2Z3caiOjCmVj+TImqwpUgqtzbRolTl39ElpH/QjSM1K1Yzd0lzXYlLq6YYs6zhAtNktFTdiGHsXlEoo32zDCuPoQaKkdI9mEFT0lTl/ui+LsgyF5GJPBdenIeCUZoJNrsz0VeQlphHwJ6eyGkbIubZrSU2PXaqa+5KMpVa3Vik3SQ8lCNdtwBap0sAlbpkIHC9ct+8MmlZveNGRWMa6jftiYpY4zJj+7pKfnz1XlUIyG1AT17DENrcT16UuTFS05Sz9cN4v8aiMwqlK3GxhXewWEStd+12DnjChApEZZCkNS2DsFQ9wU9aJkrT7YSEWHUeLcLyqMs23qlZTOfiTUWOvSVFOuL41QIehg4XqK0i6aFGmVZEfqgw1zW5LZL62q0MX22Y4dcbVevDK1fkHl4IqyaUkr60tjHzS0egopaqcuE4qzXZbiYDtumx2lqYDAdlqPQRbFCfkUE2qdK1EtbajQ1CazN66RunzqqyBDVaWImrCl1qWpNuyMcRbaVTRdMnvxNNiG+yJfbUrPddhfWanqu9eutKzb0V01q9uxTzahVStqwjb0sE8W6rmFEs+6Gat0+nNFVvRU63A9dqBtU9AojWQXjS4GSnvtREGJp7fujf2VGB3Uy9pqR69c9FUaBbtUx+mjSUmztJJCjV42YmGM26FCjzolaLNFFjpzG3WcdnaQwUpTrAI7y/VrmT0pxvbqBxMTdSjbyacuE2ynoASbs3OuTaPEaBanmuS6UhimmGzHAFvlGlqBMQpLEgARAAAQAElEQVQ2qrfDIEsjzhUyVrXRCuxNKylS2iomjTLj1epsJC/bSSMGxeVji1wldfZeDK2g7jKa+0BNRTqDpVRt5ZOacW61BFnLyX5LnIb0Xpzbki5fBW2Qrbhi3ROtUhiSwnUotJoaqd/SklbVR/qoq40EI7luvVpfnI3k68W1okAHQ1xd2yToK+0YoM5OWVNnIxaabEOFHq5T9oqe1OXLdRVPo8QzSDVdGeMalOyMXhYFcivyl9bqJ+OKCYpznVS5ymSZaI31IqIXipjUe04rZsAMmAEzYAbMgBkwA2ZgjBjwRKcxerOnPtTxiURMJoERRY+ITBrFQkTRI9ryete7Hra5D/D47f6Nx237r8Te2/wLe299Hfbe5jo8dutrE4/Z6ho8est/4lHCFtdQCrS3+Cf2JB7ZwR6092C7RwpbXgPpe0gK9D2C8hGU6aeU/ogtr0XBNdid8d0rW7KN6/DwLQdjN/m3+hd225LY6jrslpBO0LdrE1v9G7tU2JVSqO2UW0/gYVsJbLc1kbrsSexM385Vu523BrrYib6dtgrstLUASiHwUNpN7Eh7x20q/zbXw47C1pNyB+rCjpKMSd9hm+ujxkPoe0hlS3axPWPbb3MDPISQTGx7A2wne9sbYrvEDbBt+m5Y7G1uiG0JxSS3ZZttEmtg220LtqHsYbsbYWtBvu3WwNbb0m6Csa1obyWZWBNbbSfciJLYdk1sSTux7VqT+nbSC7agLmxOufn2a2ELYvPtb4yEfIkb48HbEdvfBJunlC7cBA+mT3gQpdDUZdd4IOMP3P6mKLgJJfEQ2hUe8JCb4QHU7088YHvpBfev9PszLtwv5c1x/4fcHNITO0gX1sZmOxCMbZaQ3gBjm7awDjbdQVibUlgHmzyEoG+TBu6b+i2wyQ63wH2FHW+BjYn7Vth4h1vSJhjbWNjxlrgPffeh3JiQLLgV7rNjwb0p7/3QWyFlV6d9r8Stca8diYcSsiUrbES5EWM9ueNtcM+HFmxUSdn3SP22uMdDiZ1ug3sQ99xJOkHf3ZvY6Xa4+0MJyQp3o5zE7XG3nW6Pu/Z80vtxl2xD/853wF12Ina+Pe4ivcKGO90RG+58Ryi2IePSN6A9JR62Lu68c4WmvvN6Pf+dGL/Tw9ZDE+s3bOkJriO5HmPrPWx9rJ9YD9KFdWmvt8udsO7DiF3Wx7rEeqnTprxjE2x3R+IOu9wZd6wgvYddN8AddtkAt2fsDrveudJlt3E7tru92u26IW6X2ICS2GVD3Jb2bSlvt8td6KvsXe+C2xC3JSR72K34b7PbXXFrgfFbJ2jvelfcate74dYCY7eSvdvdcKsKt6QU0mYb6U3cgvFb7HZ33DJxN9xC9sPvTklQrvPwe2CdlHfHOrtJJyjXJhSTXJtthJs//J5YO3EP3Jy+m1Mv2Ag3330j3Kxh3+zhsitkbCPcVDJxL+pC8d304ffCTYTd6aO8KeVNWrg3brx7A4+gLux+H6z1CIKxtRLS74M103efjElf8xEb01dwI+pC7ZPexBqMr/GI++JGhGRij/tijQo3pLyhYpWUfsM9NsENHrEJUkrvYVPcYA9hE1yfvus/clPKguvRL1yf8vp7bIbrNfHIzRAVrkd5vUfejzbBNsV/P2APovKDso37Y+KRxJ73oyT2lE488gH4954PoO/++Dfj/6b9L4E++YV/UZ/EA3HdnsID8K+U0oUH0S88ENfSf+2e0h+Eax9FUE8pnbhGkI+4psajHoxrEg/CPxn/p/RHb45rHr1FwWM2xz9pX/uYLXHNY7fEtY/dinIrXLvX1riO+Nfe2+Bfj9sW/378dolY56Y5vtMYLmJyXAcuEcEaGceAJaLEB4TsMgOLwkDEcOdcRGkXEXn+RkxKnet1vlLnLMpT9trmOuzFnOWxW18D4dFbXYN2zsJcRbnLltf08pU9maMIrdyF8cxJ2HYP4pFbXIPMWygzR+nKKkd5BNfbPXEtdqdvd+YhBZP2VDlL+hs5y659Ocu/oXxm1y3/hWaOIl3YhblLD1Uu8jD5hshZHsb8ZOfEBHMXQfkJMUTO8lDmLA/ty1mCuQvBPGVHQnnKjltfn77rQfoOzEOaqPMU+Yp+A2zPHKTo10fmKcpRajC2HfXtKNVuO+YjBTdgzkIwX9lWYA6y7TZrME+5YQXpBdsw1gPzlKLfCMpdpG/N+NbKUxJrlDxG+Yps5iclZ1mzl5+k3cxd2EY5zBaUWzAf2bLCFrKZr2xBu+QtazE/ISrf5vRnvsKcZXPmNA+mfLBk4iZV7nJjPIj2g5if9PCQm9A3iVbuwtgDt78pHviQGjdj3iLclJLYnjqhXGVQ7nI/5iV9uYvyF2IzgXG16eUvzFc2ewhzGMo6d9ks9XWYswhrUwrrMD8ZjPvusE7JW5ib3Fc5C+XGkgnmLcxRNpYvQbvOXSg3Zuw+Ldwqc5h793y3QiuPYZ5yb6KXvzBPuRfzlHtRblSh6LfBRsxNNmIsQf2eVQ4j/z1lt3DbKoe5Le5Z5y+SyleIe9R5DHOTbg7zg79/BZO4iPpF+H7PdxHuWucrlbwLpXBX5iZ3rXKWXv5C34b0bcgc5i5C6nfIfGYD5jBT5jIPW7eXq9y5qTMfuXNiXfRyGNrNPKbW12fOsj5jiVpXvkKsT6xXYd1KrsdcZT3mL+sm7sRchqDvjok7o+Q4d0LazFHumLgT8xThzpDdy2UYK/oGzGcKSm5TdOUvt9uFOQvzldslpG+Q+UvazGFuS3+ioSt3uS1zFPlvw7jsROYyylvugtv0dNnKY4q8deYwtJnP3Jr5SOYu1G+ZuBtuSV8/7o5bMIfpA3OX9DEfUb7SymWUw9RgfO0KN095zylymXsyj9mIuCdunvmM9DZuytzmppnH0M885aaJjZjTEMxfbkJbuCl1xaTfhPnJjYlaSk9kHnNv5jf3yXxlLbYpoM38Zk1iLYE5Tcll7sNcRtiYcmPmKfehFDbGjXYnmL8od7lRyo2xBnOVG1WQrjzmhrQlBeUsCfrkvyHzmBsIzFfkvwFlwaZVLrNpyWGYy9wgcxfa1JXDFGzKXEbYjO02w/UeSexBUCp3kS0ZzFkEMBYZux9KDnN/SqHYymPAXEWxCa4z0ctl7g/p/2b+MpG4fy+nke/fbCcol/k3c5p/M0/5V4XraF/X0x/IXKaNaxm7lrnKdcS1j3pgyXGYp1xboc5pevkM212jHKaC8pkEc5i55jS474bQGC8i+sZ+GpRGhMSMiBiu3YwduYEZMANmwAyYATOwyhjw7pqB0WbAE51G+/310ZGBiP5kLmJqX0T0JY8RgdceOYHXHPFvvPrwf+E/Dr0WrzzkGrz84H/iZQddnXjJAVfhtAqn7v8PnHrAP/Di/f4PL6L+wkpKF14o3/5X4YXEC/b7B05p4So8fz+CsSKvxsn7t/E82s/b/5+o8VzqPRxwDZ6zPyHZwLMPuBZNnES74DqcdMB1OLHGgdQT/8IJB7ZxPO3jD/w3ajyLeg8HTeCZBxKSFY6jPO4goMax1CcROOagBg4OPIP2Mw6+Hrp4On1PP/j6qPE06j0ccgM89WBCMnFDPOWQNo6mXbAGjj5kDTy5iUNvhKM6OJL2kYeuiSaOoF2wFo44dC0cfhhRS+qHHXZjdHEofYcedhPUOIR6D4ffFAcfRkhWOIjyoMNvhhoHUp/EzXHA4cQRRCX3p77/EWujxn7UJ7EO9jui4EmUPRx5Czyxg32PvCWa2If2JG6FJxxJHEWkvDUef1Qbj6P9uKNugxp7U5/EbbH3UbfFXk8makn9sU++HZp4DO2C2+MxTy54NOWjj749irwDHnV0G3vS3vPoO6LGI6lPYl3scTTxlEk8gvojnrIeauxOfRLrY/enrI+H13hqpT/1Ttitg11p7/rUO6PGLtQnsQEe9lTiaUTKDbHz09rYiXbBXbDT0+6Chzbx9Ltix6cRkg3s8PS7oYmH0C64Ox7y9Ltj+xrPoJ64B7Z7Rhvb0t72GfdEjW2o93DMRtj6GYRkha0otzrmXqixJfVJ3BtbHNPAsUXf/Nj7oIsH0/fgYzdGjQdR7+G4++KBxxKSFR5w3CZo4v60J7Ep7ndcA8/cDJt1sCntTZ95PzSxCe2C+2OTZ94f930WUUvpz3oANu7gPrTv86wHosa9qfdw/INwr2cRkhU2otzo+Aejxj2pT2Jz3ON44gSiknenfvcTtkATd6NdsCXudkLBXSl7OHEr3KWDDWlveOLWqLEB9UlsgzufSJxEpNwWdzqpjfVpr3/SdqixHvVJbI/1Ttoe6z6bqCX1Oz77IejiDvTd4dk7oMbtqd/+OTugyB1xu+e0cVvat33OQ1HjNtQnsRNu/RziuZO4FfVbPXdn1Lgl9Uk8DLd87sNwixrPq/Tn7YJ1Olib9trP2xU1bk59ErvhZs8jTiZSPhw3PbmNm9CexO648ckNPP8RWOtkQrKBNZ+/B5q4Ee2CR+JGzy9Yg3KNUx6Jgj1xw1PauAHtG5zyKNS4PvUeXvBoXO8UQrJCUMYLHoMaoD6Jx2LiBQ28sOj/fuFe6OJf9P3rhXujxnXUe3jR43DtCwnJCtdQXvOix6PGP6lP4gm4+kUNvHgfXFXh6lP3hXAV5VWnPhFN/EP2aU/CVafth6tfsj/+8RLKlx6Aq192AP758gOJg3DNKw/Btf9xKK571WGJidceCbzuqL4vBcAlYnKcR7NVIgJoeZBjQngxA8vIQEQ5Z+tdiIhUIyLPz4hJydM+cxblK6867LpOzvJPvPTAqxPNnOXFzEtexFxEOUqNF9L3QuYiNV5AfTJfuQqntHKVKm9hfjLfnOXZB1wzRb5ybeYrJ9X5imTmK9f15SsnZL7yr16+cnwzX5HO/GS+OUvmMMxP5pez3ABPOUS4IWXB0b2c5YaZsxzdylnWyBymm7fI7uYuR/TyljVL3tLIWZTDHNbJXQ7NnOXGzFmEm6CXryh3ObzYBzNPaeNmvZxluNxl7V7O0p+7rAPlLb18RbkL85UnHXELPJGyiX2Zp3RR8pZbYZ8jC+abu+zVyFn2Yt4iNPOWWh+Yuyh/EZinzDl3aeQwdd7SlLtnDrM+dmfeIvTyF9oPZ54yv9xlA+YuwoaUbTTzl4E5TCN32ZH6DonJHOYhvfzlbnhInbvUMvOXu0+Rv9wj85ez/vhuCJ+h7OFP78GZfyQot2buImxFuRXzlhpb/n/27gPAlqws9/77AKJe/fQqCIJIEvRiQr1cMygIIhkGYYiScxQYQFCBi4qKATGgYOCCqICCIkgQAQOgpGGGYYYh55yRNITzPc9aVb337t4nd9i79r9OvWu9K1T67TqHrp7qxvks+jPLDw/PLql/yPkP+XllPn7Q7R7ffRzPMN9zUs8weaa5YnuO+b6t55j+/PL97fnle/3skvge1+1Zpj3D/MCuP8MsPsv8UH2Hn10S3+762/380usfXniGyfPM5dpzzI8c/hnmQT+67pwU2QAAEABJREFU5Dnmx7aeYfIsc+mt55gfr0v72SVxss8y3zL3DJNnmosveZa5WHuO+cmt55iL5TkmsRvPMsMzzYW2PctcaK+fZfI84/jaFtfeeqaZPcdcu77GzzGJ/+F6IeaeY756yL/K9Vf5GWaMr3Q+i+vXBcdnmaH+Cj/XfIWfX8a4gPNZ3LA905x//nkmuZ9fzndMzzQ3rvKzTKI90wzPModcf7nFz24903zpSM8y7bnmpvVFP78sPtOcuvUss/hMc7P6vJ9lEsueafIsM8ZnD/NM059r/CzjZ5rP/vrP1efmnmnOe/TtF55pvvS7d67xmUaafa0n9TxfDEpKtfD1YOugQAABBBBAAAEEEEBgQwTON3+d5AhsooDUHwxz7VLPJW09KOYnZw4X5z//+dt/RMt48hOJC1zgAkVgwD3APcA9wD3APcA9sKn3wNG+ftr+dVbaiXG75PMhzb6Ok3bm49d80mwsfQQCqyIgacepSNp6PpGOnM//fRjz/H0Z89RpH09s6r9PXDf/28w9sBr3wI5/FLd18DmtxufE58DnsKn3wPF8TZW5+VpsjLE91mP/WEtH/rpv2z+HrSmp1RQIIIAAAgiMAtQIIIDAFAXON8WL4poQOJKANHvYk3ouael/OMhDpbQ4lr75yINoIn2pl0Ue9Jf103f+wgAD7gHuAe4B7oEVvAf436fzr959uf1rrbQTuX9SLwtp8es4qbe3f60oqXVJvW4NCgQOWEBafj9KvV9Se4ZZdu+PffN/P5ITq/dvG58Jnwn3wNHvgaP9c4zh0Q0xwoh7YDXvgfFrtu21tPh1ntTb+fdQUqoW0vK8DVIcqwDzEEAAAQQQQAABBNZQ4HxreM6cMgK7IiDNHgTndyip/QcDaVZvf9hMe/wGQfJE2mOdnDg//5F4Bf8j8e7cl3y2OHIPcA9wD3AP7O09cDwviefrr+0h9a/j0i/1XFL7kk/Swtd6rZMCgRUWkBbvWWl5O/f7slj271Xmbe8/nr9327elvbf/JuKL76bfA0f6J/pCF7oQ33vY0+898Pdv0//+cf0n/ndg2ddWy74Gi/HYn3o+pOVf90m9P/8+SkpFIIAAAggggAACCCCwUQLn26ir3Y+L5RhrJyBp4T92SYvtPFxK2vq/qEt7fAAd87SPFssebo+2DePn5xuWfMOSe4B7gHuAe4B7gHtgxz2Qr8HmI18zzbeTS4tf00m9XdsWSdt6aCKwOgLS8vtTUnuGGe/1ZfWyvxfpI3bxGYN/n3f8+8z9xf21F/fA0f5V3otjsk/uZe4B7oG9vgfy9duykNS+Dy3trCXVskVa3r9sLn0IIIAAAgggcAICbIIAAisncL6VOyNOCIE9EJAWH/ak3pZ6PR5SUvsPBmlLPZe08HA5PoDmYXc+TzuRvtTE+fmmN//hg3uAe4B7gHuAe2CD74G9+lpo2dda6RtD6l+7pS31XJp9XSf1vLYtkhZ6pMX2wiANBHZZQFq836SdbUntWUVaXuee3x7b/x5mfHvffJsfzuAZZv5+IOd+WJV74Cu+4isO+6+uJL7e5OtN7gHugZW7B472NdWyr8nStz2k5V/3SbP+mlskzbWqfe1YLAjsgwCHQAABBBBAAAEE9lvgfPt9QI6HwEEJSIsPevPnIWnhwU/qbWlWb3/QTHv8pl/yxNhOvb2dvqM95GYOcf6V++YEnwmfyR7cA9znfCOWe4B7gHvgMPfAsX69lK+1DhdS/xou41LPpV6PXwNKi+2xP7WkVAQC+yogLd53Um9Lvc7JSGrPLdKszn2ekHpf8mXB1zN8Tcs9wD2wrvdA/v07UqzrdXHeG/N3kq/7D/N1P38Hzt9+uHbZ123S4td1Um9Ls3r8d1FSS6Vet4YLabHtLlYEEEAAAQQQQAABBCYjcL7JXAkXMiGB/bkUqT/sSbNa0mH/w8H40Clpx0Po+GCeOcnHOvkY6UuMberz840evtHDPcA9wD3APcA9wD2w4x7I10uJ+a+VxvayOn2HC2n2tV0Ni9T7hmarJLWaAoFVFpBm96mkoz63zP+9yN+ntJfV6RtjnDO2qXlm2ft7AGOMj34PSDriP88YHt0QI4y4B/b3Hlj2NdXYt6xO37KQtONrvvEfREljSo0AAggggAACCKyBAKeIwO4KnG93d8feEFhPAWn2YChpxwOkNOvLQ6ekHS87pT/fNBjr5GMs6xvHqM+/4z9wYoIJ9wD3APcA9wD3APfA9q+fxnbqMXKfjHlqafY1mzTLy4u0s+3u1V45u40XkNQMpFktLeaSFp5f8ndhPrb/PRnbqccY549tav4N5h7gHlile6D9Q3iYQhLfU+DFee4B7oGVvAeWfX2Vvvz7mnqM7e30S4tf30m9XV6kxdxd7WvB1AQCCKyxAKeOAAIIIIAAAsclcL7jms1kBNZcQNLCFUjL25LaA6K0WOdB82ix7OE0fcT5V/KbDnwufC7cA+t7D/DZ8dlxD0z/Hpj/uiuf99gec0lbL59LszzzpMWv46TeLi+SXPZVmuXpkRbb6SMQ2C8B6fD3n9THJLVnlZyT1HNJC38XpFk7fx8S49+b7fnYzjgx/X9X+Yz5jNfxHqijLOt4TZwzfxe5B47vHlhnr3ytNUauY1k+9kn9a7vtbUntX0JJC18Hts4lhaQlvXQhgAACCCCAAAIIIDAdgfNN51K4EgSOTUBafNCTelvaWUtqD4+S2n84kHo7D5tS70ueONqDaubsY7Tz5Xjnw+F8GPD3gHuAe4B7gHtg+veANPu6TOpfr0m9Li+SXPZVWp5nVJqNpU0gcBAC0uJ9KM3aUs8lbT2nSIv5+G+epPa1sNTrsX+s559fxj7q6f97yWc8yc+4/V2f8mdbR1mmfO1cG39nuQemcw8c7msvSe3fcanX+cylxa/vpFm7vEhy2VdplqdHWmynj0AAAQQQQAABBBCYhAAXMSfAi05zGKQISP1BUNIR/8OBpKUPoHkQJabzDQg+Sz5L7gHuAe4B7gHugdW8B6T+tVg+H6nn0uG/fpP6WM0tkuZa1b72K5YJCkzjkqTZ/Sr1XJrVkto9LM3q+b8f2/Nl7fQRq/lvHp8Ln8um3wNH+5d80324fv6N4B5Yj3tAUvt+8vh5SbO21HNp9rWcNMvLiySX1b7mq2GRet/QpEIAAQQ2XIDLRwABBBDYJAFedNqkT5trPayANHsolLT1wCipbSOp9UmLdR5Mpd6XPCEtttNHrMc3HPic+Jy4B7gHNu4e4Le+LXyjmc9/tf8NkBa/xpJmbann0mKdL+Qkpdr6Wi4NqfclT0iL7fQRCKyagDS7T6WeS9q6t6VZnn/PJG39GyfN8u1jaROr/e8fnw+fz6bfA3WUZdN9uH7+jeAeWJ97QNLW12f53KRZW+q5NPuaTprl5UWSy75Ks7z3HKVkGAEEEEAAAQQQQACBCQnwotOEPkwu5dgFJLX/IDC/hbTYJ6kNS9qaK/VcmtXjQ6nU+9KeD6n3S9TSehlInK+EgYSBhIGEgYSBhIG0/wbzX1cll2bnsL0t9bF8ESct5ulLSEpFILDSAtLy+1Sa9Us64nOK1Mcltf+gJi228/cnIc36JXIJAwkDCQNpdQzqKIt08ucqsQ8JAwkDCQNp9w3yNdcY0mz/6ZNmbWlnnn8Cpd6fPCEp1Y6QlvfvmEgHAggggAACCCCAAAJrLnCiLzqt+WVz+ggcXkCaPRBKOqb/eHCkh9KMEevzk1V8VnxW3APcA9wD3APcA6t1D0j96zFpsc7nJC32SbN2vtqTejt5QlIqAoG1EJCW36+Stp5RciHSrC3tzKXeJy2v83fpKNFelGLOav3byOfB57FJ90D+rTtcSOLfKH5LK/cA98DK3wPS8q/DpMX+8iL1Pqftaz5JSVtIan2tsa2QtK2HJgIIIIAAAsctwAYIIIDA2gjwotPafFSc6F4ISMsfACUtPDRKy9vSrF/quUQtYSBhIGEgYSBhIGEgTdmAa5MOxiBfG0qLx97el3ZC6vOSz4e0vH9+DjkCBykg6bCHl3TYZxapj0nUEgYSBhIG0voaHPYfwmFAWt9rkzh3CQMJAwkDqRvknzZpli9rp28+JM03yfdMgB0jgAACCCCAAAIIrIoALzqtyifBeRyYgHT4B0FJS//jgXTkfqmPS9QSBtIGG3Dt7d8QiXtAwkDCQMJAwkDaPYN8ASkt7i99CWnWn/b2kLS9izYCKykgHfleldS+3hhPXuptqdeH65f6uEQtYSBhIGEgrabB+O/Y4WppNc9b2rDz4nrb/x5LfO4SBtKxGYz/rkmL87f3j+1ltaRl3fQhgAACCCCAAAIIIDBpAV50OsCPl0OvjoCkrW9GLDsrqY9vH5N6v0QtYSBhIGEgYSBhIGEgYSBhIO29weG+PtveP7alfk5jmxqBdRCQ+n0r6bCnK6k902yfIPV+iVo6OAOJY0sYSBhIx2+w/d+17W3p+PcpsY2EgYSBhIF08AaH+3dte//YlmbnPPZRI4AAAggggMBqCHAWCCCwPwK86LQ/zhxljQQkHfZsJbX/eCDN6sNOZgABBBBAAAEEEEDgWAROao40+7pM0hH3JR15/IgbM4jAighIR76PJS08s6zIaXMaCCCAAAIIIIAAAocRkI796zdJh9kL3QishQAniQACCCCAAAII7IoALzrtCiM7mZqApK3/OHC0a5NmcyVyCQMJAwkDabcM2I+EgYSBhIGEgbTT4Hi+VjvaXMYRWBcBafZ34WjnLM3mSuQSBhIGEgbS+hjw79z6fFYS5yqdjAHbSptpcDz/zh1tLuMIIIAAAggggAACCGyCAC86bcKnPOVr3Idrk7QPR+EQCCCAAAIIIIAAArstIPF13G6bsr/VE5C4z1fvU+GM9kSAnSKAAAIIILCBAhJf623gx84lI4AAAgggsNkCXD0CxyDAi07HgMQUBCRt/YYnqeeoIIAAAggggAACCKyOgNS/RpNm9eqc3d6fCUfYbAFpdt9Ls3yzVbh6BBBAAAEEEEBgfQSk2ddw0ixfnyvgTBFAYL8EOA4CCCCAAAIIVPGiE3cBAicoIGnh5acT3A2bIYAAAgjsvQBHQACBCQpIfC02wY+VS9plAYm/J7tMyu4QQAABBBBAYLUF1ubsJL5OW5sPixNFAAEEEEAAAQQQWDkBXnRauY+EE1pXAWnx4VRalzbnKWEgYSBhIGEgYSBhIGEgrb7Bun7NyHkjcJAC0ur/3ZY4RwkDCQNpLwzWc59H+3dTWs/rkjhvCQMJA2kzDY72bxvjCCCAAAIIIIAAAgicuMD0t+RFp+l/xlwhAggggAACCCCAAAIIIIDA0QQYRwABBBBAAAEEEEAAAQQQQACB6QtwhQgggAACay/Ai05r/xFyAQgggAACCCCAwN4LcAQEEEAAAQQQQAABBBBAAAEEEJi+AFeIAAIIIIAAAggggMCqC/Ci06p/QpwfAgisgwDniAACCCCAAAIIIIAAAggggAAC00TRqUQAABAASURBVBfgChFAAAEEEEAAAQQQQAABBBBA4IAF9uFFpwO+Qg6PAAIIIIAAAggggAACCCCAAAL7IMAhEEAAAQQQQAABBBBAAAEEEEBg+gJcIQIIIHCwArzodLD+HB0BBBBAAAEEEEBgUwS4TgQQQAABBBBAAAEEEEAAAQQQmL4AV4gAAggggAACCCCwpwK86LSnvOwcAQQQQOBYBZiHAAIIIIAAAggggAACCCCAAALTF+AKEUAAAQQQQAABBBBAAAEEEDgZAV50Ohm9/duWIyGAAAIIIIAAAggggAACCCCAwPQFuEIEEEAAAQQQQAABBBBAAAEEEJi+AFeIAAInIcCLTieBx6YIIIAAAggggAACCCCwnwIcCwEEEEAAAQQQQAABBBBAAAEEpi/AFSKAAAIIIIAAAocX4EWnw9swggACCCCAwHoJcLYIIIAAAggggAACCCCAAAIIIDB9Aa4QAQQQQAABBBBAAAEEENhgAV502uAPf9MunetFAAEEEEAAAQQQQAABBBBAAIHpC3CFCCCAAAIIIIAAAggggAACCCAwfQGucHMFeNFpcz97rhwBBBBAAAEEEEAAAQQ2T4ArRgABBBBAAAEEEEAAAQQQQACB6QtwhQgggAACCExWgBedJvvRcmEIIIAAAgggcPwCbIEAAggggAACCCCAAAIIIIAAAtMX4AoRQAABBBBAAAEEEEBgXQV40WldPznOG4GDEOCYCCCAAAIIIIAAAggggAACCCAwfQGuEAEEEEAAAQQQQAABBBBAAAEEpi+wplfIi05r+sFx2ggggAACCCCAAAIIIIAAAgcjwFERQAABBBBAAAEEEEAAAQQQQGD6AlwhAggggMBqCvCi02p+LpwVAggggAACCCCwrgKcNwIIIIAAAggggAACCCCAAAIITF+AK0QAAQQQQAABBBBA4EAEeNHpQNg5KAIIbK4AV44AAggggAACCCCAAAIIIIAAAtMX4AoRQAABBBBAAAEEEEAAAQQQQGAvBFbrRae9uEL2iQACCCCAAAIIIIAAAggggAACqyXA2SCAAAIIIIAAAggggAACCCCAwPQFuEIEEEBgDwR40WkPUNklAggggAACCCCAAAInI8C2CCCAAAIIIIAAAggggAACCCAwfQGuEAEEEEAAAQQQQOD4BXjR6fjN2AIBBBBA4GAFODoCCCCAAAIIIIAAAggggAACCExfgCtEAAEEEEAAAQQQQAABBBBAYIcALzrtIFn3Ds4fAQQQQAABBBBAAAEEEEAAAQSmL8AVIoAAAggggAACCCCAAAIIIIDA9AW4QgQQ2C7Ai07bRWgjgAACCCCAAAIIIIDA+gtwBQgggAACCCCAAAIIIIAAAgggMH0BrhABBBBAAAEENk6AF5027iPnghFAAAEEEKjCAAEEEEAAAQQQQAABBBBAAAEEpi/AFSKAAAIIIIAAAggggAACUxPgRaepfaJcz24IsA8EEEAAAQQQQAABBBBAAAEEEJi+AFeIAAIIIIAAAggggAACCCCAAALTF+AKJybAi04T+0C5HAQQQAABBBBAAAEEEEBgdwTYCwIIIIAAAggggAACCCCAAAIITF+AK0QAAQQQQGC9BHjRab0+L84WAQQQQAABBFZFgPNAAAEEEEAAAQQQQAABBBBAAIHpC3CFCCCAAAIIIIAAAgggsFICvOi0Uh8HJ4PAdAS4EgQQQAABBBBAAAEEEEAAAQQQmL4AV4gAAggggAACCCCAAAIIIIAAAtMXWKUr5EWnVfo0OBcEEEAAAQQQQAABBBBAAIEpCXAtCCCAAAIIIIAAAggggAACCCAwfQGuEAEEEEBgHwV40WkfsTkUAggggAACCCCAwLwAOQIIIIAAAggggAACCCCAAAIITF+AK0QAAQQQQAABBBBAYPcEeNFp9yzZEwIIILC7AuwNAQQQQAABBBBAAAEEEEAAAQSmL8AVIoAAAggggAACCCCAAAIIIIDAMQus7YtOx3yFTEQAAQQQQAABBBBAAAEEEEAAgbUV4MQRQAABBBBAAAEEEEAAAQQQQGD6AlwhAgggcKwCvOh0rFLMQwABBBBAAAEEEEBg9QQ4IwQQQAABBBBAAAEEEEAAAQQQmL4AV4gAAggggAACCCAwCPCi0wBBhQACCCAwRQGuCQEEEEAAAQQQQAABBBBAAAEEpi/AFSKAAAIIIIAAAggggAACCGyKAC86bconvew66UMAAQQQQAABBBBAAAEEEEAAgekLcIUIIIAAAggggAACCCCAAAIIIDB9Aa4QgQ0R4EWnDfmguUwEEEAAAQQQQAABBBBYLkAvAggggAACCCCAAAIIIIAAAghMX4ArRAABBBBAAIFpCPCi0zQ+R64CAQQQQACBvRJgvwgggAACCCCAAAIIIIAAAgggMH0BrhABBBBAAAEEEEAAAQQQWAsBXnRai4+Jk1xdAc4MAQQQQAABBBBAAAEEEEAAAQSmL8AVIoAAAggggAACCCCAAAIIIIDA9AW4wnUQ4EWndfiUOEcEEEAAAQQQQAABBBBAYJUFODcEEEAAAQQQQAABBBBAAAEEEJi+AFeIAAIIIIDACgjwotMKfAicAgIIIIAAAghMW4CrQwABBBBAAAEEEEAAAQQQQACB6QtwhQgggAACCCCAAAIIILD3ArzotPfGHAEBBI4swCgCCCCAAAIIIIAAAggggAACCExfgCtEAAEEEEAAAQQQQAABBBBAAIHpC+z5FfKi054TcwAEEEAAAQQQQAABBBBAAAEEjibAOAIIIIAAAggggAACCCCAAAIITF+AK0QAAQQQOFkBXnQ6WUG2RwABBBBAAAEEENh7AY6AAAIIIIAAAggggAACCCCAAALTF+AKEUAAAQQQQAABBBA4igAvOh0FiGEEEEBgHQQ4RwQQQAABBBBAAAEEEEAAAQQQmL4AV4gAAggggAACCCCAAAIIIIDApgtswotOm/4Zc/0IIIAAAggggAACCCCAAAIIbIIA14gAAggggAACCCCAAAIIIIAAAtMX4AoRQGDDBXjRacNvAC4fAQQQQAABBBBAYFMEuE4EEEAAAQQQQAABBBBAAAEEEJi+AFeIAAIIIIAAAghMW4AXnab9+XJ1CCCAAALHKsA8BBBAAAEEEEAAAQQQQAABBBCYvgBXiAACCCCAAAIIIIAAAgggsNYCvOi01h/f/p08R0IAAQQQQAABBBBAAAEEEEAAgekLcIUIIIAAAggggAACCCCAAAIIIDB9Aa4QgXUW4EWndf70OHcEEEAAAQQQQAABBBDYTwGOhQACCCCAAAIIIIAAAggggAAC0xfgChFAAAEEEEBghQV40WmFPxxODQEEEEAAgfUS4GwRQAABBBBAAAEEEEAAAQQQQGD6AlwhAggggAACCCCAAAIIIHBwArzodHD2HHnTBLheBBBAAAEEEEAAAQQQQAABBBCYvgBXiAACCCCAAAIIIIAAAggggAAC0xfgCg9MgBedDoyeAyOAAAIIIIAAAggggAACmyfAFSOAAAIIIIAAAggggAACCCCAwPQFuEIEEEAAAQT2SoAXnfZKlv0igAACCCCAAALHL8AWCCCAAAIIIIAAAggggAACCCAwfQGuEAEEEEAAAQQQQAABBE5QgBedThCOzRBA4CAEOCYCCCCAAAIIIIAAAggggAACCExfgCtEAAEEEEAAAQQQQAABBBBAAIHpC5zYFfKi04m5sRUCCCCAAAIIIIAAAggggAACByPAURFAAAEEEEAAAQQQQAABBBBAYPoCXCECCCCAwFIBXnRaykInAggggAACCCCAwLoKcN4IIIAAAggggAACCCCAAAIIIDB9Aa4QAQQQQAABBBBAYDMFeNFpMz93rhoBBDZXgCtHAAEEEEAAAQQQQAABBBBAAIHpC3CFCCCAAAIIIIAAAggggAACCExSgBedFj5WGggggAACCCCAAAIIIIAAAgggMH0BrhABBBBAAAEEEEAAAQQQQAABBKYvwBUigMAUBXjRaYqfKteEAAIIIIAAAggggMDJCLAtAggggAACCCCAAAIIIIAAAghMX4ArRAABBBBAAAEE1lCAF53W8EPjlBFAAAEEDlaAoyOAAAIIIIAAAggggAACCCCAwPQFuEIEEEAAAQQQQAABBBBAAIHVE+BFp9X7TNb9jDh/BBBAAAEEEEAAAQQQQAABBBCYvgBXiAACCCCAAAIIIIAAAggggAAC0xfgChFYOQFedFq5j4QTQgABBBBAAAEEEEAAgfUX4AoQQAABBBBAAAEEEEAAAQQQQGD6AlwhAggggAACCOy3AC867bc4x0MAAQQQQACBKgwQQAABBBBAAAEEEEAAAQQQQGD6AlwhAggggAACCCCAAAIIILDLArzotMug7A6B3RBgHwgggAACCCCAAAIIIIAAAgggMH0BrhABBBBAAAEEEEAAAQQQQAABBKYvwBXurgAvOu2uJ3tDAAEEEEAAAQQQQAABBBDYHQH2ggACCCCAAAIIIIAAAggggAAC0xfgChFAAAEEEDguAV50Oi4uJiOAAAIIIIAAAqsiwHkggAACCCCAAAIIIIAAAggggMD0BbhCBBBAAAEEEEAAAQQQmBfgRad5DXIEEJiOAFeCAAIIIIAAAggggAACCCCAAALTF+AKEUAAAQQQQAABBBBAAAEEEEBg+gJzV8iLTnMYpAgggAACCCCAAAIIIIAAAghMSYBrQQABBBBAAAEEEEAAAQQQQACB6QtwhQgggMAmCfCi0yZ92lwrAggggAACCCCAwLwAOQIIIIAAAggggAACCCCAAAIITF+AK0QAAQQQQAABBBCYkAAvOk3ow+RSEEAAgd0VYG8IIIAAAggggAACCCCAAAIIIDB9Aa4QAQQQQAABBBBAAAEEEEAAgfUR4EWnE/2s2A4BBBBAAAEEEEAAAQQQQAABBKYvwBUigAACCCCAAAIIIIAAAggggMD0BbhCBBBYGwFedFqbj4oTRQABBBBAAAEEEEBg9QQ4IwQQQAABBBBAAAEEEEAAAQQQmL4AV4gAAggggAACCKyKAC86rconwXkggAACCExRgGtCAAEEEEAAAQQQQAABBBBAAIHpC3CFCCCAAAIIIIAAAggggAAC+yTAi077BM1hlgnQhwACCCCAAAIIIIAAAggggAAC0xfgChFAAAEEEEAAAQQQQAABBBBAYPoCXCEC+yPAi07748xREEAAAQQQQAABBBBAAIHlAvQigAACCCCAAAIIIIAAAggggMD0BbhCBBBAAAEEENgVAV502hVGdoIAAggggAACeyXAfhFAAAEEEEAAAQQQQAABBBBAYPoCXCECCCCAAAIIIIAAAgggcCwCvOh0LErMQWB1BTgzBBBAAAEEEEAAAQQQQAABBBCYvgBXiAACCCCAAAIIIIAAAggggAAC0xfgCo9BgBedjgGJKQgggAACCCCAAAIIIIAAAqsswLkhgAACCCCAAAIIIIAAAggggMD0BbhCBBBAAAHpUkxSAAAQAElEQVQEqnjRibsAAQQQQAABBBCYugDXhwACCCCAAAIIIIAAAggggAAC0xfgChFAAAEEEEAAAQQQ2AABXnTagA+ZS0QAgSMLMIoAAggggAACCCCAAAIIIIAAAtMX4AoRQAABBBBAAAEEEEAAAQQQQGD9BY72otP6XyFXgAACCCCAAAIIIIAAAggggAACRxNgHAEEEEAAAQQQQAABBBBAAAEEpi/AFSKAAAJrL8CLTmv/EXIBCCCAAAIIIIAAAnsvwBEQQAABBBBAAAEEEEAAAQQQQGD6AlwhAggggAACCCCAwKoL8KLTqn9CnB8CCCCwDgKcIwIIIIAAAggggAACCCCAAAIITF+AK0QAAQQQQAABBBBAAAEEEEDggAV40WkfPgAOgQACCCCAAAIIIIAAAggggAAC0xfgChFAAAEEEEAAAQQQQAABBBBAYPoCXCECCBysAC86Haw/R0cAAQQQQAABBBBAYFMEuE4EEEAAAQQQQAABBBBAAAEEEJi+AFeIAAIIIIAAAgjsqQAvOu0pLztHAAEEEEDgWAWYhwACCCCAAAIIIIAAAggggAAC0xfgChFAAAEEEEAAAQQQQAABBE5GgBedTkaPbfdPgCMhgAACCCCAAAIIIIAAAggggMD0BbhCBBBAAAEEEEAAAQQQQAABBBCYvgBXiMBJCPCi00ngsSkCCCCAAAIIIIAAAgggsJ8CHAsBBBBAAAEEEEAAAQQQQAABBKYvwBUigAACCCCAwOEFeNHp8DaMIIAAAggggMB6CXC2CCCAAAIIIIAAAggggAACCCAwfQGuEAEEEEAAAQQQQAABBDZYgBedNvjD59I3TYDrRQABBBBAAAEEEEAAAQQQQACB6QtwhQgggAACCCCAAAIIIIAAAgggMH2Bzb1CXnTa3M+eK0cAAQQQQAABBBBAAAEENk+AK0YAAQQQQAABBBBAAAEEEEAAgekLcIUIIIAAApMV4EWnyX60XBgCCCCAAAIIIHD8AmyBAAIIIIAAAggggAACCCCAAALTF+AKEUAAAQQQQAABBBBYVwFedFrXT47zRgCBgxDgmAgggAACCCCAAAIIIIAAAgggMH0BrhABBBBAAAEEEEAAAQQQQAABBFZUYBdfdFrRK+S0EEAAAQQQQAABBBBAAAEEEEBgFwXYFQIIIIAAAggggAACCCCAAAIITF+AK0QAAQRWU4AXnVbzc+GsEEAAAQQQQAABBNZVgPNGAAEEEEAAAQQQQAABBBBAAIHpC3CFCCCAAAIIIIAAAgciwItOB8LOQRFAAIHNFeDKEUAAAQQQQAABBBBAAAEEEEBg+gJcIQIIIIAAAggggAACCCCAAAJ7IcCLTnuheuL7ZEsEEEAAAQQQQAABBBBAAAEEEJi+AFeIAAIIIIAAAggggAACCCCAAALTF+AKEUBgDwR40WkPUNklAggggAACCCCAAAIInIwA2yKAAAIIIIAAAggggAACCCCAwPQFuEIEEEAAAQQQQOD4BXjR6fjN2AIBBBBAAIGDFeDoCCCAAAIIIIAAAggggAACCCAwfQGuEAEEEEAAAQQQQAABBBBAYIcALzrtIKFj3QU4fwQQQAABBBBAAAEEEEAAAQQQmL4AV4gAAggggAACCCCAAAIIIIAAAtMX4AoR2C7Ai07bRWgjgAACCCCAAAIIIIAAAusvwBUggAACCCCAAAIIIIAAAggggMD0BbhCBBBAAAEENk6AF5027iPnghFAAAEEEECgCgMEEEAAAQQQQAABBBBAAAEEEJi+AFeIAAIIIIAAAggggAACUxPgRaepfaJcDwK7IcA+EEAAAQQQQAABBBBAAAEEEEBg+gJcIQIIIIAAAggggAACCCCAAAIITF9gYlfIi04T+0C5HAQQQAABBBBAAAEEEEAAgd0RYC8IIIAAAggggAACCCCAAAIIIDB9Aa4QAQQQQGC9BHjRab0+L84WAQQQQAABBBBYFQHOAwEEEEAAAQQQQAABBBBAAAEEpi/AFSKAAAIIIIAAAgggsFICvOi0Uh8HJ4MAAtMR4EoQQAABBBBAAAEEEEAAAQQQQGD6AlwhAggggAACCCCAAAIIIIAAAgjsp8DBvOi0n1fIsRBAAAEEEEAAAQQQQAABBBBA4GAEOCoCCCCAAAIIIIAAAggggAACCExfgCtEAAEE9lGAF532EZtDIYAAAggggAACCCAwL0COAAIIIIAAAggggAACCCCAAALTF+AKEUAAAQQQQAABBHZPgBedds+SPSGAAAII7K4Ae0MAAQQQQAABBBBAAAEEEEAAgekLcIUIIIAAAggggAACCCCAAAIIHLMALzodM9WqTeR8EEAAAQQQQAABBBBAAAEEEEBg+gJcIQIIIIAAAggggAACCCCAAAIITF+AK0QAgWMV4EWnY5ViHgIIIIAAAggggAACCKyeAGeEAAIIIIAAAggggAACCCCAAALTF+AKEUAAAQQQQACBQYAXnQYIKgQQQAABBKYowDUhgAACCCCAAAIIIIAAAggggMD0BbhCBBBAAAEEEEAAAQQQQGBTBHjRaVM+aa5zmQB9CCCAAAIIIIAAAggggAACCCAwfQGucI0FzjvvvDU+e04dAQQQQAABBBBAAAEEEEBgHwU41IYI8KLThnzQXCYCCCCAAAIIIIAAAgggsFyAXgQQQAABBNZT4IMf/OB6njhnjQACCCCAAAIIHIgAB0UAAQQQQGAaArzoNI3PkatAAAEEEEAAgb0SYL8IIIAAAggggAACCCBwVIEXv/jF9YQnPGHX42gH3otjnn766Uc7LOMIIDBFAa4JAQQQQAABBBBAAAEE1kKAF53W4mPiJBFYXQHODAEEEEAAAQQQQAABBBBAAAEEpi9wtCu86lWvWs997nPrzne+867G0Y6728d76UtfWt///d9/tMMyjgACCCCAAAIIIIAAAggggMAkBdbhonjRaR0+Jc4RAQQQQAABBBBAAAEEEEBglQU4NwQQQAABC/zKr/yKy/Vdv/qrv7rW/RrWV58zRwABBBBAAAEE1kKAk0QAAQQQWAEBXnRagQ+BU0AAAQQQQAABBKYtwNUhgAACCCCAAAIIbILAd37nd9bDHvawtb3UvOR0iUtcYm3PnxNHAAEEDl6AM0AAAQQQQAABBBBAYO8FeNFp7405AgIIIHBkAUYRQAABBBBAAAEEEEAAAQQQmIjAwx/+8LrCFa6wdlfzgz/4g3W/+91vb8+bvSOAAAIIIIAAAggggAACCCCAwEkLrPyLTid9hewAAQQQQAABBBBAAAEEEEAAAQRWXoATRACB6QjkNyOt29Ws4zmvmzHniwACCCCAAAIIIIBABAgEEEDgZAV40elkBdkeAQQQQAABBBBAAIG9F+AICCCAAAIIIIDA2giccsopdeqpp67N+d7xjnesa1zjGmtzvpwoAggggMCkBbg4BBBAAAEEEEAAgaMI8KLTUYAYRgABBBBYBwHOEQEEEEAAAQQQQAABBBBAYJUE1uU3JH3d131drcu5rtLne3DnwpERQAABBBBAAAEEEEAAAQQ2XYAXnTbhDuAaEUAAAQQQQAABBBBAAAEEEEBg+gJcIQIrJHC5y11uLV4gyktOF73oRVdIjlNBAAEEEEAAAQQQQAABBI4iwDACGy7Ai04bfgNw+QgggAACCCCAAAIIbIoA14kAAggggAAC+yvw0Ic+tL73e793fw96HEf78R//8brXve51HFswFQEEEEAAAQTWQYBzRAABBBBAAIFpC/Ci07Q/X64OAQQQQACBYxVgHgIIIIAAAggggAACCCCw6wL5jUm7vtNd2uEqn9suXSK7QWCZAH0IIIAAAggggAACCCCAwFoL8KLTWn98nPz+CXAkBBBAAAEEEEAAAQQQQAABBBCYvgBXuNsC17ve9epWt7rVbu/2pPd397vfvX7iJ37ipPfDDhBAAAEEEEAAAQQQQAABBNZRgHNeZwFedFrnT49zRwABBBBAAAEEEEAAAQT2U4BjIYAAAgggcAIC+c1JF7zgBU9gy73Z5EIXulDlnPZm7+wVAQQQQAABBBCYgACXgAACCCCAwAoL8KLTCn84nBoCCCCAAAIIrJcAZ4sAAggggAACCCCAAAI7BS51qUut1ItFecnpG77hG3aeKD0IIIDAMQowDQEEEEAAAQQQQAABBA5OgBedDs6eIyOwaQJcLwIIIIAAAggggAACCCCAAAIITF9g6RWedtppdaUrXWnp2H52XvWqV6273vWu+3lIjoUAAggggAACCCCAAAIIIIDAFAUO7Jp40enA6DkwAggggAACCCCAAAIIIIDA5glwxQgggMDmCuQ3KR301a/CORy0AcdHAAEEEEAAAQQQ2A8BjoEAAgggsFcCvOi0V7LsFwEEEEAAAQQQQOD4BdgCAQQQQAABBBBAYLIC17zmNet2t7vdgV3ffe5zn/rRH/3RAzs+B0YAAQQQmBMgRQABBBBAAAEEEEDgBAV40ekE4dgMAQQQOAgBjokAAggggAACCCCAAAIIIIDAOgvkNyp9zdd8zb5fwsUudrHKsff9wCd4QDZDAAEEEEAAAQQQQAABBBBAAIHlAlN60Wn5FdKLAAIIIIAAAggggAACCCCAAAJTEuBaEEBgjQUufvGLH8gLR3nJ6Wu/9mvXWI5TRwABBBBAAAEEEEBg4wS4YAQQQGCpAC86LWWhEwEEEEAAAQQQQACBdRXgvBFAAAEEEEAAgdUWuO9971s/8iM/sm8nmf/LvNvf/vb7djwOhAACCCCAwP4IcBQEEEAAAQQQQGAzBXjRaTM/d64aAQQQ2FwBrhwBBBBAAAEEEEAAAQQQQODABfIblvbrJPbzWPt1TRznGASYggACCCCAAAIIIIAAAgggMEkBXnSa5Md64hfFlggggAACCCCAAAIIIIAAAgggMH0BrhCBgxa42tWuVne5y132/DQe8IAH1JWudKU9Pw4HQAABBBBAAAEEEEAAAQRWUYBzQmCKArzoNMVPlWtCAAEEEEAAAQQQQACBkxFgWwQQQAABBBDYB4H8pqVv+IZv2LMjXfKSl6wcY88OwI4RQAABBBBAYN0FOH8EEEAAAQQQWEMBXnRaww+NU0YAAQQQQOBgBTg6AggggAACCCCAAAIIIHDyAhe+8IX39EWkvOT0lV/5lSd/ouwBgY0V4MIRQAABBBBAAAEEEEAAgdUT4EWn1ftMOKN1F+D8EUAAAQQQQAABBBBAAAEEEEBg+gJc4a4I3P3ud6+rXOUqu7Kv+Z1c97rXrVvf+tbzXeQIIIAAAggggAACCCCAAAIIHL8AW6ycAC86rdxHwgkhgAACCCCAAAIIIIAAAusvwBUggAACCCBwrAL5zUvHOvdY5+3FPo/12MxDAAEEEEAAAQQ2SYBrRQABBBBAYL8FeNFpv8U5HgIIIIAAAgggUIUBAggggAACCCCAAAIIDAJXvvKV6573vOfQOvnqIQ95SF3xilc8+R2xBwQQQODkBdgD0LlMCAAAEABJREFUAggggAACCCCAAAII7LIALzrtMii7QwCB3RBgHwgggAACCCCAAAIIIIAAAgggMH2B2RXmNzBd5CIXmXWcYHa5y12usq8T3JzNEEAAAQQQQAABBBBAAAEEEEBg1wV2d4e86LS7nuwNAQQQQAABBBBAAAEEEEAAgd0RYC8IIIDABgl8/dd//a68oJSXnCRtkByXigACCCCAAAIIILD2AlwAAggggMBxCfCi03FxMRkBBBBAAAEEEEBgVQQ4DwQQQAABBBBAAIFpCdzpTneqq1/96id8UaecckqdeuqpJ7w9GyKAAAIIrKYAZ4UAAggggAACCCCAwLwALzrNa5AjgAAC0xHgShBAAAEEEEAAAQQQQAABBBBYO4H8RqYTPemT2fZEj7kC23EKCCCAAAIIIIAAAggggAACCGyUwIa+6LRRnzEXiwACCCCAAAIIIIAAAggggMCGCnDZCCCwbgI/9EM/VPe73/2O+7Qf9rCH1RWucIXj3o4NEEAAAQQQQAABBBBAYAoCXAMCCGySAC86bdKnzbUigAACCCCAAAIIIDAvQI4AAggggAACCKygQH4z0yUucYljPrO84PTwhz/8mOczEQEEEEAAgY0T4IIRQAABBBBAAIEJCfCi04Q+TC4FAQQQQGB3BdgbAggggAACCCCAAAIIIIDA/gt89Vd/deVlp2M98vHMPdZ9Mm+zBLhaBBBAAAEEEEAAAQQQQACB9RHgRaf1+axW7Uw5HwQQQAABBBBAAAEEEEAAAQQQmL4AV4jAgQjc5ja3qWtd61pHPfapp55ap5xyylHnMQEBBBBAAAEEEEAAAQQQQOCIAgwisDYCvOi0Nh8VJ4oAAggggAACCCCAAAKrJ8AZIYAAAggggMBeCRztNzVJOq7f/LRX58l+EUAAAQQQQGATBLhGBBBAAAEEEFgVAV50WpVPgvNAAAEEEEBgigJcEwIIIIAAAggggAACCCBwggI/8AM/UA960IMOu3VehLrc5S532HEGEEBgHwU4FAIIIIAAAggggAACCCCwTwK86LRP0BwGgWUC9CGAAAIIIIAAAggggAACCCCAwPQFuMITF8jLTJe5zGV27OCKV7xiPeQhD9nRTwcCCCCAAAIIIIAAAggggAACByXAcfdHgBed9seZoyCAAAIIIIAAAggggAACCCwXoBcBBBBAAIHDClzgAhdY+n9PlxegDrsRAwgggAACCCCAAAKrKMA5IYAAAgggsCsCvOi0K4zsBAEEEEAAAQQQ2CsB9osAAggggAACCCCAwGYL3OIWt6gb3OAGWwi3utWt6rrXve5WmwQBBBCYhgBXgQACCCCAAAIIIIAAAsciwItOx6LEHAQQWF0BzgwBBBBAAAEEEJiowKFDh4rAgHuAe4B7gHuAe6DfA4985CPb/+Jf8IIXrEc6x6W74IAD9wD3APcA90DugfY/khQIIIAAAggggMAUBI7hGnjR6RiQmIIAAggggAACCCCAAAII7KVAvjG9PfbyeOx7egJcEQIIIDB1ge/+7u+uX/qlX2ovOV3qUpea+uVyfQgggAACCByXwPbnybSPawdMRgCBtRHgRBFAAAEEqnjRibsAAQQQQAABBBBAYOoCXB8CKymQbzyPsZInyEkhgAACCCCwYgKPeMQj6rTTTluxs+J0EEAAAQRWSIBTmRMYnzdTz3WTIoAAAggggAACay/Ai05r/xFyAQgggMDJCrA9AggggAACCOyXQL7BPMaxHHOcS83/HQX3APcA9wD3APcA98DJ3wMYYsg9wD3APTDFe+B4ny2PZT5zEEAAAQQQQACBVRbgRaejfTqMI4AAAggggAACCCCAAAK7IJBvqB9pNxnfHkeaf7Sx7fuizX/U4R44yj1wiHHuEe4B7gHuAe4B7gHuAe4B7oGDuQeO9nx3pPFln9nR5h9pnDEEEEBg8gJcIAIIrL0ALzqt/UfIBSCAAAIIIIAAAgggsPcCHOHkBPKN58PtIWOJ7ePpO5nYvj/aCCCAAAIIIIAAAggggAACqymw289+4/4Od7UZP9wY/QgggAACCCCAwKoL8KLTqn9CnB8CCCCAwDoIcI4IIIAAAgjsEMg3jsfYPjj2px7Hks/H4frn55AfzE9b44479wD3APcA9wD3wMbeA8Vnz2fPPcA9sCr3wJGeGZeNjX1jPX8dYx81AggggAACCCCwDgK86LQOn9LanyMXgAACCCCAAAIIIIDAZgnkG8aHu+LtY2knMj/19kh/Yns/bf4DC/cA98Dq3QN8Jnwm3APcA9wD3APcA9wD3AP7cQ8c6Rlxfiz5GDmvMd9eH2ls+1zaCCCAAAIIVGGAwMEK8KLTwfpzdAQQQAABBBBAAAEEEJiYwOG+QXzoUP+G/3i5mZdIO3ViPk878eUvf7kSybdH+onugwMO3APcA9wD3APcA9wD3APcA9wD3ANTvAe2PwemPV5n8vmYf6bcni9rp2+M7GfMqU9SgM0RQAABBBBAYE8FeNFpT3nZOQIIIIAAAggcqwDzEEAAgSkIHO4bw/P9yRO53tRHinzzevt4+sbYPka7v0yGAw7cA9wD3APcA9wD3APcA6t7D/DZ8NlwDxzfPTA+/6Xebresb/uc+WfP5InMSb09Dte/fR5tBBBAAAEEEEDgIAV40ekg9Tk2AscuwEwEEEAAAQQQQACBNRWY/0bxmKdeFvPfpB7z1POR7ebb5PzUOvcA9wD3wKTugfZb/PhM+Uy5B7gHuAe4B7gHuAe23wPLngXHvtSJbJN6WeSROv2pE/N52gQCCCCAAAII7KsABzsJAV50Ogk8NkUAAQQQQAABBBBAAAEEjiQw/43jMV9Wp28+xm9Oz9fJx8jcMd+smv/YwefNPcA9wD3APcA9wD3APcA9wD3APbB598CyZ8Cxb75OPh95Xk17WT3fl5xAYLUEOBsEEEAAAQQOL8CLToe3YQQBBBBAAAEEEFgvAc4WAQQOVGD85vF4EvPtMU89H/kPFGN7zFMfKb70pS9V4khzGNu8//DBZ85nzj3APcA9wD3APcA9wD2wQffAl7nWTbvf8wyYONp15/kyc1In5vO0E3lmHevt+bJ2+ggEEEAAAQQQQGCVBHjRaZU+Dc4FAQT2VICdI4AAAggggAACeyUw/03iHGO+PeapE+N48sT8N56TJ8b+5POx/RvbaRP9xS8ccOAe4B7gHuAeGO8Bau4F7gHuAe4B7oEp3QNHeiYcx+afIZMnMpZ6jPln0TFPncic1GNsb4/91AgggAACCCCAwCoIjC86rcK5cA4IIIAAAggggAACCCCAwCQF5r9JnHw+rnra5+oq9/us43P1E/f/XP3kA85zfL6udtp59VMP/MJWfXXn13jQF2o+fvpBX6xrPtixVX+hfsZzdsZ5da0HLca13b72gz5fLR44q6/jfBafq+s+cFl8tq7n/us9MHWP6zu//mmfrV5/pq5/Wo8buJ7Fp+uGpy2PG7n/Rg/477rRaQ7Xp7g+JXWLT9UpD+hxY9ez+GT9rNs/+4DUs7iJ2y3u/4m6yRA3dT2Lj9epbp96/9SLcTP33ez+H6sW9/tY3dz5zbfqj9bN79fjFq7n45Zu3/J+H6ntcSv33ernP1y3up/D9a0X4kPV2x+qn/v5xbiN27f5+Q/WQtz3g3Vb9932vh+o2yZ3fbslcfv7vr+2xx3cd4f7vK/ucN/3Veo73te523dciPfWne6zM+58n/fU9riL++5y73fXXe79Hse7667Od8a76m73Xoy7u333e7+z7p76Xqkdru/hvnukbvGOuue9lsXb6173Wox7u33ve769ev22uvc9e9zH9SzeWve957J4S/28+3/+nqkd93hL3c/5/VK3eHPd7x497u96Ph7g9gPu8aYa47Tkd39TpT7t7m907XD9wIU4tx509+XxYPc/+O5vqDF+wfkv3O0N1eMc1z0ecrdzahZn10PdfujdUi/GL7rvF+/6+vrFuzlc/9LSOKt++a6L8TC3H3bX19VC3OV19XD3PfwuZ9YYj3C+M86o/3uXxXik24+8y2urxZ17/Suue5xeY/2rdz695uPXWvs19Wt3nos7vaYe5fajtupX16/faVm8qn7jTovxm27/5p1eWQtxx1fWoxfiFfVbd1wW/1W/fcfF+B23f+cO/1W9/s/6nTv0+F3Xs3h5PeYOy+P33P97d3hZtbj9y+qxzh+busVL6/dv/9J6rCP1LP6j/uD2O+MP3dfidv9ef3h7h+s/Woh/q8e5/bjbpV6MP3bfH9/uX6vFbf+1/sT5n2zVL6k/uW2Px7uejye4/YTbvri2x5+6709v86L609s6XP/ZQvxL9fa/1J/fZjH+wu2/uM0LayF+7oX1RPc98ef+uZ6Y3PX/WxovqCf93GI82e0n/9zzq8Wtn19/mTz1QjyvnnLrnfFXt35ubY+/dt9f3+qfaqz/xvnOeE499VaL8TS3n3arZ9fTUt8ytcP109339NQt/rH+9pbL4ln1d7dcjGe4/YxbPKt6/Q/1jFv0eKbrWfx9/f0tlsUz6x/c/w+3SO24+TPrWc6flbrFM+pZN39G/eOO+Lt6tvueffPUPZ6T/GZ/V6mfc7O/de1w/U8L8fT6p5s9vZ67JJ7nvufd7Gk1xvOdP//Up1Wvn1rPP7XHC1zP4m/qn93+51NTL8YL3ffCm/51vfBUh+t/cf0vqVv8VfX8r+pFN12MF7v94ps+pRbiJk+pl7jvJTf5yxrjX53vjCfXv91kMf7d7X+/yZOqxc/2+j9c9/h/NdYv/dn/V/PxstZ+Yr3sZ+fixk+sl7v98hv/xVb9n853xp/Xf914MV7h9itu/Ge1EKf8Wb3Sfa9M3eJP61WnLIsn1KtPWYzXuP2aGz2hev14144bPb5OX4g/qdfeaHmc4f4zbvTH1eKGf1xnOj8zdYvH1Zk37PE617P4ozrrhjvj9e5rcYM/rNff0OH67IX4gzrnBn9QZztSz8cb3PeGG/x+tbj+79e5zs/dqh9b516/xxtdz8eb3H7T9X+vtseb3ffm6z+mWlzvMfUW529J3eJ36y3X6/FW1/PxNrffdr3fqYW47u/U29339uv+tmuH63csjd+qd153Md7l9ruu++hqcZ1H17uTp16I36z3XGdnvPc6v1Hb433ue9+1f73edx2H6/cvjUfVB669GB90+4PX/rX6YOprpXa4/pD7PpS6xa/Wh6+1LH6lPnKtxfio21vxM4+sjw7xMdez+L/18Z9ZFo+oT/zMXFzzEfVJtz+5VT+8PnnNHp9yPYuH1X+7/d/XTN3j00Oe+tM//cv16Ws6XH9mIX6pPvvTy+Nz7v/cT/9ijfF555+/xi9Wrx9an79Gj/Ncz+Ih9QW3v3CN1LM47+q/UF9I/NSDXT+4zrvag+oLP/WgOu+qD6wvOD/vqqfV538y8YD6/E/cvz57lfvV5xI3enjNP3smr2GZz4cuKgQQmJ4AV4QAAghMVoAXnSb70XJhCIVZn2UAABAASURBVCCAAAIIIIAAAscvwBYInLzA/DeMkyey19TLog5VveqNX65XvylxaKh7nv7XvPlQveZNO+N0950+jr35y3W6t2/toS9560t/5rYY5rW+5Ie8ncPbv9Z9idOdZ7vkieSJ5K9905eqx5fnaudvHPtdt/zLdYb3d8bW/C+53eO1Q1/GzvDcXn+xznijw2NnbPVlfvoSX6ozPXbmm75YmX+m5yY/M3OTz8Xr5vLMeZ23SSQ/02PJ+5wvVGun741fqPS9rtVj/kX3JZ+PL9ZZnn/W1rwvuN1j3DZjW3HueXVWwvPPOrfP62Puf2PiC/V616/PeMJzX5+267Ncn+X69fPhvtZO/cbPD9ueN6vP/Xyd7cics9t2vZ2+RPad/rO9bdrneO5W7r7WTp8j+Tnnfq7OcT7OTd6j9y/PM/a5eoO3fYO3Hee8Ie039LFzXLf20Nfy1vdZb5cYtx/qN3y2zj3XkTlDnOv6XPe/IdHGPJ56PjzWt/NY8rl4o/PEuW/4TKVuce5nqrfd57z1ed6b2hz3uU6eeKPzRPJEzz9dyVuc85lZ/ob0J+b7kn+63uyxN5+TMYe3eXOL5I6MbcVn+tyttrf1dm9+w39Xth/jLe57yznpc3juW9LOHOeZ+xbnb/H4Vp38CPFWj7113GbIW5/zt5zzqXrrEG9z/Tb3vbXFp6q1z/5UHz/7v91OfKreNvS18bbNJ2uWe3yr75P1ds9tY66Tv/0czz3b4frtrlt7mJ987Ov1p7x99rE83uHt35H9tPhEveMch/venvbZPX9Hq8f8kzVrp28x3unt3znMTz1Gthnzd5798Uq8a6jf+fpP1LsSab9+NvYu7+edjne5fyE8p7Xn6ncnf/3HvB+H56f9btdt3tkfq3cnMsf1uzyvjbfaY9trz3l3+sba+Xucv8d138/HKvl7Xv/ReneLWfs9nvMe9/WY7/+otxnjY/Vez0n0eR8d2h9p9XvOGtqu3+d47+vdf5bD27zP+ftcv7fFR+p9rT3Unpux93nu0shcj70/dYsP1/tf73Bf24/r97dI34cr+5hvv/+s3v9+bzvLh75h7AOuE+N48g+c9aGatT9Uve/Drp2/zuHxzFnoH/o+6PqDr8tch+f2trdp+Qfrg63+UKX/Q5nbwv1nfbC22p6T/EOvc1+LD1XPUzsyN/2pE84/PNQfGuoPp8/xodd9oG07a3+wPnzWB+rD7s82vd/tsS/93u4jjg+33GOuPzJE6zvzA9Xarlv7de+vjzhvfcO8nrs/Y60v+bjd++ujZ/b4iOuPeM5Hvf1HW515Hkvu+Jjjo54zjvX2+7x94v31MY9txeve57bD22Tex84c8tRDfNx1oo0N+bL22Pdx7zP5x898b318a37yWXxi7D/jvfUJz0t83Hnmf8J1a7v/447knzjzPZ6XGOYPcz5xRvocaQ/xSdefzPxhLHmi7cd9yT+Z2vEpx5in3mqf+e761BkO7+dTntOi5e5L/9i3lb+7/tt54lOuE8kTyRPJjzle+6769Bnvqv923cL7/PRr39370u/I+Kfdn31+2vNae6t+Z336tYl3uXZkfhtLn8PtzwzRt3tnfeYMR9vG464/4/mfcf1ZR+oxdrSH7dI/i3dUz1Mn3rnV/txr31GJz7rOnM+d/s65dh/L+EKcPvSf/vY293NpJ7yP5J9/bfp7JP98+lu8vT7vsc97u0Sb6+2SL8Q4J3Ui81v9tjrvtY60hzjP9Xmnv60+3+LtlbzPeVt9wX2tPdTL2unbEa95a9v2C63u+Re9jy+enrxH8i+6r2/71vqix77o+Vv1a95WrT3fd/pbep/nfmmIL57ubV/zlvqSx77U5r6lzUn+Jfd/0ZG6RbbxnDa3zX/LsJ3r+XnOv9zizfWl1yTeUr09znuz24mxP3mPQ57f586331zpP/Tqofacrbz1vam+/Oo3Ot5Uh1wfevWbhvxN9aVXvTGPoTtedBqfSTM4n4/t1AQCCCCAAAIIILDqArzotOqfEOeHAAIIrJIA54IAAggggAACOwTyzeEdne6Y70++LNr/lUDedPL8+VWl1pRSq4aqkkhjW5UlpUpOE9WznrqhkhJVpfKikhylKtflxVnJfyqhVlYbcp5EUqo+UM6HGDrccuY5LvsqV4424EKSy6qxSCvROtTKkpIk3HbuzEl5UfU/TtualpM2R+XBcuparh2llpeX9CvtFuXSLVVfPCipvFapvKiSu2y5i5ILqZWVhlyMzXIipaeqVG1JpdbQrO05NYSklpYyrJIcSYeQa6mVVa68luRyCEml8jIUcktujmtyyaXDa3m4pKFdY11tUdoJlUtVplUWJ9LQVutoYyq5kagh63kaksrrMJDcUV5aZ5WqHL10krWktKuceJWjqlReVJKj1HIXPXNfJXN30kSa6ZM0plXO0kokdzNrSXIzMVROK+FCjvIiRzmXozy/1+5RVWu3vqrk5cXNkv9Ui15Kqra4llReq1RVTiSVKsusVOtRpXJZntLyJJJK5WUo3HQ7jUQ5d6QzmbsklVd3ViWR3K5x6flYliprSUl6SCqVl6GQ1NvuyioXUitrqFy77YZKVa7Li7OS/1RCraxhyA05T1SVyotKcpRa7mLIhrYrucdTypXDLTdUXoYilfpgpVJVSSmrypWk8tryFJLblUUpKqWGMpXcK7n0Wq4lldw3FnKSKNfDWpKqypHV0dLUTqSWOCsvcq1Z3dMqz5GUynm1xc1yj3M5yrkjnclcy7Urd1aVEyk9VaVqSyq1hiqVy5JcenXiVaXyMhSSenuulNQnuPJaYzOJpJJHxyK5WkOVymVJLlu4y7VbTsqL2pic9bVnUmp5zL0q163YqstLpqiUzFE9S7O8eFBSea1SeVFJjlKV6/LirOQ/lVArqw05TyIpVR8o50MMHW458xyXfXXuteUppGxT1Sa6UNVW6SRrSe5t4THXbjkpL6r+x6mzYS1J7nBkdbgja+uT0lGzdg1t18NQG5RUXp1XW5K7x7kcVSmlVrohtx2qqhYqyVFe5PDqZsl/qkUvJVWl7VpSeW3NFJLbNVvkVGpllSuvJbn06sSrSuVlKOSW3CzX5SW55LJFVataUV56v0vnVfKf8iIpZbUqWRKH1xo7k6tU1aKXUtpV5VpSKuflJbmjVOX+8uKs5D+VUCtrGHJDzhNVpfKikhyllrvomfsqmbuTJtJMn6QxrXKWViK5m1lLUlU5sg6RZvok9bSy9FySG46sjnJbSlJOx9p5JU/0fJjihkpKVJWqashVqmrRS7VcrSHnntbyciKlp6pUbXHTaRqJcu5IZzLXksqrO8tLcoezcZUTqZVVrryW5HIISaXyMhSSettdWeVCamVlIKnkdltTKN2VpWcuNbRaXSVpiKpSeVG5q1xWJakqVTl6We5T+Y+qXDlUkqO8uHZZcqGhTKW0h7FyLSlVlcqLSnI4q1JlSamWq1J5uBLlZjmRVCovQyG3EuV6WEtSVTmyDpFm+iT1tLIkV1XrS93SVkhuV2WosqSpktNE9Syd5cW13OOqXDncckPlxbXL3j2UqeRCUrlyqCRHeZGjVG6WSzfkKOeOdCZzl1yPzXIipaeqVG1JpdZQpXJZksshJJXKy1BI6m13ZZULqZWVgaSS2w5pqKsvygSH3GyRwnl5nqRUVSovKslRqnJd25Y8g7ZnzkOHlr7wNE7PvDGfrw/XPz+HHAEEEEAAAQQQOAgBXnTaRXV2hQACCCCAAAIIIIAAApslsP0bv8vaY1/q+Ri/4bzkPSd3+RvRKf0NaX9HOusQ7nef10qHW57ldCwPJXf0CUk8zbPc36a4aOfg2gP+sDyWcmt+28RD3sCrE6+e03JP9HZutdIzx7XNGRvZVcKTvIFnu5HNt9pOcg6L8z3D8zzU9uVWG07hPaTb+/LqOa091Blw2rdxMhvzlt5Ja7dJbrvOcRPewKtHM8fRRoftk/tInu3MfS776rxv69EhHzZNh+d7fy775Fa2Y7hww2Ntmza1FdlX294tT+hbek7yNJJmzsL2mds28v48KXPS5TSrp3rQnV6de09D0mY79+gwvfX0Od7SQz13kmO68sZZPc8Nl97OW/fVc514u7ZmfGh6wGuf7aRtk1Yie2vz0+tt2rjr+eNlTmtnYiLj4/zW9gwfK3PSdMu76XvfajvpPZnoGam8H090w+tW2zse5rrLmduel22z/9TpdJc3dctJm+faMyuVez3FvX3dmufEq0fd7wntoH2fbcsUQ/cwwZXXto2LxfkZ8Oy+fRqOvnpqkkQ2yfF67gGvbrcjpUjuyEl7X8Pa5rjIxq483qe6dO653ptzr0Oec/DErEN4RhubzXePd+92Sje8eq7LrJnbIvv0YducPjct97rHmee47Ktzry33jrxmvmd6f+lMK5E8G6d7PM/W9sZe23CKjGVO8kS2TV/yPt9ZNhgiY23+ULT5mZjwnHRnjk/MG3p1R9oeaifZ8palGLb2YLJhF97UrfS1bT3PA26mbNF7sm9PcI838JptPNK6kjvczPBY5djealzbNi7c9lwfIJv2+XPt3tHKtr3npdGqXizf3pPafNfD6kP5CG2bbOJjjAOuM9ejOdUMpmdrftvEg5njTq/e1p3ucu7pnt1Kd3h1X0r3ZE4L79Zd3qqNpXbiTs9x2fabfWROixRtwNM8280MZ7ZbTocOV17bnIx5oOU+ZGumyL4zJ2Ot7SR9yZ16vrNs0KLnO+b7VDzidTh6m+tZWVu4P33eYfbtrrZfb5CelnuGa5cebHM836v7svP0O/rsdDjz1pmQzHXfxkPePhu1tpsZ9sx0OW2DaTp35e36gPft3Ks7+0Zb26fpaFuOE9xImjkL23te27EL79Hl0JH5TmfzfZj09Z1kxLvJFk69JmuRce8lVY+2kedm+zaj557jniF3lsnuy/F6tJ2mx3P6dk5ap/fY+r1VX92Rbdzptud6X16de7o7M+ZeNzKxd6evZelqkcJTtuY7d1fmZNtEcg+302jb5yCe0yrXGcucjKXpPbiZLR2ZlAkeSNrmJPGklrfa0z3Hs10Ouee08a3a/d5HTqL1e2bme3NnGWuDTrJ6xNsNA97E7XGiO8ftM9PNrG2OC3d5rrf16rxv1OcnT3jcVfraBB82c1u7J95Nn9N27CJjnuatvDrx2ua46LtwR+aknS2Tu8uTM9x6MuS2cw/0wyRPeE76to6Thvvb7Iy57bHsoO13aG61PS+5Z2aWY5jgyquHXPYDtjypJ3krH8MNj7Z8a3v3Jc+cpDmmN3TX3Py2kduelNKD4+qpHmwbuqulKXyIzHW/W2m0wWyb/af2sLdNt1uel0mpMr/X7vek1vbgbDv3e4LXtn2KPtb35aneasy9dVv7NpmbGOe3iS562xOdL2zfDtL3lTlt2H3JM7u1XXjv3m16HH3tbc914rXN8I763re2T7Nt76FhrpueP2u3uR7zbrdmt725w2sBVfinAAAQAElEQVSf65Gtee70dO/Gs5y4zM7c9qRta7YZnz2Tj5Fp83naifSlHmN7e+ynRgABBDZFgOtEAIHVFOBFp9X8XDgrBBBAAAEEEEAAAQTWVYDztsD2bwaP7dTz0b7hvPTb0ar2R97ZEPkBXckNh8vyBK8tG2qVhyqLJFeOrM69VjlPIamnrey5pKq0XSWVkpQXleRwVuqFnCip62EtKT2OrEOU63IhyWUNS3KH+yq9ctmiFZUlQ25VhlPIiWpYPKi0XZfrtspZ2omqSuWu6osqf1xkrfKgpFldla6qUkmOyqIUlVJqZaWRVHLba7mWVKpxkfNE2io3spaUPOEu586clBe1MTnrq0pOpFZWGkkltxNVJalU4yLnDg1t115LctminDtqaLuW5LKGJblDW83ysMMdTlxWuVAKx1g7zVqSqsqRdYg00ydpTKucpZVI7mbWkuRmIpVK5WUo5JbcbKvnJZdaWR6qpJLbXsuLpJLrvsp5Ii2VG+VhR/KEu1rViqrS8Kf64smtx3V5pK1ylnaiqoaq3F3lUo5hddOtTHBIqra0SiU5Wkcv5EpqZZUrryW5HEJSqbwMhdySm+V6WEtyTwv3Jq1WVLmW5LKGJblDabroa0lJEuXcUV7crNLwp/rieXImuWxR1auhXeW2SjUucu7Q0O6TS3KHw2tV0hQOOVpHVc9mEyppolReVJLDWakXcpIo18NaktxMbFVOyouq/3Ha1t6S5JYja4tWuK9KUqm8DIXckpttHcYk97So6lXa1RZV/rS0yoNpuaoq9TVVOhJV1SvN6lJlaWUbdOZaUnmtUnlRSQ5n4yonUiurXHktyeUQkkrlZSjkltwc1+SSyxZVrepFVakkR41LcoeGtmuvbY6LKjc83VWS8qKWy1lbPaj0yC3nTqtVvXBn9XaNS5vY+tIjpV1uu3bu1Y2sQ7uyOHeVUmpllaukUpLyopIczkq9kJNEuR7WklRVjqxDpJk+ST2tLMkd7qv0ymWLVlSWDLlVGU4hJ6ph8aDSdl0tqlctV2VR5U+yRHKHkjs8z2tJ7kj0rpS9r2cuqzyjpFa2hiS3q0pV1XKValzU8rFMQx6SXLaoklQqL0MhqbfdlVUupFZWBpJKbifcIcllDUvyxFazjUmqajFWQ7tUkqPGJblDQ9u1h9scF62ztcsDbqnVLuWGVymJqldjXeXMRSurLz0fS0+obCOpymu5llQqL0Mht+RmuR7WktLjyNoiRXlRG5OzvqrGP+WsrXKW7Vskd5QX95cnqEX1xXNa23W5v61ylnaiqlK5q/qi6n96qzwouWeIUpXTqlJJqiy9rEottbI1WpZ2T0pSqbwMhdySm+V6WEtyTwv3unbLSXlRG5OzvqrkRGplpZFUcruFu1y7VX2RpyR6y42sJalcOLwmrRQO15Jc1rAkd2irWR52uKMl5dxRbjvkGFvlRVLKSnfSRPJ0SBrTKmeq2iqdZC3JvS085tqrk/Ki6n+ctjWtKklV5cjaohVV7pPksmos0lJlcdnXkpIkyrmjet4zpVVt8by0XLmpykByKbmjqlpa46Lqf8p1VXkw7VY7L7WuKieSG1XOqi1pSa2sdLYs7SEkpbuNpUhLNVuSSy5bVLWqFeVFbjuc9TW5Q2m56Gub46IqbW+rlpSXZAmnbe25pKoWQ9Vy91W5W6UaFzl3aGi79lqSyxbl3FG9rdQO1eKSZ8/2zJmXoeYiszKWeozt7bH/KDXDCCCAAAIIIIDAgQjwotOBsHNQBBBAAIHNFeDKEUAAAQQ2RSDfKN4eufb0zX+zeel7TmPnoWzh2Kqd5BvU7hqn9NT9cx2eku5KV47X2pnijtZuo63DPZmW3NHX9hPDbYpHt+Z7rM9sPy/s4dbhGe4dD+CupIk24GJre2/hme6ZlWl4Ex/PZdvIY06Hqa5yrLHDTa+t1eY685p9eAfe0INZ05e6RRqJYbinbni/bR+e1PrSdreb86V73eMJfW2HGY+3eF19K0/r84cyc9qIB5K7as0UW23PzZqxncdz73Cei/MzM5EtZ5E52Xc/x2TZPuOpHUlbDPlQtfnpz7EcrbsV6Rz2M0xK99aR3fD0mYvn5BzcnY3axsn7fGd97fMzmrZ34GqYn5mJDPbIWO9xlnUIH6pN2Dpeb7m7z247zFz3Z85W233uas0U4+zW561b7XPKWGtmftqJDKbtulcpE232UGQwe+39bR8usvnQ4wl9ama1zANeu8uQ5JyTelPP35rZchetO3O2tvdkr62ZImOtncmO5ImMZePkmdMO6sbW+Tlvczyppd52XNt892dNtLPKhpkw1skz2KI1+u6SZo7D69DXj9D2M8xPz1bbDa/tFPuwR7xx+rba3q97W+midffzdMsTPb31jUXmutuDfU2evnZCbnidO557vYP0Ld3eA149v5We7DVpdj3Ufd/pSKQzMeRJW7jwcdLbjzPux/1DRzIfqE1Jnf22TfqAu9LTh1Omu/ck8/7c2VzS9IbJk/bdZ2bCk4Y1Y5nTtnTDq4/hwSTeKGMtdVfmJE+0povkmdM2csOH9FbDQMsWj+eRNjX7asNjRzZseYoxvMOtSd4izQxlrsOrO1uH6/E4fVLK3uOsr/24zj3ZeR/tu+/5WA57bHMyN3NyrETy9OWa264y2Z3Jt7Z3w2vfPonnZNuWDkXmttRjWVueSd5XW9MxhidkvqthnRtIT5qtdtL24YZTlz6HlInekbLvy1lb3XKdY2by4nXlShPjhOSOdgz3ZXXuyp39GEu395w2wRO9+jAuvaZvcb7PxSfShrI7R/LMyVwPeduWzQrvO3M81euQDVXmu9Nz3eF5PW9lK3I0D7Y8hWelGro8mo5EduTtW9pnpMeRHkdf69ChcTDbOtL0WHaYVku91didvoyly7tv15Y8fbnmPr/PTr4w392Zk7nZpm3vvuTp63PTkRhamZQJ3llPk2Tc4dTlsKaRmGsm9UZtTxlKuM9dLmdrutuc8TgeanPagEfcSJphD7WqtVuWM3d4jsth9TbjRM/JNff56WxT0uuGe/tqxyQJj3tfzjyeNftKJO+RsezTM9vqnXl1r9fWsW371tc3naWe44P2dtuuT+hHmnX0tsfc5bVt4oO1jpxD+np73FV6HH3t8z07c9p89yfP7Ow7zQwnkqcvY5nT2q3oo237nrrMzITTYXKbmusa2+7w2naXYpydLRbbnuW19Wf7RBpjX/Lss0W2dMfWnOzVE732YbeTe8q4puleN5P17dvmaTrZeV19jjdoa5/WyjbQslZk2HvOPpIOsTWUE3LDqz8Hl57Xuly71faVwntI97B1r3JOGRsHWtvbtVHXbfvecDlrjfN9QG/ufq+9z0lbXfQOb7e45hjzkdH59pinn0AAAQQQQAABBNZFgBed1uWT2pTz5DoRQAABBBBAAAEEEFhTgXyDOKc+1snnI/3zMb7sVNt+7DZNjZ1K5tCwp7SHKNfpTaWS00T1rKduqKREVam8qCRHqcp1eXFW8p9KqJU1DLkh54mqUnlRSY5Sy130zH2VzN2SymtrppDcLi9ylPynHKpyOawlud3CvVt1eVHljxPXKavXntP6VdU60nauNJyXl1Stnb60XafPaZUTyaOqqoQLN1NWuSwv6VbLVeVBlf+oypVDJTnKixxe3Sz5T7XopaSqtF1LKq+tmUJyu2aLnKrUylQt85waQlLJo2MhqaculX6HlEw1VK5V1dYUjqo0HT134lXV5pcXJ9LQdu2eNuYep3JUpVQrq8pzJLdUVS1UkqPktqMqmSO5o6/lKdUWJ5J6W+mRc0fJjUQNWXJH1iH6gEpylBc5Slt/ytmwlqSqcmR1tDS1E6klzjKj5+U+lf+oypVDJSWqnFQWN8s9TuUo546etkTuyRxXvS1XabTO5Al3tr6et6HWpZIc5UWOUrlZLt2Qo5w70pnMtaTy6s6qJJLbNVvkVKVWpmqZ59QQkkoeTaFWtDI9afXac8qtoSpJbmqrLi9q0Uun1bIUraGSEm6oqkrlZrmsSlJVqnL00olXVRtSVRJJpfLiupwll+vk5UWJNtaSkuRI7qjkjpYqpXvKkdzR1/Im6XTIuaO8yFHa+lPOhrWk3l9yr2OrdiKlw/1VaVW5TMh1G1JVOZGUynm1xc1yj3M5yrkjneXFtdzjqlw53HJD5cW1y949lFvtjGWSa0nltUrlRSU5Si130TP3VTJ3y/XYLCdSeqpK5UWtGkt39LbnVIty5VFVlUOtaGVlUQqHJI845EbWtIco10NXyX+qRS+HITc84oZX5+VlaGdu66xkDlW5HNZqQ61LzhNVpfKiypjLlrsouZBaWWlIKq8tTyG5XV5cV/V8LN3MWpIy5FDL0yyVF7lKVKvLixzlCSpVW11t1U6kdHjIldx2VuU6+TDkpltueHVe5eFK7t6qUmVJqZaryoMq/1GVK4dKcpQXOby6WfKfatFLSVVpu5ZUXlszheR2ZVGKSim1stJoWdo9KUml8jIUcitRrsuLEp5TabshqbwOTblWqfqiMfOE5K6GAbfc8FrVil65t6pUWVImkpfnqPxHbrVQSY5Slevy4qzkP5VQK2sYckPOE1Wl8qKSHKWWuxiyoe3Kw5Uo5+VEUmmc6Cy5XFdCrSzJSTmyOvfaB9wnubPKWXlRr93XMlU5bUWra+xoXW657bK8yHWfk0ZrVWsr7Wq5Sj2pSuZw22V5osp/VOXKoZIc5UUOr26W/Kda9FJSVdqu5dpVa5YTKT1VpWpLKrWGKpXLklwOIalUXoZCUm/PlZL6hLFK27nUimFmuXbbZXmR6ww7rXIiuUdVycuLmyX/qSRpt5BLr+5T+Y+SJ1SSw6mTlCWXGspUSjuF68rcFm60PrnLUapyf3lxVvKfSqiV1YacJ5FUKi9DIbcS5XpYS1JVObIOkWb6JHdUVa9U+eNWr1V98aCk8lq96JV7qkqVJaWU0i3Xcr+rcuVwS67KS+us3j2U5UXO25DSUEmJ5I7quUs35Cj3ODzHpVe57VCVE4dKcpQXObymUqlnrryW5HIISSWPjoWknqZvCEnOVK1KlsQhqdLp0nXWZImeZ7iyOJGUqVUqLyo3y2VVklpclj1/jn2LM3srY8nGOjmBAAIIIIDASQuwAwT2QIAXnfYAlV0igAACCCCAAAIIIIDA9AWO9M3fjCWikDoxn6edaC87ffnLGdqK/CxuxtpPAOenelsMP7jbco+MdQ25a8/oP+DrPWX73h7G20494HkZc6+He2crvT939NUdmdN35pke89rGUmTMvd5ZJqbHkQktep45PlSbk9wzPeCmO7Nt+lqHB9pmvehdzr22w6ejzfemnupmb2X7hHfX5iVv4Y5et6keG+e7PY4NO2/zvNM026iTzE7uw3m2M/e59OoR59lmGBj27Znehyf0tuckz5x09/nO3J88kbHMSe4R7yCr9++B9GXMqffnzNsNiavM8dy2kXOPeW0d2S7dCqdp1wAAEABJREFUqT0x6xDu9STPdjul99m38CHcbsNj7bHMbZFJ7s+stF171PtI6XCfS7c9x7nXNB1DO/OHTve0eR7s63BMd7rtUc/z6tzH9Ha5Bve60Sa6x0PjhN7lTbeSlrvlSd7Es7Nt9tE6vJ3XNsfF2OXUs4aNMjdpC0/2SB/Pvtzprt524rXnPlTLMyeRea3PW7eBXg+pjzu0Pdc78Ex3ucyxW5btPbm1XWdOcne34RS9nR5HXz0tSY823rZtO25jHnEjq4/vY2dO9uXU487afM9ynbHMamMuejvb9nkZS1829PRUjrlt3emWt/R8l31+ckfGPJjte3i/aWdexlx7Zyl7uM9bpcvhPXnuMNDb3tyJS495IGXmO83qIW+QfTjmj5c5re0tPcnNbOnwPDf62jZthdt9zC3nbSPv330uW4e38+pdua8l7vXkdoy0Pa/l3tTdfd5WX98m09ocJ149x/toc4Y6+fz2w6S+jef0HXs778/znKT0Vhlrg07a6iG3t23fJrpo+3PdZ/Yyfd6oNZInetvH8n68tzaWwj0eSo+jr73tedlttk24003Pdr+n9XNt+dCX3AOuPHW+z3m2zFjqRMt9dE/Ovmfh3bYxb5Mxz/XOUvZwn7fqa+al7brNce61jaVo++xbpdmzTGjhLtdenfiYHu3znQ+dPgPvtu28zUl35rjTbY+6w6tzb5PtW6TpbTzgGZ7q0rmHnHvMeduHO1J7Zu9PO5HxsU6+Fdk20ffnMrNyYNdDf7Kt+Z4x7Hw8ToY9sx/P85Knr09zmT5Hm+9mxjKntWdHat3py1ga3sT79AY9ablbbTiFz6T1JW/zva+2fZvvXtdje5zbts88b7DV1+ZlfsK9W23nmZd26oR34LUdt41mrEXbae9P23PdaJ1tftoJNzzsoa2k5enLsM+gt1sjc9LjGCekq0WK7N5n4TG3PMltb+eeto/W4QEP93ZL3Ovaq5Nhvhue5i3dbrn3MNTpdNq2b5buSN3mu/DM9Hg8u3PLk9v4Vu1+z8uE1p/ZHvORnGXM2yRzXxt3nbmJ1h4nek5vt515w7Z6mtvDNm285d7IdWs79aYucxxv436XfW2btsJtj3vMLeee7o22tnfuA6V05Rmel0aretH6Z/OzC+/Pk9rwWLdN3e9Or32bNua+sc4cHz77anvxxOSu0uzbuOFpbqcctvX27hjXNs+F2x7P/D41e3a3+zLf/W4kczVMcNW7t5I25pb35c09u2+dHkdf2xwXbc5s+2G+OzytDado27c+92Zt4d70jXmOkzx1i7Zrbz7OG2v3e54HvLrPh4yXK2+VsTboJKvHfQxPdKPnabaJLrKde72pt+mrpybp0cazwRCt7dne1GW2dGQsHdkkvWkP0ecPA57T256U1XO89dbx3HSe08x8j7hja366sn1izDPu/bQ5ydOfaHO8vevs0F2etbjmmTMx27bPGtuZPZ+nvT0yvr2P9u4JsCcEEEAAAQQQOH4BXnQ6fjO2QAABBBBAAIGDFeDoCCCAwNoIzH9DOPmyWPaTt+nLT+Xmh3Lf8KRvrFlcqM550nxc2O0eZz/J9ZMvVGd7/OwnX7he73arkzvOavFNddaTe7zO9euefJEa6zOdz+KidcaTl8U3u7/Ha5/8zfXav3S0+mJ1+l/Ox8XrNW7Px6vdfvVfXrxaPOXi9Srnr0rd4lvqlU+Zxau28ku4v8crnnKJesVffWu94ikO1/+1EJes//yrxXi52y//60vVy//K4fplrl+W+q8vXS91PUb6Xtr60n/p+g/nW/E3l6l//2tH6haXrX9z/W9/k7rHvzr/17/5tmrx1G+rlzh/yVZ9uXrxU3u8xPVLnnr5oZ3a8TeXrxe570WpE87/xfW/pG7x7fXCpy7GP7v9z0/9jmrxtO+oFzh/wdP+16xOvhVXqOc/bTGe5/bznvad1eLp31nPXYjvqn96euI76znuT/4ctxPPTv2331Wpn/233+36u+s5qYf4R9f/+LffU2M8y/mz/vZ7q8XffW/9g/N/SN3iivX3f7cYz3T7mX/3fTXGM5w/4xnf39vP+L7qbdfJ3f932+Jv3f7bZ/xAtXjmD9TTnT/9mf+7np7c9dMSz/jf1esr1VPdfuozXM/HM/9PPfUZDtd/4/pvUrf4wfrrZy7GX7m9FX//g/UUt5/y9z9Uib90PR9P/vsfrqXxDz9ST/p7R+oWP1r/7x8W44luP/EffqzG+Avnf/GsH6te/3j9+bMW48889mdDX+oeV64/e5bjH69cf+r6T1O3uEo94R/n4yfq8W4//h9T9/gT53/y7J+sP/lHh+s/Xoir1uOe3eOPXSd6+2rudzznqvVH7v+jZ1+t/qjlV6s/dJ74g1b/VP3Bs3v8/lz9+8+5ej322VevVid3/F6La9Rjn9Pj91z/3nN+usZ4jPPH/NNPV6+vWb/7T4vxO27Px2+7/dvP/Zn67X9yuP4t17+VusW16reeuxiPdvvRz712jfGbzn/zedep33zetR3Xqd9wPovr1q8/bzEe5fajnn+9etTzHK5/zfWvuX7U869bj3KdfBbXr191368+P3WPX3H+Ky+4QSUe6Xo+/u8LblhjPML5LG5UD39Bj0c8/0b1iBec4vZiPMx9D3vBjWuMX3b+y+5r8c83rl9aiJ+tX/znxXio2w/955tUixdur29aD3nhfJxav/DCxXiw2w/+l5vVg1/ocP2ghbh5PfBfEjdznbh5nebx01qf+1+UtuNFt6jThniA68T9W33Luv+Letxvrr7fi29VP/8iR+oWt677ur7vi1P3uI/z+7z45ypx36G+z0t6O/W9nc/Hvdy+14tvU/d6icP1PV3f88W3rRYvuW3dw/k9Ure4Xd39JYtxN7fv9pLbu79H8rv96x3qbi9xuL7rQtyx7vKv83GHurPbW/Fvd6w7uX2nf7tTjXFH57O4c93x32ZxB+ct/v0udYd/u0vd3nWPu7b8dv9+1xrjts5v++93q9um/o+71W2c32arvnv93H/Mx93cTsz6bu3xW//HPerWqV96j7qV81ulbnHPuuVLF+MWbt/ipfeqFi+7V93c+c236nvXzV7W4+aub/7S+9TNtsWpbp/60vtWi5fdp266EPetm7xsPn6+fvZlc/Hyn68bu33jl9/PtSP1EKe0+v51yst73Mj1jV7+gBrrGzq/4X8+oHqcVjf4z8W4vtvzcT23r/dfp1WvH+ja8V9jPKiu6/y6/5W6x3WcX+e/HlwtXvHgurbza6du8Qt1rVcsxs+4/TOveEiNcU3n13zlQ912uL7mKx5a13zlQxypH1o/7b75uIbb13jlL1aLV/1iXd351V/5S3X1Vzlc/9RcXO2Vv1zzcdWhfdVXPcz9D6vUPR5eP/mqxfgJt3/iVY+oMa7i/Cqvfnhd5VUPr6u8+hF15YX4v/Xjbv/4q1P3+DHnP/bqR7rf7dc8spL/WOoWv1I/+prF+BG3f+Q1v1pj/LDzHz7912qsf8j5LB5VP3h64tdcz0f6HK99VP0fj/+f1C1+va702vn4jfrfr52LM36jfsDtHzjjN+v7X/ub1erkju9zfP8Zj67vW4jfctvx2t+qK54xxJB/r9vz8T1uf88Zv11jfLfz7z7zd2qsv+uM36nvcrvH79Z3ntnju1wnevsx7u9xhTMfU1d4naPVv1f/63Xz8dj6Dre/43Wpe3y7828/67E11pd3+/Ju9/j9uvxZ8/EHdTm3L3dW6h7f5vzbXv+HNcZlnY9xmdf/Uc3Hpd1ucfbj6lKvd2zVf1yXOns+HleX9Ngl3TfGtzr/1nP+uHr9J3WJc+bj8fUt58zF2Y+vi7t98bOfUC3OeUJdzPnFXPf2n9bFzpmPP6tvdvubz0nd46LOL/qGP6+LnuN4w5/VRRbiz+ubPDYfF3b7wm/4i2px7l/UhZKf+8Sh/cS6kPMxvvGMJ9T47OikVDuXZc+g6RtnzudjHzUCCCCAAAIIILDqArzotOqfEOeHwHELsAECCCCAAAIIIIDAQQks+yZx+o4U+eHbnec7/pRt1VddsOrbL3H+w8blPTaLC9TlL3EC8a3DNqkPE5dz//HHV9TlvvX449u8zd7EBavvN3WPy37rBWs/4jI+zo645AWr9V3yK+syuxSX9n5OPr6qLn3JI8elPL4fcUkf55KX/OralbjUsJ/5OrnjW08o/kd966WOLy7h+XsXX1OXuFSPb5mrk+91XNzH2xlfWxe/lOPSjrFOfhJxMW974vH/1cUufWzxzZ639/F1ddFLn2wcYfvLDGOuL3Jc8fV1kcucWHyTt9v9+J/1TZdZjAu7vV9xIR9rMb6hLnSZJXHZoW++Tn4c8Y2ee/zxjdW3SX1s8Q2X/cba+7hQ/c/L7k98vY/z9d92oTpyXNjjJxdf920Xrt2Lb/K+lsf/923fVPsRX+vjzOIi1fPUxxCXG+akPkp8zTCe+vjjovU1lzu++B+ev3fxzfU/Ltfjq13vR3yVj7MVl//mannqFherr7r87sRXej+7Fxevr7z88rig+/cjvsLHmcW31Fdc/iTi24dtU2+LC7h9/HGJusC3H3+c39ssi/Yc6UfH/E6nWvJgeaTn0HGs7WOuSP9ckxQBBBBAAAEEVkKAk9guwItO20VoI4AAAggggAACCCCAAAJ7KJBvHI/R/i8ElnxDWsPP4krawzOZ+K65PAQQQAABBBBAAAEEEEBg4gJ5ZFSeH5Msudb2zNn+7+4OLRmlC4GJCHAZCCCAAAIbJ8CLThv3kXPBCCCAAAIIIIBAFQYIIHByAnlRaX4P8+0xT53IvNRj7Ggv+X5zfiK3hb8hnfkEAggggAACCCCAAAIIIHAiAmwzbYH2nJkfnvGz4/ZHyzaWfkcU5tvJ5/vGPHViHE+e2N5OH4EAAggggAACCByUAC86HZQ8x0UAgVUW4NwQQAABBBBAAIGTEpj/JvD2fGynTuSHb3ceLD+T69DOEXoQQAABBBBAYNcE2BECCCCAAALrLSD5kVK+Brl2tW3NM+d8zA+nf2zP52MfNQIIIIAAAgggsKoCJ/Ci06peCueFAAIIIIAAAggggAACCKymQL5pnMjZpR4j7fzwbasXiuFncYdqYYgGAvsmwIEQQAABBBBAAAEEEEBgpQX8zJjfBlzLHyzbqc8/f4556jZIgQACCDQBCgQQQGC9BHjRab0+L84WAQQQQAABBBBAYFUEOA8ETkJg/KZyq7W4ozQ1/iyutDhICwEEEEAAAQQQQAABBBBAYH8FVvhoeWRUnh+TLDnP9sw59M/nQxcVAggggAACCCCwlgK86LSWHxsnjQACCKy+AGeIAAIIIIAAAlXbv5E8307e4stfXqA65Fbrr0M7tvcQKwIIIIAAAgggsFICnAwCCCCAwMEJjM+Ofnj0E+TiebSxQ/25MnlGxzp5Yns7fQQCCCCAAAIIILDqArzodDCfEEdFAAEEEEAAAQQQQACBDRMYv4E81hlqA5UAABAASURBVFuXv+wnb92Xn8p1tTWNBAEE1lKAk0YAAQQQQAABBBBAYO8E/NCYZ8eqXtYRlvFZdKyPMJUhBBBAAIHjF2ALBBDYRwFedNpHbA6FAAIIIIAAAggggAAC8wKbkeebyIn5q017jB0/dtsm5vc65TdCtQYFAggggAACCCCAAAIIIIAAAjsF/Oh4qD1UOtk5WuNzZ+r54bQT8317m7N3BBBAAAEEEEBg9wR40Wn3LNkTAggggAACuyvA3hBAAAEENkNAOy9TpdYp9bo1KBBAAAEEEEAAAQSmKcBVIYAAAicokEdG5fkxyQnug80QQAABBBBAAIF1E+BFp3X7xDjfLQESBBBAAAEEEEAAAQRWSWD7T8Nub+dcl/W1H77N4FzkJ3JbHFr+U7lzU0kRQACByQtwgQgggAACCCCAAALLBfKMmWfH8rPjsTw9Zv72PW3v297ePp82AggggAACeyXAfhE4VgFedDpWKeYhgAACCCCAAAIIIIAAArsgsOObxlq2U1X7o2VjC300EEAAAQQQQAABBBBAAAEENlVAas+ONZTFMmUBrg0BBBBAAAEEBgFedBogqBBAAAEEEEBgigJcEwIIILCaAnnZaYxlv9Gpxs5j+ZHc1bxEzgoBBBBAAAEEEEAAgX0U4FAIbKiAnxnbb3QanyG3MWw9d7o/uStWBBBAAAEEEEBg7QV40WntP0IuAIGTEGBTBBBAAAEEEEAAgYMX0OIppKlS79RQ9xYlAggggAACJybAVggggAACCCAwSYE8MirPj0kmeYVcFAIIIIAAAggcl8CGTOZFpw35oLlMBBBAAAEEEEAAAQQQWFGBQ4cWTiyt/KRtfio39cIgjT0RYKcIIIAAAggggAACCCCAwDoK5Jkxz47l58o8Sx7uGjLvcGP0I7BJAlwrAggggMA0BHjRaRqfI1eBAAIIIIAAAgjslQD7RQCBXRI47DeWl/3krfvyU7muduno7AYBBBBAAAEEEEAAAQQQOKIAg+so4IfGPDtW9bKOYTnss+kxbMsUBBBAAAEEEEBgFQR40WkVPgXOAQEE1liAU0cAAQQQQAABBE5SYOmP3fbOQ706yQOwOQIIIIAAAgicvAB7QAABBBBAYAUF/MzYfqNTOVnB0+OUEEAAAQQQQACBvRDY2xed9uKM2ScCCCCAAAIIIIAAAgggMCUB7bwYlVqn1OvWoEBglQU4NwQQQAABBBBAAAEEENh3gTwyKs+PSfb96BwQAQQ2UoCLRgABBFZAgBedVuBD4BQQQAABBBBAAAEEpi3A1SFwRIElP3ibn8htwa90OiIdgwgggAACCCCAAAIIIIDAKgns97nk/4Yuz47lZ8clj5b7fTocDwEEEEAAAQQQ2BcBXnTaF2YOggACCCBwBAGGEEAAAQQQ2GwBLbt8VfujZWP0IYAAAggggAACaynASSOAAAII7LaA1J4dayiLBQEEEEAAAQQQ2AABXnRa+Q+ZE0QAAQQQQAABBBBAAIFJCyz9sduhc6gmff1cHAIIDAJUCCCAAAIIIIAAAggcp4CfGdtvdConx7kp0xFAAAEEDkqA4yKAwMkK8KLTyQqyPQIIIIAAAggggAACCOy9wJSPoMWLS1Ol3qmh7i1KBBBAAAEEEEAAAQQQQAABBLYE8sioPD8m2epd84TTRwABBBBAAAEEjiLAi05HAWIYAQQQQACBdRDgHBFAAAEE1ljg0OJP3qZ1yH35qdzUa3xlnDoCCCCAAAIIIIDALguwOwQQQGBeIM+MeXas9gw5P0KOAAIIIIAAAghMV4AXnab72XJlMwEyBBBAAAEEEEAAAQRWV2DZT966Lz+V62p1z5szQwABBFZPgDNCAAEEEEAAAQQ2S8APjXl2rOplsSCAAAIIILAZAlzlhgvwotOG3wBcPgIIIIAAAggggAACCBywQH6F045T6J2HerVj9MQ62AoBBBBAAAEEEEAAAQQQQGBSAn5mbL/RqZxM6sK4mJMTYGsEEEAAAQSmLcCLTtP+fLk6BBBAAAEEEDhWAeYhgAACByWgnQdWqXVKvW4NCgQQQAABBBBAAAEEEDh5AfaAwIQE8sioPD8mmdB1cSkIIIAAAggggMCRBHjR6Ug6jCGAwJYACQIIIIAAAggggMAeCSz5wdv8RG4LfqXTHqGzWwQQQACBwwnQjwACCCCAAALrI3DIz4x5dqxWr895c6YIIIAAAgggcPAC63wGvOi0zp8e544AAggggAACCCCAAALrL6Bll6Bqf7RsjL4DFODQCCCAAAIIIIAAAggggMDqCEjt2bGGslgQQGC3BNgPAggggMAKC/Ci0wp/OJwaAggggAACCCCwXgKcLQIInJDAkt/oVDV0DtUJ7ZeNEEAAAQQQQAABBBBAAIE9EWCnKyPgZ8b2G53GZ8iVOTFOBAEEEEAAAQQQ2DsBXnTaO1v2jAACCCwK0EIAAQQQQAABBJYJaLEzTZV6p4a6tygRQAABBBBAYB0EOEcEEEAAAQT2SSCPjMrzY5J9OiaHQQABBBBAAAEEDlpgZV50OmgIjo8AAggggAACCCCAAAIIHIjAoUMLh03rkPvyU7mpFwZpIDABAS4BAQQQQAABBBBAAAEEdkcgz4x5dqz2DLk7+2QvCCCAwG4JsB8EEEBgrwR40WmvZNkvAggggAACCCCAAALHL8AWmyiw7Cdv3ZefynW1iSJcMwIIIIAAAggggAACCCAwdYHduT4/NObZsaqXxYIAAggggAACCGyAAC86bcCHzCUigAAC0xHgShBAAAEEEJigQH6F047L6p2HerVjlA4EEEAAAQQQQGDaAlwdAggggMAxCfiZsf1Gp3JyTBswCQEEEEAAAQQQWH8BXnRa/89wdgVkCCCAAAIIIIAAAgggsH4C2nnKKrVOqdetQYEAAgiMAtQIIIAAAggggAACCFggj4zK82MSt1kRQAABBCYmwOUggMBSAV50WspCJwIIIIAAAggggAACCKyrwNqd95IfvM1P5LbgVzqt3cfJCSOAAAIIIIAAAggggAAC+yVwyM+MeXasVu/XUVfnOJwJAggggAACCGymAC86bebnzlUjgAACCGyuAFeOAAIIILBqAlp2Qqr2R8vG6EMAAQQQQAABBBBA4KgCTEAAgU0QkNqzYw1lsSCAAAIIIIAAAhsgwItOG/Ahc4nHI8BcBBBAAAEEEEAAAQT2WWDJb3SqGjqHap/PiMMhgAACGyDAJSKAAAIIIIAAAhMQ8DNj+41O4zPkBC6JS0AAAQQQQGB3BdjbFAV40WmKnyrXhAACCCCAAAIIIIAAAusjoMVTTVOl3qmh7q39KzkSAggggAACCCCAAAIIIIDAygvkkVF5fkyy8mfLCa6kACeFAAIIIIDAGgrwotMafmicMgIIIIAAAggcrABHRwABBHZV4NChhd2ldch9+anc1AuDNBBAAAEEEEAAAQQQQGDfBDgQAqsukGfGPDtWe4Zc9bPl/BBAAAEEEEAAgd0R4EWn3XFkLwggMBMgQwABBBBAAAEEEDgegWU/eeu+/FSuq+PZE3MRQAABBBDYTwGOhQACCCCAAAIHLeCHxjw7VvWyWBBAAAEEEEAAgd0XWLk98qLTyn0knBACCCCAAAIIIIAAAghslEB+hdOOC+6dh3q1Y5SOdRDgHBFAAAEEEEAAAQQQQACBPRbwM2P7jU7lZI8Pxe4RQOBwAvQjgAACCOy3AC867bc4x0MAAQQQQAABBBCowgABBGYCmqVjplJLpV63BgUCCCCAAAIIIIAAAgggsG4CnO+eCuSRUXl+TLKnR2LnCCCAAAIIIIDA6gjwotPqfBacCQIIILAlQIIAAggggAACGySw5Adv8xO5LfiVTht0I3CpCCCAAAKbKMA1I4AAAgggcDICh/zMmGfHavXJ7IltEUAAAQQQQACB9RFYxxed1keXM0UAAQQQQAABBBBAAAEEjiagZRNU7Y+WjdGHwMYIcKEIIIAAAggggAACCCBwJAGpPTvWUBYLAgggsJ4CnDUCCCBwXAK86HRcXExGAAEEEEAAAQQQQGBVBDiPyQgs+Y1OVUPnUE3mWrkQBBBAAAEEEEAAAQQQQACB4xQ4wnQ/M7bf6DQ+Qx5hKkMIIIAAAggggMBUBHjRaSqfJNeBAAIIILAoQAsBBBBAAIF1EdDiiaapUu/UUPcWJQIIIIAAAggggMB2AdoIIIDABgvkkVF5fkyywQ5cOgIIIIAAAghslgAvOm3W5711tSQIIIAAAggggAACCCCwIgKHDi2cSFqH3Jefyk29MEgDAQQQOE4BpiOAAAIIIIAAAghMVyDPjHl2rPYMOd3r5MoQQAABBI4uwAwENkmAF5026dPmWhFAAAEEEEAAAQQQQGBeYDXyZT956778VK6r1ThHzgIBBBBAAAEEEEAAAQQQQGD1BPzQmGfHql4Wy+EE6EcAAQQQQACBCQnwotOEPkwuBQEEEEAAgd0VYG8IIIAAAvsikF/htONAvfNQr3aM0oEAAggggAACCCCAwO4JsCcEEFhbAT8ztt/oVE7W9iI4cQQQQAABBBBA4PgEeNHp+LyYjcBMgAwBBBBAAAEEEEAAgd0Q0M6dqNQ6pV63BgUCCCCAwMEIcFQEEEAAAQQQQGBFBfLIqDw/JlnRc+S0EEAAAQQQWBsBTnRtBHjRaW0+Kk4UAQQQQAABBBBAAAEEJimw5Adv8xO5LdbgVzpN8jPhohBAAAEEEEAAAQQQQACBNRA45GfGPDtWq9fghDnFtRbg5BFAAAEEEFgVAV50WpVPgvNAAAEEEEAAgSkKcE0IIIDA0QW0bIqq/dGyMfoQQAABBBBAAAEEEEBgxQQ4HQQORkBqz441lMWCAAIIIIAAAghsgAAvOm3Ah8wlIrC6ApwZAggggAACCCCAQC35jU41di4dwwwBBBBAAIF1E+B8EUAAAQQQQGBPBPzM2H6j0/gMuScHYacIIIAAAggggMCxCuzPPF502h9njoIAAggggAACCCCAAAIILBfQYneaKvVODXVvUU5VgOtCAAEEEEAAAQQQQAABBE5AII+MyvNjkhPYnk0QQGCfBTgcAggggMCuCPCi064wshMEEEAAAQQQQACBvRJgvwhMXuDQoYVLTOuQ+/JTuakXBmkggAACCCCAAAIIIIAAAhMV4LKOXyDPjHl2rPYMefzbswUCCCCAAAIIILCOArzotI6fGueMAAIIzATIEEAAAQQQQGDdBZb95K378lO5rtb96jh/BBBAAAEEENgdAfaCAAIIIIDATgE/NObZsaqXxYIAAggggAACCGyAwMRfdNqAT5BLRAABBBBAAAEEEEAAgfUWyK9w2nEFvfNQr3aM0oEAAtsFaCOAAAIIIIAAAgggsIECfmZsv9GpnGzg5XPJCCCwiQJcMwIIIFDFi07cBQgggAACCCCAAAIITF2A61ttAe08PZVap9Tr1qBAAAEEEEAAAQQQQAABBBBAYE4gj4zK82OS9BMIIID9MJsPAAAQAElEQVQAAggggMAGCPCi0wZ8yFwiAggggMCRBRhFAAEEEEDgQAWW/OBtfiK3Bb/S6UA/Gg6OAAIIIIAAAtMS4GoQQACBqQkc8jNjnh2r1VO7Oq4HAQQQQAABBBBYLsCLTstd6J0JkCGAAAIIIIAAAggggMBeCmjZzlXtj5aN0YcAAgjsiQA7RQABBBBAAAEEEFg3Aak9O9ZQFgsCCCCAAAJHF2AGAmsvwItOa/8RcgEIIIAAAggggAACCCCw9wJ7eIQlv9Gpaugcqj08OrtGAAEEEEAAAQQQQAABBBBYVwE/M7bf6DQ+Q67rdazUeXMyCCCAAAIIILDqArzotOqfEOeHAAIIIIDAOghwjggggAACJy6gxU3TVKl3aqh7ixIBBBBAAAEEEEAAgYMV4OgIILBSAnlkVJ4fk6zUmXEyCCCAAAIIIIDA3gnwotPe2bJnBLYESBBAAAEEEEAAAQQQOKzAoUMLQ2kdcl9+Kjf1wiCNXRN40pOeVFe60pVOKn7qp36qbnCDG9Ttb3/7euxjH1uveMUr6rzzztu1c2RHCCCwfgKcMQL7KXDOOefU1a52tYX/LXv4wx++n6cw+WN95jOfqbvd7W4Lxje84Q3rwx/+8J5f+/F+vgd5rnuOcYAHwPUA8Tn0MQnkmfFQfptTe4Y8pk2YhAACCCCAAAK7IMAuDlaAF50O1p+jI4AAAggggAACCCCAwKYLLPvJW/flp3JdTUlnctfyiU98ot7znvfUmWeeWXlx6u53v3td+cpXrgc+8IH1jne8YxLX+/nPf75dW17imsQFTfAi3vrWt9ZjHvOYyn+IneDlcUkIIIAAAgjsukBeDHnlK19Zj3/843d93+wQgX0X8ENjnh2relksCKyGAGeBAAIIIIDAngrwotOe8rJzBBBAAAEEEEDgWAWYhwACGyuQX+G04+J756Fe7RilY3UFvvSlL9WLXvSiuulNb1qPfvSj69Of/vTqnuwRzmz8D4C3vOUt22+r+tznPneE2QwdhEDurdxjN7/5zevcc889iFPgmAgggAACCKydwAc+8IF60IMeVPe4xz3qve997wGdP4dFYBcF/MzYfqNTfqvTLu6WXSGAAAIIIIAAAqsswItOq/zpcG4IIDATIEMAAQQQQAABBKYqoJ0XplLrlHrdGhRrJZAXnp761KfWne50p3rXu961Vuc+/x8A3/72t6/VuW/CyX75y1+u5z//+ZX/66TcY7nXNuG6ucYNEuBSEUAAgT0QGH9L5U1ucpP2Unr+93QPDsMuEdh3gTwyKs+PSfb96BwQAQQQQAABBBA4CYGT2JQXnU4Cj00RQAABBBBAAAEEEEAAgZMWOLRzD/mJ3Bb8SqedOHvY803f9E11/etfv0455ZSjxnWve9267GUvWxe5yEXqfOc7/KP1G9/4xrr//e9f73vf+2o3lv3YR16iyW+l4j8A7of28R/jox/9aD3ucY+rj33sY8e/MVsggAACCCCwoQL5v3p94hOfyP/V64Z+/lO+7Pwm1jw7lp8dlzxaTvnSuTYEJi/ABSKAAAIIHF7g8N+NPfw2jCCAAAIIIIAAAgggsIoCnBMC6ymgZaetan+0bIy+vRK49KUvXQ94wAPqIf8/e2cCaN1U/+/vap5RQkXxL0S/pBJKyVBChpJkJkNCJFJCeUuZUxkqCUUqYwiVeZ7JPGXKPCak0HD/+9nn7vvus8+5955zxzM897XOmqdn7b3P3dbnftfOO4/qZsyYEccee2ycfvrpcckll8TPf/7z+OAHP9hU9MTGGmInBCqTNXbblYAEJCABCUhAAhKQgAT6kEBK+btjDH6GPxKQQHsELC0BCUhAAl1JQKFTVy6bg5aABCQgAQlIQALTR8CeJSCBCSbQ9M9uBxMHvQnu0eYmmMBLXvKSWHTRReOAAw6I/fbbL173utc19IBlp5/+9Kfxn//8pyHPBAlIQAISkIAEJDBeAq961atyi39XXXVVFO6kk06K2WeffbxN93X9fufa14vfLZPP3hkHIvvIXbcM2nFKQAISkIAEJCCB8RFQ6DQ+ftaWgAQkUCVgXAISkIAEJCABCbRHINUXJ5oi1RLToF+L+dnhBFJKsfTSS8eBBx4Yr3/96xtGe9ppp8XVV1/dkG6CBCQgAQl0JQEHLQEJSEACEph2AtkrSPb2mL03Epj20TgACUhAAhKQgAQkMDUEpljoNDWTshcJSEACEpCABCQgAQlIQAJdQ2CAv76dOVpiA1kaf5WLPzPHULcQeNe73hU77bRTvPzlL68b8vPPPx+/+MUv4p///Gddem9GnJUEJCABCUhAAhKQgAQkMNkEeGfk3THyd8jJ7s32JSABCTQjYJoEJCCBqSeg0GnqmdujBCQgAQlIQAISkEC/E3D+EigTaPaXt1la4u9yU7mg4W4isOyyy8b666/fMORrr702rs1cQ4YJEpCABCQgAQlIQAISkEDvEZjsGQ2+Owbvj+GPBCQgAQlIQAIS6A8CCp36Y52dpQQkIIGuIuBgJSABCUhAAn1FABNODROuJQ7UvIZcEzqfQEop1lhjjZhvvvnqBvvvf/87zjrrrOAvr+syjEhAAhKQgAT6kIBTloAEJCCBcRLI3hlzi06RBcbZlNUlIAEJSEACEpBAtxBQ6NQtKzVznIYkIAEJSEACEpCABCQggV4i0MRqU4qUzzClmp9H/Og6AnPOOWd8/OMfbxj3n//853jsscca0kdL+N///hd33313HHLIIbHJJpvEyiuvHIsvvngstthiQ26FFVaIDTbYIH7wgx/EDTfcEP/5z39GazYef/zx+NSnPjXUxgEHHNBQZ/vttx/Kp7/lllsubrnlloZyzRIma9zN+irSmPdll10W3/72t3PB2VJLLTU0/iWWWCJWWWWV2HrrrePkk0+Ov/3tb0W1cfvM9cYbb4zvf//7sdZaa8XSSy9d1y+cGRNjY4yjdDiUfeSRRw61s+KKK8b9998/lEfgyiuvrOuLNZoxYwZZE+YuuOCCoTHQPnPh2il3cN9998WBBx4Ya665ZsCZclyjXKu77LJLXHHFFQGjcp1yGAHgvffeO2Ib11133YhtlNsbKfzCCy/EJZdcEnvssUe+Vssvv3zd/Bh/cZ0cffTR8eCDD7YkUOQeZY2Ye+GIkz7SeEbK417jnivaw//Od77T0nhGarecV77GaH/LLbeMf/7zn0NFymvz2c9+Nsr3FOx4Jv32t7+Np556aqjOeAP0jzB0p512yu9Z1oSx4bi3eNb9+Mc/Dq4Zxjfe/sr1mQfPB54TXL9cx/SLK+bLdfHII4+Uq407THs845kbc6Q/XNHnRDNud8CjPQe4vy+66KJgzfg+Yuw41o5nxp577hk8IynXbt8802ircNwT3BvttlOdA+1x/bfbTrk81+rpp5+efzeX1w0GXEPk/eMf/yhXmZQw4+DeZU6Fg3v1Wd1K53xH8XsE32fVe577nzTyxrqe5TFw//KM5Z6CF89erpliDvjcA3yv8szm2c0zvNzGcOHydcN99fTTT9cVPfXUU+ue/fRVvR4mmiu/A/C7AIJ4WNInjjBp5LUzx/KEmo21Oh/WljHwvVx+vvGcI879y31CuXLbhjuXAK+MifdHAp07TEcmAQlIQAIjEzBXAhJok4BCpzaBWVwCEpCABCQgAQlIQAIS6AQCPTSGJn94OxCD/zTp1PUL/ZGPfCRe97rX1c3j4YcfjnvuuacubaTI888/H8cee2y+0c/G4qGHHhrXX399PProow2CD0Q7bPyyWfj5z38+Vltttfj973/fkuBppDGMJW86xk2fRx11VC4w+9KXvpTPHREE6cUc/vvf/wZrcPnll8fuu+8eiFC22WabuOuuu4oibfts2v/pT3/K12jjjTeO3/zmN3l7bDgWjdEvAiXWg7EhgmOs5bEVZbvNR5zxta99LT7zmc/EL3/5y/z6Zr7MAzZcq/DZaqutAj6sCXllRxtf//rXc5HUSG1suummgWvWRrm94cL0w7ovu+yyse2228aJJ56YrxXClnIdxl9cJwgHEQtsttlmcfPNN5eLNYTf+ta35pvm5QxEBojRymnthC+88MIob86/9KUvjY997GORUmqnmTGXhVl5bRBtla9b2PFM2m+//QJhx8477xxPPPHEmPt79tlng7a4R9hwR+zEWrAmRaPcWzzrDj/88FzMuPbaaweMEUwUZcbiM1fGzzy4TnhOcP1yHRftFfPlulh11VXz63E8zw/a5XrmOUR7POOZG3MkD1f0CRfGtu+++wacyOsUx72BEGW77bbLLRfyfVSMjbXj+XfCCSfkzwDKTcR6Fe1Pl891wTP9k5/8ZHzrW9/Kv5vL6wYDriHyPvGJT+TXdaetW5Ud9za/c6y00krB7xF8n1XvecqQRh7PdMQ555xzTtviS/ideeaZwe82/L7CPQWv6v3OGLkHuM94ZvPshif3f5k35TrVse6HHXbYiL+fwJVnAdcUc+Q5j/icuhMxL56P3Hc8L/k9hO/l8vON9SDOMxeBO89gfp9U8DQR9Ce3DdaWt8fsJszeIie3r+lr3Z4lIAEJSEACEpBAPYEX1UeNSUACEpCABCTQEwSchAQkIAEJdA+B1GyoKfJ/qVmead1E4C1veUsgfCiPmePrsIBQThsuzMbxeuutF/vss08ubBqu3HDpbFhhGWCHHXaIqbAmUYxjOsbNXLfYYov40Y9+FM8880wxlFF9NvYuvfTS3BIW1lKIj1qpVABBBwIFLCMwhlLWiEHGyFg33HDD3FLXiIU7OBOBCxvdbHK3wo5rA8HQTTfdNDSrdtvAyghrTVtDjYwSYGzHHHNMvqGOpR42lEepUpdNfaxJsfHPxi+binUFBiMvfvGLc+taL3pR/f9yw8pNu33SJPctljcIF27BBReM//u//yuik+oz7nXWWSdaXV8ELWeccUZu2ea2225re2xswmMRjHuxHV533nlnbqUNcdJYhA+s52mnnZZfH4yfebQy+OK6gBEihnYFAUW/66+/fvAcor3R+mVsXMubb755YEVttPKTnc+YEUZ88YtfjFZFvJTDcs9ee+0V7azzZM+lnfb5Lue7mWuO5/lodZkn1/W66647qmBytLYa8icogWdq8TvHk08+2XKriNgQJcKi1fsPC048x7/xjW+0fN2UBwRzLLrxffLQQw+VszoufM011wTr/pOf/KSt309giTUmnok8G8czMZ5NiKa477j/WmkLxojPvvnNb07p75CtjM0yFQIp5e+OMfgZ/khAAhKQgAQkIIE+IFD/f136YMJOUQIQ0ElAAhKQgAQkIAEJSKBjCAw0G8lg4qDXrIRp3UEAa07zzjtvw2DZZGKDuyGjlIAQBMsYlC0ljyl48cUXBxtcbHRVG0CQMccccwSiLNwss8xSLRKvf/3rh/Ip86Y3vSmwKtNQMEuYqnFnXQ39hxgEQVerArKhiqUAm9D7779//OpXv4rR1qaohkUL2kiO2gAAEABJREFUxAZYoCjS2vURaGDpiA3m4eq++tWvHuI/11xzBWKactmXv/zl8eY3v3moDGvUbB3LdSYiDO+vfvWrbR/FiJWT733ve/mxgVwvY2mD4x+xaoOVj5HmQh7rybpyzBIbx6SN1SEyYXP93HPPHbYJjiCab7756vJhhTWSusQWInfccUf85S9/qSv5oQ99qMFSXF2BCYogcsISTdmaVKtNP/DAA7mFm1bFf6wRVkx45rG2rfZTLofg5pRTTgmEEzwTynkjhXkuYkWJZ8hYrw+uC46cw+IS7Y3UX5HHnH/9618HxxCOpd/bb789Z9zOXIu+J9JHBLfbbrvVHXVI+6961avyZ1KzZxb5rBcWnngWjGX+tDFdjmPTOIbv+OOPb7CsONqYuDe4znn2jVZ2KvO537HyM9bfOVhP7r8f/vCHo1qRRJgEgz//+c/jniL3wXe/+91hhTh8F/KdiON3HX7nKXdaXKfkF47v3HKZsYa5x3muIYZm3cfaDs9EeNEWbbbbDqK8gw8+OBDpsk7t1sfq1kEHHRQ859qta/kpIpC9M+YWnbTnNEXA7UYCEpCABDqVgOPqLwIKnfprvZ2tBCQgAQlIQAISkIAEJNBpBFL9gIimSLXENOjXYhP9aXtTROD//b//19ATm1b/+te/GtKLBMQBbH4jCCnS8Nmgoz3+Ip/jvf74xz8Gjs0vRB8cHfba176Wog2OI0qaiWkQMf3sZz8LrNzgNtpoo4a6u+6661A+Zdgse8c73tFQbirHXXTOph9HwFXFRrBaeOGFgyO3yqw49mbGjBnx7ne/OyhTtIPPBiBH8SBgIj6SY6OWtjlmplqONWAtEJedfvrp+RphgYV1ayZ843pgTLRZbYs4bcEd94tf/CIQmpFeuEUWWSSwFEJ+4b7yla8U2ZPiM+bqNTr33HPnVnWYK9cl/pZbbhmzzTZbwxjYnGYuiEuK65z1YF1gwTrRBmvHMTtsRlcbQShQXfdqGeIc/YYIhfUlXjgEYoiGyv3RJ+PGgsWSSy7ZICqjLqI4hFPDCUy4pz7wgQ9QdMghFmIcQwktBLi2sS5UflYgnuRIzBaqj6sIloIQLDDuoiFEAqwnawInrm3EgUsttVRTToj4TjrppKL6iD7CseGs+3DPcO8U/dI3YjPuC+61asMjCTurZWGM2OjnP/95g2CF67F4hnBN0G8xZ46P4/opt8f1xXVLe7RbzmsW5npgHs3EAwsssEBwhB7t0S/9w4B7rNwWoir6LadNZZij/pgD9wT9wmyZZZbJj1s9//zz8++NU089NVgTRGCsJeXKDqasbSvMyvWmM8x33SWXXFI3hOqaMSe+T5s9/3jmffvb347hnvl1DU9BhGcpz/Py/V50yz3GvVb+PmPNOa6u2XOZe36kewBR2x577JEfGVr0UfgIdmHG85rrHsf1gciGdJ5BRdmyj7Wj6noU+XwXFt+LiF1f85rXFFm5v9xyy+XXaVEGn/nmmeP8GOm5xlyYU3muhEkjr9o19xjPSNqs5o0WR4zIcYTFs4L7tPpdy7OG32ma3aO0/4c//CG4TgjrOo8Ar4yJ90cCnTc8R9Q5BByJBCQgAQlIoKcIKHTqqeV0MhKQgAQkIAEJTBwBW5KABCQwRQQGBuo6IsZm30Bk/yp5dQWNdA2B6sY0A2dzk80+wlXH+mPlApFAOQ+BAxvFbHhzfNa73vWumH322XOH8GXZZZfNLZmwMchxMFWrP88++2wgmii3OZHh6Ro3LNmAK8+lYMVG82c/+9kos+IowVVWWSUOP/zwgCdly3UR8HAMUzmtGmbDkbpVCz0w/9znPhds7GNVBhENG5as09vf/vZg3dhspG5185u22Pwd7rqojmG64zAoNsXZ7MbyDxulzJG5FnPedNNNg+t58cUXbxgym+HMm4w3vvGNceCBB+brwvqwTrTB2mHxibUkjbKFY9OWDdxmQpGiDBafjjjiiIbjsTj67bjjjsstnZX7o0/Gv/rqqweb61goWWKJJYrmhvxbbrllxOOnEMJUrYJwBN1w4qihhksBjo66+uqrSymRH1mH2LEucRIiDz/88NBxmcX6cl2znqwJnLi2l1566fy4SBhjDaU6lLPPPju33FVNL8e5BhBqck2V07lHsPbDPcN1VfRL31xP3GMcN7fBBhs0CK0QW/CsLLfXLHzFFVcE4gKupXI+m/1YQOG64xnCNUG/xZy5VxGYss6IBoq6tEN7iJiKtGY+Qpef/vSnDdclzyPEY4hJEZJwzdMv/cOAe4z7oSqyatbHVKRhKaZ4ZjGm7bffPj9qlWs0pTQ0hJe85CWBAIpjuFZeeeWh9CKAUPPaa68tol3lD7dmXK9Y8uFa5BoqXydMkOue4w5Hen5RbrId68ezjmuy3BffZ9xb3GPca+XvM+4/hHg8Q9///veXq+WCwZEEw+edd15UBapcO1zXsIIZbXLd47jnEJ2SzjOI7xqeSeVOue/4PQBLW+X09sITWxqxKPdy9bnGXJnL7373u8Avz5UwaUUeZcujoi2elVw75fTRwrfddtvQs4ZnCc8Xntnl7z6eNVynPG9Zi2rf/A7J75f8rjdaf+ZPPQHWJXtzjMjeHXmXnPoR2KMEJCABCUhAAhKYegIKnaaeuT1KoDcIOAsJSEACEpCABCQggYkhUNoIHGowS0uR/UtDKQa6mAAbvNXhsymHq6YTbybcYcMJq0qIClIa+cKg7GabbRYbb7wxzdU5xFNsatYlTlBkusZ9zz33BKKM8jS++MUvxmisUkp5mZ122qnhGD4sQxQinnK7RRjrJJQp4vhwZ43YIKwKXMgvHJvdyyyzTGBFi43FIh2fzV82gQl3i2PeM2bMiNVWW63BQlYxB4QArMlwXLCAhPgLQVFKza9vjoLDylK1DSxDIWYq+qr6MK1aoUCEwbFTWA+plq/G55xzzkDUgvWLch4Cj1tvvbWcVBemDzaUy4kcQcdRdOW0kcIcd1e1LrbSSisFzEeqN5F5rM1BBx004vrSH5aPuA6q64PFs5HmjMgDwRsCQ9opHPcG98gnPvGJYa8ryiJ42HbbbYN7r8yF5ytiC8QGlGvmeBZiVQzxQDkfsQFiJaxypdT8eqQ8bLCCw/OW+5o0HO0hIhjpukRMybVL+cLRHmK/kZ5d9LP22mvH7rvvPqXXQTHG4fyXvvSluWgDoSdjHK4c64VQBRFXuQwiCqykwa6c3unhVtaMe2LHHXeMrbbaquFa5kiw6vNpqufMkXVVQSX3EvcU9xZrNtyYeD7us88+uYXEchnuZ67xchphhJ7V4/64XhBnj3btUJ+yfNfwvU2YtMLxrBzpe7soNxU+zzVEktXfTfgu3HvvvQOrTTAebizkUYay1CmXgy3PTPoop7cSRqDGMZ3zzz//sMXhylqsv/76DWU4anCk51pDBROmjkD2XZWyd8fIXAp/JCABCUhAAhKQwDgIdFFVhU5dtFgOVQISkIAEJCABCUhAAhLoQQJN/+y2ljhQ83pw0r0zpVZmgtCJjaNyWTb7nnjiiXLSUBhxQ3Vz7KMf/WguyhkqNEogpRQrrrhibu2pXBQxEpv75bSJCk/XuBFRIGoo5sGmYFWUUuQ182GLoKGcd//990d1DYp8+GHFAqFLkYa/+eabB9YRUmptiwnhDsfEsKFJfRzzYBOY64N4NziENzAcbawLLrhgvOc972koxr3BJjfWTxoyKwm0gSsn//3vfw+OzyqnFWE2gi+44ILcwkiRRn8bb7xxw/F/RX4zf5ZZZolVV121IWskqxocj8Q9WK7EEXTNNv/LZYowY8cCG9dEkYYwqxnDIn8yfEQ8HI3YStuU++AHP1hXlPuEe7QusRRB7INVrlJScA8jIOIeKacPF04p5fde9bgp7mGsvAxXDwtbVStCCKx22223eMMb3jBctbp0nu8IEqrHCSJeQWRXV3gwwv2NZZTBaO5xXW633Xa59bk8YZQPLPjxzBml2JRl8xxYc801I6XRn38w4x6EdXmAV111VWB5ppzWyWGe3QhuWnl2sb4IRz72sY/VTQmBF9cC1ljqMqYogrAMK0nl5wxdM9ZWv894PiJkhQd1C8cRazyfizg+z0wE14QLBz8s6KU0+rVT1MG6VFVIisgJEVBRZjr9e+65J/juKY+BawAh9Ic//OFy8ohhynKNISQsF6Rt+iinjRZGlLfDDjvkz9fRyqaUcnErQrZyWfhybGM5zXCHEMjeGQci+8hdh4zJYUigRwk4LQlIQAIS6BwCCp06Zy0ciQQkIAEJSEACEug1As5HAhJohUCTfZ0UKa+ZUs3PI350LYFZZ501sOjQygTY7GTzvbzpyOYYggk2h1tpoyjDRv1cc81VRCfV76RxIyJgM67VCbM5u+iiiwabgAg1OLqFo2NmzdatWRuINm6++ea6LDZcsTKRUnv3LJZjqiKhdq3+1A1kiiNc18ybI45G6xrO73znOxuKcdxZVSTSUGgwAcsiiH0Go7nHtYfLI5UPxIQITsrJ9LfYYouVk1oKY6Hpla98ZUtli0KsL9dVEcfHckp185/0qkO8df3119clM26OqaxLnMQIrNlob7ULrgMshlTL/+c//6kmDcU54g2BwlBCFuB5h/ghC7b8X0opuHerzzwsr1Xbp1GEZAisEGIRL9zaa68dzLuIt+JzbSMM4X4oyvMMp336KdIKn2cI93kRx+coRSw5EW7FpVQTIvDsaaX8ZJbhGl9vvfWine8oGLPO5XEh+uH7r5zWyWHEZtXn90jjhQ/XV/k6ofyll14a7XxnUWeiHMIjRMrl9libdoVHi2bfoTzvyu0gGK6KcRAWss7lcnBELFVOGy382te+Nt72treNVmza8rH6WD0KcMkll4zll1++7TFxjSHsKlekbY4FLaeNFubZPO+8845WbCif42QXWGCBoTgBnmvNnmnkDTq9aSKQfSVkb4/Z76AEpmkMdisBCUhAAhKQgASmmsCLprpD+5OABCQggYKAvgQkIAEJSEACEsgI8Me3mVf+j7/IzZ0mncpYujb8+OOPxzPPPNPS+NlE+uQnPxlY6mDzjw1HNqaaCURGa5BN1XaFGaO1OVz+dI577rnnrhsWYznooINipCOr6ipkkU022SSwnnP44YcHVpbY5J1jjjmynMb/mm3UshHJZn9j6ZFTWKOqyAerP4gzRq7ZGblY3OH6bHU0WDmqlsVCE6K8avpw8eq6cG9xjzUr/4pXvCK23HLLQFyAiI26733ve4MN3GblR0pDzFK1qjFSefJg8773vY/gkGPjvyqUG8osBa677rp48MEHh1LoG2swKWUbmUOpkxvgOLqqRY/Repx99tkbinB8XUNiloB1NI5CyoJD//HMWmGFFSKl9ufJ8xLB0FBjWQDrMYg5smDdf81EcMx1qaWWqivXagTB0XzzzVdX/IYbbgisStUSZ35ec801wX0+MyVimWWWiWb3R7lMNcwzZyzCiWo7441zjWJxb7kAABAASURBVHOtt9sOzz6sd5Xrcd1X2ZTzOyXM/bjyyisH4r52xsTzrmqVjWuE50I77UxU2VtuuSWqQkDEje0KKnk+Uo9rcokllogNN9wwsMpWPSKNa4Xj8LjHsejFPVe1qNjK3ODO872VslNd5oUXXojqcw3BOhay4NTueKjD7yS0Ua5LHzxDy2kjhXm2wW2kMuW8l73sZVEVoCEkf/LJJ8vFDHcIAQTfvDtG9u7Y5NWyQ0bpMCQgAQlIQAISkMDEEuhcodPEztPWJCABCUhAAhKQgAQkIAEJdCaB1GxYKfJ/qVmeab1AgA2rZhtOpGEVgaO89t133zjllFPi2GOPDQQanTzvcY17nBNDXFAVVyBswMLIfvvtF3fffXfd0WXj6a7ZBiYb3ljaGWu7CCRmrViPwtoLfY21zamqx0Y1ljXG0x8WI7h+Wm2jHTEIIgo21DkuCBHb6aefHt/61rcipal5uDKv5ZZbLrjfi/lhQeiiiy7K9iKH34rkOKnqkWsIJKoinqLNyfIROjGHdtrnXqxeE8NZdMJqFfdnuX2Ei2MRzdAGY0XQRrhwiGZ4HhTxwkdYgsCkiONzLY5FBEddrrV3vOMdBIccVlceeOCBoTgB7msEUIQLh7irOu4ibzQfSzo8g0YrN5n5WIqBfbt9YF2NZ0i5HgJVxIvltE4Mc41yf7Q7NkQrrFm5Hs8ErHyV06Yq3Ex0yfdZSu0/I9daa61cMHzwwQcHYibE2lXrVTzDEEHtscceceKJJ8Zpp50WCy200FRNd0r6QQz017/+ta4vnivtWqkrN4DYvWqtDgFpq6Ijnk9cs+U2WwlX70+E5MM9z1tpzzKTSCC7Z1OkrIOUf2YB/5OABCTQuQQcmQQkIIEJIqDQaYJA2owEJCABCUhAAhKQgAQmg4Bt9gGBpnvdg4mDXh9Q6LspItbA8sFET5xNdCyYHHHEEbHxxhsHx2RNdB+T0d54xs1GHJYkquPC0sFvf/vb/DgrLIdstdVW+cYqVnL4y/dq+VbitFkVR2BVgqNcsCo0Fke/HMmGXzj6oK8i3qk+G68ppXEND6tW42pgEisjuLjiiitizz33jC9/+csNlk9a6RrRAGK8ctnRjqriyKdbb721XCU4uojN6rrESY4gOmq3i5RSpJRaqsZxXU899VRdWe4FuI/lXqJO1QIJjTcTOsEYgQn5heNexroN7YzFVS2T0T79FO3jc19zfxMu3Gyzzdb2cXlF3XnnnXdMFsqK+uP1EWlxrONY2kEEwzOkXLdY+3JaJ4YZN9fqWMZWFcTRxu233443pY5rsSrE4xnTrjWnqRo0AhvEPQik+P2mKgadqnGM1g8CzurxpIj6uM9HqztcPuLReeaZpy6b9as+P+sKlCL8zll9PpWyhw128vfzsIPugYwxTSF7Z8wtOkUWGFMDVpKABCQgAQlIQALdR0ChU/etmSOWgAQkIIGZBAxJQAISkIAEup9AZT+YaIpUm1eLm8W1wn52KoHqRjfjxMILjnC7js0+LIUgYjr55JNj7733Do5e4wgjxBCf+9znAosKbO7z1/fttj9Z5Sdr3FgS2XTTTWOkzXYs5CBYwYrEaqutFhw1t8suu8QFF1wQbBa2OmfmgIWYcnk25rfZZptYccUVx+TWXXfduiPKaJs+6ItwJzs2T8c7PoQa421jPPVZ/4ceeii/Fo488siYMWNGLo7jmB8skiCQO+GEE4J7biz9sLmNlbZyXcQF1157bTmpLnzxxRfX9Yf4ALFeXaEpiEz2Jvdzzz0XiIHKU+Hosk9/+tNjupe4B3fbbbdyc3kYCyt5oPTRLO3MM88cc7/0fdhhh5V6qAWr/XBfc3/XcmufCH44JqoWa+8TcdZkiGZbHQVjbyYua6U+z27GXy7L8xSRWTmtFO6YIKKRsa4Z1n24p8uTQbCC4LecNtlh+qsKchgX45vsvodrn99ZeNbedNNNgZAJq4xbb711YJlvySWXjDXWWCP4Hr/xxhsDgfFw7UxnOtdw9R5HGIcocKzjom51Xein1XuF3zdxY+3fep1PgFfGxPsjgc4friOUgAQkIAEJSEACE0JAodOEYOzURhyXBCQgAQlIQAISkIAEJNDxBAbq//KWGNZmBiL7V8nr+Lk4wKYEsCBUzZhzzjmjusFbLVPEEWKcddZZ+VEwiJnY7GPTj+Ptdt999zjuuOPi+uuvDzZKizqd4E/luLFAAYtWRTOM7U9/+lNsv/32gZgFodTZZ58dCKJGYocFGiy+jFRmIvLog75ab8uSrRLA2gaCJo42RMy09NJLx6qrrppfCwcccECceuqpwXFqo10LrfaXUso36dmoLuqwmY/IrtlGPcKY8847ryia+xz3NJKQLy/UhR8cHzcVw2bNuefLfSEELccnK1ztBxEHa1zub9ZZZ42ximYQo5WvrXK7UxHmewxrM2PtC4t8Y607nfUmetyI/hDBTeWc6K8qyJnK/umLMVx22WWB8JjfazgGEX+jjTaKb37zm4FVxssvv7xO+Em9TnasZVXAicgopdTJw3ZsXU6geHeM7N2Rd8kun47Dl4AEJCCBUQlYQAISgIBCJyjoJCABCUhAAhKQgAQkIIHeJdDpM2u28ZGlpcj+pU4fvOMbjQAWE7DeUi3HMSajHXvz7LPPBsILLIXstNNOcckll7QlZnrpS18auGrfkx2frnEvuOCC8ctf/jLYIG1n4x2xCVZkvv71r8cqq6wSZ5xxRrZP5DbRZF8nU90+ghMsbyFq4r667bbbRhW2lceIoIPN6nJaq2GOqpp//vnriv/5z3+O6hFmFGCcHD9JuHArrbRSvPzlLy+i+l1MgOcNQrcunsKEDh2h1oQ2aGNdQQAh6bHHHhs82770pS8FwmNEgK0OHmtgYxUHttqH5STQVQQG3x2D98fwJ0QgAQlIQAISkEBfEFDo1BfL7CQlIAEJSEACwxMwRwISkIAEpplAUz1FLXGg5k3zAO1+PAQ4FqaZ1ZKFF154xGaxKMNxdFieqVoiGakiRwh97GMfi7322iu3TLPooovGVP5M97g5RgkxC0dQHXTQQcFxX+0IRJ588snYdddd49BDDw0sTUwlO/uaHAJYOTjttNNi4403jksvvTRaFZkgappnnnlinXXWiV/84hdxyCGHxFiP6qPeMsssUzdBrAxhqaQuMYtcdNFFgVgwC+b/vfnNb473vOc9ediP7ieAQINrq/tnMjEzuPfeeyemIVtpmcB0F3ziiSdyC3r77LNP8J3b6ngQhy+xxBK5pScEyVh+arWu5STQ8wSyd8aByD5y1/OzdYISkIAEJCABCUggJ6DQKcfghwSGJWCGBCQgAQlIQAISkIAEJpdAE6tNKVLeZ0o1P4/40ZUE7rjjjgarLa973etioYUWGnY+Dz30UGBdqGrVpVwB8Q5H57DRt+222+YijHPPPTc4fg2RE2KnqT7OqJPGjZUQjvj7wQ9+EOeff35gOQLhGMd/jSYyQAhzxBFHxDnnnFNGnoex6lO1IvG+970vOIbsqquuioly9D3SNZIPxo+WCHBf7LHHHjGSYBCB4EILLRRrrLFGvol+zDHHBIKj3/3ud7HDDjsER8eNdt2MNhiOyXv9619fV+y8886rsyqFRROu13KhxRZbLN70pjeVk3omjACsOpmtttpqwu6j4n78yU9+Eogkyn016xvhRVFnovwZM2aUuw2ugWrfiN447qquYJdEGPczzzwz5tFWBaXcZzy/x9zgFFXE8tpYu0J8iSvXf+Mb3xhT/Z0Na1x5HJMd5tjGb33rW9FM5Fn0jRhwrrnmimWXXTY233zzQLSMsIln48EHHxyrr7568Mwuyneaz+8JVWua/F5RXfNOG7fj6W4CvDIm3h8JdPdUHL0EJCABCUhgqgjYTw8QUOjUA4voFCQgAQlIQAISkIAEJCCBLibAH99Whj8Qg/86xqRTZYBGWyLAphZiiX//+9915REocXRdXeJghE3fAw88MJptor797W8PBBtnnXVWXHzxxXHiiSfm8Q033DDe//73RzvHtQ12N2FeJ4+bTXMETggoEDxxBCA+wqd55523KQPW7Le//W2wKVsuAGM2MctpHD9WLVfONzx9BO67777Yf//968REjIaN9OWWWy4OP/zw/EhIBIJHHXVU7LzzzvkmOvdaVdBGvfE4rEO9613vqmvi1ltvjfvvv38ojXjZwg2b5YgWU0pDZXopMPvsszdMBwt4PDsbMiY4YY455mhokb4bEic4getq1llnrWuVY7z+9a9/1aW1GkHAh8i01fITXW68Y0fkVR4TIrDZZputnDTh4YlY5/EIV/jOqIrDEECnNLX3Od9lc845Zx3fp59+Oh577LG6tImKcF/znG0mcuJ+/NrXvhZ/+MMf4rLLLsstUu67776xxRZbBKJlBIIpTS2fsc6b3xOqojXWfKz3OOPgPq/eK1wzCOTI10mA+4u3x8jeHZu8WgpIAmMgYBUJSEACEpBA5xNQ6NT5a+QIJSABCUhAAhLodAKOTwISkMB4CDTdt0mR/0vjadi6000AAQOWfqrj+NCHPhRsUFXTid988825iIlw4bC48IUvfCGOPvrowIJTdZO8KFf1sbRR3RirlpmoeDeNuyx8Ov744+OUU04JjsOpsuAYvrLohHyOxquK1Dh658EHHyRb12EE2DRng7k8LDbMERNivWeRRRYJhCfl/OHCrPN4BG30s9JKKwX3c9EHFpyuvvrqPMomZVUYueCCC+bWpPICPfiB1Zbq84x7rioCmYypv+Md76hbC/q4/fbb47///S/BSXM8Q5h3uQOugwceeKCc1HIYUQrilJYrTHBB1uqvf/3rmFrlnmK9y5W5Hqrim3J+OYwgFaFVOa2V8Hju46J9xs3ci3g7PoLGannEuNW0yY4jxqkKZWDDNTWWvh999NFYc801Y7XVVosdd9wxDjjggLjiiiuG7ikEeTyTq22vvPLKwXfxWmutFYwnpdF/+UU0NNZxVvsfU3yESly/XMflItzfXO/ltHbC1OWaK9dBFPiGN7yhnGS4nwlk903K3h4jcyn8kYAEJCABCUhAAv1BQKFTf6yzs5TAtBKwcwlIQAISkIAEJCCBEQg0/bPbwcRBb4TaZnUoAUQLxx13XMOxdYgsll9++WFHfeONN8azzz5bl8+xWeuuu24g0KnLGCXy1FNPjXhc1yjV28qernFj5QDrD4cccki+scqGKcdUtTP4N7/5zbllrHe/+9111djEfvzxx+vS2Bieb7756tLYcGUzty6xjcj1118fH//4x4c2h/fbb7/8KLwXXnihjVYsWiXAulx33XXV5HwjfvHFF29IHy0BwRRWXEYrN1L+oosuGlWhHOImxBpsZBeip6KNkUSRRZlO89sZD1ZcEDaU6yAwHI/FnZ/97GfBMxbRxIwZM4JnQzNhCccB8jwu941gc6ziUARSu+66ay5G3WCDDWL33XePI488MqriBKyJLbwk0b7/AAAQAElEQVTwwuVuA8EOR+XVJbYYueWWW2I6hU4MEwuDzJ9wO+7OO+9ssB60wAILtHwsGfd4u3PnufqXv/ylnWE2LYu4dSxCG4RE1bVG+LzQQgs17WcyE1NK8c53vrOuC55xY/0+gwn3D/65556bX/8cOcc1Tyfc1zxHCReO798vfvGLDUdLFvnD+TwzEQgOlz+d6QiQ3va2t9UNAS5819clthG56aabGu4Vvkvoq41mLNrLBLJ3xoHIPnLXyxN1bhKQgAQkIAEJdBKB6R6LQqfpXgH7l4AEJCABCUhAAhKQgAT6m0Dlz26Jpkg1JtkmVC3gZ7cRYKPwhBNOKA87Dy+99NIx77zz5uFmH1gUqaZ/+MMfjrFsZrG5XxXqsImJq/Yx3vh0jRurWYgLDj300GBjFYsSbCYigGpnTrPMMktUNyZjmB9EMmWrPBQ788wzg41Mwu04xAFYlELkUmwOc2Te6aefHsXmcDvtWXYmAQSDWNGYmRL58Y7cT+W0VsKsE/d0tSz3EqLGavpwcUQ9H/zgB+uyuXdY+zvuuKNOFIP44SMf+Uhd2V6LcN9VBR6sG/cEzNudL/cg9yIiT47/PPXUU4NnA+KpaltYXamKFlkHjgatlm0lzjpyLCbiC8RHJ598ct438Wr9RRddNLDsVE7n+cX4y2mjhRF7nHfeeaMVm/T8a6+9NmDXTkccd/rHP/4xuIfK9T760Y8O++zj2NdyWcLV7zjSRnKIk1irkcq0kse6cuRlK2XLZfh+4voop80777zB0ZbltKkKI6SuXotXXnllML92x8D1j/isXI9jdYs4z7jqenMvIDosyrTqI5ri+79cnmcxrpw2HWGs9733ve9t6JrnWru/m9AI9znPsio7xNmvetWrKKKTQPDKmCJFEAh/JCCBDiHgMCQgAQlIYJIJKHSaZMA2LwEJSEACEpCABCTQCgHLSKCPCQzw17cz50+MjRr+Khd/Zo6hbiFw22235RaC2JwqjxnrIZ/97GeH3cQtly2H27XkRF02KY866iiCdQ5rEk888URd2mRFpmLcc801V8w999x1U8AqC2tQlzhKhHutuon40pe+NF7xilc01GRjeL6KVSeEFBwtSDsNFUZIYNMbYUa5CCKq5ZZbru3rpNyG4eYEUkrZHmBqnjlCKhZYLrzwwoYSiCaqG/sNhUoJKaVYZpllgmurSEaogSiRPrDsU6RznU3HcVZF/1Php5TiYx/7WB0P+uV4K3gQbtVx75144onBvViug8WY97znPeWkPIxAYNlll83D5Y/f/OY3gUiqnDZaGNEOz9uqdaH5558/OCKvWp8jCatjYtyMn3lUyw8XP//88wNRynD5U5WOlR7mD4dW++RYV8ZfLj/cWhVlmj2Pr7nmmqGj0Ypyw/mwRWzSrqBsuPZo67777hsuuyGd799f/vKXuQWvcuaSSy45JjFzuY2xhnnGvP3tb6+rjqUt5gavuowRInBAoFsuMvvss0fVYlRUfvi+S6m9ZzK/W3G9VZ+9zawwVrqbsuhSSy0V/M5X7hCLfTzbymmthBHUYbmyXBZx2lhEu+U2pj/sCCaSAPcr746RvVfyLjmRbduWBCQgAQlIQAIS6FQCCp06dWUclwQkIIEyAcMSkIAEJCABCfQugWYbPFlaiuxf6t1p9+LMEMr86U9/ii996UtRtSTDZt76668fHMsz0tw5yqmaz7Fw7Wwgswn44x//OMZqtaKZQAkxRnVc5fh0jRurNxzvVR4LFmE4vq4qOiiXqYYRR1U3ErG+UxVRUY/Ny8985jME69wxxxwTbL5yHdRlDBN56KGHYs8992w4qvBd73pXLLHEEsPUiuBawpUL/P3vfw+OZCqn9XsYqxqzzjprHQauCayK1CWOEmED//vf/35wX41StKVsji2rWjHCmk/1mD0EUS9/+ctbarObC2Hx5QMf+EDdFGA9Y8aMQAhYlzFCBIa/+tWvGkqstNJKMZzFGERWVZEH4jWsxLHuDY01SWBz+de//nVULUFxj6655ppNBSys66c+9akGgRfjx3LLQLZR3aSruiSOstpvv/0aRDN1haYwctppp0WrQi3GvtdeezXcUyOtFVNBNFYWCZKGALHV62S4a4R2xuIQePEM57kyWn2u6R/+8IeB2KVcFnHXKqusUk6a0jDWIrlOuV7LHWMJDV7ltOHCzO3www8PeJTLIMQpW+HiO7WcTxhRId9fhFtxfL8iRmTdWylfLYOlxOpcsQA30d+f8847b2DBs9w/Y//Rj34U55xzTjl5xPBFF10U3OfULRdcbLHFAsFkOc1wnxMYfHcM3h/DHwlIQAISkIAEJNAfBHpC6NQfS+UsJSABCUhAAhKQgAQkIIGeJND0z25riS3sdfYkkm6bFFYazjjjjFhnnXVil112CY4hq86Bjfw11lgjUkrVrLo4Vlyqm3AXX3xxvjHGhnpd4SYRLFVsv/32cdJJJzXJbS2pmbgHiwLMc7gWpmrczfpHrFDdQMXKB4IzNlGb1SmnIXLaeeedG47qYZN2OIHEJz7xieDYmHI7HLV10EEHxXe+851g47ScVw6zjlhh+eIXv9hgOYZNfK4jjvQq1ymHsWrCsVvltHvvvTeYczmt38Ovfe1rA2slVQ6I0VoRsbBOl19+eXzhC19oWKdqm+3EERZgwaVcB5FdWayB+KFaply+l8KIfj7/+c83HOWG4Ih7mCPgRhJ6IrLASs43v/nNBuEMIovVV1992OcuosWNNtooFw+WmSISZd05iqsqMCiXQ1S5zz77BPd9tRxHV1WFDuW6WHypijSZy3e/+934+c9/3jCXoi7XJdaQttlmm4ZnVlFmOnzGjiBwrGNHcIaANKU07PAROrGm5QKswYwZM4LneDm9HGZsw10j5XJjCXOkJdfpSN81w30v813/uc99Lrjfx9L3RNVBVFkV18KMewpuhIfri7nxe8/vf//7uiLcW1ULloh/ECeXC2LNjt9XqvdPuUwRZq35fkXI3Ur5ol7ZZ1w8g8tpCO/+8pe/lJPGHUZQxbNlrrnmqmuLo+ta4Qpz2H/961+PqpCOOfB84tlZ17iR/iaQvToORPaRu/5G4ewlIIHeIuBsJCABCYxEQKHTSHTMk4AEJCABCUhAAhKQQPcQcKTdSqDJnl6KlM8mpZqfR/yYdAL33HNP/pfze+yxR3703Eg+whiES8svv3ywSUic416aDRKLJWzOVTfXmpVFMMRmbjmPDS82xvbee+9gU7GcR5gNP6zUsNnLmBBnkN7McTQW7TXLK9IQ0iC4KeL4tLnWWmsFfcAFCwP3338/WbmbznFzjBybxflASh9sfCMaYhMasQTrg2UqHOHjjjsuttxyy0BkUbXAxeYkdVNqfg8iRPrqV7/acDQNa4FFlpVXXjm4JhDAIUKiT3zyNtlkk9h6660brH4x9FVXXTU4to7wcA6LW6xROZ81/cY3vpHPh/XBtWpdpdxOL4VTSoEgrboZjCCBNeCaYNO5Omcse5x//vlBGcQkCG6qZYo4RyeNJMIpylV9nhtsVhfpjIN7s4hjrWM4kV1Rppf8RRddNDbddNMGwRFcdt9991httdXiwAMPDARhjz76aHA/IU447LDD4tOf/nSexz1QZsK6c++PJiJZYYUVAutK5bqEWfdtt902eO4dccQRuSUe+sVhlWf//fcPLPHwHOG+p07hWFvqjvTMZ3w8Q6piPASThxxySD4v5sezij55fnBPr7feeoGYtSp+KPqeTn+sY4fFFltsEc0sA5bnA1funXIaYZ7fn//85+PLX/5yIAIrrpFinVZcccW6awSreaNZV6TdkRxjQahEmeK7pto/Iii+M4f7Xua6a/bdRZtT6TjGEeEtcyr3yz3FfVfcY/DkWoQvIsBibuedd165Wn4fN7NgybWOALBcmHsH4dLXvva1XFCKkK+cT/zBBx8MrGFxv/EdSp1ymXIYMVQ5Xg3z/fnKV76yLpmjfhEOcT/y3YnjOqorNIbIPPPMk9+rXN/l6gVXrkueIwVX2BIuM6dsuS5t7bTTTlpzKkPp7/DQ7LNfebK3xxRBIPyRgAQkIAEJSEAC/UFAoVN/rLOzlIAEJCCBEIEEJCABCUigQwnwx7eVofEXubnTpFOFzORG2dg+5ZRT8uN32FAeyRUClpEs9zBarCSwafaGN7yB6KiOjcbNNtss2MwqF2YD+fjjj49PfvKT+XEoWCnBIajB8svaa68dbACWN8WwkMHmcbkdhBls6pXTquG3vOUtDQIeyrC5SR9w+e1vf5tvSpKOm85xp5SCo3dgzVjKDm6IIxBLsKHMxiKOMMIxLCtRplwH9ggJ2KQsp1fDbJZjfYW5V/NYB64RxE5sctMn/owZM+KGG26IZhu1H//4xwNxBBux1fbKcY5km3/++ctJeZh5MB/WB3fmmWcG651n9ukHIkPumer0sbrGNYHFHYQu3Es4RBRY2dlhhx3q1glBA5vsH/3oR+ua4l567rnn6tJaiWA17Z3vfGfToogMsVKWUrZh2bRE7yWmlGLdddcNnn2wrs6QZw/WTRAu8czjfsJaCkdUklctzz2M6GTZZZetZjXEud+22267oN2GzCwBAezBBx8cPEvpF0eY4+qeeeaZrET9f1is+da3vhU8H+pzGmOI2Xbbbbdhn7fMj2cVffL84LsEa1PllhAHIcwsp011mCO0YF70y5q0MnbKUw/hRitrRXme9c1ESjz/sH7Is5u1XHHFFfM1q64TYhvWB7Eq7Y3VsS7cp0X9Zv1vtdVWDd/LRXkserXyvC/KT7bP9Trc9xnryf3Hdc+1CF/Gzu8DfNeVx8b9y7XK/ZxS/TOMtUZAWv3O5PsQsRSiQiwpImzkecwzl99viP/qV7+K8v2GFUf4Yrmv3P9DDz1UjjaEKf+2t72tIZ15MAa+O3HtHC/X0Fgpgeua65u5l5LzIPPh+iy4wpYwrGGeFyp90Earz7VSNYN9QgBR4ADWnLJ3xyavln1CwWlKQAISkIAEJNBvBF7UbxN2vsMQMFkCEpCABCQgAQlIQAISmB4C9ftAg2NIkf9Lg1G9riOAhQQ2Avlr/VZFTsUk2RhjA4+jT4q0so+VEyxY4NgMY5OwnE89hE9YIeHIvKr1Ao6KKZevhrGAguCjml6NIwAop03nuLGcgnAJsVB5TO2G2TzFcsRoVpWKdhdffPHA+gqisiKtXZ+NYay0zJgxI5hHK/XZEGWsI5Vlw5drpaFMHyUgYuE+RFQw3LQRK3Ev4ZoJF2ebbbZAAIAgpbrOCKawNjJc28Ols2HNJj5rXy0z77zzxsILL1xN7vk4a7X55psHnHl+jnXCCI323HPP4NislFr7EqU/xC9YeOP5Oda+EYlyjB1ijVbbQGAy1mcI/X3ve9+L0USZrY5lrOUQC377298OOLbTBvfWXnvtlVvGSqm1tUIkw5yrR9i10i/3L98TCMxaKT9SGQSJCFlHerY0q889j3CHa7TVTGNY+wAAEABJREFU532zdiYjje8zrAnxDBpL+9w7CHWwjMT93KwNrneEP8NdKwiOeKbyPH744YcDAVm5Hfjx/YzwCYt91XYQAlbrlOszRixU8Qwup1fDWM+ciO/PlFJgqZHfK0b7zq6OoRynLr9PtvNcK9c33AcEsmstZW+PkbkU/khAAhKQgARKBAxKoIcJKHTq4cV1ahKQgAQkIAEJSEACEpBAewSmpXTTP7sdTBz0pmVcdjomAmzCYmnk97//fWy44YYNlplaaTSlmnUTNszb2XBkA48NwGOPPTbYaGQDENHS7LPPXtftVVddFf/4xz/q0sqRlFJwjMtooiGOAKvWw4rDdI2bTWM2wHFYOSmPbbQwm56Iw7CahThstPLlfI7OO/LII4Ojd9rtF0HLT3/608CiDGMotztSGKsku+yySyDqGK4cR1thpWy4/H5J57rYZ599cmtZ3BOtzhvLHwhfTjrppEDIkVIKjmhko71oA4tZHE9VxNvxaauZJR4Eg7POOms7TfVM2ZRSbrWO4+Cw6NLOPcHzDwHJb37zm9zqXUrtbfUizOD4POojXqG9VsFyXfG8xzoL93Sr9YpyxTMEUR5tFenD+VyDPOsPP/zwjjjCKqUUWDfiWdbKdxbryvOWe+sjH/lIpNTeWsHrqKOOCtqgreE4FemsJRaY4EXdIn28fvFsYe3pY7T2YIN1MI6ibWWdR2tvMvKxznX00UfnxwDyDGy1j3e/+93BvcM9xL00Uj2u3V/84hdBnZHKlfO45t/znvcEa4hYDQE5Qrmq4I1jBBEpletWwwi6sIw00rUz0UJhfq/g9wuulXbWnjXge4i6WK1Mqb17pTp34z1MIHtnHMCiU+56eJ6TMDWblIAEJCABCUigewkodOretXPkEpCABCQggakmYH8SkIAEJDAZBCp7FkRTpFpPbmjUOHToJ6ImNtkQQWDZgU3bP/7xj7HNNtvEeI/FSSkFG2OIlg477LDcIgB9lTfm2FhFKMEGM1Yxzj777EDQUT6WBSsA733ve+sI3nLLLTGaOIMNXARDWCHgKK9m80FEg9Cj3HhK0ztuNkOx8sCROmyEc0zOQgst1HA0FBzhiaWFAw44IM4999xcHPbqV7+6PJ2Ww7THsTv0ywYuFprot8qNa2aRRRaJr3zlK8ExiRxR8773vS9SGrznW+4xAqsxXB/MkQ10rodydcRsWBwqp/VrmPVhg5n78zvf+U6wYYwojeulYMLmMwKyddZZJ7CGxtF/bNqXrwmOm8OKTlEHn3KjbaxTruqwKsMaltMRriH8KKf1Y3jOOecMxCCw5dnGUVncr6xjwYPrvfr8wyoTdYsyY/G5Bn70ox8FR08yBoRn9EN/RXuMg/EUz4+zzjorF9KVr5WibKs+bVavUZ4XRX3y55tvvkBIe8IJJ+TPesQeRX4n+Ii8eCY1+97gWcizD6ann376uJ63zBXWCHppizZpmz7Iw3E/8wzmWcta7rjjjkEd8ibSsS4I1HieV5/FPF8QG3Od8D0OG77XU2r/eT+RYx6tLea0wQYbxJlnnhkIlxk/1zvpMfhT8GXOHPWGAIl7ZzB7VI+y1IEJz1zitFlUhB3PaJ7VrC/PbhgiEE2pxo/yH/zgB4squY81KO7HPDLMR0op+L5GmPiZz3wmWCP6Kxfn+xNrf+W08Ya5/rhWGB+/dzTjCmPuc5j85Cc/ydeg+j003nFYvzcJZJd1pOxfEOjNKTorCUhAAhKQgAQk0EBAoVMDEhMkMFYC1pOABCQgAQlIQAISkMAYCAwM1FUiNpCl8Ve5+HWZRiaMABvKWDYaj2PzlA2+PfbYI9ZYY42Ye+65o7pZNt4B0x5WDDjOib4uvvjiKMZ8+eWXB8IahACInRAnVftLKQWb/0Ud/EsvvTSwqFAtW43TN0IMNuQQUVG37LBMUT0Wr2iDutM1bsZA/2xycwQggifWqjx2OMITrgi5Xvayl1Ft3I5+2Yhlc51+q9wYB5u7CKHYXE0pjatPrHUxR6w9cD2U54iYjbmNq4NS5aWXXnro2iv64T4qFRk1SPmibuHT7qgVSwXG0wYb44hmuHYRSMCoGMcFF1wQbLrvsMMOuaWRZlZJ2Hj/3e9+F1ddddUQC6wPjVVc89xzz5VmFrnFKDb86xKnKDIeruUhct+dc845Q3zgO2PGjHKRlsOsF882xGncr9y3tIfjeh/t+ddyR00KIprBqtS+++6bP2fpj35xjIPxTPTzg2Ew5+Ia5XlBfzj65FpDSFs+qo7yCCIoU7ix8qb/8Tqegc2+N3gW8uyDKWzH209Rn7Zok7bpo2DA/cwzmGctZYry+M2Ycf2T18y1Up5nQPVZzPMFARTXCd+HsGnW/khp7d5PzcZ60kknBd8VI/XTLI9n4JJLLpkfJ8n1zjVY5cucEUGl1P53WUopeN7xzOXZy5oV7cOOZzTPata3LPorj5V1K+oUPmnlMsOFEYV/4xvfyEXH9FfUx0eMtMACCwxVnUiu/L7BdzPXRZUrjLnPYYIojjUYGkSLgYkcKyzhUXbtfme3OGyLjZMA74wDWHPK3yHH2ZjVJSABCUhAAhKoEDDaqQQUOnXqyjguCUhAAhKQgAQkIAEJSKA/CGQbPQ0TzdJSZP9SQ07nJzhCCUhAAhIYlQBHI7F5XC640korjem4y3IbhiUgAQlIQAIS6DMCg++Owftj+COBKSZgdxKQgAQkIIFpIqDQaZrA260EJCABCUhAAv1JwFlLQAISaCCACadhEgea5jUUNkECEpCABLqMwEUXXRQcs1QMGwtfWH0p4voSkIAEJND9BJyBBKaEQPbOmFt0wqrTlHRoJxKQgAQkIAEJSGD6CSh0mv41cAQSkMBMAoYkIAEJSEACEpBA/xFoYrUpRco5pFTz84gfEpCABCTQEwT+8Y9/xB//+Me6uXDc15ve9Ka6tB6POD0JSEACEpCABCaAAK+MifdHAhPQnk1IQAISkIAEJCCBCSYwKc0pdJoUrDYqAQlIQAISkIAEJCABCUigRQIDjeX4i9zcadKpEU5fpDhJCUiglwlccMEFceONNw5N8dWvfnWsuOKKkVIaSjMgAQlIQAISkIAEWiEwkL0z8u4Yud9KDctIQAKdRcDRSEACEpDAWAgodBoLNetIQAISkIAEJCABCUwfAXuWQK8RaLqvnSL/l3ptss5HAhKQQP8S+N///pdbctpvv/2CcEFiqaWWioUXXriI6ktAAhKQgAQkUBDQH51ASvm7Ywx+hj8SkIAEJCABCUigDwgodOqDRXaKEpBAfxFwthKQgAQkIAEJdBmBJhadIgYTB70um5HDlYAEJND3BK677rpYa621Yuedd4499tgj91dZZZXYdddd4+mnnx7igzWnz372s/GSl7xkKM2ABFolYDkJSEACEpAAr465RScC4pCABCQgAQlIQAJ9QqDfhE59sqxOUwISkIAEJCABCUhAAhLoGgKpfqREU6RaYhr0azE/JSCB1glYUgLTSuCVr3xl/O1vf4szzjgjTjzxxNx/9NFHG8a00korxSKLLNKQboIEJCABCUhAAhJohQCvjIn3RwKtVLCMBCQggd4j4IwkIIE+JKDQqQ8X3SlLQAISkIAEJCABCfQ7AeffUQQG6s02ERvI0virXPyOGquDkYAEJCCBlgi8/vWvj9e85jUjll1iiSXiS1/6Urz4xS8esZyZEpCABCQgAQlIYDgCvDPy7hj5O2SzUqZJQAISkIAEJCCB3iOg0Kn31tQZSUACEpDAeAlYXwISkIAEJDCVBJr95W2WliL7l6ZyIPYlAQlIQAITReBVr3pVzDHHHMM2h8jpO9/5zqhiqGEbMEMCEpgYArYiAQlIoNsJDL47Bu+P4Y8EJCABCUhAAhLoDwIKnfpjnSd0ljYmAQlIQAISkIAEJCABCUwgAUw4NTRXSxyoeQ25JkhAAhKYCgL2MXYCL3/5y4Nj6RZccMEgTEuInz70oQ/FD3/4wzjwwAPjDW94A8k6CUhAAhKQgAQkMHYC2TtjbtEpssDYW7GmBCQgAQn0OQGnL4FuI6DQqdtWzPFKQAISkIAEJCABCUhAAp1AYOLGkBqbSpHyxJRqfh7xQwISkIAEuoYAx9F9+tOfjqOPPjouvvjiuOqqq+KCCy6IAw44ID784Q/Hi17k/5LrmsV0oEMEll566fxa5nou3IYbbjiUb0ACEpCABKaeAK+MifdHAlPffb/06DwlIAEJSEACEugwAv5flQ5bEIcjAQlIQAIS6A0CzkICEpCABFom0OQPb/mL3Nxp0qlljBaUgAQkIAEJSEACEpgOAvYpAQlMJ4GB7J2Rd8fI/ekciX1LQAISkIAEJCCBqSOg0GnqWNuTBGYSMCQBCUhAAhKQgAQkIIGCQCoCZT9F/i+V0wxLQAISkEDXEXDAEpCABCQgAQlIYDIJpJS/O8bgZ/gjAQlIQAISkMD0ELDXKSWg0GlKcduZBCQgAQlIQAISkIAEJCCBCoEmFp0iBhMHvUqNnok6EQlIQAISkIAEJCABCUhAAhIYB4HsnTG36FS8Q46jKatKYDIJ2LYEJCABCUhgIgkodJpImrYlAQlIQAISkIAEJo6ALUlAAv1CINVPlGiKVEtMg34t5qcEJCABCUhAAhKQgAQk0HsEnJEExkyAV8bE+yOBMbdiRQlIQAISkIAEJNBdBBQ6ddd6OVoJSGCIgAEJSEACEpCABCTQIwQGBuomQmwgS+OvcvHrMo1IQAISkIAE+o6AE5aABCQgAQlIYDgCvDPy7hj5O+RwpUyXgAQkIAEJSEAC3UCg9TEqdGqdlSUlIAEJSEACEpCABCQgAQlMPIFmf3mbpfFXuZk38f3ZYm8RcDYSkIAEJCABCUhAAhKQQP8SyF4aeXeMqH2GPxKQQO8ScGYSkIAEJDBEQKHTEAoDEpCABCQgAQlIQAK9RsD5SKArCGDCqWGgtcSBmteQa4IEJCABCUhAAhKQgAQkIAEJzCTQt6HsnTG36BRZoG8hOHEJSEACEpCABPqNgEKnfltx5ysBCUhgJgFDEpCABCQgAQl0AoHUOIgUKU9MqebnET8kIAEJSEACEpDA2AhYSwISkIAEepQAr4yJ90cCPTpHpyUBCUhAAhKQgASqBBQ6VYkMxQ1IQAISkIAEJCABCUhAAhKYAgJN/vCWv8jNnSadpmAB7EICEpCABCQgAQlIQAISkEB3EhjI3hl5d4zc7845OGoJSEACU0fAniQggV4hoNCpV1bSeUhAAhKQgAQkIAEJSGAyCNjm5BNIzbpIkf9LzfJMk4AEJCABCUhAAhKQgAQkIAEJZARSyt8dY/AzxvNjXQlIQAISkIAEJNAlBBQ6dclCOUwJSEACEuhMAo5KAhKQgAQkMG4CTSw6RQwmDnrj7sMGJCABCUhAAhKQgATGRcDKEpCABDqSQPbOmFt0Kt4hO3KQDkoCEpCABCQgAQlMLAGFThPL09bqCRiTgAQkIAEJSEACEkFc5u4AABAASURBVJCABEYjkOoLEE2Raolp0K/F/JSABCTQqQQclwQkIAEJSEACEpDANBDglTHx/khgGvq3SwlIQAIS6DsCTlgCHUFAoVNHLIODkIAEJCABCUhAAhKQgAR6l8AoMxsYqCtAbCBL469y8esyjUhAAhKQgAQkIAEJSEACEpCABAYJ8M7Iu2Pk75CDiXrTSMCuJSABCUhAAhKYCgIKnaaCsn1IQAISkIAEJDA8AXMkIAEJ9DuBZn95m6XxV7mZ1+90nL8EJCABCUhAAhKQQK8QcB4SkMDEE8heGnl3jKh9hj8SkIAEJCABCUigDwgodOqDRXaK3U3A0UtAAhKQgAQkIAEJ9DgBTDg1TLGWOFDzGnJNkIAEJCCB3iPgjCQgAQlIQAISkEDbBLJ3xtyiU2SBtitbQQISkIAEJCCB6SBgn+MnoNBp/AxtQQISkIAEJCABCUhAAhKQwNgJpMaqKVKemFLNzyP9/eHsJSABCUhAAhKQgAQkIAEJSKBCgFfGxPsjgUqeUQl0KQGHLQEJSEACEhiVgEKnURFZQAISkIAEJCABCXQ6AccnAQl0NYEmf3jLX+TmTpNOXb20Dl4CEpCABCQgAQlIQAITS8DWJFBPYCB7Z+TdMXK/Ps+YBCQgAQlIQAIS6FUCCp16dWWdlwQkMJOAIQlIQAISkIAEJNDJBFKzwaXI/6VmeaZJQAISkIAEJNCUgIkSkIAEJCCBfiOQUv7uGIOf4Y8EJCABCUhAAhLoAwIv6oM5OkUJSEACEpCABCQgAQlIQAKdS6CJRaeIwcRBr3MH78i6iYBjlYAEJCABCUhAAhKQgAR6jED2zphbdCreIXtsek5HAhIYGwFrSUACEuh1Alp06vUVdn4SkIAEJCABCUhAAq0QsIwEpo9Aqu+aaIpUS0yDfi3mpwQkIAEJSEACEpCABCQgAQmMj0BP1eaVMfH+SKCnZuZkJCABCUhAAhKQwPAEFDoNz8YcCUhAAhIYImBAAhKQgAQkIIFJIzAwUNc0sYEsjb/Kxa/LNCIBCUhAAhKQgAQmlYCNS0ACEpBANxHgnZF3x8jfIbtp5I5VAhKQgAQkIAEJjJ2AQqexs5tZ05AEJCABCUhAAhKQgAQkIIGxEmj2l7dZGn+Vm3ljbdV6EpDAZBCwTQlIQAISkIAEJCABCXQSgeylkXfHiNpn+CMBCUhAAhNDwFYkIIGOJqDQqaOXx8FJQAISkIAEJCABCUigewg40jESwIRTQ9Va4kDNa8g1QQISkIAEJCABCUhAAhKQgAQkENk7Y27RicAU4rArCUhAAhKQgAQkMJ0EFDpNJ337loAEJCCBfiLgXCUgAQlIQALNCaTG5BQpT0yp5ucRPyQgAQlIQAISkIAEuoGAY5SABCQwZQR4ZUy8PxKYsl7tSAISkIAEJCABCUwvAYVO08vf3ocIGJCABCQgAQlIQAISkECfEhhonDd/kZs7TTo1wjFFAhLocgIOXwISkIAEJCABCUhgoggMZO+MvDtG7k9Uq7YjAQlIQAISmAgCtiGBySOg0Gny2NqyBCQgAQlIQAISkIAEJCCB0QmkUpGhYIr8XxpKMCABCUhAAhKQgAQkIAEJSEACEqgnkFL+7hiDn+FP9xBwpBKQgAQkIAEJjJmAQqcxo7OiBCQgAQlIQAJTTcD+JCABCfQkgSYWnSIGEwe9npy3k5KABCQgAQlIQAISkMAwBEyWgARaJJC9M+YWnYp3yBarWUwCEpCABCQgAQl0MwGFTt28eo5dAvUEjElAAhKQgAQkIAEJdCOBVD9ooilSLTEN+rWYnxKQgAQkIAEI6CQgAQlIQAISkEBOgFfGxPsjgTzFDwlIQAISkIAEeoiAUxmGgEKnYcCYLAEJSEACEpCABCQgAQlIYEoIDAzUdUNsIEvjr3Lx6zKNtEDAIhKQgAQkIAEJSEACEpCABPqDAO+MvDtG/g7ZH3N2lhKYScCQBCQgAQn0KwGFTv268s5bAhKQgAQkIIH+JOCsJSCBziPQ7C9vszT+KjfzOm+8jkgCEpCABCQgAQlIQAIS6HwCjrA/CGQvjbw7RtQ+wx8JSEACEpCABCTQBwQUOvXBIjtFCUigdQKWlIAEJCABCUhAAlNOABNODZ3WEgdqXkOuCRKQgAQkIAEJjI+AtSUgAQlIQAI9QSB7Z8wtOkUW6IkJOQkJSEACEpCABCQwOoF2hE6jt2YJCUhAAhKQgAQkIAEJSEACEmiPQGosniLliSnV/DzihwSmjoA9SUACEpCABCQgAQlIQAJdQIBXxsT7I4EuGK9DlIAEOo6AA5KABCTQlQQUOnXlsjloCUhAAhKQgAQkIIHpI2DPEphgAk3+8Ja/yM2dJp0mGLbNSUAC003glltuieWWWy4WW2yxITdjxozpHpb99xiBCy64YOj6Kq61I488ctJn+c9//jO23HLLur4/9alPxeOPPz7pfU9nB1PNe6r7m062U903z+Pinplqv9k92uyeYlxcAxPJptl3E99VpE9kP7bVjQQ6f8wD2TvjANaccr/zx+sIJSABCUhAAhKQwEQQUOg0ERRtQwISkIAEZhIwJAEJSEACEpBAewRSs+Ip8n+pWZ5pEpBALxF4/vnng83dK664opem1bNzueuuu+KHP/xhsPnes5N0YhJolYDlOpbAOeecE0sttdSQ6K4fBHcduxgOTAKTTSCl/N0xBj/DHwlIQAISkIAEJNAHBBQ6TfEi250EJCABCUhAAhKQgAQkIIE6Ak0sOgV/kUuhpnlk6CQggU4nMNr4+Ov7K6+8MtZbb7044IAD4rnnnhutivnTSODZZ5+NfffdN9ZZZ5247bbbpnEkdi0BCUhgZAL33Xdf7L///oGQduSS5kpAAj1BIHtnzC06Fe+QPTEpJyEBCUiguwg4WglIYOoJKHSaeub2KAEJSEACEpCABCQggX4n4PzLBFI5EkE05Z8RkVL4IwEJ9B6BRx55JL7+9a/H1ltvHffcc0/vTbCHZvS///0v/vSnPwXWUI455pj473//20OzcyoSkECvEcDa3D777BMPP/xwr03N+UhAAsMQ4JUxRYogEB3546AkIAEJSEACEpDAhBNQ6DThSG1QAhKQgAQkMF4C1peABCQggb4iMDBQN11iWHrhr3Lx6zKNSEACPUEA4QzHCiGi6YkJ9fAk/va3v8VPfvKTePLJJ3t4lk5NAhKYPgIT1zO/Nx5//PFx+eWXj7nR9773vbHGGmu05d761rc29Peud72rrTbo8x3veEdDOyZIQAKjE+De590xsvdK3iVHr2EJCUhAAhKQgAQk0P0EXtT9U3AGfUfACUtAAhKQgAQkIAEJSKCXCDT7y9ssLUX2L/XSRJ2LBCQggTYJWFwCEpCABFomcO2118Zhhx0W4xHRrr766rHzzju35RZZZJGGMS6//PJttUGfH/rQhxraMUECEmiBwOC7Y/D+GP5IQAISkIAEupSAw5ZAmwQUOrUJzOISkIAEJCABCUhAAhKQgAQmlEDTP7utJQ7UvKbdmSgBCUhAAhKQgAT6kcDSSy8dV111VZ3bcMMN+xHF0JwfffTR2GuvveLZZ58dSjMgAQn0CYHsnTG36BRZoE+m3I/TdM4SkIAEJCABCdQTUOhUz8OYBCQgAQlIQAK9QcBZSEACEugeAk2sNqVI+fhTqvl5xA8JSEACEpCABCQgAQlUCPznP/+Jn//853HnnXdWcvom6kQl0NcEeGVMvD8S6GsSTl4CEpCABCQggX4ioNCpn1bbuUpgiIABCUhAAhKQgAQkIIGOIdDkD2/5i9zcadKpY5bJgUhAAhLoTgKOWgIS6HUC55xzTvz+978fmuYrX/nKeM1rXjMUNyABCfQ2gYHsnZF3x8j93p6rs5OABCQgAQlIYCQC/ZWn0Km/1tvZSkACEpCABCQgAQlIQAKdRiA1G1CK/F9qlmfahBGwIQlIQAISkIAEJNDFBO666674wQ9+EP/+97/zWbzoRS+KddZZJxZccME87ocEJNAHBFLK3x1j8DP8kYAEmhMwVQISkIAEeoqAQqeeWk4nIwEJSEACEpCABCaOgC1JQAJTRKCJRaeIwcRBb4pGYjcSkIAEJCABCUhAAl1C4B//+Ed8//vfj8cee2xoxB/5yEdi7bXXDgRPQ4kGJNACAYt0MYHsnTG36FS8Q3bxVBy6BCQgAQlIQAISaJWAQqdWSVlOAhKQQD0BYxKQgAQkIAEJSGBiCKT6ZoimSLXENOjXYn5KoOMIPP744/GpT30qFltssSF3wQUX1I3z2WefjZNPPjk22WSTWHrppYfKLb/88nkaeZSpq1SJPPXUUyO2cfrpp8c///nPSq2xRYu+tt5661h55ZVj8cUXbxjz0UcfHY888kjLHVQ5HXDAAQ11t99++6F+4LnccsvFLbfc0lCuWcL//ve/uPvuu+OQQw7JmVbHTXsrrLBCbLDBBrnljxtuuCH+85//NGuq7TQ40C9tN1vf3/72twHTthtuoQKb/GeddVZ861vfijXWWKPu+mLOSy21VKy22mqx44475tfP3/72txZajTjyyCOH1mLFFVeM+++/v67elVde2dDXjBkz6sqMFJmscY/U50TkvfDCC3HJJZfEHnvsEWuttVZwD8O5cEsssUSsssoqwb3DPfLggw8Gx+mMt2/awGoNgo7PfvazwboWfXJd099EPgPK4+W5cvrpp+dzoq+iX8bAWBgTY2OM5XoTEabNe++9N3784x/n926ZN88l7vOddtopuAcY50T0SRv0y5yYG3NkrsW8YTCZvOm/Fcf3TDGmwue+Ha5u9RlMHdool4chLLfddttgnpTBcV3zPfftb387rrvuuuB5W643XWHW6fjjj4/LL798aAhzzTVXbLfddvGKV7xiKM2ABCTQ+wR4ZUy8PxLo/ek6QwlIQAISkIAEJJATmCShU962HxKQgAQkIAEJSEACEpCABCQwGoGBgboSxNi8GojsXyWvrqARCXQEgeEH8fzzz+eCkZVWWil23333uP766+vESIhfSCNv1VVXjTPOOKNBFFG0QT7lKM9mdNFr0QZCl9VXX71pG0XZ0XwEOzvvvHO+wU1fbB4/+uijdZvaRX8cE8SYNt1000AQMFrbk5UPn2OPPTYXlyBIOPTQQ3PO1XHTPyIfhFMIUD7/+c/nAqDf//73YxY8IcDYZpttAg70S9vN1ma//fbLme67774xmqCNcbbiYP7lL385F9og9EDkwnjK/dMOfBDbnHvuufk1yLX4ta99rUG4RNmpcN06bu4N7olll102EIGceOKJ+XXP/VDm9t///jcefvjhXHjBPYI4ZLPNNoubb765XKyt8LXXXhsbbbRRLqz6zW9+Ewj6WNeiEa5r7lWeAYjSELuU84ty7fpcSwceeGDQJm3TB30V7dAHY2FMiL4QcrK+Rf54fH4HQEy39tpr5wK+ww8/PBc9lnkjtuE+R5jDPfDxj388uNfGe49NF+/x8BpL6dUNAAAQAElEQVRvXVj+6U9/Cr5DYImYr7zWXNeIHXle8sxHzNfs+2q842i3/hVXXBE8e4t6L3/5ywPB7DzzzFMk6UtAAn1CgO+N7M0xsl+kszfIPpm005SABKaJgN1KQAIS6BwCCp06Zy0ciQQkIAEJSEACEpBArxFwPhJohUCzv7zN0vir3MxrpQXLSKDjCDz99NO5FR0sFyEYGG2AlN91113jqKOOyvZoBvLipGGJp9U2nnzyyfjmN78Zv/71r4fayBsa5YPNodNOOy0QCrF5zab2KFXybDbHse6xzjrrxGGHHTZmwVDe2Bg+EI+st956sc8++wSCh3aboA4WSnbYYYfAwlCr9Qte66+/flx66aV1QrDh2oDpMcccE5tvvnncd999wxUbNR1xCdcDzC+++OKg3VErlQpQ/pxzzol111038EtZkxrs1nFzjbNu3BtYXmMe7YCiPvcIwjoEdlw7rdbH4hj31RZbbNGyUIpnDdcHz42yKKjVPotyCJgY8y9/+cs6cWaR38zHStrGG2+cW1di3s3KtJLGHBCVYTXpzjvvbKVKXoa1wXrammuuGYik8sQ2PqaTdxvDnPCiPPt22WWXwPEd0koHPDv5vuJag1srdSa6zEMPPZQfWce6F21/8pOfzC3NFXF9CUhgGghMV5fZSyPvjhG1z/BHAhKQgAQkIAEJ9AEBhU59sMhOUQISkECnEnBcEpCABCQgAQlkBAYy1/BfLVGDTg1gTOgCAmwcf+Mb38iPuGpnuIgDOAINKxVjbQMhy89+9rO49tprW+qaTWosYiD4QWDQUqVKIfpk3FhTob1Kdh590YteFHPMMUe85S1vyd0ss8ySp5c/Xv/61+d5RZk3velN8dKXvrRcZCh800035ccT3XPPPUNpYw0gGGp1wx6hCkKy73znOy0LQMrjuv322/Nj5ljfcnorYdhylBYWe2DeSp3hyrDWe+21V8CxWZlXv/rVQ2vBUVAvfvGL64phOeXNb37zUBnWrNmaUmkqx01/E+VY61/96le5mAJe42mX9eL4NSxrtdIOzLifuK+o20qdchks8nC8Xjmt1TACwq222iraERkVbcPpu9/9bn68WZHWjv/EE0/EV77ylTjllFNaEhA2a/uxxx4LxIvtCPmminez8U5nGs+h733ve3HmmWe2PQy+rxDvIQRsu/I4K7BeRxxxRG5VrWhqgQUWiC9+8Yvxkpe8pEjSl4AE+olA9uqYW3TSnlM/rbpzlYAEJCABCfQ9AYVOnXsJODIJSEACEpCABCQgAQlIoB8IpMZJpkh5Yko1P4/4IYEuIYBohmOeiuG+6lWvyo9fQujwxz/+MTj+B6HMwgsvXBQZ8rFO8Ytf/CL23nvv/PirIgOR0JZbbhlYWKENjs76+te/HnPPPXdRZMjn6KYTTjhhVGs/CDkQ7fz85z9vEBUgTGJ89MFGNn1yPNr++++fH8OG0GWowyzApjdjoj3azZLq/kPEhAALqzg4juIqFciDWAghr3Bsor/jHe/I88ofWBOBX/loJfIZ8//7f/8vsARTcGLc8ObYuM985jPx2te+lqINjmObEHg0ZFQSLrzwwmAdm4lP2Gjn6D840C/cGEt1jdikh1el6VGjtHfSSSc1lOP6+sQnPhEIl5grfeNgwPqxjrCpVoQfx441mwusinXgekR0Vq6/yCKLBNZzijL4CFTKZYrwVI676HMifNYaoVF1rbj2P/ShD8WMGTOiWGt4M08sqi255JJRFYYxHu5thFOIS4iP5GiLtqt9s46LL754cP0Xa806cz/NNttsdU3++9//rou3EuHeQvSIWKhanvbph/6YL/0zDsbDuIryjJlrvIi36sOFI/KuvvrqhiowX2GFFequcfhwvzW7vhFccT8MJ+SrdjBdvKvjmOo48z777LOHuuW6XWqppeo4U4bvHr6DhgoOBlhr8jkeczBpSjyeN+VnIcJMrJjxPTMlA7ATCUig4wjwyph4fyTQcaNzQBKQgAQkUCFgVAISmCACL5qgdmxGAhKQgAQkIAEJSEACEpDAJBDogyYHGuc4EIP/NOnUCMeUjifw+OOP52Nk83+VVVaJP/zhD8GGPIKA2WefPRCNrLzyyoGA5Etf+lJQLq8w+MGxS9QhysYzR1f97ne/i0033TTe9a53BW289a1vzY+aQ1hEW5Qtuz//+c/x8MMPl5MawliOaibkmHfeeePggw/ORVUc2fX2t78975ON7qWXXjqwFIPIAeFBeexsetMeApGGziYoAREVIq6qtZnXve51gQUcNt05cqvgBCt4L7vssoGVLQQa8IRreUiIwzi2r5xWDSMM+ulPfxoIVsp59I0ADGHWGmusEawN/cKNsSDI+OpXvxqINcr12glz3B2iJBiX6y2//PJx6qmnBlZZPvaxj+XXFn3jYMD6YQGKsTGecl3CV111Vdx7770EJ8V167g59g2LMdW1/r//+7847rjjAjEj93ax1vCG7+qrrx4HHXRQbpFoiSWWaGB6yy23jHoM3V133RUIoqprjdUsnhkI7bjnua7pl3XeZptt8uuAoxzL92TDAEZI4N6i3+q9RXu0y3VGP/RHv/TPOBgP42J8IzQ/YhZ9I4QsC0SpQN/LLbdcLijjuVO+xmHP/YbwiiP+eG5Rp3DcrwixEG8Vac386eLdbCxTnYYQrLjOuF6xpPWjH/0oypy5rvnu4TuI64A1KY8TkdNFF11UTprUMGPme6YYN+NhfIsuuuik9mvjEpBAZxPge4S3x8jeHZu8Wnb24BtGZ4IEJCABCUhAAhJojYBCp9Y4WUoCEpCABCTQmQQclQQkIAEJdD+B1GwKKfJ/qVmeaRLoDgKf+tSnAitFWJtoNmI2aNdcc81APDFcPhaBNttss2FFMljz4Zimd7/73XVNYJHlr3/9a11aOYLFE8QJVSHH+9///mAT+QMf+ECkNPwNiOUMRASMjXkUbdMeAhGEIkXaRPoPPfRQLhwrt4mACM6IsFIafszUoSxj3njjjYnWOQQecKlLLEXOOuus4Oi5UlLA4cADD4yR+obP2muvHbvvvvuw61hus1kY4VtVuIYwAQtCCK2a1SmnzT///LkQjGPoyumI8hAjldMmMtyt40Zwg6CizAJrYXvuuWdwZF85vVl4zjnnzAWB1fsSK0u33nprsyp5Ghu1xx9/fHD/5gmDH/SNyA7rRYNJDR7X9nbbbRfNxJMNhZskIPhBCFjO4tqlPdql/XJeOcy4GB/jLKe3GoYJQqpyefrmXkXgBM9yXjmcUgo489zi+VXO455GGAnXcnoRJn26eBdj6ASf7yrEmiNxZv0RuiGCqo750ksvjRdeeKGaPOFxrH79+Mc/DkRsReN8VyF4S2nkZ39RXl8CEuhRAtkzIEXKJpfyzyzgfxKQgAQkIAEJSKDnCSh06vkl7u8JOnsJSEACEpCABCQgAQl0PIGmf3Y7mDjodfwcHKAEKgTmm2++3ALTS17ykkpOffQ1r3lNrLjiivWJg7GPfOQj8bnPfS5SSoMpzb1ZZpklKFvOxdrFHXfcUU6qC1922WVx7bXX1qVhIWW33XaLN7zhDXXpw0WYG0dZVftGIIJQZLh640m/8cYboyr4+ehHP5oLjVptN6WUM8cqTbkOIqrhhE5ssDcTgWy33Xa5la1yO8OFsSq1+eabD5c9bDp9s17lAojnEIFw/RTpo/nzzDNPLLPMMg3F7rnnnoa0iUjo1nFzlN8FF1wQ3EMFB0Q3iOOwYlSkjeZzX6666qoNxRAUNSQOJnANVq3jsNZYI2ul75RSrLvuuoG1qcEmW/Y4wqwsIKEiohbaS2nkZxBlGR9Hz7UivKN84eCNGOnpp58uknKfOWyyySbBcyZPGOWD5xZHNb7xjW+sK4nYDq51iYMR0qeL9+AQpt3DYtNWW23VkgiTtVhrrbXila98Zd24EdVyv9clTnAEUdpRRx0V5e8W1hqhbzvPwQkels1JQAKdQiB7ZxyI7CN3nTIoxyEBCUhAAhKYPAK2LAEIKHSCgk4CEpCABCQgAQlIQAISkMB0EajsnxJNkWqjaWFztVZwxE8zJTDlBD7+8Y/HSNYxygNaYIEFGjaOEVZwDBZWNMplhwu/4x3vaMj6z3/+05BGAsKCc845J7AuQ7xwa6+9dkvWaory+Ixv/fXXD8QYxHEIRGiffohPlGOjG8EP7RdtwgmhGBvwRVorPqKIqnWjkeohGvvLX/5SVwRLXFhyqkscIZJSitVWWy0QFoxQrCELi0tVMRIWdBZccMGGsqMlcOzYaGUmKr9bx/3EE08EYr0yB45lW2yxxcpJLYWxcFQVhYxU8brrrguOAiuXQUi4yCKLlJNGDHMvcMQY1sZGLFjKRGR0ySWXlFIiv6d5JtBeXcYIEa4v7scRijRkPfLII8ExmuUMxs4c2umb+ghMuccIFw6ecC3iZZ908stpU8G73N90hzn+Et6tjmPeeeeNueeeu644z2RcXeIERzgSlaMVi2Z59mNhinusSNOXgAT6l0D2K1b29pi9PxLoXwzOfCYBQxKQgAQkIIG+IKDQqS+W2UlKQAISkIAEJDA8AXMkIAEJTDOBAf76duYYiCFo4K9y8WfmGJJAdxBA2LD44ou3PFjEQi996UvrymOpoh1BDFZU6LfcyL333luODoWbCTkQZS211FJDZdoJME4EBuU6N9xwQ1QtL5XzxxJmI/2Tn/xkYBUJ60gcIcam+zvf+c62m0NAUeU1UiPXXHNN/Otf/6orsswyy0S7lkQQFCAsqGtolAiirC9/+cvB8UwLLbRQflzeBz/4weDYwlGqNmSXBWkNmROc0K3jfsUrXhFbbrllrL322oHAaI455oj3vve9wT3ZLqJm9/ZwbfB9xxFg5XzEHCussEK8+MUvLiePGua+aOcZdP/99wdWecoNI6ZrJqAsl6mGU6pZS2vnOkNEWH1WvO997wvmUG1/tHhKKbg3qvf2+eefH1Xh5XTyHm0eU5UPp3auE8b1spe9LGaddVaCQw5rTlVrYEOZExDA8tZBBx0UHI1aNMdxe9wbRVy/HQKWlUDvEeCZzrtjZO+VvEv23gydkQQkIAEJSEACEmgkoNCpkYkpEpBAmYBhCUhAAhKQgAQkIIHJJZBtTDZ0kKUl/i43NeSYIIGOJzDbbLO1bRmpOiksyNBONX24eDuCCqwDVYUFWJUai5CD8SCyqgoi2PR+4IEHyJ4wh9jj/e9/f2yxxRax7777ximnnBLHHntsIESJSfx54YUXAuFWuQsEAohgymmthhdddNGoCttGqsv8sO618847B0c3nXHGGbHhhhuOVKUj8rpy3Bk5rmcEFF/96lfj8MMPj9NPPz04ki2lyf1Ceuqpp6JqNYx7EiFhNqy2/uNeQSzUaqVbb701nnnmmbri7373u8ckpnvrW9/a1vMPa06IGMudI75hDuW0VsP0D7dyeURc1flNJ+/y2KYzjBixap1ptPHw7KvyZf2qz5DeVwAAEABJREFUQrLR2mk1H8uEBx54YJSPfMSK0+c///mWjzVstS/LSUACXUwg+45O2btjZC6FPxKQgAQkIAEJSKAFAj1QRKFTDyyiU5CABCQgAQlIQAISkIAEuphA0z+7rSUO1LwunlzvDN2ZtE4Aqz1YhWm9RmPJsW7yN7bUmIL1luqxdYyX46sef/zxGItjw7zcE+3TTzltusMIlu6888444ogjYuONN46rr766pSH985//jKowDBEaFqVaaqBSaN555x2TdaBKMy1FsXCA6OyCCy6IXXbZJXbdddeW6k13oW4dN9wQ1CDe2XPPPQNLXNxXpI/mnnzyycCVy7UreCzXxdLZa1/72nLSsOGyiKQoRP0i3I4/yyyzxPzzz99SFe7JZoJIhJtjeQ5R59lnnw3uz/IA4IobLW2qeJfHMZ1hxIjtWoZLKQWWxmKKfo455pg466yzhnrj2thhhx3iTW9601CaAQlIQAIxENl/2Uf2KQ0JSGBiCNiKBCQgAQl0PgGFTp2/Ro5QAhKQgAQkIAEJdDoBxycBCYyHQJM/u02R8hZTqvl5xA8JdAkBLF5wNNp4hstRcu1uQLfaH8cMVcueeeaZseKKK47ZHXbYYdUmo1k/DYUmOAHrHwh7EDGdfPLJsffee8cmm2wSHBf3oQ99KD73uc/FwQcfnFsHwQpJK93TZvXYOo7m4ginVupXyyAqQwxXTR9PHHENRxWed955ccghhwTWnzjaackllwysE22//fbxpz/9KRBtjaefia7breOGI8dpISA78sgjY8aMGfHZz342OP5x2WWXja222ipOOOGE4Fpsldlzzz0XCH/K5bnOxvosQXDU6jOkeq9icazdYxmLcaeUYq655iqiI/rcW8y7Wmi33XaLsT6PPv3pT8d1111X1yRcq/0QJ71ccKp4l/uczvBkCmonYl433XRT/PKXv4zys3r99dcPLH5NRPu2IYFxELBqhxHIvnqyt8fsvZFAh43N4UhAAhKQgAQkIIHJIqDQabLI2q4EJCCBIQIGJCABCUhAAhKQwAgE+OPbSvZADP7TpFOFjFEJjJ9AM+st42+1sYWp6AfBCdY+tt1221zMtOSgsIfj7Xbfffc47rjj4vrrrw+OqWocYWspiFWqQpBZZ501xip0QriCGK613htLYe0IURPHOa255pqxxBJLBOKaNdZYIzhu7dBDDw2Ot8Oi1mQdJ9U4qtFTunXczOyRRx4JBE3rrbdeLmZaeumlY9VVVw0EZAcccECceuqpcffdd8fzzz9P8TE5LA5VrzPESmO9zrB8g2BptMEg4nvsscfqinF9tmoNqq5iHoloVSTF/YtgbLDapHlY1arOcbp4T9oke6xh7gXuLZ6/xdR41m2wwQaRUiqS9CUgAQnkBPgdg7fHyN4dm7xa5mX8kIAEJCABCUhAAr1GYPqFTr1G1PlIQAISkIAEJCABCUhAAhJoh0DT/aoU+b/UTkOWlUCHE3B4E0aA46nYBMfqy0477RSXXHJJW2ImBCC4VgaEWKhsUaSVOpNRhk28a665JjbaaKNA1ISlk3vuuScYX6v9IWBptexElevWcTN/xHrbbLNNLmriervtttvaEjO94hWvaPmYL6wbTcd1xvpMR7/wnU43Xbync87d0jfX5M9+9rO640WxgoeltFZFdN0y1/GMk2t4PPVbqQvv6tG0rdSzjASmnEBK+btjDH6GPxKQgAQ6gYBjkIAEJDDJBBQ6TTJgm5eABCQgAQlIQAISkEArBCzTxwSa/tntYOKg18d0nLoEJFAhgOUcjqPDwg4WYSrZw0axjvOxj30s9tprr9wCz6KLLhqt/HC804teNL3/+4gN7cMPPzy23HLLuPnmm1sZdl6GsS+wwAL58X0nnnhifO9738vTp+qjW8eN0OK0006LjTfeOC699NK6o7NGYsd1Ms8888Q666wTv/jFL/JjBBEKjFSnyMPSF/WL+FT5KaWWxVjRQz/TxbuHEE7aVJ544ongWMhyB1h2QuS52GKLRSsOq2tXXnlluYnAyh3i2Gr9al91lToggkD1jW98Y8NImE9D4gQn8EzCTXCzNieBnMCEfmTvjLlFp8gCE9qwjUlAAhKQgAQkIIHOJfCizh2aI5OABCQgAQkMETAgAQlIQAIS6F0CqX5qRFOkWmK2AVsL+CkBCUwUgWbCi3322SeuuuqqCXUzZsyYqCEPtcMxV1//+tfjzjvvHEqrBjiy661vfWussMIKwZF2hxxySJx77rlx9tln5yInxE5sHFfrDRfHkkiVGUeZPffcc8NVmdB0RDe//vWvc9HMSNabGOciiywSa6+9duyxxx6BsOniiy8O6mIJBSYTOrBRGuvWcTMtrhcYjiSkQzi30EIL5da1vvnNb8YxxxwTF110Ufzud7+LHXbYIf7v//6vLQHRbLPN1nDkG8etcbRcTOIP90JVRMGxYRztNond5k0jNqL/PDL48eY3vzlOP/30CX0W8WxD+DLYRe5NF++889E/LCGBIQIppabPEoSkMYE/PG845rHcJPcn92k5zbAEOpFAdptkb4/Z+yOBThygY5KABCQgAQlIQAKTQOBFk9CmTU45ATuUgAQkIAEJSEACEpCABLqWwED9X94SY4N8ILJ/lbyunaMDl0AHEZhjjjkaRsMRaA2JHZbApu6BBx4YHCdWHdrb3/72XNxz1llnBeIeRD4IVTbccMN4//vfH6997WurVVqOv+xlL4tZZ521rvzzzz8fYxWgIJ5BsFXX4AiRa6+9Ng477LAGq0IIujjC7thjj43LLrsszjjjjMDq01e/+tVc5IWwaTo3qLt13Pfdd1/sv//+DUfUYR1rueWWyxlzVCLCuaOOOip23nnnWH311YNrkGtlhKUcMet1r3tdICooF+KIxn//+9/lpJbDzUQLw1WuPhM4yu6pp54arvio6c3u0WaV4FW9t5555pl4/PHHmxWf0LTp5D2hE7GxviDA87w60XvvvbeaNK54s/uO+5P7dFwNW1kCU0CgeHeM7N2Rd8kp6NIuJCABCUhgSgjYiQQkMBIBhU4j0TFPAhKQgAQkIAEJSEACEugeAt060mZ/eZulJf4uN3XrpBy3BDqXwDve8Y4G6xC33357jGQtqBNmw5FtiJjKY+FInS984Qtx9NFH5+IeNmXL+cOFscaEVabh8svpr371q2OuueYqJwXHKD3wwAN1aa1G2hGgsCYnnHBCIHgpt8+m969+9atcZPP//t//i1YFTVNx1BHj7NZxM/Y//OEP8fDDDxMccljLOvDAAwPLZ1jNanXjH6tIWEcaamiEAGK8qmUlxsExXiNUGzaL66zVvuebb76Gdm666aaGtFYSEPK1em+96lWvire85S11zSJ0+utf/1qXNhmR6eQ9GfOxzd4m8KY3valhgg8++GBwvzVkjDGB79hq1TnnnDO4T6vpxiXQcQQG3x2D98foox+nKgEJSEACEpBAXxNQ6NTXy+/kJSABCUignwg4VwlIQAIS6FACTf/stpY4UPM6dOAOSwLdSYANU4Qb5dGzwdmqOKFcjzCill133TUXGm2wwQax++67x5FHHhkTbW3ixhtvbBD8cDzYuuuu27LQh/HisFbT6gYxlnwWXnhhqg05rOxwHNZQQhuBW265JarHAw1XnXGyNuV8xF1f/OIXo5k4pVyuWZiN8WbpE53WrePGStd1113XgGPNNdeMxRdfvCF9tASESlhHGq0c+QhvEK0RLhwWVm699dYi2pZ/xRVXNFgBG66BeeedN7BwVM7nfmv1Oi3X4zly9913l5NGDFfvLQojaOS5QrhdxzX+6U9/OlZZZZXYeuutY++9986PwquKvqaTd7tz6rfyWKvjiFEs1o3VrbbaalEVDiJaXXnllaPaJmKeTmf8tre9rcEyId+x3G8TMXbu9TvuuKOhqQUWWKAhzQQJdCSB7J1xILKP3HXkCB2UBCQgAQlIQAISmHACCp0mHKkNdikBhy0BCUhAAhKQgAQkIIHpIdDEalOKlI8lpZqfR/yQgAQmhACbulWRDOIAjn0bSwdYg+IoL6wcIeI5+eST49BDD82tHo2lveHq0E8178Mf/nC85jWvqSaPGkc8goikXBBBCq6cVoQXXXTRYJO8iOOfe+650e4mM0fenXfeeVRvydH+3//+97qyWJdiPHWJLUTYyEa8EhF1pf/zn//UxSci0q3jxnJW1VIXghius3a5INRBbFStxzXGETvV9JRSLLnkkg3W1k455ZS2rbZwL1555ZXVLoaNzzPPPDHvvPPW5d92220xFjEf/VbvrbqGK5GFFlqoQWTF86TZ/V6p2jTKc4zjBxGZXX755XHccccFxzvCvVwhpenjXR6H4UYC3HNf+tKXcot1HA05FscRntVrerbZZottt922od0FF1ywcRAdlvLmN7+5wbIg9xn320QM9Z577omqQJGjNJsJESeiP9uQwEQTyB7p2dtj9t5IYKIbtz0JSEACEpBAdxNw9D1MQKFTDy+uU5OABCQgAQlIQAISkIAEuoAAf3xbGSZ/kZu7KTfpVBmIUQn0IAGOoVl22WUbZvab3/wm7rrrrob0kRIQyRx11FENFormn3/+4Ii8kepORF6rR7aV+0IEwpjLaYSx+DLcMWFshL/nPe+h2JBjU/jEE0+MZqKVoUKVwPnnnx/j3ZjGohOu0vSo0TPPPDOq1qGohFUQ/Ml2jBnXbj/TPe6UUqSU2h12LhK68MILG+pxpByWoxoysoTFFluswVLX1VdfHe2I47geEUfdeeedWYut/YdYcMUVV6wrjNUy7hOsc9VljBBBMPnb3/52hBKNWVixwjJbOQdR3s9//vNAGFhOHy2MwAlRU7Xchz70oQYxFWWmizd96yTQDoFZZpklEAVW63C06aOPPlpNbiuOKJNnBkLPcsW55567QQBZzjcsgU4iwHcf747ZL2XadOqkhemKsThICUhAAhKQQPcSUOjUvWvnyCUgAQlIQAISmGoC9icBCUhgMgg03T9Okf9Lk9GhbUpAAhwL9Pa3v70OBAIMjqBDLFCXMUyETaVf//rXgQWVchHELBz1hXiinF4ONxMoYZ2iXKYanmOOOapJgYUixFYNGcMkIJz48Y9/HO1ai+EopU996lPx0pe+tK7lX/3qV3Hqqadm+2pNFJt1JSNuuumm2G+//QIBSSVr2CjHiWFVo1wAMRbWN8ppo4Wvv/76OOSQQ1o+yqzcHuuJK6dhZeqFF14oJ9WFO2HcdQNqMfKyl70sZp111rrSiG6aHelUV6gS4R76/ve/37ZQhyMlP/nJT9a1hiWiH/7wh9HMOlRdwcEIlsawqDYYbdn76Ec/2iCyuuGGG4J5tHLMI0LB733ve20fWcm9tfbaazfcW4jE9t9//5YZ0v9ee+0VWHIqTxoLaCuttFI5aSg8nbyHBmFAAi0QSCkF39vV7yAEjYgC2/kerHaHAPcPf/hDNTkQRM8666wN6SZIoAuy+rwAABAASURBVCMJZPdIyt4eI3Mp/JGABCQgAQlIQAL9QUChU3+ss7OUwJQQsBMJSEACEpCABCQggTEQaKoPGEwc9MbQqlUkIIERCLDBv9FGGzUck4UA6Atf+EJwdBQCi+GawPLDPvvsEwcddFCDeOa9731vLL300sNVzdOxFJEHSh9nn312IFYoJdUFsfpSFdxcfPHFcc4557QkNOI4te233z5OOumkunZbjSy11FKBZZhyeYRT3/3ud4ONZsLlvCKMIOyCCy6IbbbZpu3j/Dhq6a1vfWvRVO5jDejwww9vsKKVZ1Y+WEMsdXAMFJasKtktRV/xilcExx2WC2MF6pprrikn1YU7Ydx1A2oxwpFZWBiqFseyEeKlcnqzMGvNcWncQ+1aRyvaW2WVVWKBBRYoornP2nEUF2vJmuaJlQ/Ssab0zW9+s2VxULkJ1njttddueCacfvrpseOOOwb3T7l8OYwlJ64x5l5ObzW8+OKL56KKcnnmg7Ua7lnaL+dVw7Deaqutoln/iC6bPW+KNqaLd9G/vgRaJbDooovGopmrlsey4C677NLSd0K5LvcYz5QZM2Y0PDNGEgiW2zAsgY4hkL0zDuS2nLJAxwzKgUhAAhKQgAQk0CsEOnUeL+rUgTkuCUhAAhKQgAQkIAEJSEACfUEg1c+SaIpUS0yDfi3mZ3cQcJRdQmCFFVYIrBRVh4tlp2233TbWWmutOOKII4Kjs7C2hCOMlRXEAccdd1yDyAkBFXVHsuZEf4hnqpYpECnQJ5uue+yxR2796P7776d47hA6VY/DQ1yEsGPvvfduKsRgIxdrPDNmzIg11lijqRAibzz7wNIS7WXBpv9heQaxSVUIw7E/WEv69Kc/HYcddlhgYQNWiIHYgF5vvfUCsQaWgZo2PEIixwxixaMq8MK6zyabbJIfadbMkgeCsd///vf5Gn7nO9+JkSzyPPfcc8EchhsG1rdYr3I+nL7xjW/ElltuGawVjrki9KFcJ4ybcbTrUkrxiU98Iljrcl2ENPA++eSTm7LEuhVWUSiDoI17qFy/HEao1mzNijLcQ4gW8Is0fNaQteQe4d7j+uI643rjPuX6xmIYa0P5sbjVV1+96TOBe5P2uY+49uiX47IQ8HEdcO1jXW0sfVKHawxu1XuLPPqmfYRU8Ge+9P/QQw/l1uS+/OUvxzrrrNP0WMYlllgiEDqlNPzvEnCeLt7MTyeBVgnwXEVE+epXv7qhCkLhz3zmM3HkkUfGaMdNFs+rjTfeOHim8GwpN8j3zec///mYZ555ysmGJdDRBHjMJ94fCXT0SB2cBHqSgJOSgAQkIIFpIvCiaerXbiUgAQlIQAISkIAE+pKAk5aABBoIDNT/5S0xNssHIvtXyWuoa4IEJDBmAogLtttuu1h55ZWbtnHPPffEwQcfHFtssUWsuOKKuSPMcXXPPPNMQx2OK/vWt74V73rXuxryqglvectbAoFBNR3xBEfBIZrBOg0Ck6IM5TfbbLMGEQoineOPPz448gtLUog1cMxrySWXDKzU0GZZAMKxfcylaBsfAQqWcwgP5970pjfFbrvtNuzYf/KTn8TnPve5gBfCEARAWMkqt8cRfFjLKKeNFEZ484EPfKChCOuD8AorU8yVOeNgsMwyy8S3v/3toEwM/rz4xS+O9ddfPxCMDSblHnMus8kTSx8c5zb//POXUmpBuF955ZXBWuHOPPPMgGEtN3LB0HSOuxhHu/773//+/Fqq1nvyySdj9913z62VIRKENW755ZfPLX3tsMMOwVFviOuoi1gAQSBHwhEvHLwRlxXxZj730E477dRwrVOWNUXYx/XFdcb1xn1aFgVSbt555w3uScKtOp4JCBURCFXrcI1wH2E5iX655hDwse5cC0V5RGILLrhgEW3Z595iXlULZjRA+5dddlnOn/nS/6qrrhowwqob+ZQrO65z7tXRRJfUmS7e9K2TQDsEFl100dh0000bLK/RBs+oAw44IHgm8Yzaeuuth4SofBcR57798Ic/HDyvbr75ZqrVOZ5bPFt4ttVlGBkHAatOBYHi3TGyd0feJaeiT/uQgAQkIAEJSEAC001AodN0r4D9S0ACEigTMCwBCUhAAhKQQP8RaPaXt1laiuxf6j8czlgCU0kACxGIk7DMgxBmrH0jXOIYOzZQW2njzW9+c74ZO1pZRB3lMssuu2wgtBhurFimeOCBBwKHaKoQnRRtUA/hExZwEOG88pWvLLJy/9Zbb839kT4QRWDBCbHUSOWa5cHpe9/7XluWMhBq7Lrrrg3HmRXtM0fmypxxMCjyCn/eeecNRFhYzamKrKjDBnlRtpmPsOSNb3xjs6yhNCzslPvuhHEPDa6NQCH24ajC4aohVoIbrpn1FI7u40hDhDbV6wTWox3FRr/LLbdc/PCHP4zRuFO26hD5YKmlXaET7bBu++67b6y22mpNxRSUGc4hcsLCEiKL4crUpVci8803Xxx66KHRTGhVKTpiFKEHgg9EhSMWLGVOF+/SEAxKYFQCKaVcsIqFM77PhqvAMwpraIhQC0ec7wq+M5rVQ+SEBUIEtDwHm5UxTQIdSyC7N1L27hiZS+GPBCQgAQlIQAIS6A8CXSV06o8lcZYSkIAEJCABCUhAAhKQQF8RaPpnt7XEgZrXVzicrAQgMJWODU0sRPzmN78JxB0jbZ5Wx4VQasMNNwysPC288MLV7GHjKaXgCJ6Pf/zjw5Yho2zRiXhKKdZdd91AVIV4h7RWHHNCyHDssccGm7iMG7HV7LPPXlf9qquuCo59q0tsEkGQwRFBWL+hrSZF6pLYQKb/ww8/PMZq7QYBCNZsmEtd4yNEEHogZDv66KPjfe97X1C3uk4cs3bTTTeN0EoER4pxvNdIwhmO5qOtckNY6ZnOcZfH0k4Ysc8+++wTra5v0fZrX/va/Di/k046KRD7pJRyC1qsf1EGq1cc/1bER/IR42GtrNV1Z30R8v34xz8O1n6ktkfK45rmSEgsRbV6n1HuwAMPzI9LTGns28xveMMbgnb23HPPoM2RxlnNm3vuuYN6uJGu1Wq9Ij5dvIv+9SXQCgGeJxtssEHb34MjtV2IM3nm8TvBSGXNk0BHEsjeGQci+8hdR47QQUlAAhIYkYCZEpCABMZCQKHTWKhZRwISkIAEJCABCUhAAtNHwJ57jUCT/dAUKZ9lSjU/j/ghAQlMKgHELD/60Y/ijDPOCEQOWE/C+g/iiaJjLLZwtBTHRmEx5ayzzsrFIK9+9auLIi37iEmwboTVGo5fm2WWWRrqIpxBGFLOSCkFggRES4cddlgwFsbE2IpyjJmxf+xjH4u99torzj777EC48ra3vS2KHyzlvPe97y2iuX/LLbdEqyIU+kPk9cc//jGwnoMVGo7XyxvKPsifb775YqONNooTTjgh7x8RR5Y1pv9gvOOOO+brg1hrkUUWaThCD4YLLbRQbLLJJnHccccFR41hmYexFJ3CriwCwbrH7373uyhbYyrKln2sdcGcthGgwLicj0AMa0XlNMLTPW7GMBYHs+r6Ih5CZFC0hyCI+2adddYJrIRxjBuiQeZclHnnO98ZWPIq4viUe+SRRwiO6miruu6sc1GRMbDmCBROO+20ISFfkT9WP6XG+wwhUbHucIAHRysirOLaQEw31v7K9WgbESTXMNZoNt9882jleqcs9ahfbq+d8HTxbmeMlpVASrX7ExErYlbuxbFQQZzJd9RJJXHmWNqxjgQmmcCozWe3RPb2mL03Ehi1tAUkIAEJSEACEpBAbxBQ6NQb6+gsJCABCUhgiIABCUhAAhKQQJcR4I9vK0PmL3Jzp0mnChmjnUYAi0BsEGIJqHAcEYb4oNWxIlI455xzoqiPP2PGjFar5+Umoo28oewDEcXqq68eHF+FUIbjbhgT7uKLLw7EBBzJhTjpZS97WVZj7P8hSEBAg2gKMRJ9lB0WZarHyxW9Ufc973lPMBbGxNiKuoyZsSNyQuyEqKqoV/gppWCDuKiDf+mllwaWl4oyrfis9corrxyMFZEY7eAYD0INjoubZ555ovihPNcIZQrXznqzPljtwTpUuT/aguFRRx2VH++HyApGRb+F3+xaYTyMqygznM/1ztGBWBmCMX0WDoEY18Rwdadz3MONqZV0uBTre/rpp+dCuGLOF1xwQSDw2WGHHeLd7353NLOEggABIVlRB5/rYs4552yl+6EyZX6sM+3gGANrjiiL9SkqEK4+myhT5Lfqcw0V9xntFevOesMDseLiiy9ed8wd/TC2wlGP8bTaZ1EupRSIGLfYYosY6/VetNWuP128Wx3n0ksvPfidcdWQD/fh6sOfdSjWBL/V+77aJs8r6heO7y+eK9Vy0xnnvmV+xRjxmT8cJmNcVSb0N9J6TNQYEGQiZkXkeMopp8TOO+8ciJQRV8Kg3A8iRQTAiAYRD/Lc4FnCdxQCv3JZwxLoNgID2TvjANaccr/bRu94JSABCUhAAhKQwNgIKHQaG7fureXIJSABCUhAAhKQgAQkIIHOIpCaDSflf5Wb7XE2yzRNAhKQwOgELCEBCUhAAhLoAwIppeA41jXWWCMXKZ988smBCBLBVeEQKSIARjSIeBBxGkLGPsDjFPuBQHYP8PYY+Rtk+CMBCUhAAv1IwDlLoA8JKHTqw0V3yhKQgAQkIAEJSEACEuh3Ah01/yYWnYK/yGWQTfPI0ElAAhKQgAQkIAEJSEACEpBA3xPI3hlzi07FO2TfA2kEYIoEJCABCUhAAr1HQKFT762pM5KABCQgAQmMl4D1JSABCUhgKgmk+s6Ipki1xDTo12J+SkACEpCABCQgAQlIYCIJ2JYEJNDlBHhlTLw/EujyuTh8CUhAAhKQgAQk0CoBhU6tkrKcBIYIGJCABCQgAQlIQAISkMAEEhgYqGuM2ECWxl/l4tdlGpGABCQggSkkYFcSkIAEJCABCUigswnwzsi7Y+TvkJ09VkcnAQlIQAIS6FwCjqzbCCh06rYVc7wSkIAEJCABCUhAAhKQQG8RaPaXt1kaf5WbeZ07V0cmAQlIQAISkIAEJCABCUhAAtNLIHtp5N0xovYZ/khgMgjYpgQkIAEJSKDDCCh06rAFcTgSkIAEJCABCfQGAWchAQlIoGUCmHBqKFxLHKh5DbkmSEACEpCABCQgAQlIQAKdQcBRSGBaCWTvjLlFp8gC0zoQO5eABCQgAQlIQAJTR0Ch09SxticJSGAmAUMSkIAEJCABCUhAAgWBVARm+ilSHkmp5ucRPyQgAQlIQALdR8ARS0ACEpCABCQwiQR4ZUy8PxKYxH5sWgISkIAEJCABCYxCYEqzFTpNKW47k4AEJCABCUhAAhKQgAQkUCHQ5A9v+Yvc3GnSqQKr16LORwISkIAEJCABCUhAAhKQwNgJDGTvjLw7Ru6PvR1rSkACk03A9iUgAQlIYCIJKHSaSJq2JQEJSEACEpCABCQwcQRsSQL9QiA1m2iK/F9qlmezKE4fAAAQAElEQVSaBCQgAQlIQAISkIAEJCCBHiLgVMZOIKX83TEGP8MfCUhAAhKQgAQk0AcEFDr1wSI7RQlIoDcJOCsJSEACEpCABHqEQBOLThGDiYNej8zUaUhAAhKQgAQkMAYCVpGABCQgAQkMSyB7Z8wtOhXvkMMWNEMCEpCABCQgAQn0DoFeFTr1zgo5EwlIQAISkIAEJCABCUigtwmk+ukRTZFqiWnQr8X8lIAEGgmYIgEJSEACEpCABCQggb4lwCtj4v2RQN9ScOISkECfEHCaEpCABIYIKHQaQmFAAhKQgAQkIAEJSEACvUbA+XQFgYGBumESG8jS+Ktc/LpMIxKQgAQkIAEJSEACEpCABCQggUECvDPy7hgD+edgqp4EJCABCUhAAhLobQIKnXp7fZ2dBCQgAQmMRMA8CUhAAhKQQCcQaPaXt1kaf5WbeZ0wQscgAQlIQAISkIAEupuAo5eABCTQqwSyl0beHSNqn+GPBCQgAQlIQAIS6AMCCp36YJHHOkXrSUACEpCABCQgAQlIQAJTQAATTg3d1BIHal5DrgkSkIAEJpKAbUlAAhKQgAQkIAEJdCmB7J2xZsspC3TpFBy2BCQgAQlMHQF7kkCvEFDo1Csr6TwkIAEJSEACEpCABCQggckgMPltpsYuUqQ8MaWan0f8kIAEJCABCUhAAhKQgAQkIAEJlAjwyph4fyRQSjc4JgJWkoAEJCABCUigSwgodOqShXKYEpCABCQggc4k4KgkIAEJSGDcBJr84S1/kZs7TTqNG68NSEACEpCABCQgAQlMBAHbkIAEOpHAQPbOyLtj5H4njtAxSUACEpCABCQggYknoNBp4pnaogRmEjAkAQlIQAISkIAEJCCB0QikZgVS5P9SszzTJCABCUig4wg4IAlIQAISkIAEJDAdBFLK3x1j8DP8kYAEJCABCUhgcgnYekcQUOjUEcvgICQgAQlIQAISkIAEJCCBviXQxKJTxGDioNftbBy/BCQgAQlIQAISkIAEJCABCUwCgeydMbfoVLxDTkIXNimBdghYVgISkIAEJDAVBBQ6TQVl+5CABCQgAQlIQALDEzBHAhLodwKpHgDRFKmWmAb9WsxPCUhAAhKQgAQkIAEJSKB7CThyCUw4AV4ZE++PBCa8dRuUgAQkIAEJSEACnUlAoVNnroujkoAEhggYkIAEJCABCUhAAj1OYGCgboLEBrI0/ioXvy7TiAQkIAEJSKBnCTgxCUhAAhKQgATaJcA7I++Okb9Dtlvb8hKQgAQkIAEJSGA6CIy/T4VO42doCxKQgAQkIAEJSEACEpCABMZOoNlf3mZp/FVu5o29XWv2FgFnIwEJSEACEpCABCQgAQlIoEoge2nk3TGi9hn+SEAC3U/AGUhAAhKQwKgEFDqNisgCEpCABCQgAQlIQAKdTsDxSaCrCWDCqWECtcSBmteQa4IEJCABCUhAAhKQgAQkIIF+JOCcKwSyd8bcolNkgUqWUQlIQAISkIAEJNCrBBQ69erKOi8JSEACMwkYkoAEJCABCUigkwmkxsGlSHliSjU/j/ghAQlIQAISkIAERiZgrgQkIAEJ9BkBXhkT748E+mzuTlcCEpCABCQggf4loNAp+nfxnbkEJCABCUhAAhKQgAQk0AEEmvzhLX+RmztNOnXAAjmE3iHgTCQgAQlIQAISkIAEJNBbBAayd0beHSP3e2tuzkYCEpDA2AlYUwIS6HUCCp16fYWdnwQkIAEJSEACEpCABFohYJnpI5CadZ0i/5ea5ZkmAQlIQAISkIAEJCABCUhAAhLICKSUvzvG4Ge08mMZCUhAAhKQgAQk0OUEFDp1+QI6fAlIQAISmBoC9iIBCUhAAhKYNAJNLDpFDCYOepPWtw1LQAISkIAEJCABCdQRMCIBCUigqwhk74y5RafiHbKrBu9gJSABCUhAAhKQwNgIKHQaGzdr1RMwJgEJSEACEpCABCQgAQmMlUCqr0g0RaolpkG/FvNTAhKQwHQTsH8JSEACEpCABCQggQ4iwCtj4v2RQAeNy6FIQAISkEDXE3ACEuhoAgqdOnp5HJwEJCABCUhAAhKQgAQk0D0ExjjSgYG6isQGsjT+Khe/LtOIBCQgAQlIQAISkIAEJCABCUhgkADvjLw7Rv4OOZioNwUE7EICEpCABCQggekkoNBpOunbtwQkIAEJSKCfCDhXCUhAAhJoTqDZX95mafxVbuY1r2OqBCQgAQlIQAISkIAEOpWA45KABKaOQPbSyLtjRO0z/JGABCQgAQlIQAJ9QEChUx8sslPsDgKOUgISkIAEJCABCUigTwlgwqlh6rXEgZrXkGuCBCQgAQl0LwFHLgEJSEACEpCABCaMQPbOmFt0iiwwYY3akAQkIAEJSEACE0HANiaPgEKnyWNryxKQgAQkIAEJSEACEpCABEYnkBqLpEh5Yko1P4/0x4ezlIAEJCABCUhAAhKQgAQkIIEWCfDKmHh/JNBiHYtJoEMIOAwJSEACEpDAmAkodBozOitKQAISkIAEJCCBqSZgfxKQQE8SaPKHt/xFbu406dSTS+6kJCABCUhAAhKQgAQkMDIBcyXQGoGB7J2Rd8fI/dbqWEoCEpCABCQgAQl0OwGFTt2+go5fAhKYScCQBCQgAQlIQAIS6EYCqdmgU+T/UrM80yQgAQlIQAJ9TsDpS0ACEpCABCRQI5BS/u4Yg5/hjwQkIAEJSEACEuglAsPMRaHTMGBMloAEJCABCUhAAhKQgAQkMCUEmlh0ihhMHPSmZBx20jMEnIgEJCABCUhAAhKQgAQk0CcEsnfG3KJT8Q7ZJ9N2mhKQQI2AnxKQgAT6lYBCp35deectAQlIQAISkIAE+pOAs5ZA5xFI9UMimiLVEtOgX4v5KQEJSEACEpCABCQgAQlIQAKtEeiLUrwyJt4fCfTFjJ2kBCQgAQlIQAISiFDo5FUgAQlIQAIlAgYlIAEJSEACEphyAgMDdV0SG8jS+Ktc/LpMIxKQgAQkIAEJSGBCCNiIBCQgAQn0AgHeGXl3jPwdshdm5BwkIAEJSEACEpDA6AQUOo3OaGYJQxKQgAQkIAEJSEACEpCABCaaQLO/vM3SUmT/0kR3ZnsSkEBLBCwkAQlIQAISkIAEJCCBbiAw+O4YvD+GPxKQgAQk0DYBK0hAAl1JQKFTVy6bg5aABCQgAQlIQAISkMD0EbDnCSaACaeGJmuJAzWvIdcECUhAAhKQgAQkIAEJSEACEpBAZO+MuUUnApOAwyYlIAEJSEACEpBAJxJQ6NSJq+KYJCABCUigmwk4dglIQAISkEB7BJpYbUqR8jZSqvl5xA8JSEACEpCABCQggU4i4FgkIAEJTDsBXhkT748Epn00DkACEpCABCQgAQlMDQGFTlPD2V6GCBiQgAQkIAEJSEACEpCABOoIDNTF8gh/kZs7TTrlPPyQgAS6kYBjloAEJCABCUhAAhKYbAID2Tsj746R+5Pdm+1LQAISkIAEmhEwTQJTT0Ch09Qzt0cJSEACEpCABCQgAQlIoN8JlOefypEinCL/l4q4vgQkIAEJSEACEpCABCQgAQlIoEIgpfzdMQY/w5/OI+CIJCABCUhAAhKYcAIKnSYcqQ1KQAISkIAEJDBeAtaXgAQk0FcEmlh0ihhMHPT6ioeTlYAEJCABCUhAAhLoGwJOVAISGCeB7J0xt+hUvEOOszmrS0ACEpCABCQggW4goNCpG1bJMUqgnoAxCUhAAhKQgAQkIIFeIpDqJ0M0RaolpkG/FvNTAhKQgAT6i4CzlYAEJCABCUhAAiMS4JUx8f5IYMSSZkpAAhKQgAQk0MEEHFqbBBQ6tQnM4hKQgAQkIAEJSEACEpCABCaUwMBAXXPEBrI0/ioXvy7TSImAQQlIQAISkIAEJCABCUhAAv1NgHdG3h0jf4fsbxbOvpcJODcJSEACEpBAPQGFTvU8jElAAhKQgAQkIIHeIOAsJCCB7iHQ7C9vszT+KjfzumcejlQCEpCABCQgAQlIQAISmHoC9tjfBLKXRt4dI2qf4Y8EJCABCUhAAhLoAwIKnfpgkZ2iBCTQSMAUCUhAAhKQgAQk0DEEMOHUMJha4kDNa8g1QQISkIAEJCCB1ghYSgISkIAEJNDTBLJ3xtyiU2SBnp6ok5OABCQgAQlIQAIzCTQTOs3MNSQBCUhAAhKQgAQkIAEJSEACk0sgNTafIuWJKdX8POKHBCaegC1KQAISkIAEJCABCUhAAl1MgFfGxPsjgS6eh0OXgAQmnYAdSEACEugpAgqdemo5nYwEJCABCUhAAhKQwMQRsCUJTBGBJn94y1/k5k6TTlO0CHYjAQlIQAISkIAEJCABCfQvge6d+UD2zsi7Y+R+987DkUtAAhKQgAQkIIF2CCh0aoeWZSUgAQlIYCYBQxKQgAQkIAEJTAyB1KyZFPm/1CzPNAlIQAISkIAEJDCFBOxKAhKQgAQ6l0BK+btjDH6GPxKQgAQkIAEJSKAPCCh0mqRFtlkJSEACEpCABCQgAQlIQAItEWhi0SliMHHQa6kdC0lAAtNCwE4lIAEJSEACEpCABCQwbQSyd8bcolPxDjltA7FjCUhAAr1PwBlKQAKdQ0ChU+eshSORgAQkIAEJSEACEpBArxFwPq0QSPWFiKZItcQ06NdifkpAAhKQgAQkIAEJSEACEpCABIYI8MqYeH8kMJQ6LQE7lYAEJCABCUhAAlNGQKHTlKG2IwlIQAISkECVgHEJSEACEpBARmBgIPuY+R+xgSyNv8rFn5ljSAISkIAEJCABCUigOwk4aglIQAKTQ4B3Rt4dI3+HnJw+bFUCEpCABCQgAQl0GgGFTp22Io5nJgFDEpCABCQgAQlIQAIS6AcCzf7yNkvjr3Izrx8IOEcJSKDfCTh/CUhAAhKQgAQkIIGxEcheGnl3jKh9hj8SkIAEJCCBTibg2CQwQQQUOk0QSJuRgAQkIAEJSEACEpCABCQwJgKYcGqoWEscGIhoyDJBAhKQgAQkIAEJSEACEpCABCQAgezVMbfoFFmAuK6rCTh4CUhAAhKQgARaI6DQqTVOlpKABCQgAQlIoDMJOCoJSEAC3U8gNU4hRcoTU6r5ecQPCUhAAhKQgAQkIAEJ9C8BZy4BCTQhwCtj4v2RQJN8kyQgAQlIQAISkEAvElDo1Iur6pwkMETAgAQkIAEJSEACEpBAxxNo8oe3/EVu7jTp1PHL5wAlIAEJdAYBRyEBCUhAAhKQQD8SGMjeGXl3jNzvRwLOWQISkIAEJNBvBJwvBBQ6QUEnAQlIQAISkIAEJCABCUhgugikZh2nyP+lZnmmtU3AChKQgAQkIAEJSEACEpCABHqRQEr5u2MMfoY/Euh3As5fAhKQgAT6goBCp75YZicpAQlIQAISkIAEhidgjgQkMM0Emlh0ihhMHPSmeYR2LwEJSEACEpCABCQgAQn0AAGn0IMEsnfG3KJT8Q7Zg1N0ShKQgAQkIAEJvHDWZgAAEABJREFUSKBKQKFTlYhxCUhAAvUEjElAAhKQgAQkIIHJJZDqmyeaItUS06Bfi/kpAQlIQAISkMDkEbBlCUhAAhKQQNcR4JUx8f5IoOtG74AlIAEJSEACEpDA2AiMU+g0tk6tJQEJSEACEpCABCQgAQlIoN8IpJSaT3lgoC6d2ECWxl/l4tdlGpHAtBGwYwlIQAISkIAEJCABCUig0wjwzsi7Y+TvkK2NLqVh3k1bq24pCUig5wk4QQlIQAKdT0ChU+evkSOUgAQkIAEJSEACEuh0Ao5PAuMh0Ox/MmdpKbJ/aTwNW1cCEpCABCQgAQlIQAISkIAEJpRApzU2+O4YvD/G8D8p+XI5PB1zJCABCUhAAhLoNgIKnbptxRyvBCQggS4k4JAlIAEJSEACEhiBACacGrJriQM1ryHXBAlIQAISkIAEJNCJBByTBCQgAQlMMYHsnTG36BRZYIq7tjsJSEACEpCABCQwXQQUOk0X+Zn9GpKABCQgAQlIQAISkIAE+oxASilSqrlIjZNPg4kppcZMUyQggW4l4LglIAEJSEACEpCABCQwoQR4ZUy8PxJo0nJKWW7myEop4ekkIAEJSGDyCdiDBCQwyQQUOk0yYJuXgAQkIAEJSEACEpCABFoh0D9lUqr8z+Umf3jLX+TmTpNO/XNhOFMJSEACEpCABCQgAQlIQAJtEhjI3hl5d4zcb7PytBW3YwlIQAISkIAEJDA+AgqdxsfP2hKQgAQkIIGpIWAvEpCABCTQ8QRSqhcwpVQfZwIpNabxx7fk1buUJWcu1acak4AEJCABCUhAAhLocQJOTwISkEA7BLJ3zJS9PUbmUoz+k1JjqZTq01Kqj4/eqiUkIAEJSEACEpDA1BJQ6DS1vO1tkgjYrAQkIAEJSEACEpCABLqWQBOLThGDiYNe187NgUtAAhKYYAI2JwEJSEACEpCABCRQIpC9M+YWnYp3yFKWQQlIQAISkEA3E3DsEhiJgEKnkeiYJwEJSEACEpCABCQgAQlIYJwEUkqRUqprJaWUp6WUIrL/ovRDNBWJWf5m+/0jVtjxqfhEnfv7YPzvseKOQ64UfjJW2rHerZzFV/7qk1Fzf8v8mvvkV/8WM90Tg+EnYpWv1rtVs/iqX308crfDTH+1LDzTPRar7VBzq2d+2X0qi39qh0ejzm3/aHw6S/v09o9kfubwB90amT/TPRyf2b6ZeyjWzNLX3B4/c1/JXBb+bObX3IPx2a/U3FqZ3+geiM99pdGtvd0DsXaWvvZ290fh1snCM919UQvfF+tu1+jW2+7eyN2XZ/rrZ2nrZ/Ga+2us/+Wa2yDzZ7p7YsMvN3cbZekbbXt3bPTlzJX8jbPwTHdXfH7bZu7O2CRL32Rb/JLb5s7YNHd3ZH7NbbbNHdHo/hKbb9PM3R5fyNK/8CX8zGX+FnXuttjiSzX3xcxvdLfGll8qua1vja2y+FZD/i2x1dY1t3Xmz3Q3Ry18c3xp63q3TRbfZuubIndbzfS3zcIz3Y3x5a1ujG0zhz/T3RDbbdXEbXlDfCVL/8qW10fhth8M489018UOWzZz18ZXs/SvbomfuS9eGzsSxs/dn2PHL9bc1zK/0V0TX/9ivdspi++0xdUx08/CWfwbde6q+MYWNbdz5pfdLll8ly2ujDr3hStj1yxtV/zcXRG7fqHmvpn5M93l8a0vNHe7Zem7bX5Z7PaFzOEPuhmZP9NdGt/evJm7JL6zecltNhjO/N2z9N03uzgK990s3Oguiu9t1uj22OzC2CNL32NT/Mxl/p517oLYc9Oa2yvzq27vTc+PqtsnS9tnk/Oi6vbN0ma6c2PfTc6N/Zq472dp39/knMjd52f6+2fhme7s2P/zZ8cPGtxZ8cPPN3EbnxU/ytJ/tPGZmZ+5zD+gzp0RtfgZceDGzdyf4qCNS26jP8XBWfxg/Nz9MQ7eqOZ+nPmN7g/xk43q3U+z+E83PD2GfMKZO6TOnRaHbFhzP8v8sjs0ix+64amRuw1m+j/P0n6+we+j6g7L0ma6U+LwDZq7I7L0I9Y/OY7YIHOZ/4vMEcef6U6KX67fzP0ujly/3h1FfL3fBf5R650YhftVFp7pToha+IQ4er169+ss/uv1jo/crTvT/00WnumOi9+sW3O/zfyyOyaLH7PusVHn1jk2js3Sjl3nmMzPHP6gOy7zZ7rfxvHrNHcnZOknrPObyN3aM/0Ts/CJa/86Cve7LNzojo6T1m7uTs7ST/7cr6Jwp2Thme6oqIWPit9/rtGd+rkjI3drzfRPy9JOy+I198s4ba2aOz3zZ7pfBOE/rPWLqLo/Zml//OwR8ce1Mlfy/5SFZ7rD40+fPTzOaOLOzNLO/OxhUefWPCzOytLOWvPnUbizs3CjOzTOWbOZ+1mcm6Wf+xn8zGX+eXXukDjvMzV3fuY3up/GBZ8puTV+Ghdm8QuH/J/EhWvU3EWZP9P9OGrhH8fFa9S7S7L4JWscHLn79Ez/0iw80x0Ul3665i7L/JnuwLg8i1/+afx6d0WWdsWnDoiquzJLm+l+FFd9qrm7Oku/+lM/jNyt/sO4hjB+7n4Q16xec3/O/Ea3f1y7er27jvhq3w/863I/C2f+9XVuv7h+tZq7IfPL7sY8vm/cuFrJrbpv3JTFb8LP3T5x06o1d3Pmz3R7xy15HL/e3brq3nHrKnvFratmDn/Q3Zb5M92ecfsqzdwe8ZdVSu6Tg+HMvyNLv+OT34vC3ZmFG913465PNnO7x91Z+t0r42cu8+/55O5xD37uvpOFa+6vK38nGt23496V6919Wfy+lWbEfSt9O3P4NXd/ljbT7Rb3r1RzD2R+2T2YxR9c6VuRuxVn+g9l4Znum/HQit+MhxvcrvFIlvbIivgl94ld49Es7dFP7JL5mcPP3GMNbud4/BPN3DfiiU+U3Aq18N8yv+Z2ir+tUHNPZn6j+3r8fYV691QWf+rjXwv8Z3f4aWSvjJG/PxIovVcWwZSy3EFXpOGnVEsnrOtKAg5aAhKQgAQk0NcEFDr19fI7eQlIQAISkEA/EXCuEpCABKaXQEopH0BKNT+P8DEwwOeQIzaQpQ1E9i/zz7rqhTjr6hfizNw9n4VxpOHPdGdfnYWvej7wzx70z8Ivu6ufy/Jxz8c5Wflz8nhW56rnsnjmsrLnEB7NZfXOzcrgaOOcq/4V5+buuczHES98whV35b/ivKw87twsTN3zMp94vftnVg43WP5KwpnL/PNzl6Vn/nmZy+NX/TPwz8PHkV7nP5vlPxsXXFm4WvmZ8WfjQvKuenaozIVZOE8j/cp/5PnEL2wIZ3lX/CMuIv2KZwfLZfGhtCz/ymfyfMrUO9IzN1j2IvzcPRMXX1FzF2U+dS7O0i/O2inSa+Gno+bXyg7lXfF0XJK7Z+LizL84a+OS3D09mF74z2RxXBF/Oi7Nyl9yxVOZjxuMX17zL738qbiMPOJZ+NKs7GVZOE8jPXOEh1xWJg/j5+7vcfnluKydPP5UFs/cFX+Py7L0yzK/lv/3uDxrKw+X07IyV1z+ZFyR+Xle5hMm7fIs/fLL/p7nEb8iD1O26v4eV2Zl8zKZT/jKywbLZH4RJ+3Ky/8WV16WuaLcoH8V6bgsj/BVmU85/LK7Oku/6rIngrSrs/DVWZ1a+Im4+vLMkZY7wvXumqwe7urMxxG+5tKZZa659PEo0q65bDCc+7Xwn7N6fy7iWVnCf878vF7mEx5ylz0WeRg/d4/HtVnday/N0olnPuFrh+o9FrV4xc/KFunXZeHrLn10sNyjQfi6rB3ctVn6dYPu+tx/LMvP3CWPRi2e+YPh6ws/K0dezT2Slau5Gy59JG4oylxCeKaj7g2k5WWydHzcJQ/HDZdmLsu7MYvfmPl5uSz9xpIj7cYs78ZS2szwI0H4piwPR/jGSx6Km3L3cOY/PDP/4sH0sn/xw1mZh+LmLO3mvA5lHgzChaOtPHxxlp65WyhbcrfkaQ/GLZdkjnDWzi1Z/i15uEir+bde/EDcSvqgI1xLq6XX4g/mZfL0i0if6W7L6uPyvMHwbRffH7nLyt5G2pCfpV+UuTwN//64PSuLuy3zcYRvz8oM+YSH3H1x+0W4rB5pF98Xf8n8v2R+kf6XrJ2/ZGWq7o5KWhHHv+PCe+OOi3D3xR0XZm4wfGfuk35vEMbVyg3Gs3qk3YnfxN110V/jzgszl7VzV+4IZy5LI++urM5dhEdzWTt3Z2XuvvCeuOuizGU+4bvztL/G3UPxe5qHL7gn7snK3HPh3XH3BZkjPJRG3t1Z/kz3V/JxWVnq/DXza+6uuGcofHf8NWvv3ix+74V35WHK3DuYRt5fL7gr7q1zd2dx3Mz0+7L8+y64M0uvpd2XtUXavVn6vVn6fbm7K2b6RfjOuO/8O+N+8s+/K8vH3Rn3D6Vl+RfckeXjsvSsHGVrjrTMZWUfOL/m5/WyMHHc/Vn4/qw+4QcKP0urhf8SD1yQuSz+YOYoU/P/Eg+eX3V35GkPZem4B8+r5RPGFeUJP3T+7VFzf8n8zGVlH6LeebfHw1new8Sz8EODYdII4wgPuaxMHsbP3W3xyHm4rJ08fnsWz9z5t8XDWfrDmV/Lvy0eKcKFn+WT9+h5t8ajg+Fa/LYsfms8kqU/cu5tWRiXlTk3c1naoyX3WBYuHOlF+LG87C2BX3O3xOPn1txjmU+5x7O6j5+XpZVdlpen4de5m+OJLP7EuTdn7eBuqcXPK8I3xxPnZS4vQx7heve3rC6ONnCE/3bOTVk7N0cRrvnEb8rSyu7meDKr/+S5g2lZPcJPZj5t4Ne5c2+MJ8/JHD4uK/f3rO7fs7S/5/EbIw+TTlrJPZWFnzrnhiw/c1nZWvzGeCoP3xDkzXRZ+mD5Iu3prO7TZ1Muy8v8PD6Y9vQ518fTZ2eOeJ0jreaeyco8U9TLyj7TzOVlro9a2cw/+7osnLms7D+yvH9kfq3edfGPLK/eXd8kjXLX5unPZuVx1Hn27Guj5q7L/Ovin4N5z551bRbOXObn+Zn/T1xWfsgnfPafs3K4a+NfxIfK/Dn+dRbu2vhn5uNqcdIyl9XL44WflXmuCOf+NfHcWbisbJb3r8FwLa2W/lyW/tyZhGvu+VL4uaz884OOMK4WvzqePytzWdk8fmYWphw+rghnZQayd8aB7N0xcn/otbJpIKXau2hKNb9pIRMlIAEJSEACEpBAFxBQ6NQFi+QQJTAlBOxEAhKQgAQkIAEJSGDCCaRU/z+QU5oZTylFSpl7UZPXMtIjy0vZkAZdlkRKBIGI3EuRIkpuMCtSqqUPelk8IkjKPlJK2WcM/tTCKaUsnjn+y13+kaVFpJQiRfYz+JGyWMqikfmD/0VKWUrustQ8yEdkPylq/7Jg/l8tRtHIcvL/Uhb6/+ydibelV1Xt56xKgACB0Ic+JCEdSUBAUFTsEAVFBQVbBBQUxAaFNJBAgNCDCSQQIIFAQvMc+hxPh8P3/iwJrQiS98aoWhIAABAASURBVJtr7+80t25VqopK6tattc+aa83V7P19Z9Y3GJxTpyCFQFICJYhY1nhBYzQrJ6qgGTyIJFhBWcyYjJBMgtheRyklSZZtba5kdnmJEGqHiGXZADYsHDgZbljN4KTkQRGxLBvAhoUDapKHJSQPJNmWtSzDgWc+ezaFgjTCzCW5XpprZJmhrCDcNhyIRXAaYBVNHbNDrBlWUUoNaFnhYDUohdqeZBUgYlnjBY0xZ6JdXjQVapMHErllLctw4OQ4ZjDZg1c1VOVIDQugMeaSEcgsmgq3w4E0ci3LqpdnzpxNAmwi5REsG5AvZohdXiKE2isi27KWZXgwc4scMKNCONBsEG3jNVc4cFJcrFAuRTEu86qEGO6RSDQtXkQVqiQqg0iyK9NY4cAjoxkDFJa5UOFAvFYRxgxeCQtUQ5YNxDKQVy/Bpsk2abAKELGs8YLGmKucKDplhiUPJCVQ0ljWeI1MNDGChQNYqOKABDPQWAwnI6xzS3Y5ZRUVeRKiC8JLommbiK2iWKYFYIsZYpeXCJhs/IRtWazpTGbSxcJtfEGqMJwkywZaVjjwzIlYzeAkEsYJkxQzXmPRTEaQ4ryESaRZJleWVS+HA/bYFqa4EaGyBOKXGG6XT0mhNjmWgm1ZrOlMZlIRp8mmUqA6qYhkBAPNFQ4ym6qlUHsSaeRiUZI8XxqLuaoQVdAIxa2s+CBc8nhZYzFnW7aFU1ZRWbaTyrxCXM5kFk7VxmGSLBtoWYNTomBpmOyQgBIcBhHLGi9oWTLJtiQQK5STqNnGa65w4FVaPZtCQRph5vJ8aa6Zm3Si5oejKBXVbBIdWGPR9JKHmzIwNSUnHVYVLR4i2sDCAYwCGUQsa7ygMYscMIMfllpyYgq2a0a1woGT4GKFcimKcZFpcYZYc9F0cqKIZYYlDyQlUNJYVr08MtG0TbBwyiIlmNREafgZaToVkwORL7AtizWdyUwq4jTZVApUQ1VOItrGa67BKZFbaYTb4QElOExjmZFgZJo92wrXKkxCwTZec4UDr1LRBhRCKCdYDisYnhqJbBNMrLCOskQPTxTLWl6CTZNt0mAVIGJZ4wWNMWeiXV40FWqTBxK5ZS3L8GDmFjnIbCEcpEpvMCdTLWaSEUitNMLtcCCpqAYngxloLJo2OVBBFfBEK2t4qWJmwkgw2fgJ27JY05nMpGUQTDa+IDjQzIm28ZorHDgpbpjskEBwoMEHczLVYi4ZQYrzEiaRKFvWsgwHnjl7Qm18QRph5HhJ5qWtZVPbQJq2E1awt/NVo0krcH8p0Oe2Aq1AK9AKtAInQIFdvlE/Aaf2Ea1AK9AKtAKtQCvQCrQCJ0yBPqgVaAX2lwK2ZbvelE3M/4RTZZtuFO8dQfkHuoW4pbj0aluSoJL8Y95JCJRrCzEHjX/xS31ayvUvgOvsTIBRrInVfGrMZLYoPAPhmWHXMApb12OOUkbB2D1y/DDuNwRkgoDVWXFjB42yZJDlAgwW5RocQmOnMZDeUk4azqZxzyRV49yK5NOSjhnYsHEJeN1XzpizCSkH6a1yZmoTjaJLg3vK2ZRTKYSnVvtJMLbis5GJ9MhgMe43Z4ROpJcZNtURtDGqc3+KZJvTKY18aWQ2SLVq5cY5+JSDXD2xSozUFmIOzD0UrYFUglTAMG4Rkj4hewkZopKTA+i09HJmDZDUPLGuzUx6SaFY9gbQDNDAxvWykXJCamnnzGWaFpaMLpZeZjLPAaRVJDK2stSCWahhODH3BZvznJtaFYbLLqoksGF1mVwzJPsp04+tJpMU0stMXYCE42vr4tKjXLOZCQ/CMxOemVwrQ6v9SRjIFTNTKS685unFgsws+1eR2brGGKgstEhdpHaNkWrMvHhNwepqNVOsXHrMckZShiiQb/jU0hv3WY26rdTSy4HZUTntWHhq6WWmcq4RXn0KWCjIZACN0cC4RvlxROjsjbAUlmwjDy3gcs0xEj9Bfd5IGBeiDisrV9eMy3umQn9Y+LhT2DC2r0hxsmxlQyYD6LT0cmYNkGDsoRnCPaVXlFJmwoOZMkE176kQDtKsoVwrSCGo4jg/O5OCmsj+9UgYoJk5WFnSkETmsY2L1Sl00xzlUSEfNq4LT3f1vpac6xQlckj5zGQ2Sa4VhKeWs8f8mA5PLb3MVJ4NASMJqaWXmcxWTi+18J3XqxtOg5kZYLGt3TkuRSJTuVAyaIUZaSbNpaApgmHktOAhuYeilGLhQXqrvK5BNQYnzPa4r8ozDMJzZg2QYLwtPJZaekWZrZw7XOepAK7BJghGE4NkQ1iuGR4kpzUCJDXCsj/p0gvnWnSLlctcSGbg2GxTIMGnWwgfV4YNq1tcmqv3RS+HZLZoDaQCOBM/jOaSprDaX/NjNyNk+GFcD1LvgR1QDMIItbEjPEhGa7kAg4MuJL3MLaDOGUu2otkUpJERGkuaUlBl6py4WMVR4j7YUDPl1q3Bhs97L8YM47V1celRzqUK4ZlZzVPNDOKMEs3MUMa4Pget8xphNBUQC5iJVXfH/tQocRbGLH7sX4pVK0crMYBiuXr2j7Nhad0rwbDRXfV2zNfoxjVCUxvz2RuwaVp6owKLTYz5XG50x3h4MLLMMD7e10yOfL3sZQfGycPCa1MIpRHWF8i5M+NCg2U+9cwG8PqzHN3yVabOiYuxnSoGwXIvjCZnLiGgUhY+zoQNY4oWPAemV5RSLDxIL4PhmeFCo0QBKx6Xq1eezSC83tbcHJ6Z2k8/MTOh2R+s8oXUJhIsx2QmMWnxsXnL23zmnBV7zWepQyvQCrQCrUAr0Aq0AqekAv1Dp1Pyj61vuhVoBTYUaNoKtAKtQCvQCrQCrcCeV8B2/bjJdt2r7cpHUn7L0a3cNtHMVlCIveRWVrxlaKDBBiWx7ECSxbJsIEtEsWAyLwUur2rBQ2wnjIbgE7NABmMGP8wEUA2cbby0uGRBFVxedkhADodBxLLGC1qWDFIzFk1BiSYCubhYqTt5QXgyayyatoVJFssKxxfHyTi7vJIYt6SC2KlIsmoluBKvc2Y0YbuonLZlg9AJE+3yEgGTjZ+wLYs1nclMuli4jQeYaMueuZaoWk4eWHgrY8qC2DN3FapnmSTQZIMnsS1sNsKBWFWULIHhITHZySUIZiDJYlk2kIvjBqOmMMqhQdLUbC9UgiULwkljsk0azABVgDMQy0BwAzE/IhVLlVdNCheLVOalwvC2VYtoW5hkSRDbsrLW3lWxEvBipHiIbVms6UjJkwSCgxTDKNkWRlEKscm1rMEXLysmO2TAtizWdLZHTilmnF1eMxDJSSxLRLFgMi8FLq/ZIjE8kGSxLBvIxXGTzZxgKoyIAMhILNZ0CR5NJViSHS+JYFtY8TibXFmOU7ynTzBVG4+JaFumtjhDAhGnybYkEANFEyF2EZhYJnodB5WYsZ0AVy1SUYEbCA5SDCOaSKAoCWKnIsmqleBKrAS8bDwGwSyLNZ3tkW9422OAgGlJQ2zLdBcX7kqsBLxsfIESkQwilqtn2LDB7ETTo2oRy62iWLZkXioMX9vEgth0HQ6YsR0vEcVyYXgRMFVrEtvrXPAJEcVywIySk9gWVmmcTS6WgcxLwBJ+mmzyAlUiGUQsa7ygsGmyTQHEAIVY1ewUtM41c+JsVdO2MLhqhVOBG0jxdnkSkwNLEGDZQCwDjFTmpcLwtqXkRNvCKo2zybVehtrlJQImG49BMMtiTWcyk4ooVriNL0gVSBXEUSgqkQ1mJ1oVJKLjiNJwI1iWCsPbySURbSfAxQoHskRdLJjMS4HLa7ZIDA8kWSzLBnJx3GDUFEY5NEiamu2FSrBkQThpTLYlgdhE0tRsD6qswW2TgBgQuR0i6BLhCg8GnyMklh1IsqTJLUuF4V3clRjOWHFB7FQkWbVIoUkCwUGKYUTbwiiKFQ5gixlil5cImGz8hG1ZrOlsj5xSzDi7vNIItcnL4pyysgbDe2YVJdsTkiyWRUl4KUSSJTC8qFm8LBGAZQOxiHgZ5+kTnHz2RLSdIFksywYwycqKd3ErgbYCkQpiWxZrOpMFIk6TbUkgNpE0NduDKivcUtUSi5azyaW0lJXUMjTQYCmKRTQVggiAjMRiEfGjPH2CcbZFAJYNxDKQRSo8iYHgIMUwSiYuqSB2KpKsWgmuxErAy8ZP2JbFms72yCnFjLPLK41QmxzYM2osZwCYtBAHF3O2EySLZZEKL4Xo0GXTnUjX3s5Ta7QCrUAr0Aq0Aq1AK7DHFLjP2+kfOt2nRD3QCrQCrUAr0Aq0Aq1AK9AKtAKtwLEpYHu1wV7zFO2R2+a7aO/6D2/zL3sL81/szqD8i+EBTqJYM6H5Z7yAEp4jQ8KI63kGqVVO5DAKOWFzPjy4F5c2/TojHLCPSvkaWI1BqJZB2VLtuHE99lKvnKHUwqF1G5VnEzPhhGrHjeuxP8ZM5TNu7h/76FaPnRxCxkiRijVDPxcdfMzhKY3p8LoULjOV5wj2VQ5nGMt8hsA4vfxqnvKYZ8PcS6h2XHp0mIqNs1JLj4M4H5YNE+nV/HTZkVZ217zW86kPMAwZs/E1zXg4SDtZYiG1gLnk1SMncvpi3BvN1Ah1X8SkNLDMZ/8oJguWzVXlnhikRAeOwdnDIXUesQo0VvOpkVBia8jmPJxS9nAik0lArFAubfYS6hD21GR2UKs0HNDHVxHKHjIIpxSfo+vdNLDq5f4hWPYwORojJ61DiaNcvkrFuAaD5NkLmOMieDg9fPHUtuezhS4z6eWM3Edm2IDRo5Eak4sxxkTtoU8kq15cZitnN4PspspMcRqDDsJuyvHMMB9WSDt5DdMj1rnUc+CYKZ8pwAw+M8WYC2dbpVwEy3yGAIckC2og85Szh8FRYjNWPC49xjJVyN7U0uO4sS0bJtKr+elqPoMBMylnZmzkFArJaY3zIZQyXc3aXzWqsQLV1IqzjWnS+MKoZDsDVHKt1TWqNPcvg8RRLs/GMraR18E75zfynL+5v+bZX1vLVVLXZ26Msx+SGs3FNq5HiXMyxRi7YJVDY8VHjU2xiXG9nFtgllGOoB5PwJiNn9dgACOJjTPxJHOmzggHsUJcNeqsZT+bcpVCOCRWM6ucYazSuOU+axCXa6eWHil7YdlQGJyrQ7g+AzUfCs9w5TXLVKxANTVmcjaljLKLetVyHJwZjN4mZ6xmqCWCUWFPhpMT69w6mO6SQ9NmkjPLU2FoGLWQga39bKqc6cWYGvP0yihkhiIHc2+5ZoapU2CEWnLYNEZpMld50XJMMUudDL7eXeczTIu91CcZgT1Lj0h3zHDCeh8zDGNpMzVzWA0Tc02q2TVmKNR+YmbCl/0ZqJx94QljrPwoQTOTXgrhlELrGrlWUAUaOTszuVb2jLxGy6XHGByjmb2p7dw/alRrJhFwYM1na3h6W2Amhy+1zADGy48zGSjjJOZmg9slXwYpZnZUaphKzg4fqD60GrjKs78wd+Z8emXMZoYL5SDCmEmiNjCBAAAQAElEQVSPwjrP/swS1/NMpJbzQHamR4kpehwyaklhNBgbZ0Iw+JwjYYKkPDtD2RCWXoFzqsRMctI6gJkqE9m1GC2qzEGw7GEDpQys7zMFemllNmdQCs0MGxmnT4EynEFmqJSvAg2MUTxzNOB0JoeRZ0f2AurJcn7i5nxqTDCfXSBHMpA5KCy1meWcQmrsKp5e8kwTqxwOyugzNy4wOOUxyOm5PtXsAqOc2pgnZ+/IaU++tX+eweRibGWCWQiW05Ozf86SJQHpsW3O0mZ+nee6BSZjmS5wADZmadQMZ2CzxhQJPoflWKa2zXZ97rRH3OzaXqW2a25VaNIKtAJ7WIG+tVagFWgFWoH+oVM/A61AK9AKtAKtQCvQCrQC+1+BfoetwAlWwPbWifY6twe3vfqi2B7cPjTKW0fNxJSBSSfYKpsE4CWc4yS8pfgESXYIiMEximK5eoZJ8R5+GTDVQpxYlg1g8nCGOJQ4TXYqIDYhonC28ZorHFBTqsYXyikrLTKlHWeINRdNJyeKWGZY8kBSAiWNZeWFi0k0ba+jlJIkywbKcpzi7fJKEmqTYyLalrUsw4PkFklMdnhACQ6DiOXqGTbMMsQuryShNnkgybasZRkOPHMiJhtfEBxo5kTbeM0VDrxKRRtQgOAlnOPAEqEx2ZYEYhNJU7O9UAmWLAgnjck2aZBgWazpTGbSMubC7fKipVCbHBPLtkwcZniQzCIRbRAeUKpQTpLnS2MxXBWi6JQZljyQNIMoS3iDaaRkGQC2VauCZYMqDGeCXV4iYLLxE7ZlsaYzmUlFnCabSoFqqMpJRNt4zRUOnBQ3THZIIDgQi1TyfGks5gyz8QVphJlL5Ja1LMOBZz6GZVMAmBQaBwyqIA22HlBoIItl2QAmD2dIIOI02SYNVgEiljVe0LKR2SYDsUI5apJtWazpTGbSstmzqRSkEZKrlpVXUYlmMoIkD0tIIZA0gtdRVlb5asKItoVJFsuyAWwxQ+zyEgGTjZ+wLYs1nclMuli4jS9IFYaTZNlAywoHnjkRqxmcRMI4IUQsFzesjKZTMRkcqgrDUdTItawarFoqdnKRE+EYSWzmyoIT4u3yEiHUDhHLsgFMHs6QQMRpsi0JxCaSpmZ7UGWFA2pK1fhCOWWlRaa04wyx5qLp5EQVNEJxK8vKKywIBw4HzGGyKQSjFD9qg+ElJmSXr8Q2uSRLKm5Zy3LxxScxLRtfkGzLYk1ne+SUYsbZ5ZVGqE0eULCN11zhwSqtnm2psISZy7KBlhUOPHMi7ZrBVbFy0SBzRbxJMDvEGmGJEgxXXmMNvngGlD22JUxE27JY05nMpCJOk50KiBXixHL1DBtmLS/BygzL/kI4EIu6GHBBYzFTOVHUywxLHkhKoKSxrPEamWjaVCZkCSrJsq2s4aVEu3wlxZIPItuyWNOZzKQiTpNNpUCVSAYRy9UzbJhliF1eSUJt8gIlIpnGMiPByEhisi0cwEIVB4i28ZorHHiVijagUERwIHJgsGRi2Y5XyqFBeAq2FyrBLK08JCabaoEeEYOIZY0XtCyZZFsSiBXKSdRs46XFJbOy8MNkhwSCAw0+mJOpFnPJCKRWGuF2OJBUVMuyxktESTSTV4TLVZIgNokEU61kdnmlWCz5hO2UqxeXzFqvcBtfkCqUE8vkADYsHDgZbljN4KTk7HURscICaNngtqXCDMWpSZQta1mGA8+ciMnGFwQHGrkTgbW9bMseSMce3B5xsxYe2E6ofUWms0d9ph1agVagFWgFWoFWoBU4qQr0D51Oqvx98VagFWgF9oYCfRetQCvQCrQCrUAr8MAqYLu+OD5w4IBgu1w8/26X8gyrf5p7LwWA16pWY6kEJBgjeIzS+Fe/g2dT5aThCYxw1PCQWP3r4PQys5rPCN38a+Gi8MyEZyazKeXaQXhq6WUms5VDckZ4ZtLLzHLR2stMepkZsykMZH7MwrCay6bwjCwxfDRXrNJkzNc1iw9HabbHAfHj2rBhq8uGZD/lbC6EB7nnFMIzUzlJOKHSuFWeYZDeodejmhtLn0gGi2UyCF8jZ+bseiMM1wRx1IrM4clnqPl0uEa9t+JxA3XOHMqWkdMjmVvqEnG5B8qhDIww5qkOyyWqlyO35zMZjHY8WxgbHlJ7c83w6pOkG56rZffI8cPYA8kGAuPLKHE9TYIxgGcDHo5lW+XLxtRGd/pRKF8u5Y1zq0ZOxGgOC6dKAhtWl1mud6gueXeM18DgmSmW/cGqzcncL6VUCuHBap5q7WcuR85Q7eE4g5lNq/kapsphNZGNpOPmQwKamQsNklaEMI+NS8yZOmfF02IuOQEbR4dQyz1MyonLzlSC7AV1gWrX3upMlx1FacfCU2PXYrWHS6UNH92RhwfV2pgfp2RmuXR4pjamSeccbL2ZJJsC6GpfRispUoybyQRbcypIK6C70mVMUGFs+pQylplRyl6wNCgmy0xKQXjN05s2Lp8GhfSKZjg5cZ3n2iDvqRAOmGEUn8lcEbphGa2ptFNPISgetyADwciXkbpBEqyOKUcyJtd+XJl8WG1b7mv1vuhlf8JqnstVzpnpZU9oEJ7aaj+zlRNX+9mMcT08RgueKVjlmQzIp41yPIiBulYiM4dOzwa9mqtIrW6SBIrXks6r1+g4i4EyMuJohINsnBit4VMqVofCYnDCPJ69S55hkF60qgESDC3wWGrpFWW2cm5knacCOBM/jCZWvBy9yuf+zcBRlXJBRufUDGlwt4R1YcWK0E0MctDWdTiudqYJhtVlKNPMXpCEHgVOmDlsKY8KA7GJ0aazdT1yNi0+M4xzvfI5Hl5h5cYsm8pmxpk1wLZBQ2qgypMRqOcisLKkIWyqk5IH1Cjh15ZyzWQ/CVb3ljRk9eedBtsSguUGwjNTOUnOIlQal17l7I2FZya9XKPy3FSBKjG1zJIxMqZHngpgBl/GAMYOrAr0itaGsKCSahdjJu+NjesajXGl9fzIqzFG0wrIVu+r8nHMmKcwrC7B7mrWPHW2UspkAJ02WsNnpli5DDDLPSdNLwdSGTSeBsb1yqcNr7Bymc9JA8kym4yIhY1NM5mh6rlGYTluNuue4Nhoc2742FQ+KVV42NjPthUpXeiu9sPHJAQLz0xtIMHqNlfzHJYao2XhwfY8FeayJ2eRVTsu91Z57R4uM+llPpXKs38kS5ksOwNobKGZLVCsGq4Mt7Gb7spsPnFOrIpNWoFWoBVoBVqBVqAVOMUVOHCK3/8Dcft9jVagFWgFWoFWoBVoBVqBVqAVaAWOSgHbh8zZln14fPD19+r/vv+H+o/3/UD/fsP39W/v/p7+9frv6V/e9W39b/DP135L/3TtPfrHq8E14OpvwL+hr1/1nyt87R3/qa8Gb58R/hX4V97xDS24G373O+7RJu5a5d/UXe8AV92zil+m9+WrvqkFX4J/6apvacGd8BWu/rbuvAokTnyR+MWrv6MFX4B/4ervaol3wO+45ju6g/od13xXt09s8tuv+R717+nzxE187tr/0ueuAcTPFr6vJd527fd12zWg4n/DA/JZ+wzxM9f+txZ8Gv7pa3+gT894K3yNH+qWa8E7f6hbibcSbyn8j25558CniJv4JPkK7/qRbn4nSJy4iXjTu+7VzRPha0j/8C5wHahofeK6bXycfDd8LPXrD+hj1wHiR8HHrjuoxI8SP3L9QX0ksXCGPkz88PWJYBXP1IevH/gQ8UPUB87UB8nXeJA+QP6BdxMnbiTe+O4Ha3c8RO9/N3gPmPF9xPe95ywNPETvpfde8gU3wIORP1Q3vAfcsMZ74O+54WFa8G74u294uBZcD7/+vQ/XiGfruhsCcmrX0buuYmpn6130Bh6hd8Lf+d5HEAHx2sIjde17B64hBiM/R9e8dwPvO0dXk1+9Ea+CX/W+R+mqGd8BX+PRevv7Hq13vB/M+Hb429//GC34e/jfv/+xWuLfwVe48bF6G/nbErfwOL3txoG/Ja7xeP3NjeADIPHGJ+ivPwASJ/6K+Fc3nqvgr2dM7a3hHzhXiW8l/iV46weeqL+ceAtxjSfpzR/YwAcn/+CT9eaJvyD+xQefoiX+OfzPqQ08RW8if9OH1vGN8Dd+6Kl600T4Gz/0NC3xz+ArfPjp+lPyP02ceAPxDR8+T5t4fdWerjd86Dy9nl5h8teRv+7Dz9CCP4H/yYfP14LXwl/7kfM14gVE8JGBPyaucaH+iHzgQv3hRzbw0Qv1B4VnEnfDRfr9j27gYxfr98h/ryKc+JrCJXrNx4KL9WryNS4h38DHL9XvfvwSkDjwO9R+5+OXacGr4K/62GWq+PFn6ZUfA8RXEV9FfOUO/Db5b3/8ci3xt+ArfOIK/eYOvKLyK/WKT1xJb8Tw3yB/xT88W7/xCUD8deKvJ068nLjGc/Syfxh4OfHlNw3+spt+Qgt+Df5rNz1XC34Vvsbz9NKbwM2g4nP10psD8tTArwQ3PV9LfMnNz9dLyAs3/6R++SaQOPFLxF+6+QXaxgtn/kL94s3gky8ggk++UL8A/4WK4S/Uz8N//pM/RRx4MTxI7cWf+mm9+JMgEfzcCi/Sz33qRfrZFX5GP/Op4EVEcMuL9CJ6L7rlZ7Q7flY/fcsmfk4/dQu4Fcz4QvgLb32xCre8WC+Av4D4wonwFW79ef3kLSBx4vnE59/6C1rwPPgKn/5FPffWX9TziM+r+Et6Lvy5n04c+An4Jp5DvsJnflnP/jRI3MJLdOVnXqJng8QrP/MrugJ+xW2JgHg5tctve6kWPAv+LOoDL9XI1/Ey+pd99ld12W2AeGlw26/p0olLiGu8TBffBj4LtuLLdfFng5fpIuImnkm+xq/rws+Cz61xAfyCz/2GLpwIv+Bzr9AF5BcQzw8+/wqN+Jt6xucA+TM+P+J58PPgwdNX8bdU+e2/pad/HiSCp93+23rajE+Fr/FKPeX2bTyZ/Mm3v4p68EqNfImv0pPorfE7euLt4A4w47nwc+/4Xe2OV+sJd2zgC6/R4+8AX3g1ERAfV3iNHkcveCxxjd/TY78Avggq/r4e88VtPJr80V/8Ay14FHyFO/9A55Cfkwgedecf6hziOcRHgiU+8s4/0iOCL84IP7vwxzr7zoGHExecfedr9fAdeBj9h33ptXoY9cSHwh/6pT/RgrPga7xOD/kS+PLrdBbxLOLIX6+HfHngwcQHf/kNWvAg+IOoDbxBZ5KfeddGDL/rT3XmxBnEM+76My04CD94959pxDfqwF3g7jUM991vUqDib5TvmjlRAf17iffe/eda8CP4Gn+h/7l7A19588grwok/LLxFI75ZPyBf4y36769s4Ktv0fcLf0ncxFtn/lb911c38LW/0ve+Cjbid+Gb+A55MGp/re98DXwdVPwbffvr2/gW+be+9rf61tcB8ZsT9yR+/W365tcA8Z4lhoNvgHtA4je+/nf6T/CN//X3Kvwj8R/frnv+6ao1/vlqfetfjc5lWwAADqVJREFU3qlv/8u1+u7/uU7f/dfr9b1/e7e+/+836Af/8T79z/+7Ubr61Uf8LGpbvVqBVqAVOE0V6LfdCrQCp7gCB07x++/bbwVagVagFWgFWoFWoBVoBVqBB0SBvsjxKGCvvzi2veuXzD9xgfTcC63EBc85/97KEwekxGc/415duQNXnPejdY191U+8D1wx+4lrSIMnHhsuP186dpg923jW+daPjQvmGcTLCgd02QU/Hi5l/33joC694OhwCXPHjzN0yQUDFxMPiwvPUPU2Y/guuOjCM3TRhTtxJrXjwzMvPFNHjwcxuzsuvPBBOmF45oN1wYVgM4YfB85nz+HxEJ3/zKPHM5g9PpylZzxzG+eRHzUuOks1m7gDTydf46EaPPH48LSLHqr7xsOYOTKeetHDdCLwlDrn4XrKReBisMTw48CT2XMoztaoJR4dnnTx2Tp+PIK923jixY/QMeOSuSdx4lziGo/UuZccP57A3qPDOXrCJUfG4+n/+HiUHnfJLrh01jZj+FHgscwcikfrsZceGx7D/LHjMXrMpbvj0dSPG5c9RrWX+KjCY/Woy358nMMZR8bjdM5lR4dHMnf8eLweednAI4j3iWc9Xo84SpzN3BpP0OCJx4aHP+sJOnqcO2cTt/GwZ4088bhx+bmqvcSHct5DL3+iflycxRn3jSfprMuPDg9h7vjxZD3k8oEHE+8TVzxZNbMZw3fgQeTbeIoedMXx4Uz2HT2eqjOv2B1nUD9xeJoOXgGuBEsMPw4cYM/h8XQduPLYYOaPHefJV25D5EeNZ5+nmk3cgXvJ13iG7n324fEjrrnZX3I9hw9foHqJE/UhcvlQOaO9++dQzWWv+7MkqVkr0Aq0Aq1AK9AKtAJ7W4EDe/v2+u5agVagFWgFWoFTRIG+zVagFWgFWoHTTgHbh33PtutHTRmwD+X2qOX/um43HDx4UKknBps8eeOgWoPWoJ+Bfgb6GehnoJ+BfgZOyjPAf0/r6/az189APwMn+xnY/Iy48MTDwR6fQW3nY2p9XrUHrwLO3s4pldm716vZrhVoBVqBVqAVaAVagZOgwIGTcM2+5GmoQL/lVqAVaAVagVagFWgFWoFWYL8rYI8vf+0Rd75f26svk23XD5nsdW3nF9L54nypLTwxSD2xcbB/8NR/2drPwB57Bvo/l/o/l/oZ6Gegn4F+BvoZ6Gegn4H79xlYPg8mBtE7cRP2+rOmfejnTx1h2T5Ct1utQCvQCrQCrcBQoH0rcDIVOHAyL97XbgVagVagFWgFWoFWoBVoBVqBVmC/KmB764dNtuut2t76kdPml9Hhm19Sh98XzjjjjP6hR//Qo5+Bfgb6GehnoJ+Bfgb6GehnoJ+Bfgb6Gdhnz8DRftbL58ggnx0TN2Fvfy4Vy96u2abadoIV6ONagVagFWgFWoFW4H5UoH/odD+K20e3Aq1AK9AKtAKtwLEo0LOtQCvQCuwfBeztL4rtkdve+vFTvoC2XT98Cl+w+QV1+IL0w3d+4b0zz0zjYP9Fzz77i55+pvuZ7megn4F+BvoZ6GdgvzwD/T76We5n4L6egeP5jJfPi5uwx2dNe/tzqFi28Wuzt/N1p1kr0Aq0Aq1AK9AKtAJ7T4EDe++W+o5agVZgVwW62Aq0Aq1AK9AKtAKtQCuw5xSwt78Mtg/N7VGzfVQ/clq+mF6++E6+8CPFfBEeHGmmewf7x0/946d+BvoZ2PvPQP8Z9Z9RPwP9DPQz0M9APwOn7TOQz3TB4T67bX4+DL8v2K5/WGNvfx4Vyx416Mpsr3iIvZ2n1mgFWoFWoBVoBVqBE6RAH3PcChw47p29sRVoBVqBVqAVaAVagVagFWgFWoFWoH68tJsM9voLYds1Z2/H5Utpe9SXfInLl9vJF35f8Uhfit/X3lOh3/d48LT9S5/+s+8/+34G+hnoZ6CfgX4G+hnoZ6Cfgf38DBzLZ7nNz4jhm7C3P1/aI7e34/I51vZCt6K9e31rqJNW4H5UoI9uBVqBVqAVaAUOp8CBwzW63gq0Aq1AK9AKtAKtQCtwyinQN9wKtAJ7QAF7/WWw7fqBU27LHtw+NG5+Kb3wfIG/k6cWpJ64E6kHO+udH+wfB/X/KkA/A/0M9DPQz0A/A/0M9DPQz8B+egb6vezD5zmf5YLdPr9t1heeGGQ+cSfsQz972qO2+Rk1PLCd0GgFWoFWoBVoBVqBVmDPK3Bgz99h32Ar0Aq0AidMgT6oFWgFWoFWoBVoBVqBk6OAPb4wtl0/fLK3484vpDe/qF74EjMbvonUgs1a84P9lz/78C9/+rnu57qfgX4Gju4ZaJ1ap34G+hnoZ6CfgVP3Gchnu2Dnn2FqQeqbcSdPvsDe/uxpuz4U2yNWgrO3c0ptrUAr0Aq0Aq1AK9AK7FkFDqzurEkr0Aq0Aq1AK9AKtAKtQCvQCrQCrcBxKWBvfylsr3N7cHvEXMD26gdP+QLaHnl4YFuJO7F8ob1bPb3Gwf5x09H8uKln+jnpZ6CfgX4G+hnoZ6CfgX4G+hnoZ2DPPwM7P/clz2e+xJ2w158h7fH50j40imUbr/pMKpY9cujK7ENrq2aTVqAVOHUU6DttBVqBVmCfKnBgn76vflutQCvQCrQCrUAr0Aq0Aq3AcSnQm1qB41XA3v4i2F7n9uC268tke8R8OW1v89SOhHyxHRxppnsHdv2hWOvSuvQz0M9APwP9DPQz0M9APwP9DPQz0M/A8gycSjGfAYP7umfb9VnI3v6caVtZ9nZMbSfsMbOz3nkr0Aq0Aq1AK9AKtAJ7RYH+odNe+ZPo+2gFWoFW4NRQoO+yFWgFWoFWoBVoBY5BAXv9BbE9uH1otL3rD6AO9yW27fry+nD9rvdf3vQz0M9APwP9DPQz0M/Aj/kM9H/XONDPUD9D/Qz0M7B3ngH78J8B7dGztz9X2laWvXvc7IU3WoFWoBVoBVqBVqAVOFUU6B86ndA/qT6sFWgFWoFWoBVoBVqBVqAVaAVagW0F7PGlcqr24La3fthkjzx/kWDvztMLbPdfPPZfPPYzcNKfgb3zl175z4VG/3n0M9DPQD8D/Qz0M9DPQD8D+/8ZsLc/C9q7f3a0R93ejmLZxg+z13xU2rcCrUAr0AocqkBXWoFWYC8q0D902ot/Kn1PrUAr0Aq0Aq1AK9AKtAKtwKmswGl87/buXxTb67rt+pFTZLIHt3eP+csKe7uX2ibs7b7dud0a2K2B3RrYrYHdGtitgd0a2K2B3RrYrYHdGtitgX3qaLD52S/c3r733Wr29szmZ8/wwHbCIbB3rx8yuBQ6tgKtQCvQCrQCrUArcBIU6B86nQTR+5KtQCvQCrQCp7cC/e5bgVagFWgF9rcC9u5fDNte/cApCtjr3B7cPjTmi+vAPrRnu/+Xffp/2aefgX4G+hnoZ6CfgX4G+hnYo89A/jtcY///r+z0n3H/Gd+fz4B95M+B9u5928qyfdjPoelvwvZm2rwVaAVagVagFWgFWoE9q0D/0GnP/tGctjfWb7wVaAVagVagFWgFWoFWoBU45RWwD/8Fsb3ds73rF8/2qNsuPWzXnN3Rbg3s1sBuDexTWoP+z7T+8+tnoJ+Bfgb6GehnoJ+BfgaO8xnIh0T70P8umHpgj154YG/nqW3C9mbavBVoBVqBVqAVOJEK9FmtwAlXoH/odMIl7QNbgVagFWgFWoFWoBVoBVqBVqAV0NYX9tqxbK/6S8te1+zBj9Szx4zd0W4N7NbAbg3s1sBuDezWwG4N7NbAbg3s1sBuDezWwN6fGhzp8+LO3pJvRnuty2a9+QOtQF+vFWgFWoFWoBVoBY5Vgf6h07Eq1vOtQCvQCrQCrUArcPIV6DtoBVqBVuAUU8D2Ye/Ydv3oabcBe/TsjnZrYLcGdmtgtwZ2a2C3BnZrYLcGdmtg73MN+v3VZwW7/5zt1sDeXYMjfZbcrZea7YRGK9AKtAKtQCvQCrQCp6QC/UOnU/KPrW+6FTiyAt1tBVqBVqAVaAVagVagFdh7CthH/iLZ9mH/EmPvvZu+o1agFWgFWoG9oEDfQyvQCrQCrUAr0AqcvgrYx/cZ0vbpK1q/81agFWgFWoFW4BRVoG97W4H+odO2Hp21Aq1AK9AKtAKtQCvQCrQCrUArcL8pYHv1Y6ZjuYi93mc3t49Kg5XWds/brYHdGtitgd0a2K2B3RrYrYHdGtitgd0a2K2BfWpqcLyfKY9lX8+2AqeIAn2brUAr0Aq0AqeZAv1Dp9PsD7zfbivQCrQCrUAr0Aq0AkOB9q1AK3CyFbDXX6af7Hvp67cCrUAr0Aq0Aq1AK9AKtAKtwH5VoN/X6aqA3Z85T9c/+37frUAr0Aq0Aq3Aflegf+i03/+E+/21Aq3A8SnQu1qBVqAVaAVagVagFXgAFbDXX0Dbgz+Al+9LtQKtQCvQCrQCp68C/c5bgVagFWgFWoF9oIA9Pkfa67gP3la/hVagFWgFWoFWoBVoBXZV4Lh+6LTrSV1sBVqBVqAVaAVagVagFWgFWoFWoBU4YQrY6y+o7eZ2a2A/8BrYfU27NbBbA7s1sFsDuzWwWwO7NbBbA7s1sFsDe+9ocMI+iPZBrUArcNoq0G+8FWgFWoFTSYH+odOp9KfV99oKtAKtQCvQCrQCrUArsJcU6HtpBVqBVqAVaAVagVagFWgFWoFWoBVoBVqB/a9Av8NWoBVoBVqBVqAVaAVagT2kQP/QaQ/9YfSttAKtQCuwvxTod9MKtAKtQCvQCrQCrUAr0Aq0Aq1AK9AKtAL7X4F+h61AK9AKtAKtQCvQCrQCrUAr0Aq0Aq3AA6dA/9DpgdN6+0qdtQKtQCvQCrQCrUAr0Aq0Aq1AK9AKtAKtwP5XoN9hK9AKtAKtQCvQCrQCrUAr0Aq0Aq1AK9AK7H8F+h22Aq3AA6ZA/9DpAZO6L9QKtAKtQCvQCrQCrUAr0Aq0AjsV6LwVaAVagVagFWgFWoFWoBVoBVqBVqAVaAX2vwL9DluBVqAVaAVagVagFThRCvx/AAAA//8tgUe6AAAABklEQVQDAIFxqBm0ASZ2AAAAAElFTkSuQmCC"/>
</p:tagLst>
</file>

<file path=ppt/theme/theme1.xml><?xml version="1.0" encoding="utf-8"?>
<a:theme xmlns:a="http://schemas.openxmlformats.org/drawingml/2006/main" name="Data Slides">
  <a:themeElements>
    <a:clrScheme name="4TU.ResearchData">
      <a:dk1>
        <a:srgbClr val="3C3C3C"/>
      </a:dk1>
      <a:lt1>
        <a:srgbClr val="FBF5E9"/>
      </a:lt1>
      <a:dk2>
        <a:srgbClr val="FFFFFF"/>
      </a:dk2>
      <a:lt2>
        <a:srgbClr val="FFFFFF"/>
      </a:lt2>
      <a:accent1>
        <a:srgbClr val="F29100"/>
      </a:accent1>
      <a:accent2>
        <a:srgbClr val="FF6829"/>
      </a:accent2>
      <a:accent3>
        <a:srgbClr val="B9DBEF"/>
      </a:accent3>
      <a:accent4>
        <a:srgbClr val="969696"/>
      </a:accent4>
      <a:accent5>
        <a:srgbClr val="FFFFFF"/>
      </a:accent5>
      <a:accent6>
        <a:srgbClr val="FFFFFF"/>
      </a:accent6>
      <a:hlink>
        <a:srgbClr val="FFFFFF"/>
      </a:hlink>
      <a:folHlink>
        <a:srgbClr val="FF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End Slides">
  <a:themeElements>
    <a:clrScheme name="4TU.ResearchData">
      <a:dk1>
        <a:srgbClr val="3C3C3C"/>
      </a:dk1>
      <a:lt1>
        <a:srgbClr val="FBF5E9"/>
      </a:lt1>
      <a:dk2>
        <a:srgbClr val="FFFFFF"/>
      </a:dk2>
      <a:lt2>
        <a:srgbClr val="FFFFFF"/>
      </a:lt2>
      <a:accent1>
        <a:srgbClr val="F29100"/>
      </a:accent1>
      <a:accent2>
        <a:srgbClr val="FF6829"/>
      </a:accent2>
      <a:accent3>
        <a:srgbClr val="B9DBEF"/>
      </a:accent3>
      <a:accent4>
        <a:srgbClr val="969696"/>
      </a:accent4>
      <a:accent5>
        <a:srgbClr val="F29100"/>
      </a:accent5>
      <a:accent6>
        <a:srgbClr val="F29100"/>
      </a:accent6>
      <a:hlink>
        <a:srgbClr val="FFFFFF"/>
      </a:hlink>
      <a:folHlink>
        <a:srgbClr val="FF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Override1.xml><?xml version="1.0" encoding="utf-8"?>
<a:themeOverride xmlns:a="http://schemas.openxmlformats.org/drawingml/2006/main">
  <a:clrScheme name="4TU.ResearchData">
    <a:dk1>
      <a:srgbClr val="3C3C3C"/>
    </a:dk1>
    <a:lt1>
      <a:srgbClr val="FBF5E9"/>
    </a:lt1>
    <a:dk2>
      <a:srgbClr val="FFFFFF"/>
    </a:dk2>
    <a:lt2>
      <a:srgbClr val="FFFFFF"/>
    </a:lt2>
    <a:accent1>
      <a:srgbClr val="F29100"/>
    </a:accent1>
    <a:accent2>
      <a:srgbClr val="FF6829"/>
    </a:accent2>
    <a:accent3>
      <a:srgbClr val="B9DBEF"/>
    </a:accent3>
    <a:accent4>
      <a:srgbClr val="969696"/>
    </a:accent4>
    <a:accent5>
      <a:srgbClr val="F29100"/>
    </a:accent5>
    <a:accent6>
      <a:srgbClr val="F29100"/>
    </a:accent6>
    <a:hlink>
      <a:srgbClr val="FFFFFF"/>
    </a:hlink>
    <a:folHlink>
      <a:srgbClr val="FFFFFF"/>
    </a:folHlink>
  </a:clrScheme>
</a:themeOverrid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833D1071-DC58-4A53-BF01-819899E5F7B0}">
  <we:reference id="wa200006214" version="2.1.0.1" store="en-IE" storeType="OMEX"/>
  <we:alternateReferences>
    <we:reference id="WA200006214" version="2.1.0.1" store="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562</TotalTime>
  <Words>1138</Words>
  <Application>Microsoft Office PowerPoint</Application>
  <PresentationFormat>Widescreen</PresentationFormat>
  <Paragraphs>238</Paragraphs>
  <Slides>19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19</vt:i4>
      </vt:variant>
    </vt:vector>
  </HeadingPairs>
  <TitlesOfParts>
    <vt:vector size="28" baseType="lpstr">
      <vt:lpstr>Arial</vt:lpstr>
      <vt:lpstr>Consolas</vt:lpstr>
      <vt:lpstr>Quattrocento Sans</vt:lpstr>
      <vt:lpstr>Space Grotesk</vt:lpstr>
      <vt:lpstr>Caveat</vt:lpstr>
      <vt:lpstr>Roboto Medium</vt:lpstr>
      <vt:lpstr>Arial Unicode MS</vt:lpstr>
      <vt:lpstr>Data Slides</vt:lpstr>
      <vt:lpstr>End Slides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Jenny Maria Gehrigk</dc:creator>
  <cp:lastModifiedBy>Leila Iñigo de la Cruz</cp:lastModifiedBy>
  <cp:revision>2</cp:revision>
  <dcterms:created xsi:type="dcterms:W3CDTF">2026-02-18T14:27:57Z</dcterms:created>
  <dcterms:modified xsi:type="dcterms:W3CDTF">2026-04-28T12:15:03Z</dcterms:modified>
</cp:coreProperties>
</file>