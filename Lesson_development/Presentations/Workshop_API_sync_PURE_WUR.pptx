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0"/>
  </p:notesMasterIdLst>
  <p:sldIdLst>
    <p:sldId id="264" r:id="rId3"/>
    <p:sldId id="311" r:id="rId4"/>
    <p:sldId id="321" r:id="rId5"/>
    <p:sldId id="267" r:id="rId6"/>
    <p:sldId id="270" r:id="rId7"/>
    <p:sldId id="324" r:id="rId8"/>
    <p:sldId id="268" r:id="rId9"/>
    <p:sldId id="269" r:id="rId10"/>
    <p:sldId id="271" r:id="rId11"/>
    <p:sldId id="272" r:id="rId12"/>
    <p:sldId id="325" r:id="rId13"/>
    <p:sldId id="326" r:id="rId14"/>
    <p:sldId id="327" r:id="rId15"/>
    <p:sldId id="328" r:id="rId16"/>
    <p:sldId id="322" r:id="rId17"/>
    <p:sldId id="323" r:id="rId18"/>
    <p:sldId id="319" r:id="rId19"/>
  </p:sldIdLst>
  <p:sldSz cx="12192000" cy="6858000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Quattrocento Sans" panose="020B0502050000020003" pitchFamily="34" charset="0"/>
      <p:regular r:id="rId25"/>
      <p:bold r:id="rId26"/>
      <p:italic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Space Grotesk" panose="020B060402020202020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42" dt="2026-04-28T11:18:17.7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151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modSld">
      <pc:chgData name="Leila Iñigo de la Cruz" userId="fae4ed0d-52e1-4e8b-ac73-77e0b7235c9a" providerId="ADAL" clId="{1E9E03C1-E5D4-4BEC-8EBD-C4DD5262B379}" dt="2026-04-28T11:28:52.698" v="538" actId="1076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addSp delSp modSp mod">
        <pc:chgData name="Leila Iñigo de la Cruz" userId="fae4ed0d-52e1-4e8b-ac73-77e0b7235c9a" providerId="ADAL" clId="{1E9E03C1-E5D4-4BEC-8EBD-C4DD5262B379}" dt="2026-04-28T11:28:52.698" v="538" actId="1076"/>
        <pc:sldMkLst>
          <pc:docMk/>
          <pc:sldMk cId="0" sldId="311"/>
        </pc:sldMkLst>
        <pc:spChg chg="add mod">
          <ac:chgData name="Leila Iñigo de la Cruz" userId="fae4ed0d-52e1-4e8b-ac73-77e0b7235c9a" providerId="ADAL" clId="{1E9E03C1-E5D4-4BEC-8EBD-C4DD5262B379}" dt="2026-04-28T11:00:40.945" v="278" actId="1076"/>
          <ac:spMkLst>
            <pc:docMk/>
            <pc:sldMk cId="0" sldId="311"/>
            <ac:spMk id="2" creationId="{5D142080-1110-B053-BD84-F2ED61F1F344}"/>
          </ac:spMkLst>
        </pc:spChg>
        <pc:spChg chg="mod">
          <ac:chgData name="Leila Iñigo de la Cruz" userId="fae4ed0d-52e1-4e8b-ac73-77e0b7235c9a" providerId="ADAL" clId="{1E9E03C1-E5D4-4BEC-8EBD-C4DD5262B379}" dt="2026-04-28T10:57:32.489" v="126" actId="20577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mod">
          <ac:chgData name="Leila Iñigo de la Cruz" userId="fae4ed0d-52e1-4e8b-ac73-77e0b7235c9a" providerId="ADAL" clId="{1E9E03C1-E5D4-4BEC-8EBD-C4DD5262B379}" dt="2026-04-28T11:00:39.186" v="277" actId="1076"/>
          <ac:spMkLst>
            <pc:docMk/>
            <pc:sldMk cId="0" sldId="311"/>
            <ac:spMk id="6" creationId="{B888C2FA-9BB9-DAAE-1FC6-B0D20382C864}"/>
          </ac:spMkLst>
        </pc:spChg>
        <pc:spChg chg="add mod">
          <ac:chgData name="Leila Iñigo de la Cruz" userId="fae4ed0d-52e1-4e8b-ac73-77e0b7235c9a" providerId="ADAL" clId="{1E9E03C1-E5D4-4BEC-8EBD-C4DD5262B379}" dt="2026-04-28T11:03:48.039" v="386" actId="1076"/>
          <ac:spMkLst>
            <pc:docMk/>
            <pc:sldMk cId="0" sldId="311"/>
            <ac:spMk id="7" creationId="{39CF951D-FEC3-73EF-1529-D39F5758EF52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mod">
          <ac:chgData name="Leila Iñigo de la Cruz" userId="fae4ed0d-52e1-4e8b-ac73-77e0b7235c9a" providerId="ADAL" clId="{1E9E03C1-E5D4-4BEC-8EBD-C4DD5262B379}" dt="2026-04-28T11:28:52.698" v="538" actId="1076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mod">
          <ac:chgData name="Leila Iñigo de la Cruz" userId="fae4ed0d-52e1-4e8b-ac73-77e0b7235c9a" providerId="ADAL" clId="{1E9E03C1-E5D4-4BEC-8EBD-C4DD5262B379}" dt="2026-04-28T11:06:52.711" v="463" actId="1076"/>
          <ac:spMkLst>
            <pc:docMk/>
            <pc:sldMk cId="0" sldId="311"/>
            <ac:spMk id="21" creationId="{7CDB3E33-AAC8-9C72-EC40-E2CA6F2E8879}"/>
          </ac:spMkLst>
        </pc:spChg>
        <pc:spChg chg="add mod">
          <ac:chgData name="Leila Iñigo de la Cruz" userId="fae4ed0d-52e1-4e8b-ac73-77e0b7235c9a" providerId="ADAL" clId="{1E9E03C1-E5D4-4BEC-8EBD-C4DD5262B379}" dt="2026-04-28T11:18:40.499" v="533" actId="1076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8T11:05:57.785" v="444" actId="555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1:18:48.093" v="536" actId="14100"/>
          <ac:spMkLst>
            <pc:docMk/>
            <pc:sldMk cId="0" sldId="311"/>
            <ac:spMk id="1307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mod">
          <ac:chgData name="Leila Iñigo de la Cruz" userId="fae4ed0d-52e1-4e8b-ac73-77e0b7235c9a" providerId="ADAL" clId="{1E9E03C1-E5D4-4BEC-8EBD-C4DD5262B379}" dt="2026-04-28T11:08:00.359" v="476" actId="14100"/>
          <ac:cxnSpMkLst>
            <pc:docMk/>
            <pc:sldMk cId="0" sldId="311"/>
            <ac:cxnSpMk id="23" creationId="{A3CAD46D-A8E3-8B7B-E716-474C785534B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84815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4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u3ydfdkaczsgm3u7mbx2q.streamlit.app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9lscwwsuhw2dkugffukt2t.streamlit.app/" TargetMode="External"/><Relationship Id="rId4" Type="http://schemas.openxmlformats.org/officeDocument/2006/relationships/hyperlink" Target="https://share.streamlit.io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/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/>
          <p:cNvSpPr txBox="1">
            <a:spLocks noGrp="1"/>
          </p:cNvSpPr>
          <p:nvPr>
            <p:ph type="body" idx="5"/>
          </p:nvPr>
        </p:nvSpPr>
        <p:spPr>
          <a:xfrm>
            <a:off x="120563" y="3596632"/>
            <a:ext cx="1975866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</a:t>
            </a:r>
            <a:endParaRPr lang="nl-NL" sz="1800" dirty="0"/>
          </a:p>
        </p:txBody>
      </p:sp>
      <p:sp>
        <p:nvSpPr>
          <p:cNvPr id="1308" name="Google Shape;1308;p56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 </a:t>
            </a:r>
            <a:endParaRPr lang="nl-NL" sz="1800" dirty="0"/>
          </a:p>
        </p:txBody>
      </p:sp>
      <p:sp>
        <p:nvSpPr>
          <p:cNvPr id="1309" name="Google Shape;1309;p56"/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EBB7423-D25B-279C-C48D-B64511B9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7818" y="392887"/>
            <a:ext cx="6454912" cy="1900853"/>
          </a:xfrm>
        </p:spPr>
        <p:txBody>
          <a:bodyPr/>
          <a:lstStyle/>
          <a:p>
            <a:pPr algn="ctr"/>
            <a:r>
              <a:rPr lang="en-US" sz="4800" dirty="0">
                <a:latin typeface="+mj-lt"/>
              </a:rPr>
              <a:t>Goals</a:t>
            </a:r>
            <a:endParaRPr lang="nl-NL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42080-1110-B053-BD84-F2ED61F1F344}"/>
              </a:ext>
            </a:extLst>
          </p:cNvPr>
          <p:cNvSpPr txBox="1"/>
          <p:nvPr/>
        </p:nvSpPr>
        <p:spPr>
          <a:xfrm>
            <a:off x="552335" y="1666077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88C2FA-9BB9-DAAE-1FC6-B0D20382C864}"/>
              </a:ext>
            </a:extLst>
          </p:cNvPr>
          <p:cNvSpPr txBox="1"/>
          <p:nvPr/>
        </p:nvSpPr>
        <p:spPr>
          <a:xfrm>
            <a:off x="552335" y="2433200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F951D-FEC3-73EF-1529-D39F5758EF52}"/>
              </a:ext>
            </a:extLst>
          </p:cNvPr>
          <p:cNvSpPr txBox="1"/>
          <p:nvPr/>
        </p:nvSpPr>
        <p:spPr>
          <a:xfrm>
            <a:off x="4875709" y="2327240"/>
            <a:ext cx="2833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339CA48-E70A-D425-D6AE-0E395EE728D0}"/>
              </a:ext>
            </a:extLst>
          </p:cNvPr>
          <p:cNvSpPr txBox="1">
            <a:spLocks/>
          </p:cNvSpPr>
          <p:nvPr/>
        </p:nvSpPr>
        <p:spPr>
          <a:xfrm>
            <a:off x="537533" y="5265436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7CDB3E33-AAC8-9C72-EC40-E2CA6F2E8879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3CAD46D-A8E3-8B7B-E716-474C785534BC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1305;p56">
            <a:extLst>
              <a:ext uri="{FF2B5EF4-FFF2-40B4-BE49-F238E27FC236}">
                <a16:creationId xmlns:a16="http://schemas.microsoft.com/office/drawing/2014/main" id="{A14DE39B-624F-DCC7-F8FD-19CE6FB80B44}"/>
              </a:ext>
            </a:extLst>
          </p:cNvPr>
          <p:cNvSpPr txBox="1">
            <a:spLocks/>
          </p:cNvSpPr>
          <p:nvPr/>
        </p:nvSpPr>
        <p:spPr>
          <a:xfrm>
            <a:off x="1842471" y="3677931"/>
            <a:ext cx="2757273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sz="1800" dirty="0"/>
              <a:t>Databases reconciliation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4018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ACFCB-1C56-4776-38BB-144D8D307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9728"/>
              </p:ext>
            </p:extLst>
          </p:nvPr>
        </p:nvGraphicFramePr>
        <p:xfrm>
          <a:off x="4276567" y="219955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9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09733-437E-659C-5078-88028D92A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584906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1" i="0" u="none" strike="noStrike" cap="none" dirty="0">
                          <a:solidFill>
                            <a:schemeClr val="bg2">
                              <a:lumMod val="9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8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6102-D7A2-935A-73D6-C3D4A9D04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299EE-5DA1-5872-D943-AA6DD5F1A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Exercises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2B8C4-5BF4-574F-1B67-8EF69F976E8F}"/>
              </a:ext>
            </a:extLst>
          </p:cNvPr>
          <p:cNvSpPr txBox="1"/>
          <p:nvPr/>
        </p:nvSpPr>
        <p:spPr>
          <a:xfrm>
            <a:off x="4409689" y="1873406"/>
            <a:ext cx="717890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Modify the minimal dashboard script so that the dashboard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only displays datasets published after 2020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(Data filtering)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2.   Allow users to search datasets by title. Add a search box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so, </a:t>
            </a: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users can filter datasets containing a word in the title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(UI widgets)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3. Add a chart showing the number of datasets per institution. (Aggregation and visualization)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endParaRPr lang="nl-NL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59BCE-9198-41D3-78D3-B97E3660D43E}"/>
              </a:ext>
            </a:extLst>
          </p:cNvPr>
          <p:cNvSpPr txBox="1"/>
          <p:nvPr/>
        </p:nvSpPr>
        <p:spPr>
          <a:xfrm>
            <a:off x="3964258" y="6341698"/>
            <a:ext cx="4443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chemeClr val="bg2">
                    <a:lumMod val="65000"/>
                  </a:schemeClr>
                </a:solidFill>
                <a:hlinkClick r:id="rId3"/>
              </a:rPr>
              <a:t>https://mu3ydfdkaczsgm3u7mbx2q.streamlit.app/</a:t>
            </a:r>
            <a:endParaRPr lang="nl-NL" b="1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254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2342A-6B9F-2524-C8CF-6F6B1EC3D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C866E9-DCD4-CE62-E394-E4AD1EA7D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576707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09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780585" y="6191462"/>
            <a:ext cx="3869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https://9lscwwsuhw2dkugffukt2t.streamlit.app/</a:t>
            </a:r>
            <a:endParaRPr lang="nl-NL" sz="12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-1063640" y="5113889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176E5-E8C2-BEDC-CFDA-FABE6F2E1D08}"/>
              </a:ext>
            </a:extLst>
          </p:cNvPr>
          <p:cNvSpPr txBox="1"/>
          <p:nvPr/>
        </p:nvSpPr>
        <p:spPr>
          <a:xfrm>
            <a:off x="611852" y="1627565"/>
            <a:ext cx="65261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APIs enable automated data access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Python transform API data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turns scripts into dashboards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Github+Streamlit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deploy apps (live web app)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162B2-AD08-05E7-E095-5C2B2098D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126" y="4288972"/>
            <a:ext cx="2425337" cy="242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1132</Words>
  <Application>Microsoft Office PowerPoint</Application>
  <PresentationFormat>Widescreen</PresentationFormat>
  <Paragraphs>234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Consolas</vt:lpstr>
      <vt:lpstr>Quattrocento Sans</vt:lpstr>
      <vt:lpstr>Space Grotesk</vt:lpstr>
      <vt:lpstr>Caveat</vt:lpstr>
      <vt:lpstr>Roboto Medium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2026-04-28T11:29:00Z</dcterms:modified>
</cp:coreProperties>
</file>