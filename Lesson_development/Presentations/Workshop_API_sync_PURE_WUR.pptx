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  <p:sldMasterId id="2147483713" r:id="rId2"/>
  </p:sldMasterIdLst>
  <p:notesMasterIdLst>
    <p:notesMasterId r:id="rId21"/>
  </p:notesMasterIdLst>
  <p:sldIdLst>
    <p:sldId id="264" r:id="rId3"/>
    <p:sldId id="311" r:id="rId4"/>
    <p:sldId id="330" r:id="rId5"/>
    <p:sldId id="321" r:id="rId6"/>
    <p:sldId id="267" r:id="rId7"/>
    <p:sldId id="270" r:id="rId8"/>
    <p:sldId id="324" r:id="rId9"/>
    <p:sldId id="268" r:id="rId10"/>
    <p:sldId id="269" r:id="rId11"/>
    <p:sldId id="271" r:id="rId12"/>
    <p:sldId id="272" r:id="rId13"/>
    <p:sldId id="325" r:id="rId14"/>
    <p:sldId id="326" r:id="rId15"/>
    <p:sldId id="327" r:id="rId16"/>
    <p:sldId id="328" r:id="rId17"/>
    <p:sldId id="322" r:id="rId18"/>
    <p:sldId id="323" r:id="rId19"/>
    <p:sldId id="319" r:id="rId20"/>
  </p:sldIdLst>
  <p:sldSz cx="12192000" cy="6858000"/>
  <p:notesSz cx="6858000" cy="9144000"/>
  <p:embeddedFontLst>
    <p:embeddedFont>
      <p:font typeface="Consolas" panose="020B0609020204030204" pitchFamily="49" charset="0"/>
      <p:regular r:id="rId22"/>
      <p:bold r:id="rId23"/>
      <p:italic r:id="rId24"/>
      <p:boldItalic r:id="rId25"/>
    </p:embeddedFont>
    <p:embeddedFont>
      <p:font typeface="Quattrocento Sans" panose="020B0502050000020003" pitchFamily="34" charset="0"/>
      <p:regular r:id="rId26"/>
      <p:bold r:id="rId27"/>
      <p:italic r:id="rId28"/>
      <p:boldItalic r:id="rId29"/>
    </p:embeddedFont>
    <p:embeddedFont>
      <p:font typeface="Roboto Medium" panose="02000000000000000000" pitchFamily="2" charset="0"/>
      <p:regular r:id="rId30"/>
      <p:italic r:id="rId31"/>
    </p:embeddedFont>
    <p:embeddedFont>
      <p:font typeface="Space Grotesk" panose="020B0604020202020204" charset="0"/>
      <p:regular r:id="rId32"/>
      <p:bold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9" roundtripDataSignature="AMtx7mgeiUcTatGwSMvi7cAWrWQIkhdq2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D8C641-B0B6-4DD3-B30D-9B00720DBE87}" v="45" dt="2026-04-28T11:57:24.9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845" autoAdjust="0"/>
  </p:normalViewPr>
  <p:slideViewPr>
    <p:cSldViewPr snapToGrid="0">
      <p:cViewPr varScale="1">
        <p:scale>
          <a:sx n="86" d="100"/>
          <a:sy n="86" d="100"/>
        </p:scale>
        <p:origin x="6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5.fntdata"/><Relationship Id="rId21" Type="http://schemas.openxmlformats.org/officeDocument/2006/relationships/notesMaster" Target="notesMasters/notesMaster1.xml"/><Relationship Id="rId84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8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79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82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0.fntdata"/><Relationship Id="rId8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8" Type="http://schemas.openxmlformats.org/officeDocument/2006/relationships/slide" Target="slides/slide6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ila Iñigo de la Cruz" userId="fae4ed0d-52e1-4e8b-ac73-77e0b7235c9a" providerId="ADAL" clId="{1E9E03C1-E5D4-4BEC-8EBD-C4DD5262B379}"/>
    <pc:docChg chg="undo custSel addSld delSld modSld sldOrd">
      <pc:chgData name="Leila Iñigo de la Cruz" userId="fae4ed0d-52e1-4e8b-ac73-77e0b7235c9a" providerId="ADAL" clId="{1E9E03C1-E5D4-4BEC-8EBD-C4DD5262B379}" dt="2026-04-28T11:59:29.725" v="627" actId="14100"/>
      <pc:docMkLst>
        <pc:docMk/>
      </pc:docMkLst>
      <pc:sldChg chg="modSp mod modAnim">
        <pc:chgData name="Leila Iñigo de la Cruz" userId="fae4ed0d-52e1-4e8b-ac73-77e0b7235c9a" providerId="ADAL" clId="{1E9E03C1-E5D4-4BEC-8EBD-C4DD5262B379}" dt="2026-04-28T10:57:00.882" v="121" actId="20577"/>
        <pc:sldMkLst>
          <pc:docMk/>
          <pc:sldMk cId="0" sldId="264"/>
        </pc:sldMkLst>
        <pc:spChg chg="mod">
          <ac:chgData name="Leila Iñigo de la Cruz" userId="fae4ed0d-52e1-4e8b-ac73-77e0b7235c9a" providerId="ADAL" clId="{1E9E03C1-E5D4-4BEC-8EBD-C4DD5262B379}" dt="2026-04-28T10:55:54.618" v="86" actId="20577"/>
          <ac:spMkLst>
            <pc:docMk/>
            <pc:sldMk cId="0" sldId="264"/>
            <ac:spMk id="2" creationId="{6D06F429-B78C-19A0-6B13-5B6C4D4D9216}"/>
          </ac:spMkLst>
        </pc:spChg>
        <pc:spChg chg="mod">
          <ac:chgData name="Leila Iñigo de la Cruz" userId="fae4ed0d-52e1-4e8b-ac73-77e0b7235c9a" providerId="ADAL" clId="{1E9E03C1-E5D4-4BEC-8EBD-C4DD5262B379}" dt="2026-04-28T10:57:00.882" v="121" actId="20577"/>
          <ac:spMkLst>
            <pc:docMk/>
            <pc:sldMk cId="0" sldId="264"/>
            <ac:spMk id="3" creationId="{7EDC426D-6B61-3B8B-C130-37C001CBE798}"/>
          </ac:spMkLst>
        </pc:spChg>
      </pc:sldChg>
      <pc:sldChg chg="addSp delSp modSp mod">
        <pc:chgData name="Leila Iñigo de la Cruz" userId="fae4ed0d-52e1-4e8b-ac73-77e0b7235c9a" providerId="ADAL" clId="{1E9E03C1-E5D4-4BEC-8EBD-C4DD5262B379}" dt="2026-04-28T11:28:52.698" v="538" actId="1076"/>
        <pc:sldMkLst>
          <pc:docMk/>
          <pc:sldMk cId="0" sldId="311"/>
        </pc:sldMkLst>
        <pc:spChg chg="add mod">
          <ac:chgData name="Leila Iñigo de la Cruz" userId="fae4ed0d-52e1-4e8b-ac73-77e0b7235c9a" providerId="ADAL" clId="{1E9E03C1-E5D4-4BEC-8EBD-C4DD5262B379}" dt="2026-04-28T11:00:40.945" v="278" actId="1076"/>
          <ac:spMkLst>
            <pc:docMk/>
            <pc:sldMk cId="0" sldId="311"/>
            <ac:spMk id="2" creationId="{5D142080-1110-B053-BD84-F2ED61F1F344}"/>
          </ac:spMkLst>
        </pc:spChg>
        <pc:spChg chg="mod">
          <ac:chgData name="Leila Iñigo de la Cruz" userId="fae4ed0d-52e1-4e8b-ac73-77e0b7235c9a" providerId="ADAL" clId="{1E9E03C1-E5D4-4BEC-8EBD-C4DD5262B379}" dt="2026-04-28T10:57:32.489" v="126" actId="20577"/>
          <ac:spMkLst>
            <pc:docMk/>
            <pc:sldMk cId="0" sldId="311"/>
            <ac:spMk id="4" creationId="{8EBB7423-D25B-279C-C48D-B64511B91EDB}"/>
          </ac:spMkLst>
        </pc:spChg>
        <pc:spChg chg="add del mod">
          <ac:chgData name="Leila Iñigo de la Cruz" userId="fae4ed0d-52e1-4e8b-ac73-77e0b7235c9a" providerId="ADAL" clId="{1E9E03C1-E5D4-4BEC-8EBD-C4DD5262B379}" dt="2026-04-28T10:59:54.665" v="253" actId="478"/>
          <ac:spMkLst>
            <pc:docMk/>
            <pc:sldMk cId="0" sldId="311"/>
            <ac:spMk id="5" creationId="{BC0EB3CA-9BBB-A86F-8081-98CF81E25BDF}"/>
          </ac:spMkLst>
        </pc:spChg>
        <pc:spChg chg="add mod">
          <ac:chgData name="Leila Iñigo de la Cruz" userId="fae4ed0d-52e1-4e8b-ac73-77e0b7235c9a" providerId="ADAL" clId="{1E9E03C1-E5D4-4BEC-8EBD-C4DD5262B379}" dt="2026-04-28T11:00:39.186" v="277" actId="1076"/>
          <ac:spMkLst>
            <pc:docMk/>
            <pc:sldMk cId="0" sldId="311"/>
            <ac:spMk id="6" creationId="{B888C2FA-9BB9-DAAE-1FC6-B0D20382C864}"/>
          </ac:spMkLst>
        </pc:spChg>
        <pc:spChg chg="add mod">
          <ac:chgData name="Leila Iñigo de la Cruz" userId="fae4ed0d-52e1-4e8b-ac73-77e0b7235c9a" providerId="ADAL" clId="{1E9E03C1-E5D4-4BEC-8EBD-C4DD5262B379}" dt="2026-04-28T11:03:48.039" v="386" actId="1076"/>
          <ac:spMkLst>
            <pc:docMk/>
            <pc:sldMk cId="0" sldId="311"/>
            <ac:spMk id="7" creationId="{39CF951D-FEC3-73EF-1529-D39F5758EF52}"/>
          </ac:spMkLst>
        </pc:spChg>
        <pc:spChg chg="add del mod">
          <ac:chgData name="Leila Iñigo de la Cruz" userId="fae4ed0d-52e1-4e8b-ac73-77e0b7235c9a" providerId="ADAL" clId="{1E9E03C1-E5D4-4BEC-8EBD-C4DD5262B379}" dt="2026-04-28T11:00:59.800" v="282" actId="478"/>
          <ac:spMkLst>
            <pc:docMk/>
            <pc:sldMk cId="0" sldId="311"/>
            <ac:spMk id="9" creationId="{99C0CAEB-3AC2-9F01-3422-70B33A96766D}"/>
          </ac:spMkLst>
        </pc:spChg>
        <pc:spChg chg="add mod">
          <ac:chgData name="Leila Iñigo de la Cruz" userId="fae4ed0d-52e1-4e8b-ac73-77e0b7235c9a" providerId="ADAL" clId="{1E9E03C1-E5D4-4BEC-8EBD-C4DD5262B379}" dt="2026-04-28T11:28:52.698" v="538" actId="1076"/>
          <ac:spMkLst>
            <pc:docMk/>
            <pc:sldMk cId="0" sldId="311"/>
            <ac:spMk id="10" creationId="{D339CA48-E70A-D425-D6AE-0E395EE728D0}"/>
          </ac:spMkLst>
        </pc:spChg>
        <pc:spChg chg="add del mod">
          <ac:chgData name="Leila Iñigo de la Cruz" userId="fae4ed0d-52e1-4e8b-ac73-77e0b7235c9a" providerId="ADAL" clId="{1E9E03C1-E5D4-4BEC-8EBD-C4DD5262B379}" dt="2026-04-28T11:04:00.567" v="389" actId="478"/>
          <ac:spMkLst>
            <pc:docMk/>
            <pc:sldMk cId="0" sldId="311"/>
            <ac:spMk id="12" creationId="{0499524B-A2A1-F4CA-730E-A288D99D5F15}"/>
          </ac:spMkLst>
        </pc:spChg>
        <pc:spChg chg="add del mod">
          <ac:chgData name="Leila Iñigo de la Cruz" userId="fae4ed0d-52e1-4e8b-ac73-77e0b7235c9a" providerId="ADAL" clId="{1E9E03C1-E5D4-4BEC-8EBD-C4DD5262B379}" dt="2026-04-28T11:04:06.144" v="391" actId="478"/>
          <ac:spMkLst>
            <pc:docMk/>
            <pc:sldMk cId="0" sldId="311"/>
            <ac:spMk id="14" creationId="{42A74557-E570-3303-91AE-D64D14E0688F}"/>
          </ac:spMkLst>
        </pc:spChg>
        <pc:spChg chg="add del mod">
          <ac:chgData name="Leila Iñigo de la Cruz" userId="fae4ed0d-52e1-4e8b-ac73-77e0b7235c9a" providerId="ADAL" clId="{1E9E03C1-E5D4-4BEC-8EBD-C4DD5262B379}" dt="2026-04-28T11:05:28.426" v="420" actId="478"/>
          <ac:spMkLst>
            <pc:docMk/>
            <pc:sldMk cId="0" sldId="311"/>
            <ac:spMk id="16" creationId="{13A74E1D-CB97-D074-48C4-5768C2A99F35}"/>
          </ac:spMkLst>
        </pc:spChg>
        <pc:spChg chg="add del mod">
          <ac:chgData name="Leila Iñigo de la Cruz" userId="fae4ed0d-52e1-4e8b-ac73-77e0b7235c9a" providerId="ADAL" clId="{1E9E03C1-E5D4-4BEC-8EBD-C4DD5262B379}" dt="2026-04-28T11:06:02.024" v="446" actId="478"/>
          <ac:spMkLst>
            <pc:docMk/>
            <pc:sldMk cId="0" sldId="311"/>
            <ac:spMk id="18" creationId="{4FA059B3-42A4-7589-3753-477F1A72AD26}"/>
          </ac:spMkLst>
        </pc:spChg>
        <pc:spChg chg="add del mod">
          <ac:chgData name="Leila Iñigo de la Cruz" userId="fae4ed0d-52e1-4e8b-ac73-77e0b7235c9a" providerId="ADAL" clId="{1E9E03C1-E5D4-4BEC-8EBD-C4DD5262B379}" dt="2026-04-28T11:06:04.281" v="447" actId="478"/>
          <ac:spMkLst>
            <pc:docMk/>
            <pc:sldMk cId="0" sldId="311"/>
            <ac:spMk id="20" creationId="{F24CFF91-918B-F3AB-072B-6F6B2E951D24}"/>
          </ac:spMkLst>
        </pc:spChg>
        <pc:spChg chg="add mod">
          <ac:chgData name="Leila Iñigo de la Cruz" userId="fae4ed0d-52e1-4e8b-ac73-77e0b7235c9a" providerId="ADAL" clId="{1E9E03C1-E5D4-4BEC-8EBD-C4DD5262B379}" dt="2026-04-28T11:06:52.711" v="463" actId="1076"/>
          <ac:spMkLst>
            <pc:docMk/>
            <pc:sldMk cId="0" sldId="311"/>
            <ac:spMk id="21" creationId="{7CDB3E33-AAC8-9C72-EC40-E2CA6F2E8879}"/>
          </ac:spMkLst>
        </pc:spChg>
        <pc:spChg chg="add mod">
          <ac:chgData name="Leila Iñigo de la Cruz" userId="fae4ed0d-52e1-4e8b-ac73-77e0b7235c9a" providerId="ADAL" clId="{1E9E03C1-E5D4-4BEC-8EBD-C4DD5262B379}" dt="2026-04-28T11:18:40.499" v="533" actId="1076"/>
          <ac:spMkLst>
            <pc:docMk/>
            <pc:sldMk cId="0" sldId="311"/>
            <ac:spMk id="27" creationId="{A14DE39B-624F-DCC7-F8FD-19CE6FB80B44}"/>
          </ac:spMkLst>
        </pc:spChg>
        <pc:spChg chg="del mod">
          <ac:chgData name="Leila Iñigo de la Cruz" userId="fae4ed0d-52e1-4e8b-ac73-77e0b7235c9a" providerId="ADAL" clId="{1E9E03C1-E5D4-4BEC-8EBD-C4DD5262B379}" dt="2026-04-28T10:59:50.643" v="252" actId="478"/>
          <ac:spMkLst>
            <pc:docMk/>
            <pc:sldMk cId="0" sldId="311"/>
            <ac:spMk id="1304" creationId="{00000000-0000-0000-0000-000000000000}"/>
          </ac:spMkLst>
        </pc:spChg>
        <pc:spChg chg="add del mod">
          <ac:chgData name="Leila Iñigo de la Cruz" userId="fae4ed0d-52e1-4e8b-ac73-77e0b7235c9a" providerId="ADAL" clId="{1E9E03C1-E5D4-4BEC-8EBD-C4DD5262B379}" dt="2026-04-28T11:05:57.785" v="444" actId="555"/>
          <ac:spMkLst>
            <pc:docMk/>
            <pc:sldMk cId="0" sldId="311"/>
            <ac:spMk id="1305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41.868" v="393" actId="478"/>
          <ac:spMkLst>
            <pc:docMk/>
            <pc:sldMk cId="0" sldId="311"/>
            <ac:spMk id="1306" creationId="{00000000-0000-0000-0000-000000000000}"/>
          </ac:spMkLst>
        </pc:spChg>
        <pc:spChg chg="mod">
          <ac:chgData name="Leila Iñigo de la Cruz" userId="fae4ed0d-52e1-4e8b-ac73-77e0b7235c9a" providerId="ADAL" clId="{1E9E03C1-E5D4-4BEC-8EBD-C4DD5262B379}" dt="2026-04-28T11:18:48.093" v="536" actId="14100"/>
          <ac:spMkLst>
            <pc:docMk/>
            <pc:sldMk cId="0" sldId="311"/>
            <ac:spMk id="1307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3:57.531" v="388" actId="478"/>
          <ac:spMkLst>
            <pc:docMk/>
            <pc:sldMk cId="0" sldId="311"/>
            <ac:spMk id="1310" creationId="{00000000-0000-0000-0000-000000000000}"/>
          </ac:spMkLst>
        </pc:spChg>
        <pc:spChg chg="del">
          <ac:chgData name="Leila Iñigo de la Cruz" userId="fae4ed0d-52e1-4e8b-ac73-77e0b7235c9a" providerId="ADAL" clId="{1E9E03C1-E5D4-4BEC-8EBD-C4DD5262B379}" dt="2026-04-28T11:04:03.458" v="390" actId="478"/>
          <ac:spMkLst>
            <pc:docMk/>
            <pc:sldMk cId="0" sldId="311"/>
            <ac:spMk id="1311" creationId="{00000000-0000-0000-0000-000000000000}"/>
          </ac:spMkLst>
        </pc:spChg>
        <pc:cxnChg chg="add mod">
          <ac:chgData name="Leila Iñigo de la Cruz" userId="fae4ed0d-52e1-4e8b-ac73-77e0b7235c9a" providerId="ADAL" clId="{1E9E03C1-E5D4-4BEC-8EBD-C4DD5262B379}" dt="2026-04-28T11:08:00.359" v="476" actId="14100"/>
          <ac:cxnSpMkLst>
            <pc:docMk/>
            <pc:sldMk cId="0" sldId="311"/>
            <ac:cxnSpMk id="23" creationId="{A3CAD46D-A8E3-8B7B-E716-474C785534BC}"/>
          </ac:cxnSpMkLst>
        </pc:cxnChg>
      </pc:sldChg>
      <pc:sldChg chg="new del">
        <pc:chgData name="Leila Iñigo de la Cruz" userId="fae4ed0d-52e1-4e8b-ac73-77e0b7235c9a" providerId="ADAL" clId="{1E9E03C1-E5D4-4BEC-8EBD-C4DD5262B379}" dt="2026-04-28T11:46:50.962" v="540" actId="47"/>
        <pc:sldMkLst>
          <pc:docMk/>
          <pc:sldMk cId="1290451744" sldId="329"/>
        </pc:sldMkLst>
      </pc:sldChg>
      <pc:sldChg chg="addSp delSp modSp add del mod">
        <pc:chgData name="Leila Iñigo de la Cruz" userId="fae4ed0d-52e1-4e8b-ac73-77e0b7235c9a" providerId="ADAL" clId="{1E9E03C1-E5D4-4BEC-8EBD-C4DD5262B379}" dt="2026-04-28T11:47:42.284" v="559" actId="47"/>
        <pc:sldMkLst>
          <pc:docMk/>
          <pc:sldMk cId="4094171868" sldId="329"/>
        </pc:sldMkLst>
        <pc:spChg chg="mod">
          <ac:chgData name="Leila Iñigo de la Cruz" userId="fae4ed0d-52e1-4e8b-ac73-77e0b7235c9a" providerId="ADAL" clId="{1E9E03C1-E5D4-4BEC-8EBD-C4DD5262B379}" dt="2026-04-28T11:47:26.046" v="553" actId="1076"/>
          <ac:spMkLst>
            <pc:docMk/>
            <pc:sldMk cId="4094171868" sldId="329"/>
            <ac:spMk id="2" creationId="{C250BA6A-7270-F833-ADCF-89A69194C72D}"/>
          </ac:spMkLst>
        </pc:spChg>
        <pc:spChg chg="mod">
          <ac:chgData name="Leila Iñigo de la Cruz" userId="fae4ed0d-52e1-4e8b-ac73-77e0b7235c9a" providerId="ADAL" clId="{1E9E03C1-E5D4-4BEC-8EBD-C4DD5262B379}" dt="2026-04-28T11:47:18.753" v="551" actId="20577"/>
          <ac:spMkLst>
            <pc:docMk/>
            <pc:sldMk cId="4094171868" sldId="329"/>
            <ac:spMk id="4" creationId="{4DD74F37-01F2-7DBA-9A80-A755DA35BE53}"/>
          </ac:spMkLst>
        </pc:spChg>
        <pc:spChg chg="add mod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5" creationId="{AFFDB3E7-5675-3A2C-AE08-D572C1BF390D}"/>
          </ac:spMkLst>
        </pc:spChg>
        <pc:spChg chg="del">
          <ac:chgData name="Leila Iñigo de la Cruz" userId="fae4ed0d-52e1-4e8b-ac73-77e0b7235c9a" providerId="ADAL" clId="{1E9E03C1-E5D4-4BEC-8EBD-C4DD5262B379}" dt="2026-04-28T11:47:23.790" v="552" actId="478"/>
          <ac:spMkLst>
            <pc:docMk/>
            <pc:sldMk cId="4094171868" sldId="329"/>
            <ac:spMk id="6" creationId="{5DCA741C-C96A-80C0-38AF-0C9E220A7B97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7" creationId="{A8912B38-82DF-F2D6-56A6-B2A82919EE52}"/>
          </ac:spMkLst>
        </pc:spChg>
        <pc:spChg chg="add mod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9" creationId="{EB447687-8246-DF2C-8FB8-E89992510CF5}"/>
          </ac:spMkLst>
        </pc:spChg>
        <pc:spChg chg="del">
          <ac:chgData name="Leila Iñigo de la Cruz" userId="fae4ed0d-52e1-4e8b-ac73-77e0b7235c9a" providerId="ADAL" clId="{1E9E03C1-E5D4-4BEC-8EBD-C4DD5262B379}" dt="2026-04-28T11:47:29.349" v="554" actId="478"/>
          <ac:spMkLst>
            <pc:docMk/>
            <pc:sldMk cId="4094171868" sldId="329"/>
            <ac:spMk id="1308" creationId="{23D53DAD-E7B6-7547-3829-C50A4BFD33FE}"/>
          </ac:spMkLst>
        </pc:spChg>
        <pc:spChg chg="del">
          <ac:chgData name="Leila Iñigo de la Cruz" userId="fae4ed0d-52e1-4e8b-ac73-77e0b7235c9a" providerId="ADAL" clId="{1E9E03C1-E5D4-4BEC-8EBD-C4DD5262B379}" dt="2026-04-28T11:47:31.989" v="555" actId="478"/>
          <ac:spMkLst>
            <pc:docMk/>
            <pc:sldMk cId="4094171868" sldId="329"/>
            <ac:spMk id="1309" creationId="{34138642-FFF5-5784-A258-CDBCB8522D08}"/>
          </ac:spMkLst>
        </pc:spChg>
      </pc:sldChg>
      <pc:sldChg chg="addSp delSp modSp add mod ord modClrScheme delAnim chgLayout">
        <pc:chgData name="Leila Iñigo de la Cruz" userId="fae4ed0d-52e1-4e8b-ac73-77e0b7235c9a" providerId="ADAL" clId="{1E9E03C1-E5D4-4BEC-8EBD-C4DD5262B379}" dt="2026-04-28T11:59:29.725" v="627" actId="14100"/>
        <pc:sldMkLst>
          <pc:docMk/>
          <pc:sldMk cId="466933251" sldId="330"/>
        </pc:sldMkLst>
        <pc:spChg chg="del">
          <ac:chgData name="Leila Iñigo de la Cruz" userId="fae4ed0d-52e1-4e8b-ac73-77e0b7235c9a" providerId="ADAL" clId="{1E9E03C1-E5D4-4BEC-8EBD-C4DD5262B379}" dt="2026-04-28T11:47:46.532" v="560" actId="478"/>
          <ac:spMkLst>
            <pc:docMk/>
            <pc:sldMk cId="466933251" sldId="330"/>
            <ac:spMk id="2" creationId="{5304645A-871E-92F4-7144-8DC455DAD6F6}"/>
          </ac:spMkLst>
        </pc:spChg>
        <pc:spChg chg="del">
          <ac:chgData name="Leila Iñigo de la Cruz" userId="fae4ed0d-52e1-4e8b-ac73-77e0b7235c9a" providerId="ADAL" clId="{1E9E03C1-E5D4-4BEC-8EBD-C4DD5262B379}" dt="2026-04-28T11:47:50.495" v="562" actId="478"/>
          <ac:spMkLst>
            <pc:docMk/>
            <pc:sldMk cId="466933251" sldId="330"/>
            <ac:spMk id="3" creationId="{B4C0FA0F-4CE7-A666-1EDC-ECDD276E10B7}"/>
          </ac:spMkLst>
        </pc:spChg>
        <pc:spChg chg="add mod ord">
          <ac:chgData name="Leila Iñigo de la Cruz" userId="fae4ed0d-52e1-4e8b-ac73-77e0b7235c9a" providerId="ADAL" clId="{1E9E03C1-E5D4-4BEC-8EBD-C4DD5262B379}" dt="2026-04-28T11:59:29.725" v="627" actId="14100"/>
          <ac:spMkLst>
            <pc:docMk/>
            <pc:sldMk cId="466933251" sldId="330"/>
            <ac:spMk id="5" creationId="{0DD56714-246F-47FE-8505-7E0EFE55D514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8" creationId="{56491F53-7549-D7EA-55E8-3AA054E3D6D0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9" creationId="{7989424E-FE61-DBEC-F5B5-1C7B674FE542}"/>
          </ac:spMkLst>
        </pc:spChg>
        <pc:spChg chg="add del mod ord">
          <ac:chgData name="Leila Iñigo de la Cruz" userId="fae4ed0d-52e1-4e8b-ac73-77e0b7235c9a" providerId="ADAL" clId="{1E9E03C1-E5D4-4BEC-8EBD-C4DD5262B379}" dt="2026-04-28T11:48:56.628" v="589" actId="700"/>
          <ac:spMkLst>
            <pc:docMk/>
            <pc:sldMk cId="466933251" sldId="330"/>
            <ac:spMk id="10" creationId="{C2F902BE-EA02-809A-20C6-EC9BCBF5A3F9}"/>
          </ac:spMkLst>
        </pc:spChg>
        <pc:picChg chg="add del mod">
          <ac:chgData name="Leila Iñigo de la Cruz" userId="fae4ed0d-52e1-4e8b-ac73-77e0b7235c9a" providerId="ADAL" clId="{1E9E03C1-E5D4-4BEC-8EBD-C4DD5262B379}" dt="2026-04-28T11:56:53.003" v="594" actId="478"/>
          <ac:picMkLst>
            <pc:docMk/>
            <pc:sldMk cId="466933251" sldId="330"/>
            <ac:picMk id="7" creationId="{A1933806-1098-96D7-6FD6-F3800EE8AB7C}"/>
          </ac:picMkLst>
        </pc:picChg>
        <pc:picChg chg="add del mod">
          <ac:chgData name="Leila Iñigo de la Cruz" userId="fae4ed0d-52e1-4e8b-ac73-77e0b7235c9a" providerId="ADAL" clId="{1E9E03C1-E5D4-4BEC-8EBD-C4DD5262B379}" dt="2026-04-28T11:57:24.894" v="598"/>
          <ac:picMkLst>
            <pc:docMk/>
            <pc:sldMk cId="466933251" sldId="330"/>
            <ac:picMk id="13" creationId="{F77E9ACD-3A78-D4D5-CDD0-A156E0726A6D}"/>
          </ac:picMkLst>
        </pc:picChg>
        <pc:picChg chg="add mod">
          <ac:chgData name="Leila Iñigo de la Cruz" userId="fae4ed0d-52e1-4e8b-ac73-77e0b7235c9a" providerId="ADAL" clId="{1E9E03C1-E5D4-4BEC-8EBD-C4DD5262B379}" dt="2026-04-28T11:59:23.973" v="616" actId="1076"/>
          <ac:picMkLst>
            <pc:docMk/>
            <pc:sldMk cId="466933251" sldId="330"/>
            <ac:picMk id="14" creationId="{486321D4-D0FB-3C9B-DE8A-CE432363434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p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1" name="Google Shape;1301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>
          <a:extLst>
            <a:ext uri="{FF2B5EF4-FFF2-40B4-BE49-F238E27FC236}">
              <a16:creationId xmlns:a16="http://schemas.microsoft.com/office/drawing/2014/main" id="{84705AA2-234F-7250-88F4-EE981A5D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9:notes">
            <a:extLst>
              <a:ext uri="{FF2B5EF4-FFF2-40B4-BE49-F238E27FC236}">
                <a16:creationId xmlns:a16="http://schemas.microsoft.com/office/drawing/2014/main" id="{F58C6F93-687D-BAB7-4141-C68FEE50B1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9:notes">
            <a:extLst>
              <a:ext uri="{FF2B5EF4-FFF2-40B4-BE49-F238E27FC236}">
                <a16:creationId xmlns:a16="http://schemas.microsoft.com/office/drawing/2014/main" id="{3199922C-F10E-123C-A865-5750A8E6AE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030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6FECABF0-D9BF-05DA-9FE4-11FD69DE7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DF3216BE-5457-F542-0489-E14A9D3320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364E7E4D-FC4B-D09E-DA04-31DC67FC91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57762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C25E577B-6A75-F08B-2D28-89AFD169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92722BD2-E6D6-E6AC-0EBF-D50335BAC6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1C89DF15-BF22-5541-E3D6-CD9B3A95F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763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An API is like a waiter in a restaurant.</a:t>
            </a:r>
            <a:br>
              <a:rPr lang="en-US" dirty="0"/>
            </a:br>
            <a:r>
              <a:rPr lang="en-US" dirty="0"/>
              <a:t>You don’t go into the kitchen and cook the meal yourself.</a:t>
            </a:r>
            <a:br>
              <a:rPr lang="en-US" dirty="0"/>
            </a:br>
            <a:r>
              <a:rPr lang="en-US" dirty="0"/>
              <a:t>You just place an order and hope the kitchen doesn’t return a </a:t>
            </a:r>
            <a:r>
              <a:rPr lang="en-US" i="1" dirty="0"/>
              <a:t>500 Internal Server Error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59545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1901759-7F0D-2A80-EFE1-F033F2E48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1ED2777D-5D02-28AB-BE56-E32D4BBA8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F899C7E-A8BF-F56C-D7BF-49B8A83952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14727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13E7B918-47BC-B053-51DC-E4DC0748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71FBBF76-C0DF-2B56-CDDE-8926BB8B92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60BC7842-7C59-6EDE-41E8-23A3B38C9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0054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8BF909F5-B407-8905-BB69-C80B9A7D5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61842F1D-CB43-E05C-F87F-CD2B35219E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BF3AD0FF-B8B2-240F-203F-46AB0CBC7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81881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AB2ACF9C-80F4-EFE8-87B0-8F9FAD4A8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299F85F9-89B3-ACC0-2E31-0A2909BD2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E425A3E5-31FC-3B04-02C0-D5673BBE98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91473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D4B25D26-69F3-5030-E349-F7047F080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724D713-1A94-A81F-40B0-C8EABAEA9C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00380775-181B-0C63-69C8-4A7CA7B9B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3912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lang="de-DE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84815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BAA5D870-F3E2-8538-3659-59EA7390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892DB036-F3B0-96F6-F454-F61CE124C6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C0A96D0D-7866-6704-F10A-EC3ED94C76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13099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>
          <a:extLst>
            <a:ext uri="{FF2B5EF4-FFF2-40B4-BE49-F238E27FC236}">
              <a16:creationId xmlns:a16="http://schemas.microsoft.com/office/drawing/2014/main" id="{45A54601-CF99-29BC-AFA9-721396A0A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7b42620c0_0_281:notes">
            <a:extLst>
              <a:ext uri="{FF2B5EF4-FFF2-40B4-BE49-F238E27FC236}">
                <a16:creationId xmlns:a16="http://schemas.microsoft.com/office/drawing/2014/main" id="{3BC92229-30A1-F7FA-FE6E-9E71633B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nl-NL"/>
          </a:p>
        </p:txBody>
      </p:sp>
      <p:sp>
        <p:nvSpPr>
          <p:cNvPr id="156" name="Google Shape;156;g347b42620c0_0_281:notes">
            <a:extLst>
              <a:ext uri="{FF2B5EF4-FFF2-40B4-BE49-F238E27FC236}">
                <a16:creationId xmlns:a16="http://schemas.microsoft.com/office/drawing/2014/main" id="{D72F2C0B-E730-EE9A-F1A9-4B6B1637C9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HTTP  - Hyper </a:t>
            </a:r>
            <a:r>
              <a:rPr lang="nl-NL" dirty="0" err="1"/>
              <a:t>text</a:t>
            </a:r>
            <a:r>
              <a:rPr lang="nl-NL" dirty="0"/>
              <a:t> transfer protocol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nl-NL" dirty="0"/>
              <a:t>JSON – Java Script Object </a:t>
            </a:r>
            <a:r>
              <a:rPr lang="nl-NL" dirty="0" err="1"/>
              <a:t>notation</a:t>
            </a:r>
            <a:r>
              <a:rPr lang="nl-NL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8569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6" name="Google Shape;1376;p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nl-NL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ta 05">
  <p:cSld name="Data 05">
    <p:bg>
      <p:bgPr>
        <a:solidFill>
          <a:schemeClr val="dk1"/>
        </a:solidFill>
        <a:effectLst/>
      </p:bgPr>
    </p:bg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125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25"/>
          <p:cNvSpPr txBox="1">
            <a:spLocks noGrp="1"/>
          </p:cNvSpPr>
          <p:nvPr>
            <p:ph type="body" idx="1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7" name="Google Shape;637;p125"/>
          <p:cNvSpPr/>
          <p:nvPr/>
        </p:nvSpPr>
        <p:spPr>
          <a:xfrm>
            <a:off x="106513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25"/>
          <p:cNvSpPr/>
          <p:nvPr/>
        </p:nvSpPr>
        <p:spPr>
          <a:xfrm>
            <a:off x="102386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125"/>
          <p:cNvSpPr/>
          <p:nvPr/>
        </p:nvSpPr>
        <p:spPr>
          <a:xfrm>
            <a:off x="4726744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25"/>
          <p:cNvSpPr/>
          <p:nvPr/>
        </p:nvSpPr>
        <p:spPr>
          <a:xfrm>
            <a:off x="4685469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25"/>
          <p:cNvSpPr/>
          <p:nvPr/>
        </p:nvSpPr>
        <p:spPr>
          <a:xfrm>
            <a:off x="8388349" y="3388544"/>
            <a:ext cx="80912" cy="8091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125"/>
          <p:cNvSpPr/>
          <p:nvPr/>
        </p:nvSpPr>
        <p:spPr>
          <a:xfrm>
            <a:off x="8347074" y="3350444"/>
            <a:ext cx="160411" cy="160411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43" name="Google Shape;643;p125"/>
          <p:cNvCxnSpPr>
            <a:stCxn id="638" idx="2"/>
          </p:cNvCxnSpPr>
          <p:nvPr/>
        </p:nvCxnSpPr>
        <p:spPr>
          <a:xfrm rot="10800000">
            <a:off x="249864" y="3429150"/>
            <a:ext cx="7740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4" name="Google Shape;644;p125"/>
          <p:cNvCxnSpPr>
            <a:stCxn id="640" idx="2"/>
          </p:cNvCxnSpPr>
          <p:nvPr/>
        </p:nvCxnSpPr>
        <p:spPr>
          <a:xfrm rot="10800000">
            <a:off x="1184169" y="3429150"/>
            <a:ext cx="3501300" cy="15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5" name="Google Shape;645;p125"/>
          <p:cNvCxnSpPr/>
          <p:nvPr/>
        </p:nvCxnSpPr>
        <p:spPr>
          <a:xfrm rot="10800000">
            <a:off x="4845880" y="3429000"/>
            <a:ext cx="3501194" cy="165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46" name="Google Shape;646;p125"/>
          <p:cNvCxnSpPr/>
          <p:nvPr/>
        </p:nvCxnSpPr>
        <p:spPr>
          <a:xfrm rot="10800000">
            <a:off x="8507485" y="3429000"/>
            <a:ext cx="3434716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47" name="Google Shape;647;p125"/>
          <p:cNvSpPr txBox="1">
            <a:spLocks noGrp="1"/>
          </p:cNvSpPr>
          <p:nvPr>
            <p:ph type="body" idx="2"/>
          </p:nvPr>
        </p:nvSpPr>
        <p:spPr>
          <a:xfrm>
            <a:off x="932425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8" name="Google Shape;648;p125"/>
          <p:cNvSpPr txBox="1">
            <a:spLocks noGrp="1"/>
          </p:cNvSpPr>
          <p:nvPr>
            <p:ph type="body" idx="3"/>
          </p:nvPr>
        </p:nvSpPr>
        <p:spPr>
          <a:xfrm>
            <a:off x="4599744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49" name="Google Shape;649;p125"/>
          <p:cNvSpPr txBox="1">
            <a:spLocks noGrp="1"/>
          </p:cNvSpPr>
          <p:nvPr>
            <p:ph type="body" idx="4"/>
          </p:nvPr>
        </p:nvSpPr>
        <p:spPr>
          <a:xfrm>
            <a:off x="8267063" y="2845869"/>
            <a:ext cx="2715650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0" name="Google Shape;650;p125"/>
          <p:cNvSpPr txBox="1">
            <a:spLocks noGrp="1"/>
          </p:cNvSpPr>
          <p:nvPr>
            <p:ph type="body" idx="5"/>
          </p:nvPr>
        </p:nvSpPr>
        <p:spPr>
          <a:xfrm>
            <a:off x="932426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1" name="Google Shape;651;p125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2" name="Google Shape;652;p125"/>
          <p:cNvSpPr txBox="1">
            <a:spLocks noGrp="1"/>
          </p:cNvSpPr>
          <p:nvPr>
            <p:ph type="body" idx="7"/>
          </p:nvPr>
        </p:nvSpPr>
        <p:spPr>
          <a:xfrm>
            <a:off x="8267062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3" name="Google Shape;653;p125"/>
          <p:cNvSpPr txBox="1">
            <a:spLocks noGrp="1"/>
          </p:cNvSpPr>
          <p:nvPr>
            <p:ph type="body" idx="8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54" name="Google Shape;654;p125"/>
          <p:cNvSpPr txBox="1">
            <a:spLocks noGrp="1"/>
          </p:cNvSpPr>
          <p:nvPr>
            <p:ph type="body" idx="9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d 04">
  <p:cSld name="1_End 0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135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726" name="Google Shape;726;p135"/>
          <p:cNvPicPr preferRelativeResize="0"/>
          <p:nvPr/>
        </p:nvPicPr>
        <p:blipFill rotWithShape="1">
          <a:blip r:embed="rId3">
            <a:alphaModFix/>
          </a:blip>
          <a:srcRect l="34687" r="-126"/>
          <a:stretch/>
        </p:blipFill>
        <p:spPr>
          <a:xfrm>
            <a:off x="253264" y="5803209"/>
            <a:ext cx="2076781" cy="84372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7" name="Google Shape;727;p1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89252" y="260626"/>
            <a:ext cx="752060" cy="752060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135"/>
          <p:cNvSpPr txBox="1"/>
          <p:nvPr/>
        </p:nvSpPr>
        <p:spPr>
          <a:xfrm>
            <a:off x="10932796" y="6344117"/>
            <a:ext cx="1173480" cy="327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927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97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rPr>
              <a:t>FIND OUT MORE AT DATA.4TU.NL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title"/>
          </p:nvPr>
        </p:nvSpPr>
        <p:spPr>
          <a:xfrm>
            <a:off x="659300" y="995600"/>
            <a:ext cx="10904000" cy="4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body" idx="1"/>
          </p:nvPr>
        </p:nvSpPr>
        <p:spPr>
          <a:xfrm>
            <a:off x="689033" y="2008467"/>
            <a:ext cx="10831200" cy="40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29100"/>
              </a:buClr>
              <a:buSzPts val="1000"/>
              <a:buChar char="⬥"/>
              <a:defRPr>
                <a:latin typeface="Arial"/>
                <a:ea typeface="Arial"/>
                <a:cs typeface="Arial"/>
                <a:sym typeface="Arial"/>
              </a:defRPr>
            </a:lvl1pPr>
            <a:lvl2pPr marL="914400" lvl="1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–"/>
              <a:defRPr/>
            </a:lvl2pPr>
            <a:lvl3pPr marL="1371600" lvl="2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⬩"/>
              <a:defRPr/>
            </a:lvl3pPr>
            <a:lvl4pPr marL="1828800" lvl="3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4pPr>
            <a:lvl5pPr marL="2286000" lvl="4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5pPr>
            <a:lvl6pPr marL="2743200" lvl="5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■"/>
              <a:defRPr/>
            </a:lvl6pPr>
            <a:lvl7pPr marL="3200400" lvl="6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●"/>
              <a:defRPr/>
            </a:lvl7pPr>
            <a:lvl8pPr marL="3657600" lvl="7" indent="-2921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F29100"/>
              </a:buClr>
              <a:buSzPts val="1000"/>
              <a:buChar char="○"/>
              <a:defRPr/>
            </a:lvl8pPr>
            <a:lvl9pPr marL="4114800" lvl="8" indent="-2921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29100"/>
              </a:buClr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 txBox="1">
            <a:spLocks noGrp="1"/>
          </p:cNvSpPr>
          <p:nvPr>
            <p:ph type="sldNum" idx="12"/>
          </p:nvPr>
        </p:nvSpPr>
        <p:spPr>
          <a:xfrm>
            <a:off x="11520233" y="377733"/>
            <a:ext cx="4684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6" name="Google Shape;96;p15"/>
          <p:cNvSpPr txBox="1">
            <a:spLocks noGrp="1"/>
          </p:cNvSpPr>
          <p:nvPr>
            <p:ph type="title" idx="2"/>
          </p:nvPr>
        </p:nvSpPr>
        <p:spPr>
          <a:xfrm>
            <a:off x="689033" y="377733"/>
            <a:ext cx="10660000" cy="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subTitle" idx="3"/>
          </p:nvPr>
        </p:nvSpPr>
        <p:spPr>
          <a:xfrm>
            <a:off x="689033" y="1498533"/>
            <a:ext cx="10852400" cy="22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"/>
              <a:buNone/>
              <a:defRPr b="1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00"/>
              <a:buNone/>
              <a:defRPr/>
            </a:lvl2pPr>
            <a:lvl3pPr lvl="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3pPr>
            <a:lvl4pPr lvl="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87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20"/>
          <p:cNvSpPr txBox="1"/>
          <p:nvPr/>
        </p:nvSpPr>
        <p:spPr>
          <a:xfrm>
            <a:off x="163758" y="6463552"/>
            <a:ext cx="118879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750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4TU.RESEARCH DATA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718" r:id="rId1"/>
    <p:sldLayoutId id="2147483719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hackmd.io/@0Gb1si3JS7ebf7pZDO7CqQ/HJCeLZTNbl" TargetMode="External"/><Relationship Id="rId3" Type="http://schemas.openxmlformats.org/officeDocument/2006/relationships/image" Target="../media/image5.png"/><Relationship Id="rId7" Type="http://schemas.openxmlformats.org/officeDocument/2006/relationships/hyperlink" Target="https://data.4tu.nl/v2/articles%20|%20jq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ata.4tu.nl/v2/articles" TargetMode="External"/><Relationship Id="rId5" Type="http://schemas.openxmlformats.org/officeDocument/2006/relationships/hyperlink" Target="endpoint" TargetMode="External"/><Relationship Id="rId4" Type="http://schemas.openxmlformats.org/officeDocument/2006/relationships/hyperlink" Target="https://data.4tu.nl/" TargetMode="External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u3ydfdkaczsgm3u7mbx2q.streamlit.app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9lscwwsuhw2dkugffukt2t.streamlit.app/" TargetMode="External"/><Relationship Id="rId4" Type="http://schemas.openxmlformats.org/officeDocument/2006/relationships/hyperlink" Target="https://share.streamlit.io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D06F429-B78C-19A0-6B13-5B6C4D4D9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1141" y="795038"/>
            <a:ext cx="9268044" cy="2633962"/>
          </a:xfrm>
        </p:spPr>
        <p:txBody>
          <a:bodyPr/>
          <a:lstStyle/>
          <a:p>
            <a:pPr algn="ctr"/>
            <a:r>
              <a:rPr lang="en-US" sz="4400" dirty="0"/>
              <a:t>A “reconciliation workflow” between Pure and 4TU.ResearchData</a:t>
            </a:r>
          </a:p>
          <a:p>
            <a:pPr algn="ctr"/>
            <a:r>
              <a:rPr lang="en-US" sz="2800" dirty="0"/>
              <a:t>(Using the API)</a:t>
            </a:r>
            <a:endParaRPr lang="nl-NL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C426D-6B61-3B8B-C130-37C001CBE798}"/>
              </a:ext>
            </a:extLst>
          </p:cNvPr>
          <p:cNvSpPr txBox="1"/>
          <p:nvPr/>
        </p:nvSpPr>
        <p:spPr>
          <a:xfrm>
            <a:off x="3204318" y="3837541"/>
            <a:ext cx="57310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Identification of inconsistencies in </a:t>
            </a:r>
            <a:r>
              <a:rPr lang="en-US" b="1" dirty="0">
                <a:solidFill>
                  <a:schemeClr val="bg2">
                    <a:lumMod val="95000"/>
                  </a:schemeClr>
                </a:solidFill>
              </a:rPr>
              <a:t>dataset–publication relationships</a:t>
            </a:r>
          </a:p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 across both systems and generates actionable outputs for correction.</a:t>
            </a:r>
            <a:endParaRPr lang="nl-NL" sz="1800" dirty="0">
              <a:solidFill>
                <a:schemeClr val="bg2">
                  <a:lumMod val="9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p56"/>
          <p:cNvSpPr txBox="1">
            <a:spLocks noGrp="1"/>
          </p:cNvSpPr>
          <p:nvPr>
            <p:ph type="body" idx="3"/>
          </p:nvPr>
        </p:nvSpPr>
        <p:spPr>
          <a:xfrm>
            <a:off x="473336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</a:pPr>
            <a:r>
              <a:rPr lang="de-DE" dirty="0"/>
              <a:t>Data Transformation</a:t>
            </a:r>
            <a:endParaRPr dirty="0"/>
          </a:p>
        </p:txBody>
      </p:sp>
      <p:sp>
        <p:nvSpPr>
          <p:cNvPr id="1307" name="Google Shape;1307;p56"/>
          <p:cNvSpPr txBox="1">
            <a:spLocks noGrp="1"/>
          </p:cNvSpPr>
          <p:nvPr>
            <p:ph type="body" idx="5"/>
          </p:nvPr>
        </p:nvSpPr>
        <p:spPr>
          <a:xfrm>
            <a:off x="120563" y="3596632"/>
            <a:ext cx="1975866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800" dirty="0"/>
              <a:t>API request + </a:t>
            </a:r>
            <a:endParaRPr lang="nl-NL" sz="1800" dirty="0"/>
          </a:p>
        </p:txBody>
      </p:sp>
      <p:sp>
        <p:nvSpPr>
          <p:cNvPr id="1308" name="Google Shape;1308;p56"/>
          <p:cNvSpPr txBox="1">
            <a:spLocks noGrp="1"/>
          </p:cNvSpPr>
          <p:nvPr>
            <p:ph type="body" idx="6"/>
          </p:nvPr>
        </p:nvSpPr>
        <p:spPr>
          <a:xfrm>
            <a:off x="4599744" y="3634439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1800" dirty="0"/>
              <a:t>Parsing the response with Python </a:t>
            </a:r>
            <a:endParaRPr lang="nl-NL" sz="1800" dirty="0"/>
          </a:p>
        </p:txBody>
      </p:sp>
      <p:sp>
        <p:nvSpPr>
          <p:cNvPr id="1309" name="Google Shape;1309;p56"/>
          <p:cNvSpPr txBox="1">
            <a:spLocks noGrp="1"/>
          </p:cNvSpPr>
          <p:nvPr>
            <p:ph type="body" idx="7"/>
          </p:nvPr>
        </p:nvSpPr>
        <p:spPr>
          <a:xfrm>
            <a:off x="8806557" y="3486572"/>
            <a:ext cx="2982350" cy="1118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/>
            <a:r>
              <a:rPr lang="en-US" sz="1800" dirty="0"/>
              <a:t>Presenting the info in the dashboard (</a:t>
            </a:r>
            <a:r>
              <a:rPr lang="en-US" sz="1800" dirty="0" err="1"/>
              <a:t>streamlit</a:t>
            </a:r>
            <a:r>
              <a:rPr lang="en-US" sz="1800" dirty="0"/>
              <a:t>)</a:t>
            </a:r>
            <a:endParaRPr lang="nl-NL" sz="1800" dirty="0"/>
          </a:p>
          <a:p>
            <a:pPr marL="0" lvl="0" indent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800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EBB7423-D25B-279C-C48D-B64511B91E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47818" y="392887"/>
            <a:ext cx="6454912" cy="1900853"/>
          </a:xfrm>
        </p:spPr>
        <p:txBody>
          <a:bodyPr/>
          <a:lstStyle/>
          <a:p>
            <a:pPr algn="ctr"/>
            <a:r>
              <a:rPr lang="en-US" sz="4800" dirty="0">
                <a:latin typeface="+mj-lt"/>
              </a:rPr>
              <a:t>Goals</a:t>
            </a:r>
            <a:endParaRPr lang="nl-NL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142080-1110-B053-BD84-F2ED61F1F344}"/>
              </a:ext>
            </a:extLst>
          </p:cNvPr>
          <p:cNvSpPr txBox="1"/>
          <p:nvPr/>
        </p:nvSpPr>
        <p:spPr>
          <a:xfrm>
            <a:off x="552335" y="1666077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are missing in Pure but exist in 4TU.RD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88C2FA-9BB9-DAAE-1FC6-B0D20382C864}"/>
              </a:ext>
            </a:extLst>
          </p:cNvPr>
          <p:cNvSpPr txBox="1"/>
          <p:nvPr/>
        </p:nvSpPr>
        <p:spPr>
          <a:xfrm>
            <a:off x="552335" y="2433200"/>
            <a:ext cx="28331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Detecting datasets where publication links exists in Pure but are missing in 4TU.RD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CF951D-FEC3-73EF-1529-D39F5758EF52}"/>
              </a:ext>
            </a:extLst>
          </p:cNvPr>
          <p:cNvSpPr txBox="1"/>
          <p:nvPr/>
        </p:nvSpPr>
        <p:spPr>
          <a:xfrm>
            <a:off x="4875709" y="2327240"/>
            <a:ext cx="2833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Producing structured CSV outputs for manual validation</a:t>
            </a:r>
          </a:p>
        </p:txBody>
      </p:sp>
      <p:sp>
        <p:nvSpPr>
          <p:cNvPr id="10" name="Google Shape;1305;p56">
            <a:extLst>
              <a:ext uri="{FF2B5EF4-FFF2-40B4-BE49-F238E27FC236}">
                <a16:creationId xmlns:a16="http://schemas.microsoft.com/office/drawing/2014/main" id="{D339CA48-E70A-D425-D6AE-0E395EE728D0}"/>
              </a:ext>
            </a:extLst>
          </p:cNvPr>
          <p:cNvSpPr txBox="1">
            <a:spLocks/>
          </p:cNvSpPr>
          <p:nvPr/>
        </p:nvSpPr>
        <p:spPr>
          <a:xfrm>
            <a:off x="537533" y="5265436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Access</a:t>
            </a:r>
          </a:p>
        </p:txBody>
      </p:sp>
      <p:sp>
        <p:nvSpPr>
          <p:cNvPr id="21" name="Google Shape;1305;p56">
            <a:extLst>
              <a:ext uri="{FF2B5EF4-FFF2-40B4-BE49-F238E27FC236}">
                <a16:creationId xmlns:a16="http://schemas.microsoft.com/office/drawing/2014/main" id="{7CDB3E33-AAC8-9C72-EC40-E2CA6F2E8879}"/>
              </a:ext>
            </a:extLst>
          </p:cNvPr>
          <p:cNvSpPr txBox="1">
            <a:spLocks/>
          </p:cNvSpPr>
          <p:nvPr/>
        </p:nvSpPr>
        <p:spPr>
          <a:xfrm>
            <a:off x="8806557" y="5191923"/>
            <a:ext cx="3117792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dirty="0"/>
              <a:t>Data </a:t>
            </a:r>
            <a:r>
              <a:rPr lang="de-DE" dirty="0" err="1"/>
              <a:t>Visualization</a:t>
            </a:r>
            <a:endParaRPr lang="de-DE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3CAD46D-A8E3-8B7B-E716-474C785534BC}"/>
              </a:ext>
            </a:extLst>
          </p:cNvPr>
          <p:cNvCxnSpPr>
            <a:cxnSpLocks/>
          </p:cNvCxnSpPr>
          <p:nvPr/>
        </p:nvCxnSpPr>
        <p:spPr>
          <a:xfrm>
            <a:off x="8419169" y="1226634"/>
            <a:ext cx="0" cy="5185317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Google Shape;1305;p56">
            <a:extLst>
              <a:ext uri="{FF2B5EF4-FFF2-40B4-BE49-F238E27FC236}">
                <a16:creationId xmlns:a16="http://schemas.microsoft.com/office/drawing/2014/main" id="{A14DE39B-624F-DCC7-F8FD-19CE6FB80B44}"/>
              </a:ext>
            </a:extLst>
          </p:cNvPr>
          <p:cNvSpPr txBox="1">
            <a:spLocks/>
          </p:cNvSpPr>
          <p:nvPr/>
        </p:nvSpPr>
        <p:spPr>
          <a:xfrm>
            <a:off x="1842471" y="3677931"/>
            <a:ext cx="2757273" cy="437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 sz="25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28600">
              <a:spcBef>
                <a:spcPts val="0"/>
              </a:spcBef>
            </a:pPr>
            <a:r>
              <a:rPr lang="de-DE" sz="1800" dirty="0"/>
              <a:t>Databases reconciliation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9">
          <a:extLst>
            <a:ext uri="{FF2B5EF4-FFF2-40B4-BE49-F238E27FC236}">
              <a16:creationId xmlns:a16="http://schemas.microsoft.com/office/drawing/2014/main" id="{20D34C64-2465-217A-C2C3-AD542B68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D56714-246F-47FE-8505-7E0EFE55D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42390" y="350084"/>
            <a:ext cx="2621708" cy="2114336"/>
          </a:xfrm>
        </p:spPr>
        <p:txBody>
          <a:bodyPr/>
          <a:lstStyle/>
          <a:p>
            <a:r>
              <a:rPr lang="en-US" sz="4000" dirty="0"/>
              <a:t>Case 1</a:t>
            </a:r>
          </a:p>
          <a:p>
            <a:r>
              <a:rPr lang="en-US" sz="4000" dirty="0"/>
              <a:t>Flowchart</a:t>
            </a:r>
            <a:endParaRPr lang="nl-NL" sz="4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86321D4-D0FB-3C9B-DE8A-CE432363434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118197" y="172844"/>
            <a:ext cx="1981198" cy="651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933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740486C-664F-35CF-62D9-EA5ED67F1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11BAC34D-5C85-AE03-8A29-8BCC26C206AA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393A648-FCDC-8011-7E51-8D8CCC2F752B}"/>
              </a:ext>
            </a:extLst>
          </p:cNvPr>
          <p:cNvSpPr txBox="1"/>
          <p:nvPr/>
        </p:nvSpPr>
        <p:spPr>
          <a:xfrm>
            <a:off x="3833085" y="1084369"/>
            <a:ext cx="4080600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Schedule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0271C0D-75F3-D8D0-4D58-AD5CB3633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124018"/>
              </p:ext>
            </p:extLst>
          </p:nvPr>
        </p:nvGraphicFramePr>
        <p:xfrm>
          <a:off x="1176528" y="2489486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09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CA861A8D-9F11-BA08-CBEF-C29794739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907C9CA-6D61-C6AA-37DE-4C5F493AA22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A702663-8D72-667B-6285-1F55220F9EAE}"/>
              </a:ext>
            </a:extLst>
          </p:cNvPr>
          <p:cNvSpPr txBox="1"/>
          <p:nvPr/>
        </p:nvSpPr>
        <p:spPr>
          <a:xfrm>
            <a:off x="922823" y="2719205"/>
            <a:ext cx="4560885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800" dirty="0">
                <a:solidFill>
                  <a:schemeClr val="lt1"/>
                </a:solidFill>
                <a:sym typeface="Caveat"/>
              </a:rPr>
              <a:t>Introduction to APIs</a:t>
            </a:r>
            <a:endParaRPr sz="4800" dirty="0">
              <a:solidFill>
                <a:schemeClr val="lt1"/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9A46D1E4-7000-4AA1-1909-FEBDE4FA0883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F6E449A-319B-8760-BB0E-5DFD3DA57266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306949F5-CC21-BF30-BCE7-5BCAFC9AAF7F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What are APIs</a:t>
              </a:r>
              <a:endParaRPr sz="190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FBBA6ED-6C45-9FF0-B0CE-A6B5757CD5B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7299CAED-1B44-FB53-FC70-2516016DAF81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01</a:t>
              </a:r>
              <a:endParaRPr sz="1100" b="1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3EA61EE-268B-413E-8D2A-9B533687071B}"/>
              </a:ext>
            </a:extLst>
          </p:cNvPr>
          <p:cNvSpPr txBox="1"/>
          <p:nvPr/>
        </p:nvSpPr>
        <p:spPr>
          <a:xfrm>
            <a:off x="6640253" y="2444308"/>
            <a:ext cx="48396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API (Application Programming Interface):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A bridge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marL="457200" indent="-457200" algn="l">
              <a:buAutoNum type="arabicPeriod"/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APIs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define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how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software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components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interact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.</a:t>
            </a: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4315605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F2ACEE55-EF21-302E-50AE-3E850667E6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643467" y="866309"/>
            <a:ext cx="10905066" cy="2562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A person standing in front of a gear with a wrench and a sign&#10;&#10;AI-generated content may be incorrect.">
            <a:extLst>
              <a:ext uri="{FF2B5EF4-FFF2-40B4-BE49-F238E27FC236}">
                <a16:creationId xmlns:a16="http://schemas.microsoft.com/office/drawing/2014/main" id="{83DD2B20-659C-40CF-2241-204754E482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 bwMode="auto">
          <a:xfrm>
            <a:off x="643467" y="3725729"/>
            <a:ext cx="10905066" cy="256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34B15A-64AD-21EF-D91A-2BC62D20F483}"/>
              </a:ext>
            </a:extLst>
          </p:cNvPr>
          <p:cNvSpPr txBox="1"/>
          <p:nvPr/>
        </p:nvSpPr>
        <p:spPr>
          <a:xfrm>
            <a:off x="1896220" y="88675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Client</a:t>
            </a:r>
            <a:endParaRPr lang="nl-NL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F4913-CA48-40F6-93D3-C4D85126E835}"/>
              </a:ext>
            </a:extLst>
          </p:cNvPr>
          <p:cNvSpPr txBox="1"/>
          <p:nvPr/>
        </p:nvSpPr>
        <p:spPr>
          <a:xfrm>
            <a:off x="9807165" y="891431"/>
            <a:ext cx="796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Server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1200304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B9C214B-ACD9-E0BD-C430-85A1040A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28414D24-FA84-56AC-23B3-CCD16AFEA17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3" name="Picture 2" descr="Espresso machine dispensing coffee">
            <a:extLst>
              <a:ext uri="{FF2B5EF4-FFF2-40B4-BE49-F238E27FC236}">
                <a16:creationId xmlns:a16="http://schemas.microsoft.com/office/drawing/2014/main" id="{CC649664-4062-A85A-F571-EA4EE4AF6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1FBBB0-A4EA-BBD3-9BA4-BCB4F35DA9A0}"/>
              </a:ext>
            </a:extLst>
          </p:cNvPr>
          <p:cNvSpPr txBox="1"/>
          <p:nvPr/>
        </p:nvSpPr>
        <p:spPr>
          <a:xfrm>
            <a:off x="7370957" y="3751707"/>
            <a:ext cx="458036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APIs are like coffee machines in research labs.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Everyone depends on them,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nobody knows exactly how they work,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and when they break… the whole lab stops functioning</a:t>
            </a:r>
            <a:endParaRPr lang="nl-NL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031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9C26466C-4686-01F6-80D6-B5C2E7D13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62BFCD57-7DB9-67DB-D09C-F3DBBA20AE6C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02E3E706-FAB0-BB5C-6021-1B8FCC47936D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56ACEA2B-ED30-158C-AF7D-1967BE048A50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6984AF28-3532-3446-266F-9FB5662CFB39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545E23EE-FAF8-3FC8-4142-30CF016F387E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</a:pPr>
              <a:r>
                <a:rPr lang="en-GB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Common language for APIs</a:t>
              </a:r>
              <a:endParaRPr sz="19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05F78333-4153-BAA7-A81D-DA414366D0A0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EEEE90E-657C-F23A-4D7C-1BE5B30C6905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02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72D2798-E797-16A8-0EDE-48F9A92A3EBE}"/>
              </a:ext>
            </a:extLst>
          </p:cNvPr>
          <p:cNvSpPr txBox="1"/>
          <p:nvPr/>
        </p:nvSpPr>
        <p:spPr>
          <a:xfrm>
            <a:off x="6559068" y="2236881"/>
            <a:ext cx="48396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Web API is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an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API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that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allows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different software systems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communicate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via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web, </a:t>
            </a:r>
            <a:r>
              <a:rPr lang="nl-NL" dirty="0" err="1">
                <a:solidFill>
                  <a:schemeClr val="bg2">
                    <a:lumMod val="85000"/>
                  </a:schemeClr>
                </a:solidFill>
              </a:rPr>
              <a:t>using</a:t>
            </a:r>
            <a:r>
              <a:rPr lang="nl-NL" dirty="0">
                <a:solidFill>
                  <a:schemeClr val="bg2">
                    <a:lumMod val="85000"/>
                  </a:schemeClr>
                </a:solidFill>
              </a:rPr>
              <a:t> HTTP protocol.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They use a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shared vocabulary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 of methods: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GET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POST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PUT</a:t>
            </a: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, 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DELETE to define how to exchange </a:t>
            </a:r>
            <a:r>
              <a:rPr lang="en-US" b="1" dirty="0">
                <a:solidFill>
                  <a:schemeClr val="bg2">
                    <a:lumMod val="85000"/>
                  </a:schemeClr>
                </a:solidFill>
              </a:rPr>
              <a:t>resources</a:t>
            </a:r>
            <a:r>
              <a:rPr lang="en-US" sz="2000" dirty="0">
                <a:solidFill>
                  <a:schemeClr val="bg2">
                    <a:lumMod val="85000"/>
                  </a:schemeClr>
                </a:solidFill>
              </a:rPr>
              <a:t> across the web.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Resources are something the API makes available and lets you interact with, e.g. (datasets, authors, collections).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Most Web APIs today use the JSON format to exchange data. </a:t>
            </a:r>
            <a:endParaRPr lang="nl-NL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endParaRPr lang="nl-NL" dirty="0">
              <a:solidFill>
                <a:schemeClr val="bg2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0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300DFAC7-816D-03C9-18DC-27A0DF5D7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E8EEBDA0-D54E-CC12-F8AD-BC60338040ED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371B1358-85C5-059F-0E8E-EEA0B904F23C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B1AF2CD9-5428-4D02-5858-86DBB57AB77B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50D923EA-E0E3-9F63-DF57-4578D385227C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18523642-CE52-E254-A20D-A55C0FDC3DAB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Why APIs are relevant for research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4CDBFE82-04EB-0F88-237C-DD04C68FF412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F75FBDCE-E417-E4D6-9BFE-4C9851745E97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03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6B10454-D7E3-B8E6-8F9C-0E98E449626E}"/>
              </a:ext>
            </a:extLst>
          </p:cNvPr>
          <p:cNvSpPr txBox="1"/>
          <p:nvPr/>
        </p:nvSpPr>
        <p:spPr>
          <a:xfrm>
            <a:off x="6494953" y="2374280"/>
            <a:ext cx="521890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(In general) APIs enable automation, integration, and reuse of data and services.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Enable programmatic access to research data (no manual downloads)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Facilitate reproducibility and automation of workflows</a:t>
            </a:r>
          </a:p>
          <a:p>
            <a:pPr marL="457200" indent="-457200">
              <a:buFont typeface="+mj-lt"/>
              <a:buAutoNum type="arabicPeriod"/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Support interoperability across systems and tools</a:t>
            </a:r>
          </a:p>
          <a:p>
            <a:pPr algn="l">
              <a:defRPr sz="2000"/>
            </a:pPr>
            <a:endParaRPr lang="en-US" dirty="0">
              <a:solidFill>
                <a:schemeClr val="bg2">
                  <a:lumMod val="85000"/>
                </a:schemeClr>
              </a:solidFill>
            </a:endParaRPr>
          </a:p>
          <a:p>
            <a:pPr algn="l">
              <a:defRPr sz="2000"/>
            </a:pPr>
            <a:r>
              <a:rPr lang="en-US" dirty="0">
                <a:solidFill>
                  <a:schemeClr val="bg2">
                    <a:lumMod val="85000"/>
                  </a:schemeClr>
                </a:solidFill>
              </a:rPr>
              <a:t>Example: Retrieve datasets via API → analyze in Python/R → publish results</a:t>
            </a:r>
          </a:p>
        </p:txBody>
      </p:sp>
    </p:spTree>
    <p:extLst>
      <p:ext uri="{BB962C8B-B14F-4D97-AF65-F5344CB8AC3E}">
        <p14:creationId xmlns:p14="http://schemas.microsoft.com/office/powerpoint/2010/main" val="280825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2D29368B-41E0-7D34-D9DB-1C8A613F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B1910568-CBA3-BFA6-7082-1EBD4F606E22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94085A62-5F8C-0F63-8581-810207271EFE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 to APIs</a:t>
            </a:r>
            <a:endParaRPr dirty="0">
              <a:solidFill>
                <a:schemeClr val="bg2">
                  <a:lumMod val="95000"/>
                </a:schemeClr>
              </a:solidFill>
              <a:latin typeface="+mj-lt"/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38CBFF38-B9C3-8422-1080-4DA7325C6B98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D5191EF2-CED4-48AF-DF6E-570F82ED3965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01251DDB-4AFD-AD48-DE3D-66B78A69DAA6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Using the Unix terminal with REST APIs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F201275B-556C-53E8-DBD3-296F379EFB1F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9F902B23-E20F-1EDA-6B2E-7B1577BDC733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04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03500DA-A41A-D067-7A48-DCC596C396C7}"/>
              </a:ext>
            </a:extLst>
          </p:cNvPr>
          <p:cNvGrpSpPr/>
          <p:nvPr/>
        </p:nvGrpSpPr>
        <p:grpSpPr>
          <a:xfrm>
            <a:off x="6381832" y="2220386"/>
            <a:ext cx="5475556" cy="4293489"/>
            <a:chOff x="6494953" y="2374280"/>
            <a:chExt cx="5475556" cy="429348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337989A-BC45-D63D-810A-823A37D4630F}"/>
                </a:ext>
              </a:extLst>
            </p:cNvPr>
            <p:cNvSpPr txBox="1"/>
            <p:nvPr/>
          </p:nvSpPr>
          <p:spPr>
            <a:xfrm>
              <a:off x="6494953" y="2374280"/>
              <a:ext cx="5382705" cy="4064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457200" indent="-457200">
                <a:buFont typeface="+mj-lt"/>
                <a:buAutoNum type="arabicPeriod"/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The Unix terminal allows HTTP requests using 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</a:t>
              </a:r>
              <a:r>
                <a:rPr lang="en-US" b="1" i="1" dirty="0">
                  <a:solidFill>
                    <a:schemeClr val="bg2">
                      <a:lumMod val="85000"/>
                    </a:schemeClr>
                  </a:solidFill>
                </a:rPr>
                <a:t>curl</a:t>
              </a: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` = client URL: send requests and receive responses.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Examples:</a:t>
              </a:r>
            </a:p>
            <a:p>
              <a:pPr>
                <a:defRPr sz="2000"/>
              </a:pPr>
              <a:r>
                <a:rPr lang="en-US" dirty="0">
                  <a:solidFill>
                    <a:schemeClr val="bg2">
                      <a:lumMod val="85000"/>
                    </a:schemeClr>
                  </a:solidFill>
                </a:rPr>
                <a:t>curl -X </a:t>
              </a:r>
              <a:r>
                <a:rPr lang="en-US" sz="1600" b="1" dirty="0">
                  <a:solidFill>
                    <a:schemeClr val="bg2">
                      <a:lumMod val="85000"/>
                    </a:schemeClr>
                  </a:solidFill>
                </a:rPr>
                <a:t>&lt;HTTP_METHOD&gt; </a:t>
              </a: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&lt;URL&gt;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-H "&lt;HEADER_KEY&gt;: &lt;HEADER_VALUE&gt;" \</a:t>
              </a:r>
            </a:p>
            <a:p>
              <a:pPr>
                <a:defRPr sz="2000"/>
              </a:pPr>
              <a:r>
                <a:rPr lang="en-US" sz="1600" dirty="0">
                  <a:solidFill>
                    <a:schemeClr val="bg2">
                      <a:lumMod val="85000"/>
                    </a:schemeClr>
                  </a:solidFill>
                </a:rPr>
                <a:t>     -d '&lt;BODY_DATA&gt;'</a:t>
              </a: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endParaRPr lang="en-US" dirty="0">
                <a:solidFill>
                  <a:schemeClr val="bg2">
                    <a:lumMod val="85000"/>
                  </a:schemeClr>
                </a:solidFill>
              </a:endParaRPr>
            </a:p>
            <a:p>
              <a:pPr>
                <a:defRPr sz="2000"/>
              </a:pPr>
              <a:r>
                <a:rPr lang="en-US" sz="1800" b="1" dirty="0">
                  <a:solidFill>
                    <a:schemeClr val="bg2">
                      <a:lumMod val="85000"/>
                    </a:schemeClr>
                  </a:solidFill>
                </a:rPr>
                <a:t>&lt;HTTP_METHOD&gt;: 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033832F-CAA3-FADD-A311-5B91E40E8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38296" y="5344330"/>
              <a:ext cx="2932213" cy="132343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endParaRPr kumimoji="0" lang="nl-NL" altLang="nl-NL" sz="1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 Unicode MS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GET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retrieve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 (default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method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)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POST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send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PUT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update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Char char="•"/>
                <a:tabLst/>
              </a:pPr>
              <a:r>
                <a:rPr kumimoji="0" lang="nl-NL" altLang="nl-NL" sz="16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  <a:latin typeface="Arial Unicode MS"/>
                </a:rPr>
                <a:t>DELETE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→ </a:t>
              </a:r>
              <a:r>
                <a:rPr kumimoji="0" lang="nl-NL" altLang="nl-NL" sz="1200" b="0" i="0" u="none" strike="noStrike" cap="none" normalizeH="0" baseline="0" dirty="0" err="1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remove</a:t>
              </a:r>
              <a:r>
                <a:rPr kumimoji="0" lang="nl-NL" altLang="nl-NL" sz="1200" b="0" i="0" u="none" strike="noStrike" cap="none" normalizeH="0" baseline="0" dirty="0">
                  <a:ln>
                    <a:noFill/>
                  </a:ln>
                  <a:solidFill>
                    <a:schemeClr val="bg2">
                      <a:lumMod val="85000"/>
                    </a:schemeClr>
                  </a:solidFill>
                  <a:effectLst/>
                </a:rPr>
                <a:t> data</a:t>
              </a:r>
              <a:endParaRPr kumimoji="0" lang="nl-NL" altLang="nl-NL" sz="3600" b="0" i="0" u="none" strike="noStrike" cap="none" normalizeH="0" baseline="0" dirty="0">
                <a:ln>
                  <a:noFill/>
                </a:ln>
                <a:solidFill>
                  <a:schemeClr val="bg2">
                    <a:lumMod val="85000"/>
                  </a:schemeClr>
                </a:solidFill>
                <a:effectLst/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339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AA88F86-45B7-4CB3-A6B8-702E048E6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5ED1F360-396C-E569-6A90-74DAF0C1E6A9}"/>
              </a:ext>
            </a:extLst>
          </p:cNvPr>
          <p:cNvSpPr/>
          <p:nvPr/>
        </p:nvSpPr>
        <p:spPr>
          <a:xfrm>
            <a:off x="5173177" y="1551370"/>
            <a:ext cx="6096000" cy="40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 sz="140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F347473E-8E6C-F987-D1E2-0D09D1CFA8A3}"/>
              </a:ext>
            </a:extLst>
          </p:cNvPr>
          <p:cNvSpPr txBox="1"/>
          <p:nvPr/>
        </p:nvSpPr>
        <p:spPr>
          <a:xfrm>
            <a:off x="1523994" y="2857751"/>
            <a:ext cx="4080600" cy="1446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Introduction</a:t>
            </a:r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Caveat"/>
                <a:sym typeface="Caveat"/>
              </a:rPr>
              <a:t> to APIs</a:t>
            </a:r>
            <a:endParaRPr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160" name="Google Shape;160;p25">
            <a:extLst>
              <a:ext uri="{FF2B5EF4-FFF2-40B4-BE49-F238E27FC236}">
                <a16:creationId xmlns:a16="http://schemas.microsoft.com/office/drawing/2014/main" id="{79F54AD4-987E-2FA0-296C-E1772524FADD}"/>
              </a:ext>
            </a:extLst>
          </p:cNvPr>
          <p:cNvSpPr/>
          <p:nvPr/>
        </p:nvSpPr>
        <p:spPr>
          <a:xfrm>
            <a:off x="-822968" y="311240"/>
            <a:ext cx="7204800" cy="7297200"/>
          </a:xfrm>
          <a:prstGeom prst="blockArc">
            <a:avLst>
              <a:gd name="adj1" fmla="val 17060839"/>
              <a:gd name="adj2" fmla="val 6939771"/>
              <a:gd name="adj3" fmla="val 0"/>
            </a:avLst>
          </a:prstGeom>
          <a:solidFill>
            <a:srgbClr val="F39000"/>
          </a:solidFill>
          <a:ln w="38100" cap="flat" cmpd="sng">
            <a:solidFill>
              <a:srgbClr val="FFC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Clr>
                <a:srgbClr val="000000"/>
              </a:buClr>
              <a:buSzPts val="1867"/>
            </a:pPr>
            <a:endParaRPr sz="1867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161" name="Google Shape;161;p25">
            <a:extLst>
              <a:ext uri="{FF2B5EF4-FFF2-40B4-BE49-F238E27FC236}">
                <a16:creationId xmlns:a16="http://schemas.microsoft.com/office/drawing/2014/main" id="{13E408FE-FEB2-E81F-A73F-F2C8A05EF264}"/>
              </a:ext>
            </a:extLst>
          </p:cNvPr>
          <p:cNvGrpSpPr/>
          <p:nvPr/>
        </p:nvGrpSpPr>
        <p:grpSpPr>
          <a:xfrm>
            <a:off x="5240598" y="1266674"/>
            <a:ext cx="5236710" cy="720000"/>
            <a:chOff x="3716598" y="409424"/>
            <a:chExt cx="5236710" cy="720000"/>
          </a:xfrm>
        </p:grpSpPr>
        <p:sp>
          <p:nvSpPr>
            <p:cNvPr id="162" name="Google Shape;162;p25">
              <a:extLst>
                <a:ext uri="{FF2B5EF4-FFF2-40B4-BE49-F238E27FC236}">
                  <a16:creationId xmlns:a16="http://schemas.microsoft.com/office/drawing/2014/main" id="{7F9FDFE7-90DB-3893-182D-67007E2D28F1}"/>
                </a:ext>
              </a:extLst>
            </p:cNvPr>
            <p:cNvSpPr/>
            <p:nvPr/>
          </p:nvSpPr>
          <p:spPr>
            <a:xfrm>
              <a:off x="4113708" y="457435"/>
              <a:ext cx="4839600" cy="637500"/>
            </a:xfrm>
            <a:prstGeom prst="roundRect">
              <a:avLst>
                <a:gd name="adj" fmla="val 16667"/>
              </a:avLst>
            </a:prstGeom>
            <a:solidFill>
              <a:srgbClr val="F39000">
                <a:alpha val="69410"/>
              </a:srgbClr>
            </a:solidFill>
            <a:ln>
              <a:noFill/>
            </a:ln>
          </p:spPr>
          <p:txBody>
            <a:bodyPr spcFirstLastPara="1" wrap="square" lIns="661675" tIns="115125" rIns="115125" bIns="115125" anchor="ctr" anchorCtr="0">
              <a:noAutofit/>
            </a:bodyPr>
            <a:lstStyle/>
            <a:p>
              <a:pPr>
                <a:lnSpc>
                  <a:spcPct val="90000"/>
                </a:lnSpc>
                <a:buClr>
                  <a:srgbClr val="000000"/>
                </a:buClr>
                <a:buSzPts val="2200"/>
              </a:pPr>
              <a:r>
                <a:rPr lang="en-US" sz="1900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The Web API of 4TU.ResearchData</a:t>
              </a:r>
              <a:endParaRPr lang="en-US" sz="1900" dirty="0"/>
            </a:p>
          </p:txBody>
        </p:sp>
        <p:sp>
          <p:nvSpPr>
            <p:cNvPr id="163" name="Google Shape;163;p25">
              <a:extLst>
                <a:ext uri="{FF2B5EF4-FFF2-40B4-BE49-F238E27FC236}">
                  <a16:creationId xmlns:a16="http://schemas.microsoft.com/office/drawing/2014/main" id="{34A1A2D3-D0BA-951C-8EB2-00C8C947C51A}"/>
                </a:ext>
              </a:extLst>
            </p:cNvPr>
            <p:cNvSpPr/>
            <p:nvPr/>
          </p:nvSpPr>
          <p:spPr>
            <a:xfrm>
              <a:off x="3716598" y="409424"/>
              <a:ext cx="750600" cy="720000"/>
            </a:xfrm>
            <a:prstGeom prst="ellipse">
              <a:avLst/>
            </a:prstGeom>
            <a:solidFill>
              <a:srgbClr val="FAE2D5"/>
            </a:solidFill>
            <a:ln w="25400" cap="flat" cmpd="sng">
              <a:solidFill>
                <a:srgbClr val="F39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>
                <a:buClr>
                  <a:srgbClr val="000000"/>
                </a:buClr>
                <a:buSzPts val="1867"/>
              </a:pPr>
              <a:endParaRPr sz="1867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  <p:sp>
          <p:nvSpPr>
            <p:cNvPr id="164" name="Google Shape;164;p25">
              <a:extLst>
                <a:ext uri="{FF2B5EF4-FFF2-40B4-BE49-F238E27FC236}">
                  <a16:creationId xmlns:a16="http://schemas.microsoft.com/office/drawing/2014/main" id="{2E0B993F-9170-663C-8D1B-CCB494AAF9EB}"/>
                </a:ext>
              </a:extLst>
            </p:cNvPr>
            <p:cNvSpPr txBox="1"/>
            <p:nvPr/>
          </p:nvSpPr>
          <p:spPr>
            <a:xfrm>
              <a:off x="3804300" y="538591"/>
              <a:ext cx="5955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buClr>
                  <a:srgbClr val="000000"/>
                </a:buClr>
                <a:buSzPts val="2400"/>
              </a:pPr>
              <a:r>
                <a:rPr lang="en-GB" sz="2400" b="1" dirty="0">
                  <a:solidFill>
                    <a:schemeClr val="dk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05</a:t>
              </a:r>
              <a:endParaRPr sz="1100" b="1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4B3B3B9-4438-0B45-07B6-BBBA55CAA402}"/>
              </a:ext>
            </a:extLst>
          </p:cNvPr>
          <p:cNvSpPr txBox="1"/>
          <p:nvPr/>
        </p:nvSpPr>
        <p:spPr>
          <a:xfrm>
            <a:off x="6459596" y="2236881"/>
            <a:ext cx="521890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[base URL] 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[specific resource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URL:endpoint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]: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List of </a:t>
            </a:r>
            <a:r>
              <a:rPr lang="en-US" i="1" dirty="0">
                <a:solidFill>
                  <a:schemeClr val="bg2">
                    <a:lumMod val="95000"/>
                  </a:schemeClr>
                </a:solidFill>
              </a:rPr>
              <a:t>(documented) </a:t>
            </a:r>
            <a:r>
              <a:rPr lang="en-US" dirty="0">
                <a:solidFill>
                  <a:schemeClr val="bg2">
                    <a:lumMod val="95000"/>
                  </a:schemeClr>
                </a:solidFill>
              </a:rPr>
              <a:t>endpoints: 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https://djehuty.4tu.nl/ </a:t>
            </a: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  <a:p>
            <a:pPr marL="457200" indent="-457200">
              <a:buFont typeface="+mj-lt"/>
              <a:buAutoNum type="arabicPeriod"/>
              <a:defRPr sz="2000"/>
            </a:pPr>
            <a:endParaRPr lang="en-US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4D6D2-B9F5-7944-9E35-ED973990553D}"/>
              </a:ext>
            </a:extLst>
          </p:cNvPr>
          <p:cNvSpPr txBox="1"/>
          <p:nvPr/>
        </p:nvSpPr>
        <p:spPr>
          <a:xfrm>
            <a:off x="5328300" y="4990419"/>
            <a:ext cx="5386411" cy="160043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Exercise #1 : Checking the connection with the </a:t>
            </a:r>
            <a:br>
              <a:rPr lang="en-US" b="1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en-US" b="1" dirty="0">
                <a:solidFill>
                  <a:schemeClr val="tx1">
                    <a:lumMod val="75000"/>
                  </a:schemeClr>
                </a:solidFill>
              </a:rPr>
              <a:t>server using the web browser and CURL  in the Unix terminal</a:t>
            </a:r>
          </a:p>
          <a:p>
            <a:endParaRPr lang="en-US" dirty="0">
              <a:solidFill>
                <a:schemeClr val="tx1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Open a web browser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 </a:t>
            </a:r>
            <a:r>
              <a:rPr lang="en-US" b="1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</a:t>
            </a:r>
            <a:endParaRPr lang="en-US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One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the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Unix terminal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and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write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:</a:t>
            </a:r>
            <a:br>
              <a:rPr lang="nl-NL" dirty="0">
                <a:solidFill>
                  <a:schemeClr val="tx1">
                    <a:lumMod val="75000"/>
                  </a:schemeClr>
                </a:solidFill>
              </a:rPr>
            </a:br>
            <a:r>
              <a:rPr lang="nl-NL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curl</a:t>
            </a:r>
            <a:r>
              <a:rPr lang="nl-NL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</a:rPr>
              <a:t> –X GET 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https://data.4tu.nl/v2/articles | </a:t>
            </a:r>
            <a:r>
              <a:rPr lang="en-US" sz="1200" b="1" i="1" dirty="0" err="1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jq</a:t>
            </a:r>
            <a:r>
              <a:rPr lang="en-US" sz="1200" b="1" i="1" dirty="0">
                <a:solidFill>
                  <a:schemeClr val="tx1">
                    <a:lumMod val="75000"/>
                  </a:schemeClr>
                </a:solidFill>
                <a:latin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nl-NL" sz="1200" b="1" i="1" dirty="0">
              <a:solidFill>
                <a:schemeClr val="tx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How are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both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responses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compared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to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each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tx1">
                    <a:lumMod val="75000"/>
                  </a:schemeClr>
                </a:solidFill>
              </a:rPr>
              <a:t>other</a:t>
            </a:r>
            <a:r>
              <a:rPr lang="nl-NL" dirty="0">
                <a:solidFill>
                  <a:schemeClr val="tx1">
                    <a:lumMod val="75000"/>
                  </a:schemeClr>
                </a:solidFill>
              </a:rPr>
              <a:t>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0B02D6-32F1-0540-4350-3516BAD93CA8}"/>
              </a:ext>
            </a:extLst>
          </p:cNvPr>
          <p:cNvSpPr txBox="1"/>
          <p:nvPr/>
        </p:nvSpPr>
        <p:spPr>
          <a:xfrm>
            <a:off x="28628" y="5087421"/>
            <a:ext cx="3377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8"/>
              </a:rPr>
              <a:t>Link to the workshop on how to use the API of 4TU.ResearchData</a:t>
            </a:r>
            <a:endParaRPr lang="nl-N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24925-8506-4839-17EB-1D182A8349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2824" y="5751852"/>
            <a:ext cx="952110" cy="95211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B680B53-BB33-1C54-8CD8-A66CC4317D2A}"/>
              </a:ext>
            </a:extLst>
          </p:cNvPr>
          <p:cNvSpPr/>
          <p:nvPr/>
        </p:nvSpPr>
        <p:spPr>
          <a:xfrm>
            <a:off x="67308" y="4990419"/>
            <a:ext cx="3455756" cy="1860352"/>
          </a:xfrm>
          <a:prstGeom prst="rect">
            <a:avLst/>
          </a:prstGeom>
          <a:noFill/>
          <a:ln w="38100"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4238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022C58-2B5F-71BE-1230-0846EEC60F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Let's start </a:t>
            </a:r>
            <a:endParaRPr lang="nl-NL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FACFCB-1C56-4776-38BB-144D8D307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029728"/>
              </p:ext>
            </p:extLst>
          </p:nvPr>
        </p:nvGraphicFramePr>
        <p:xfrm>
          <a:off x="4276567" y="219955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bg2">
                              <a:lumMod val="95000"/>
                            </a:schemeClr>
                          </a:solidFill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more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602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8F09733-437E-659C-5078-88028D92A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584906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1" i="0" u="none" strike="noStrike" cap="none" dirty="0">
                          <a:solidFill>
                            <a:schemeClr val="bg2">
                              <a:lumMod val="9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7958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96102-D7A2-935A-73D6-C3D4A9D04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B4299EE-5DA1-5872-D943-AA6DD5F1AA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493" y="2558026"/>
            <a:ext cx="4107366" cy="1900853"/>
          </a:xfrm>
        </p:spPr>
        <p:txBody>
          <a:bodyPr/>
          <a:lstStyle/>
          <a:p>
            <a:r>
              <a:rPr lang="en-US" dirty="0"/>
              <a:t>Exercises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D2B8C4-5BF4-574F-1B67-8EF69F976E8F}"/>
              </a:ext>
            </a:extLst>
          </p:cNvPr>
          <p:cNvSpPr txBox="1"/>
          <p:nvPr/>
        </p:nvSpPr>
        <p:spPr>
          <a:xfrm>
            <a:off x="4409689" y="1873406"/>
            <a:ext cx="7178907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Modify the minimal dashboard script so that the dashboard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only displays datasets published after 2020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(Data filtering)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2.   Allow users to search datasets by title. Add a search box</a:t>
            </a: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 so, </a:t>
            </a:r>
            <a:r>
              <a:rPr lang="en-US" sz="2000" b="1" dirty="0">
                <a:solidFill>
                  <a:schemeClr val="tx1">
                    <a:lumMod val="20000"/>
                    <a:lumOff val="80000"/>
                  </a:schemeClr>
                </a:solidFill>
              </a:rPr>
              <a:t>users can filter datasets containing a word in the title</a:t>
            </a: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. (UI widgets)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r>
              <a:rPr lang="en-US" sz="2000" dirty="0">
                <a:solidFill>
                  <a:schemeClr val="tx1">
                    <a:lumMod val="20000"/>
                    <a:lumOff val="80000"/>
                  </a:schemeClr>
                </a:solidFill>
              </a:rPr>
              <a:t>3. Add a chart showing the number of datasets per institution. (Aggregation and visualization)</a:t>
            </a: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>
              <a:buClr>
                <a:schemeClr val="bg2">
                  <a:lumMod val="95000"/>
                </a:schemeClr>
              </a:buClr>
            </a:pPr>
            <a:endParaRPr lang="en-US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  <a:p>
            <a:pPr marL="342900" indent="-342900">
              <a:buClr>
                <a:schemeClr val="bg2">
                  <a:lumMod val="95000"/>
                </a:schemeClr>
              </a:buClr>
              <a:buFont typeface="+mj-lt"/>
              <a:buAutoNum type="arabicPeriod"/>
            </a:pPr>
            <a:endParaRPr lang="nl-NL" sz="2000" dirty="0">
              <a:solidFill>
                <a:schemeClr val="tx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59BCE-9198-41D3-78D3-B97E3660D43E}"/>
              </a:ext>
            </a:extLst>
          </p:cNvPr>
          <p:cNvSpPr txBox="1"/>
          <p:nvPr/>
        </p:nvSpPr>
        <p:spPr>
          <a:xfrm>
            <a:off x="3964258" y="6341698"/>
            <a:ext cx="4443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b="1" dirty="0">
                <a:solidFill>
                  <a:schemeClr val="bg2">
                    <a:lumMod val="65000"/>
                  </a:schemeClr>
                </a:solidFill>
                <a:hlinkClick r:id="rId3"/>
              </a:rPr>
              <a:t>https://mu3ydfdkaczsgm3u7mbx2q.streamlit.app/</a:t>
            </a:r>
            <a:endParaRPr lang="nl-NL" b="1" dirty="0">
              <a:solidFill>
                <a:schemeClr val="bg2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0254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2342A-6B9F-2524-C8CF-6F6B1EC3D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C866E9-DCD4-CE62-E394-E4AD1EA7DC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576707"/>
              </p:ext>
            </p:extLst>
          </p:nvPr>
        </p:nvGraphicFramePr>
        <p:xfrm>
          <a:off x="4265416" y="1920774"/>
          <a:ext cx="7010400" cy="3749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4488614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80940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1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Activity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7231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Intro to APIs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09:30- 10:00</a:t>
                      </a:r>
                      <a:endParaRPr lang="nl-NL" sz="1600" dirty="0">
                        <a:solidFill>
                          <a:schemeClr val="bg2">
                            <a:lumMod val="8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110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Build the simplest dashboard (live code)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10:00 – 10:25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809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script with </a:t>
                      </a:r>
                      <a:r>
                        <a:rPr lang="en-US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more</a:t>
                      </a: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features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10:25 – 10:45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809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Break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10:45 – 10:55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8173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nl-NL" sz="1600" b="0" i="0" u="none" strike="noStrike" cap="none" dirty="0">
                          <a:solidFill>
                            <a:schemeClr val="bg2">
                              <a:lumMod val="65000"/>
                            </a:schemeClr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Tweak exercises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10:55 – 11:30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954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Try a different example (with more features)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11:30 – 11:55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7401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Deploy your dashboard using GitHub + </a:t>
                      </a:r>
                      <a:r>
                        <a:rPr lang="en-US" sz="1600" b="1" dirty="0" err="1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Streamlit</a:t>
                      </a:r>
                      <a:r>
                        <a:rPr lang="en-US" sz="1600" b="1" dirty="0">
                          <a:solidFill>
                            <a:schemeClr val="tx2">
                              <a:lumMod val="95000"/>
                            </a:schemeClr>
                          </a:solidFill>
                        </a:rPr>
                        <a:t> Cloud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2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11:55 – 12:20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669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Wrap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up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and</a:t>
                      </a:r>
                      <a:r>
                        <a:rPr lang="nl-NL" sz="1600" b="0" dirty="0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 </a:t>
                      </a:r>
                      <a:r>
                        <a:rPr lang="nl-NL" sz="1600" b="0" dirty="0" err="1">
                          <a:solidFill>
                            <a:schemeClr val="bg2">
                              <a:lumMod val="65000"/>
                            </a:schemeClr>
                          </a:solidFill>
                        </a:rPr>
                        <a:t>questions</a:t>
                      </a:r>
                      <a:endParaRPr lang="nl-NL" sz="1600" b="0" dirty="0">
                        <a:solidFill>
                          <a:schemeClr val="bg2">
                            <a:lumMod val="6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600" dirty="0">
                          <a:solidFill>
                            <a:schemeClr val="bg2">
                              <a:lumMod val="85000"/>
                            </a:schemeClr>
                          </a:solidFill>
                        </a:rPr>
                        <a:t>12:20 – 12:30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76293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409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F3058EBA-32BF-A4C7-ED62-09820A4C2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C3F55BAC-F320-FC48-F527-B0BEB0E320A4}"/>
              </a:ext>
            </a:extLst>
          </p:cNvPr>
          <p:cNvSpPr/>
          <p:nvPr/>
        </p:nvSpPr>
        <p:spPr>
          <a:xfrm>
            <a:off x="367990" y="5488935"/>
            <a:ext cx="4694664" cy="1405054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2BEE8948-B99A-D81C-A86F-3372D866B414}"/>
              </a:ext>
            </a:extLst>
          </p:cNvPr>
          <p:cNvSpPr txBox="1"/>
          <p:nvPr/>
        </p:nvSpPr>
        <p:spPr>
          <a:xfrm>
            <a:off x="2920532" y="358761"/>
            <a:ext cx="5689606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How to deploy the app as a live web app</a:t>
            </a:r>
          </a:p>
          <a:p>
            <a:pPr algn="ctr"/>
            <a:r>
              <a:rPr lang="en-GB" sz="32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(one option)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E15101-BAF6-5CE2-1CC8-24ECA76F7589}"/>
              </a:ext>
            </a:extLst>
          </p:cNvPr>
          <p:cNvSpPr txBox="1"/>
          <p:nvPr/>
        </p:nvSpPr>
        <p:spPr>
          <a:xfrm>
            <a:off x="640609" y="3181071"/>
            <a:ext cx="632890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Host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code in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(Push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the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dashboard app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Github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)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Add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a requirements.txt</a:t>
            </a: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Go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to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 </a:t>
            </a:r>
            <a:r>
              <a:rPr lang="nl-NL" sz="1800" dirty="0">
                <a:solidFill>
                  <a:srgbClr val="FFFF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https://share.streamlit.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Connect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repo</a:t>
            </a: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- </a:t>
            </a:r>
            <a:r>
              <a:rPr lang="nl-NL" sz="1800" dirty="0" err="1">
                <a:solidFill>
                  <a:schemeClr val="bg2">
                    <a:lumMod val="85000"/>
                  </a:schemeClr>
                </a:solidFill>
              </a:rPr>
              <a:t>Deploy</a:t>
            </a:r>
            <a:r>
              <a:rPr lang="nl-NL" sz="1800" dirty="0">
                <a:solidFill>
                  <a:schemeClr val="bg2">
                    <a:lumMod val="85000"/>
                  </a:schemeClr>
                </a:solidFill>
              </a:rPr>
              <a:t> </a:t>
            </a:r>
          </a:p>
          <a:p>
            <a:pPr marL="285750" indent="-285750">
              <a:buFontTx/>
              <a:buChar char="-"/>
            </a:pPr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  <a:p>
            <a:endParaRPr lang="nl-NL" sz="18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DDA812-05A2-D992-1707-592988B4A652}"/>
              </a:ext>
            </a:extLst>
          </p:cNvPr>
          <p:cNvSpPr txBox="1"/>
          <p:nvPr/>
        </p:nvSpPr>
        <p:spPr>
          <a:xfrm>
            <a:off x="8046720" y="3181071"/>
            <a:ext cx="273023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Advantages: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no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2">
                    <a:lumMod val="85000"/>
                  </a:schemeClr>
                </a:solidFill>
              </a:rPr>
              <a:t>automatic deployment</a:t>
            </a:r>
          </a:p>
          <a:p>
            <a:endParaRPr lang="nl-NL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194576-9796-EC57-07B7-0D44222B816B}"/>
              </a:ext>
            </a:extLst>
          </p:cNvPr>
          <p:cNvSpPr txBox="1"/>
          <p:nvPr/>
        </p:nvSpPr>
        <p:spPr>
          <a:xfrm>
            <a:off x="780585" y="6191462"/>
            <a:ext cx="38694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dirty="0">
                <a:solidFill>
                  <a:schemeClr val="tx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https://9lscwwsuhw2dkugffukt2t.streamlit.app/</a:t>
            </a:r>
            <a:endParaRPr lang="nl-NL" sz="120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B237CB-4D5B-1F61-FD64-4D6016333FF9}"/>
              </a:ext>
            </a:extLst>
          </p:cNvPr>
          <p:cNvSpPr txBox="1"/>
          <p:nvPr/>
        </p:nvSpPr>
        <p:spPr>
          <a:xfrm>
            <a:off x="875373" y="5883685"/>
            <a:ext cx="24513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Example of a live web app </a:t>
            </a:r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21216902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57">
          <a:extLst>
            <a:ext uri="{FF2B5EF4-FFF2-40B4-BE49-F238E27FC236}">
              <a16:creationId xmlns:a16="http://schemas.microsoft.com/office/drawing/2014/main" id="{4382116A-6D8A-B9F6-4673-B37184485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DB2279F0-896A-1F70-D802-40BEADCDB6DD}"/>
              </a:ext>
            </a:extLst>
          </p:cNvPr>
          <p:cNvSpPr txBox="1"/>
          <p:nvPr/>
        </p:nvSpPr>
        <p:spPr>
          <a:xfrm>
            <a:off x="-1063640" y="5113889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Feedback :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7176E5-E8C2-BEDC-CFDA-FABE6F2E1D08}"/>
              </a:ext>
            </a:extLst>
          </p:cNvPr>
          <p:cNvSpPr txBox="1"/>
          <p:nvPr/>
        </p:nvSpPr>
        <p:spPr>
          <a:xfrm>
            <a:off x="611852" y="1627565"/>
            <a:ext cx="652614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APIs enable automated data access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Python transform API data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turns scripts into dashboards</a:t>
            </a:r>
          </a:p>
          <a:p>
            <a:pPr marL="285750" indent="-285750">
              <a:buClr>
                <a:schemeClr val="tx1">
                  <a:lumMod val="20000"/>
                  <a:lumOff val="80000"/>
                </a:schemeClr>
              </a:buClr>
              <a:buFontTx/>
              <a:buChar char="-"/>
            </a:pPr>
            <a:r>
              <a:rPr lang="en-US" sz="2400" dirty="0" err="1">
                <a:solidFill>
                  <a:schemeClr val="bg2">
                    <a:lumMod val="85000"/>
                  </a:schemeClr>
                </a:solidFill>
              </a:rPr>
              <a:t>Github+Streamlit</a:t>
            </a:r>
            <a:r>
              <a:rPr lang="en-US" sz="2400" dirty="0">
                <a:solidFill>
                  <a:schemeClr val="bg2">
                    <a:lumMod val="85000"/>
                  </a:schemeClr>
                </a:solidFill>
              </a:rPr>
              <a:t> deploy apps (live web app)</a:t>
            </a:r>
            <a:endParaRPr lang="nl-NL" sz="2400" dirty="0">
              <a:solidFill>
                <a:schemeClr val="bg2">
                  <a:lumMod val="85000"/>
                </a:schemeClr>
              </a:solidFill>
            </a:endParaRPr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D91BD9BB-7899-1925-BB11-152A7EAF7848}"/>
              </a:ext>
            </a:extLst>
          </p:cNvPr>
          <p:cNvSpPr txBox="1"/>
          <p:nvPr/>
        </p:nvSpPr>
        <p:spPr>
          <a:xfrm>
            <a:off x="3072932" y="511161"/>
            <a:ext cx="5689606" cy="76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4400" dirty="0">
                <a:solidFill>
                  <a:schemeClr val="bg2">
                    <a:lumMod val="95000"/>
                  </a:schemeClr>
                </a:solidFill>
                <a:latin typeface="+mj-lt"/>
                <a:sym typeface="Caveat"/>
              </a:rPr>
              <a:t>Wrap up</a:t>
            </a:r>
            <a:endParaRPr sz="1050" dirty="0">
              <a:solidFill>
                <a:schemeClr val="bg2">
                  <a:lumMod val="9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1162B2-AD08-05E7-E095-5C2B2098D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0126" y="4288972"/>
            <a:ext cx="2425337" cy="242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p64"/>
          <p:cNvSpPr txBox="1">
            <a:spLocks noGrp="1"/>
          </p:cNvSpPr>
          <p:nvPr>
            <p:ph type="body" idx="1"/>
          </p:nvPr>
        </p:nvSpPr>
        <p:spPr>
          <a:xfrm>
            <a:off x="152400" y="2535723"/>
            <a:ext cx="6454912" cy="1900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</a:pPr>
            <a:r>
              <a:rPr lang="de-DE"/>
              <a:t>Thank you.</a:t>
            </a:r>
            <a:endParaRPr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16497bc9-6c30-4edf-9d94-0ffd7d636e6c:53f95f8e-633e-4dd0-b67f-e37d65728e40:0:1"/>
  <p:tag name="MC:BASE64" val="iVBORw0KGgoAAAANSUhEUgAABFMAAA8ACAIAAACgW9VlAAAQAElEQVR4nOzdB2AU1d738TNJAEGxAtJBUbFXVHysYBcLNrBebIiFq4heBcsVuyhSRAUVEGxgx15QEAuCeu2IWOnVQhEVSLLPb+bsTia7m93NJptsNt/P+948k9nZ2ZnZCZ7f/OecKQiFQgYAAAAAclqBAQAAAIBcR/IBAAAAkPtIPgAAAAByH8kHAAAAQO4j+QAAAADIfSQfAAAAALmP5BMfg30DyFqO4xgAAFBOJJ9SgoGH8AMgCyn2BP91IgUBAJAih/a95R+HBBMAUF2CCcdOx84BAAAJkHxcwZBj+TPJPwCqV1TCCcYe/1dD+AEAIBnudjNROccqLi4OzjEAUK2CUccXfAkAACRG8ilh046NPXY6mH/sMqQgAFUmttpj5XnshP+q/nUiAgEAkEBtTz6xpR7pO3LthzOVeYod4xi3MeEu4TUovJ8hE55Tar6TaE7p+fqgPPfFyE/NMfppQiXLO+Hlo9fgRLYhZsmo+Skt6aSwFyks6c8vY8nU9rc4zjZnfH/TOjIl803pbTDefoW3JGp/7ZJ2TpnbnPr+Jt3min7vZZ69wfl272L214QiSybZ34qe56by9jel793unf3e4+xv1FldyWdvyf4q8eifrXojLy/Yc1u9GAw/BgAAlI2ajyuYfIqKin5eXPz1L8XGbd8Uh5sd3mJqjBi/sVvyq22aFJc0U+zMUPjXUs0X48/03hsKrDOwTOk1h+KtOfJqnDV7E6HAOuN9etz9ckKhMtYc2KTEn+430VLdrzI+PaZhGme/4ixj55d8kG0slr3myDKx31TMp/tLmpjAE/k2o7+p+J9e+ntxj6cTs1/R50kqZ2DUkU9yBvqfXv4zMNWzNPEZaEp9eijZmlM9A8u/X6l8egX2KxDPUj//Q5Ew6U/rFxP5fou9Nxav/kv/XpnSXX0o+wAAkECeqfX8so8t+Cj5hG9pC4XCrRHH8W9xCzdHwu1rx1/G8Zbxrt3aJlS4zeVdMg6v31vGXt814QaP/eGEmzjha72BN4e8VYfCt7IE1+ytM1JRKenxbDc0FGlzlVrGRJYptV+RrYk0rUwo/Lml9suU3i9/mZj9cuyawwuWvV8lnx752FCp/QrcuuOYePsVil3G3+aSzXTCH+BEtjkyIrBT8k05JV9IWWv2Twfj3/UYWcbfrMA3Ff3pgSNWahn/MBkTbOx6y5ccscAZGIo9A0vtV+w3FbNfkW/KCZyBdpkk31TJGejvdbz9CpyloTLP0lDw/I+/X0nPQCf+Geik+pfl75dJvF/+OpPsV+BQltovx0SfJ/H3q6y/vpK/rOCapcjj35TLjbgAACRFzccVdbdbuA3hNZUa1HObH5GbXiININvQcS8A53nXep1I+zTeMva94WXyki1j3GVKmvL5TuRGGn8ZY6KuE8csE15/ZBm3kZYfuEaeX8YyJnDdOt+JWSbm2nl+oMLjlLGMCdRhYpaJXAv3r9ObUjWKvJg6Rng7A/sSXCavZBlTUoGJbENe4Cp7nomtxkRfic8LHOHSG1ZyFT8/8K78MpaJrNmdmcIyxkTXo5xUanFlLBN19EovEz5KpZcxpYpFqSyTfF8CX0Tl7Uv0mRBnGf2Sl8K+5BkTXbuL3d/S++Kf1Xmxy8Qcc6eMfclLYV+iljHr1zvri+zBVOzJ8/698oM6BR8AABKr1cknalS30jWfcGNswTNbbLoRjQkA1W/NtaP/uuNJ+++R/plyw4+Hgg8AAKngbjdX/JqP94oBgKzhX4bxb3ILlR5/EgAAlIXkU8IPP/6MQDMDAKqfn2/8yzR08gEAIEW1PflEPaindDPCoeYDIKtEhkgxZB4AAMqLmo8rqsNPIPBQ8wGQRUKByzEkHwAAyoWx3UoJVHvCMwwAZI2Sf5sC9WoiEAAAqaDmE62kARGinw+A7EK+AQAgbSSfsjn08wGQXRwuxwAAkC6ST2I0MgBkkRCXYwAASBf9fBKjkQEgi3AxBgCAtFHzSYB+PgCyCxdjAABIG8knAfr5AMgu9PMBACBtJJ+4eJ4PgGxEPx8AANJGP5+4eJ4PgGzExRgAANJGzadsPM8HQJbhYgwAAGkj+ZSN5/kAyDL08wEAIG0kn8RoZADIIvTzAQAgbfTzSYxGBoAswsUYAADSRs0nAfr5AMguXIwBACBtJJ8E6OcDILvQzwcAgLSRfOLieT4AshH9fAAASBv9fOLieT4AshEXYwAASBs1n7LxPB8AWYaLMQAApI3kUzae5wMgy9DPBwCAtJF8EqORASCL0M8HAIC00c8nMRoZALIIF2MAAEgbNZ8E6OcDILtwMQYAgLSRfBKgnw+A7EI/HwAA0kbyiYvn+QDIRvTzAQAgbfTziYvn+QDIRlyMAQAgbdR8ylYlz/MJhUIffPDBgAEDunfvfsABBxx22GHnnHPO0KFDv/rqq7Le8vXXX7///vsmA7Qxr7zyypw5c0zGXHjhhR06dBg0aFBw5pIlS5577rngnPPPPz92MZRl5MiROlynn366P0eHTnN69erlz4l75Msl9sSr+DorS2Fh4dSpU2+44YbTTjutc+fOHTt2PPbYY88999yXXnopwbv++ecfnfBXXXVV165d99tvvy5dulx88cWPPPLIggULgovNmjWrg0fHOemWnHLKKVryiiuuMJnBxRgAANJGzadsmX+ez9y5c/v16/fDDz/4c9QUW7FixTfffPP4448rCKklt8UWWwTfctttt73wwguXXnrpgQceaCrVX3/9pdD1888/jxkzxlShiRMn3nnnnWosnnzyyQbZKnMnXsV98cUX119/vfJzcOYSj9KaNnvgwIFNmjSJepdS3M033/zHH3/4c5Z6PvnkkxEjRnTr1q1Pnz4FBe6/kDvssMM222zz448/vv766xdddFGCLdFfrr1wcMIJJ5jMcOh/CABAukg+iWWw5qOEo0vyv/76q1pXnTp12nXXXZs1a7Z+/fqFCxdOmzbts88+Uy2oZ8+eikANGjTw36X5JjOUfBR7TIZtt912+tmyZUt/zsyZM3XB3qACdObsueeewaMaK/bIl0vcE6+C66wUSiO6QGCn27Vrd/TRR+to6E/ml19+UYaZMWOGws8ll1wyatSoTTfd1H/X559/fuWVVxYXFzds2PDII4/cdtttmzZtqhQ0b968d955R5ckJkyYoF+V9+zyKgqptKW/TRVj9ada1saogqSf+qCDDjrIZEbIhLjhDQCA9JB8EsvgtVU1rRR78vPzH3zwwd122y34kmovakINGDBA7bDx48eff/75JldcddVVBpXtBE/iZTJx5Kv921RV54477tCELh/o7+Woo47yX1Jt6l//+tf06dP//e9/qw6jotB9993nv/rAAw8o9qgQpL+vTTbZJLhOxSStSn+Ab7755qmnnrr77rtrZpcuXYYOHaqIrqBVVvLRq2+88Ybxvo68vEzdSEzsAQAgbfTzSSCz/Xw+/fRT/TzggAOiYo917LHHbr/99prQdWsDIB6FGdUqNXHrrbcGY4+vY8eOF154oSYUgb755hs7U5XVL774QhNnnnlmVOyx/vOf/zjuza4lf30qDakwqwllm6KiorgbM2XKlD///FMTJ510kskYbnQDACBt1HwSyOz99PYWr/r165e1gC4zt27d2t5QJPfee++jjz5qp+/3KBo9/vjjdo6aXLpKbbsZzJ07d9NNN91mm2122GEHXbTebLPN/HV+8MEHffr00RvHjh07fPhwXdVWk659+/bz58+fOXOmXea8884zXqMwbi9ttSB79+6tCb032AfJrlkTN910k7bcn7969epDDz1U19e1qfpcNUM/++yz0047TeUC/y12tR06dNDEe++9F7y7T0dJm6oG6KxZs/RxOhpHH330IYccYpJR3UxH45577tEOPvTQQ99+++2OO+7YrVu3zp072wXUYh4zZoyWmT179kYbbaRjtf/++x9//PG2yRtk+8FPnTr1xx9/XLlyZdOmTbUq1RP8r8b37rvv6jtavHjxihUrttpqKy2gBGv3K+oAbr311k8//bTaympJa9f09e2888777LOPvq969epFrVZfzauvvvrll1/+8ssvG264YatWrY455hhtat26de0CI0eOHDVq1LbbbqsKRlkHJHjkTeDwvvPOOzq8czyao9NGm62qRbt27ewyCU68uOvM3HGIsmbNGm28Jo444ojDDjusrMW6d+/+3HPPtW3bVgUirVxzFF1C7vglJnimBekg6wjo4Gjz/JmaM2nSJJ3P06ZNi9vZSd+Rfu65554tWrQwGUM/HwAA0kbyiasqnuez6667qtn99ttv77777ieffHJsg/t0j/+rmlNqVKkRvHbt2ubNm6v9rVxkX1KL/OKLLw721f7777/V7nz//ffVFB4xYoQtHwUNHjxYLU5N2DvuVHfKy8v7+uuvNUdBSC2/sjpv7L333htssIHCgFbetWtXf/7HH39sJ9QUDiafDz/8ULGnUaNGsdugeKY9mjdvnrZB+UQNd80M3iakdvMll1zi9zBRVlFCU2P3v//9r9r9JgVLly697rrrtLXGK7KpPW3n68j3799fh8j+quaspidPnjxx4sRbbrkluO8LFizo27dvsAfUPI9a6jfeeONxxx1nZ6olfcMNN9ibnazvPYpMqkVcc8012sGobdNnqVLh/zrNo5mjR48OFiIeeeQRhQ3/13Xr1umL/uqrr5599lmlHWU2ky7FDGUPvxJiferRaaPjZr/fBCderMwdh1jKIareaEJhOMFiG2+8cXB7RCewzsbvvvvu4YcfbtOmjfYu9l3XX3991Jx9991Xp7HOVa0tNvn8/vvv2mxNpHhmpo1+PgAApI273eKqiuf5qCjRpEkTXVe+8847ddVcDVwFmATLKx2pdqF2p6ZPPPFETdvGmXKFGqlqDaskokbnhAkTVEt58skndT1eLTy16YcOHRq1qoULFyr27LXXXmeddZZyl66XKwbcfffd9lU1T7VyPyREUUz6v//7P03MmDEjON+/LyiqK7w2Rj/jVml0AV4fZBuRO+2000MebbO/gJqYqtVcfvnl2imVBW677TY7QteQIUNSHBThwQcf1HV9FRzUHtWhU1VHM5cvX37RRRcp6qgtrlioNb/22mt33XWXygLKfv369QvezqSUZWPPpZde+sILL6gkpRqIXc/NN9/sD388btw427xWWempp55SI/iZZ55R3czuhTY4asP0RjX3dfC1y1rnAw88YI+DCi96u7+YDrKNPSrFqJmuWopevfLKK3WUdLZUcDjp++67T7FHkVvxUqefvinlDZ1UOlAKMCqX2RvJyjrx4srQcYhL54ad0JlsyknHUDu+bNky/Zko/mkjFV0Sv0XLa/eNd1ebQmDUqzqF9JeoIHr44YebTCL2AACQNmo+ZQuFjJPBZsbmm2+udt6AAQPU+vzpp5/sfUQqg+hq9A477KB0YeswSdejC+p6u/G6OqggY2du51Fb6dZXuAAAEABJREFUTU3///3vf2rKK7H4b1EcOuigg1T2MWk54IADVB5RkUftY1uqUu764YcfFEtWrlypsoyiRePGjY1XAfjoo49MGcknFYqF+jg7feSRR6oY1adPH23/rFmzdtlll6Rv1/bYu+yCM7XjqgJ17979P//5j52jQkTnzp11zM844wyVApQbzz77bOPdtWUfrKS2vl/g0mL77LPPCSecoIKSSnZKsHqLfdLLv/71r8suu8wuttVWW11xxRX6QvW1vvTSS6oO7bHHHv42qHSz44476tux34tWqO9OH6pV2S4o1vDhw/VTkWzs2LE2E6pt3a5duzp16ujIqAmu0KtpU35qptuIcv7559v7G403SpuopKM8oLKhokXULWqJZe44xGU71dSvX7+sm9YS0DYohqm+99tvv033DBw4UBUtFTwVyDt16hS3rnXSSScpf2qbVW5SnA6+pNCon8rSSW/Sq6AQ4QcAgHRR8ylb5p/noxatrrXrarcuq9sbe1asWKFGmGb27NlTzSy1vJOupFGjRio+KA/4scdnW/yKH/amoCC/u0sa7FV5hQrFDzvH3uqmDVDpxkQGbxDFBi2mJnvstqVC2+/HHstviCt1pLIGtWWjYo8yj5qtmujRo0fUwtpO20v+xRdftHNsNxLVW4L39RlvJDFVxpQ6OnbsaLxWr2pQatzbzvRBasQ3a9YsuE6fIlMwjipD2mHE/OKD6iEKAJpQhSpYCjNeCNQ3rg1Ie0BwhWHFub59+9o6RpCiiJ1Q+DHlkaHjUBbbVyfqyKROp9bLL798xx13qOZp0+OiRYsUJpU29ad38cUXx9Zglef33Xdf43VyC86fPXt2ph/j43MIPgAApIuaT2IZb2SonbenRy3pzzxKC6oC6Xq2Gr5XXXXVvffea+8uK4uSzzHHHOP/quagLmMvW7ZMtaDXXnvNzlTyiWogJngmSVKbbbaZ6i1ff/31jBkzbCvZ3uq21157LVy40O6F7Xrx4YcfGi8pBZu2qVPkiJqjvVDZZ82aNfZGrKRid9MfyCF40KL4z8S00c42xKMEH9hil1etILYVroykty9evFhHJuql2KqCfeCMfyeV3wMntiOKilRnnXWWqQC19aNGBVDq/vXXX9WCf++99+yc8saqDB2HstgBNoLd28qrbt26h3uUh6dNm6Yqk85qpU39veiUVuB84oknttxyy+BbVLOa4dFfmT/Ch32Mjx1TxGQY/XwAAEgbySexqhtDKS8vr4PHeOlFF5Vvu+02XXS/5ZZbdGXaPku+LFpel9snT568atUqBZ7YCo+9Oh6kvGQqQNfL1UZUeercc881kZqPEtrPP/88evRov6uP7eQTVbdJXdy7mOz9dbF7FFdw9DlLxyfpu9QOVrLSp9uyg+3ikoBt8Zc1opedr3pC1PzYr8DmQ3/XFEX0s169eptvvrnJDFXnnnrqKYUH1TfszWNBKR5kX4aOQ1n8N86bNy/BoAupUFTr7DHet//oo4+qEqvjP3ToUPu8IJ/i4p133qlj9dZbb9kBSFQ9e/31102GB7P2EXsAAEgbySeBDN5RP3fuXCWHdevWxW0tqXFvb7u6/vrrly9f/tFHH8UdRdfXp08fW10xXrcKtQKbNGmy3Xbb6br+gAED4r4lvSKMTxWPESNG6Bq5spkaiGrOtmzZUi3RjTfeWGvW3ql6oBahYoYS3cEHH2zSklfhx0HG7qaNhWrp2lSWmD9sdGI2l5b1mBcrdl+S7p39dCdjnc3GjRtn+xEZ7z4u1fFU32jTpk3Hjh2DgwqmLkPHoSx2iGrj3VSZOPkoyeiE1A7a4Qe+/PJLRXTtctxMrnPjwgsv1PLPP//8pEmT9DeoMqP/qvaxS5cuiotvvPGGPUrvv/++/gT0ZSUeYq6y0M8HAIC0kXwSyGA/HzW7hwwZonb5McccU1ZHhSOOOEK5pbCwMPYGoSA1zmzs6dmzZ/fu3e2dQpYuS5vM2HbbbVUJ0TX+//3vf8pmxuvkY7zG+h577GFHRra9RPbcc8+KjLxc6WwTWdf1Fy9ebHueJKAYoBZw3D5Fmq8KW/PmzfX1tWrV6rvvvvPvkYtiv77Y6lPqm6qGdfBrtfSJm222mZrv6SUHba2yq/EGn7jsssuCySFpB5uyZOg4lEVn2iabbLJy5coZM2ZEjTcQpL+gMWPGqEqjPbXJR0Fo6tSpu+++e4Jq5JFHHqnkowmdJ1F3XXbt2lXJZ+bMmfPnz9cu24LPoYceGjtgdybwPB8AANLGCAdxZfx5PrY/gK6OP/vss2Uts2zZMtvRwo6TFt6gmAqAfX7iTjvt1KtXr6j2sd9Fu7i42FQ2W4b65JNPFH5MYGRhO/Hxxx/7nXwSr8dxqvQStmpidiJuLLz22msVOP3ncirY6Kcdni7KY4891q1bt4svvthEIoqOg7JQ1GJr1661x6F9+/amnPzHCk2fPj3qJaXKs846S8WH2JdSpMCss0vZW+k6qmDyww8/2IngaZPK15Sh41AWbbwdeULZww4FEdfIkSPtjXynnHKKnWMHvVDFMsG7/MsNdiD1IMV+u4bXXntNe6oQZapkbAMrROwBACBdJJ+4Mv48H1VC7DBow4YNe+aZZ2IXUCiyHQw23nhjO4CYZQehCnY9tx3BY28xUpvMjrRrUks+/p1dKfZrt5FGCceO5LbPPvvY+barku0FrolOnTql8rlpj1FWXirj2FEZHnnkkajO8WqyKw6p4uG3zu0oCAsWLPCfVmTp2NoB4nSl33hjGasVrjSi2kLUx40bN87GgOCICClSVc0OrvDcc89FvWQDs4pp/mEvL3va+OOSBynU2YngaRN74sXK0HFIQHVOm0z69Oljxx+P8uabb44dO9Z4pS3/70gRyJ51//73v+OOna2C3kMPPWS8s1p/gLEL2MQ1efLkKVOm6Jgoo5Zr+O+K4FY3AADSRvIpWyizd9TffPPNKtGo6Tlw4MDzzjtPKUUR4oMPPlBDTTWHI4880l4j79u3b7Cbgb2jZtq0aVrYDlNm2/G6ej1q1Cibf9QUe+WVV84++2z/tqVURkJr0KCBvW9KjUWtfN68eYmX33vvvTfYYAPVB9RM3Hrrrf1e+LvssotayUuXLlULuF27drZskoC9F07br/3V51ZBBLKP8VEd4Mwzz9QBV/7RLjz99NN2vlrSfnFA+2gD3o033mjrA3rXe++9d+mll6oi16xZMzsktOpI3bt318Tjjz+uvPrTTz+tW7ful19+GTJkiG1Aq1m83377mfLTt6+fn3/++aBBg/Tl6myxj36y/XMuueSSxENfJGCrjso22rWVK1famTr+F110kV9HCp42sSderMwdh7LoDNTK9Xekb1B/RDfccIM2Xlv49ttvK7+pLHbdddcZr3anPzf/XZttttktt9xivHHhLrjgAhX6FGDsu0aMGKEvVwWcJUuW1K9f3x7/WPrzVHbSDtpxz6MGPc8oKj4AAKSNfj5ly/DzfFR8UFZRW23WrFlfeaIWqFevXu/evaM6MKjt+Nlnn3399ddqoSozvPvuuz169Hj99dfVEB85cqSurLdt21ZtzX/++UcLd+vWTQ164w1+5d86VRa1oVWJUvvvOY9qNXfffXeC5RVvdBHdPnEoeMHbrscWfJLe6ma8dKHjoERx+eWX69fx48dvu+22JpOUzdTYvffee3XQVCsIvqQ29H333aeWsT+nX79+inA6LFGjSKvNrca9H0r1daxevfrll1+2Ry+4pA7OnXfemV5vHMVatd3VuJ/gCb502GGH6fs16drfo7Spb1Dxb5tttlFb344mt8ceeygSzJkzR8UuE9iLqBMv7mozdBwSUIFO54++R23t656oBVq1aqWLC1HjBKpYN3jwYMUh7fJbnqh32cdkxY6rbtlH377xxhuKgiqaVdmtboZ+PgAAVADJJ7HM3lqilKKsosvGn3zyyezZs1UnUTtMNQddO1eoOOKII2K7g+sSdX5+vi5Ra3k1IhUYNt54Y13eVuNPrfPFixcrR6mRd8ABB5x66qlq2qpcoLLM5MmTEz8UyFIDUde8FVrmz5+f9GkqxhuuOjb52F9t8kllVLe99tpLDeJnn31WrWrVNCryeJbUnXTSSYcccsiTTz757bff6oip9LHllluqHHHhhRcGK2yi+YqUqqEpHqjso7Bkb0JTZSD47eiYq3hy/PHHq9H//fff26HDtt9+ex2Bo446qiLNfZWVdJxVRbGbqkKEmvInn3xyly5dTMUo2T7//PPatUWLFmnXFFmVCbVafaKylpKPzkxlb7tw7IkXd+CKzB2HBPR3pB3RSa7Cqfblt99+09mrb0d/SkcffbS+67iVsYMOOsiO3qY/HF0s0Der6wWqDil4a2sVjewNfmVR2lHyMV68D0blTON5PgAApM0p7yM7ckkoosizfv36devWqc109qCCKV+5oyE7JvT7i4023YiWBoDqt+ba0X/f8aSdXvtM/4IDd6lbt64SmqJdvsfxGAAAEA/9fBLgyRkAsgs3ugEAkDaSTwLcTw8guzhcjgEAIF0kn7gy/jwfAEgDz/MBACBtjHAQV8af5wMAaeBiDAAAaaPmU7YQ/XwAZBcuxgAAkDaST9kc+vkAyC708wEAIG0kn8RoZADIIvTzAQAgbfTzSYxGBoAswsUYAADSRs0nAfr5AMguXIwBACBtJJ8E6OcDILvQzwcAgLSRfOLieT4AshH9fAAASBv9fOLieT4AshEXYwAASBs1n7LxPB8AWYaLMQAApI3kUzae5wMgy9DPBwCAtJF8EqORASCL0M8HAIC00c8nMRoZALIIF2MAAEgbNZ8E6OcDILtwMQYAgLSRfBKgnw+A7EI/HwAA0kbyiYvn+QDIRvTzAQAgbfTziYvn+QDIRlyMAQAgbdR8ysbzfABkGS7GAACQNpJP2XieD4AsQz8fAADSRvJJjEYGgCxCPx8AANJGP5/EaGQAyCJcjAEAIG3UfBKgnw+A7MLFGAAA0kbySYB+PgCyC/18AABIG8knLp7nAyAb0c8HAIC00c8nLp7nAyAbcTEGAIC0UfOJ5jiRpgXP8wGQZbgYAwBA2kg+ZeN5PgCyDP18AABIG3e7lVJS8InMUOEnRPxBlavy5i1nec2gf5DsueH/Y+VEGAAAkBDJx2UbDcGfEaEtuv6q9BNuanitQ3fam+OEmyAhf44xJUs6ochEvGXCqwoF1hlYJjIz+K7AzCRr9iZCgXXG+/R4a/ZyXvw1p/7pKeyXpp1kn15qmTL2K7BM6SNW8qs77ZT+vmLX7N7VWOaaS5YJbkbMp8c9B+ynR+9X7HkS++nRx9N+VpwzMMmaE52l4f1K4wz0tqRCn16yX6XPgco4/1P/ywrsUQp/1yn+ZSX+9Ph/WbHnSeyaS50nYQQeAADKpbbf7RZ73TQvLy8yMxRuyTi2rRV5vo9thnqtlZDXFyjkTnotE+91J7CouwKvQRNy3+V412sDDbnw6ouO9i4AABAASURBVL1Xw2t2TMlzhLz12zW7y5Rec/jqrxMKv8vbl1Bww6OWMcZ+eultDu++9+mmzP0y0ftlwvtlEuyXKWO/HK+NF1lz5GNDwTU7TmC/TBn7FVgm0JY2jhM4/E7w0034c0Om1Jqd0mv2P92UXsZEL2MCnx74ppyoT/c3Pe4ywU8v9U05TqkzMFRyBoYCZ2BkzQnPQBPnDHRizkCT9AwM7peJ3i97BiY8SyP7FYr/l1Vqv5KegRX9ywqepab0MvaIpf6XFTxLSz49skzgXwxTxl+WEzz/o5aJ7FfgdLDyPCQfAABSRz+fEn7sKWlMG/9au7FXXsNtm5IsEl7GNrBKBpwNv8sxoZJSkm1Mh/xGkRO+phsqaemFGz3+FWX7Qskyxvj/x/uf4wcAY6OIE/4Z2BB/GX+zbJM90tbylrJrDvm7V7JMGfvlNwej96tkGf8gxe5XuDloTHCZkv1ySu9XeKNCpuS7iOxXuJkYOJ6R/QrvkSn5wuzBC3+PpdYc79Njv6ngpztOqKSRamKPaijyYSbcXnX8Rn+po+qYwIcEvik/fNozMCz2iIX8szT4TZW5X3HPwHAUDO+Y/7km9gw0cc7AkjDjnzgm0RkYCvzVlP42jb/vZf1llexXor+swBkY85cV56/PBP+yQlH7FfnLMgn/sso+T6L+skyiv6xQKO554sT967M7HmQAAEAy3O3mCjYg8vPzt29ZtPpvU1xU5L4W7ugTuHIcaLiYSBXFKWn0hBy/iV8yP9x8THU9dqtKLV8qgPmN7Dyv4ZUXiQHh5mDJ8k5gzfZnXuyWhEJRN3elsEexMSbcADWB+Un3KHbNJtmxjawn7WNbtXu0ft36b7752q5ns8023Xqrratuj+Ktxz1byrceU/oIxH5HMdufqS0pcz3pn73xz7rwnHJ9R35ZtjgSafxKV8nPZHtU5B6TREfGvTKj61X6K3ZM3qYbBcs+hB8AAJLyL1jWUiFPsaeoqKiwtCKPXgpFGKA8Fi9e3LlzZzvdpUuXQYMGGaA8/GBjc44uzRTE8CMQ9R8AABKg5uPye/ioVeHHG3+On3wMUE5169b1p3U61atXzwDl5EeaYPjJ9wQDD5kHAIDESD6RfgKB8GPixR6SD9IQjDokH6QtmHzsP03+NJkHAIAUkXxctt2gNoT/qwKPfo2KPYQflFedOnX8abVWgyUgIEX+DW/B8BNMPlFLAgCAuGp78nFKjYwcDj9+C4PYgwoKJh+dUSQfpCcYfpzIKJTc6gYAQLlQ8wkLhp9QZMwoMg8qKJh8dFIFfwXKJSr8+GknOGEAAEDZSD7hso8xpR4PEpV5CD9Ij38LpfFOLduLDCgvP9UEQw6BBwCAciH5uKLCjz9B4EEFBaMOyQcVV1avHvIPAABJkXzCglEnmH8IP6iIqLYpzVNURNzzh5MKAIAUkXxK8dsQwaf6GCBdUecPpxMqBScSAABpIPnER8MClYKaDwAAQJYg+QAAAADIfSQfAAAAALmP5AMAAAAg95F8AAAAAOQ+kg8AAACA3EfyAQAAAJD7SD4AAAAAch/JBwAAAEDuI/kAAAAAyH0kHwAAAAC5j+QDAAAAIPeRfAAAAADkPpIPAAAAgNxH8gEAAACQ+0g+AAAAAHIfyQcAAABA7iP5AAAAAMh9JB8AAAAAuY/kAwAAACD3kXwAAAAA5D6SDwAAAIDcR/IBAAAAkPtIPgAAAAByH8kHAAAAQO4j+QAAAADIfSQfAAAAALmP5AMAAAAg95F8AAAAAOQ+kg8AAACA3EfyAQAAAJD7SD4AAAAAch/JBwAAAEDuI/kAAAAAyH0kHwAAAAC5j+QDAAAAIPeRfAAAAADkPpIPAAAAgNxH8gEAAACQ+0g+AAAAAHIfyQcAAABA7iP5AAAAAMh9JB8AAAAAuY/kAwAAACD3kXwAAAAA5D6SDwAAAIDcR/IBAAAAkPtIPgAAAAByH8kHAAAAQO4j+QAAAADIfSQfAAAAALmP5AMAAAAg95F8AAAAAOQ+kg8AAACA3EfyAQAAAJD78gyACigqKtp7772dMrRu3dpfcvz48U7Zxo4dawAAAJAxTigUMgAq4NNPP1X4MRXQqVOnyZMnGwAAAGQMNR+gojp06NCjRw+Trvz8/BEjRhgAAABkEskHqASDBg1q1KiRSUvv3r3bt29vAAAAkEnc7QZUjrFjx5577rmmnFq1ajVz5syGDRsaAAAAZBLJB6g0e++996efflqut7zwwgtdu3Y1AAAAyDDudgMqzYgRI/Lz81Nf/oQTTiD2AAAAVA2SD1BpOnTo0Lt37xQXrlev3vDhww0AAACqBMkHqEy33HJLq1atUlmyX79+KS4JAACAiqOfD1DJJkyYcPrppydepn379l9++aXKPgYAAABVguQDVL7OnTtPmTIlwQKTJ0/u1KmTAQAAQFXhbjeg8o0YMSJBPad79+7EHgAAgCpG8gEqX/v27fv16xf3pYYNG959990GAAAAVYvkA2RE//79lX9i5998880MbAAAAFD16OcDZMobb7xx9NFHB+d06NBh+vTp5XrmDwAAACoFNR8gU4466qgTTjghOKe8jzoFAABAZSH5ABk0fPjwhg0b2ukePXqo5mMAAABQHUg+QAa1atXq5ptv1kSjRo0GDRpkAAAAUE3o5wNkVlFR0U477dSvX79zzjnHAAAAoJqQfKoBx7y2mT17dtxx3pDbHMcxAAAga5B8qkjUceawAzksKvMQgQAAyAYkn6rgH2Q7QQoCclIw4djp2DkAAKC6kHwyLph2Qh4TLwLxRQA1VNwKj+MJThjCDwAA1arAIJOCgSeWIfAAOSQYdXzBl/T3TvgBAKC6kHwyKLbaU+yxE4QfIMcEA09eXl7wp6HgAwBAdSP5VIVg7Dnmun9W/1XstYBC+n/GvQbs/fTm2MvCgTnGn+PEX8aJnhN4b17U2qKXiX5vnrdNkXc58bfKf6+Wd3+4P2PW75S9R1q/U+pdqe1RnvE/yzgpvDe8baWW0azidI9Y/PeW94iF31XOI+Yf7bSOmJPwHIuzR6WPWOI9Knbb+GWu3yQ4B+x7k+61f8RCKW5bJZxj5T5iUedAnveCfuZfeEzdsw9X7NEfvh9+KPsAAFBdSD6ZFcw8UlRU9PmPxSvXuEUeNZEct2kYmfYWd0oCTygYdRy/seXPKePV8AoDTbeoV6PXU8arpTasrPXEfbV0SHNCUTsYfK/9NTztRZrSx6T0tL/B8V71m9qhOMcnulkccwRCCY+zE//o5ZV1BBIfn9KvRgfaso+k96pdIHj04hyNuEcv5tXEZ1oZRzKnz7Qib7o4hTMt5M0JeYsVe9tQbEqOp53jrq3LPvqT10zFHgIPAADVLs8gM6JGL5AiTyjcPnMbl7Y9ZRtS3nLeJeGSV+10uEEVsovaOf6rjt/+tO8NrzR8abnkvX6ryxvTwh91yltp5NWSaW89xl53D9mmbcmr4Q0N72DJe00ocs3bWyLk2IPg2PV4r4Z3MvxqZGNDkX03kcnSx8fYzfS23onzqn3BP96ljo8/HYr0wYg9kiZyJMP7GD6STuQjo46e35cjZDcr5uiFj0ayo2eb78Y/2iVLeu+1u+2UHEnHPwKhUPQRiExHjkD8VyNN9lTONJPsTDNpnWkm3pnm5M6ZFv5K7fFxQ5H+5P1bW/0bXAEAQLWg5pNxwbKPvQBswq1Nk6/mkncfj5PvzsyzTcBwo9IJXH33W52R5b12WPh2oFLvdQLvdQLvdQLvdQLvdbz35plSy4ebcd41dRN5rwm86m2hvaXH+BGi9JoDrWO7tjx/2kaNkveawHtN0vfmxb7XW76s9zol7/U+JZx7InNCgWl9TsiuOZTnTYdv5YocH++9eSXLO3Y6L/Dekmn73ryy3puX54RKf2749q2S7Yya9t/r9hwJvJrkveEYFee9eam8NzinjPfmmfzAe/MD780PvNebDn9WvreG/MB7vTmh/ECxJb+kXhR+rwm8107nhc8B970hfzpc1QlOh98bCpxvSZYPxSwfCl8oCpVEn9LvNeFpxR17O6sp9mKP+F19AABANSL5ZJZ/obck+Ti2KWx2bJP/zZjNDYAcsu7VGauOu87Wf2zNJ89j/x3ghjcAAKoRlyEzKBR4gKkffiK36Bj/9hkAuaTklrbAKI4hHt4FAEB1I/lkXNSo1nZmuI8HgJwT7OcTjD308wEAoHqRfKpCqPTzTI2t+XDfC5CLwqMtmJK/eUOdBwCALEDyyayoG95CkaGjIl2iAeQa/5pGVM0HAABUL5JPlfIaQPTzAXKZn3McSj0AAGQTkk/VCbaB6OcD5Cq/n0/4J3/pAABkB0a1rh708wFyld/Ph79wAACyCjWfKufQzwfIZf41Df7CAQDIKiSfKsfzfICcFuznAwAAsgfJp3rQzwfIVVH9fAAAQJagn0/1oJ8PkKvo5wMAQHai5lP16OcD5DL6+QAAkJ1IPlWPfj5ALqOfDwAA2YnkUz3o5wPkKvr5AACQnejnUz3o5wPkKvr5AACQnaj5VDme5wPkNPr5AACQnUg+VY7n+QA5jX4+AABkJ5JP9aCfD5Cr6OcDAEB2op9P9aCfD5Cr6OcDAEB2ouZT9ejnA+Qy+vkAAJCdSD5Vj34+QC6jnw8AANmJ5FM96OcD5Cr6+QAAkJ3o51M96OcD5Cr6+QAAkJ2o+VQ5nucD5DT6+QAAkJ1IPlWO5/kAOY1+PgAAZCeST/Wgnw+Qq+jnAwBAdqKfT/Wgnw+Qq+jnAwBAdqLmU/Xo5wPkMvr5AACQnUg+VY9+PkAuo58PAADZibvdqkem+/kceuihK1eujJ2fl5fXuHHjZs2atWzZsmPHjkcddZSpVn/99ddBBx2kifvuu0/bY7LV9OnTe/furYnJkydvvPHGplINGTLkiSee2G233UaPHm3S8vfff48fP/68884z2WTJkiUffvjhySefbGoZt59PKOR4FzgIPwAAZA9qPtWjuvr5FBcXL1269IsvvnjllVeuv/76AQMGGNRws2bNOu644x5++GGTTSZOnNi1a9cpU6aY2od+PgAAZCdqPlWuCp/nc8opp/Tr1y84p6ioaPHixUo+qrH8+uuvyj/777//4YcfblBjzZ07d8WKFXXq1DHZZObMmYWFhaZWcpzwHzc1HwAAsgo1nypXrc/zyc/Pb9my5bHHHvv4449vuummmjN+/HgDoPLQzwcAgOxE8qke1f48n0aNGh1xxBGa+Oqrr/755x8DoJLwPB8AALITd7tVj2x4nk/z5s3txK+//qpCUPCl+fPnqyj03Xff/fTTTy1atNhhhx2OO+64vfbaK3YlX3zxxeTJk3/++ec5c+asXLly6623bteu3YEHHtipU6fYhbXCMWPGKGv9/fffu+22mxY78sgjTXn89ddfWsM333wze/bsjTbaSBu2//77H3/88U7Mwfzzzz9feeUVLakNmzt3rgpc22yzjZY/9dRTN9tss6gufFMIAAAQAElEQVSFlyxZ8tJLL82YMeOXX34pKipq1qzZvvvue/bZZysfxm6D1jlhwoSZM2f+9ttv22233c4773zeeeelOOyBQuYzzzzz5ptv6oi1bt1699131/aUtXDSY7t27Vrtvp1ev359hw4dNHHPPfccfPDBKa7B9/XXX48bN05L6lBor7XYTjvtdNJJJ22++eZRSyb9Cj744IM+ffrY6enTp9uteu+99xo0aBB3N+3y22+//dixY4cPH66D07Bhw/bt29944432Fj5t+b333vvll18uW7asbt26WlLH7YwzzvBXeN999+m9OocnTpwYXPOwYcMee+wxTbzxxhvBr/Ldd9+96qqrNtxwQ004GfgzpJ8PAADZieRT9bLleT4LFiywE1tuuWVwvjLAXXfd5ReCfvIoRRxzzDHXXnvtBhts4C95xx13PPfcc8H3zvRoDVr45ptvDr40atSokSNH+r9O83z++ef211QaoGpt9+/ff/HixfbX1atXa1ote7V3b7nllmB4+/HHHy+++OI//vjDn6OspYXff//98ePHjxgxQq3n4JZov5SUgm+XF1988eGHH952222D2/D6668PHTpUMcP++oVHbXcFxeCRiWvhwoWXX365QkjwU3Ss/u///i/2CKRybPPy8vbcc8/ff//drlPT+mlvYjTl+XYUDAYMGOB3y1nk0bF64oknRo8erbzkL5nKV6AN0JbMmzdPiVoZxh5AbapJZvDgwU8//bTxonh+fr6NPTpDlFL8gQqVu6Z7tOR1111nM56ynJKPzmfFtqZNm/or/OSTT+yEMm2XLl38+R9++KF+HnTQQU5mrj7QzwcAgOxE8ql6bnOo2p/nY8OMJlSyCHaOnzJlitrEasSfc845nTt3VqtXF9o/+uijBx988LXXXlNlQ81Qu+Rbb71lG9YqBx111FHKEsoD3377ra6yq7WqhU844QS/TPTqq6/a2HP44Yf37NlT5SaVF9TS1UrsAqFk9/4tX778oosuUh7TZ2nN+jiFGTXEH3jgAdUr+vXrp5KFmsvGG79ObWLFni222OKSSy5R7UItcjXEdYH/0UcfVWNd0cXPYKrb2Nij8oUm9thjD63k008/1f6qUtS3b9+XX345uBl33313x44du3fvrrKDGv1PPfWUApKCx7PPPnvWWWcl2H6Vki677DKtU6WGG264YZ999tH2K10MGjRIGxZ1BFI8tvriHnroIeWW66+/3k6Xdw3Gy4R33nmnYo++Gs3ccccdV61apTino7RixQr9VL2lXF+BzihtyW233fbCCy/o4KsgY1KgWKiSoDZJRSSt0w5xrsCjoKWfKj1pH7W2goICvXr77bcvXbpUn6j806pVq1133VVxS1urCHrKKafYFepdWqGd1i4Hk48WM17yMZlhh7Q2xB4AALIMyad6VE0/H107VyM+aua6deu++uorXc5XE1bXvK+++mr/pbVr16ohrombbrrp0EMPtTNbe2xzf8KECWr1qmmr+W+++aZ+KirceOON/hrUmuzQocPRRx+9Zs0afbRtW6shqMax8a7NqxBhl1QLW/FDaUF1D5MCxSRtsLbhP//5j52jeoKymQomZ5xxhtq4Tz755Nlnn63533//vXKdJm699da9997bLrydR/urSPO///1POcTGJDXWFXs0raJB27Zt7cJHHHGEFlYbWtlGbfpddtnF34zddttNYUDtb7sByjA//PCDEoWqComTjxKUYo8mtAG24qQYqY9Q4lKbPmrh1I9tWVJfg3bQHgEVbex+acOUFevVq6f0orSjw27LWal/BWlQItXm6SOCM7VJOofr16+v07Vx48Z25v77768P6tatm1KrtlBnkb7WAw44QEn+448/9pOPLfgoF82fP/+zzz7z16nvSzulPdVbTGbwPB8AALITyad6VE0/n3c9Zb2qBq6unSuB+HNU29Gl9EaNGvmxx9emTRtVOdRcVgveJp/TTz99v/3222abbaKWbNCggRZWGFBBwM6ZOXOmVquJSy+9NLikWp//+te//vvf/5pk1OCeNGmSJnr06BH1khrlCmMqMqj2Ypvd2n6VrX7//Xc/9vhs5FCrVAUQm3zeeecd/Tz55JP92GPpV5UUtHK/wW1pg2088O25557aWTWmTUL2yTY6sMEb7eTII498+OGHbSjypX5sy5L6GpRejFeSevvtt4NPtj3c4/9arq8gPQpRwV9VtbNnb69evaK+hU022eTiiy9WstUJqXTarFkzP/m4kcP7y7LJR9+XKlr21jvb1Ud1Nv3UuaFAZTKDfj4AAGQnkk+Vq8Ln+ZTlmGOOUe3i4IMPjurBr2qJ8SpFtld6XDbDSAePP18t4yWe6dOn23a832/kiy++MF6bO7YhnuJ1d2Unf8vLWkYfbSe0U8HF1BRWcWDZsmXau9dee83OVPJRe117andHoS52hX71ICiq24/9OP1UFcUkpEKTfgbLR5aa6YooUckn9WNbltTXoCTWvHnzRYsWqfSk+okOheaoWGRLZP4ayvUVpGfXXXcN/qpNshO2/1IUf+8WLFig5KNjqK1V8UolLLsem3w0X8dcZ6Ayks1106ZN009/EIhMoJ8PAADZieRT5UJV188n6kmmH3zwweDBg3X9+5tvvtG18NiBy2zySUxpwZ9W2/TRRx/9+eefNZGg1WvrIU2aNIl9SXUnJZCkw2qnsmFayV9//WXH+1LamThx4uTJk1etWqX3+gMS+GynGn8IBDWdTWpiByiz8SBxPyVtmN3HqNpFgk9P8dgmkOIatP133XXXNddcs3DhwgUe2wGsVatWl19++SGHHGIXK+9XkIaoE9Lf5hYtWsQu3LRpU3tTmTZbBZwNN9xwn332mTFjhuqWSj46S3We641abK+99lLyUfJU8lm9erXN4Znr5GPo5wMAQLYi+VSPanmejwosO+64ozKPGoUXXHDB/fffv9NOOwUXsHWAAw88cMiQIUnXpovoahmvXbvWeHlAF+a33HLLli1b7rvvvnq7XyIwkWxQ1jham266adKWvY0uyki2b3pSffr0seN3yVZbbdW6dWvlLhUx6tSpM2DAAH+xunXrBrcwFamMURbLX3/cD9poo42i5qR+bMtSrjWoyPP8888rM7z//vsKBraX1Pz586+66irbNUtHvrxfQRrs/YexvxYXF8cu7HiUMfxvRJs6w9OrVy+7kbYjk6pDo0ePtl197K1u2t+4Obyy0M8HAIDsRPKpHtX1PJ/NN9982LBhPXr0+PPPP9UyfuKJJ4JDWishGG/Yt6TrUcNOhQI1rNu2bXv99dfvtttuwTa9LvxHfah++kMhR60naQ8Zf8NUUrCdOhIvPGnSJBt7evbs2b17d3+UZ+ONeBZcUklA7WY1rBW9bOeloLlz56rxraJBVMeeNNSvX9+WtuIehKjgV65jG1caa9CeHuAx3nh3b7/99ptvvvnVV18pKrz00kvdunUr11dQKfyeV6pZxT6CSZthE5H/xCGVcQYNGqR6ph2/QXNUBTLeoBSKuPo2daZVwa1uhn4+AABkq3QuYKNiqrmfT7t27Xr37q2JFStWXHfddcGXbFtTDc3YqoIu+Z9wwgldunR55JFH9OusWbN+/vln41VXdt9992DD+u+//1a5wAQu1dvKkhrN06dPj1qt6gxFRUUmGdVt7ERUdLGuvfbaI444wh9u+9VXX7Ufqmv/wdhjvEfo2Am7bWru20b8xx9/HLtaHZyuXbsGn0FUETZZTZ06NfalqMNSrmMbV7nWoO/6gQceCO7mFltsocQ4atSoNm3a6Ndvv/3WlPMrMOUpo5WlVatWtp4Td5QOOzSFiRxY4z2ZV+e29kuxR5UfE+kLpNhje/5oZqbHs7b8Xa/mJ3YBAIDSSD5VLxT+X/VdET7ttNNsr/Evvvji2Wef9ecfcsghdvzi4cOHRwWScePGLVy4cOnSpbqCbrzxr+382Cb4hAkT7F1z/kt77LGHTSAPP/xw1GrtkyuTUhPcjkGn3BV8PqnxRg5QW/z3339v3769nWO3LTZQrVq1auLEiVGbbXu9v/baa8EnmRrvkZ32aTCxw9ylx65HVRRbdvApV3z99dfBOeU6tiZyz15wf8u1hs8//3zMmDFPPvmkjk9wSUUXu05bVCnXV+BvVdKRGBJQLlWastsc7F1mvNBuE7hiTzDcHnjggfr53HPPaQu33nprv+OQjUB2BHMV8YLbmQl+py9qPgAAZBWST/Woln4+QQMGDKhXr54mhg0b5g/XpjbuBRdcYLxeIiqYqPX/119//fDDD0OGDLE1gQMOOMBGpu22285ej9fb58yZY98+d+7cW265xT66xwTuqtKSdjzrL7/88t///rcShW0Qa52pdxqxz5BRy/XMM8/Uu9S0VWtYwcnOb9KkiT8Um22g61NUtbBtd33cK6+8cvbZZ6t1HrVt5557rkocqkddccUVak8b796zF1544corrzTeOMs77LCDqQyqmNme+ldffbUCmA0P8+bNU7UkaslyHVvjjRJhvCSjFr++OK25XGvQPirk6Nf+/fsr3NqZOs4DBw5csGCBiYRDU56vwEQ6L+lb+PDDD7VV6UUg1awUxVWnOuuss1Qu++2331auXKnoqK/SJtVLLrkkuLy9W89my+CIcDb5/PLLLyaSjjLK7efjTVDzAQAgq9DPp3pUVz8fX/PmzXv37n3PPfeoWakUNGLECDv/jDPOUNNfhSCVg84555zgW5Qo/OeQbrjhhnr7vffeq/a02rtbbbXVunXrbLu5cePGuqaulrG9q8o68cQTVdl46aWXPv744+ATP7t37/7OO+9EXdGPa5dddlFI0CcuW7ZMDeLgS7rqf9999/ldQXr06PH6669rMSUrXeZv27atmrx2aLVu3brZKpMiR8uWLY3XZV9N/BtvvFGlj8MOOyy4Wi2QyrOGUqQaiI7eZZddpnx1q8ffeJXgVNbwlyzvsdUcvWXNmjX227nqqqu0wtTXoDNBu69zYMaMGYpnUZutI6YcZadT/wqM98AcJU/bnUy/jh8/PnZA8KRUtNG3Y59narNo8Hhef/31tiePTwVJeyhMYNhr45WG6tSpYwdpyHQnH0M/HwAAslV+cKgrVLqQp9hT5Ln/1Trr1rtNosabOpeckKlnKT766KNr165VVknwwBw1B3V1fPny5YsWLVKD2BY3bE/3Qw45JN+jS+y6eN+uXbvzzz9fNQF/MDTjtTLVJtZleDUotYbVq1erhd21a9ebb75ZVYhJkyapfXz88cf7A5epxamix6xZs9QwtaONKQL17NnziSeeUMHhmGOOsVEkAW2hVqit0masWrVKbdlWrVrpjYMGDQqO06BalsoU2n2FOm2VgpyW33fffdV0Pv3006dMmaLKj5bxO3s0bdr05JNPrl+/vlao5bX+Nm3aKDDcdttt/sMuVf2wzwJSrLK1Mp8S3fTp07WbCo2Jt18HWRtmB9o2Xq8qHeebz8T8RgAAEABJREFUbrpJ2/n+++9rM/zgUa5jq+3Zb7/9VIFRplLA03t1bMu1Bi3ZqVMnLanKjH4qJqlktP/++yu0aKeCPXZS/AqMF6i23nprbZK2QctrT+MOTm28FPrGG29oQudY7GASrVu31nehL0KfaJ++quTWpUuX6667LvapU9rUn3/+2fbm0ulqb900XtVRSV5fonKRwlt6A/SlqOiHhevGTw5P77+j03GH/Ah9rh2SzlRGPygAAFBeTijEHRkZEcw8tkGptrjalDteVG/1326jZ6c2+d+M2cwAyCHrXp2x8thrbaxZf/XJps+JdT1KiTb82NxF8gEAoOrRz6d6VHs/HwAZQj8fAACyE/18qke19/MBkCH08wEAIDtR86l61fw8HwAZxfN8AADITiSfqlf9z/MBkDk8zwcAgOxE8qke9PMBchX9fAAAyE7086ke9PMBchX9fAAAyE7UfKqcQz8fIJfRzwcAgOxE8qlyIfr5ALmMfj4AAGQnkk/1oJ8PkKvo5wMAQHain0/1oJ8PkKvo5wMAQHai5lP16OcD5DL6+QAAkJ1IPlWPfj5ALqOfDwAA2YnkUz3o5wPkKvr5AACQnejnUz3o5wPkKvr5AACQnaj5VDme5wPkNPr5AACQnUg+VY7n+QA5jX4+AABkJ5JP9aCfD5Cr6OcDAEB2op9P9aCfD5Cr6OcDAEB2ouZT9ejnA+Qy+vkAAJCdSD5Vj34+QC6jnw8AANmJ5FM96OcD5Cr6+QAAkJ3o51M96OcD5Cr6+QAAkJ2o+VQ5nucD5DT6+QAAkJ1IPlWO5/kAOY1+PgAAZCeST/Wgnw+Qq+jnAwBAdqKfT/Wgnw+Qq+jnAwBAdqLmU/Xo5wPkMvr5AACQnUg+VY9+PkAuo58PAADZieRTPejnA+Qq+vkAAJCd6OdTdZxAxx76+QC5Kqqfj8NfOgAA2YGaT5Vy20A8zwfIacF+PsQeAACyBzWfzPLbPU6Ed5ObezPMrHlF9Q5fbiOQ/9MJxZ9O51XHvfgc/1Vbcyp7bW4gLtd7E3xW9HaGnPAV8ch0+L3easPLR6a9ZUzU8v505KbBst5rwsvHvhrZmJJX7ZbYzwrMCSwf2ZJ47w28mvi9sZ8V59XSn1WR96a9nSXvLd92hiK1jvAXFHm1ZDpyFpUsX7H3Rs5GJ2r5wJkcmOOUnjYxc5yoMz/uq078tYXfVVyyL3lOCQMAAKobyacq2HZPsA3ktp2KTaHXhMpTo6nY/RmeDkWCh53jrqCkyRUOEv6r+llcMh0KFee5bbDAdPi9xXle6LLT7kbYNRQXe2HMvlrsmPB0kfte4zUcHXc94aaefdV+ul3eNjrD0+HtCTQ6Q5E5wWnvcwPT8RqdUUegZD1xj4+/ntjjk/hIlhwBu357BNzp4rKPXvBYeUeyuPQRcI9YZC+c4pijF7JHrNifjhwBb37gvSWv5rkHLFSyfHEo+F5/yVDgSMZ91d2vwHtDUa+62aHkvY595G7gvaHiwHq84xN51ZsOv7fYOwL2veFj6+16sd07e3xM+Lzyjk/4c8NnWsheGvCn/WMSOT4mcj5EBhJw31tc8t6SV52Y/Y0sHz3tHz3/OOdF5gRfLZn2fjFlvGqPQPBv3lD8AQAgC3C3W8bZFk9ehJ0ZLkN4FY9Q+Gco0kqMlDn86fCKwo0tfzrcmPNahZHml9cADUzbT3MijdHARxr/gyOvOuElbTPU/d2uzbaBI696d/CEm/ImPB0eqjvcsdtGOyeyYKlp7//YH5Hpkl3yp5yS41Py3uDxMaWOjxN5f9Tx8Zc0wSMZMoFma+QImMARiDl6puToBY9V8MsrOQL+tIkcSW8vTPBIhoJH0t/EwHrCR8ApfQS89YRKH0lTciRN1JGMOlalzzRTSWeaqaQzzZR9ppnkZ1p4eafkW4hzpplUzzST+EwzCc60wFlqvJqP/uSD4Yf8AwBANaLmk0F+K9Cv9uTn5++2tVn9V7HbePTqBt618HDjycTcTmMiDfqSakb0Mk70nMB786LWFr2MfW+4SerVB9xGZF54Tl7cZcI/TZ4JXB2PWb9T9h7ZOlKp6lAqexSo/BgnhfeWVIdKlonUatI5YvHfa+sVeabMvV6/bt3s2d/Zbdtk443btGltyn/E/EpUWkfMiVlbovfGHLF47/LfG6wfxlnSJDgHTKQilHivw1sV/9tM8xwzkVATCoS6UEltTRUkP+CF62CJj1jwHHC8wONug34229y/5BHMPOQfAACqhX+BFpXMv/GmuLi4yFNYmp1pF/CXR45ZvHhx586d7XSXLl0GDRpkkIv8qxsKObrAURBDM/36D8kHAIBqQc0n42xjSMFGTZ+SRxxGWkihCINcVLduXX9a33i9evUMcpQTubfNhhybdvzAYwAAQHUj+WRKoMNDqfATvDCsag+xJ7cFow7JJ7cFyz72D9xPPlR7AADIBiSfzPIbOrY9ZCLNI00HYw/hJ1fVqVPHn1YjOFgCQi4JjmHgh59gJx8yDwAA1Y7kUxWIPbVWMPnoeyf55DanNJt5ogo+RCAAAKoLySeD7A1v/k97w5v91U4bYk+uCyYfffXBX5GTggknigEAANWK5JNZUeHHBPr/+JmH8JPD/Cc4Ge+rz8/PN8hdwbtbgxWe4HwDAACqCckn44Kxx59jCDy1QzDqkHxqj7hRh9gDAED1IvlUBSfwSNPYmchhUd84bd/aIPZb5nsHACAbkHyqSLDpExzt2iCnRX3FfOO1Cl83AABZheRTDWgP1R7UfAAAALIEyQcAAABA7iP5AAAAAMh9JB8AAAAAuY/kAwAAACD3kXwAAAAA5D6SDwAAAIDcR/IBAAAAkPtIPgAAAAByH8kHAAAAQO4j+QAAAADIfSQfAAAAALmP5AMAAAAg95F8AAAAAOQ+kg8AAACA3EfyAQAAAJD7SD4AAAAAch/JBwAAAEDuI/kAAAAAyH0kHwAAAAC5j+QDAAAAIPeRfAAAAADkPpIPAAAAgNxH8gEAAACQ+0g+AAAAAHIfyQcAAABA7iP5AAAAAMh9JB8AAAAAuY/kAwAAACD3kXwAAAAA5D6SDwAAAIDcR/IBAAAAkPtIPgAAAAByH8kHAAAAQO4j+QAAAADIfSQfAAAAALmP5AMAAAAg95F8AAAAAOQ+kg8AAACA3EfyAQAAAJD7SD4AAAAAch/JBwAAAEDuI/kAAAAAyH0kHwAAAAC5j+QDAAAAIPeRfAAAAADkPpIPAAAAgNxH8gEAAACQ+0g+AAAAAHIfyQcAAABA7iP5AAAAAMh9JB8AAAAAuY/kAwAAACD3kXwAAAAA5D6SDwAAAIDcl2cAVEBRUdH222/vlKF169b+kuPHj3fKNnbsWAMAAICMcUKhkAFQAVOmTOncubOpgE6dOk2ePNkAAAAgY6j5ABWl3NKjRw+Trvz8/BEjRhgAAABkEskHqASDBg1q1KiRSUvv3r3bt29vAAAAkEnc7QZUjpEjR1588cWmnFq1ajVz5syGDRsaAAAAZBLJB6gcRUVFHTt2/PTTT8v1rhdeeKFr164GAAAAGUbyASqNYo/CjyJQissfeeSRb7zxhgEAAEDm0c8HqDQdOnTo3bt3igvXq1dv2LBhBgAAAFWC5ANUpltuuaVVq1apLNmvXz8GNgAAAKgy3O0GVLIJEyacfvrpiZdR5vnyyy9V9jEAAACoEiQfoPJ17tx5ypQpCRaYPHlyp06dDAAAAKoKd7sBlW/EiBEJ6jndu3cn9gAAAFQxkg9Q+dq3b9+vX7+4LzVs2PDuu+82AAAAqFrc7QZkxNq1a7fddtv58+dHzR8yZEifPn0MAAAAqhbJB8iUiRMnnnjiicE5HTp0mD59en5+vgEAAEDVIvkAGdS1a9cXX3zR//WTTz5R+DEAAACocvTzATJo+PDhDRs2tNM9evQg9gAAAFQXkg+QQa1atbr55ps10ahRo0GDBhkAAABUE+52AzKrqKhop5126tev3znnnGMAAABQTUg+QMbNnj27ffv2BgAAANWH5ANkUFl/X47jGAAAAFShAgOgskUFnuCvNvPYOeQfAACAKkPNB6hk/t+UnYj9E7OBx4895B8AAIAqQM0HqEx+2gnGntiaT3BarxJ+AAAAMo1RrYFKE4w9Uuwp8vzyyaKiCM30lwm+EQAAAJlD8gEqRzD2BDNPYWHht2/PeeScNx+/aFLh+sJg/rHKuikOAAAAlYh+PkAliI09vtlT5j971QfFhcWOCW1zYItuww7OL8jPy8vLz893HEcTToShzw8AAEDGkHyAiopb7bE/v5sy/7krP9R8r7oaUqzZ5qDmpww9WLHHhp88D+EHAAAg00g+QIWUdZNbOPZcNU2veVHG/jT62e7AZicPOaigoCDfQ/gBAACoAvTzAdKXoG/PrMmKPR/547bpp5a1Q7n9/P7iF658f/369VrM7/ATHPOA6xEAAACVjuQDpClB7PluyoLn/vNRyIS8wBNq2KjB1VPO2Ovk9vbxpZrz47sLn+/zXqGH8AMAAFAFSD5AOhJXe17oPyNkb3JT7Gnc4NJnu27ReuNud3fe66T27s1v3gu/fLj4ucveXb+Oyg8AAEBVIPkA5ZYk9lz7cVFhsb29TbGn9zNdN2+9sXGLPebUuzvvqcqPV/rRe+dMW/JCn6nr1xJ+AAAAMo7kA5RPouf2uLHnEzf2mEi1JxJ7LC/8HOrd9qaKkLuUG36umErlBwAAINMY2w0oh6Sxp7iwyI7LtnGj+r2fOWGLQOwJrMQ8e9U7nz3/XWS0t1Db/2t24pCD69SrYwd8Y7Q3AACASkfNB0hVCtWeIvcmN2Malh17jFf5OWXQoXuevL0xdrQ3M3fa4olXvMttbwAAAJlDzQdISaLYM2X+8/1V7Sm2z+3ZuFGDfz97/BatNk62QlV+3v68pPJj2v5f065DDqHyAwAAkAnUfIDkksSeaz8ND2lg3CEN/v1M8thjwpWfw/Y8aXsTec7P3GlLqPwAAABkCDUfIImEsWfBc9dGqj0hVXvqX/ZsSrEnsHLznCo/z32nIOR4H9R2/6YnDOlE5QcAAKByUfMBEkkQe2Z/sOg5W+3xFlC1p7yxx3iVn5NV+Tl5ezcDeflp7odLXuwzhcoPAABA5SL5AGVKHHueviY8gLUW2rhxg8ufKXfssRR+Thp02B4n72Cf8+OGn2mLX7qC8AMAAFCZSD5AfEljT+G6ImNjTyMbexqadPnhx1ufW/qZ++Hil6j8AAAAVB6SDxBHgtjz3QeLnvJiT+S5PYo9x1Uk9lg2/Oyuyo8JR5q50xa91Gcy4QcAAKBSkHyAaIljz9PXfOpWe7yR3DZtumGfyog9lhd+DncrPzbRhMy8aYtfJvwAAABUBsZ2A0pJGHsWq9pTtL7IjuTmxp6njt28xUamUunzX7hq0hfPfeu4f5/unDb7NztuaGdGewMAAKgIaj5AiSSxp59X7fFGn85Q7DFe5edEt/KzY6TLT8ir/LxD5aq+fC4AABAASURBVAcAAKAiqPkAYYljz4RrPg1UexpckZnYE9gYM/HKt754bpZb+fHuflPl59ihh1L5AQAASA81H8CVJPao2rO+yC6gak+mY4/xKj9d7zli9/Bob+4nz/tw8StUfgAAANJF8gGSxJ7x/f5XuK7Y1lO82NMl07HHsuFnt5N3tL954WfRq4QfAACAtJB8UNsliD2zwrGnyN5wptjTt6pij1USfkIhe9ebG34uf5vwAwAAUF7080GtljT2FEWe27Pplg2ufOqYqow9ga00E69886vnvjXh0d5CrQ9o3mXoYfT5AQAASB01H9ReyWLPZ4Hn9lRf7DFusafrPUfuVjLam5lP5QcAAKCcSD6opRLHnicVe9YXuZUTbyS3KydUX+yxHHOCws8p3m1vbpcfN/y8RvgBAABIGckHtVGS2NP/8+Bze66q9thjeeFn11N28p/z44WfSYQfAACAVJB8UOskjD1LnrCxx+0nE9qsaYOrJhydFbHHCocf97Y3xyv9KPy8TvgBAABIAckHtUuy2OP17fEW3HTLDbMr9lhu+DlK4SdkSz8hwg8AAEBKGNsNtUiC2PPth0ue6PdZ0bpiva5iymZbNvjPhKOyLvb4Qualvm98/dxMb7wDd4Nb7t/i6GGHM9obAABAWaj5oLZIFns+L1Ts8dLBpk2zO/YYt9hz/GBVfnbydsrtj7Tgw4VvXP4WlR8AAICyUPNBrZA49jze7/Oi9e5Nbk7IbNa0/tUTjt68+YYm+4XMy31f//rZmV6nJPf3Vge0OGrYEVR+AAAAYlHzQe5LFnu+sCO5mZBX7RlfQ2KPcTf5uMFH7+JWfsLP+XErP5dR+QEAAIiD5IMclzj2PKbYs94byS3kjuR29YSjtmhRQ2KPFQk/3mhvbuVn4YcL3+S2NwAAgBgkH+SyJLGn/5du7PEiw2ZNN3RjT02p9gT5lR/vt5AJLfhg4ZuXvUn4AQAACKKfD3JW4tjzaP8vi7wBrFXu2WzLBtdMOLJGxh5fyLzS97Vvni0Z7a35vs2OeuBo+vwAAABY1HyQmxLEnpkfLlXs8R5X6i6SC7HHuAHu2MHH7OxWfuxob6FFMxa/ccnrtvIjVH4AAEAtR/JBDkoWe75wB7B2lzA5EnssL/zscsrObs3H67m0ePqiN73wY/ed8AMAAGozkg9yTQrVnvBzezZr2qBfzsQeyzFd3MrPzu5BcBwdiMUzFr158WuEHwAAAJIPckri2DPODmngPf3GjT3jj8ip2GNFwo+Oglf48cLPJYQfAABQ25F8kDuSxJ5rvwqP5ObFnv45GXsshZ8hXXY+dWf7nB/9WDJ90VtUfgAAQO3G2G7IEYljz9j+XxWtLxnJ7drxh+ds7PGFzGtXvDrz2W/80d6a7dv8iBHH1KlXJz8/v6CggNHeAABArULNB7kg0QDWHy0dG672uGpL7DFuyDtmSJedTtnZG+3Nfc7Pkhmq/LxK5QcAANRO1HxQ4yWq9ny0dMw1XxWvL7YLbr5l/etqSezxhczrV7wSVfk5fEQXKj8AAKC2oeaDmi1h7Fk2+pqvigpD9rk9m2/ZoNbFHuNWfo4ecuxOdrQ390qHUeVnEpUfAABQ+5B8UIMljT3Fij1ee34zN/YcVutij2XDz6m7REZ7Cy2ZvvBtwg8AAKhlSD6oqRLHnlFutcdtzTuOs3nTBtfX2thjRcKP/5yfJTMUfl4h/AAAgNqD5IMaKWnsKS50+/Yo9mzRosH1Tx5aq2OP5Zij3PCzq1v5cQ+d8So/hB8AAFBbkHxQ8ySOPQ97fXu8J9mYRs0b9B/XmdgT5oWfHU/d1R4c/Vw6feE7FxF+AABArUDyQQ2TJPb0+9rt2+O27FXt2bD/o50btSD2BITDzy5e+Anf9uaGn38IPwAAIMeRfFCTJIg933y07KFrvg5XexzTqEWDa8d1IvbE4Yaf43b0+vx4t72Flir8XPwy4QcAAOQ2kg9qjMSx5+F+3xQXhezwZVs035DYk4hjjnTDj3fbm+M+1Gvp9IWTCT8AACCnkXxQMySp9vT7xq32eA35Rs03vG7cIcSeJBR+hnrhxxv+zu3zM4PwAwAAchnJBzVAstgz0+vb41Z7GjdvQOxJlWOOGOKHH++2t+kLphB+AABAjiL5INsljD3LH+w3031ujztQmao9Da4l9pSLws/Q43ew4ccd78144eclwg8AAMg9JB9ktWSx55vwc3uM07iFW+1pTOwpr3D42c1Lj3ao65LwI4QfAACQG0g+yF6JY8/Ift8UFYXb4Kr2XDf2YGJPmhR+hh2/85l72uf8KP0sm75gau+XCz2EHwAAkBtIPshSCWLP14o9/WcWuSO5has9148j9lRU57u67OCN9ma8AQ+WfDh/Ss+JqvwQfgAAQG4g+SAbJYk9bt8e27XHNGpR/3qqPZXCMYcPPSHS58c9+sumL3z3ohdt+KHPDwAAqOlIPsg6yao93xZFntvTuHmDG8bSt6fyOOYwhZ9uu9nxwUNu+Fkw1Q0/6xjwAAAA1HQkH2SXRLFn+vIRij3hao87ktsNbrWngUEl8sLP9m74cZ/zoxnB8MNtbwAAoOYi+SCLJK72jOjnxZ7Ic3v+S+zJEIWfYSfsdNZe4a/DuJWf9xnwAAAA1HAkH2SLxNWeB/rPsrHHPrfnv2MPIvZkVKe7jnUrPybynJ8P5k294AVVfgg/AACghnJoryAbJI8964sdb8xlBZ4bHzmQ2FMVQuadyyfOfuYLx/vNMaEmHVsdNPKEOhvUzc/PLygoyPM4Ee4yjmMAAACyEjUfVL8Eseer6b/e389We7yR3JrXJ/ZUHcccOqzr9qfu7o0e7gah5dPnv3/RRAY8AAAANRHJB9Uscexxqz3ec3vUDG/cvMEAbnKrYo7pPOyE9u5tb3a0N7PsowWEHwAAUBORfFCdklR7bN8e77k9jVvUH0C1p1o4TudhXdufupsdSVxf1/LpC97vRfgBAAA1DMkH1SZZ7PkuOJLbTcSeauSFn+267e4/52f59PkfUPkBAAA1CiMcoHokjj339f+u2MYeo9hT/+ZHDiD2VL9QaMrlE79/+nNvtDfvq+nY8oAHT2TAAwAAUCNQ80E1SBp7IgNYu7HnJmJPlnCcTrbyY8LP+VHl58NeL1D5AQAANQLJB1UtcewZrthT5MUex7GxpwmxJ3u44efE9t12N/Y5P95ob4QfAABQI5B8UKUSxJ4vFXuunR0Yyc29yY3Yk3Uc55BhJ27XbY9QeKxrs/wjwg8AAKgBSD6oOkliT//Z/khuTRR7xuxP7MlSkfBjwokm9Ov0+dN6PU/4AQAA2YzkgyqSIPZ89oGqPd+r2mOHDmvSvMHNjxB7spsXfraNjPam71WVH8IPAADIZiQfVIXEsee+G7631R4nXO35P2JPDaDwc+9J23XfXd+rd9tb6FfCDwAAyGIkH2Rc0thTrGqP12lEsecWYk8N4jgHDztp2257eN+w44WfeR8RfgAAQFYi+SCzktzkpthTbOxAYW7seYTYU9Mo/Kjy020PY3toGeOGnwufI/wAAIBsQ/JBBiWIPf9T7PnvD8VFdhk39tyq2NOc2FMDOc5B96rys6eJjHjw6/R503sRfgAAQHYh+SBTUog97nN7HMfGnv2IPTWYF362UfixkSbkVn6mU/kBAADZhOSDjEgWe34sLhnJrf5txJ4cYMNP9z1DdsCDcPh5lvADAACyBMkHlS9x7LnXiz3hkdya1b9tDLEnV7jh5+Rtu+8Z6fIT+m36/BmEHwAAkB1IPqhkCWPPbzb22JHAVO253a321DfIGY5z4L0nb2PDj3Gf86PKD+EHAABkA5IPKlPi2DPMG9LAePUAN/aMIfbkIj/8hAc8CP3mhp9nCD8AAKB6kXxQaZLEnht/dEdy81rDCjx3EHtymOMcoPDjjvZm7HN+FH4+JvwAAIBqRfJB5UgQez798Leh7k1uxn9uzx1jOhJ7cpzCz/BT2oUrP45+EH4AAED1IvmgEiSOPcP++1Nxcclze4g9tYVb+TmlXbe93PDjjfb220dzPyH8AACAakLyQUUlq/b85I3kFn5uzx1j9t2S2FN72MqPwk8oEH56Pk34AQAAVY/kgwpJFnt+Djy3Z4M7iT21kOPs7972tpeXfm34mUf4AQAAVY/kg/Qljj1DvNgTeW7PBneOJvbUVm74OXXr7nuFIs/5+f2jeZ8SfgAAQNUi+SBNqcQeL/e4I7kNpNpTy3nhx6v86IxwvPAzl/ADAACqEskH6UgYe34frNhT7C5mR3IbOHofYg8Ufv7PVn68kc1D4fDzFOEHAABUDZIPyi1B7PlEsefGn93n9oTCz+25i9gDXyT8GFNS+fkf4QcAAFQJkg/KJ4XYE3Kf2+M4W7qxZ29iD0pxw083r89P+Dk/hB8AAFA1SD4oh2Sx5xev2uON5NZsA2IP4nOc/RR+TuvgJWT3vrc/ps35jPADAAAyjOSDVCWOPfe4sSf83J4tm21wN7EHCXjhZ6vuHSKFH1V+5nx2wQTCDwAAyBySD1KSLPbM8UZyc1u0WzYn9iAF4fDjPefHeJWfj+Z+1pPwAwAAMoXkg+QSx55Bkdij9qtb7RnVgdiDlCj83Nfdrfx4v6li+Me0uZ9T+QEAAJlB8kESCWLPx4o9A2zscS/bq9ozaDSxB+XhOB298GMio7398dEcwg8AAMgEkg8SSRJ73GqP8UY0cG9yG0S1B2mIhB//ZFvhhp/xhB8AAFC5SD4oU7Jqz9ziYvdVe5PbPcQepM1x9lX4Oc2r/DiOG36mzfmC8AMAACoVyQfxJYw9f9yt2FPkvhSp9uxF7EGFuOHntLa28qPwY4wqP4QfAABQiUg+iCOF2BO5yc2t9uzVlNiDirPh57S9vbHR3QdDrZj2y5eEHwAAUEkcmg6Ikjj23OVVe/R6nlHsqTfYjT0bGKCyhEIf954wZ8InjveLrs1s+n9tdxt1Rp0N6ubn5xcUFOR5nAjjJXADAACQDDUflJIg9sxwY888L/a4w3Bt2XwDYg8qn+Ps41Z+OhhvwED3trdpc7684EkqPwAAoIJIPiiRNPYUFfvP7ak3+OE9iT3ICDf8nN72tL3Dz/kJhVZOm/PV+YQfAABQISQfhCWJPTd51Z5Q+Lk9Q6j2IKMcZ2+Fn+57Gzvamwmt+OiXry54gvADAADSRvKBK1HsmfbHQFV7As/tGUK1B1VA4ef+09uo8hM+OY1X+SH8AACANJF8kKTaM3DA/OJiY4fb2rLZBkOJPagyXuWnjTvam/FGewutnPbL14QfAACQFpJPbZew2rPizpvmF/nP7XFjzx7EHlQpt/Jzhq38eLe9GS/8PE74AQAA5UXyqdWSxB5Ve4rcxbzYU28YsQfVwnE6uOFnn1AoPNqbws83hB8AAFBOJJ/aK0HsmT5txR0DvGqPO7IwsQfVzQ8/3m+EHwAAkAaSTy2VOPbcedOCwHN76t1L7EG1c5y9vNvevOftZVnBAAAQAElEQVT8OIQfAABQXiSf2ii1ao+be5oq9jy0O7EHWcENP2e2Pm3f8G1vodCqab/MPP8xwg8AAEgFyafWSRJ7VO2xI7kZ07TZBsQeZBev8tP69H3sGOvuaG8fEn4AAEBKSD61S+LYc/tNC9zn9niNSgWe4Q/tRuxB1glXfrwBDxx3hlv5Oe+xQsIPAABIiORTiySLPQuL3JHc3NZks2b17iX2IGs5zp4KP6fv66V0e9vbz4QfAACQGMmntkgce25zY0/IGzTLaerFnmbEHmSzkvDjPufHuJUfhZ9HCT8AAKAsJJ9aIUHs+ciNPYuK7HN7jKNqz3BiD2oEx9kjMuCB8VK7ws+3hB8AAFAGkk/uSxh7Vrqxp9ir9jhutWf4Q7sSe1BjKPw8cFYrVX7c3O6exYQfAABQFod2QG5LEHvem/rHXXcsLioKOSG31diseb37HtyF2IOaJxT6/JLHF0yY7rgnsjss4cb/t/WOY/5VsEHd/Pz8goKCPI8TYbxx4QwAAKhlqPnkssSx587bF7s3uYXCz+0h9qCmspWf0zra5/zojF897edZ542j8gMAAIJIPjkrYexZceftS8LP7fFGcruf2IMazXF2t7e9eWOyu6O9fUj4AQAApZB8clPi2HPH7Yu92GNs3x5iD3KBG37ObhUY7W014QcAAASQfHJQkthzh1ftiTy35wFiD3KG4+zmhp+OkdHeQqs//Ok7wg8AAPCQfHJN4thzu3uTW8lze4g9yDVe+Gl5ekdvqANb+fnpu3PHEn4AAADJJ6ckiD1TFXvu8GKPu4j73J4RbuypZ4Ac44WfFqr8mPBzflZP+2k24QcAgFqP5JM7EsWe92zs8ZZzbOzZmdiDnOWGn3+1dG97Cz/nh/ADAABIPjkiSey5fakd0sBxY0/dkcQe5DzH2dWGH2NHe3Nve5t97iOEHwAAai2STy5IEHumvLvy9tuXeX17XE2b1hs1ipvcUDso/Izs0arHAf4MhZ8fLhi3fs0/hB8AAGohkk+Nlzj23DFwaVFRsfuw0pBR4Bk1eufGTeoaoNbYediZLXvs7w1z7Y52veq9H37s9RjhBwCAWojkU7MljT3FRe4tblqkWTNVe3ZuQuxB7bPzsLNaupUf5X/372XVe9//RPgBAKD2IfnUYMliz7KiInf0ai3TrNkGo0cTe1B77eSHH/d/zqqphB8AAGodkk9NlaRvTyT2hLxqz+hROxF7UMvtdO9ZLcJ9ftwR37zw8yjhBwCA2oPkUyMliD2T311528DlbuzxOjY0b1ZvDLEH8Cj8RG57c28CXT31+58JPwAA1Bokn5oncey5feBydyQ3r0dDs2YbjBlN7AFK7Hjv2W7lx/Eeceo4hB8AAGoPkk8Nk6Tac9ev3k1ubqtO1Z5HRu3YpDGxByjFCz8HeuHHvUaweursX3ox1DUAALnP4T/qNUjC2LPqtruWF7sDWNvYU3fsaGIPUKZZlz22cNz7jvc3pRJpw4O22+qhHnU23CA/P7+goCDP40S4y3g/AQBAzUXNp8ZIHHtuvWu5/9ye5s3rEXuAxHbwb3vz7ntbPfX7Xy6k8gMAQC4j+dQMiWLPVBt7wiO5ubFn1A7EHiCpHe79V/MeBxrb6ccxf743ew7hBwCA3EXyqQESxJ53pq66ZaDbt8fxrl03b0bsAcrBDT/n2PBjvMqPws9Ywg8AADmJ5JPtEseeWwf+WlLtaVZvHLEHKKdI+PGo8jP1e8IPAAA5ieST1ZJUe+76za32RJ7bM27U9sQeIA3b3/uvlhd2dqdCNvzMnkv4AQAg55B8sleym9x+s48rDXkDWD9K7AEqYLtBZ7RQ+LHP+TGOF34eIfwAAJBLSD5ZKnHsufmu372+PW4rrQWxB6gMJeHHHfDADT/zCD8AAOQQkk82Shh7Vnuxp9gbv9pWe9oTe4BKsd2gM93wY2uphvADAEBOIflknQSx5+2pq29y+/YU25HcWjSr+xixB6hU2yr89PL6/Hidfv58l/ADAECOcPjPdlZJHHtutkMaeAsq9jz+8PZNGtcxACrbD1c9sfjBd8KdfkKhjQ5u3+rh8+psuEF+fn5BQUGex4lwl3EcAwAAshs1nyySrNrze6E7kput9tR7jNgDZIwqP8172dvejO3zM7/nGCo/AADUaCSfbJE09hQVu7FHrzZvVvexh9tvSewBMmmbQWcp/Pi1nDWEHwAAajiST1ZIHHsG3P1HYXgkt5CqPY8Te4AqofDTrNeh4V8chZ/vFhB+AMAANRX9fKpf0tjj9e0JeQNY133i4e2IPUBV+umqxxc/+LY70rX7W2jDg9u3fPh8+vwAAFDjUPOpZgliz6Spq2/0qz2G2ANUj3aq/Fx4mLGXH4yz5t3vFvYcTeUHAIAah+RTnRLHngF3r7AjubnP7WlK7AGqTbt73PDjjSbvdrcj/AAAUBORfKpNwtjz5413rygsKo6M5Fb3SWIPUK0Ufpp6fX7cyg/hBwCAGoh+PtUjcez5791/FAee2zP+oW2JPUA2+PnKx5Y8+LZb+THuH/CGB2/ffNQF9PkBAKBGoOZTDZLEnkHeTW5ee6lFs3rEHiB7bH3P2U17HeZdM3JjzZqp3y26YBSVHwAAagSST1VLLfa47armbrVnG2IPkFVs+HG8Hnj68RfhBwCAGoLkU6USxJ63pv55w6CVdiS3kPvcnroTiD1AVgpXftzR3tzn/Pw1ddZiwg8AAFmPfj5VJ1Hsee/PG+5eWWyf22NMi6Z1niL2ANntlysfXTpykjHh5/w0OHj7ZqN60ucHAICsRc2niiSNPf4A1i2a1iX2ANlvq3v+teVFhxtvtDfHOH+9O2vJBQ9T+QEAIGtR86kKiWPP9XevKi4qtpeNW7qxpx2xB6gp5oQrP+HR3hocskNTKj8AAGQlaj4ZlzD2rFHsKfKe2xPyRnIj9gA1S1tVftzR3ty/cf0hU/kBACBrUfPJrMSx57q7V6pRZC8Vt2xW9+kHtyb2ADXRnCvHLVPlJxR+DJcqP1uOupDKDwAAWYWaTwYliD1vKvYMUrXHLqBqD7EHqMHa3tOjSa/DjVe8tZWfpRc8ROUHAICsQs0nU5LGHm8kN1vtqfMMsQeo+eb2Hbfswbe85/y4f/71D95hy9FUfgAAyBbUfDIiWexZHan2hFq3qEvsAXJDm8Gq/Bxhc48yzd/vfrvsfCo/AABkC2o+lS9x7Ll20Gr/uT2tm9d57qGtG21eYADkClV+lo9809jn/IRC9Q/ZocnoXlR+AACodtR8KlnS2ONWe7zco2oPsQfIPW7l56IjTGS0N1V+lp//IJUfAACqHTWfypQg9rxhqz3FIcdbpI1iz4NbEXuAXDWv79jlI9/yn/NT/5AdG1P5AQCgWlHzqTQJY89f197zp9e3x/GqPfWIPUBuaz34nMYXHeGUqvyMpPIDAEA1ouZTORLHnv622uMtoWrP8w+2JfYAtcF8t/LzZuQ5P6b+ITs0Hn1RAZUfAACqAzWfSpAk9qjaU1wykhuxB6g9WtnKT/g5P+bvKW7lp5DKDwAA1YGaT0Uljj397vkz/NweE2rTvM4LxB6g9pnf95FfR9jR3tx/LjZw+/xQ+QEAoKpR86mQpLEn/NweN/bUJfYAtVOrwec2uuhIt8+PN9T1P1Nm/nr+CCo/AABUMZJP+hLEntff++uae9YUFRl75daLPW2IPUCt1WrIuY0ujoQfx/lnyre/nkf4AQCgSpF80pQ49vRzY0/4uT1tWtSdSOwBar2WkcqP8UZ7++fdmYQfAACqEv180pG02lPsDWngeCO5vTiyNbEHgLXgijG/lYz2FtrgkB23GHMJfX4AAKgC1HzKLWHs+fuawX/Z5/ao3ONWe4g9AAJaDjnPrfx4pR+lmrXvfvvbeQ9Q+QEAoApQ8ymfxLHn6sFrir0hDRxvJDdVexoTewDEWOhWft7wn/NTj8oPAACZR82nHJLFHlvtMd4A1nWJPQDK0mLIeVtcdJTjjYGi/62dMvN3Kj8AAGQYySdVCWLPa+///R//JjdvJDdiD4DE3PBz8VEmPNqbDT/3E34AAMgckk9KEseeq+/5y47k5lZ7WtR9yY09+QYAEmruhR/vXw43/KybMvMPwg8AABlD8kkuSbXnnr/DsSfkVnteGtGK2AMgRc2HnL+5Kj/eCPhKP2sJPwAAZAzJJ4lkN7nZ2GNHcqvz8khiD4Dy8cLP0f5zftZN+YbwAwBAJjC2WyKJY89Vg/8Oj+TmPrenzitUewCka/EVo38f8br/nJ96h+y06SO9Ge0NAIBKRM2nTMlizz/B5/YQewBURDNVfi46KpxqjLPu3Zkrzr2Pyg8AAJWI5BNfgtjz6vv/XOnHHmOrPS2JPQAqqNnQCzYLj/bm/vtD+AEAoHKRfOJIHHsi1R5jn9vzKrEHQCVpNuSCLa443n/Oz/op36x0w8/fhB8AACqO5BMttWqPq60be1oQewBUoi3v7LH5FceHf3GHuib8AABQOUg+paQUe7x+xW1a1CH2AMgEL/yc4E55I0eq8rOK8AMAQIUxtluJxLGn7+B/1Ngw7iFTtafgNWIPgExa1m/c70MmmvDFllDdTjtv7I72Vp/R3gAASA81n7AksWfIWn8kt7Yt6hB7AGRaE7fy09WLM+5zftZP+ZrKDwAAFUHNx5Ug9rzixZ7iyJAGWzWv8/oDzYk9AKrGsn5j/xjyohP+h9qt/DR85N9UfgAASAM1n6SxZ11kAGtD7AFQxZrceY7X5yf8nJ/1k79Zfe5wKj8AAKShtiefhLFn7RVD1hV6sSdkQm2JPQCqQ+M7z9msrzfggdfpp1Dh5xzCDwAA5Vark0/S2KNqj73JXtWeNx5oRuwBUC3c8HNFV9vV0A0/U77+85x7CT8AAJRL7U0+iWNPH8WeYvfyasgdya3OGyOIPQCqU+OBqvx0NZFePIVTviH8AABQLrU0+SSJPUPXhR9XGjJbtajzpqo9mxF7AFSzRuHKj8er/Kwh/AAAkLLamHwSxJ6X3197ue3b41d7HmhKtQdAlmg08NxNFX4c77Y34xB+AABIXa1LPoljT5+h64uKQ44dya1FwZsjmjah2gMgm0TCjzFep5/CyV+tOWcY4QcAgKRqV/JJFHs+WHv50PWBkdwK3nyA2AMgG3nh50RvqGsVqJ2iKV//RfgBACCZWpR8ksSeIYXeSG7h5/a8RewBkMW2UPjpa8OP8So/hB8AAJKoLcknYexZd9mQwnC1J+RWe956YEtiD4Asp/CzSV874IHbNbFI4afHUMIPAABlqRXJJ0nsGVoYfG7PJGIPgBpii4HnbWIrP95zfoqmfP034QcAgDLkfvJJEHte+mDdv221JzKS26QHmhB7ANQgNvw4XpcfIfwAAFCWHE8+iWOPW+1xR3Kzz+0peJvYA6AG2nzgeRv3PSnS5Ufh56t/CD8AAMTI5eSTpNoz1Pbtca+TbtW84O37iT0Aaqpw+DHh5/x4fxZiMwAAEABJREFU4WdI4d9rCT8AAPhyNvkkiz1Fij3h5/Y0p9oDoMZzw8+VJ3qTbqefoslf/XP2PYQfAAB8Tk7+xy9x7Ok9tMgd0sBbcOvmBe/c35jYAyA3/HHN6NX3PG87/ehfufxOu9R77MqC+vXy8/MLCgryPE6Eu4zjGAAAaoccrPkkiD0vurGnuDDw3B5iD4BcstnA8xuW3PZmVPlZS+UHAABPrtV8Esae9W61JzykgVvtmezGnlr0LFcAtcQfV4/+c/Bz+ofOjvmW11mVn6uo/AAAarmcavcniT3DbN8eYg+AHLfZXV7lx3FC3nN+iid/te7sQVR+AAC1XO40/RPHnkuHFRcWqRngPrdnK2IPgFy36V0XbHz1qe6U+8Qyxw0/ZxF+AAC1Wo60/lOIPW61R0tt17pgCrEHQC2wye3nbnxNN6/Lj/svZPHkL9cTfgAAtVgu9PNJHHsuGVYcGcnNtG+VP3l4oy02IfYAqC1WXvvInwOf1r+RdkDLvE671nn8P/T5AQDUQjU+AySIPRPd2BPyR3Jr37qA2AOgtlHlZyNVfsL/Wrq3va0/624qPwCAWqhm13ySxh7/uT3tWxVMGb4FsQdA7bTKrfw85Y/25nSm8gMAqHVqcPJJFntMYVFxnju0UWj71gVT7t08G2LPfvvtt379+qiZDRs23GSTTTbbbLNddtnlxBNP3GqrrQzSdf/99z/yyCPbbrvt+PHjDSJ+/PHHs846S38ab7zxRqNGjezMF1988ZZbbklxDaecckq/fv00ceihh65cudL/Na4777zz2Wef1Vn9zjvvJF7thAkTBg0apIlJkybpTyDuMn/88cfhhx+uiauuuuq0006r4Bv//vvvAw88UBOXX3752WefbWd+9dVX5513XtTblQQ28eiI7bvvvvrb3HTTTeN+kP7x0VmnLfn111/Xrl27/fbb77TTTjpELVu2NNlk1bVj3NvewuEnlNd5twLCDwCgNqmpNZCEsafwYsWeYvcmN73q3uSWHbGnLKtXr16wYMHXX3/95JNPnn766S+//LIBKo/a4ldffbX+NAzKQ/+qKDvNmTPn008/VaI+44wzvvvuu9jF1qxZo9Q0YsQIxcsVK1YoWX3++eePP/74SSedNHjwYJNNNr79vI2u6WZjj/tj8peFZ93FbW8AgNqjwNRASWLPvaHCYjuSW7ja0yjLYs8RRxyhVpGd1jYr9qh19csvv8yYMUO/3nTTTfXr1z/ssMMMUBnuueeeefPmxc7ff//9R44cGZyzePFinX6aOP/88/fee+/gS40bNza1QO/evXfeeWc7/c8//8zxfPvtt99///2yZcsuueSSsWPHtm7dOviWW2+99ZtvvlHlVgftgAMOaNq06axZs5SUvvjiC13LUAlXxSKTNRR+9POvgU+FIuGn6Ky7zONXm/r1NF+VH+MVu+zC9uIRlR8AQM6oeckncey56F5TVGTCI7llZewRtY06dOgQO18NrP/85z9Lly7973//u+OOOzZv3twAFfPuu+8+//zzatHG1nwaeYJzFL/thNrrcU/RnLfNNtsEd1xJxk688sort9xyy6pVq/r27fv000/72eDjjz+eNGmSJvr3768rGnbmHnvs8fDDD19xxRUffPDB0KFDjzvuOJsosoTCj/6FXHPnBOM+49Rxw8+Zd5knCD8AgNxXw+52SxB7XvBiT/i5Pe4A1gXvZmXsSUBp5957761bt+66deseeughA1TMr7/+ams4F198sUEFHHvssco2mlAJSCnIn//ee+/pZ5MmTfzYYykq9OzZ03j3ws2cOdNkmYa3n7fhNd2dyHN+QpO/KI7c9ibB297s8tz2BgDIDTWp5pMo9nxoqz3B2LNZzYo9Vrt27Tp37vzGG2+8/vrr11xzTf369f2XtKdjx459++23ly9f/s8//7Rv336HHXY4/fTTW7RoEbseHaKnnnpKF6Rnz56thbXk7rvvfuaZZwZXaL366qsvv/zyggULfvvtt608e+21l9p5CmCJN1Uh7dFHHz3TM2TIkGnTprVt2/bggw/2e4qvXLlSy3z55ZfLli3T2rbffnttwxlnnNGgQQO7wH333ac9atmy5cSJE4NrHjZs2GOPPaaJYHd845Uvrrrqqg033HDy5Mn5+fkmGb39zTff/Prrr3UZe7vttttnn3306f7FbEsnzzvvvPPJJ5/Y+5qMd9VfC59wwgn6Luwyo0aNGjlyZMOGDXV1P/bivcp0U6ZM0Y7fc889/sz58+c//vjj33333U8//aQvSMdfF/51YE1q/vzzTzWvv/nmG23S3LlzN910U22VVnLqqaeW1Zs/ls4BNdZXr159zjnnqAphUDE6JXQ9QifzCy+8cPzxx9uZrVu3Puqoo/xTJUilXTuhr8Bkn4Z3nK+Kz193PuU+50eFnXe+KD5zYNET15jAvxD6Y6HgAwDIJTXsbje/962ffMKxZ5hTWFTsREZymzps05oYeyw1pNRk167973//82+20cX7Sy+9VM1of7EvPc8++6wuLZ9//vnBNWjh66+//tNPP/XnTPc8//zzN95447777uvPv+uuu55++mn/1+89Sgtq26mRFxuTYmk7r7jiCuUrTevatt9H4vPPP1dKUfixv/711192G/Rx1113nXKCZh544IFKPgpdS5Ys8ZuJohxiJ2bMmNGlSxd//ocffqifBx10UNLYo3Nj0KBBEyZMCB4TZbMff/xxwIAB/kwFjN69eytgBN/7qWf8+PHazq5du2qOQouSj9qv2gC75T7t1/vvv6+Jo48+2p/50ksv6cAqcNpff/IoyRxzzDHXXnvtBhtskHDb3XHYVKL5448//Dl///334sWL9UHaqhEjRihDmhSMGzdO34IS8kUXXfTtt98aVIz+edHfptK+znN97zbAd/PEXV4HXz91rqb4fVW9hrefrwtFf7t9frx/PN0+PwPN4yXhx/6LarjnDQCQK2pMPAjed2HvxLAFH8WeXoo93khuek3Vnhode4xXc7ATagH7M5VY1HpWwUEVhhdffPGDDz5QC6xDhw4KfmoKB2+/0ZHp06eP2u677rrrHXfcoZdUkVDVYr/99tPlaqURxQy75BdffKEcouOmKs2YMWO0zieeeMLeFjVr1iyVjFLYWKPalLbzkEMOUfVJV747depkvGqPqg36ufnmmw8ePFhRSnUVVXK23HLL33//vV+/fiqJaDFtoR0mWB/tr1Dv8kfQsm1Hn11MySfZRrlhQ7FHFRLt+HvvvafconKT8XprBIfnUtFJsUdH4JJLLnnkkUe0flWfFBoVw3QYVcNRA1eLabNt34+33nor6oOUUfUVbLTRRjoCdo6O9s0336wJVVr0HWmdCpz61jbeeOPXXntNn5h4y3VuK3Ep9myxxRY33HCD9kJrePLJJy+88EJFJqWvoUOHmhRoN3Vi6C0DBw7Mqk4mNdrWW29tvO/o559/TrykKnW2BnjiiSdGdabKKqr8NHBve3PCQ12/82XRmQOL/1lXHBC87Q0AgBqtJiWEUIC9Gf3VGUUX3ptXWBTyHkzkDmnw3r01O/YYr9+5nVixYoWdUAhR9UMTShHdu3dv0aKFWrQ77rjjAw888H//93+ar9bwqlWr7MLPPfecWr077LCDmvuHH364GvENGzZUu3/48OGqn6h6cOedd9olP/roI/3cc8891e5XCNE6VR9Q+UiBQYnF7+yemILKZZddpgLLlVdeqe20CeGWW25RjUUlI0UpBRU14jfZZJP9999fLXhNr1+//rbbbjPehWRb1Pr444/9FdqCT6tWrfTzs88+8+f/8MMPy5cvVyPer4MldvbZZ19zzTXacV2b11apCFOvntuBW3Unu4DOH+UW441jpuy3yy676Ai0bNlSdR4bXXSs/FKJyjXGSzVr164NfoqCn/HKdDZd6FX7kJmbbrpJ1SR9R1pn69at9a0pWWkZJZmoElMU1dxsZe/WW2894YQTFIO1hu22207Jp0ePHpqvSqBOfpOQtvzqq6/WYvqZbY+UqdH8Ae4U4BMspr/Ws846S6ervjhdhjDZbSM3/JzmVXWMG34mu7e9+eEnmHnIPwCAmq7mhQS/5vPSR0Vn3RVy+/Z4z6fYsU3+u0NrfOwx3thK9oYo/1YxhRnj3Rtmc44vLy9PxQTtvjLS1KlT7UzbZ+aUU06J7ahjOyeohvDbb78Z7wmqxrs4rdZ2cDEFBhU3bM/4VNiHRfpUr3j33Xc10atXr6ihkJV/bE1JJanFixebyNhZSj5+o8omn3/961/5+fnz5s1TgrLz7U1le++9dyr34OnIRD2YUlnOdsZQ4cvOUTBQeadv376xgw4rsdgJRQg7ceSRR9qRJ+yuWaqe2arUsccea+coTC5dulTZ9dBDD41aZ5s2bWzdKfHzmvRe5S41l6MGlRZ705QOVOzDcKOozrNo0aLOnTv73VFQKVTcsxP+hYZYiutXXHGFzpyOHTs+/PDDSW9uzAZu+LnuTPskAPfnO58XnnFH1LN9AADIATXjNpioIYb0c+kfxWffFb7yHTKhPOM8PWDjJpvW+NhjvFqE7SJiaxSycOFC4xVnYhdWbaRJkyZqbdtl9F57j9wtnrI+Qsur9qJqzLBhwxQtzjjjjJ0j1DoPdrlJStlGGxCcoza3nYi7wf6QwQsWLGjWrNl+++2n5Pbnn39+/fXXqjuZSPLRfBVhvvjiC2UkVVQ0Z9q0afoZ1c2mLFtuuaXNdUG2mGZvYJM6depEPTRJAVJHY86cOXbALuONf2An9F0o4L366quTJk1SCrIzbcGnefPmfu8mmyG1kgRDQuvgm7JpI219ydKprpiqtKY1v/baa3amkk+C9vTbb7/9yiuv6AjceOONJgNS7+yRypLl6joSXDjtN1aEP1aB/7cZRbUgXYxQQlbmVK6OGk4jm214yzmFn/+w/rUZ4fDz9udFg57Nv6Z7MPzQzwcAUNPV1Of5NNo4NKavOc97Qrr7SAoTOnXAqilDNs2B8OMXJTbeeGPjVX7sHVZlPd6nRYsWfvJR7Il9bEus5cuXG29YqgEDBtx1111r1qz5xmNf1bVqVUJsl4aklKCi5vj9iOIOOqdYZXtLa4NV1thwww332WefGTNmqFqi5KPMoDqP3qjF9tprLyWf//3vf0o+anFq2qTWyUe02tiZtt0WdQFbyeqpp55SnUqHTgEs6i3BhVXYUfJRxczv3W6jiB0FwYqqnsXlV7HKog9V4W7y5MkqLGiFsRWeBNfgdfBVMtKe3nnnnXEPQsWp5qaIGHXXXxRbrvQH8Uu8NjuRYIV+8TO4wrTfWBH+d2f/NmM9+eST+lD9ZfXv378GxR5Z89+x616boctI4XBz2B7mihOp9gAAckyN7Pps/3t83L7mocsKL7m/TmGhOzDRrLmFh/RZ8V4NH95AVP2wEzZ7+OOYqZ6T4F12Mb+V/Nhjj+2www4mmS5dunTq1Omtt96aPn26olTNPIEAABAASURBVIVt2Gm6e/fuF1xwQa9evZKuIbb3fOINdjz6Bv124YEHHjjDo4+zYxjY0Z9VNhk9erTt6mNvddt+++2j6ktlSfHi9Lhx44YPH26nVbxSlUmlkjZt2ij7nX766VELa3u0jEKjiiq6ov/dd9/ZrlDB0eds7NQeDRkyxKSrT58+dhQ74z1RVM1o7fV2222nIlVwYLq43n33XVvUOvfcc+MuYAto+nnrrbeatKiYtnjxYr90Fpc9kcqKB1FrsxOxsdNng3pw4Yq8sSL8qwP6OuIuYL84lQf1ZZma48/+o/8eOEH/rOa5Ix2Y0CG7mkf6Jh82HgCAmqZGJh+/XXvsPqGion8uG1mv0OvtM3te4UGXrajpgxyoYW28/LD//vsbr2uB6iq//fab7RgTy1Z7Nt98c+N1JrEzVcFIJfkY73J4V499l5rOL7/8stb58MMPH3HEEWp5m3Jq27atnVi0aFHsw2e0FzYR2Q02Xhln0KBBalOq9GRH4lYVSD932223unXrzp07V+3Xct3qliKVR0aMGKGJQw455LLLLlPA8F+K239dJ5gCj8LYO++8owk7OoI2VWHJX8auJDj4eHlNmjTJtp579uyp/GnHvrNiR5arFtpHVaLss4/KYiOHHaYiMf+M1Qr9UQ2j+FVQf+GKvDFtuqxge3ntvPPOZT1Vye64/ydQIyj2/DVwgrE3uYVCxQfvUjimT526jAcIAMhBNS8hOBEqGujnMR2KBl+wpk6+99wJhZ/5hQdfvuLXlcWmZvr222/VsNbEoYce6l+oti3IYN963w8//GD7jbRv3954Mcn2ZrHxKcqzzz6rVn63bt1s/2yt8O6777YteEstSJV6HnroIfurX30qF22trefE3WC7d8ZrPtqJ5s2bt2vXTnFIsccOYWc7ySj22J4/mpn6eNapU8ZQiUYJU4WUYOwx3lG1E1Flq+OOO85uzz///KO3m8iYbz7b5FXkmzlzZtTHqd18wgknqED0yCOPmLK9+uqr+rnTTjupAhaMPSYwynmC6p8qeCPjufrqq+0Cd955p36NGv6hXJRIjZfuguODB2n+ggULjDdqedK1qbBpS0O201RcU6ZMMV4FKZjD035j2p566ilby7KnQVxnnXWW/oLsH2ONsNqNPU/ZfzxVSS88eOd/Hv63U6+O/w+sAQAgh9SM5OP/B9hO2P8qW2q5qvIz6Pw/6xQ49rKlKj8HX/ZHTQw/alfZ8ZS1UxdeeKE/395P9dVXX/k97y21gAcPdrs6FRQUHHjggXamvZ1JdQP/eaDWH3/8oTLOn3/+qWKLbTK+9NJLasw988wzUZvh39zvl2XKRRuvYpEmJkyYENWnZcWKFbbdr9gTbNbbjX/uuee0kWrR+uN62wg0btw4bXbTpk0rt0Fp+4fEfT7jY489ZieiMkbLli3V7ldeGjVqlAJn/fr1o8a1U7C0Yw8MHz48auxp7YUqaXqXTQ6Jtyp23GqFVTtqn0mYfOyjh2L5D9Pcfffd9WuKnbji8p+Ee/311/ujWfhUnLTDpus08M/JVFY4depU1dNiX9VZaiO0/8Skir8xDboK8MADDxiv95oSbFmLnXPOORdddFFFDm9VCsceE34YWuGBO/498tK8Deraf1qdGAYAgBqu5t3S4Bd8RC1+O8h1l73Xh4r/vPqRjdYXhhTmVPk55LI/3hm62ZabZWO0W7Jkib2ty6eW/RdffKGajB3V7YorrgjeMNO1a1f7lB5dub/88svtE3J+/vnne++9167n3HPP9ftwKzK98soryhj//ve/+/bte8ABByjnqEzx4IMPqlWq9qhaZnbJww47TFHqyy+/HDp0aM+ePW2HeF2tt51JlEw6duxo0tKnTx81Ov/++29dAu/fv79yjr4plUHuuOMO2yvjkksuCS6vjRw7dqy9pS04IpxNPrY7TYrN6NTZuwF18tx444033HDDJptsYrwBD5Rq/G8ntjeLUqiO2OOPP268ulzUGF/Kirrkf99992kNKtroOKgRrMCjb+SJJ56wexp3yDvfjjvuqMiq71qboa9V35eClupySq3+PXjaqvRCaaXQHnXv3l2Zec6cOSeddJKStrKcEteyZct0Yo8fP37NmjXGOydTfJSQTun3339fZ/6IESNU8lIZTbVH7bW9y9E+dUpn46WXXlpZb0xAhbWocfMUVrUqWxpVHfL2228v68mw+l7s03uUtc444wyT3RR71gx8Stnf3uRWdNBOa0ZcXLd+PZ1y2kH99K8ukXkAADmjJiWfYMFH/6nWf5tt7LH5p8s+6x3nz/+M3sjt8+OFn4N6//7efZtnYfh5yxP3pTp16lx22WWnnXZacKZ2We0tBRKVfe7xBF89/fTTgwUiRaC7775btaP58+ff5fFfsnd22afKGO9OLTUQ1aR73BO1JbqiX1YLLykVbQYOHGifZ3rllVcGX1LbUWu2PXl8ajord9kWc3A8aEUmHRA7bEPldvKR/T0qjimkffDBB2o0q+Funx67xx57qPqklr29aytIDf1BgwatW7fOlB7bwKcmr9ajEKsoqwpA8CWlGmW/hBtlevTo8frrrytFjBw5UmUiBWAFP5uHu3Xr9vTTT2ti3rx51ft8UiVznWbaPMWMVzxRC9jSR4prUzVPMU9nhQ64dk07HruAsk3sKIJpvzEBpdayXtJZrT/DnXbaqawFdDTsgBzZX/NZfe0YL/a4A2Mq+BQetNNfIy6u02CDAk9+RFTsIQIBAGq6GpN87IBgJvJf32D48Zc5Zu/1JhSu/GihnxcVHtz796lZGX6iaEfatWunxv0pp5wSt6HWunXr0aNHv/zyy8oq33//vdrWbdq0UTBQQ9yOhBakhruayLoqr3aYrmErfjRp0kQlDl38jmoxK5wcfvjhL7zwgh1IQC3s+vXrH3nkkbqov+2225oKUKiYOHGiKgAKALNnz9blcDUH99577+OOOy6qU43xvlMVsmyHjeATPNUI095Nnz5duSj2yZ4Vp4j4/PPPq+G+aNEilVn0cbvssovyzIknnjhkyBC1p995553evXsH36IWv76mSZMmNW7cOO5DexTt+vXrp2KIdl/r1JelGkKLFi2045qZdKRjFegee+wxW3davHjxrFmz9ImqFJ166qk6pJ9//vkPP/wwefLkqGfaVjEdKJ1LOkovvviivh1VRRQUVTRT5UchViXKsoYcKMv222+v03Xq1Kn6LuypqCsaSho6VY444ggVJ8t6flHab0yd1qDIevTRR+vEiH06cE206tox3k1uXugxoaIDd1zzwEV16ter4/GTT9QNbwYAgJrPqUFPbPAfY2qpiVPk0aVWlQXsT12Mf/2T/KvHbGgrP1p862b57923RZOsDz8AkGmrbLXHfW6P+89p4YE7/KXY02CDOhGxNR+/2G4AAKjhalIe8P8DHOzqY+9Kt//BthNH711013l/2tHeHOP8vKjo4N6/Lfujpo72BgCVQrHnz4FPh7xyjzuS24E7Jog9VHsAALmnhlVCEocf39F7Fw88zx3tzRu5y972RvgBUHutuvYRxR53SANvTIMiN/b0ShB7gndmkn8AALmhRj7Px5Qe4a3s8LMmEn6cXxYVHkL4AVArrbz2kdX2uT3uHc622pM89nCfGwAgx9Skfj5BwT4/xRF+nx/fG5/kXTO6QaTPj9m6Wf679zeizw+A2mOlX+0xttqzw9/EHgBArVRTM0CKlZ+jVPk5/y+38uMNZPTzosJOvX+l8gOglnCrPXc9HfLGM3BHcjtoR2IPAKDWqqk1Hyv1yk+/ksqPO9rblPsbU/kBkNts7PFHcis6YId/HriQ2AMAqLVqdus/9crPnar8hEd7M78sKux86XIqPwBy2IqrR6266xl/JLeiA4k9AIDarsbXPVIPP3fY297cdoDzM+EHQO5acc3oVYOfN16pRz/c2HM/sQcAUNvlwh1f5Q8/4dHevPBTZAAgh/xx9ehV9zzvpR7330bFnrXEHgAAciP5mHKEn5Affox729v6Qwk/AHLIH5Fqj31uT7Ebe3oSewAAMDmTfEzK4edIN/z87Y32FnKMW/kh/ADIDb9f41V7jH1uT6iI2AMAQEDNHtstVoqjvb35iXPtqA385/xs1Sz/nQeaNNks3wBAzfT7NWNW3fOcY29xM6Gi/bZbP5IBrAEAKJFrIzunXvm5/YJ/VPkxXithzqLCwy5ZRuUHQA3lxh73Jjc7kptiT/v1DxJ7AAAoJQefaZN6+Lnt/H8K8h2vG7B72xvhB0BNpNizcnBkSIOQKXZjz4V16hN7AAAoJTef5lm+yk++2gpub+A5i9YfTvgBUKP85saeF7yuPSZ8kxuxBwCAeHIz+ZiUw88Rqvxc8E9B5Dk/v7jhZynhB0CN8Ns1j3ixx47kpmrPdoXEHgAAypCzyceUM/y4fX685/zMWVR4BOEHQNYLxx7j/jOnazfF/0fsAQAgkVxOPqYc4cfceoHX5yfynJ8jLllC+AGQtRR7Vrixxw7OGXJjz8iexB4AABLI8eRjyhd+1nqjvbnP+VHl50jCD4Cs9KtizxAbe9xidfF+2xURewAASCbXnudTlhSf8/PWx+aGUXXtc370/9s2K3hzRFOe8wMge/warvYY758pxZ5ti4k9AACkIPdrPlaqlZ99VPlZ54325r5rzqL1R128ZPnvVH4AZAWv2jPRuP+aGfcmt/22I/YAAJCi2pJ8TMrh5/B9zC0XrAuO9nbkJYsJPwCq3a/9xv6h2GMHsA6ZkBt7LiD2AACQolqUfEw5w09ktDev8kP4AVCtll8z9o/BJbHHu8mN2AMAQDnUln4+QSn2+Zn0sfnvqDqFhbbPT6ht84I3HmjeeHP6/ACoasv7ebHHhLsghjpuE3JvcqtH7AEAIHW1q+ZjpV75udlWfryrrHMWFR59ySIqPwCqmBt7hrxoh530bnLbltgDAEAaamPyMeUIP85NF6xzn/PjjXgwZ9F6wg+AqrSs37jfB7/oVardqzCh/9s2NOICYg8AAGmopcnHlCf83Nxzve3z41Z+Fq4/hvADoEoo9rhDGqja43ixZ79tDbEHAIB01d7kY1IOP4e5lZ/1BQV5buXHMW74uXgh4QdARrnVniET7SCTbsfE/bYj9gAAUBG1OvmYcoUfVX7y8+zASnMWEX4AZNBSN/a86F5s8Yo9qvY4I84n9gAAUBG1cWy3WCmO9vb2x6EBDxcUFboL6xpsm+YFr41oyWhvACpXOPYYO6CBcfbbhtgDAEDF1faaj5V65WdAz8KC8GhvZu6i9V2o/ACoVF7secl4Axq4/9JQ7QEAoJKQfMJSDz83Kvzk2+aFM3fRui4XLyD8AKgUS/s9+tuQl+xgkq79ts0bcR6xBwCASkHyKVGOys+FRZHKjzN34fpjCT8AKmyJYs/Ql/zn9piO2xB7AACoRCSfUlIMP4eWVH7c0d7mLlx37MXzCT8A0rakvxt77HN73JrPfsQYgpheAAAQAElEQVQeAAAqGcknWsrhJ+9GVX7yvUuzjlv5OY7wAyAtS7yb3Ewo/NweZ79t84k9AABUNpJPHKmHn//a297c9opxw89F8wg/AMplSf/HfnWrPe4/Om7NR7HngXOJPQAAVDqST3zlDD95XqvFHe3teMIPgJQtVuxxqz3h5/Y4+21TQOwBACAzeJ5PIik+5+edj4tveSgv8JyfOi+NbNV48wIDAGULx57Ic3vy9mtH7AEAIHOo+SRSjspPz+LAc37WnXDR/OW/FxoAKIMXe1423nN7Qt7jSok9AABkFDWf5FKs/ExW5edBp6go5DVJ3MrPiyNbU/kBEEuxZ7kbe+w/FyavY7s6D5xD7AEAIKNIPilJNfzMKL71IaewsNhtmoRCbVvUmUj4AVDawivG/DbyTRNy/6HQPyn5xB4AAKoEySdVKYefIoWfcOUnZNq0cCs/jQg/ADwLwrEnXBxWtacusQcAgCpBP59Updjnp/O++ddfGCrId8KjvS1c1/Wieb/S5wdAMPY47uNK8zpuQ+wBAKDKUPMpnxQrP1Ns5ce97c2r/DSvM/HBNlR+gNpsQd9Hfh3xhvGGNNA/Iqr21HugB7EHAIAqQ82nfFKs/HSylZ+S5/ys69prLpUfoNaa78aeN0PhkdxCefsRewAAqGrUfNKReuXntgdNcLS3Fx5sS+UHqG1s7DH2uT3G5Hfcut79xB4AAKoaNZ90pF75ua6XKShwb+jX8nMXrjux1xwqP0Ct4saekW+51R53xEd3AGtiDwAA1YLkk6bUw8+1F5qC/PDC8xatO4nwA9Qa8/uOXa7Y443kptiTv1+7De7/F7EHAIBqQfJJXznCTy/HG+3Nveyryg/hB6gN5rmx581QeCQ39yY3Yg8AANWIfj4VlWKfn3dnFN3+YMgf7a11izrPP7gVfX6AXOXFnre8AazdfyDyO7arf//ZxB4AAKoRNZ+KSrHyc4hb+fH6/HijO81buO7kXr9Q+QFykmLPMnuTm+NeXSL2AACQDaj5VI6UKz+Fd9jKjze2bevmdZ57aGsqP0Aumdd33LKRdiQ3CeXvu3UDYg8AAFmAmk/lSLnyU9C/l+M+58cb7U2Vn1Mu/JnKD5Az5ir2PPiW/9weVXuIPQAAZAmST6VJPfz08wY8MJHR3hR+li5fbwDUcG7s8UdyM6ZAsee+s4g9AABkCZJPZSpH+Lkoz+vzE678nNqL8APUbHP6jlv64CTvuT3hkdwa3E/sAQAgi5B8Kll5Kj9u+NGVYb1j4eJ13aj8ADXWnCsfXfbgJDuSmy5oFHTcekOqPQAAZBmST+VLMfwc7FZ+8m3lR0suWLKuG5UfoAZS7FlaMpIbsQcAgCzF2G6ZkuJob1NnFA4cWeSN9uZq0bTO0w+127JxHQOgJvBizyT9rbt/wqGQYs9G951J7AEAIAtR88mU1Cs/17h9fvLsYFALl6zrfuFPVH6AGuGXKx9dMnJSyI097lUkYg8AANmM5JNBKYefOlcr/OQ7tv3khZ8fCT9AlvslXO0xbuwxxB4AALIdySezyhN+8u1zftzKz+J1pxF+gCzmVnsefNveK+zGnn23bkjsAQAgu5F8Mi7V8NOxztW98r3Kj7sw4QfIWr9c+Zhij/Ge2yN13NhzBrEHAIAsR/KpCimGn4MUfi4qcMOPNzbuosXrTif8AFnm5ysfW6xqj3eJwntc6VbEHgAAagSSTxVJPfz8R+HHHera7T2wcPHa03v+QPgBsoSNPfa5PSakas9WGw8n9gAAUDOQfKpOecJPHf85PwuXrDvjQsIPUP1+isQe4z23p07HrTam2gMAQM3B83yqWorP+Xlv+vpBI9cHn/Pz5MPb8ZwfoLr8dOXjbt8e+9weE1K1Z5PhpxN7AACoQaj5VLXUKz9Xube9hZ/zs2jJujN7fk/lB6gWij2LH3o7ZEL2ahGxBwCAmojkUw1SDj91r7IDHnhvWkj4AarDT1c9vsi9yc19bo9b7elI7AEAoEYi+VSPFMPPgQo/F0f6/Kjys3jtWYQfoAr96Maed9wpx31uj6o9mxJ7AAComUg+1Sb18HOlHfDAW3qhG35mE36AKhCOPZGR3Oq6sec0Yg8AADUUyac6lSP8XFw38pwfZ9HidWcTfoAM82LPZGOf2+MOYN2W2AMAQI3G2G7VL8XR3t6fvm7wiLVFheGhpVo0rfv4qO2bMNobkAE/XvXEwgffccIjuZm6+7TZjNgDAEANR82n+qVe+el7cb2CAscbV9dZtESVn++WLV9nAFSqH7zYY8IjuZm6+7Yl9gAAkANIPlmhXOEnPz/PG13XLFy87uwLZhN+gErkxZ7J3qR7laFux7ab3dud2AMAQA4g+WSLFMPPAQo/l9QtKMjzxth1R3v7F+EHqCTfK/Y8NNmt9nhjGqjaszmxBwCAXEHyySIph596V1xcNz8y2psXfrjtDaio76960o093t+VCSn2bPX/7N0HfFRFu4DxCb2j9CICCqKCgooICghiQUFRVHoTQXqV3hVUbBTr/eyIggWs2LuiKKhgoXdBIAm9pCd735nZHNaUzW7qlud/fx93EzYh2Sx4nn3PmSF7AAAIJZRPYPEjfoYWL1JYH5/JQRrxA+TQ6ezRfwX1tKfiE13IHgAAQgnlE3B8j5/RQ4vryY95iVrip++AjcQPkA2SPXvdJ7npX4qTPQAAhCLKJxD5Ez8lTq/2tj+B+AH8tVlnzzfmZoTZrpTsAQAgNFE+Acqv+DHX/OjRz36Z/NxN/AC+2jx+qWSP/esjZNpT6Yk7yR4AAEIS5RO4fIyfqyR+hpS0kx+5u8RPPyY/gA9M9nxtR6bmJLfaZA8AACGM8glovsZPi+KjhpR07/MToSc//e7eQPwAXkj27HnuG/dKbsqls2ch2QMAQCijfAKdH/Gjr/kpZE/bkfi5S+InivgBMrDJnT0uu5Jb8SvqVGbaAwBAqKN8goDP8VNi5JAS7tXeIvRpb3cNWE/8AGlsGv+GZI/9a2JXcqu88A6yBwCAkEf5BAc/4meouebH5T7trT/xA3jYaLJHnxaqz3HTJ7lVIXsAAAgPlE/Q8Ct+Cuv4UXbBA+IHsGz2uFL37SlB9gAAEE4on2DiY/xcqeOnVGGP1d7uJn4Q9kz2fKv0ggbuldzIHgAAwgrlE2R8j58REj92tTe94EHc3Xf/TfwgbEn2/PPct6n79rhk2lN14e1kDwAAYSXC5XIpBBv7U3MZKamSk5OTkpISPfy0Ku6pZ2KSk5LNi9yuGjWKv/BCoypViikgnPw96rV/F62UvwK6YVwpJZuRPQAAhCPKJ1j5Hj9PP30qOTlF6R+2ql692IsvXlSZ+EHY+HvU63sX/WAv7ZG/MSWbnV2N7AEAICxxtluw8v20t2HD9Glv5pIfvdrbgLv/jua0N4QHkz0r3Su5SfZcUZvsAQAgbDHzCW4+Tn5WrYp96ulTKUkuu5Jv9erFX2Dyg1An2bNHskfZ3Ur1tKf6ws5kDwAAYYuZT3DzcfLTokXJ4cNKm01O7T4/cQPv/ovJD0LYXzp7flRO9lxB9gAAEO4on6Dne/wMG1a6yOl9fiR+/iR+EJL+GrVEsseu5Cb/09mzgOwBACDcUT6hwPf4GTqszOl9fvbF30P8IOT8KdOeV+20R3e+PsmN7AEAAFznE0p8v+bn2adOJien2EO86tWKPfdSY675QWj400x75O+BXcmtVLOzayy4jewBAACKmU8o8X3yM2R4Gb3JqWne/ftl8vMHkx+EAJ09r5rsMUt5kD0AAMAT5RNS/DjtbXgZc82PXu3twL74Qf2JHwS3P0cv+efVH3XPR+hRdslmtckeAADgifIJNT7GT3M7+SliJj9mtTcTP/EKCEJ/jFryz6Kf7L49kj0y7am54FayBwAAeKJ8QpDP8VNqiHvyo68FP0D8IDj9MXrpP6/+5DLdIyFP9gAAgAxRPqHJ9/gZPLys3ufHrP8r8TOY+EFQSc0eXe922nMW2QMAADLC2m6hzMfV3n5eFfO/J0+krvbmqla9xP/p1d6KKyCwrZPsWfRT6kpuqnSzWmfN70T2AACADDHzCWW+T34G2cmPuejnwL64IUx+EPDWmWmPMs9wc5Ib2QMAALxh5hP6fJz8/PJTzP+eOu6e/LhUterFn325CZMfBKZ1o9/YLdljFieUX+20pxjZAwAAMsfMJ/T5OPm54kqZ/JRz7/MToa/5Gdp/HZMfBKC1JntcOnv0azelm51N9gAAgCwx8wkXvk9+nnvqWHKSveZHT36eefkSJj8IHDZ7lM5z97Sn1vxbyB4AAJAlZj7hwvfJzz3DyxUpUsgGsUx+ht21lskPAoRkz65XV5mppHKRPQAAwB+UTxjxOX5KD9TxY+5s9vmR+DlI/KCgrR39pmSPWclNL2lA9gAAAL9QPuHFn/gpX8TZ52dfLPGDgvW7ZM/iVc6+PaUvr3U22QMAAPzBdT7hyMdrflb/dOr5J4+lrvbmqlajxNMvX1qJa36Q734fY6Y9Lve+PWUuP+vs+TeTPQAAwC/MfMKRj5OfZjL5GVFeX/MjpRSh9/kZftfvkfvjFJCPfhv95s5XV5nnoD3JjewBAADZwcwnfPk++XnhyaN6tTd9UbmqXKXYU69cVrV6CQXkvd/GvOWe9pg1Dco0O6v2PLIHAABkBzOf8OX75GfAiDPM5EdfYxEdFT+i329MfpAPJHvMtMe9b0+ZZrXIHgAAkG3MfMKd75OfF5884uzzU7lK8SeZ/CAv2exRdt8e5Spz+Vl15nUkewAAQLYx8wl3fk9+zEdFR8WNZPKDPPPrmLd2vPqzs28P2QMAAHKO8oGv8XP5lWXulvgp7N7nx8TPr8QPct2vetrzs9m3R6+qXqYZ2QMAAHIB5QPNj/gZeabe58esLxwdGTeK+EGu0tOexb/o0aJZyU2mPXXJHgAAkBu4zgen+XjNz5qfTr70xBFnn5/KVYovXHQ51/wg59aMeXvn4p9TV3JTZS+vWXdeB7IHAADkCmY+OM33yU9/mfwULmQX3YqOih/dbw2TH+SQZM+OxT+nruSmyjQjewAAQG5i5oO0fJ/8vPzEYc/V3hYw+UF2rRn79o5Xf7HX9siTT6Y955A9AAAgVzHzQVr+TH4q2NXeIsxqb6P7MvlBdqwe8/b2V39x6eUM9GsxZZudRfYAAIBcR/kgAz7GT9Mry9yl4yfCZV6qPxgVN6bv6sj9sQrw2eqxy3YslmmPXjBQxj06ex6/iewBAAC5jvJBxvyInxEVncnPwUiJnzXED3y0esyy7e6V3GTio09yO5fsAQAAeYPyQaZ8jZ+ryvSTyU/hCLsSsZ789FkdRfwgKzLt2fbaL8plr+1RZS8/i+wBAAB5h/KBNz5Pfsr2G1kxdZ+fCHvaG/EDL36R7Fm82lzao5tZpj31Hr+R7AEAAHmH8kEWfJ78lO1rT3szqxLr096Y/CATv4xdvl2yR53et4fsAQAAeY3yQdZ8g+saQwAAEABJREFUjx+Z/Mgxqo2fQ1FxY5n8IJ2fxy7ftthZyU1nT32yBwAA5D3KBz7xMX5cxTev2zlHqRS7KZBMfsb2+YX4gcNkj0x73Cu5ldPZ057sAQAA+YCdTOEH75ucnjhxom3btv/880/V8q0a154sXV3I3LtS1RKPL7qiSo2SCuFNZ89rq82SBhHKlVK+Wc36j5E9AAAgnzDzgR+8T37mzp0r2SN3iDz2wz/H/y91tTe9z8+9fX+O2sfkJ6z9PPadrTp7Uqc9ZA8AAMhfzHzgtwwnPz/88MMNN9zg3Gfp0qUR8Q0WPxGdlJhSKMI9+XlsUXMmP+Fp1dh33NMe82Qof3nN8x67gewBAAD5iZkP/JZ+8hMfHz9gwADnDn379m3RosVlV5XtM7KSWera7PMTGTeuD5OfcLTqXjvtca/kVo7sAQAABYHyQXakiZ8ZM2bs2bPH/latWrVmzZplj2gvvapcn1GVJX6Ue7W32PGc9hZmZNqzdfEa9749OntqNCB7AABAQeBsN2SfffL88ssvMuFx3vnZZ581a9Ys0cPvPx5fvDA6OSnFHMa6KlUp8eirLTjtLRz8dK/OnghlLvhyuSR7zid7AABAAWHmg+yTY9PY2NhevXo57xkwYECrVq3SLHUtk5/eevJTSO9cqfQ+PxP6rGLyE+JcLps9yox77EluZA8AAChAlA9yZPr06du3b7e3a9So8cgjj2S4z4/ET69RlQsXKWT2r1Qmfn4ifkKWy/XDyGVbdPYoZVZyK6+nPdeTPQAAoABxthuyb/Xq1c2bN3eeQp9//vk111yTfp8fz9PeXl8Y5T7tzaz29vCrV3LaW6iR7BmxbPvba+3FXcqVckZTsgcAABQ8Zj7IpoSEhJ49ezrZ079//2uvvTbDfX7+O/mpUtjZ5ycybiKTnxCjpz3Lt+nsUeYkN9f2QgfIHgAAEAgoH2TTlClTtm3bZm/XrFlz4cKFKvNNTh2XSPyMrmpWe5M7q0ORsZOIn5Dhcn0/Yvm2t9baS3vk7fWJux6MXLzs3eVkDwAAKHCc7YbsSHOe25dfftmuXTuVySan6U97W/vj8dcXROrT3iL0U7BilRIPL76qMqe9BTXJnpE2e1zmx6rWJ+6cf/StZJVSsWLFNWvWlC9fnuwBAAAFiJkP/JbmPLe+ffva7FEZbXKa2eSn5+gqerU3lx79HIqSyc+P0Ux+gpfL9Z3OnnVmlKcHeuUvr7683M+SPfKbhw4deuaZZ8geAABQsJj5wG8TJkx49NFH7e0qVaps2bJFXs73vIPPk59jS+zkx1wRIpOfuYtbMvkJPjp73pFpT0TqxT3lm1Zv+Oh1P/y0cuDAgfYuxYsX37hxY/Xq1ckeAABQUJj5wD+rV6+eN2+e8+ZLL72UJnuUH5Of8j30NT+F7JYvhyLjJvdeyeQnyNjseXuts29P+aY1JHuKlSzevn37K6+80t4rPj5+1qxZZA8AAChAzHzgh4SEhIYNGzoLG/Tq1Wvx4sWZ3dnHyc86mfzMP5CcbCc/SiY/D+lrfkopBD6TPVvfkuxRdnB3hp72XOus5LZ9+/aWLVvaZ4JEztq1ay+66CJF9gAAgILAzAd+mDFjhpM9VapUeeqpp7zc2cfJTxM9+almrvnRH3UoMnZK7x+j98UoBDiX61vJnrfXKf1T1m+nyR7RqFGjnj17pt7dNXHiREX2AACAAsLMB75at25d06ZNZWhj31y+fHnnzp2z/CjPyY+QD5fJj4x95IYMfJz5z1+/HF38yP6UZLmzK8KlKlUrMWdRyyo1mfwEqtTsMcmj/1fhihoN516Tft+eQ4cOnX/++bGx7pMYv/766zZt2pA9AAAg/zHzgU8kUeTFeyd7unTp4kv2qP9OfoQcCsvkxx4T24Nje5R80RVn9J5QvXDhCHu1yMEDsdP6roz6l8lPQHK5vhn57ta3/1Dul00ke2pmmD2ievXqdtRjDR8+nFdbAABAgaB84JNZs2Zt2LDB3q5QocKzzz7r+8f6Hj+9JH7cp71FHJL46UP8BB7JnlGSPetcegVrvSz5mTp72maYPXZJg/Hjx0v/2I+WZ9GiRYsUAABAvuNsN2QtzXlub775psx8lJ98P+3t9Uf2mU1OI1RKSqVqJWe/2orT3gKFO3tk2pMSYbqnQvMajR7ylj12JbdXX331rrvusp+jSpUqu3fvLlGihAIAAMhHzHyQhTTnuXXu3Dkb2aP8m/zUKOxschoZO73PD9FMfgKByZ4tb/9hIjbCZa7t8SV75Ebv3r0bNmxoP01UVNQjjzyiAAAA8hczH2Rh5syZ999/v71doUKFrVu3yq8qu3yc/PztTH7Mve3kpzKTnwLkcn096j29kpvLpac9ylVRZ08bX7LH/vrtt9+2bdvWfrJSpUrt3LlThj8KAAAgvxSeNWuWAjKxYcMGGfhInNg3X3zxxWbNmqkcSLOiseebnr9Wql6sWp2if/90QpdShIo9mfTzF/9ecW2N0uWKKuQ/kz1bzJIGTvZc5E/2yK916tT57bfftmzZIrclbo8ePXrLLbcoAACA/MLMB5mSCczll1++bt06+2aHDh1WrFihcoOvk5+fjy555F9zzY978nP/q62Z/OQ3l/rKfW2Py/4gspE9lgwML7jgAnvmpNznzz//dE6BAwAAyGtc54NMPfTQQ072lC9f/qWXXlK5xMdrfho1P6PHxJqFnU1OD8TO6PM91/zkK5M9+toepexKbhWymz2ifv3699xzj70trXvvvfcqAACA/MLMBxnbsGFD48aNZfxi31y8eHGvXr1UrvJ58nNEJj8ppyc/pe5j8pM/dPbYk9xOT3sufujq7GWPdfjw4Vq1asXEuPP1m2++adOmjQIAAMh7zHyQAWmPnj17OtnToUOHXM8e5cfk58w+U84qXCQidZ+fmJm9v2Pyk+dM9mzW0x6zb4/S054cZo8yi2RMmzbNeXP48OHOVWQAAAB5ivJBBh5++OE8Os8tDR/j5/ymZ/SeUqtQET13sPEzi/jJY1/f+8HmZX9K9pglDVTFZtWbPNo2h9ljjRkzpkaNGvb2+vXrX375ZQUAAJD3ONsNaW3YsOGSSy5JSEiwb77yyit9+/ZVeSnD097kV3vCm3Pa26Zfj772wD8pyWb043JVrFZy1uI2nPaW+1zqS5n2LPvTLGCt367UrHrjHE97PL322mu9e/e2t6tUqbJz585Spfg5AgCAvMXMB/9hz3Nzsqddu3Z5nT0qk8mP/GpnPp6Tn15Tz5YjbTP4kclP7H29v43+95RCLnKpL0z2uPS1PWaF8Stq5G72iF69el166aX2NhubAgCA/MHMB//x8MMPT5o0yd4uX778+vXra9asqfKF75Of1/Xkx25yqmTyM3Px1ZVrllbIOcme0e9vfvtPpVzuPWSbVW/yUOvczR5r1apVV155pb3NxqYAACAfsJMpTtu2bdudd95pt1sRzzzzzNVXX63yS2abnFrOeypUK1ajXvG/Vx5zpch7VOzJxNVf7Ltcb3JaTCEnUrNHsrOQXUbviuqNH2pdPA+yR9SqVWvdunWbN29WZmPTw4cPd+rUSQEAAOQZZj5wk2dC8+bNV69ebd9s167dl19+qfKd75OfJQ/sTkly2RXfZPIzQ1/zw+Qn+766d8WGpWuV2bZH/q/SFdUufaRNUQ+5mD0WG5sCAID8xHU+cJs3b56TPWXKlFm0aJEqCL5f89Nz6tmFi0TYcD+0P+Z+rvnJNpf6fNT7G95Yp6+fMm/KtKfJg63zNHuU2dh0yJAh9rb07fDhwxUAAECeYeYDbdu2bfJyu7OwwXPPPTdw4EBVcHyc/Gz+9Ujq5EffvWLVktNfa8vkxz+SPaM/2ORc26NU5WbVmjzYKo9Ockvj8OHDdevWPX78uH3zk08+ad++vQIAAMgDzHygAyPNem4Fmz3K58lPg6Zn9phau1DhCFfqPj+ze33D5McPNnuW/eXs21MpH7NHmY1Np06d6rw5cuRINjYFAAB5hPKBWrhwYSCc55aGH/Ezrbb8ph5ZREQcPhAzp9c3B4kfX7jUZ6M/2CjZo/ft0fVYqVn1S/IxeyzPjU23bt364osvKgAAgDzA2W7hbvfu3RdccEFsbKx989lnnx08eLAKGL6f9vbGnF3JSa4IsyhZxWqlpr/WthKnvXlhsmeTyZ5CEfrfgSrNql3yYMt8zh5r6dKlPXr0sLfZ2BQAAOQRZj5hTY53e/Xq5WRPy5YtAyp7lD+Tn27T6hQuEqH0+EKZyc/XTH4ypbPnw43L/jZbwursqXBJ5YLKHtG9e3fPjU3nzp2rAAAAchszn7D25JNPjhw50t4uWbLkxo0ba9eurQKP75OfN+fslMlPIV1AevIz7bVrmPyk5VKfjv5w0/K/XCmpD9QlVZo90rpYqYLJHstzY9MSJUps377dOQUOAAAgV7CTafjavXv3rbfeKtlg31ywYMF1112nApKPm5yeWa1Y9XolNqw8qjc5VXqT018/39P0urNKscmpw2TPxmV/Kf2g6XcEQvYos7Hpn3/+uWnTJrktz8nDhw/Lk1MBAADkHmY+4atVq1YrV660t1u2bPnDDz+owObj5GeLe/KTUsjcuWL1UtNeb1exBpOf1OxZ/re+tke/5arYpLJkT/HMsyd9XuadXbt21atXj41NAQBAHuE6nzD17LPPOtlTsmTJ1157TQU8H6/5Oa/pmV2n1S2sl7rWdz68P2ZO9y8P7Qv7a35c6pMxKzaY7NHLQMi0J5CyR9SpU8fZzJSNTQEAQK5j5hOOdu/e3ahRo5MnT9o3Fy5c6FztE/h8nvwcfmu2mfyY5d7OrFJy2tJrw3fyY7JHL2ngStEN43JVuqRys4dbBU72WGk2Nv3oo49uuukmBQAAkBuY+YSjXr16OdnTsmXLESNGqODh8+SnQpfpdQsXKaQ3OXWpI5Gxc7p/EaaTHzvt0Su5uWz2VAzI7FFmY9MZM2Y4b44ePdqe/AYAAJBzlE/Yee6559Kc55afh7a5wr/4KRyhlztQrqNRcQ90C7/4camPx6xYr6c9LjPjVZI9VwRk9lgyfqxTp469vXXr1hdeeEEBAADkBs52Cy///vvv+eef7wx85s2bN2bMGBWcfD/t7e3ZO1KSXBH62hZ1ZtWSU5deFy6nvens+WiDXclNmT1eL6nUPICzx3rrrbe6du1qb7OxKQAAyC2sah1eOnfuvHnzZnu7WbNm8oJ60A18HD4vdV282rklNv54RKXou8WfSvr1k91Nbzi7VNlQX+raZs9ys12pebvSJZUDP3tEw4YNP/zww/3798vtU6dOyVdyzTXXKAAAgJxh5hNGXnzxxQEDBtjbxYoVW79+fb169VSQ83Xys/rwsge2n578VCk55Y3rQ3ny41IfmeyRG/ZbrtREpj0tM8yeQkaAZI/FxqYAACDXcZ1PuPj3339Hjx7tvPnAAw+EQPYo36/5aVbhjqnnFi6i7yshcDQq9pIr9iMAABAASURBVKFun4fsNT8me9YvX28u7bELWAdT9ogWLVrccccd9nZcXNzkyZMVAABAzjDzCRfXXnvtV199ZW83a9bs559/Dt7z3NLzffKz/IFtevJjrvaXyc/kN24ItcmPzp6P1+tpj8v+gCs1qdgiqLLH2rVr13nnnSc/Nfvm33//zcamAAAgJ5j5hIVXXnnFyZ5ixYq9/vrroZQ9yp/Jz+1T6xWyq725Jz+fhdTkx6VWjPn4bz3tccnDIX1X6ZJKwZg96r8bmwo2NgUAADnEzCf0RUVFyWvnx44ds2/OnTt34sSJKhT5Pvl5Z862lGRXhMu92tuk0Jj8SPaM/Xj9svVyy67kVqlJpSsfvioYs8c6fvx4rVq1nI1NP/zww44dOyoAAIBsYeYT+vr37+9kT5MmTcaNG6dClB+Tn2n1Chd2r/R8NDJ2btdPg37yY7Ln72Xr9b6t5hUNmfYEdfaIcuXK3Xfffc6bY8eOZWNTAACQbZRPiHvttdc++ugje9ue51ZYH/KHLB/jp36zCp2nmdPezHlvR6NiH+4WzPHjUh+a7FH6+4mwC1hfOTe4s8caNmyY58amzz33nAIAAMgWznYLZWnOc3vggQemTJmiwoCPp71tXX3onTlbXUn6znLsf0aVkhPfbB98p73p7Pnk7+XrU5c0cFVuUumquVeGQPZYy5cvd9Z5q1Chwp49e9jYFAAAZAM7mYayrl27/vXXX/Z2kyZNXn31VTnqVWHAx01Oz6hevOq5JTevPGw2OXXFnUr8/ZNdl7avHUybnJ7OHv2WfFchlj3iwgsv/Pzzz/fu3Su3Y2NjJWXbtWunAAAA/MTMJ2QtXbq0R48e9rYc+/7xxx9yBKnCie+Tn/fmbE2RyY/MTCLs5OfGCkEx+XGpD3T2bLBfufwq2dNybotQyh7r999/v+yyy+xtNjYFAADZw3U+oenw4cOeqwDPmDEj3LJH+XHNT8Vbp9UvVESZeFDHImMe6frJ4cC/5sfJHrllvvJQzR5x6aWXygDT3o6LiwvVxQkBAECeYuYTmm6//fZ33nnH3m7SpMmaNWvkIFiFJR8nP9tk8jN7S0ry6cnPhDdvCtzJj86eT//S054U3TAuV5UmFUM1e6w0G5v+9ttvkkMKAADAZ8x8QtBbb73lZI8c/r7++uthmz3K58lPPZn8TD+vUOEIvTaaSx2NjH2068eH/z2pApBLvW+zR097IsxJbiGePcpsbDpq1CjnTTY2BQAA/mLmE2oOHz5cv359+dW+OXPmTBaxUP5Mft6fvVlf86M3A42Qyc/4N2+sULOMChw2e94x1/boSEupckmlVg81D+3ssY4fP163bl3nuf3ee+916tRJAQAA+IaZT6gZMmSIc2h44YUXTps2TcGfyU+n6Q0KFYmwu+Ici4p5rFsgTX4ke+799E+dPcruRFS5SbhkjzIbm0rJO2+OHz+ejU0BAIDvKJ+Q8tFHH7311lv2Nue5peFn/OgPcZnT3h4LkNPeXOo9yZ7lG3X26G9Fn+TWem64ZI+VZmPT//u//1MAAAC+oXxCh4x6+vfv77w5adKkJk2aKHjwPX5umWYmP2ap6GORMY8XePzo7PnMnT3mzSqSPWEz7XHIdzd//nznzRkzZhw/flwBAAD4gJ1MQ8eAAQN+/vlne/vCCy984403wmTfUr9E+LrJaYnK55ba+sMhex1cfEzi2k92XnJDnZLlCmKTU4/ssV+4ZM/V4Zc91vnnn59mY9Nrr71WAQAAZIUVDkLERx991LFjR3tbDn9//fVXBj5e+LjgwfZfDn4we7MrOcVumXNG1ZJj3+yQzwseuPS1PZ/9sXxjhL24xyxgffVDV4Rn9lieG5vKt79r1y42NgUAAFliJhAKjh075nme24QJE8ge73w87e3cKyrdMr1BocLmqhqlT3ub1/Wj/DztzWWmPX+8s0nZi3tciuxRZmPTHj162NsSqOPHj1cAAABZYeYTCvr06bN48WJ7+8ILL1y7dm2xYgVxUlaw8X3y8+HsTS73UteqvJ78dMyHyY/Jns9PT3uUq0rjCm3CPnusffv2nXvuuXFxcfZNNjYFAABZYuYT9D766CMne+QI+PXXXyd7fOT75Ofm6eenrvbmOh4ZO7/Lirye/Ej2vCvZ885GlbqmQZXGFckeR40aNdjYFAAA+IWZT3A7duzYeeedFxUVZd+cOHHi3LlzFfzh++RnxeyNpyc/VUqNeSuvJj9O9kSYv5122tP2oWZkj6c0G5u+8847t912mwIAAMgEM5/gNnr0aCd76tWrd//99yv4yffJT8fpF0Toa37k9QJ1PCpmQZcP82Lyk5o9m5x9e6o0IXsyUK5cOc8n/NixY9nYFAAAeEH5BLGvvvrqlVdesbfleJfz3LIts/gRaeLnpil6wQO5u8vs85Pr8WOy54t1ekkDM+sxSxq0fZDsydjgwYPr169vb+/atevpp59WAAAAmaB8gtXJkyf79u3rvHnvvfc2a9ZMIbsyjB/bGJ7xU/+qKjdOaaAnPxH6TLTjkTELu3x4JJfiRzrnHZs9qduVVm1S4ZoHLyd7MiOPw2OPPea8ed9997GxKQAAyAw7mQarYcOGfffdd/Z2vXr1li9fLkeBCjkQkckmp2l+PaNmyQp1Sm7/8ZBK0YESfypx3Sc7m7Svm8NNTnX2jNPZE2E3D1Kuajp7mPZkoUGDBp4bmyYnJ1933XUKAAAgHVY4CEpfffWVs2+9HPL+/PPPDHxyS4YLHiQlJckNzwUPtv0Y9ckDG13JesEDmZyWq1pq9Fu3nJndBQ9Ss2ezcqVE6O5xVW1coZ2e9hQje7KUZmPTLVu21KlTRwEAAPwXZ7sFnzTnuY0ePZrsyUU+nvZW76oqN069QF/zo5zT3j7I3mlvkj3Lx325VmePXtPARfb46dJLL+3du7e9LVE6efJkBQAAkA4zn+AzePDg//3vf/Z27dq1N27cWLJkSYVc5cvkJyEhYftP0Z/pyU+K3EdypFyVkqPe7uTX5Mdmj7m2x6UTxuWqRvb4j41NAQBAlpj5BJmVK1c62SNHva+99hrZkxd8mfwUK1bs3Csr3zBVL3UtzCanMU/c+b7vk5/Uac8mM+zRi2Uz7cmeGjVqjB071nmTjU0BAEB6zHyCycmTJxs1arR792775siRIxcuXKiQZzwnPympMpn8bNDX/OjJjypXpdRIHyY/8rmX6WnP5tPTniYVrn2gKdmTPTExMXXr1nW2t1q2bNntt9+uAAAAUjHzCSYTJ050sqd27dpz585VyEuek59CqTKb/Dj7/ByPPPXkne95n/yY7Plq7TubdVqZfXtk2kP25ESpUqXuu+8+581x48ZJlyoAAIBUlE/QWLly5TPPPOO8yXlu+cPn+KlyvcSPyRO74IGX+HFnz7ub9WfWb6tqTc687kGyJ6cGDhzIxqYAACAznO0WHGJjYy+44AJn4DNs2LCnnnpKIb/4eNrbjp+iPp+zwZWcokzSlK9aarg+7a3sfz+VettMe+SmKRhX9cZnXse0J5d89NFHHTt2tLcrVKiwc+fOcuXKKQAAAHYyDRb33nvv559/bm/Xrl37nXfekTmDQn5Jv59p+neKcjVKVKhbaufKaKW3+XElnEr64+PtF7c/p2S54vZD3Nnz7haTPfoDqzQ844aHWNIg15x33nnfffedDHyUeb1AcvSGG25QAAAAzHyCwsqVK1u3bu38pH744YeWLVsq5DtfJz8/Rn3xwHq7yamd/Ax7+1aZ/OjsGf/V7+9s0UsamM9XtWH5Gx5qWqJMcbInF61fv/7iiy+WH41iY1MAAOCB63wCnbxu3atXLyd7Bg8eTPYUFF+v+WlZ9bqpDV02b8xS10/f8d6RvSfeGv+1O3vMb5hpD9mT+xo2bNinTx97W1p04sSJCgAAgJlP4Bs7duz8+fPt7Zo1a27atKlMGT82ykSu82XyI7avjPz8vr/sctV2wmPbxeZQtYvOuOGBS8mePMLGpgAAID1mPgFt9erVCxYscN5ctGgR2VPgfJn8CJn8XD+zkZ782PvrVxlSs+fiM9s/eBnZk3dq1Kgxfvx45002NgUAAIqZTyBLSEho2LDhtm3b7JsDBw587rnnFAKDL5Mf+XX7ygOfz/ozddqjP6T6RWfc+OBlxUsXcxqJ7MkLaTY2feutt+68804FAADCGDOfwDV16lQne2rWrDlv3jyFgOF98uOo16p6+/sa601OzUdVb3Rmh7mXM+3JB6VKlZozZ47z5oQJE9jYFACAMMfMJ0CtXr26efPmzk/nyy+/bNeunUKAyXDyI2OfpFTJxvYfDnwy/bdal1Xq8EDToiWL2NopUqQI2ZOn5Gdx8cUXr1+/3r75+OOPjx07VgEAgHBF+QSiNOe59e/f/8UXX1QISJnFj+0f+dW+Z9+fh2tcXMEOiAr/F9mTdz799NMbb7zR3i5XrtyePXvY2BQAgLDF2W6BaMaMGZznFizSn/Zme8a5jMcudV37sqqeZ8GlGfiQPXmkffv2bdq0sbePHz8+c+ZMBQAAwhUzn4Czbt26pk2byqzAvsl5bkHBc/LjOfyx7DuVqZpC/xXhQZE9eYCNTQEAgMXMJ7AkJCT07NnTyZ6+ffuSPUHBc/KTfvjjOf9Jc22PEz+K7MkbDRs2vOuuu+ztxMTEcePGKQAAEJaY+QSWadOmPfDAA/Z2lSpV5PXp8uXLKwSJNJMfh+d9Iv5LeVSTQt6IioqqW7duTEyMffOnn35q0aKFAgAAYYaZTwBZt27d3LlznTdfeuklsie4ZHbNjzPhSb+eAdmTD+RFhAkTJjhvsrEpAADhiZlPoEhKSmrcuPGGDRvsm7169Vq8eLFCEHL+Tnn+5XKu83He49wme/JBmo1N33jjja5duyoAABBOmPkEitmzZzvZIy9RP/XUUwrByTNpvHDuoJD3SpUq9dBDDzlvTpo0iY1NAQAIN5RPQJDmefDBB503Oc8t2Hnmjed7MnsT+aBfv34NGza0t3ft2rVw4UIFAADCCWe7FbykpKTLL7983bp19s3u3bsvWbJEAcht3377bdu2be3tcuXK7dy5s0KFCgoAAIQHZj4FT6Y9TvbIcRjnuQF5pE2bNjfeeKO9ffz48fvuu08BAICwwcyngG3YsKFx48Yy9rFvLl++vHPnzgpA3ti6dev5559vNzYtXLjwtm3b2NgUAIAwwcynICUnJ/fs2dPJni5dupA9QJ6qX7/+gAED7G35Czh27FgFAADCAzOfgvTggw9OnTrV3q5QoYK8Gs1VB0BeY2NTAADCEzOfArNhwwbPywyeffZZsgfIB1WqVJk8ebLzJhubAgAQJpj5FIzk5OSmTZs6Cxt07tx5+fLlCkC+iIuLO/fcc/ft22ffXLJkSffu3RUAAAhpzHwKxmOPPea5ntvzzz+vAOSXEiVKeO6gNW7cODY2BQAg5FE+BWDbtm0zZsxw3nzqqac4zw3IZ71793Y2NpXhz/wjPmHUAAAQAElEQVT58xUAAAhpnO2W3+QBb968+erVq+2bHTp0WLFihQKQ79jYFACAsMLMJ789/vjjTvaUL1/+pZdeUgAKQps2bTp27GhvHz9+fObMmQoAAIQuZj75atu2bQ0bNkxISLBvLl68uFevXgpAAdm6desFF1yQnJyszMamGzdurF+/vgIAAKGImU/+kcjs2bOnkz0dOnQge4CCJZ1zzz332NvSP+PHj1cAACBEMfPJPwsWLBgzZoy9Xb58+S1btlSpUkUBKFCHDx+uVasWG5sCABDymPnkk927d0+ZMsV5c+HChWQPEAgqVKgwbdo05002NgUAIFQx88kP8iC3bt165cqV9s127dp9+eWXCkBgSLOx6WuvvdazZ08FAABCCzOf/PDUU0852VO+fPlFixYpAAGjRIkSDz/8sPPmhAkTpIUUAAAILZRPntu9e/fEiROdN+fNm1ezZk0FIJD06tXr0ksvtbdl+LNgwQIFAABCC2e75blWrVpxnhsQ+FatWnXllVfa22xsCgBA6GHmk7eeeeYZJ3vKlCnDeW5AwGrRokWnTp3s7ePHj0+fPl0BAIAQwswnD+3evbtRo0YnT560bz733HMDBw5UAAIVG5sCABDCmPnkoV69ejnZ065dO7IHCHDSOUOGDLG3pX/uvfdeBQAAQgUzn7wiE55BgwbZ22XKlNm0aRMLGwCB7/Dhw3Xr1j1+/Lh9k41NAQAIGcx88sS///7r+Wrxo48+SvYAQaFChQpTp0513mRjUwAAQgYznzxx7bXXfvXVV/Z2y5Ytf/jhBwUgSCQmJtapU8fZ2PTVV1/t3bu3AgAAQY6ZT+578cUXnewpU6bMa6+9pgAEj6JFiz722GPOm5MmTWJjUwAAQgDlk8v+/fff0aNHO2/OnTu3du3aCkBQ6d69u+fGpvPmzVMAACDIcbZbLrvppps++eQTe7tVq1bff/+9AhCEPDc2LVWq1M6dO6tUqaIAAEDQYuaTm5YtW+ZkT8mSJRcvXqwABKcWLVp07tzZ3o6JiZk5c6YCAADBjJlPrjl58mSDBg2cq6IXLFgwatQoBSBo7dq1q169enZj00KFCm3duvWcc85RAAAgODHzyTXTpk1zsqdRo0YjR45UAIJZnTp1RowYYW+npKTI33EFAACCFjOf3PH33383adLEvjYcERGxZs2ayy67TAEIcocOHapdu/apU6fsmxs3bjz//PMVAAAIQsx8coHUY79+/Wz2iMGDB5M9QGioWLGi567EkyZNUgAAIDgx88kFzz777NChQ+1tOU7atWtXmTJlFICQIAOfmjVrHjt2zL65bt26xo0bKwAAEGyY+eTUoUOHJkyY4Ly5cOFCsgcIJaVLl/Yc9Xj+fQcAAEGEmU9ODRky5P/+7//s7TZt2nzzzTcKQGiJi4s766yz5GUO++Z3333XunVrBQAAggrlkyN79uypW7euc4XPpk2bGjRooAAErQ0bNsTGxqqCI/+kVKhQQQEAgNxWRCEHZs2a5WRPt27dyB4AAAAgMDHzyb4dO3acd955tnwKFy68detWebFWAQhmzHwAAAhVzHyyb+bMmc7A56677iJ7AAAAgIDFzCebZOBTv379lJQUuV20aFF586yzzlIAghwzHwAAQhUzn2yaPHmyzR4xbNgwsgcAAAAIZMx8smPv3r1nn322fehKly79zz//8BotEBqY+QAAEKqY+WTH/PnznWIcOHAghykAAABAgGPm47f4+PjKlSufOHFCbkdERGzbtu2cc85RAEICMx8AAEIVMx+/LVq0yGaP6NixI9kDhJK1a9fKUFduXHTRRcOHD/dyT/mn4KeffpIbcje5swIAAIGtkIKfFixY4NweOXKkAhBCLrnkEpsxf/3115o1azK7m4yGbPZceeWVZA8AAEGB8vHP999/v3HjRnv7ggsuuPbaaxWA0NK7d+/SpUvLjaVLl8bExKS/Q1xcnAx85EaFChW6deumAABAMKB8/PPkk086t0eNGqUAhJzy5ct36dJFbpw6deqNN95If4e33nrr6NGjcqN///7FixdXAAAgGFA+fjhy5Mi7775rb5ctW1ZeGFYAQlHz5s3tOWy//PLLhg0bPH9L3vzxxx/lxjXXXFO/fn0FAACCBCsc+GHZsmXJycn2tmRPqVKlFIAQ1atXr1mzZsXGxr766qv33Xefne3ExcXJm3KjatWqt99+u+f9o6Kivvjii3/++Wffvn2VKlWqXbt2ixYtGjRokObTJiUlffLJJ+vXrz948GB8fHytWrWqV68uldWkSRMFAADyEqta+6Fdu3Zff/21vf3DDz+0bNlSAQgtnqta//TTT/Z6nquvvrpHjx5yY8mSJd99911ERMSkSZPq1KnjfJRMgd54442EhIQ0n+2KK66QgipWrJh9U1Jn3rx5u3btSv/nOn8Eq1oDAJBHmPn4Sl7Q/eabb+ztKlWqXHXVVQpASLvyyit///33v/76S2pHBjiFChWSG/L+Dh06eGbP2rVrZRAkedO+fftLLrlEZjhHjx6Vqc6KFSt++eWX0qVLd+3a1d7zyy+/lOyR99xyyy3nnnuu/Euye/fulStXyt3sHyHZowAAQN6gfHwlL+g687E+ffrIi74KQKiTOcz9998vU6D33nvP/gtQs2bNG2+80bmDzHnefPNNudGvX7/LLrvMvrOqceGFF8rHyqC4WbNmNmnsJUNt27Zt06aNved5551Xv379ffv2nTp1aufOnZQPAAB5h/LxlecST6xjC4SJChUq3HHHHYsXL960aZO8Wbhw4YEDBxYpcvpfTomZI0eOlC9f3skeR7Vq1erVq7d58+affvrJJo29OHDLli3Hjh2TD7F3k5dRpk2bpgAAQB6jfHyyd+/eVatW2dvnnHNO+kMcAKGqZcuWa9asseVz6623Vq9e3fN39+zZI79KyQwaNCizzyBpZG80btz4zz//lPKZPHlygwYNzj77bPn3RGY+LJcCAEA+oHx8smTJEud2z549FYBw0rRpU1s+6V/1kJdFsvxw6SJ7QyJKSunbb79NTk7eYMg7CxUq1Lp165tvvrlMmTIKAADkGcrHJx9++KFzu1+/fgoADLvS/cUXXzxs2DBf7t+9e/cbbrhh9erVMvnZvn17XFxcSkqKtNAvv/wi/7awtjUAAHmH8slafHz8zz//bG+fe+6555xzjgIAo0qVKvLrvn37fP+QChUqtDekeaR//vjjj59++ik2Nvb111+326cCAIC8QPlk7bvvvktKSrK3r7nmGgUAqapVqya/Hjx4MP3KbPLvxsyZM2UodPXVV9944432NRS523XXXVezZk1lznM736hdu/bLL798/Phx54ogAACQ6wopZMXZxkdRPgD+q0mTJnaj0nfffdee+eb47LPPpIgkZmRWLG8WKVLkvffeW7Vq1Zo1a9J8ErtetoQQl/oAAJB3KJ+seZZP+/btFQCkKleuXIcOHeTG5s2b582bt2PHjri4uL1797799tsffPCBvP+iiy4677zzlFkR+9JLL1WmiKR/UlJS7GfYunWrVJMyFwuVKFFCAQCAvMHZblk4derU6tWr7e2GDRueccYZCgA8tGvX7vDhw9999922bdsefvhhz9+qU6fOwIEDnTfvuOMOSaN9+/a9Ynjes1SpUrfffrsCAAB5hvLJwrfffmtPRFGc6gYgI0WLFu3Ro0erVq1Wrly5xyhWrFilSpWuvPJKeWehQqdH6yVLlpw0adLPP/+8Zs2aQ4cOHT16VCY/FSpUaNGixdVXX+3sbQoAAPIC5ZMFZ1U3RfkA4aqV4f0+tWrV6t69u8pK8eLFrzYUAADIX5RPFv744w/ndvPmzRUAAACAIET5ZMEpnzPOOMMuXwsAAAAg6FA+3hw9evSff/6xt5s2baoAAAAABCfKxxvPU90aN26sAAAAAAQnyscbz/K5+OKLFQAAAIDgRPl4w8wHAAAACA2UjzdO+RQqVOjCCy9UAAAAAIIT5ePNhg0b7I2GDRsWLVpUAQAAAAhOlE+mjh8/Hhsba2/Xr19fAQAAAAhalE+m9u7d69yuUaOGAgAAABC0KJ9M7dmzx7lds2ZNBSAMyF/2pKQk5b/58+f//vvv9vZTTz1Vvnx5lS1ly5ZVAAAgD1A+mWLmA4ShbBdLVFTUJ598Ym+fPHnynHPOUQAAIJBQPpnyLB9mPgC8q1atmnM7MjJSAQCAAEP5ZIqZDwDfnXnmmc7tY8eOKQAAEGAon0xxnQ8A35UoUcK5HRcXpwAAQIChfDJ1+PBh53a5cuUUAGSuZMmSzm3KBwCAAET5ZMrZzKdMmTIKALxi5gMAQICjfDLllI/nS7kAkCFmPgAABDjKJ1NO+ZQqVUoBgFfMfAAACHCUT6aY+QDwHTMfAAACHOWTKWY+AHxXvHhx5zblAwBAAKJ8MuUcuzDzAZCliIgI53ZycrICAAABhvLJmDPwUZQPAAAAEPwon4zFx8c7tz0vXAYAAAAQjCifjKWkpCgAAAAAoYLyAQAAABD6KB8AAAAAoY/yAQAAABD6KB8AAAAAoY/yAQAAABD6KB8A8MmePXv69OmT2e+eOHHCub1s2bJ169Zlds9+/fr17dtXAQCA/EX5AIBPatWqVbt27UWLFmV5z71Ghr9VqVKlzp07KwAAkO8KKQCAbx577DFJF5UDjz76aNmyZRUAAMh3lA8A+EqyZ/bs2Sq72rZt269fPwUAAAoC5QMAfhg4cGDTpk2V/4oXL/7ss88qAABQQCgfAPBD4cKFJWDkV+Wn0aNHN2jQQAEAgAJC+QCAf2TmM3z4cL8+pFatWlOnTlUAAKDgUD4A4LfZs2f7tdTBE088wcIGAAAULMoHAPwmGfPoo4/6eOcbbrjh1ltvVQAAoEBRPgCQHf369Wvbtm2WdytevPjChQsVAAAoaJQPAGSTL0sdTJo0iYUNAAAIBJQPAGSTJI33pQ7kDpMnT1YAACAAUD4AkH2zZ8+uVatWZr+7YMGC4sWLKwAAEAAoHwDIvrJlyz7yyCMZ/lanTp3at2+vAABAYKB8ACBHunXrln6pAymiJ598UgEAgIBB+QBATj377LNpzmqbMmWKl7PgAABA/qN8ACCnGjRoMHr0aM83x4wZowAAQCChfAAgF0ydOtUZ8qQfAQEAgAJH+QBALihbtuwTTzwhN/r27evLDqcAACCfFVEAgNxw66239urV67HHHlMAACDwUD4AkGteffVV+dXlckVERCgAABBIKB8AyBHpHO/vpIIAAAgElA8AZJNn3mTYP7Z57G/RPwAAFCzKBwCyw0kdl6HSxY+kjj3tzekf4gcAgAJE+QCA3zxTx+VBeUx40jSPE0IKAAAUBFa1BgD/eAZPSqpk4+ThmBd6fXRg86HkVPJb6bsIAADkP8oHAPyQZs5jmycpKclmz4t9Pt39W+TLfT89sOWQfSfxAwBAgKB8AMBX6bPHc9rzSv8vorcdjYiIiDkav6jvZ/s3QJ0vHAAAEABJREFUHXTix7N/FPEDAEBBoHwAwCeZTXuEyZ4vo7YeNXdQEREq9njC6wO+2rfBHT/OSXHEDwAABYXyAYCsZZg91qkjsa8O+Obg9mN29QK7goH8GnssfunAr/5dH23ryOkf4gcAgAJB+QBAFjLLHjvteW3wd9HbjymzdJvc7fKu5xcpXsRllneLP5n41uBv960/6HnOG/EDAECBoHwAwBsv2aOnPQO/jdpyVA97zIrVnWa1vOOhNve8dnOxEkXse+JOxL81+Jt9ZvJD/AAAUIAoHwDIVJbZc3Dncff5bSqi08yrrurTSG7VvqzagMU3Fy1ZRG/go2TykyDxs3/DQeIHAIACRPkAQMayyJ57vju484SEjTLZcussd/ZYJn5u0fGjXPa0t7eJHwAAChTlAwAZ8J49i+75LnrHcX0HpVczuHXmf7LHsvFTrERRM/lROn4GfU38AABQUCgfAEjL25IGJnsO7jiuV3IzSXNbRtljSfzc/dotRUsUVWa1N4mfZcQPAAAFhPIBgP/IMnuid5zQIWM27rk18+yxUuPHrvZG/AAAUGAoHwA4Lavs+f7gjhNm2x4dMjLtadmnYZafU+Kn/2uddPy4bPwkLNfxw2pvAADkK8oHANx8yR7dLubinttmXulL9lhm8tOpWElnnx/iBwCA/Eb5AIDmPXteued7fZKb2bdHfu3sT/ZYZ5+e/LhXe3uH+AEAIB9RPgCQdfYc3HnCvW+PZM8Mv7PHOvuy6v315MdZ7S3hnXu+PkD8AACQLygfAOEui+wZ9EP0Trukgb5ztrPHkvi5SyY/Ej/2tLdTEj9fET8AAOQDygdAWPOePS/f84N7JTdlT3Jr0SoH2WO548cueCCTn1OJxA8AAPmA8gEQvrLInkEr9bQnIsKu5Hb7zCtb9c5p9lg6fl6/1b3UtYowp719te/PKOIHAIC8Q/kACFPes+clyR69gLXZt0dnT4tWvS9UuUfip587fvSCBwknE94b/CXxAwBA3qF8AIQjX7LH7Faqz0i7I7ezxzLxc5td7U0mSwkxScQPAAB5h/IBEHa8Zk/ci+YkN/c5bjLtmZEn2WNJ/PSV+ClZVOmlrlViTOL7g7/cT/wAAJAHKB8A4cWH7DkpwWPOcZNpT/PWeZY9lhM/ZvAjk5/E9wZ/QfwAAJDrKB8AYcSnaY+5o86eGXmePVZq/LhXe0uMSXqf+AEAILdRPgDChffseWHQyiizb4+5W8Sd+ZU9Vi0dP511/Jg3E/RpbxI/kcQPAAC5hfIBEBayzJ7onScj3Pv25Hf2WBI/fSR+ShRRZqlrfc3PIOIHAIBcQ/kACH1ZZM/gH6N2ntQruZk1DUz2XKAKgo6fJZ3tUtfKxM8HxA8AALmE8gEQ4rxnz/OSPTucldxU9zlXXV1A2WPVuqxGbx0/Re30ifgBACC3UD4AQpkP2SPTHvdKbj3mXHVV1/NUQTsdP/qr0vHzIfEDAECOUT4AQpb37Hlu8E9RO0+aaY/eS6fH7CsDIXssiZ9eS/SCB8p8CyZ+Pid+AADICcoHQGjyIXtSV3KLiAio7LFM/NyuNzlVeh4l8bOC+AEAIAcoHwAhyHv2/M9Oe8xKbhE6e1oEWvZYqfFTxFyDFGHi57MDxA8AANlC+QAINVllzyq9kpuyK7np7GkZkNljnaXj5w4dP3a1t1PEDwAA2UT5AAgpPmTPiQhzT5n59JzTPJCzx5L46Snx47Ha24p7Pvv3t/3EDwAAfqF8AIQO79nzf0NWReolDSJsGejs6RLo2WPp+Fl6R5ES5pofc9rbx0MkfvYRPwAA+I7yARAivGXP0bj/k2nPDr2Sm17RQKlec1oES/ZYNn6KljCnvUWo5LjkTwZ/vo/4AQDAZ5QPgFCQVfb87J72mH17eursqa+CjcRPjyV3FnHv86OS4pM+Jn4AAPAZ5QMg6HnPnmed7NEruales5u3CsLssc5qquPHWe0tOT7pk8GfET8AAPiC8gEQ3HzKHvfdIoI6eyyJn+5LuhSxq71FRCQRPwAA+IbyARDEvGfPM+7s0UsayMyn9+wrgj17LBs/epNTk3MSP58O/pT4AQDAO8oHQLDykj0ndPb8ErnzlPskN6VCJnssiZ9uS+4sUlIvdS1plxSXTPwAAOAd5QMgKPmQPfYkNxV62WOd1bRm9yV3pu7zo4gfAAC8o3wABJ8ssyfKY9+e3sF/bU9majat2W1pF7vPT4Re6jrpM+IHAIBMUD4AgkxW2bM6cucppRew1ie59Zl9Resu9VTosvFj9vkxS11L/Az6ZD/xAwBAOpQPgGDiPXueHrL6wE67XalLZj4hnz2WxE/XpV2LlChiFntTyfHEDwAAGaB8AASNLLMndUkDvZJbn/ubhUP2WO74KVnUPEJ6tbfPBn28b82/xA8AAA7KB0BwyCp71ujsMXeQX/uGU/ZYNn6K2tXeIiKS45K/GPrpvjV7iR8AACzKB0AQ8JI9xw7FPjVkzYGdJ/UdzIX+YTXt8STx00Wf9lbULmmXFJf05dBPD6zbT/wAAKAoHwCBz3v2PDP818jUldzstOfqsMweS8fPG93cq70plRSb9MWgj4kfAAAU5QMgwGUx7Rn66wGPldzCPHssiZ87dfwUMZf8qMRTiV/c8xHxAwAA5QMgcHnPnieH/hr1T4y5n/6lz8ymV3c5V8HET+dFdxYpVti+KZOfr4Z8HP13JPEDAAhnlA+AAOU9e54Y+mu0ZI9evVrfq8/My9t2D83tSrPn7Ktq3/5618LFCkeYZR8STyZ+PmAF8QMACGeUD4BAlFX2/CbZY87mipA7SvZc0z3cT3JLr1aLs29/vVshPfnRZwMmnkz4gvgBAIQxygdAwPEle/SuneZOfWc2JXsyY+PHTH4iXMrGz4cHN0URPwCAMET5AAgs3rNn4dDfovS0R3eP3I/syZLET+clJn6UO36+vHsF8QMACEOUD4AAkmX2RO+J1Tt1mnlPv5mXkT2+0PHzemr8uFTCsbgv+394iPgBAIQZygdAoMgqe36P2hNr7qNnF31nXHZNN7LHV2eZyU8hs+CBPIIJx+O/vPvDQxvd8ZOSivgBAIQwygdAQPCePQt09jgrucm0p2k7pj1+OqtF7dTT3vTjrCc/d39gJz+C+AEAhDzKB0DB8yl7NH2yVr+Zl7Xrxr492SHxc9uS7oXsggcuPfn5qv8HdvJD/AAAQh7lA6CAZXGS24i1UXtilfsI3NVv+qVkT07Y+HGv9iaTH4mfu4kfAEBYoHwAFCTv2TN/2NoDu2TaY1Zyc6m7Zl52bQ9OcsspiZ9bXzeTH7PPT8KxuK+JHwBAGKB8ABQYr9kTN2+YnfboJQ2Uzh6mPbnmrCt1/KTu86Pidfy8T/wAAEIb5QOgYGSVPb9H/WOyx2zBKdlzLdmTqyR+Oi3pUahoYbNmhEo4Fv8N8QMACGmUD4AC4NO0R5lpj1L9Z5A9eUJPfiR+PFZ7+6b/e8QPACBUUT4A8puX7Dl6MHb+iLWRegFrZbLH1W9qE7In79TU8dOzUOppbwnH47+9m/gBAIQmygdAvspi2jN83YHdsanDHpdMe67vyZIGeaumPu2tp7PgQfyx+G+Z/AAAQhHlAyD/eM+ex4etMye5KbuSmznJ7RyFvHc6fiL0Q59wLO47HT+RxA8AIJRQPgDyiffseWzYusg9se4jape6e8Yl15E9+Uji5xaJn6KnV3uT+DnM5AcAEEIoHwD5IYvsGa6zx+7bI7+SPQVCx89Se9qblqBPe3v3MJMfAECooHwA5Dnv2fOokz1m3567p5M9BabmlXVudp/2Jj8K92lvxA8AIDRQPgDyVlbZ80fUnjhnJbe+ky4mewqWjp+lvTz2+ZH4YfIDAAgFlA+APOQ9ex4Z/oe5tsd9kptkz019WMmt4Lnjp1gR5d7nJ/67u4gfAEDQo3wA5BVv+/aY7NEruaUuadBPsqc32RMoapj4KZy62lvi8bjvmfwAAIIc5QMgT3jPnkeH/xm5J87l3rdH9SV7Ao/ET8elvd2bnLr0aW/f3/UO8QMACF6UD4Dcl9W058/TK7m5XDLt6dD7XIXAczp+lP5JJR6L/4H4AQAELcoHQC7zJXtcLvdKbmRPgJP46WDiR+l9fvRqb8QPACBIUT4AcpP37Hl4+F+Re+LkDvrqEeW6a9JFZE/g0/HzRp/Cqfv8JB6LW3nXcuIHUACCDeUDINdkkT0j/orcG+syaxrIr3dNJHuChsTPTUv76NXeItyrvRE/AICgQ/kAyB1ZZ4+zkptSZE/Q0fEjk5+iEj96XieTnx+JHwBAUKF8AOQC79kzd8RfBzxWcpPs6Uj2BCGJnxvf6F24WGH5QdrV3n7st+wI8QMACBKUD4Ccyip7/tbX9rhcZn0w1V9nzzkKwanGlXVvMtf82HX5Eo7L5If4AQAEB8oHQI54z56HTPbo++iVwSR7GpE9wa76lXVvdMePXp0v4SiTHwBAcKB8AGSfT9mjXHolN5eL7AkZJn76mtPetIRjcT8RPwCAgEf5AMgmb9lzOO7B1Owx14To7LmZ7AkhEj/tdfwUMdduuUz8vE38AAACGeUDIDu8T3seHL7eZI8cFevLQe4me0KRjp83+xYyCx7Y+Fml4+cA8QMACEyUDwC/ZTXtWR+5N84e5MrM5+4JDcmeUGUmP/3sam96wQPiBwAQwCgfAP7xnj0PjFh/YK9e0sCsX60GkD2hTuLnhjf7FXIveED8AAACF+UDwA9ZZc+GyD3xOnvMSm53TyR7woKNH2e1t8RjcT/3JX4AAAGH8gHgqyyz50DqSm7yuzLtuaVXXYXwYOLnrkLufX70am8/M/kBAAQYygeAT7xnzxybPe77qAETG97Sm+wJL9VM/DirvSUejf2l71vEDwAgcFA+ALKWVfZsPGBXcjMnOw2ceCHTnvAk8XP9G/0KSfwofbqjTH6IHwBA4KB8AGTBe/bMluzZaxew1vche8JctavOMfFTWGewTH50/Lx5lPgBAAQAygeAN1lnjz7JzV7cwbQHmo6fN+8qVLSwmfwQPwCAQEH5AMiU9+y5X0974vWSBjZ7JlzYieyBIfFznVnwQG9la1Z7I34AAAWO8gGQMS/Zcyg67v6Rm3T26H179Ov69+jsqaOAVCZ++tvV3lwmflYTPwCAAkX5AMiA9+y5b7g9yc29bw/ZgwxJ/Fyr46eIueTHlXgsdnWfN4gfAEBBoXwApJVF9ozYGH0g3q7kJr97z4QLyB5kJjV+9CandvKzpi/xAwAoGJQPgP/wnj2zJHv2J9glDZTJnlvJHnhl4ufu06u9HY1bw+QHAFAQKB8Ap2WVPZt09uhpj75yg+yBj6qmxk/qam+xv/ZZenQD8QMAyFeUDwA379kzU7LnQIJSdtqjBpE98IfETzs7+THPoMRjcb/2XcrkBwCQnygfAJov2eO+j7LZU1sB/tDx89YAM/nRzyKJn9/05Gc/8QMAyB+UDwBfsifRLrUHYrsAABAASURBVGAtdxs8/nyyB9kj8XONjp8iZrE3fdrbb32JHwBAPqF8gHDnPXtmjNgclZo9LuUaRPYgZ0z83G2Xurarvf1O/AAA8gXlA4S1LLNHX9uj9+3R95Jpz21kD3Ks6lXntj0dPy4dP32WHiN+AAB5jPIBwpf37Jk+UqY9eiU3ZV6bJ3uQi0z82NPeIlJPe1tC/AAA8hTlA4SprLJnS/SBROXet0cNmdCA7EHucsdPcb3PjzwXk47K5EfHj30SEj8AgFxH+QDhKMvsidqvT3LT0x7lGjzh/Nt6kj3IfVV0/Aw0S10rs8+PiZ8tkcQPACAvUD5A2PGePdMke2Tao5cd1vOeIePP79zzbAXkDYmfNu740ae9JR2L/b3n4uPEDwAgD1A+QHjJKnu26uzR99EruQ0Z34DsQV7T8fP2PTp+Isw+P0difyN+AAB5gPIBwoj37Jmqs8d9kpvcayjZg/wi8XO1jh/3Pj9JOn5eJX4AALmL8gHChU/Z476nInuQz07HT0SEjZ/fiR8AQK6ifICw4D17prhPcnPfeej488ge5D+Jn9bu094kfpSOnx7EDwAg11A+QOjLIntGbXMvaRBhpz3n3U72oICY+BkUYVd705OfmLXEDwAgl1A+QIjzKXvMkgbSPsPIHhQ0c9rboELFi9h9fhJ1/CwifgAAOUf5AKHMe/ZMHrUtcr/JHn2I6TLZU0sBBa2y+7Q3veCBSDoSu07HzwHiBwCQE5QPELKyyp7tHvv2uIaPI3sQQCpfVa+Vx2pvicQPACDHKB8gNHnPnkmjtkfqBayVzZ5hZA8Cj46fZYMizGpvyqz29gfxAwDIAcoHCEFZZo97JTezb8+wcfXvIHsQkGz8pK72pic/xA8AINsoHyDUeMmegzp7dpiT3OywRw0nexDYJH5aLhscYeJHT34Ox/xJ/AAAsoXyAUJKltkTeSDRfWhI9iBI2PiRyY+yq71J/HR/5QTxAwDwE+UDhA7fpj16JTe5k8mesxQQDCR+rnp7SCGzz48yq70RPwAAf1E+QIjwnj0TR++IjEx0qdRpz/j6d5I9CCqVW9ZrKfGj9/mxq70x+QEA+IfyAUJBVtmzM+pAUupKbmrE+Hp39iB7EHwqtdSTH/dqb3ryI/HzMvEDAPAR5QMEPW/ZczBuwuid7mt7zEpuI8aRPQhiqfFTWDLeZZa6/ov4AQD4hvIBglsW2TNqp13A2lSPGkn2IPjp+Fk2tJCz2tuRGOIHAOALygcIYl6zJ37CqF2RB5LstEfuR/YgZEj8XLlMn/amV3tz6dPe/u7+EvEDAPCO8gGClffsGT9Kn+TmrORmsqemAkJFpZb1JX70UtdKP82TDscSPwAA7ygfICj5kj3mPhH2JLcuZA9CjsRPi2VDCxUvYp7mepPTv7sRPwCATFE+QPDxnj3jzElucgez/pVr1LhzyR6EKnf8FCti1y1MPhKzXuJnM/EDAMgA5QMEmSyzJyp13x75ddS9ZA9CnMRPc7PggbnmRy94sL77i0x+AADpUT5AMMkie0bv0tuV2pXclCJ7ECb05Gf5MBs/8vdDJj8bur3I5AcAkAblAwQN79lz72i7kpu9tEey55yuZA/CRkU9+THxo9yrvW3o/gLxAwDwRPkAwSGr7NltF7A2L3mr0WQPwo+On+XDzeTHrPZ2JHajjp/9xA8AwKJ8gCDgPXvGpmaP3duE7EHYkvi5QsdPERM/+pqfjd1fPEn8AAAMygcIdD5lj3LZ/ezH6OypoYBwdTp+lN3nh/gBALhRPkBA8549Y0b/Y7PH3mc02QOY+Gkm8WP2+VFmn5+N3V4gfgAAlA8QuHzInkSzooE+vpNpTzeyBzDc8ePe50ef9raJ+AGAsEf5AAEq6+yJTLIHazLzGXNvXbIH8FSx5XmXO/HjIn4AAJQPEJC8Z8/oMXsORJqV3Mydx46t26072QOkJfHT7J3hhYo7m5ye2tTteeIHAMIW5QMEnCyzJ3UB6wi531imPUDmKujJzwiZ/JglQFTykZjNxA8AhCvKBwgsXrIn+mD8KJn2pK7kJr+rs6d7dQUgczp+3hlhl7p2mdXeiB8ACE+UDxBAvGfP6WmPvo+e9nQnewAfSPw0fcdOfuQtV/LhmC3dniN+ACDcUD5AoMgqe/aaaY8y0x517711yB7AdyZ+RtoFD1xmqWviBwDCDeUDBISsTnLbe8Cs5GamPS6yB8gGiZ/LJH6KF9bX/NjJT1fiBwDCCOUDFLyss8c5yU0x7QGyz8TPqIhihe3kJ/nIqa1d/0f8AECYoHyAAuY9e0aO+fdAZLJe0sBsV3rv2Do9yB4gB2z86Gt+lHu1N+IHAMIE5QMUJB+yx0579OvTJnuqKQA5o+PnXZn8uFd7k/jZRvwAQBigfIAC4z17RpjsUe59e1zjyB4g95xp4se92pvLZeLn/04RPwAQ0igfoGB4yZ7IqPgRY/fZJQ3s3vPjyR4gt0n8XPqOnfzov2XJh4kfAAhxlA9QALxnz3CZ9uglDcyVPS6Z9tQme4C8cGarBpfaa37MZJX4AYDQRvkA+S2L7Bm7Lyo62ezbo69AkOzpSfYAeUbi5xKz2pu9mi758KntOn72ET8AEHooHyBfec2ehGEme5Sy0x41fuzZZA+Q10z8jI4oXsTEj9Lx04X4AYAQRPkA+Ser7PlXT3vsfZSL7AHyjUf86F2zko/E7CB+ACDkUD5APvGePUNN9iiXe9+eCWM4yQ3IVxI/TSR+ipn40au9ndrR5VniBwBCCeUD5IessmdfVHSKMku56WnPGJn2VFUA8peOn3fHRJilru0+PzuJHwAIIZQPkOd8yB497bEX90wYe3YvsgcoIP+NHxfxAwChhPIB8paX7DkQlTBk7L5Is6SB3Ut+wpize3Uje4CCdIaOn7HmtDe7z88p4gcAQgPlA+Qh79kzdOz+qIP2JDd9VfXEsbWY9gCBQOKnscRPcbvPj0o5fGpXl2eIHwAIdpQPkFeymPbcuz8y9SQ3lz7JrRbTHiBwuOOnWOpqb4djdPxsO0D8AEDwonyAPJFl9ph9e1x2556JY87uTfYAAUbi52InfuRv8eFTu+98mvgBgOBF+QC5L6vsORDpsZLbxDG1enerogAEHh0/79nT3szk5+DJf3T87Cd+ACAYUT5ALvOePYN19pxeyW0S2QMEtjNanX+Rx4IHSTp+nokhfgAgCFE+QG7yKXvc91RkDxAUdPy8d29EscIRZq3r5IMniB8ACEaUD5BrvGfPoNMnuWljh9Uke4BgkRo/ZrU3l0rS8fM08QMAwYXyAXJHVtkTqbNHmZPcXGrMsJoD+rCkARBMyjvxo/Rf9eToE3uIHwAIKpQPkAu8Z889kj163x6zkpvOnhoDyR4gCEn8NJL4Sd3nJ4n4AYCgQvkAOZVl9kRFm+yJ0OOesWQPEMxM/IxzT36UMpOfp2K2Ej8AEAQoHyBHssqeKJn2uNwX97jGDiV7gKAn8dMwNX5c+rS3k3slfpj8AEDAo3yA7POePQPHSfYk23175H/3kj1AqNDx8/54e9qbXe1t7x1MfgAg0FE+QDZlnT3RKfbSHqY9QOiR+LnwvfGpq73p+Pn3zieJHwAIZJQPkB3es2fAuGjPldxk2nNPHxawBkKNjp/33fFjV3sjfgAgkFE+gN98yR5X6kpu9w6tTvYAocqJH2VWeyN+ACCQUT6Af3yc9kSYldzGkT1AqCvnTH7MmynRJ/YRPwAQkCgfwA/es+fucdEHUldykzuOG0L2AGGhXKsLLjQLHphBrys5+vi+O58gfgAg0FA+gK+yyp6DZrtSZdc0GDe0GtkDhA+Jnwven6BPezP/AsjkZz/xAwABhvIBfOI9e/qPO6inPakruY0bWn0Q2QOEGRs/hUz8mH1+Tuy/Y2Es8QMAAYPyAbLmJXv2S/aMt9Mel6keNX5I9UG9KysA4Ufi5/wPJjirvaUcJH4AIIBQPkAWssqeQ5HR5iDGrOw0fmi1QX3IHiB8OfGj/01wqWTiBwACBuUDeOND9uglDezruzp7mPYAYU/ip8H7E801P3oOnBJ94gDxAwABgPIBMuU1exLvGn/oQOq+PfKLZM9gsgeAUa71BedL/His9nbgjgXEDwAULMoHyFiW2WP27VF2354JQ6uSPQA8ldXxM8lZ7S05+kSkjp99xA8AFBTKB8hA1tmj9+0x95TsGcK0B0AGJH4avD+pkJ786BNiTfwsJH4AoKBQPkBa3rOn3/hDdgFru1+7yZ5KCgAyIvFznp38mPlwcvRxJj8AUFAoH+A/ssyeyIP20h69Z+mEIVWHkD0AvDLxM9F92ptZ8CDqduIHAAoA5QOc5j17+k44fEBnj923xzWR7AHgm7KtLzzvAzv50efIJh8kfgCgAFA+gFuW2RNpV3Iz+/aQPQD8IvFT/3T8uFKij0fdPp/4AYD8RPkAWtbTnmhzjpu5THnSkCpkDwB/mfiZbPf5kX9PUqJPRBM/AJCPKB8gi+zpM+GIPslNucwLtZzkBiD7JH7qSfwULxphzpolfgAgP1E+CHdZZ0+0eyU3ud+kIVWH9q6oACC7Uic/RfUmyDp+jh8kfgAgX1A+CGves6e3e9qTmj2Dq5A9AHKujHvyUyTCvdqbxM+8OOIHAPIY5YPwlVX2HHVWcpPXZSeTPQByj4mfKRF6k1P9r1BK9AniBwDyGuWDMOU9e3rp7NHHHBFmJbdJQ8geALlM4udciZ9iRezSKXry0/lx4gcA8g7lg3CURfZMPOo+yU2yxyXTnsrDepE9AHKfjp8Pp9qlrl1mk9NDxA8A5BnKB2En6+yJTj3JTbJnSJVhTHsA5BmJn3N0/Jxe7Y34AYA8QvkgvHjPnp4Tj+1379ujX3+dItnTq4ICgLxk4meK52pvh4kfAMgDlA/CSJbZc3olN509lckeAPmjTOuGdT/UCx5EmNGPiZ/HiB8AyF2UD8KFl+zZF5XYw0573Cu5kT0A8pvEzzn2mh+zniTxAwC5jvJBWPCePT0nHj9wUB9q6L01JHsGVxpO9gDId6X15Geq3edH/tFyRR8/QvwAQO6hfBD6ssye/e59e/QZ9mQPgAJk4meaOe3NrvYm8fMo8QMAuYLyQYjL6iQ3nT1K79uj7zV1cGWyB0DBkvipI/FjV3uTf7aiTxy9jfgBgFxA+SCUZZE9k07sN0saKL1vj5qis+dMBQAFTcfPCh0/5l8nfc2PiZ9/iR8AyAnKByHLM3vsUYJn9nSX7ImWaY+5sscl055KI8geAAFD4qe2jh+92pseTBM/AJBjlA9Ck5fs+Wd/avYoZfdNJ3sABCATP9N1/Ch3/BwjfgAgBygfhKD0J7nZ8rHZ02Pyyf0HlVm8Wv8ybXBFsgdAYJL4OVvix672phTxAwA5Qfkg1HjPnu6TT0YetocI+jXUqWQPgMBm4meG0vGjbPwcJ34AIFsoH4QUL0samOw5FXXYrORm7jxtUKWRZA+AgGdOe5s1/BlEAAAQAElEQVQRUbyoXezNFX3s+G2PxBM/AOAnygehw3v2dJt8KvJwijnHTZ80Mm1QxZG9zlAAEAxKmdPelMRPhHuTU+IHAPxF+SBEZJk9Ztqj7FJu0weTPQCCTKnWjc62Cx6Ypa51/Nz6MPEDAL6jfBAKvGTPgYOSPTGRh0+v5DZdpj09yR4AwUfip9aKGcqu9mbi5wTxAwA+o3wQ9LxkT9ThxG5TYiKP6Gt7zF3V9MEVmPYACF6lrtbxo1d70/v8qBTiBwB8RvkguHnPnu5TY/45YLLHbAUo2TOKaQ+AICfxc9aKmWbyo8nk5yTxAwA+oHwQxLKc9uzc51KpF/fMGET2AAgR7vhJXe0tJfrYyVvnJuw8QPwAgBeUD4JVFtkzNWbnfpddyU3uRfYACDGn4yfCrNyiJz9zE3dF2n8JiR8ASI/yQVDymj1JXSV79jnDHps95RUAhBaP0970ggcp+4+c6PSgxI/8S0j8AEB6lA+Cj2/Zo6/tkfi5fyjZAyBklZT4+WiWMgse6H8W9x85SfwAQCYoHwQZn6c9+iBAsmd4N7IHQCiT+Km5YpZy7/OjZPJz8hbiBwAyQPkgmGSVPbE79unfN5f2KJM95RQAhDodPx/d517tzaVk8nNK4mcn8QMA/1FEAUHCS/YcOprUZWrs6ZXc9LTnzBFBkj0vv/zy008/neadRYsWLV++/BlnnFGtWrV27drddNNNhQsXVsEgw29HlC1btmLFipUqVWrQoMEtt9xy7rnnqmD2zTffjB8/Xm78+uuvKvDMnz//9ddfb9y48YsvvqhyTP6KNW/eXG488sgj11xzjUJAkvip8dF9+zrMjEhINNf8HD7V6YHSH0xVdap63q1QIf2Kp5kOuezSCAAQPpj5IDh4z55u0+N27LPruOlxz+zgyZ7MJCYmHjx4cNu2bStXrrzvvvsGDRp09OhRFcxOnDixa9cu6QQ5Iu/ateuyZcsUgFxl4meWKlbUvc/P/iMxtzyQuPMAkx8AsJj5IAh4z56u0+O27DH//TbX984ZEqzZ88QTTxQrVszePn78+I4dOyQV1q5dGxkZuW7duhEjRjz//PMlSpRQQcLz2xFSbtHR0b/99tu3334rbz722GMtWrSoWbOmApB7Sl59UfWPZu3vMFPF28nPkZhOD5R6f6qqW83zbkx+AIQnygeBLsvs2bzHFeEy055gzh5x2WWXFS9e3HnTnlaUkJDw5JNPLl26dOPGjfPnz588ebIKEmm+Hat79+4ff/zxjBkz5Mf39ttvjx49WgHIVSZ+7jtg4seu9kb8AIDF2W4IaFlc26OzJ/XSHuWaPeSMYD/JLT0Zm9x7773t27eX2++9996ePXtUkLvpppvq1asnN3755RcFIA/Y+FHFiiiz2pvET2wnTnsDAGY+CGBZZM+MeMmeCP1qpY4fmfaM7FZWhajBgwd/+umn8r2///77w4cP9/ytHTt2PPHEEzt37oyOjq5cufJ555131VVXderUKcMXcSWcXnvttU2bNm3fvr1mzZoXXHDBzTffLMOZNHc7ePDgs88+u379+v3790t61a9fXz6t3DO3liWoU6fOtm3b5E+xb3799dcTJkxQGa0WYK/Ub9So0SuvvGLfI9/sq6++2tOQ3/3pp5/ks1199dX9+/e3d4iJiXnppZf+/vvvzZs3lylTRr5HeUBuueUWH1/VlmfXV199tWbNml2GvEc6Tb59eUi9f/srV66UEdb5558vX6qM6T777LOyZcs2aNBg5syZRYsWVeaZ/Oabb65evVq+sLi4OPnCmjRpIt9FyZIlc/I1yKeS6Zn8cfJMOPvss+Vz3nnnnWnuM3369E8++aRGjRoffPBB+q+8V69e8pSQB3Do0KEqK4cOHXrxxRf//PNP+cLkkZevqkePHjZlPe3bt+/DDz/cunWr3E2eRfJkk6/80ksvvfXWW+2jIYYMGSLfY8uWLRcsWJDmw+WpLrV/5MiRMWPGyENk3+n7A5iZdevWyZPNnkd67Nixc845R76qVq1atW3bVoWcEhI/H99/oMMM9+Rnn44fxeQHQHijfBCgvGfPnTPit/zjstuVyu8+MPSMkV1DNnvEWWedJUf/cjQvR4qe75cDwXnz5snDYt/81/jmm2/efffdWbNm1a1b1/POctT7yCOPyCGjfXO7sWLFChnCTJkyxbmCSN4ph6SHDx+2b546dWq1Ick0Z84cO33Kob1798qvObnIR75lOSaWI2C5LYUmD459vzxEkydPlkNt++aJEyfkthzsyrhs9uzZ8jB6/7QnT56UsJRP4vnOX42lS5dOnTpVDtxVVuQn8tZbbykTkIULF7YH+nJ72rRpnmn3s/HOO+9IGl1xxRXZ+xrkxz1q1ChbR2KbIT/oK6+8UpnDWft+SSYpH6kRKZaLL77Y8zPLx0r22PuorGzZsuWxxx6Lioqyb24yPv/880WLFnkmmVS6fFPO01KZPhdffPHF8uXLpUtLlSol7+zQoYM8n6VdJULKl//PvlurVq2S7JGD8htvvNG+x/cHMDMPPfSQ/Ome71lvyMMlfwXuv/9+FXIkfqp9dP+Bm2Yos9qb2nc49pY56oNpxA+AsMXZbghEXrLn6AnJnoQt/+i7mf9Iux4YEuLZY8nr0/KrPda35AXsRx99VB4WOZaVl+Fl5iAZIw0jUxo5nhs/frw8XM6dJYfssV2/fv1kZiJ3lkNGuU+5cuU+/vjjp556yrnn448/Ltkjs4uHH35YDgpl+CCH8jYt5I9zwinb5EjXHmqnHxT4To7j5RC/TZs23bt3l2Nu+5q9TL1kOCapI3kmMyv5luVbk9iT0cRff/01adIkz2PxDMnjIMkhzyuZfrz88svyKEkyyQF3tWrV5Hkoj4wMlLx/BkkRyR4Zo8kgRSYS1157rTLPZBkHyVG7/KTk+Ft+TPK1vfDCCy1atJCKGDdu3IEDB7LxNci3M3LkSEmX0qVLz507VwLvo48+km9T/r7YZSScU5iaNm1avXp1uSF3SPMFy9NAfr3kkkt8CVH5muXZJU8keWDluSHRJV0nTwnPdczl8Zc7yNcm3759Cn333XfygR07dlSmzSSh7T2vu+46GdfIVyvPsTR/kPx85VfptwoVKvj7AGZI8sxmj4wu5auVP1HyTJ7Y8o3LO+Xb+e2331Qo0vHz8f0Rqau9qf1H4m6Zw2lvAMIWMx8EHO/Z02VmwuZ/9L49EfpMt5QHQ33a46hUqZIy50HFxsbK8aL8On36dHlP48aN//e//xUpov8uy8Fx586dpSj69+8vB8SvvPLKgAED5P3x8fHyUr3cuO+++9q1a2c/4dlG8+bNu3bt+sYbb0gtSN7I4yzjHfldOdCUw2V7z9atW1944YW33367ZJK86p9maOCjo0ePyjGxHG7aeYgcQHfr1k1ll0wJPM+DsuRAVo7C5duxO+0os4nQNddcIwfQPXr0kNxasmRJ7969M/uc8kyTL09u3H333c65c2cZ8kDdc8898phv2LDBeVgyJFMmebjkK/F8pxxzy59+wQUX/N///Z+z3p2EwZNPPinzCqkR6RZ7xpdfX8OHH364e/duuSFPAClVuSE/oDvuuKNMmTJSSmm+MBnpyJ/+2WefyYNjny32j5ODfrlhsyRL8pnlk8jTzL4pD6ZE8uLFi3/55RdnXCABlpCQIFMd+Y7k/s43K+QJ8Jth31m8eHF5NkrGSJbI89b5U+TpKmGjzCVh/j6AmZFvXJnAk/s775SflDySMlaSwaZkVfrTPkODxE/Vj++PvGm6nvykuGz8MPkBEJ6Y+SCwZJU9iet3nN63J+RPcvPkHETKQb8yV5XYc7rkBW/nQNaSMrHnCDkXdaxatSoyMlLayckeR+3ateUIUpnDaPm1cOHC9kwkeZ1ejl+du8nHynveffdd37PnqquuaupBph9yoPz6668nJiZKuc2aNSsnMx9lJgaeb0rzfPHFF3Kjb9++ae5ZokQJe5Le+++/7+UTytNMgmHs2LG33XZbmt+S8LM3JDxUVtLv9SlDG/lVmsRzmW/rlltuUeaneejQIX+/BpsH8jO12eO44YYb5Mea4R908uRJOw6yvv/+eylSeXyuv/565QPJJyd7rEsvvVSZVrFPSyEtLd/C1KlTnWesQ9JF/fcxtMUl1eFc9CXk5yjPPflw55H0/QHMjMwGZRo2bNiwNO+XZ7t9rHz5yQYvEz+zZfKj7GWR+w/HM/kBEJbCa+aT5bkunvcsXbq0vS3/rfX9A+WlMvvKGbLBS/YcOZHcdWbi3ztN9ph9ex4cUn5U2GSPMsMEe8MuFW2zR27bo8k05NVre12HPHTSRTKoUeZKCS/zCkkje6Nt27byIvrSpUulheT+9jryiy66KP1Bp7/kb0eNGjXkaxs+fLg9iynbKleuXKVKFc/3rF+/3t5wBgXpeT8nqmjRovbkNIdUgTxoMj2TQrDv8TyBMDNp4lCextu2bZMbs43MPkoe/4oVK/r1Ndjhifxo0nwqeZxbtGhhx0EOebjkndLA8sRw/giZt8iv8qaPiwSkX19BfhD2RkxMzBlnnGHv43k3+WqjjLVr10o8q/8+hvJkkM8QHR0ttSNxYt9pp14SYzbp/XoAM/tdm9/Om9LJB4yff/7ZPlC+/GSDmsRPlY9nR900TcUn6X9pdfzMjvhgOpMfAGEljMpH/h1ft26d7/e3/5G2fP9AefW0YcOGCv7znj1dZias36mXNLAvWT445IxRXcuocOK8KF6unF6524ZKrVq1Mryzcym/HNvJbVs+Pn7+8ePHyyeXl+HtfMCOCOQF+HvuuadLly5p5ktepNnJVI5K5av1/cO9S3+M68v3KMe7coBuh1qZkW/8zTffPHLkiBxtyyOQ5nd9eS3cnpfokM/jy1G1HP379TXIN2KvuXLaw5O9qicNGY9I+fz444/Hjx+XZ5H8KqMSZS59Ub7x8tB5PjIyP1m0aJH8synZZqMls3vKsbXMkV544YXPPvvMlo+Mbuz5lh06dLD3ycYDmCF5IeDVV1/dsWOH3MjyuqCQZOJnTvRN01zufX50/CjiB0A44TofBIQss0dPe1yqkPmP8UN62hNe2aNSZxp16tQpXLiwMqelKfNyuPePsgcx9sCxVatW8+fPV1mx13LIH/fVV1/JweuGDRvkw+X4e968ecuXL3/88cfla1A+yHAnU39lNm5NX1CJiYnKvPRgj+azR47Xn3zySXtbikLGKVWrVq1du3bz5s2diUSW7I8mzRcmFi9enOGALntfg3NImuGxafozzZSZ5pUtW1aGhzL26dq168cffyw/WQlj369v8WWgLQndr18/mxbyY7rwwgtl0CclJqMwGVK98cYbae7fsWNHKZ+///5bPqRatWoy8JFntXxI48aN7R38fQAzJDE5atSo+Ph4Zfrt0ksvlUdVvvcrrrhC/lI4A8OQ55783Kiv+UmNn/vVBzOIHwBhgvJBwcsqexL/3qnvDGU/kAAAEABJREFU5nGSW9hlj7zsLa9VK3NNtn3P2WefrcxKYhne3y4brcw5Ts6dt2/frnzW0FBmTvL999/L5Ofzzz/fvXu3RNHcuXNVrnKOp+WHniYbnHP8smS/R/lq9+/fn+HEI0ty5P3ss8/KjTZt2owcOdJ+QstZ4zsbnEtu5IeY5YG7719DyZIlJfPs95vh50n/TukQGaRIe9jysae6+bi2ge8kY+RPl+idPn36Nddc4zn3y3DvWsmPJk2aSGPL2Kdv3752KQJ79Y7l1wOYIfl345FHHpHskWifNm2aNJXn0XyW6/WFmOJXX1zlk9nRN053xSfoHaD3HUkgfgCEDa5IQQHznj13zkz8a6fegtys5KazZ3T4ZY8yKx3bG84RoT0mloO5n3/+Of397bXvcpxnZyN2SrNv3770r23LC+qdOnWSA+KXX35ZmSNmmTlMnTrVmSbZy98ffPBBu41MXrw67gxwjh8/nua30p8rlRln8yIptPS/O2XKFPkuxo0b5+UzfPHFF/Ksk/SaNWuWZ3KIrVu32htZDtnSk/GLPf/tyy+/TP+7y5Ytk8jp0qWL/d79+hrsUuOe5+U6MnxWCLtwggxY/vjjD7u2uO+nuvnILpwt31H79u3TXBtmf5rpzxi0J7ZJYMvTT2aMab4qvx7ADG3cuNG+cDB69GipLM/j+NjY2D179qhs/WSDl8RP5U9mRxQvqleKUXqT04Sb709iwQMAYYDyQUHykj3HTibdOSt1SQPJHqVPcgvP7JEX6e0ZXDfddJNzppkcwNWoUUNuyBAmzVUQv/32248//ig3rr76avseOTS0G5U++eSTac4fk86RwVFkZKQ9uejo0aNyH3ndPc2WqSr1xDMvF5Fnm3NhjP2yHfKm5/5F3slkwK5+Jgl35MgRz9+SB0RySGYmDRo08PIZ7KlQGb7CvXjxYnsje8fHdmU5+XbSPKrydT7//PMnT56sUKGCvXzLr6/BrtT3559//vTTT573lHj466+/MvxKzj33XPsoydNGmXXYqlatqnKPfG12ScD0x8rSWvaCyfRnMN5www3SSHKHt99+W5nVCNJ8Vb4/gBmyj6rK6Mcnf7nsX5+wKh/ljp85qlhRZdbJdO0/nEj8AAgDlA8KjPfs6XJf0l87lcv9n2XXQ4PLhXz2yAH6rx7kIE9ezx4wYIDdiuess8669957nTvLkeLYsWOVef1+4MCBctRol6t69913R40aJe+XY0HnshC5bTf2kU87aNAg+ZCYmBiZIcyfP98eAbds2dIuT3z++efbHS3nzJkjn9N+uPxQ3nvvPbvstY/LH/ulXr169rqURx991B4cy098xYoV48eP92tBObuNjxwH9+zZU1pRDosPHjz41ltv2fdXqVLljjvu8PLh9kwqeR7OnDnTWaNZHrHBgwc7I5TsnRl1zz332HXPRowYIV+PDN/ki/zqq6/kZ3Ho0CGZ8MgfkY2vQYZ19oc1YcIE+QHZ3vvnn39kwOXli7FjQ5sQzioCuaVQoUL2W3jzzTedjpWcfuGFF+R7t2+mXz+6VKlSdi/a119/XWW0Op/vD2CGzjvvPHvu1sKFC3ft2mXfuXv37tmzZz/zzDP2zXA7502lxk9E8SLuM4l1/NxH/AAIbRHh82+ZfKe///67ymOs7eajLLLn/qR1+tQel33de/7IckNuK61ClMwonn76ae/3kSfVI488kv7l+VdfffXZZ591LgF3yD0ff/xxz21e5JX4efPmSUql/+QyBPjf//7nrGu8bdu2/v37Z3ggKPeUQ1jvNeJ8O3Lg6/sKB3JYLwe1af45khHNnXfeKQ3WqFGjV155xb7ziSeekO/a8z2e3nnnHblD+vXQ5Lj5ueeeO+ecc5RXEo32eL1IkSLSY1KSctSuzA6Y0hVy0NyvX7/hw4crcz6hDSrJEvux0lqjR4/O7Btfu3bt/fffb0+s8mRPbLP7L/n7NSgz3hk5cqS9g+c3K0MSmWbIHO/FF19M8ydKeMiwSJ4P8o+VxIMvPyP5WynTIbkhT8I0uxVt2rSpV69eyuyVZDNMxk133XWX/V2Z5kl1yzNK/oLLtyPfpvSzfMvy6KVZJk7GVvKNKJP0X375ZfpF5Hx/ADMkzxl5YtjbdevWlW/fXiNXuXJleZrJz+6iiy6yJ3yGm/jv/jx441QVn2j/vY2oXqHohzOL1K0mPy95bAulijBUJitqAECwYOaDApBZ9gh9ktt9Seu2RbjsxbU6e8qHcPZ4J0eNbdq0WbBgwaJFizI8K6lPnz5yrC+zHTksloNFOdC84oor5Ph76dKlaXa3lAPKSZMmLVmypEuXLhdffLEc9crxsQSVvFMSwnM7Fznals959913S+c4u+7Ye0o85HxXnwzJgbV8zbfffru8PC9fmxyyy/G0/HFnnnmmX5+nc+fO8sVLGzRr1qxs2bKlS5eW2pERkByXZ5k9ygydxo0bJw+dPJhyTC8FJQfE8o3LZMwe+ksqqGyRH5AMK+RH07p16xo1asjDKEO86667bvny5WmO2v36GuRnJD9T56qYOnXq3HrrrfJsSb/xjkN+1nbHIflzc774Xnry1cqPUgJJQkiSbMuWLRUrVuzYsaPMcyTq5GBa/pqnvzapRYsWdqojH5jh2tm+P4AZkr8pMju97LLL5O/Izp07JXukf+R5Il+qHYJJsIXnUtcy+an0yQMRxYrq7aHlH9z9h5OY/AAIXcx8chkznyx5yZ6jJxLvvD953TaVum+Pa4HOnlIKQC6RGpFUkDnhSy+9lGbTVYQtmfwcunGKnvy49LlvEdXPLPLhLCY/AEJPOM58hgwZMmjQoMmTJzuXvab33nvvyX0mTpyokKt8yR57ebeL7AHygPzjJtkj0yGyBw6Z/FT85EE9+TEvOal9MvmZxeQHQOgJ37PdDh8+/O677yrkoyyzZ+02lXqSG9kD5KYffvjh119/feONN+yVP/LKjgI82Pixq73pf6n3HU4mfgCEnLC+zuebb77ZuXOnQr7wnj136OyJcFZyWzCi3FCyB8g9ixcvHjx48GOPPRYbG9u6devrrrtOAf9VrI2Jn+JFzMlsevKT3HEm8QMglIT7Cgfy8qeXc96QW7xkz/FTkj0pJntc5j+2auFIsgfIZXYbH2XWJX/wwQcVkBF3/BQrYiY/LrX/cMrNEj/7nfix/4ATPwCCVPiWz2WXXSa/RkdH211KkHfSZ49TPpI9XeakrN3uvmRW7rhwZFmyB8h1o0ePtvtESfbYbW2BDBVr07jCJw9GFE9d7W3f4ZSOs5z4ES4PivgBEFSKqHDVoEGDkiVLrly58osvvpAKqlu3ri8fJf/of/rpp7///vvRo0cTEhJq1apVu3bta665pnLlygoZ8fxPo5M99r+gJ2KSusxxrd6sN9GzV9U+Mars0FvJHgAoSBI/Z37y4BG92luC/Mscsf+wS+JnxSxVt7pzH7s5rHK/aOVitTcAQSGsz3a788477Q4SL774ohyLZ3l/qZ05c+Z88MEHe/fuPXnypJTP9u3bv/7665kzZ3700UcKXjnniNtXDSV77pidsnqzXcBaX+HzxEiyBwACgo0f5az2tv+Qq+NMz8mPPedNAUBQCevyKVGiRN++fZU55016Jsv7v/LKK/v27StcuHDXrl0lgZ588snJkyfL7Ej+GyAfvmrVKoX/SnOem3OFj5M9LrOUm7zfZE9JBQAIDDp+Pn1IFS+qz3ozp70pEz/Oagec8wYg6IT7CgcXXnhhixYt5MYXX3yxe/duL/eU2c7GjRvlxtChQ+3pbcWKFatTp87o0aPt1qXLli07deqUQkY8s+dkbLLJngi7ZZ7NnmFkDwAEGImfMz55yEx+3Ku9Sfyk7DqQJn4UAASJcC8f0aVLl7Jly8q/4C+//LKXc95++OEH+fXiiy9u1KiR5/sLFSrUrVs3+a/CyZMn//jjD4X/SjPwORWXcuec5F82m1WDzElu84aSPQAQoHT8fPSgyRvz7/a+Q8kdpqfsimSFNwDBiPJRpUqV6t27t9zYv3//ihUrMrtbdHS0/Fq/fv30v1WlShV7vdDBgwcVMuLET/cHk37aoN8TofRJbsM6lRx9B9kDAIGrWLtLyi+ZKv+Qu5cx+PdQ0k1TXUdPep7tpugfAMGA8tEaN258xRVXyI3PPvssw3PeZJ6TmJgoNypWrJjhZ7Bru1E+ntL859D+B3JwB/f6P+YCH/Xyp3Hf/5moAACBKmVv9MnpLyvzcpV9T0S3Nq5ypTjVDUDQoXzcunXr5uWcN2f5Tu//yjt3Q3r2v5HXXuJ6Y1Jy0cJKB5BLxca7bpx4dNV64gcAApFkz5FWY1J27NczH/Mvd8qQDq5JXWgeAMGII3U3z3PePv300/S/W65cOblx6NChDD/cngsn7aSQCWe3h6svcr0yNqFIYWWv84lLUNeNI34AIOAk740+3GpM8u5I5zqfxHvaJ0/vrgAgOFE+pzVu3Pjyyy+XGx999NGBAweUx8G6MhfzyK8ZrmGwd+/eI0eOyI1atWoppHIePc8bMhaTX1s1TH5hZEyRwi4z+XGZ+DlC/ABA4Ejee1BPe3ZHml3X5B2uhAHXJ07tGpFK/fe/kgAQ+Cif/+jatWvp0qVTUlLWrl2r/ntuW/PmzeXX7du3p4kfufPbb78tNwoXLnzxxRcrZMT+Z9Jmj/wqj1XrRinPDT9ZuJDL7ucTF6+uH3fku3UJCgBQ0CR7Drc20x6l7H4+8XdflzCli/zrXciDyuhFLgAIWJTPf5QtW7Znz54Z/lbLli3PPvtsufG///3vq6++io6OTkhI2LVr14IFCzZt2iTvv/HGG0uUKKHwX87rgvY/k4VTFSlSpHUjl40fex+Z/Nw0kfgBgAJmsydlV6TefUDpazLj+18bP/lO5x9w+++5M/kBgGBRROG/LjN+++23NO+Xf98HDBiwaNEiGfu8ZXj+brt27Tp27KiQESd+nIGPsxZqq0YJ/xt2YvDTZZOT9WuKCYmqw8QjHz185tVNiikAQL6T7DlkssfsNm2mPf2vTZh8R9Eimmf8RHhQABAMmPlkoHv37qVLl07//qpVq44fP75Pnz6SRnK7aNGiZ511VqtWrcaOHdulSxf+6U/Ps3mc7HFmPkIew9YXqf8bdqKwuebHpdzxw+QHAPKfO3t2R9mtB/S05+528ZNuL5rKiR9n7KMAIHhEhM/ClPKd/v777yqPlShRomHDhgqpPDfzESkpKclGkpGY6vu/1JCny8jkR+n/2KriRdUKJj8AkI9M9oxN3h0Z4T4wcMUPuylhZMeiHtKXD0sdAAgizHyQtzIb+xRJZf9rKpOfZ4eZa35MJsnkp+OEw9+Hx+TnxIkTTY1ff/1VZYs8YitWrNi1a5fKbb169ZIv7Omnn1bwgTxQ8nDJ0FgFpL/++uuHH35Q+cL35+Qbb7xhn/92hcwMyW/Z+8idc/6BsbGx9p2LFy923vnnn382TadZs2bXXZ7+rgwAABAASURBVHfdHXfcMXjw4Jdffvno0aOZ/UHyms6LL77YrVu3a6+9tlWrVgMHDlywYMHevXtV8JDsOWiyR5/fZiombvytZA+AEEP5IM+ljx/bPzZ7/hM/w0/ZBQ/CLX5yIiYmpmvXrrNmzTp+/LgCMvHAAw/cdddd27ZtU3kvZJ6T0jPSTtJv8qqEZG2PHj3sejZpnDp1qn///s8++6w8vFJHUlZr16597bXXOnfuPG/ePBUMPLJHmZNBVOz4TkkDbyhWrBjZAyCUsMIB8oONGec/kPLfzgzv1vqixGeGnxr6VOmUFBM/STp+VjxSoTWnvWVOjjJ37NihAK/y4VxfR1A/J4cPH96oUSN7Oy4ubpexYcOGLVu2REVFDR069JVXXrHrfDrmzJnz999/ly1b9u67727ZsmW1atU2btwopbRu3bolS5bUrVv3tttuUwFMsie69b362h5zaY/eY238rckDr3eCh+wBEDIoH+QTv+Jn2FOlk1Pcp73dPOHQh49UJH4A5IN69eo1bdrUeVNKxt5YsWLF7NmzZYo1duzYt956y25lI1avXv3FF1/IjcmTJ19//fX2nZdccsnzzz8/ZsyYlStXLliw4Oabb5ZyUAFJZ8/V9+pre5yV3MgeAKGLs92Qf9Kc9mb/O5rhaW/PmNPe9CanZrU3iR9OewNQgDp27ChtIzdkBCQV5Lz/+++/l1+rVKniZI8l/8QNHDhQmXPh1q9frwKSO3t2RenisSu5je9E9gAIYcx8kK98nPy0ksnPsFPDni6t9/kx8XPLhEMf6NPeiqtA8sQTT7z66qs9jfnz5//000916tS5+uqr+/fvb+8QExPz0ksv/f3335s3by5TpswFF1xw1VVX3XLLLb4cNOzbt+/DDz/cunWrHGnt37+/Zs2a55577qWXXnrrrbfK4Yi9T79+/eST29v2D5WvRF5pdj6JvOT86aefbtq0KTIyUl7MbtiwYY8ePWrUqJH+j4uOjpYvddWqVXLj/PPP9+tK/Vx8HD766CP5rvfu3Xvo0KG6xmWXXSYHncWKpR36+f45fXkkffku5PhVvrw//vhj586dpUuXrlWr1k033SR/YvqvTcjD/tlnn/31119y4Hjeeec1a9ZMHnlnUODdsWPH5IuRPygqKko+ufw4mjRpIh9eqlQpz7vJD0i+qQEDBgwePDjNI9O6dWu5IdMGGVnY78v+1tOGfMLXXntN3rz77rvlT5kzZ85FF1308ssvy1e7Z88eecyvu+66bt26eW7N/PXXX0+YMEFupF+HQx6r119/vVGjRq+88ory4TkZvDp16vTcc8/JD+Xdd9+Vn7t959lnn92+fXt5RqW/f7Vq1eyNEydOqMAj2RN19TjJHjPt0We5xY3vlJKaPbZ5yB4AIYbyQX7zNX4uTnxa4uepUskpMvlxJSRG3DL+0AePVgy0+BHJyclyYCfH38ocHDsXCcjxn7xILIfa9k05+pHbcgT53nvvzZ49+6yzzvLyOeW4eebMmcl2nW9jh/HFF18sX75cjvjtQXCDBg3kkZQDVntbDsedT5uUlLRw4cKlS5c6n+Ev45133hk6dGivXr08/7iff/554sSJ8uK0ffMP46uvvrKn6Ph4lJPzx+GRRx7x3CN4iyH9IAeacsRZsmRJ57d8/5w+PpJZfhcSBp5r3CUkJBw5cuTPP/9ctmzZCy+8IOnl/FZKSspjjz3muZjYwYMHpaO2bds2a9YslZW1a9eOGzdO4se+KRnzsyGPzNSpU6XElJ+k9CTz5HuJj4+X6JXD8TSXqcg3++ijj8qfKI9b7dq1pabkPfJIPvnkk1J3yk9enpPBTr4viRzJSHkw5edinzldjAzvLz9KZf6Jk9RUAcadPbsjVerFPXHjyB4AoY/yQQHwI36Gxwx/ulRysomfJNVpwqH3Hwm4+Pnkk09OnjzZpk2b6tWrr169um3btsqMUOSV+Li4ODlUkpeK5dAnNjZWjtefeeYZOSicNGnSokWLMvvG5SD+/vvvl0NweaVfXteXaUb58uXleFQORlesWCEH0PKC/T333KPMpQVyVC1/hNyWdLn44oudTyKv98vBtxzm9unTRwYOcuOff/6Rz/D222/Lb8nBqHzB9p4yYBk9erSUkrxuLZ9QvtQDBw7IAb1z7O7jrl85fBzWrVsnB/fyrLjrrrtkUiFzkt27d8vM6tlnn924ceObb74pwwT7B/n+OX1/JL1/F7/88ovNHpmbyeNcv359maHJ78o75ZNI53gmzXbjzjvvvOGGG+S72LBhw//93//Jdyd/ogxSvB8ES37Ij0B+rVChwrRp02RGJ0ef8q09+OCD8ifKtyYPkb81cnsqeTxvu+02eXjT3GHx4sUyWXr++ecvueQSeVNmGiNGjJBvYdSoUfJsyexZmhkvz8kQcM455ygTtxLPThVnSB7txx9/XG7IY16pUiUVSCR7Ik32RJiV3PS+PeNuIXsAhAPKBwXD9/h5aljMcD35MZfeJqpO4w9+8GilVoEUP3KcKlOCnj17er5z3rx5cmjetWvX8ePH2/eULVv2mmuuufLKK+3auEuWLOndu3eGn1BmFzJSkFeUJVGcYUITQw7lfzOUV3I4LqkgH/u///1PXvK375Sj8AkTJsjL8DIVeeihhy6//HJ5PV7eL/eR7JGDMxmA2PfUqVNHxg7yNciASOXX47Bq1Sr5VaYTMpKy92xgyGG0TJ927tyZjc+ZjUcyw+9Cph/2YXnllVfsOWDy2SQU5Rhx7ty533zzjUxjPE+ckz9dssHebtq0qcyybr75Zhm5yOjGe/nIj0a+X5luvf7665UrV7bvvOqqq+Q7ksHCoUOHHnjgAekoldukqWz2KHPJihSdfMGSyh9++OGtt96qkMr5oRw+fNjL3SSV5W+QBLn8pZOXFVQgMdkzPtljJbd4Pe25juwBEA5Y4QAFxscFD1pdHPHU8Jgiep8f/R/pBBM/P6yLV4Hkuuuu83xTjsvtck99+/ZNc085brYvh7///vuZfbbmzZvL6/1yMO15DpUlUwtltmJUXn3wwQcSlldffbWTPY4OHTrIgyzH0DJOUeakuG+//VZuyCjAZo9DZiz+vt6fk8dB6kWZV8q3bNnieU+ZG3z++ef33XdfNj5n9h7JNN+FzMTsLi4yaPK89EXIVEeOa+Xzy8PovFOexs6lQZYMcOx1IDJOUZk7cuSI/VkMGjTIOcK2ZFQ1ZMgQZS6zcc7xyy0yAOzYsaPneySDZZgmN6Q5FTw4TyQvWxX9/vvvEs/y1JKnn0zS0jxnCpZkzwGdPZHut+XlJLIHQDgJo5mP/Ktdr149H+984sSJbt262dvy0rgvZ+dbPl7BDMv3yc+Tw2NHPFUy2ezzE5+k4+f9gJn8yEGqvEzu+R5nKaebbrops486cOBAZr91ruG8KUfVUcbatWu/++47+x7llY2Hj4zM7mOPwrdu3WqP/hs3bpzmDjVq1DjnnHPkDso3OXwcWrduvXDhQpl4yNymUSoZzjiXiWfjc2bjkUz/XTjX68s8Ks2dpdbSXDElqlataivOkz3fKSYmRmVu3759mf1BysyO7A0pserVq6vcI4Wc/h8ue1qXvVIlT/l1PO1552x/YE44axUUL57xPz4yC5JRpEwab7nlFqnugPovQmr2RLlXNFCSPbe4yB4A4SS8znaT1019vGdycvKPP/5ob5955pm+fyD85Vf8jNTxo1+nlMnPreMPvhcY8VOxYsU070kztciQzC6ci6TTkxpZtGjRunXrjh49um3btjS/m+WFN/YCfe+kMZTHFCLNkMGS+PG9fHL4OJx99tnyEsMjjzxy6tSpvw17B3nhfOzYsfZAXPn/2Pr7SKb/LuQDlTnSldGN8kGa0Zlln+Hef3BOsKWf1CmzUJj9y/Lvv//KyzEq92S4AoHNP3kk5Vg/fcjlImfhivj4TAe5znoPnn9fsv2BOWH/1ohy5cpleIclS5bIHypP5smTJwdc9rSZoLPH7Nuj5+dkD4Dww3U+KHh+Tn5K2AUP4hMjbh0f/d6jlQs8ftLvUZiYmKjMyVf2jDJ/ydFVv3797HGwfPILL7xQCkRe5r/44ot/++03z0XDMiMHrPLr6NGj008k0nAe9gwPbtKfJOZFzh+HDh06tG3b9vPPP//555+lVexRptzu2rXrgAEDBg0a5O/nzMYjmf67sItW+37wl+3DROeZn5KSkuGntX9TsjyeznIkmP4zp3+nE2lZZrbnunnZ4GTVyZMnM7tPdHR0mjvn5ANzwgny8847L8M72JfMrrvuOs/rvgpc8oEj+3X26JXcIsx+pWQPgPBE+SAg+Bg/LXX8xI008aPXI9KTn4CInzTsqsGSH/v378/GiUkvvPCCHKzLkGH69OnXXHON53Yxv/zyiy+f4dxzz920aVP6EUd6zohj37596WcaXk7J80U2Hgd5bf5WQ5l1Gr799tsPP/xQphzPP//89ddfX7duXb8+Z84fSc/vQoY/Z5xxRprflcdZxsIyMcv5C/x16tSxN+RnIZ8zze/K92uLyPkx2T8xfSb5u3tMhj9lJxftcMP57qRz0vz1zOFmNbVr17Y3du3aldkJyc5k0rlzTj4w26S67YVYjRo1Sv8DsmxrOT/KQODOnl32odD/ciaOu5nsARCeuCgFgcLHBQ9aXhzxxPC4woXM69BmwYPbxkUF2oIHcoBub8j4Iv3vTpkyRQ7ix40bl9mH24tzunTp0r59+zS7ZNqYyfJleHucJ1OR9Ffwb9++vWXLlpIWMktRppHsFQv2uhdPOd973q/HQY4pH3300U8//dS5gxzOyqjnueees2/aLWL8+pw5fySVx8lg9hHzJA+vTNVkVJX+t7KhVq1aNjDs4XUazmIDzmLKdqqQ/lL7DE9Q9HIIu2bNmvTvtM8HZ8E3ZxSW/o/zJbC9OOecc2xcffLJJ5nd55tvvlHmBDPnp5+TD8y2N998084hb7755szuI88HedI2aNBABQabPUnb97uUfaq7Eu5l2gMgfFE+CCB+xM+IuCKF7YxI7/Nz2/jAih8JjwsvvFCZ7S+PHDni+Vu//fabHLIfPnw4s2MjeQk/ISFBZXRQ/scff6xbt0799/wi54De8xwnu8SZzCgWLVqU5pM//vjjMr44dOiQXdKgRIkSrVq1UuaoTt7peed33nnHnjWXbX49Dh988IF8DW+//XaaT+I8DnbW4fvn9PeRzEy1atWaNGkiN5YvX57mt5YtW6bMOYHNmjVTOSZPdck2ufHGG28415NY8qOU71eZ7HHmTnZet3r1as/vQp4Gr732WvpPbjMpwxPhpG/TXBj2qyE3OnfubN/j7EjjXADpvJn+orIMn5NeXHHFFcq01osvvpj+d+WJYVPQ2YEq5x+YDRLezzzzjDJXYdmF7zLUr1+/wYMHO5elFSyTPRMle+ylPSLx3lvUwGvJHgBhi/JBYPE9fhYOjzeTnwiXWfCg87iolYFLmnztAAAQAElEQVQUP3armZMnT/bs2VNmL3KMLseyb731ln1/lSpV7rjjjgw/UL5fu+CyZIBzlCkHvi+88MKIESPsm56TnFKlStlBwWeffSZHq//884/clphp3ry5Mqd7PfLIIzt27JAPWbt27dixY+VAWd4/cOBA5wJxOVCTBzYmJkYO2mR2YT+5fM3OsCV/Hodrr71WmSZZsGCBjJvsO/fu3Ttt2jS5IYf79jvy/XP6+0h6IY+bMgudPfbYY5IZklIyOnv66aftPj9Dhw5Nf3VQ9owePVpa1I6S5IBeWvTYsWM//fRT79697dUszmZHKnU5PvmJz5492zbqgQMH7r33Xom6NAMulXqhi3wqeZKkH+VNnDhxz549yqysvWLFCrsFTdOmTZ0FvmX+Zi/6krmcjUZ5EOSe8pin/7MyfE56MWrUKLv087PPPiutJT8gKZYvv/xy6dKl8pO6//77lXkCDBs2LLc+0AsZYf36XzI5lCfhXXfdJSEt3+yDDz6Y2Y9b/hLdYyxZskQVNMmefW0mJsq0x+zbI78kjruZ7AEQ5rjOBwHH92t+Fo6IG/VkiRSz2lt8ouu2cVHvPla5ZZOA2D3joosumjJlyhNPPBEVFZVmK0M5FHvqqacyu05AyMGrHGYlJibKgZ281i6zDjkakwmGHKbcfPPNH374YXR0tLN2mbzz0ksvleOz5Ubbtm3l2FTeL8dqcuQnnfOW4fn5JQz69OnjvFmnTp3Jkyc/8MAD+/fvHz58uPN+ObAuV67cDz/8oPLlcbjpppvkuPzTTz99zUjzeeTbcQ43ff+cfj2SXsiUaerUqfPnz3/D8PwtCbYuXbqoXCJf5MMPP2z3M5Uv3vO35JhbHgTP4VKPHj1WrVq1Zs2aFYbzfvlS5Zlg9yBySMb8/vvvMriQ0JWG8TyhTn7Q0kK33Xab5/3lWSFPCedNecTmzp0rOSFROmDAAOf9Ml67884758yZ4/mxmT0nMyNTNYkW+e527dolmZR+q1a5g7RN+mX3sv2BXsjzJ7Pfkp+OZE/Dhg0zu4PMuORBVqlrghcgmz162qPcO6ElTems+lxN9gAIc5QPApFf8TP6yeLJKfolzYQkl0x+3nmsSoDEj7wI3aZNG3n1d8OGDRs3bpQD7qpVq7Zo0UJeEs5w4WOHHNnLi9bPP//85s2bIyMj5SC4cuXKV1xxhbzwL8dwH3/8sYwdZCBw44032vvLsbIc3v3yyy/ysr2zwq8c8z3zzDPyoruky86dO2VGIR979tlnSwmkPzWrU6dO55577sKFC2WsIcdDcjgrB8oyF0pzRJvXj4Mc8cuQ4d133929e7c0icwxZDB1ww03dO3atX79+tn4nP4+kl5IGLRs2VKSzP6J8oXVqlXr9ttv79Chg8pVV1111XvvvSdftoxW5MuWMJPD6Msvv1xSza614JCflOTf22+/LT96mZXJVOf888+Xu7Vu3Tr9iXmSK/L36JtvvpHPKYe5MkFyFu6TyZikrzyY8knkkZdPK88HCaQ0cS4zN/mq5I+TfJLMkCeJPLzyJLHnxaWR4XPSC/nKZTQnPwtJOPvTl5+plIZ8y9dff73kZWb7gWb7A30nn0HSV54k8rNOP+AKQJI9/7pPcnPZf0uTp3ZWvckeANBnCmV9gW8YOnz4sPMyYceOHeW1YYV8Z5+crlRykCrHNPKrvLAqr+LbX8XKP1MkflLMam9y/+JFVeDEDxDI7r77bqmdbt26eVlvA8HFZM8k97RHmWnP1NsiyB4AMLjOB4HL52t+Ci0cEV+4cOrKRfqan8iV63J0aT4ABB3Jnr2SPTvcK7nJr2QPAHiifBDQfIyfqy4utMDET4TZrULi53aJn7XED4BwobOnrcme1JXckqeQPQDwH5QPAp0/8ZNgV3tTZrU34gdAmJDs2SPZs/2As5Jb8pRbyR4ASIPyQRDwPX7mjzTxYy75SUhy3UH8AAh1STp7Jpvssdf2kD0AkDFWOMgYKxwEIB8XPPjxz5SxTxQ1q73p5VyLFVFvP1qt1aUseAAgBCXpk9xs9qTojJH/N+XWQr1bkz0AkB4zHwQN3yc/80YmmsmP+7S3rhMO/PC7TxtWAkAQsdOeRMke5SJ7ACBLlA+CiV/xU8Se9qZc8QkSP5HED4BQkhR5dE/bKfYkN2Xm4WQPAHhH+SDI+B4/j49MXfBAx4+rG/EDIFTo7Gkj0579rtR/FV1kDwBkhfJB8PE5fgrr094K26WOTPyM57Q3AEFPsucfyZ4dB9y7mMk/cJM7kT0AkCXKB0HJx/i50sRP0SL6mh85OIhPdHXnmh8AwUxnT9spOnvsSm5SPmQPAPiG8kGw8j1+5o+S+FERZpMLmfx0H7//lz9Z6hpA8JHs2S3ZYxew1i/o6OwpTPYAgG8oHwQxH+OnWSMbPy5z1puKT1Rd7t1H/AAILv/JHrsphc6eVmQPAPiI8kFw8z1+5o1K0pMfvd6BKzZedRlL/AAIGpI9u05Pe8y7yB4A8BPlg6DnV/wUL6rsBr6x8a6uTH4ABAOTPVPNvj363zoZ9rgm30L2AIC/KB+EAu/x45D4WXhvUvFiZss/5YqNc3Ud+y/xAyCQ/Sd7zL49asotRcgeAPAf5YMQ4SV+PPunSQOJn+TiRfUhhLxsqic/On5Y7Q1AIJLs2dl2WoLOHr2Sm/6Xa2bnIr3IHgDIDsoHocP3+Fkg8VPMvdpbXLyr29h9q4kfAAHGZo/Zt0cvaSDviZhxW5GuLcgeAMgeygchxd/4sau9mckP8QMggEj27JBpz47UldwkfsgeAMgZygehJn38WOnjZ74+7c292ltcfEq3sf8SPwACgc0emfYol70uURWaSfYAQE5RPghBaeLHjn0yjp9xKXq1N7NWUmyci/gBUOB09lwzXU97lP3XyRUh2dOF7AGAnKJ8EJp8j595On7sbuiuuDhX9zF7iR8ABUWyZ7tkz3aZ9pgre1wumfYU7dKc7AGAnKN8ELL8iR+Xjp/U1d66jyV+ABQAJ3vMtEdfhUj2AEAuonwQynyPn8clfoqZLQKVYvIDIP9J9mzTJ7lFKmWnParwzFvJHgDIRZQPQpxf8VOsqLI7ZsTFu3qM2UP8AMgfJntmJGyP1BuV6n+FXGQPAOQ6ygehz7/T3oq5d0m38bOG+AGQxyR7tkr27DigUvftKTKD7AGA3Ef5ICz4GD+NZfJzr6uYPu1Nn2FP/ADIa4nu7IlU5uIePe2Z0YnsAYC8QPkgXPgaP+cXkfix+/ykTn7+IX4A5IVEfZLbTJM97qXcZNpTjOwBgLxB+SCM+B4/8yeqEsXNggcuvdR177H//LExTgFA7kmKOra17Yz4HQf0pT36X6eIwrNuK9blCrIHAPII5YPw4mP8NKpfZN54VaKY3edHxcS5uo7YTfwAyC2SPZvbTE/YGaVs9ShVeGan4nc0I3sAIO9QPgg7PsZPQ4mfCRE6fvSCByomNqWbjh9OewOQU072uMzFPSpCFSF7ACDvUT4IR77Hz+MSP8Vddqlr4gdAzkn2bJLs2RXlsZIb2QMA+YHyQZjyJ34Kmfgxp73FuroTPwCyK1Fnzww97TErucn/FWXaAwD5hfJB+PI9fh5zx49e7U3Hz/DdfxI/APyUqE9ym2GmPXZFA1V0xi1kDwDkG8oHYc3P+HGv9hYTm9J9+C7iB4DvdPa0nRkv2ZO6khvZAwD5jPJBuPM9fh6V+CnmUqmrvRE/AHxkTnKbGb/TZo9+j2RPCbIHAPIX5QP4Ez8TC5Us7jKbnComPwB8obPHTnuU2a7UpYrp7Lmc7AGAfEb5AJrP8VP0ET350a/a2tXeegzfSfwAyIxkz8a2Ztpjxz0uVXTKTWQPABQIygdw8yN+Jhay+/wos9ob8QMgQyZ7ZsXvjDZv6XFPsSk3lezeguwBgAJB+QCn+R4/j04sXKK4/hCX0qu99RhG/AD4D8meDZI97pPc9DmyxSZ3IHsAoABRPsB/+Bg/F+rJj44fsxGhKzYupefwHcQPAMudPWZJA/2vhMtVfIpkT3OyBwAKEOUDpOVn/Ohz982CB66ew4gfADp71utpjznJTV/a4yo++SayBwAKHOUDZMD3+Hl4YpESZrU3eU03NjalF/EDhDeTPfclSPa47L8MiuwBgABB+QAZ8yt+iuvV3uw+PxI/2/8ifoCwJNnzd9v7ZNrjMtuVunT23FiK7AGAwED5AJnyI34mOZMffdqbiZ8YBSCc6Oy55n497VEuWzElyB4ACCSUD+CN7/Ezd2JRM/mRu7tM/OwgfoDwYbMnfmeUS9lr/1wlJrUnewAgoFA+QBb8iJ9JRUsUS13tLTalN/EDhAcne5Ry/wtQkmkPAAQeygfImu/x89CkosX1am/KrPaW0nsop70BIU6y569r7o/bFa3/5puV3EpMInsAIBBRPoBP/ImfYnqfH3vaW1xKH675AUKXyZ7Z8XYlN6Wv9Cs56cbS3a8gewAgAFE+gK/8ip/ixZV9+VcmP32GbiN+gNCTGHX8z2tmxzkruSnJnvZkDwAELMoH8IOP8XOBOe3NPfkxq731lfjZQPwAocNkz/3xHvv2lCJ7ACCwUT6Af3yOn2IPTvJY7S3O1XcY8QOECMmeP9zX9kj26JXcSk26gewBgABH+QB+8yN+JptrfvRpb66Y2JR+xA8Q/HT2tDPX9piV3CR+mPYAQFCgfIDs8D1+HtDX/LjMB9n42fo38QMELcmedfbaHjPQNdOe9mXIHgAIBpQPkE3+xE/xEnbBA+IHCGYJkj3t5jgruUn8lJbs6daM7AGAoED5ANnna/ycV2zO5NT4Mau99Ru6hfgBgovNHve0x6zkVnrSDWW6kz0AEDQoHyBHfJ/8zNGTH5dZ8EDHz13DiB8gaPxn2qMv3FNlJHuY9gBAUKF8gJzyffIze1IJM/nRdPww+QGCgZM9LpddyU2mPdeTPQAQdCgfIBf4HT8R7tPeTPycUgAClcmeB06f5OZylZl0fVmyBwCCEOUD5A7/4qeYPe3NFRub0p/4AQKVZM9aJ3sU2QMAwY3yAXKNj/FzvsTP5JLFPVZ7I36AAKSz51qP7FGusmQPAAQzygfITX7Ez6SSqUtdK5n83D10M/EDBA7Jnt/1tOegs29P2YlkDwAEN8oHyGW+x8/97smPFkP8AAFDZ8+1D+rsSd23x0x7Lid7ACCoUT5A7vMrftyrvbnM5GfI5vXED1CgJHt+09kTLX8t7b49ZSdeV47sAYDgR/kAecL3+LnPTn7Mam/2tDfiBygoJnse0tf2mKXcZOZTjuwBgFBB+QB5xef4KX6fnvycXu3t7iGbiB8g/0n2/GqyR16GiCB7ACDkUD5AHvI9fmZNLmUnP3KwJfEzgPgB8peTPTLssX8Ty5M9ABBaKB8gb/kXP8X04rnKrPY2YMhG4gfIH6nZc1ClruTGtAcAQg/lA+Q5P+JnSim72pvLxM9A4gfIe5I9a66bG6sXsNbzHvmfTHvKPZYIjgAAEABJREFUd2tK9gBAiKF8gPzgb/yYS36IHyDP6ey5dq572mP+npafcC3ZAwAhifIB8omP8dNAx09pc82Pe/JzD/ED5A33tGe33rdHmZPcyB4ACGGUD5B/fI+fmSZ+zORHL3hwz+ANxA+QuyR7VpuT3ORvmdm3x3UG2QMAIY3yAfKVP/FTxnO1t0E6fk4qALnBZM/D+tqe1H17yB4ACHmUD5DffI+fGSZ+7P1j43T8bCB+gByT7PnFZI/Zt0dPVs+Y2O4MsgcAQh3lAxQAf+NHmSsQ7OSH+AFywmTPI+6V3MzVdDp7upI9ABD6KB+gYPgeP9OnlClZ8vQ+P8QPkG2SPT+b7FHK/J1yqTMnkD0AEC4oH6DA+B4/UyeXLVFSf4hd7W0w8QP4z8keu2+POFNPey4jewAgTFA+QEHy47S3aWVLlrSXJLhM/KwnfgDfSfaskuzZLdMel/17d+aEa8geAAgrlA9QwHyMn3rnFp8+TSY/EXb5XYmfIcQP4Jt4yZ7rHzX79iizVZaL7AGAMET5AAXP9/jRk58Sykx+9GlvQwb9TfwA3sXrk9wePb2Sm9LZcybZAwDhh/IBAoKP8XOuTH6m28mP+7Q34gfwwk57YvS0x3SPS1UgewAgXFE+QKDwOX5KTNeTH3vam4qLTRlK/AAZiY86oU9y23XITHv0qwVkDwCEM8oHCCC+x880mfzY097Mam/ED5CGzZ4YyR6zb48w2XMp2QMAYYvyAQKLP/FTrkRJc9WCcsnkZ9igvzYSP4Ah2fOTOcnNvDhgpj3j21YgewAgvFE+QMDxK37MUtfu1d6GEj+AO3seizFLGigzGa044RqyBwBA+QCByPf4maonP/pDXC47+fmT+EE4k+z5UbJHT3tM9Uj2MO0BABiUDxCg/Imf8iXtPj9mtTcdP+tPKCD86Oy5wWSPPsdNr+RWiewBAKSifIDA5Xv8TJlevkSJCKXjR7mv+SF+EGYke1bqk9wO2Ut7ZAxacXQrsgcA4KB8gIDmR/zMkMmPeZlbx0/ycOIH4URnzw2Px+zWK7lFmEUPJXsq9rqc7AEAOCgfIND5Hj+Tp59hJj92qWuJH057Q1iIjz7xg2TPLvdKbi6TPZXIHgDAf1E+QBDwI35mnKE3OTVXdsfFpowgfhDqZNrzw/WPm317lHnmuyrp7GlK9gAA0qB8gODgV/y4V3szS12PGPQH8YNQ5Z727LbblepFPiqNInsAABmjfICg4WP8nKNPezvT7vOjzCanI4kfhCLJnu+vn3dqt17SwJzlybQHAOAN5QMEE1/jp16JSdPPLFEywl7zEGviZxPxgxBisydmt3slN5lwVhrVsjLZAwDIHOUDBBl/4ucMs8+PPg8oLiaZ+EHI0Nlzg80e90pulckeAEBWKB8g+PgcPyUn/ne1t5H3rCN+EOwke767ft6pXYdcZrtSl86eq8geAECWKB8gKPkRPzP0aW/2dfHY2JRRxA+Cmc6eG+bH7D6s9PNffnFVIXsAAL6hfIBg5c/k50w7+VFmtTfiB0Eqdv+xb2+Yr6c97n17XJVHcpIbAMBXlA8QxHyPnwkzKpRw7/Mj8ZM8+p61xA+Ci2TPd+0XeO7bU2VUyyq9LiN7AAA+onyA4OZf/JQ0x3/mtDfiB0FET3ske/YeMZf2KJn2VBl1FdkDAPAL5QMEPd/jZ7yOn0IR7tPeksfo+DmugMBmsmdh7N4jeiU3ee66VFXJnp5kDwDAP5QPEAr8n/xEmMkP8YNAJ9nzTfuFetrj0s9wmflUHXUl0x4AQDZQPkCI8DF+6urJT0UdP3a1t5iUscQPApXOnhtTpz3mJDedPUx7AADZQvkAocO/+PFY7W3swLWbiR8EGPe0Z88Rl3LpaY/Onquqkj0AgOyifICQ4kf8zKyUetqbueZn4O/EDwKHZM/XNz4RI9Mes5KbxE81nT2Xkj0AgGyjfIBQ43v8jJuRGj/KFacnP8QPAoLNnv9n7z7gnKjWPo6f7C69ioiA9CK9KBasCCJWLIgKIooIKEXBrteGYEFFBemIIirFAiJF6XZF5VWKoPSOSIddOrvzPjMnmZ1NNm1ryu/78eYOyWR2Jsluzn+eOecc1SO5mUMaGOUfupjYAwDIJpIPEIPCCD8vpIcfqfwQfpDv3NWerfsNPZKbUuX7EnsAADmA5APEptDDz6Ppl72pY0dTH+3+f4Qf5BeJPQvNi9wOWPP2mCO5lX/oovLEHgBATiD5ADErnPBzhnu0N2WO9kb4Qb6wYs8wM/a4R3JTFYg9AICcQ/IBYlno4ecRHX5MZp+fxwg/yFsSexaYsce6yM0cyY3YAwDIYSQfIMaFHX6sk+1Hj6QSfpBnzNhz3fAjekgDawDrimbsOYfYAwDIQSQfIPaFHH6KPizhxzPPzzEJP92WEH6Q2yT2zL92+JGtegBrcyS3CsQeAEAuIPkAcSGM8NNfwk+CZ6jr1McJP8hNZuxxV3vMeo/8T6o9FYg9AIBcQPIB4kV44cc91LWyws/vawg/yAUSe+aZseeA0tOVGkbFB5sTewAAuYTkA8SREMNPNTP8lNMDHhjp4eegAnLOETP2jDiy1RzJTVmftLMeIvYAAHIRyQeIL6GHn35W+NHpR1/2RvhBTnHHnm375eOl5+0568ELiT0AgFxF8gHiTjjh50w92puclD92JPUJKj/ICXbsMayh3KTmcxYXuQEAch/JB4hHoYefvlb40aWfY0fTCD/IJk/sOSC1RJc1lNtZDzWv2KkpsQcAkNtIPkCcCiv8FCqSoM/NS+XnScIPssqMPdePPLztgNmzx6olmrHnTmIPACAvkHyA+BVe5aewS0/0Y4af+34j/CBcR/49NPe6kYe36pHczHl7Kj10IbEHAJBnSD5AXAs9/Dz0YvlCjtHeniL8IBxm7HFXe9wjuRF7AAB5jOQDxLuwwk/hIgn2aG+EH4RIYs8cM/ZYI7lZlcNKD15wFrEHAJC3SD4Awgg/D+rKj8td+Xlaws9fhB8E4ok9B6xpe1xS8yH2AADyBckHgCmcyk+FQu7Kj2GGn26/riX8wA+JPV9bsUc+LdZnzKj84IXEHgBAviD5AHALMfxU9YQfe7Q3wg8yZcWeUe5qj3y6DB17mhB7AAD5guQDIF3o4edBM/yY67gve+u2mPADJ4k9X1mxx563p7J5kRuxBwCQb0g+ADIIO/yYbVpzqOv/EX7gYccecyQ3q1cYsQcAkO9IPgC8hRx+ivWxw481z8//7iP8wIw9s3W1x5y3x8w9VfqcX4nYAwDIbyQfAJkII/wMqJgefo7q8HNAIV6ZseeG0Ye3HTTcdxhVHiT2AAAiAskHQOZCDz+9zfCTYF32Zhw/mvoM4SdeeWLPAXPeHisOV+lzAbEHABAhSD4A/Aoj/LxohR9zwANzqGvCTxyS2DPrhjEp1pAG5mVuho49jYk9AIAIQfIBEEio4ad2sV7WZW/KGvBAKj/P3vcL4Sd+6NijR3JT1qegSp/zKxN7AACRhOQDIIjQKz+9XjyrsFn5UXqeH8JPnEiv9lgjuclNVWIPACDykHwABBd65afni2e5JzlV6viR1Oe6/rKO8BPTJPbMNGOPHtPPHMmt6oPnEXsAABGI5AMgJGGFn8KO0d6k8kP4iVWHzdgz1oo9eiw3o5rEno7EHgBAJCL5AAhVOOGnkln5MZvDhlR+nu36M+En9rhjz3brIjdrSAPzIjdiDwAgUpF8AIQhxPBTRcLPgEpmnx9ljvZ2/Gjqc4Sf2GLGnrbv6pHcXFbnnmoPnl+lYyNiDwAgYpF8AIQn9PDzwIBKntHezKGun+v6E+EnNkjsmaFjj9Jde4yq959L7AEARDiSD4CwhRN+KlujvZmXQh0/kvo84Sf6pccewz2SW7Ue51a9m+lKAQCRjuQDICtCDz/3D6hsj/YmlR/CT1ST2POlGXsOWl17rJHc7j+n6j3EHgBAFCD5AMiicMKPedmbHu7t+JFTLxB+opMVe8bpkdx0iql2/znVqPYAAKIEyQdA1oUcfop7Kj/WUNcSfu79kfATXQ7v1LHHPZKbYV7k1pTYAwCIIiQfANkSevjpYYUfaxwwdfxoav+uEn72K0QDqfZMv0HHHvdIbtXvT489SR7EHgBAJCP5AMiuMMOPNdqbMo4dSe1/L+EnCki1Z7pUe7YfNCcrNceqMKr3OMcZe/QtsQcAEOFIPgByQOjhp/vAKp7KjznU9Yv3/rie8BPBrNjznjWkgeGyrlasbvbtaUzsAQBEHZIPgJwRRuXHCj96IhgJP/0JP5FKYs8XN7yXvE1Xe8xJaav3aFqd2AMAiE4kHwA5JsTwU9mu/FijvR07corKTwQ6vDP5i7bvp2y3qj3WO1WD2AMAiGYkHwA5KazwU9Aa7U2Z8/xI+PmB8BM5JPZMayvVngOGGXvMkdxq9GhC7AEARDWSD4AcFk74qWpVfqzL3o6kDiD8RAYde9wjuVkXuRF7AAAxgOQDIOeFHn66DaxasIhuK5ujvQ3o8j3hJ39J7Jna1tO3x5y3x6jRvWkNYg8AIPqRfADkinDCT7VCRa0BD6zR3gbeS/jJN1bsed8cyc0zb0/NHhJ7GhF7AAAxgOQDILeEHn7uk/Bjj/Z2JHUglZ/8ILHn87bvJ1vz9lhXIBo1uzch9gAAYgbJB0AuCiP8vGSFH8+AB4SfPGbGnhs9I7lJrcdQxB4AQIwh+QDIXaGHn646/ChzAOXjR0+91OW7DYSfPKGrPSnbDrpHclOqZo/GNYk9AIDYQvIBkOtCDz/3DrD6/Ljn+UkdeM93a5fuVchNKTuTP7txfPL2Q4Yeyc0wanVvXLMzsQcAEGtIPgDyQojhp0qdEvcOrO657M04fiz11W7fU/nJPSnmRW7jzWqPMlzWSG61ejSh2gMAiEkkHwB5JIzKz0vVPQMemENdv9Tl2w1/7VPIaVbs+UAPYG3GHmXFns4NiT0AgJhE8gGQd0IOPyXM8OMe6lodl/Bzz3eEn5xlXeT2gXskN3NIA/Mit1rEHgBA7CL5AMhTIYafSunhR5mXvR099XKX7zasIPzkDHfs0UMamJ2qVO0exB4AQIwj+QDIa6GHny7pl71J5UfCz7eEn+yT2POpWe05pPSQBhJ7ujci9gAAYh7JB0A+CCP8vFyjoGeen+NHUl8h/GSPGXtummCO5GYYVkcqdTaxBwAQH0g+APJHWOHHPc+PedmbhJ9vCD9ZI7HnkxsnJNvz9hgGsQcAED9IPgDyTejh556Xa1qVH7OxLpWfVwk/4TNjj1ntOWjP23O2OaRBA2IPACBOkHwA5Kewwo9Uflyey94IP2GR2DNFYs82q2+PNZKbVHtqE3sAAPGE5AMgn4Uefu42Kz+JyhyLTCo/pwZ1+WYj4ScEVuz5UGKPYY7iZg5pUIfYAwCIPyQfAPkvrPBTqGiCyz3Pz6lX71lE+AlMYs9kiT16JDdlXuRWp1tDYg8AIA6RfABEhNDDT+eXa7Mwzv0AABAASURBVBW05vmR2sXxo6mDCD/+WbHnI7PaY8irpaxqD7EHABCnSD4AIkU4lZ9aBYskmGsbhhV+FhJ+fLljz/aD8jJZ8/aY1Z6ziT0AgHhF8gEQQUIMP2dJ+HmltnO0t9cIPxkl/5s8+eaPDm0/aFhDucmrVLdbo7M71yf2AADiFskHQGQJPfx0tsKPtbpZ+SH82MzYc8vHh7YdUoZyWUO51e3ekNgDAIhzJB8AESeM8PNybXO0N3fl59TrZvjZq+KbGXvaSewx5+1RLkk9yrzI7S5iDwAg3pF8AESiUMPP2SXu0pUfz2hvcR5+JPZMamdVe9zz9qi63RvUodoDAADJB0DECr3yc5dUfuzR3o6ceiNew48VeyYe2po+kls9iT1UewAAsJB8AESukCs/JTuZ4SdRVznM8HN33IUfd+zZZo3kZlXA6nUj9gAAkI7kAyCihRl+Eqzhm9Xxo6cG371gU9yEH4k9E9tNPGjO2yP/MgewrtejYZ276hF7AACwkXwARLrQw8+dL5+t5/kxrHl+3oiP8GPFnknWSG6GHumu/v0N69xZl9gDAIATyQdAFAgj/Lwi4SfR5RntLebDj8Sej9tNOmhe5OYeya2+VHs6EnsAAPBG8gEQHUIPPx1fsSo/1mVvJ8zL3ubHavjRsUfP22MyVIP7G1DtAQAgUyQfAFEjnPBTx3PZmzngQUyGHzP23Dr5oDmAteGu9kjs8VR77PBD7AEAQCP5AIgm4YWfoonKGtz5RMyFH4k9H7XzxB5rJLcG99ev64g9+gUh9gAAYCP5AIgyIYafilb4KVTUqvxY4efNu+fFRvgxY4+u9phDuZkjuTXoQewBACAIkg+A6BN6+OnwSl135ccwThxJfbNz1IcfiT0f2he5mYyGPRoQewAACIrkAyAqhR5+Ln6gqJFw0hrwwDhx9NRb0Rx+rNgz5aB7SAPzFbBiTx1iDwAAQZF8AESrEMPPv8lrp2988UTqEfPCMENZ4WfuphV7VLSR2DPBjj3WvD3WRW7EHgAAQkLyARDFQgk/Gzdu3Ht886xtr0j4cVljoJ04curtzvM2R1X4OWTFnkOekdzkpmGP+vWIPQAAhIzkAyC6BQ0/69evlxV0+Ekq5DIHgFbmUNdvRU/4OfRvyoe3fnJwW7JhDWlgxZ56xB4AAMJC8gEQ9QKHn3Xr1unV9p/cevurdQsWSdRRIFoqPxJ73Be5mdUes9zTiNgDAED4SD4AYoG/8CPLGzdu1OvUrFmzUt3Tbn+1XgH3PD/GcTP8zI3k8OOOPdsPGe6R3NTKEsuJPQAAZAHJB0CMyDT8SMEnLS1Nr1C7dm092puEn4JFE11Wdxmp/AyJ1PAjseeD9p9I7LFHcptzYNaiffOJPQAAZAHJB0Ds8A0/a9assR+tV6+eZ6jrUrdJ5adIgh7tTSo/Q+6aE2nhxx17th0yPCO5Sez5MfnbnTt3SpYj9gAAEC6SD4CY4hV+/vnnH/uhunXrOub5KXX7oPoFiyZYHWfMeX6GRlL4sWOPORSdMq/M21p5g8Qe/eiWLVuIPQAAhIvkAyDWOMOPM/nUr1/fOc9PBbPyU79AkURZ1az8REz4kdgzvv0nB/RIbtaxnNOnQdELCtorbN68mdgDAEC4SD4AYpAdA5zJp0GDBl6TnJrhRyo/RRKtyo952ds7d329eXl+hh8r9nx6cFuyeyQ3w5DYU6ddTWGvs2nTJmIPAADhIvkAiE06Bvz999/6n9WrVy9SpIjXJKc6/LQfpCs/spZx/EjqO53zLfxI7Hm//acHtumR3Mx5eyT21G1XU/azdu3a9mobNmwg9gAAEC6SD4CYJQnh5MmTerlevXq+k5w6wk8Da54flxV+Tg3r/PWWPA8/OvZY8/YovSfn9qmvY4+QgpW95vr164k9AACEi+QDIGbZBR9lJR/fSU6d4efWQQ0KFNV/Eg3rsrev8jL8SOx5r/1nB7Yn61l7pOZzbu/02COKFSt2xhln6JXXrVtH7AEAIFwkHwAxyzf5BAs/De15fo4flcpPHoUfM/bc9pmet0eHmGa9Gzhjj97VWrVq6fV37tx54sQJYg8AAGEh+QCIWatWrbKX69ev7zXJaabhp92ghmafH6uPjXnZW+5XfnTssUZy0z9WWdWeGr7TlTq7+uiRG4g9AACEjuQDIGY5az6NGjVSGSc59Rt+XrMqP57R3qzws1vlDok94277XGKPMgw9s1Cz3vXrZRZ7vJLP2rVriT0AAISF5AMgZq1cuVIvVKhQoXjx4l6TnAYIP7foyo812tuJo6eG50740bHn4LZDet4euQkQe2Rvncln3bp1CgAAhIPkAyA27dixIyUlRS/Xq1dPL4QRfl5rZM3zY86oI5WfHA8/Envetao9ht4rwzivd70AsUecffbZ9tOl5qMAAEA4SD4AYpPzUrf69evby2GFnwJFEtyVnyOnRtw1O6fCj449B82R3Myx3IwQYo/sqp3fFMkHAIDwkXwAxCbn8AbOzKBCDj/lPZUf5ZnnJ0fCz0Ez9kzVQxronjqhxB5RqFChChUq6I2QfAAACBfJB0Bs8hrS2uvRkMNP6Zsl/BR1j/ZmVn46ZSv8HNxpxZ70eXvUeb3q1Q8h9ui9tbv67Nq1Kzk5WQEAgJCRfADEpsDJR4UZfgoU1QMeqBNHT468a/bWLIUfs9rT3oo9hqGrPeebsad6iLFHbp2DHKxZs0YBAICQkXwAxCY7+RQvXrx8+fKZrhNe5ce87E1ZlZ+TIzrNCjf8SLVn7G3T3LHH5TLM2FM3rNijMiYfLngDACAsJB8AMSglJeW///7Ty40bNw6wZujh56bXG1uVH/dlbyPDCT/pscf6WRJ+shB7FMkHAIBsIPkAiEHLli2zlzO91M0pjPDzWuOC9mhvRyX8zAwl/EjsGSOxZ5v7Ijcz9vSu2yD82KNIPgAAZAPJB0AMCtrJx0vo4efG15oU0KO9GeZQ16OChR8r9nzhmbdHnqQu6FW3wS1ZiT2CKX0AAMgykg+AGORvMp8AQg0/dUrf+HoT92hvSgUOPxJ7Rkvs0Re5KSv29K6TtWqPVqhQoUqVKullkg8AAGEh+QCIQQEm8wkg9MpPW6n8mOHHHJb6xJGTozMLP+7YY1/kptSFvbNe7bHZF7zt3buXga0BAAgdyQdADLJrPgULFqxWrVroTwy98tP2dTP8WF1+rPBz54yty3fZ2/FUe1IMZehtXtirToNbqmUz9qiMXX2cAQ8AAARG8gEQa06cOLF582a93KBBAxWmcCo/TfU8P1bl59QYs/Jjhh+JPaNum75fYo9Z7TFHcrsgh2KPqFWrlr3MBW8AAISO5AMg1vz111/2coidfLyEXvm5/tUmBYsmWWHFHPBgzJ0zln+1fnSHLz3z9pj3n9+jdsMcij2K4d0AAMgqkg+AWJO1Tj5eQgw/Feqd1vb1c/Q8P4Y12tvHfebt23LIM2+PeZFb49tq5FTsUSQfAACyiuQDINaEO6S1P6GEn4IFC54plZ9BTQsWTXSvb17epqf8MS68/+wcrPZoXO0GAEDWkHwAxJqcSj4q5MpPxfqn3/D6uUmFzb+o7nl7lGres06T22tINMrB2KOsga2rVKmil1evXq0AAEBoSD4AYo2dfCRjOKf+zJrA4cfOPxXqlbn57Qvco70pdUmfek1y9CI3J/uCt+Tk5N27dysAABACkg+AmJKammpfAyaxR5KGyrYA4cfONlLbkfDTbmjzgsULtHys8Tm31bSrPTr55FTsUXT1AQAgS5IUAMSQ1atXS/jRy9m81M3JGq7AsIOKpBfnQ3Ycqli/7H1TrypUvICONzod6cCTU7FH+SSfiy++WAEAgGBIPgBiSg528vGSafiRf0rQ0sknLS1NVihwWgE7CzkDT07FHkXNBwCALCH5AIgpuZd8lP/KjzP52PfY4UcHnpyKPYrkAwBAlpB8AMQU52Q+WZvGNDDf8KPzjNwpy17Jxxl4cir2KJIPAABZwggHAGKKs+bToEEDlQucAx7Yl7TZYx4kZuRMPionYo+yxqyrVq2aXnYmPQAAEADJB0BMsZOAZIOCBQuq3OE12pvzwjbfMdxyNvZodtnn+PHjO3fuVAAAIBiSD4DYsXHjxhMnTujlHO/k48WOMb7hJ7djj+KCNwAAwkfyARA7cruTjxdnqvHHXlPlKJIPAADhYoQDALEjVwd288dONfbwBr4P5TiSDwAA4SL5AIgd+ZJ8bLmXc3yRfAAACBdXuwGIHc7k07hxYxW7atasmZiYqJdJPgAAhILkAyB2rFixQi+UL1++ePHiKnY5B7ZevXq1AgAAwZB8AMSIf//9NyUlRS/n/aVuec85sPX27dsVAAAIiOQDIEbkbyefvFerVi17mQveAAAIiuQDIEbEW/JhkAMAAMLC2G4AYkQeT+aT70g+AACEheQDIEZQ8wEAAAFwtRuAGGEnn+LFi1eoUEHFuurVqzOwNQAAoSP5AIgFKSkpO3fu1MsNGzZUcUBiT40aNfTyunXrFAAACIjkAyAWLF++3F6Oh04+mnNg682bNysAAOAfyQdALIi3Tj4aXX0AAAgdyQdALCD5kHwAAAiMsd0AxAKSD8kHAIDASD4AYoE9mU/BggXtfv8xr1atWvYyyQcAgMC42g1A1Dtx4sSmTZv0cvwMbyAk4zGwNQAAISL5AIh6K1eutJfj51I3zS77MLA1AACBkXwARL347OSj2V19UlNTN2zYoAAAgB8kHwBRz+7ko+LsajfFIAcAAISM5AMg6lHz0Ug+AAAEwNhuAKKenXwSExPr1Kmj4gnJBwCAEJF8AES31NTUNWvW6OVatWrZY53FCZIPAAAh4mo3ANFNYo+EH70cb518RNWqVRnYGgCAUJB8AES3eO7ko9kX+G3cuNEOgQAAwAvJB0B0I/kwsDUAAKEg+QCIbiQfuvoAABAKRjgAEN2ck/k0atRIxR9n8qHmAwCAPyQfANFt5cqVeqFq1aoFCxZU8ad69er28saNGxUAAMgMyQdAFNu0adOJEyf0cnxe6iaqVatmL8sLogAAQGbo5wMgitHJR1k1H5fLpZdJPgAA+EPyARDFnJ184nAyHy0pKalChQp6meQDAIA/JB8AUYyaj2Z39dm3b9/Ro0cVAADwQfIBEMWcyadJkyYqXjm7+jCwNQAAmSL5AIhiy5cv1wvlypUrXry4ilcMcgAAQFCM7QYgWu3cuTMlJUUvx20nH43kAwBAUCQfAPnj5MmTKnv++eefM844Qy83a9Ys3A0mJSXZQ6JFuKCHVqNGDful+O+//7Lw2iYkJCQmJioAAGKXyzAMBR/79u07/fTT9fINN9wwc+ZMBSDnyF+eP/74Q+Wrhg0bFipUSEW8tLS0P//8U+WyUqVK1apVSwEAELuo+QAAAACIfSQfAAAAALGP5AMAAAAg9pF8AAAAAMQ+kg8AAACA2EfyAQAAABD7SD4AAAAAYh/JBwAAAEDsI/kYaRBLAAAQAElEQVQAyB8ff/zxDz/8IAu33XZb69at/a126tSpl1566d9//y1cuPCLL75YunRpFZfWrl07ePBgWTjvvPO6d+/ub7XXX399/fr1F1xwwX333acAAIBDggKA/NC+fXsdY6ZPn757925/q82YMUNijyx06NAhbmOP05IlS5YtW6YAAECYSD4A8ofUcO655x5ZOHny5IQJEzJdZ/PmzfPnz5eFJk2aXHTRRQqWjz766MiRIwoAAISD5AMg39SvX//SSy9V1qVcP/74o9ejp06dGj9+fFpaWvHixe+++24Fj+Tk5MmTJysAABAOkg+A/HTbbbfpa9g+//zzAwcOOB+aOXOmvs6tS5cuEn5UfHO5XHqhWbNmcvvbb79xzRsAAGFhhAMA+alw4cKdO3ceNmzY0aNHpY7Rs2dPff/mzZvnzp0rCxdddFGjRo2cT1mxYoW0+7ds2bJ///6zzjqrWrVqV155ZdmyZb22fPDgwS+//HLTpk179+4tUKCArFm5cmXZmiyoaHbdddft2LFDMuFHH31Uu3btokWLhvKs1NTUOXPm/PHHHxIvT5w4IS9F1apVW7VqdcYZZygAAOIDyQdAPmvYsKEEkl9++WXp0qW///77+eefL8308ePHG4ZRqlSp22+/3V5T7p86derChQvtezZYfvjhh5tuuumqq66y79++ffuQIUMOHTqk/3ns2LF/LPPnz7/vvvsuuOACFbWSkpLuvffeQYMGJScnf/rpp1IQC/oUSTtDhw6VvGTfs97y3XffXW9RAADEAZIPgPwn8WbVqlVSpZGmfOPGjb///nt9nZukFGdN4/PPP1+0aFGZMmXatGlTr1690047bdeuXT/++KO04OUhKV80bdpUrynbkdhTpUqVa665RoobUlmShv7XX3+9cePGKVOmyGoFCxZUUUVyoL0gRyQxT2piEhclxdWvXz/wcz/44AOJPYmJie3bt5cCmuRJ+ee0adNWr149Y8YMeT0ZPQIAEA/o5wMg/0m86dSpkyxIXJk1a5ZEFFlu2bJlnTp17HWkjPPNN98UKVLkkUcekYfKly9fqFChypUrd+zY8a677pIVJk6cePToUWWVhqS8o6yBs5s1a1a2bNnixYs3adKkZ8+eEoGKFSu2detWFeVuvPFGfaHahAkTpKIVYE3Jin///bcs9OrVS1/eJqmvWrVq/fr1a9CggbLy5OHDhxUAALGO5AMgIkgyufDCC2Vh3rx50hCXBnq7du2cK/z0009S7pDVfLumNG/ePCEhQVLTihUr5J9S3JCEIwvLli07efKkvZrUOoYOHTpw4MCaNWuqKJeUlKTnKj1w4MBnn30WYE09XaxU0ho2bOi8X16xDh06uFyulJQUBksAAMQDrnYDECmkIb5q1ark5GRpjnfr1s3rgrRt27bJ7WKLvy3Yo8M1bdpUVlu4cOHPP/8shaMqVarUqlWrRo0aBQoUULGievXqV1111fz583/88UfJfrVr1850NT1LbKaPlitXrnTp0vv379+zZ48CACDWUfMBECmKFi1ar149WShbtmy1atW8Hg3lErWDBw/qhTvuuENfKXf06NGlS5fOmDHjrbfeevzxxxcsWHDq1CkVK26++WZdAXv//fczveZN6jm66nX66adnugX9dJIPACAeUPMBEB1OnDihrK47zjHc/JEQ9cgjj2zcuPGPP/5Yv379pk2bUlNTJQV99tln33//fc+ePStUqKCin77mbdCgQfv27Zs2bdqdd97ptUJCgvv0lj1AQqbs1QAAiGEkHwDRoWLFilu2bNm+fXvoT6luUVZqWrZsmRR/lixZ8t9//82cObNHjx4qJsgBXnnllQsXLvzuu+/OP/98r0clAZYsWfLQoUN79+7N9On6WrgSJUooAABiHef5AESHM888U1nTmB4/ftzrIYlDDz744LPPPrtq1Sr5pxRA5syZM27cuLS0NL1CwYIFJRV079790ksvlX9KCUjFkJtuuqlMmTLKuubNOaKDVq5cOWUN9uD7xG3btu3fv18WKleurAAAiHUkHwDRQU8/mpKSMnfuXOf9Em8+/fRTqepIZUMP2ibrfPHFF7///rse29prZbmVMoiKIYUKFeratauyIp+Uxbwebd68ubKmLvUKP/JS6EHhEhMTGzdurAAAiHUkHwDRQVrnesrO2bNnT548eceOHVL8Wbt27ciRI3XCuf766yUDyEKVKlXKli0rCx9//PG6dev001NTU3/88ceff/5Zls877zwVW2rXrn3FFVdk+pCUueQFkYUxY8YsXLhw9+7dkhKl6jVkyBD9ul177bV6EHAAAGIb/XwA5LWTJ09KtcE5S2mIOnfuPGHCBGmvf2txPtSiRYurr77a/mevXr1ef/31vXv3vvHGG14bqVatmqysYk67du2WL18uZR+v+/UQ4fK6SdnnU4vz0SuvvPKGG25QAADEAZIPgLwjhZpRo0a9++67u3bt+v3331WYypQp8/DDD//2228rVqz4999/ZWslS5Y888wzr7nmGj0ctu2ss84aMGCApKNVq1ZJGDh06JCyMs/FF1/cvHnzWJrVx6aveRs8eLDvQ/ISPf7441LvWrly5bZt2+QFkXuqV69+/vnnZyF/AgAQpVyBhzqNW9IysKe/kBOiM2fOVACyYdGiRcOGDZs+fbr+pxQispB8clbDhg311XERLi0t7c8//1S5rFSpUrVq1VIAAMQuaj4AclFycvKECRNGjhz5999/KwAAgPxD8gGQK1avXj106NCPPvooJSXF99HLLrtMAQAA5CHGdgOQk06dOvX555+3bNmybt26o0aN8oo9xYsX79mz58qVK73GJwAAAMht1HwA5Ixdu3aNHj16zJgxO3bs8H20Xr16vXr1uueee0qUKCH/pIchAADIYyQfANn1ww8/jBgxYtq0aSdPnvR6KCkp6cYbb+zdu3erVq0UAABA/iH5AMiio0ePfvjhhyNHjly+fLnvo+XLl+/evfsDDzxQsWJFBQAAkN9IPgDCtnbt2uHDh0+YMOHgwYO+j1566aVS5Ln11ltjctocAAAQpUg+AEKVlpY2c+bMESNGLFiwwLejTrFixTp16tS3b9/69esrAACACEPyARDcnj173n333dGjR2/ZssX30Tp16vTs2fPee+8tWbKkAgAAiEgkHwCBLF68WIo8n3322fHjx70eSkxMbNu2be/evVu3bq0AAAAiG8kHQCaOHTs2adIkyTx//PGH76PlypXr1q2bZJ4sj17gcrkaNmyo8lXBggVVNEhISAj9tZKM+sgjj+jl11577c477wzxiZJjFQAAMY3kAyCDzZs3Dx8+/P3339+3b5/voxdddJEEnttuuy37saFQoUIKoQn9tZJIuXv3br0sZTpeZAAAbCQfACbDML7++msp8syZMyctLc3r0aJFi3bs2LFv376NGjVSiGDO8fR8p1cCACCekXyAeHfgwIFx48aNGjVqw4YNvo/WqlWrV69e9957b+nSpRUiHskHAAB/SD5A/Fq6dOk777wzZcqUo0ePej2UkJBw/fXX9+7du02bNi6XSyFKkHwAAPCH5APEnRMnTnzyyScjRoz49ddffR8tW7bsfffdJ5mncuXKCtGG5AMAgD8kHyCObN26ddSoUePGjbM7wTtdcMEFEnjuuOMOusVHL5IPAAD+kHyAuDB//nwp8syaNSs1NdXrocKFC3fs2PGhhx5q2rSpQpQj+QAA4A/JB4hlhw4dGj9+/MiRI9esWeP7aI0aNXr27NmtWzdGL4gZJB8AAPwh+QCxadWqVUOHDp04ceLhw4e9HkpISLjmmmt69+597bXXMnpBjCH5AADgD8kHiCnS2J02bdqIESN++OEH30fLlCnTtWvXPn36VK1aVSEWOWeYPXHihAIAAB4kHyBG7Ny5c9SoUWPHjpUF30fPO+88KfJ06NChcOHCCvHBd0ZaAADiGckHiHrffvutFHmmT59+6tQpr4cKFSp0xx13SOa54IILFAAAQBwj+QDR6vDhwxMmTBg5cuTKlSt9H61WrdoDDzzQvXv3MmXKKAAAgLhH8gGiz+rVq4cNG/bhhx8mJyd7PeRyudq0aSNFnuuvvz4hIUEBAADAQvIBokZqauqXX345YsSIRYsW+T562mmn3XvvvZJ5atSooQAAAJARyQeIArt27Ro7duyYMWO2bdvm++g555wjgadTp06MXgAAAOAPyQeIaD/99JMUeaZOneo7QnHBggVvu+02yTwXXXSRAgAAQEAkHyASHT169OOPP5bMs2zZMt9Hq1Spcv/99/fo0aNs2bIKAAAAISD5AJFlw4YNw4cPHz9+/IEDB7wecrlcrVu3liJP27ZtGb0AAAAgLDSegIiQlpY2c+bMa665platWm+//bZX7ClVqlTfvn1Xr149b968m266idgTz/bs2VOyZEmXH40bN7bXHDNmjMu/IUOGKAAA4gk1HyCf7du379133x09evSmTZt8H5WGrBR5OnfuXKRIEQUoVbZs2QEDBjz88MMqG+rWrfvggw8qAADiCckHyDe//fbbiBEjPvnkk+PHj3s9VKBAgVtvvVUyz6WXXqqAjCS0TJw4ccmSJSqrhg8fnpiYqAAAiCckHyCvSc6ZPHmyZJ5MW66VKlXSoxeUK1dOAZmR0DJq1KjmzZunpqaq8N1zzz1XXnmlAgAgzpB8gLyzefPmkSNHvvfee3v37vV9tFWrVlLkuemmmzgZj6DOO++8bt26jRkzRoWpRIkSgwcPVgAAxB+SD5DrDMOYO3euFHm++uqrtLQ0r0dLlix599139+nTp06dOgoI2UsvvTR16tQ9e/aE9awBAwYwGDoAID6RfIBcdODAgffff3/UqFHr1q3zfbRhw4a9evWS2FOsWDEFhEkCzBtvvHHvvfeG/pTzzz+fgQ0AAHGL5APkihUrVgwdOnTSpElHjx71eqhAgQK33HJL7969L7/8cgVkQ5cuXT788MNvvvkmxPWl8Mi1lACAuEXyAXLSiRMnPv/88+HDh//yyy++j1asWLFHjx73339/+fLlFZATpKLYoEGDUIY6uOeee6TmowAAiFckHyBn7NixY+TIke++++6uXbt8H23RooUUeaTUk5TELx1yUp06dfr06SMFxsCrMbABAAA0woDsWrhw4YgRI2bMmOF73r148eKdO3fu27cvoxcg9wwcOHDatGlbt24NsA4DGwAAQPIBsig5OfmDDz6QOs8///zj+2i9evWkyHP33XfLuXYF5Cb5jL3zzjtSUfS3AgMbAACgSD5AFqxatWrYsGEff/xxSkqK10NJSUk33XSTZJ6WLVsqIK/cfPPNV1999dy5czN9lIENAABQJB8gdKdOnfriiy+kEfndd9/5Plq+fPnu3bs/8MADFStWVECeGzp0aJMmTY4fP+51PwMbAACgkXyA4Hbu3DlmzJixY8fu2LHD99FLL71Uijy33nprgQIFFJBP6tSp89RT9OGdZAAAEABJREFUT7344ovOO8uWLcvABgAAaCQfIJDvv/9eijxS6jl58qTXQ8WKFbvrrrseeuih+vXrKyACPP3001OmTFm9erV9z8CBAxnYAAAAjeQDZOLw4cMfffTRyJEjV6xY4fuonFzv1atXly5dSpYsqYCIUahQoVGjRrVq1Ur/8/zzz+/evbsCAAAWkg+Qwdq1a4cNGzZhwoRDhw55PZSYmNi2bdvevXu3bt1aARGpZcuWd9xxxyeffFKiRAkGNgAAwInkA5hSU1NnzpwpLcUFCxb4PlquXLlu3bpJ5mH0AkS+N95446uvvvrf//7HwAYAADiRfBDv9uzZM3bs2NGjR2c6EeTFF18sgad9+/YFCxYMZWuGYSggX1WqVGn8+PHXX389n0ZEApfLpQAgMrji9qtRzvE3aNDA2RU4a1599dWnnnpKIQr98ssvUuT57LPPTpw44fVQ0aJF77zzzoceeqhRo0YBtuD760NbEwBsvrGHIAQgH8Vv8hHffPON3RU4a+rUqbNs2bJChQopRI9jx45NnDhRMs+ff/7p+2jt2rV79ux53333BR69wPmLYy8TewDAix11nJmH/AMgX8R18hFdunSZMGGCyqpFixa1bNlSIUps2LBh5MiR77///v79+70eSkhIuP7663v37t2mTZugX8nOqKOXnbde6wBAHPIKPPZtpkEIAPJGvCefPXv21KhRIzk5WYXvjjvumDJlikLEkw/5V199JUWeOXPm+H7gy5Yt261bt169elWuXDnErdkLXlRmEQgA4pMz7diUI/8QfgDksXhPPmLIkCEPP/ywClOJEiVWrlwZYlsZ+UgqPAMHDty0aZPvQxdeeOGDDz7YqVMnFQ4724i0tDSvBa8IBABxyKvOI0V1+1YveK0DAHmD5GMOddC8efMlS5aE9ay33367X79+CpFq8+bNI0eOfO+99/bu3ev1UJEiRTp06PDQQw81bdpUhck39sjtxwtObtsjy+Y/XYadeQzn97lLpf+iyTryb2Wt5sp0Bevp6St7fnjGDTrWsfZJWhBy61jHz/qGvx/qtQN6m+k74P0TPf90pd8dcA/1P63dDLJ++joZXqJQjijjOo5l9za9NpjZUesfmtnL7vOau9/HgBsM+j5mXN96zf2/R74b9HtE4b3mYbyPXu9RKNsM9300grxHIf7uhHhEPq958PXT7/e/hy7nm57Z++J8TYwc+t3x8xLlwO9akN8d9y+D8vn75iz2FOhydWL5Ms4UpEg+APIWyccksSesiS/q1KkjBR+mCIxA8nmeO3fuiBEjvvrqK8kkXo/WqFGjZ8+e3bp1K126tMoSO/mkeUhybvXE8d/+SbO+6w35MpcHE+wQIrcux63ZEkgzb73v18vp9ye4t+bYptWayLhNeTjI1txbsNpNnm1azwqwh75bU/r+NO9thnS8/n5KWsDjNe8J+Xj97Zt9vF6vTLBXT2V4HbxePT/H62drvq+qtX2vrbmPN9irFOx4s/ZeBP3sZfG98HO86fscznuRs5+9DPeEfLwhfZI9x5vhndWfnyy8eqEdr2drXvvs885mPF5/74WfV8/n98L5U7w+yXrLXvsmKxb68e2kc2sneHDNG4C8x3w+pvPOO++ee+4JfaiDUaNGEXsizYEDB95//32p86xfv97rIfmKvfbaa3v37n3NNddk/yvWvqRNxx6hDPcpU9m4NHFc1te/9VVvNg70/dY6+uvfuk1vOih3I8Olb92NCZ+tWcvu+5U+oZy+TX1MmW3NsLdmb9Nw7qFna56f4tma4Wmr6A17tqmfZfjbmmFvzXG86VtzN5sybs3P8SrH8Xr2zXm86Rt2bM2Vcd+cWzO8X70Mx+s4Ye1u3nm9Fxn3xPfVy/heZHq8dvNRud/NTF895fVeZPV49b4599l9Fj+z4w3y2VPenz2Xz3vh/5PsfbwZ3osMn3D79yKz98LPZ0+FfLyOz48rw2+fn09yJp89Ffi9cPwiBvkkB/rseb0XhtfW/P7mGnaVxrE15fVeeG3Npfy9el6/uZn8XjiPN9TPnnmFhUv+YDpecAUAeStBwTJ48OCyZcuGsqZkJMZziyhLly697777Klas+Oijj3rFnkKFCt19991y56xZsyT85NQXrVf40Y0iu0mnz3Qa7oaCbgnbDWJPS8dqFxju600MT/XV5W7KKPf97m16Totm2Ez6pSYuu5ViLRoZtmltLb2JbDgbms6dcje5lN14cy5msm/21uzjVe5tujIer2Efr79982zTbth5H6/hOd7M9k25q3Du19Pl2Df7eJXP8SrH8Tozqd/3Qnm/FxlfPfu5nkZ2wPfCs8/O9p9LOY/XFfB49ZEGPl5lf/bSj9cI/Xj9vRfpFw1m2Lcgnz3H8TreC+fvS/rxulzK8eLa+6Yy/ew534vAx+v4JbE/La70X50svxcq0/fC7/GG/NlTAd4L799cvTsZ/g5kcryBPnsq2PHqLfj97OnXweu9yHi8Jl0nNxwUAOQtaj5uEnsGDhzYs2fPoKtJRlKIACdOnPj0009HjBixePFi30erVq36wAMP9OjRo0yZMioXGI4L3mRRKXfDYuYrpRzpKv17PUPkMjxtKx+ujM/yfqLn7KvjX/ZqRmabCrw1ZZ+VD/OJjt2wm27WP/xvLX2DPutYW8uwHXs1I7ytGUGf6OcdsXfD56kB35Gsvb8q8G6E+P6qUF7bkN9fv1vzfn9dQV8N35+o05DLlZXXNsT3N9jW9NONMPfBz5542vuhvLZ+P2bK68dm6XfHCPzBCOG1zfh7l/XfHUP52X/j2OhZJ2b+rO/Rp4r0pW7uZ1L5AZC3SD7punfv/t577wUe6kDSUYilIeSerVu3jho1aty4cbt37/Z6SL5EW7du3bt377Zt29pfrjnFcAxvkKHmk35OV113YUEFALCcmPO7na7Mq90cZR8FAHmO5JMuMTFR2tPNmzdPtS5E9nXeeedJOlLIP/Pnz5ciz6xZs3zfo5IlS3bp0qVPnz61a9dWecIOP1bvZfeFWwoA4GBfful1nRsFHwB5j+STgWSbbt26jRkzxvchnYsY2CBfHDp0aPz48SNHjlyzZo3vow0bNpQiT+fOnYsVK6ZymbPso9K/yM2H7OvdAQA2T58rRScfAPmO5OPtpZdemjp16p49e7zul0QkuUghb61YsWL48OETJ048fPiw10NJSUk333yzFHlatGih8oPj+1t37KbmAwA+PCGHwAMg3zG2m7eyZcu+8cYbvndKIlIIaOPGjSqHnDx5csqUKZdddlnjxo3Hjh3rFXvOPPPM5557buvWrZ999ll+xR6bHjdJUfMBgMw5hocg/ADIVySfTHTp0sWrvCNZiIENAjtx4kTHjh3lpVPZs2PHDkk1lStXlq39+OOPXo9ecsklkyZNkswzYMCA8uXLq/yT4fvboOYDAJkzVHrNx2sBAPIYV7tlzjnUgaSg7DfoY97zzz//66+/rlix4oMPPlBZsmjRohEjRsyYMePUqVNeDxUpUqRTp04PPfRQo0aNVCTxfH9T8wGAzNn9fAAg35F8Midpp0+fPkOHDtUDGygEtGDBAn2J4JEjR1SYkpOTJ0yYMHLkyL///tv30Zo1a/bq1atr166lS5dWkcuu+SgAQAbEHgARg+Tj18CBA6dNm9auXTsGNghs//79nTt3Ngd3tlSpUmXLli2hPHHVqlXDhw//6KOPUlJSvB6Sc4TXXntt79695TYKLiFzzIMOAMjIlenkswCQ98JLPnF1MU/x4sXHjh178cUXx9slTOEmje7du+/cudP+59atWwOvf+rUqS+++GLEiBHfffed76OnnXaaVHgefPDBqlWrqmhBPx8A8MOezwcA8l3w5OPV7o+rGNCmTRsVZ4csbXfn8QZtyg8ZMmTq1Kled15zzTVz5szxXVkC0pgxYyRP7tixw/fRc845R4o8nTp1Kly4sIoy9PMBgMzRzwdA5AiUfHyHYfFt2NHUi3Ze2caeVFvf6vfXX/7566+/nnzySd/7582b53XP999/L0WeadOm+Y5eULBgwVtvvbVPnz5SXlPRipoPAPhBOwFAxPCbfAyfqcecCwoxxw48OvzoWzv/+LbpDx8+3LFjxxMnTvhuStbv16+flINknQ8//HDkyJGSkXxXO+uss+63lCtXTkU15vMBAL/o5wMgUmSefJwJx8iMopEXQ+xU48rI+ahv+Hn00UczzTPahAkTUlNTJfYcOnTI99Errriid+/eN998c1JSTIyxQT8fAPCDfj4AIkcm7U5npElLS9NRJ81C+IlJdrVHJCQkOG+dKzhNnTp1zJgxAbZ54MCB4cOHe91ZtGjRu+66q2/fvvXr11cxhZoPAGSOfj4AIkegq92cmeeJd09s+DdVTt24VJo8Ji1ieSDBZehl961KS1825NFMl+VW/gI6luXW86jLSJO/kC7DPD9kLputSb1sWAuOZbMEkemaPsvuNZ3Lni241/QsZ7Km44iUZ2+9lt37nxbC62BkfMWcr0PAV8/9E917nmHZ+unpr0OA18Tr2DO+DuZG5NZzZq5g12uSrr9QFpzhxy77bNy4sXv37iocderUkSJPly5dSpQooWIQ8/kAgB/EHgARI6Tkk5qa+v2K1OUbdAM6LcG+VWkuqwUvDegETzM6wb713Jl+T8bnJnjyjHs1w2c7gbag77H2IdPnZrIFx0/PuA8J7gAQdB+8tpC+jl7w2k5O74PPczPuQ6ZbyPgi+32u8mQql/UVderyRq7UVP1J0PUf+4Mhn4eOHTvu379fhSAxMfGGG27o06dP69atVQxjPh8A8It+PgAihXfy8erhows+knyMNPc91rn/NPet+8+Zp5BtWEXtNLOeYFWHzAa1rmOYte4093MTPM+1rv1Nf66ynqufZm3BXX/QFxEl6Ft5blqaoxd+mmcLzn1QfvbBfq73Phj6Z/ndB8OzD+ZhOLZj7Y9h2K+DYzuB9iEhyD4oP/tgPcvvPpgvQPrrqZzbSd+C/dyEjPufYR+seJNmbd93hLcBAwb8+uuvKjTXXXfd9OnTVcyjnw8A+EE/HwCRI8HfA85L3cwePsrT9k1v6JtruTyte+thd+s7PcuYTWrzaYaR/lxPE9+5HXcTP73dbj3NnWj0pVZKR51M90G5E4bynFpyuXJgH5S9Dy57H5Q7dLmf6/mDHso+GPY+GN77oDLuQ/pz3fugQtkHlWEflHM7Ls920p8bYB+UlXwk7to9u+z7JfMMHDhQhezrr79WcYF+PgCQOU4JAYgcQebzsa9203UV+WeRQgmbp5TRK/j5Y+bn7E56ClEqs8K3K5MnZHq/n59l+NuaEewHBf9ZOh74fchnO8G2Zng/yXEtgCuzTfnfmqECvkT+9tz31T4+c3Fy1zfc//AZ00K+uvbv39+xY0e5U4Xs1KlTgwYNeuqpp1SMo+YDAH5wSghAxMh8bDcnT83HM/yXMsqWSlCIOa4SRVyeAGZe6urM7vMAABAASURBVOaIPXqF7t27b9y4UYVp5MiRsZ98mM8HAPxyKfr5AIgMgTKMM/zov1qGvv4Mscil0i+x02+6c/jy0aNHT5s2TYVv69atKubRzwcA/DCIPQAiRqB+PspZ/7H7+fAnLEY5O6F61f3++uuvxx9/XGXVNddco2IcNR8AyBynhABEjiD9fJSnEew5q20wZUms0p2wvMKPXm7YsOGSJUvWrl27evXqNWvWrLbs2rUrxC3PmzdPxTjm8wEAPzglBCBiJAV+OH2Qa3dPBmZijlmGMuySnj28tR1+zj777Lp167Zt29Y+e3fo0KGVK1dKBPrnn390Flq/fv2JEycy2bJh9OvXb8iQISpWMZ8PAPjF1SIAIkVS0DUMe2xm+vnENN3Px1nzCbx+yZIlL7LY96Smpm7atMmZhcTOnTvloY8//jiWkw/9fADAD+bzARA5gicfN+vvFv18YpizE6pd8wlLYmJiTct1111n35mSkqJLQyqW0c8HADKnZ9JTABABQk4+9mVv1HxilCt33tnixYtfaFGxjJoPAPhB7AEQMUKemcflns+Hmk+scvfzQRYwnw8A+MVXC4BIEXrNx7qh5hO7vPr5IAwR3M9n165dH3/88ZIlS3bv3p2cnFy6dOkzzzzzsssuu+2220qVKqVi0bp16+66665Tp07NmTOnbNmy+s4vv/xy4MCBIW6hffv2evrdJ554YtGiRTVq1Pj000/9rTx//vynn35aFqZMmVKrVq1Qtn/8+PGrr746JSVFPjAzZsyoUKFCpqstX768a9euvvcXKVKkTJkyZ5xxRpUqVVpYnI9+//33jzzyiCx8+OGH9evXV3lr9OjR48aNq1279uTJk1Uk+e677x599FFZWLx4cVJSyF98DvL1N3v27IYNG1arVk1FjKNHj8pLnennJHLQzwdA5Ai95mPdUPOJXXw5ZUMk1nxSU1PfeuutG264YdKkSWvWrNm/f7+EgT179qxcuVKap9dee60kIhVzJFRIXJEjVRFs4cKFEnuU9YHJwgTB0tjdvn370qVLJTVJa/7ZZ59VyGVHjhy54447+vfvf+jQIRUx/v7777Zt27777rsqsnEZMIDIEWY/H+bziV1e8/kgHBE3n8/hw4cff/zx3377TZalznPxxRfXrVtXSgQ7d+78559/fvzxR4lAQ4YMWbt27XPPPZe1U+CR6c0339yyZYvv/ZdcconkPec9//7774svvigL99133/nnn+98SMopKjfNmjVLbuVN+fnnnyW93H///YHfgj59+kipwf7nsWPH5H2U0tb06dN1aUuOTqKsigBSvzr33HMrVaqkYosknw0bNqgIs3nz5gMHDhQoUEBFOC4DBhAxQh/bjfl8YpxzPh+EJ/Lm83nmmWck9iQkJLRr107azcWLF3c+KuWgkSNHTpgwYfbs2aVKldIXR8WAb7/9VkookiJ8az5lLc57Nm7cqBeqV69+3nnnqbwiiUsn0oceekgW9u7dK7vdunXrAE+pVatWpnt4++23d+3aVcpHkydPjpDkc5NFARnw1QIgUoR8tRv9fGKd7ueDrIiwfj5TpkyRqo4sdO/e/amnnvKKPcoaf/zBBx+8+eabZXnSpEmLFy9W0U+qWLqG07NnTxXBpMgjt7Vr15Y807JlS1meOnWqypIaNWrccMMNsrBq1aqIugoLcDKIPQAiBvP5wI0vp2yIrH4+n332mdyeddZZ99xzT4DVHnjgAan5nDx58vPPP2/evLm+c/DgwRKczj333LFjx3qtf9ddd/3zzz933323FCuc9x85cuT999//66+/Vq9eLSmrXr16l1xyyY033ujMgZLE+vXrV7du3Q8++GDYsGFz584tUaJEnTp15BWT5YoVK+o8kOlPlLJGr169VECynaeffjo5OblLly7nnHOOilSyn/pStzZt2sitVOTmz5//+++/b9u2LWtXiFWpUkUvSPArWbJkOE9VixYteuKJJ2RhyZIlXg+9/fbbEydObNiwobxf9p0rVqyQOuGGDRt27twpBbSaNWs2aNBADqFMmTL2Or4jHIwYMWL8+PHt27d/8sknP/zwQzlYeU8LFy7cqFGjFi1aXHPNNV4/Wn8kJA2uX7++YMGCTZo0kR9x4YUXXnDBBWlpafLZlhpdwMMyt7Bw4cJPP/1UfpC8JnIUAQpiO3bsmDlz5tq1azdt2iTlOPmtkeOSz7+cF7CvIpMPlXy89bIeS6BTp04PP/xw6FvQ5D0aNWrUypUrZTU5NHmVzj777LZt28r6vjsmvzJz5syRQ/jvv/8kJMtLfeedd8pvin70+PHj8luml+VXWJcE33zzTa/hLiIE8/kAiBzM5wM3F+9s1kVQzUfaVZs3b5aF66+/XlpXAdaUxutll10mzV9pYx08eDBrQ71Ji1Aih7Tk9D8le8iybHP69OkDBw70bc2/9dZbepw0aQVK6emxxx6TZq60HZcvX964cWPnmtKOlGafsi6gCrob0iL/888/JUpJnJMCiIpU0u7Xr5W8O3IrDVZ5F+SlkAa93ZIOi0QmvWBHoFwirfD+/fvblxHusPzwww8SkN577z2pPgV+unx3yNMladv3SHyS1Pftt98OGjTIvvPYsWMSkH766Sf7Hskw33zzzSOPPOJKn1khENnCM88889133+l/SiyXH7RgwQIdNb22IAf1wgsvpKam2vdssMiOSfSSPF+0aFG5Uz5X8iwJfnq5WLFi9gc7xC0ICXJSjdy3b5/+5+HDh3+zfPzxxy+99JIzAcqLPHToUOfgeCss06ZNk1MAcjpA7klISJBwJVuTXxP5pywrq0efikzEHgARI8x+PtR8Yhf9fLIukubzkQihF+SMctCVdfKRltbff/9tl31Ct3v3bkka0taUdpvkEynpHD16VLLQyJEjpaH21FNPSSCReGOvv337dgkzzZo1k7qQrCY/UZr+FSpUkDAgbWKv5KMHPZMCjpxED7wbsk05lS5lhNdeey3CR2vQpS2pYJQrV05Zf1GlMiBFEikE9e7dO3BS9SXVAJ0lKleunKsHLm+r5BP5nFx11VXyRtevX//QoUNLly4dMmTIgQMH5Padd94JvAWpipw4cUIO9rbbbpM3dPHixVJUlIQgmeT//u//5COhV5OfomOPvBpXX321pPFly5a98sorUorUKwT9FXvjjTd07JEtyMdSSouynxIt5s2b57UF+dQNGDBAQkvTpk07duwon0n5cVK6kdAub8e6deskk/To0UPWlGwv6VSHEwlm9gc19C0oqyAjQUV+R+69915ZU+KTHJoulso+X3HFFfIB1mvK6yl11/Lly0t9VSpdsrBlyxbZpsRjeUhCl6ws1SR5ASV3Pfvss3pZRTS+WgBECubzgRvz+WRdJPXz2bt3r144++yzg65sXzyzf/9+FT4p4EjsueOOOx5//HF9jzQ0W7VqdfHFF995550SSCZNmtS5c2d7fakIXX755fIs50akJT169Gip/MhG7OZ7WlraV199JQu6H0sA0ih/4oknpPUpZ/ojfEgx2VXJmSrjQcmyJB+puUnTPOjBahIhtm7d+scff+gnyj3SRFa5SXJsSkqKhFip4+n3qGTJkvJqFypU6OWXX5YALB8Du+Hub5+dV4i1bt1ayhRS+Dp58qQU63TykaigLwXs16+frmwoawS8jz76qH379vpIA5Nq55dffum1hUsvvXT8+PG33HKL17gX8l7IXklNRuKE3ReuqUUizf9ZAv+40Lcgn089rIXsmD1YhfwuSIa89dZb5cVcs2aNDlTyInzyySeytTFjxtiZX36X5UMu5SZ5/V999dXzzz9fgpOKHkyZACByMJ8P3PhyyoYIqvlIutALQUslwr7CTU8vExZp7M6fP18WfHsTSSNYnyDXzVAnyUVe99x44416B7799lv7zu+//16KCbId+yIlf6TOs2PHDtms3k4kk/qMNJTloJwvguQHfanSF1984e+JurlskzAgaVMOXKdcSRTSrFe5SQKtsprvUqJx3i8lIHnXJk+eHDj2aN26dXP+s0yZMrrHjp269calxNGhQwfnmqeddprUSVQI9EeobNmy8vo475e6om+qlJKjFEwkMPsOASI1GWUlVRVQ6FuQ0Kgve5N6lHwG7NVkV+UeeevtOpJUBeXPSIsWLXx/fyUoynbkTdfjl0QR5vMBEDmYzwduzOeTDRE0n480E/WCnIkPOi+N3UvEt+kW1MqVK/XCdddd52+dnTt3et3jdUmbKFeu3EUXXfTLL798/fXX9uDO+ty//LNIkSLKP2kry5pnnnnmCy+8oHJBzrbYZs6cKbfXXnutlEqc90uLVgo4y5Ytk/P9tWrVCnFr0miWIkCfPn1Cuawxm+rWrSvlQUmY0tCXAp3UNOSec845R2oRIb5EkrF1fPK6U1md9fU/pfgjt40aNfK9ci/EUSuWLl0qt1JI8Z3iRuLi9OnTnffUtNj/lIrQLovshr5eLuh8uGFtoWXLlhJ9JSXKx0Diq0QjeRnlYL0ucZTij7JCsrNPlBf5ESq60M8HQMRgPh+40c8n6yJpPh+JAXphy5YtQZOPPaeNc3iuEOkmWmBSFzpy5IjdyVtZ7XXf1aRcI8nnp59+OnToUMmSJeVWn9Vu27ZtgI1LrBowYIC0vAcNGpRLF//o3GU3zTNlX4UVeB82bdqks+IXlkzX+fzzz5966inf+71mMpW9kgZ3KGWWnCIv8uuvv/7kk09u3759m0VH08qVK/ft2/eKK64IuoVM33fdBywtLU3/87///lOOD7CTfVlmYJL2lZ+JaDPdgtRkJkyYIHlJCowSO70eDaWEG/oWHn/8cTnAJUuW6PKmLk/JGYcePXrcfvvtdthbvXp10B+6Z88eFWX4agEQKejnAzf6+WRdJPXzkbPIekGSj91x3B89LX1CQoKcwlfBOAewUtZYusq6sC2sa2+cAx7Y5HS4FASSk5Ol7HPHHXd89dVXcrK8UqVKgfdf2o4Sq2TB36VQ+oo7uX3ppZdUluhS2OHDhwOsYzdDAw8qrQdsCEwOv1+/fr6Rxt9MprnH671WVtlHDkEC6g8//CAN/fXr18udW7dufeyxxy677LJXX301cBKTz5gKxrdQYwvxNyvA+G++FSd547p06aLLkhI8pFIk6ahChQpSlvy///u/KVOmqGDC2oJ8lqRcJul34cKF8gKuWrVKPuSSgt56662pU6e++eab1apVU9bJApWxn1IM4FJqAJGD+Xzgxnw+2RBB/XyklSxNKKkwzJgx4+abb3a2AmX3FixYoAeGUtalbvrE8+WXX253+NHr26fhneweRJoeRlkaav/++6+09lQ2SKvx+uuvl5aiTj66nhBid/9cVbVqVbk9YPE3ZLCuM8gLGKDmYw/Y4G9uoj/++EPO/UvEklcgtzvt2Ow0IjnHK5F6vdearHOpRVkDachnae7cucuXL5csJB82KVyo7JEKkhQhdeXHy44dO0IPUNLuAAAQAElEQVTZwumnn66sIdd8H/K9c9y4cRJaChUq9Nxzz7Vq1cp51dmvv/6qQpCFLTSwKOsX5/vvv5dfwHnz5m3evFlCkR7dW6p5//zzj2/5KKoxnw+AyBHyCAfM5xPrmM8nGyKo5iMk8ChrPK5JkyY575fz0E8//fRVV1313nvvScPrf//7n+6Bfd9999nr6FB06NAhr23KPV6dduwJJe3xgp1k423atJGCgAqNbu7/9ddfy5Yt09P4BL7UTVmVotGZ0bNzKmuIZPmnnnoya5o0aaIX/HW6kJdRj8IcuCOKNHAlOyn/B3Xuuefqa7Tk9L/KK/YVVr5vt1fLWyoVI0eOlBfTvkcyhmRUafrrcJgjcyjpofl+//13XU50kpAQyhak6qKsGOl7RIsXL/a6R7+nEtikKujV2UYfftATGaFvQX53JkyY8Mwzz9jnFPToHa+88or+bbV7zenXU+qovuMrSJ1NYqes73sskY7YAyBihD62G/P5xDh3Px9kQSTN5yPuvPNO3QQcOnSotE3txtZpp53WunXrlJSUUaNGXXvttbq1euONN+pxqDR91lzPRu/c5ocffuj1U6SJpn/K+PHjvQbFloglcWjfvn116tRRoZFT3XprunndvHnzTPt7OMkK52XGvnKvadOm8s+gk2wG3ivdQUVesZ9//tnrUWmgDx48WF/tFrivix7bQMpxUtbwt46esFVSn90Izm123xvnzKH6n169Tf7888/3339fgrRXopBvBH1dXBb6ifnSVydKRPzkk0+c9x88eDCUa8+UNSSGsvreeH1cT5w44RUp5ZdCj7Hm+zsr2VuPlOC85M8ONvagBWFtQQ5q2LBhUiKTXOe1sl5H/94px4sgSclrh998801J2lJtswO53ivfSxMjD18tACJF6DUf64aaT+zS/XyQFZHUz0dZVzENGDCgfPny0lqSIHH//fd//PHHc+bMkShy6623SuZRnsuZ5Cy7FGecz5W0oKxm1uOPP66LPNLYkkbbBx984DvPpp7GR6JUp06d5Cy15B+JAZ9++qm+v1y5cu3bt1ch08NS66bh9ddfryJAYmKiPhZ5ER566KGePXtOnDhRgsFXX30lDdPbbrtNDxcmBZ8A1+bJy6K7QgUeodveQp6VfSSJ6Y5Mb7zxhm6py1/4WbNmySF7vdetWrWSz/aRI0ekZrh9+3Z9p7zvr732mh4eULfXs0mir97OkCFDJGjJD5IMI5+He+65xx51PfCvmKRcvQX5uErs37p1qxyR7LbUHr2u35PfER34JWXZwU/yhpwpePDBB/U/nVWXokWL6osDJb0sWbJky5YtYW1B0rgepfqll16SXKTvlMQinx+diu3PxmWXXabnFJbtvP766xs2bJCNSPJ85JFH9IxA3bt3twc81F3L5LdVPjOyV1mblSsPcCk1gMhBPx+40Qk1GyKr5iOqVasmDTKpSEhD9k+L1wrFihWTvZVm66MW3WlHWf0QunXrJq0uKT44W/MSRaSZNXnyZOdGGjVqJMHpnXfe2bVrV79+/ZwPlS5devjw4fYQ26GQH/HWW2/5zniTv6688kpprUobVModv1u8Vrjgggu85mb1omdoUQGH/1ZWCm3cuPHy5culXCbN3CyMMx6upKSkQYMGSTP98OHDzsl2pFInoc45LETFihVfeOGF/v37//rrr7o25XT77beHMm1uKCRZSVD5/vvvR1r0nZIx5KXTHaWc4wRmSkKOxBKpZ35ksbcgqVUKd8415WN/7733SuGub9++Uv6SstW6deskRcjL0rZtWwkku3fvtkcmlDvPPfdcSRdTLS1btpS4GNYWpGLTtWtXKaU6Ly7VJPI5zxE8++yzcuZCcs6nFueasppz1lp5p+QXWd6+V199VR+711RIEYJ+PgAiR5j9fJjPJ3bp+XyQJRE0n49NmkTSWpXmlzSGateuLVFEGmRSh5G4IilFTl1PmzatdevWcrq6Xbt2EnXsJz7wwAPSkLrqqqsqVKhQokQJOQP98MMPS6s30+G55LmynS5dukgAkJXlh8p5dykBffnll+FeZiZnsvVsP74z3uQvKSPIy/jUU081a9ZMMkCBAgXkSOXorr76akl3I0aMCDysmSQfuW3YsKFU4QL/IB2NpL6kx3jIA/LmSpqVSqBEFzmKJk2a3HXXXWPHjvWNrBKDZU2py9WsWVOnMvk8XHrppdKg12WxHCGfH4mR8vmULZ9++ulnnnmmvMjvvfeePepD4AH0lBW5ZX35DOs3RQKJpGh5m+Tz7LWm/CLIEcmjUo2RWs2aNWvkJ8phSllPkoyU+6Qmo6fl0aTAJcFDX6+oBzoPawtSYZPfFIk9knPsiwPlRIN8ruQFdxbZ5HMiqe/ll1+WD55kG/m1ldfh/PPPlzu9Bj2Xz+GYMWMkhunhNwIPQpifiD0AIobL6yy14SF/sk+dOiVns05Y2jxbYNWWBGnXFS1opHx9hkLMOfb598m3D9BXvB1/rkNCzxuk9VnAIl/hCRYV37Nx+/vtuHFAgT/WJeiaj7Eoyn47JPm88sorPXr08D2Xn8ek7SiZR17V999/33fCU8SzRYsWPfHEE6VKlVq4cKFCVEl5aPixYdP16aFjs/sXaHa2xDznN4vLogAgT0TifD7yU6Q1tmDBgr///nv79u1y6q5SpUpNmzaVU2u+7aHRo0fL6Wo5pe11HY6XJUuWyFlAZX2DBj1rGJ+YzyfrIqyfT1guueSSUKaayQPTp0+X2FOtWjViT3ySOuTbb78tNSUp0Xj9Kv3yyy9yK3UPhSjEpdQAIkfE9fPZvHmzFPTXrl1r33Ps2DE5GfzXX399/PHHl1566XPPPWcPg4McRCfUbIi4fj5hyd9Ly3744YciRYqsW7fuvffek3/ef//9CnGpQYMGeyzyR75fv3566Dn55wcffPDFF1+oHBpHAXmPfj4AIkfoNZ+8mM9HEo60e+SrLikpqWXLlnLqt0KFCnIaWCo/P//88x9//PHjjz92795dIlDQfq5eihcvfu655yrHFBbwwnw+2RDFNZ9899FHH8mvtl6+/PLLfftjIE5Ibf/xxx9/44035li8Hu3SpUvgocMRuYg9ACJG6DWfvJjPZ8qUKRJ7EhMTx4wZY09ZoMnX3qxZs/r3779ly5bJkyf7Do8TWN26dceOHavgn3s+H76hsiDC5vOJLvXr19fJp02bNs8//7xCHLvjjjsaNmw4ceLENWvW/Pfff/JdULly5XPOOef6668PfW4oRB6+WgBEisjq57NkyRK5vfTSS71ij3bDDTdINPrnn39+//33cJMPgqKfT9ZFcz+ffNfPogBLgwYNXnnlFYUYQj8fAJEj5FGt86Sfj54e256mzZec+ZMTw3qitwBWrVp12WWXnXfeeVIpOnLkiLIylZ7f3Z6DfPHixfLPW2+9VZY/++yzXr16tWjR4pprrnnsscckXKkQ/Pjjj7KFu+66S3b77bfflufedtttzz777MmTJ/UKBw8eHDhwYPv27S+//PLWrVv36dNn3Lhxen+04cOHyxZuvvlmry0PHTpU762eHt727bffyp2yn7kxaTdfTtlAzQcAMscpIQCRI7Lm89FjOi1YsODzzz/PtBHZsWNHOR0oeSbARtasWSMx5ujRow0bNhw5cmTgHkFpaWkDBgx47bXXli9fXrVq1ePHj0u6kDAzZswYFbK33npr4sSJklI2bty4bt26AgUKyJ1//vlnu3btvvzyy02bNknaOXDggGSt0aNHS86xZ3iQeCa327Zt27lzp3OD9myJv/76q/N+PVO45KjExESV05jPJxsicT4fAIgInBICEDFCr/nos9q5O0KLRJpy5cpJCWXQoEEdOnQYP368BImwtrB58+YHHnggJSUllNgjtm7dOmPGjIsuukgCz4cffvjNN9888sgjCQkJ77777uzZs1UItm/f/umnnzZr1kzyUtOmTaW2o6xqz9NPPy23ZcqUkVw0d+7chQsXSiXnzDPP3Ldv31NPPSU/V1lJT89AJ+Uje4PyLLvoJPHJ+bP0apJ8VC5w9/NBFqT381EAgIz4agEQKUKv+Vg3udzPR3KCxBUJLbK8fv36ESNGSP7R14nJssQAKdEEeLoUT+6///5Dhw6FGHu0KlWqSDixx3y78847b7/9dlmQLYRy8VJycrJEEakR9evXb9y4cd26dZM7Bw4cKCWgIkWKSC1IHj399NNLlSp1ySWXTJo0SZZPnjz58ssvK+sagEsvvVQWfvvtN3uDuuCjZwq3x7wSa9eu3b17t+ynfkqO0/18kBX08wEAP5gyAUDkiKx+PqJatWpS6hk7duytt94qaUFZQ10vXrxY7uzevXu7du2kOJNhvzyDzu3cuVOPiB1W7BH33nuvvj7NeY/c/vfff3/99VcoW2jVqpXzn/v379c7KftzxhlnOB+SI+rZs6ey+h39+++/yhrOQVnJx05ZOvncfffdiYmJW7Zssbv6/PDDD8qayy9AP6js4MspG+jnAwCZ45QQgMgRZj+fXK75aPJX8txzz3366afnz58/evToHj16NG/evHjx4sqq6jz22GM///yzY7/MHZPCiyQKySqyLFWXsGb78Z0/RMoy+iK0pUuXhrAB5TXl/I4dO/SCnkHIy3nnnacX5Fjk9qKLLpLjTUlJWbFihb5fJx+5v1GjRsoz3p3QR92iRQuVO5jPJxuo+QCAH5wSAhAxwuznk7cTviQkJEhOkOQzfPjwb7755qWXXtLljoEDB+pR4GxSP9m6dat+9I033jh27FiIP+K0004rXLiw7/1nnnmmsso+KgR6rnGbPVzBWWed5bty+fLldft4+/btclusWLELLrhAFn755RdlTVgudR55oqzWrFkzuef//u//lBXtdAzLpU4+in4+2cF8PgDgF18tACJFBPXz2bx586xZs6ZNm5bpo5IWrrnmmmeeeUaWd+/erXOCcpxll7rQ5MmTCxUqJIli5MiRKjQSrjK9P6wmrNdIa/Y/M+2V5LI4f7Qe4U0P46bHMNCZR1eHdFcffalb3bp1y5Urp3IH/Xyyjn4+AOAHl1IDiBwR1M9HGv39+/d/7bXXAlRs2rRpo4ci0AUT5YkoZ5xxxuDBgytVqnT//ffLPydNmhRiF529e/d6lY803Qnn9NNPV+GrVq2aXrAve/Pask5EZcqU0ffoMo7s8OHDh/W1bboK1KRJk4IFC0oglKSX25e6KebzyRZqPgCQOU4JAYgcETSfT7169eQ2NTX1888/97fOrl27dFDxGjmgdOnS+qK1Tp061axZUxacM4oGtnjxYq97li9fnpycLAtNmzZV4atcubKu53gNxqAtXLhQL+gh7ETFihVlnyUOSezRlR9d7ZHYo3sQyZ25Op61xnw+2cB8PgDgB6eEAESMCJrP59xzz23QoIEsDB069LPPPvNdQULRq6++KgslS5Zs3rx5phtJTEx84YUXlDV+wOjRo1UIvvjiC+c/ufxGhAAAEABJREFUJYEMGzZMFqpXr37OOeeo8Mk+SG1KFqZMmWKPzKYdOHBg/Pjxyoo9ehAFTV/wNnXq1P3799eoUcPuOKQj0IQJE1JSUsqXL1+nTh2Va+jnk3XM5wMAfvHVAiBSRNZ8PgMGDJA8ID/ltdde69q16/Tp06UMIuWODz744LHHHrv66qt/+uknWe2RRx4pVqyYv43Ur1//1ltvlYWPPvrInhI0gO+++27MmDGyINUkWb9v3756/tCnn35aZVW/fv2kBnX06NG77rpLtr93796DBw/+/PPPnTt3lgwjK/Tq1cu5vh7bWl/S5hwRTiefjRs3Kk86yj3088k6+vkAgB/08wEQOZJCXTFP5vOpWrXquHHjnnvuub///nu5xWuFQoUK9enT54Ybbgi8HUkv3377reQN2dTkyZPtWUozJeniXYvzzieeeCLTMalDJEUbCW96PtNHH33U+VDBggWfffZZ3ZPH1qRJE8lyhw8fVo5hr5VVGipQoIC+bC9XO/kovpyyhX4+AJA5s+XA30YAkSHk5JNX8/lUq1ZtwoQJCxcu/P3331evXv3ff/8dOHCgXLly1atXb968eZs2bUIZdaBo0aIPP/ywBAyplrz33nt62AN/Xn311Tlz5nz//fcrVqw4duyY/CApyLRs2VJlzyWXXCI1K8ldS5culQM5cuRIjRo1zj///LZt21apUsVrZfliuPzyy7/++mtlzVVq3y+ZrVmzZosXL5Zc5Lw/NzCfTzZQ8wEAP4g9ACKGy+ssteGRmpp66tQpqTacsLR5tsCqLQnSrCta0Ej5+gwV/SROSPlIFhYtWlSyZEkV9459/n3y7QP0FW/Hn+uQ0PMGqbAVsCQmJiZYVHw37v39dtw4oMAf6xJ0zcdYFAu/HQCQI1IeGn5s2HR9eujY7P4Fmp1dsGBB5zeLPdMDAOSB0Gs+1k3u13yQX3Q/H97drKCfD7JkypQpgwcPloX58+efdtppma6zf//+q666ShYee+yxDh06ZPOJR48e1T0G+/bt27lzZ3vliy66yHcwzBIlSpQqVUq236hRo1tuuUXq4QoIH1MmAIgcETSfD/IXX07ZQD8fxKDk5ORt27atWLFi0qRJHTt2nDlzpgLCxykhAJEjzH4+uTmfD/KXns+HdzdLmM8HsaBNmzbt2rXTy6dOnZLYs2nTpo0bN/7666/yzxdffLFIkSKtW7dWQFg4JQQgYoQ+tluuz+eD/OWez4e3NwuYzwcxoXz58s6xJW2rVq16/PHH//vvv+eff75+/foVK1ZUQBj4agEQKSJrPp+81Lx58yUWhjfQmM8n6+jng5gmaeedd94pWLDgiRMnxo4dq4BwMGUCgMhBPx+48eWUDfTzQYyrWbNmq1atZOHrr78+evSoAkLGKSEAkSP0mk8ezeeD/MJ8PtlAzQex75prrpHb1NTU//u//1NA6DglBCBihF7zsc5qU/OJXe5+PsgCFzUfxL5atWrphXXr1ikgDHy1AIgU8dvPB17o55N19PNBHChbtqxeOHDggAJCxqXUACIH/Xzgxnw+2UDNB7EvKSmpcOHCsnDw4EEFhIxTQgAiR5j9fJjPJ3bp+XyQJczng6wIq0XoXDnLT8yOtLS0Y8eOyUKhQoUUEDpOCQGIGGH282E+n9hFP5+sYz4fZEmRIkX0wvHjx/2tYxdYihYtmv0nZseuXbv0AjMBIEx8tQCIFPTzgRv9fLKOfj7IkhIlSuiFlJQUf+vs3r3ba+XsPDE7VqxYoRdq1KihgJDRzwdA5KCfD9z4csoG+vkgK6pWraoXNm3a5G8du9Jir5ydJ2bHggUL5DYxMfGSSy5RQMg4JQQgcjCfD9yYzycbqPkgK6R4oq8c+/rrr/2t88033yjrArPq1atn/4lZtmrVqoULF8rClVdemVNFJMQLTgkBiBjM5wM3+vlkHfP5IKsuvPBCuf3uu+/ee+8930dnzJjx7bffysIVV1yRU0/Mgj179gwYMEBZBZ8ePXooIDx8tQCIFEmhrkg/n1in+/nw7mYF/XyQVX379v3hhx+OHTs2atSo2bNnX3fddbVq1Tp16tTu3bt//vnnX375RdYpXbp07969c+qJAezcuXPJkiXOe1JSUpYuXfr555/rUd0efvjhatWqKSAcTJkAIHKEnHzo5xPr+HLKBmo+yKLy5cuPGzfu2Wef3bRp05YtW0aPHu27gmSb008/PaeeGMA8S6YPFShQ4KGHHurQoYMCwmS2HPjbCCAyhF7zYT6fGKfn8+HdzRLm80HW1a1b95NPPvnuu+9mzZq1efNmKdqkpaWVLVu2SpUqbdq0ad26tZ4/NAefGLrExMSaNWu2aNGiffv2YYUoIB2xB0DECL3mw3w+Mc7dz4e3NwuYzwfZIwGjlUWFKdwnFilSxOt6Nk1fHQfkDr5aAEQK5vOBG/P5ZB39fADAD6ZMABA5mM8Hbnw5ZQP9fAAgc5wSAhA5wuznQ80ndjGfTzZQ8wEAPzglBCBiMJ8P3JjPJ+uYzwcA/OKrBUCkoJ8P3Ojnk3X08wEAP7iUGkDkoJ8P3JjPJxuo+QBA5jglBCByhF7zYT6fGKfn80GWMJ8PAPjBKSEAESPMfj7M5xO76OeTdcznAwB+8dUCIFLQzwdu9PPJOvr5AIAf9PMBEDmCJx93Y45+PrHO+eVECz5M9PMBgMzxhQIgcgSZz8dlD2bNfD6xzms+n/S3HsFR8wEAPzglBCBiBEo+dtvXXPAsHzuRVu2OPS7DSDCHArP+08vmrXIZaS6zDe2+J/1Rucdwru+9Zvr63mt61ves4Ltlz/3mNrOzD84VsroPOfc6eL/CnqPLxuvg5+g8ax49Zpf0XB4KoWA+HwDwi6tFAEQKv8nHGXt09FFWw85wubbtTnU2rz23VjNa1ktLS3C5m+PKSEvUj8qzzfvN5URzQ8Gf69y+8jwr0bEd//tguNIMf/tgbiHn9sGzHWc48cSSTPczpH3IsP++++Dn9XTsv72dTF8ll0p17ENahv13131cGSkERj8fAPCDKRMARI5A/Xzshm9CQkJ6Px+zXGCfv9GjgdntZasJ6Bn+zbAHSnaZXeft55rpyXzYuR3v5+q7rGWXblBaI49l2I5y/zH13Qflsw+GvQ+G9z4oex9cXvvg+enmczPsg5F+LJ4/6Bn2wf2D0/dfhbcPXifIzDWd+6Dc+6Ay2Qcj4+vgeQ1Vhn0wfPZBuV9Jx1svb7rdjif/BEPNBwAyx9cHgMiRSc1HN4uVp72bYCl/WtqBw1IwcNcHzAa1kaGm4UqvKpjVBuW4SEzpWoS57LKqE2b73bOm3KOse9Lcj8qPNKsZ9pr6Vq9p11USrEcT3NUP++fqfXNluDxMOestRsaLytwVnsBrOo7Oe03vIw19TefP8qyZvm9KZb7/mazpfm3da+qfro9LuaOR4emjlWa9hOY6Vp3HunVJ6ciw3nBDqkBp5q0VpUoWS/DgSysEzOcDAH5wSghAxMj8ajdntUckJiZOejLt1KkTp06dSrWkSXvZosI4z61bhYkKeU6/Q6k+99vXNNpvtChQoEBSUpLOPF4XvJGCMsd8PgDgF/18AESKQP18nOFHmsLK00SWxrFOPorLe6Kfb8qV91pHIAo+oaKfDwD4QT8fAJHDO/nYl7opT84xr4NKTLQbx3bssWs+iGrOso/c2pnHebUb/XyCoZ8PAGTO5XJREAcQIfxe7WYvmMMbOPr8EHtij9c1b76xRyEIaj4A4AetBQARI8h8PkFjD/kn2rkcM5balR/nrR1+aNb7xXw+AOAX/XwARAq/Y7vZt/qCN/1Pvexs3tHUi2rOMOPymsHJZ3gD+EU/HwDwg34+ACKH36vdnOFHOfr/MLBBrPIq/njVeWjTB0TNBwAyRz8fAJEj0Nhuduyx71G07WJdplGH2BMM8/kAgB80GwBEjCD9fOwpTRXigO8bzVsfEubzAQC/6OcDIFIkBX7Y2fAlBcUP3uXw0M8HAPygnw+AyJEU+qq06gA/6OcDAJmjnw+AyBFG8gHgBzUfAPCD2AMgYiQoANnEfD4A4BenhABECpIPkG308wEAPwyGNwAQMUg+QFZknOaVmg8AZM53sgROEgHIL/TzAbLF+gpPn8/n371pma+W4V9hBKTQGghGlp6V+ZZc+v/C5Aq80aw/1+/Wgj/LCOUn5vp7obLxdrjfiywF6sx+aPANZe29CPWJRuCfmLOfOr8bzNLboX+/jQx3hCxr74X/52bKyMqzDO8Rp13pD4TH3080Dh9z9vNxnDACgHxA8gGyzv0t7pjPp9Lte6Xyk2CNZaSn/rWSkefWXCvNvPW+Xy+n359gVZASXPrWZRhpCdZPyLhNeTikrekGtGeb1tYC7KHv1pS+P01v071XIW5N+fspaQGP10hw/9xQjtd7az7Ha27ZZw9DffVCO17/W1OZvKpeW3Mfb9BXz+e9cO5z2FvLv/fC7x6G9uoFO17PvqmQPuGZvxfZPV7H1jI5Xn+/Lz7H69iT4Mcb9K9NZn8Hwn8vgn/20n/jHJ89WTEhIYHYAyB/cbUbEAb9te3yYj2k+/kYjimADauAoqfB0rNhGfYpVt0ScC+6PFtOb0zYZ5j11lzu5+qtKcP9cKhbs57kyrA15x4a6Xvo3pq9TfeFfHpr7uaaYf9A762pzI4349YM762pDFuzt6m8j1f5HK9S3lvze7zKsYeefcuwtYzH6/VeBD5e96tnuI/X8+N9Xj2V2fEaGY4346unvF895f1e2G+X+7MXaGve70X6HhqZffYyvnoq9OM1gn32lGebKpzPXoZXT2Xy6mW2bz6fPRX6e5HZp8XI+NlT/t4LlfG9SN9D59YyfS98jlel/0bbnz1XyO+FUgHfC69Xz+vT4lJGxvdChfrZ81THvD97KrM/nACQp0g+QBbJN3eCxdNkcTdx9FlYQ58f1Y/phoKn0eBuZXhaJjoOuZsvhrvRqdwPuhsoSnlCl/WAbsqkr+W9Ncc23U1YT9Pfe99c9tY8l+15mjiG/cOUn33TW3O/FI5n+j9ef/vm3qZhN8jS9819vI62f/rWHMert6YbgoGON+O+pb96zj10BTxeV4bjTX/1rG16UlpIx2v4O15/74XzeD3NSlf6vjmOVwU7Xvvl9He8htdnzzC8jjd9n4Mfr9/3IuhnL33flM97oV/sDJ897/dCeX32VIjvRfrxeoKc4/fF+UG3mvWB3wsjpPfC57OnfN4LZcdRv5897/cis+M1MvvsqWDHazj20HO8yut4A/4dcL9BLv1nk9gDIL9wtRsQHvuEpf7+TkxMvKxhWvnT0gwjzUhLc5/NNazePo6I4vmeN9KbBcrddnD5u99xplYpu13jWcew2+xpni17Ts+6ixT6uWmOJobnkhXDpdJnVXc2dBLS2y+O+1V6PnA3bjPbK8Ozz+6VHM1YR6s44/3pC4Ffq1x6DXW7NX0dx5qeQo/X/SHtlfVcl5Hhfu+fbmS6zV7Ka28AABAASURBVECvoe8PzeQj4VIpyck///yzXqFSpbMa1K/vXMFeztLnzedI0z9vrgwXRHma3elt5gCvof/XKsuvoWebAV8rldnGM5xW8P9aZbpXIX7e/G0zs89h+poZD8f3s+r3tXLsrSNKmX81zFsrnOjDTfV9Z1XAXz3HZ9X7jbOfKH8nrepOgv6LWaak/rNJ2QdAfnExGhUQOsOSZklNTT2Vkdyj79erKSDPrV27tm3btnq5Q4cO/fv3V0Ces08PiURLUlJSgQIFkizyT/0QEQhAHqPmA4TN60vdvlOWJfbI9zrJB/mlYMGC9rJ8IAsVKqSA/GD/kbTDjw489PYBkI9IPkB47OvjddSx75RvdCn4yD3O2EP+QR6T0+r2snwmnUEIyBuujCPB6ORj5x87/CgAyHMkHyBs+jvbGtvA/U/JPDr52LGHzIN8Qc0HEcJZ2EnIyFnwIQIByEskHyAMzgGRlCf82F/thoe9PvkHeSwpKf2vunwmnSUgIA84k4zXhW107AGQ70g+QFY4w489RKxyRB0yD/IFyQcRwpVxMGuvOg8FHwD5guQDhMcOOa70qT/SMw+BB/nL7numrA+nMwgB+cIZcnxvASAv8aUIhM0r/Nh3KpIP8pvd/Ux5Bt5QQL7y/TupiD0A8gnJB8gKZ87x+l4n/CAf+fayUEA+8ffx42MJIL+QfICsc35/24GHL3XkI6+PH59GRAg+igAiAckHyBl8ryMSUPMBAMAfkg8AAACA2EfyAQAAABD7SD4AAAAAYh/JBwAAAEDsI/kAAAAAiH0kHwAAAACxj+QDAAAAIPaRfAAAAADEPpIPAAAAgNhH8gEAAAAQ+0g+AAAAAGIfyQcAAABA7CP5AAAAAIh9JB8AAAAAsY/kAwAAACD2kXwAAAAAxD6SDwAAAIDYR/IBAAAAEPtIPgAAAABiH8kHAAAAQOwj+QAAAACIfSQfAAAAALGP5AMAAAAg9pF8AAAAAMQ+kg8AAACA2EfyAQAAABD7SD4AAAAAYh/JBwAAAEDsI/kAAAAAiH0kHwAAAACxj+QDAAAAIPaRfAAAAADEPpIPAAAAgNhH8gEAAAAQ+0g+AAAAAGIfyQcAAABA7CP5AAAAAIh9JB8AAAAAsY/kAwAAACD2kXwAAAAAxD6SDwAAAIDYR/IBAAAAEPtIPgAAAABiH8kHAAAAQOwj+QAAAACIfSQfAAAAALGP5AMAAAAg9pF8AAAAAMQ+kg8AAACA2EfyAQAAABD7SD4AAAAAYh/JBwAAAEDsI/kAAAAAiH0kHwAAAACxz2UYhgIARInU1NQGDRqsXr1aZc+iRYtatmypAACIGwkKABA9EhMTR40apbLnjjvuIPYAAOINNR8AiD5dunSZMGGCypISJUqsXLmycuXKCgCAeELNBwCiz+DBg8uWLauyZMCAAcQeAEAcIvkAQPSR2DNw4EAVvvPOO+/BBx9UAADEH652A4ColJqa2rx58yVLloT1rN9//13CjwIAIP5Q8wGAqKSHOpDb0J9yzz33EHsAAHGL5AMA0UpiTJ8+fUJcuWzZsoMHD1YAAMQrrnYDgCiWnJxco0aNPXv2BF1z/PjxXbp0UQAAxCtqPgAQxUqUKPHGG28EXU2qQ8QeAECco+YDAFGvVatW33zzjb9HExMTFy9eTA8fAECco+YDAFFv1KhRhQoV8vdonz59iD0AAJB8ACDq1alTp1+/fpk+VLly5azN/AMAQIzhajcAiAXJyckNGjTYunWr1/2TJ0/u0KGDAgAg7lHzAYBYUKJEiXfeecfrzpYtWxJ7AADQqPkAQOy4+eabv/zyS71cqFChZcuW1alTRwEAAGo+ABBLhg0bZg918NRTTxF7AACwkXwAIHZUrlxZAo8sVKpU6emnn1YAAMCDq90AIKYcP368SZMmgwYNuvnmmxUAAPAg+QAAAACIfUkKABATApzJcrlcCgCA+EbyAYCo58w8vvlHYo++k/wDAIhnJB8AiGJ2ztELgcs+5B8AQDwj+QBAtHLGHs1e1vfrkOOy2P+URwk/AIA4xKjWABCVfGNPWlpaqsc3I/9M2XdUFtIyCloaAgAgVjG2GwBEH/tPtw4zOvboZbmZ8fzPy6avL1e79N3vtylaulCCReo8+tarBAQAQJwg+QBAlMk09njKO8aMF35ZPmODrORSrjNqlez8njv8JCYm2hGI8AMAiEMkHwCIJl6xR5d6dOyRm5kvLl4+Y5PLjD3munJ7Rq1Sd77buthphXXy0beEHwBAHCL5AEDU8Bd7xKlTp2a/tGT5lxtVeuxxKSNNgs0ZNUt2HHtlsTJFEj0IPwCAOMQIBwAQHQLHnq9e+b9lEns8zqhW2gw/EmkMY8/6g1N6LEzZe0RW0+vbl8kx4AEAIH6QfAAgCviLPRJmTp48OXPA70u/kGqPe+U6Lao8vqjjLQMv1wNYG57wc3gf4QcAEL9IPgAQ6QLEHgkyswYuWT5zszVHqayp6rao0mXsNfKv5p0a3PJSC8Ma6kBu964/+AnhBwAQx0g+ABDRAseemRJ7Zm0xzNQjq0rsqSyxJ7GA+2+7hJ+bB7YwPD159q4/RPgBAMQtkg8ARK4QYs9mWcVlph5DYs+9jtijNb9Lws/l7mCjzMrPp4QfAEBcIvkAQIQKHHtmDFyyTKo9EntcZgefui2q+MYerfldDaXyo8y6kLmqFX4WEH4AAPGG5AMAkSho7Fk+a4sewFoerdeictcxV2cae7QL72p4k3XZmy4P7V138DPCDwAgzpB8ACDiBIs9/7ds1lbDKvfIevVaVAkcezQJPzc8d6lydwmywk93wg8AII6QfAAgsgSOPV++JLFni1m4sebqsao9bYLGHu3irk2uf/4ye/DrfesPft59PuEHABAnSD4AEEECxp5TM1/9w6z26MKNxJ4rKvd4/5oQY48m4ec6CT/K2oA14AHhBwAQJ0g+ABApglV7/vzjS7Nvj+6sI9We+0a3UeFzhx/DGvDAqvxMJfwAAOIAyQcAIkLg2DP9pT+WztKxx1y33uWVu4V8kZuvi7s2lfAjNR89QMK+9Qemdp9H+AEAxDaSDwDkvxBiz1brcWtIAzP2XJXl2KNdZIafy/Ukp/LDpfIzjfADAIhpJB8AyGchxR5Ptad+i0rdsx17NAk/1z5vTnLqsgZLMMNPt7mEHwBArHLxTQYA+Shw7PnipT/Ni9z0SNSGUeeiCj3fvzpHYo/tl/eXznnxO2uka/Pit9Nrlb7l3TbFyhRNSkpKtCQkJLg8lFUjUgAARCFqPgCQb4LHntlbDTv2XFzx/nFtcjb2KF35eeFyM/aYkcbYt+7AF1R+AACxiOQDAPkjcOyZ9tKff0rsMaxx3JQ6W2LPu1cVKJSockHzrudc83wLa39chjL2rz8wnfADAIg5JB8AyAchxJ5tevxqualzUYUHci32aM3vM8OPMn+gHvBAws8cwg8AIJaQfAAgrwWJPS8vldgjK1kXueVF7NEk/Fxthh9dZjIrP18SfgAAMYTkAwB5KmDsOTX15aV/zNpmruNy6WpPzzyJPZoVfq5Q1ljXZuVnnYSfrwk/AIDYQPIBgLwTOPZMf32FxB6r6uJyj+T2bus8iz3ahRJ+XmihCz9i/7qDMwg/AICYQPIBgDwSNPb8Pn2rNZyBy7rIrWKvPI892oX3ndvmhRbmvpo7Yuxfd2DGfYQfAEDUI/kAQF4IGnt+m66nKzU72Ui1p9e7V+ZL7NGs8HOF8owst3/9gZn3fUX4AQBENZIPAOS6wLHnCzP2bPPEHrNvT+98jT2aDj/uKGYNeCDh5wjhBwAQtUg+AJC7gsWevyT2GMo9l07di8r3Hpv/sUe7wAw/La3xDswBDwg/AICoRvIBgFwUOPZMM2PPVkMPYG3GngqRE3s0CT9XSfiRPfQMdT3zvtmEHwBANHLxLQUAuSSE2GOO5GbN22PUu6h8n7GtIir22H577/8W9P9GxzO5LVOr9A3vXV+0TNGkpKRES0JCgstDWTUiBQBAhKHmAwC5Injs+VJf5GauWTeCY48yKz/Nrurf0ow9Vuln/7oDs6j8AACiDTUfAMh5QaYrfWOlNZKbNWq0UvWal39wbMuIjT2239/7v4X9FylrsGsJQKfVKn39ezdQ+QEARAtqPgCQw4LGnl+nbzPc0/ZETewR59/X7Mr+rfSMQ+aAB+sOzO46i8oPACBakHwAICcFjT2LzQGsreGrjWiKPZoZfl640rrszTzUA+v2f0X4AQBECZIPAOSYwLHnczP2bFd2teei8g9FVezRzu8m4aeVVbNymZOcmuFnJuEHABD5SD4AkDOCxZ5VZuzR5R5rJLeHxlwRdbFHO6/beeZlb57BuKXy87UZfg4TfgAAkYzkAwA5IHjs+XK79bhZ7pHY0zdqY48m4adV/yvdk5wqRfgBAEQ+kg8AZFfg2PPZG6t++XK7OwAoqfacGe2xR3OHH13EMsPPgTmEHwBABCP5AEC2BI09i7/cYZgXhpmXhtVvXr5fTMQeLb3yo9wDHsy5l/ADAIhQJB8AyLpgsefvXyT2mLPfuMxqT/Mz+41pETOxR2vmCT/mdXyGOrB+/1wqPwCAiETyAYAsChx7PjVjz3Zd7ZHYI9Weh2Mu9mjNup1/+dNXmGM3uIe63jf33hmEHwBApCH5AEBWBIk9g3W1xxoAwNCx5/KYjD3aBb2bX/a/Kwx36ccc8GAe4QcAEGFIPgAQtqCx52frIje9Zv2LznwkpmOPdkHviyT8KE/pxwo/XxJ+AACRg+QDAOEJHHs+GfzPz1/+a03bY3b7byCxZ3Tsxx7NCj8tlaGHPDAOrts/n/ADAIgYJB8ACEMIscccyc265suo3zyOYo92fu+LLn26pTXMtXmZ3wHCDwAgYpB8ACBUQWPPT1/uUHoVQzVofuajoy+Lq9ijnd/HHX5cLnO4t4Pr9i24dzrhBwCQ70g+ABCSwLFnihl7/lXuqW1U/XiNPdr5fS6+5OmW5rh21gAPB9fuX9CF8AMAyGckHwAILljsWW3GHuWe06ZOszMeG31p3MYeTcLPpf9rZQ/qLZWfhYQfAEC+IvkAQBCBY89kiT0z/vWsquo2K/vkuPjq2+PPeVL5kfBjDe0t/7TCzxeEHwBAfiH5AEAgocQed8NdGXWs2FOwMLHHzR1+3K+PGX4WEX4AAPmE5AMAfoUQe3bqC7pknbrNzniK2OPDCj9XKt0BytDhZ9pRwg8AIM+RfAAgc4Fjz6TBa36U2KPc/Vik2vPUu5cRezLVrM/FF1uXvel+UAfX7Sf8AADyHskHADIRJPa8acUed/d9s28PsSewZn0ukfBjTvBqznFqDniw6B7CDwAgT5F8AMBb8Njz5U49X408qmNPIWJPMBJ+LnrmSnu+o0Nc9gYAyFskHwDIIHDsmfjmmh9m/Gcod9NcYs/T715K7AmRO/wo67I3ZRxau/ebe6YSfgAAeYPkAwDpgsWetRJ7zK4q7iET7bHVAAAQAElEQVQNiD1hO9cMP63Ny96s11AqP98SfgAAeYLkAwBuIcSenWbssQYpq3tu2f8Re7JEwk/zZ6606mbm5YJW+Pmc8AMAyG0kHwAwBY49H7+59nsz9ih9nZYVey4h9mTZuX0ubf6/1nZfqUNrCT8AgFxH8gGA4LHHusjNPSVN3WanP0PsybZzHzTDjzk+nsscFjx57b7vCD8AgNzk4rsEQJwLFnvWmdUed598VV9iz9iLiT055c9hP/768nwzUZozI6mStU9vMaF9kTLFkpKSEi0JCQkuD1lJ3wIAkAXUfADEtcCx5yOJPTP/8xR7VD1iT04758FLL3zmKsO67E3+mbx27/d3f0blBwCQG6j5AIhfQWLPW1Lt+c8ahcxcrf65ZZ4l9uSOpcN+yFD5qXX65R/eRuUHAJCzqPkAiFMhxJ5d9qmheueeTuzJPU0fvEwqP0pZQ10bKnnd3h/u/pTKDwAgZ5F8AMSjwLHnw7fWfyexx6o/yLoSe54bexGxJ1dJ+LnADD/WoOGGkbxuH+EHAJCzSD4A4k5IsceartSwqj3Enrwh4ef8Z9pYY+iZV2JL5edHwg8AIOeQfADEl6Cx59sZu/Q8M7Jq/XPLPE/syUNm5efZq5R+iwxzwIMf7/6E8AMAyBEkHwBxJHDsmSCxZ+ZuZRUdDGsAa2JP3mvy4OXnP2v2+dHjiEv4+YnwAwDICSQfAPEiWOzZYMYeQw9hbdRvVub5Mc2JPfnCCj9tdJcfZQ11TfgBAGQfyQdAXAgcez4wY88uM/a4rNhz7ukvEHvylQ4/7hhqGClr9/zceQrhBwCQHSQfALEvhNiz21pF9+2R2HMhsSffNZbw88zV1ngH5sWHyev2muFnbwrhBwCQNSQfADEutNhjWHNjmkMa9Cf2RIzGD11+zmOtrHfHZVV+9v5yt1R+CD8AgKwg+QCIZYFjz/i3Nn4zc49VVTCvdCP2RKBzHr+ySd8WZvgxBxk3Bzz4hcoPACBLSD4AYlbQ2PPtrN3u6UoN1eDcMi8SeyJSs2eubty3hXuocWVWfhbfTfgBAISN5AMgNgWJPW9v/GaW2bfHZQ1iXd+MPRcQeyKWhJ9GD11heEbeS167h/ADAAgXyQdADAoce95/e+OimXv0KnIj1Z4BxJ6I1+zZqxs/dIW1aE70k7J2z693Tz5G+AEAhIzkAyDWBIs9m76ZucczV4xhxp7R5xN7osK5z5qVH6XfPGuo68WEHwBAyEg+AGJK0Njjrva43NWegcSeqCLhp6GEH2tUCkNXfjpPIvwAAELh4lsBQMwIHHves2KPFXnMv311G5d+dRwXuUWlP16as3LoN1bVzsywxWuXvfCjOwufXjwpKSnRkpCQ4PJQ1oxACgAQ96j5AIgRwWPPrL1Wvx4z+9RtfNrLY4k90ercZ69p2LelezhypQ6v3fMblR8AQDAkHwCxIFjs2bxQYo91lZuhzGrPy2PPL1KU2BPFztHhxzM6XwrhBwAQDMkHQNQLHHvG2bHHmg2mXqPSrxB7YoIVfq5wD3RtGIfX7v6t80TCDwDAH/r5AIhuIcYePZJbvUalXiX2xJalL33t7vNjvcvFzy57/ked6PMDAPBFzQdAFAsl9sj9VlvXqNe4NLEn9jR99toGfVsqz7t8eM3uJXd9TOUHAOCL5AMgWgWOPe8O2bJg1j6rE7w5/LE5ktuY84g9MUnCT/1+rQw9aJ/V52dJZ8IPAMAbyQdAVAoh9uw1lKF7gEi1ZxCxJ6aZlZ9+reTdti5mk8rPniV3fUT4AQA4kXwARJ9QYo8yR/0yKwBW7GlG7Il5TaTy07eVHsFPPiNH1u75P8IPAMCB5AMgygSOPWOHbJ0/a59exbCGNHiN2BM3mjx3Xb2+rfSsTdZob4QfAEA6kg+AaBJC7Nlrr0zsiUMSfur3vdIMP+Ysp1L52f0H4QcAYCH5AIgagWPPGKvaozztWIk9rxN74lJjs/JzpVX4MQe3sMLPh4QfAADJB0B0CCn2WJ175MaKPecSe+KWGX76tdIz/Min5cia3X8SfgAg7pF8AESB4LFn9n7du8OMPY1LvUHsiXuNn7u+Xr8r3cOaK2WGn04TCD8AEM9c/K0HEOECx57RQ7bNn71Pn92Xdes3KjV49DnEHmgrBs7+Z8hCl3URpHxCitUu23TiPYVPL56UlJRoSUhIcHkoKyYpAECMouYDIKKFEHv2y/26wUrsgZdGz11fV1d+lNIDHiyl8gMA8YrkAyByBYk9Q7fN07HHKl/Xa1SS2ANfjTyXvZnXQloDHiwj/ABAXCL5AIhQgWPPqKHb5806YK7jqfa8SeyBHw2fu0EqP3qka6vys2tZpw8IPwAQb0g+ACJRCLFnv6Gsi9ysas+bo5sSexCAhJ86/Vq7+/sY6uia3csJPwAQZ0g+ACJO0Ngzd7YZe/SaUu15i9iDEDR83go/1tDn8vk5IuHnzvGEHwCIHyQfAJElcOwZOXT7nNkHrLar+yK3t0Y3IfYgRA3M8HOVZ6Q34+ja3Ss6EX4AIF6QfABEkGCxZ8dcM/ZYTVJzAOuSbxN7ECYJP2fryo81MIZUflbcOf444QcA4gDJB0CkCBp75szerzyt0AYSe0YRe5AVDZ5ve7ZUfjz9xI6u3bXizvcJPwAQ80g+ACJC4Ngzwow9B5R7WhZVn9iD7JHwU7PnFXomKPnomZe9EX4AINa5+GsOIN+FFHusMblchlR7SgwZ1ZjYg+z763/T1o/6xkrThtwWPbtcw0ldC51ePCkpKdGSkJDg8pCV9C0AIEpR8wGQz4LFnn/nfHXQXewxzGoPsQc5peEr7Wr2bGlYkUZuj67Z9ded71H5AYBYRc0HQH4KHHuGv/OvZyQ3Wc1o2LDk0FGNiD3IWVL52TBqkbPy08Cs/JSg8gMAMYaaD4B8E0LsOSir6HZmA2IPcoeu/ChlDZVuTnK6a2VHqfwkU/kBgBhD8gGQP4LGnq/N2GOeg5fbBg1LvEPsQa5p8MqtNazL3qxpfszws4rwAwAxh+QDIB8Ejj3D3tn51exDhlXukfUaNipJ7EFu0+HHHj+Q8AMAsYd+PgDyWtDYI9Ue3eNCVq1br/ioscQe5JFV/5u6ceQi/fGT/4qcXa7e5Pvo8wMAsYGaD4A8FTj2vCPVHnMkN0Ofl5HYM3x0Q2IP8kz9V26t3quVuWR2+TGOrvnv747jqPwAQGwg+QDIOyHEnkPK09mibr0SEnuKF09SQB5yhx/DGvBAqWNrdv1D+AGAmEDyAZBHgsWe/6zYo9cx6tYtPmJ0A2IP8kX9V9pL+DHMa97M2qMVft49ceAw4QcAohrJB0BeCBp7ZkvsMZlDGlixh2oP8lM9M/xcaYYflzv8rL5zHOEHAKIayQdArgsce4bq2OOp9tSrW3ykGXvo24N8JuGnmoQfwx1+jq76l/ADAFGNsd0A5K4gsWfYf7Nnm9Ueqz+5qle32CjzIjdiDyLFP09/tmnkQmsEN3PAt6INKp49qVvB0sUY7Q0Aog41HwC5KHDsGTJs1+yvkt0TqEjsqUfsQcSp++ptUvlR1mVvcnt05Y41d9LnBwCiEjUfALklhNhzyBpBy1xNqj2jR9Un9iAySeVn88gFzspP7UndqfwAQHSh5gMgVwSNPbOk2iOxx8o9xB5EOKvy01opa6hrQ0nlZ23HsVR+ACC6kHwA5LzAsedtK/bISi5rTWIPokKdV2+ral32Zk03ZRxbtWPdnYQfAIgmJB8AOSxY7Nk966sUwyr3WNWe4mOIPYgSdV69vYpUfsyuaS7Dqvyso/IDANGD5AMgJwWNPTOl2qP0VW5mtWfMqHrEHkQRCT9Ve1vhR5kf5GMrd6wn/ABAlCD5AMgxgWPPWxJ7vk5R1glzPZLbWGIPotDZUvnpbfb50WOxH1u5fX3HMYQfAIh8JB8AOSOk2GPoIazNas/YkcQeRCt3+NFdfpRZ+dlA+AGAiEfyAZADgsWePTO/Pqzc65ix591RdYk9iGpnv3qHhB93lDfMys+GjqMJPwAQyZjPB0B2BY49bw7fM/OrFD2Sm6xbv27RcSOJPYgRa5/6ZOvI+dZUvIbLpYo0qFh98gPM8wMAkYmaD4BsCSX2GFaj0Io9xYg9iCW1B91RuddV1ifcHLTj2ModGztQ+QGACEXNB0DWBY09M6TaY10OJKtKtee9kXWIPYg9656asnXEfF3VlFup/FSb0pPKDwBEGmo+ALIocOwZPHzvjK8PG+mxpxixB7Gq1qAOlXtfZcYeM9KYlZ9NHUZR+QGASEPNB0BWhBB7UqyRr8zV6tcp+v7Is4k9iG1S+dk+Yp6yBruWAFS4wVlVqfwAQCSh5gMgbEFjz5dS7XFP26Pq1yX2IC5I5adS7zZ6xirDnOR0++YOI09S+QGAiEHyARCewLHnjeF7p5sDWOuL3KzYM4LYg3hR0w4/1ljXx/8i/ABABCH5AAhDsNiz78uvjyhntYfYgzhTc1DHit1aWb8FLnOSU8IPAEQMkg+AUAWNPWa1x3O2u4EZe2qXIPYg/tR6u3PF7q3sOayO/7VtS4cRJw+kEH4AIH+RfACEJHDseV1iz5wjylPuqV+3GLEH8UzCT4XurazCj1n5Of7X9i13jCT8AED+IvkACC5I7Blhxh5Dj2mgzGrP+BG1iD2Ic7XevlsqP4Yugkr4Wbl9K+EHAPIVyQdAEIFjz2sj9k//+qg5h701qEH9OsQewK3m23e7Kz/W79Hxldu23sFlbwCQb0g+AAIJIfYcMczZS1xy26BOkQ+IPYCDFX6utC57k98ms/KzjfADAPmE5APAr5Bij7vaY17kRuwBfOnKjzn2hx7qeuW2bXcMJ/wAQN5z8RcWQKYCx55B1kVuypqrXlatU6vwpNHEHsCvDf0m7Hx3ocs95Lsq3PCssz7pU6B08aSkpERLQkKCy0NZQyMoAECOouYDIBPBYs+BL+YcNZT7/HSdWkU+HknsAQKpMeSe8t2vVJ7Sz/G/tm+n8gMAeYvkA8BbKLFHT9sjrNhTs1RJYg8QhBV+WivPKIgn/tq2g/ADAHmI5AMgg8Cx59URB6bNMUdy05fs1KlZeCKxBwhZ9SH3nKkrP9bV5scl/Nw+jPADAHmD5AMgXSixR+lVDIk9RYg9QLiqD+lyplR+lOGyhns7sXLbv4QfAMgTJB8AbsFiz8Fpc44pfZ2OeZGbVHtqEHuALNDhxyyduqTyo6zw8w7hBwByG8kHgClw7Hll5MGpUu1R7hkZzdgzokZpYg+QVdUk/PRobQ0Kb/72nfhr207CDwDkMpIPgOCxx6z2uFc1hzSYROwBsk3CTzkJP9YA1nJL+AGA3MZ8PkC8C6Hac0xZZ6Zl3bo1C08eUZ3YA+SUzf3G7xo7X4+U6FJGwYaVy3/yUIHTmOcHAHIeNR8grgWOPS+PPDR1znHrghyzsVW3ZhFiD5Czqg65t1yPq5TuQGeok39t/e+OoVR+ACA3kHyA+BVC7DmmYqmSfgAAEABJREFUY4/hrvZUI/YAOU7CzxndrzJ/G83B3szL3v67fejJ/YQfAMhhJB8gTgWNPZ/rao/VA4HYA+SqqkPvLWdOcqpc1ogHUvnZdfsQwg8A5Cz6+QDxKHDsecm6yM2cb8RatW7NQp8Qe4Dct6Xv+3vGzldW7Ud++wo0rFTu0370+QGAnELNB4g7wWJP8udzjxvKfV65bq3CxB4gb1QZ2vUMs8+PYUYfZVZ+dlP5AYCcQ/IB4kvQ2PPZ3ONKdzhQqp7EnuFViT1Anqlshp829u8g4QcAchDJB4gjgWPPQHfsMfQgU3VrEnuAfCDhp6yu/FhXpJ/6a+ue298m/ABA9tHPB4gXQWLPqOTP5hx3Wau4lFGvZqFPh1ch9gD5ZVvf9/aMnaf72pl9fhpVLvvpw/T5AYDsoOYDxIXAsWfAqJTP5pywTjErq9pD7AHyWaWh95Xt0cYzvqJxasXWvbe9ReUHALKDmg8Q+0KIPceV0n2qVf2ahT4bXpnYA0QCqfzsHTPXqua4Kz+nf/oIlR8AyBpqPkCMCx575p7wFHtUvVrEHiCCmJWf+9sYnkhD5QcAsoOaDxDLAseeF63Yo3sRiPo1Cn5O7AEiz/aHxu0d66j8NKxc5rNHqfwAQLio+QAxK1jsOfzZ3JNmLwI9gHXNQsQeIDKd9U6303tcrczarHlR6qm/tu677c1TVH4AIEwkHyA2BY09n5oXuZmxx7BGcps6rBKxB4hYdvgxz1QYKpXwAwDhI/kAMShw7Ok/6vAnVrXHvN7VqvYQe4DIV/Gdbqfd00qPwWjN87Nl322DCT8AEDqSDxBrQok9Zm8Bl9l6ql+z0DRiDxAlzhr9wGldrPCjrMrPiq37CT8AEDKSDxBTgsWeI5/MO+WZG96s9kwbdhaxB4gaLtdZo3ua4Ue5x6E/tWLL/vaEHwAICckHiB2BY88Lo45MmXdSGXoIa6n2FPyC2ANEHZerohl+rpTco0dwS/1ry4H2bxB+ACAokg8QI4LGnk907LEm7pFqD7EHiFZW+Cnd5Ur3aQzDSP1rK+EHAIIi+QCxIEjsGS3VnlPWKub1MfVrFpr+TkViDxDFPJUfPcmpFX62HCT8AEBAJB8g6gWOPc+PPjpl7ilz3h672kPsAWKAy1VhdC+z8mP+dtvh53XCDwD44+LvIBDVQog9J5W7L7Q6u2qB2SPPOq0kpzyAWGEY/z4w8uD4BVafH0NukxpVKfn5E0mnFU9KSkq0JCQkuDyUVSNSABCXaAABUSx47Jl3SvcEsGJPwZnDKxJ7gJiiKz/3tnYPVa9U6ooth259jcoPAPiiDQREq8Cx57nRRydbfXusCd9VbTP2VDi9NBe5ATHH5So/ulepLq09fxPMy96S2xN+AMAbyQeISsFiz7HJ81L1KnJzdtUCs4g9QAyT8DOmt4Qf/Q9rktMtyVR+ACAjkg8QfUKIPac8c30YZ1ctOGsYsQeIdenhR5d6jbS/NqeY4SeZ8AMAGskHiDKBY8+zo49N0tUel672SOwpT+wB4oLLdeaY3iW7XKWssa7l70Aq4QcAHEg+QDQJJfbYZ3zNi9yGlS9L7AHihw4/97Z2V30NlbZi82HCDwBYSD5A1Agce54Zc3zS/DSrX49Lj+Q2m9gDxCEz/PSR8OOZu1iHn0GEHwAg+QDRIXjskWqPvsrN7NtTYPawM4k9QJxyucqZ4ecq5RndMW3FliOEHwBxj+QDRIEQYk+aGXtcVuypUvArYg8Q59zhp7X7dIj83Vix+Ug7wg+AuObiLx0Q4QLHnv95Yo8eya1OlQJfDytH7AFgMozd9w9LHj/f6vNj/pVIbFS1yLSnkk4rkZSUlGhJSEhweSgzMbkUAMQoaj5ARAsWe05I7JH7rbaKUacqsQeAg8t1xpgHS5iXvRlWpJHKz6aj7V6l8gMgPlHzASJX0NgzcZ45pIE+m1unatKcd84sW5rTGQAyMow9PaTyM09XhnXlp/C0p6n8AIg3NJKACBU49jw95sTH89MMqxFjmLGnALEHQOZcrrJjrcqPsis/m4+1e4XKD4B4Q80HiERBY8/E+WnWqE3manWqJM19pxyxB0AgZuXnncPj5ylrsGsJQAmNqhaa9j8qPwDiB00lIOIEiz0nP57vXsUwY08BYg+A4MzKz0PF722jZ/3So70dp/IDIJ7QWgIiS+DY89SYkx+Z05W6WbHnDGIPgJC4XKeb4edqM/xIPUf+xKzYdILwAyBu0GACIkjQ2CPVHuVph9SpmjSP2AMgLO7w08Yq/EjlR5nh55aXCT8A4gH9fIBIEST2jD350TxDd+xxGWbsmT+0LLEHQFYYxr4eQw+/P9ce7c3VqFrBL56hzw+A2EazCYgIgWPPk2NPfTRf6avzFbEHQDa5XGXG9i3W9Wqr8OMy//qs2HTylpdSqfwAiGnUfID8F0LsMfT867Ju3SpJC4g9ALLPMPb3GHL4/XnuYrI12luBL55NpPIDIEbReALyWSjVHsM9/7qqW6UAsQdAznC5Thvbr1jXNlY1WekBD6j8AIhh1HyA/BQ49jyhL3JzVHsWDj09AmNPnz59Fi9eLAv9+/e/4YYbMl1n+fLlXbt29b2/SJEiZcqUOeOMM6pUqdLC4nz06NGjl112mSz07du3c+fOChnJZ2b27NkNGzasVq2aQjbIr9vHH38sH+OVK1cWKFDg7LPPHj16dOhPHzx48JQpU5o1azZmzBjn/Zs2bXr77bc3bty4Z8+ecuXK1a1b96KLLpLfEamlqMghlZ/uQ46Mn2tWfqwh31xm5ec5Kj8AYg9njoF8Eyz2pH4032VVe5QVewpEZuzZtWuXjj3iiy++UGGSbLN9+/alS5fOmDHj0UcfffbZZxVCc+TIkTvuuEPS5qFDhxSy55133hk+fPiSJUvkAymv54kTJ1S2yUe6Q4cOP/30044dO2SD27ZtW7BgwcCBA2+99dZ//vlHRQ6p/Lzbr+idrXTskT9MasWmU7cMpPIDIPYkKQD5IWjs+dAa0sDsfGzo2FMmMi9yk+ad3DZv3lzyz7Jly9atW1erVq0A60uBSGoU9j+PHTu2c+dOedb06dPlwOfMmXPJJZdce+21CsFI8tmwYYNCTli0aJHc1qlT57bbbjvrrLOkDqmyRz7Sr776qnykpcjTqVOnRo0aHThw4JtvvpFSkkSgp59+evLkyYULF1YRQsLPhMflD87RiYtc5jAqhlpuhh/1xXPqtBL2WlL58azusi/BBYAoQvIB8oEde/Q5VK/Y87jEngVKDzUrj9armrRwSITGHjFr1iy5bdOmzeHDh1esWDF16tQnn3wywPqSi8477zzf+2+//fauXbumpKRIi5DkgzwmHzy5lWrMzTffrHLCoEGDTp48KZ/2t99+OynJ/KotVqzYXXfd1bhx4+7du2/dunXKlCldunRRkSNBws8T8jfn6MSF1jw/aa7lm1JvHqCmP0/4ARAzuNoNyDc68+hbfUmJjj0TFpjX27usLsd1rdhzRqTGniVLlsgJbGkMtWjR4vrrr5d7vvrqKynjqPDVqFFD9xFatWoVl28hj8mvntwWLVpU5YTk5OSlS5fKQocOHXTssUnykSqQsn53VKRJcJWe8ESRTleaNR/z74952ZuEHy57AxAzqPkAec1uMfgWfB4bm/bhAutSE7PRYdSrkrRoyGkRG3vEzJkz5faCCy4oVaqUFGrk9LZUfr7++utbbrlFha9KlSp6Yc+ePSVLlgznqerHH3/s169f3bp1P/jgg2HDhs2dO7dEiRJ16tR54YUXChQooKwX/JNPPvntt99Wr14t2axevXpNmzbt1KlTkSJFfLc2Z86cefPm/f3330ePHpWmqlS0JJV17Nhx7dq1Q4YMufTSS2UdiWetWrWShdGjR3tVsb777rtHH31UFn766adChQrZ94e+D1I9mzBhwoYNG3bu3Fm2bNmaNWs2aNCgXbt29lVYUi7466+/9LIeOkK28/DDD/t/hYJvU+hj7Nat2wMPPOB87pEjRy6//HJZsA/ftmjRogULFshr9e+//8pmq1ev3r59e6+RKsTKlStnz569bNmyjRs3SvWjcuXK11133Y033liwYEHnaqG/RLI1+fhJ8N67d291S7NmzeRt8tpg0KN2vnfPWmRh8eLF33///RNPPKEyiyjyOZ84cWLDhg3lw6Yyc+DAAfkRu3fvbt68ue+jZ555pvJUmSKOFX4OmpWfBdYYSGmuFZvSrMqPq0xJe4QDPeCBAoBoQ/IB8pQz9tiZR8eeR81qj3J5TqHWjfjYI6lg/nyzN5K+OE2as61bt5b26NSpU7OWfKQVqxfsCJQFb7311qeffqqs+JSYmKhjjyxLi9bZhF1smTZtmkSjCy+80L5f3ovnn39egpMsS3aqWrXqn3/++fPPPx88eFBlT+j7ILmrf//+ugohdlh++OEHaW2/9957UhxTVo8UaXpKs14vy4tfqVKlAD89lG2G6/jx488888y3335r37PT8ssvv0gCkR9n3z9+/PgRI0bY/zxx4sT+/fuXL1/++eefjxs3rnjx4irMl+j111/X77K2xiLv2hdffDF27Fg7JoVy1Oeee67cyrssv5LVqlXTiSibzXrJdf/73/8yfUh+isQ/Wahfv76KTAmuUhMk8hnHJi40XwdzwIONaTe/mPplf/uyN32pm+KaNwDRhuQD5A+v8PPYu2kT5luNDOsaE4k93wwpHcmxR1nNSmnCFi5cWAKPvqdt27aSfP755x85wS9n1sPZmPrvv//kucpqNXpdIBS67du3y0+Xc/9SK5CSiD7jLq+zlIPkfqneSE2jUaNGkhPWr18vbV9poz/22GOfffZZ+fLl9RakLa5jjz2Otrw70r6X0/xexYSwhL4PkicHDRokjfWrrrrqpptukvaxFJeWLl0qxRapJMjtO++8I6s9/fTTkhOuueYaWX7yySdlswF+eojbDJeEFh175AMgdSfJq1IvkjA8adKkWbNmybsgnwd59Ndff9Wxp1atWrKrtWvXlvdaqjpy57p16wYPHqwzUugvkey5xB5pbd97771SgDr77LM3b94sRb9Ro0ZJ6UlKRrr/TIhHLUlJbmU7UmKSYpd+SXOJHKP8XDlq+a2RQpaKWGb4MXvrHft4QYKVbRKk8nNTf9eMF9M8lR+GtwYQjUg+QF4zHHTseXJc6vh55kMuT+xZFPGxR3lGdZOWon1BlzR2y5YtKy1yKfuEmHwkO23duvWPP/6QZrSuq9x9990qq5KTky+//HIp+zjvlJ2R9rRkodGjR9vppWnTpsOGDZNKgsQtaR9Le1RZIefdd9+VhXbt2tnTB0nh6OWXX960aZM0WFVWhb4PUsZJSUmRHzpw4ECdAEuWLCn1HHmRZTd2794tDfRwxwTLjW1KePjoo49k4brrrhswYIC+s5FFNij5Z968eTr5yDHKrZRTPvjgA/1TpMhTs2ZNKcfJUX/zzTcSLGU59JdIgjkQGuoAABAASURBVJCyajW9evXSq9WxyAdv4cKFGzduzL2jzg6zF9/jj0vFSVnB9ayzzlKRTMLPR0+5CiQeM+f5sSZTXr4x1Qo/rjIlExISdKnHeasAIOKRfIB8o8PPI2NOvT/Xum7EvEvVqpT4bTTEHkkC+lIr3brVpPVz8803S4aRVu8jjzxiX8XkJOf1A2xWToRn7Uo5m+574zR9+nS5bd++vW/R5sYbb5QmtZQL9u7de/rpp//555/SoFeenjM2aT3LPf6uXwpF6PtQooR5QZFksAULFjjrD1dZVJbkxjal2iNNeUkUDz74oNdDUoo555xz9NV327Zt03PXPPDAA14x4+qrr5bsUa5cOdmOJJ9wXyKp86xZs0YKPvZqT1py9aizTM5x6NgjL8KLL7545ZVXqmhQctxj6uSpYx8v1JUf17INqTe+kDBroHF6Kf3ni8ADILqQfIB84Cz7FCrgudOcvUc1qJYY+bFHfPnll3JboUKFJk2aOO+/4YYbJPlIi3bWrFkdOnQIcWtSKZJz9n369Kldu7bKHq/rvqTFqWs1Ay3+nvXff/9Jk/rvv/9WVs6xL36z6f79WRPWPtStW7dixYo7dux49tlnpfohRQ+5R4KENPGz3MrMjW2uWrVKWZcmnnHGGV4PnW3Ry/YwDLo7jZMkk7vuuksvh/USyXsxdOhQqfDceeedDT3koLzetdw46iyTXwqJPXIuYOzYsc60FukSXAVannN84kIz5Fh3yEkawzO8mwKAaEPyAfKOV1tBtx4G3i2npdPGfp2gJxD88qcT7Z4/OG1AKRXBpJ2qR3X7999/M52cR0ybNi3T5OM1k2mRIkVq1qyZgxcdSYhy/lPa03YH9wB2794tt/v27VNWnPNdQfawTJkyeoVwhbUP0ih//fXXpXaxffv2bRY9Y5JkjL59+15xxRUqfLmxzf3798utb0T0omtohQoVCjw3aFgvUZUqVfr37y9HdPjw4b8s+tHmzZtLpdEerSE3jjprkpOTJ0yYIAuPPvpoNMUepY6+Pye525sSdxKsoQ6MxtVdU59VpYo5ZySj7AMgipB8gPzXv1Pq0eNpHy1K0v18JPzc+L8D0waWTkpUken777/XLdoANmzY8Oeff8opdq/7/5+9+wCMotr3OH42dEKXphEUFRAVFCnSm0gRBZ+CKDbsigh2sSPq1auoSBGxIiiKlAtYEEQQpQsiQZogKL1XaSHJvv/M2Z1MtmU3ySabne/n3ReX2ZnZ2ZnZmfObc+ZMsCeZ5hapsbH/89SpU/rF2LFj69SpE3paHcCCXcxOTEwMM/mkpaVlexmUWVkhuXHhwoVSS/D777//9ddfMnDLli2PPfZYy5YtX3311WwExRzO0z+W6DZpWZZ6wxwt0lXUpUuXtm3bzpw5c9GiRfJ1pP5HmR3B9ezZ86677rr33nv1aNFYk8pv+2bp119/PXnyZOHChTt27KgKjuNjfjhy91vK7Xmksvuis9K+eqpwmdx55BEA5AuSD5B3rK5grX9qCQkJr9yaIhUp4+YUMft2c3+3KOXa52I3/Ohr55dccsmHH37o/64U8tq3b3/8+PFJkyb5J588dtZZZ+kXUquQZZFa35qyc+fOgFeyperA/k/rYfb+5WC5xp/tZdAkv7Uwyet9+/bNmjVrxowZycnJUoKfNm3a9ddfryIXzjz1l5JdUYX8Rsrb8/iuXbv8P+jEiRN///13lSpVypcvr0eTIRKVy5Ur5zPm2rVrZZxKlSplYxWVLFnyGpOe6qeffpJ6SNlGH3zwQYcOHWrUqBH+tw7Ivn194rT/2ghNB7MzzjgjJ90D5jGJPYdvf0N2BX3Ukthz8osnipQpqZ/kY/06qPABULAUgNsJgPjjstElCfn70s0ne7VJUd5kNH1RynXPHUyN7OJyXjhw4MC8efOUead4wBGKFSumb+D+8ccfs6wairZSpUrp9m9S5PV/d+LEiW3atJHi7+HDh5U3okhJV3fAZSeX7X3ygH5SkDIfaeozsk8vcBEtw6pVq95999333nvPGuG0006TqgwJmXrx9A02EQl/nvpL+X+j9evX+wzRXZNJzZ4u1tstXrz45ptv7ty589GjR62nDEmFjM9oko1lNKm9kbciWkUSct54443vv//eGkEqEqWqR/dPrcxe3VSO16TVtXqW2zdLkuVk8W688UZVQJixZ7DS+d/tTr+w+rHPHnWVTbRijz38AEABQvIB8o0OPKKQSUpaL9504obWJ833jA4Pvlt08rpnD8Ra+Pn2229TU1NlsUM8+USKs8pswqR7vs5fejnnz58v6cU+XCKc1A/8+++/FSpUKFOmjDJLqLrCQQrHPu27xo8f7zNbCXiJiYnyYsGCBfbhu3fv/u6777K9DMuXL//444/HjRvnU+CWvUVXLlk3zFgVCFneIRP+PCUbyN8lS5bYK7Jk/p999pnPPKUWRWpdpDJAYonPW1LXJ3+bNm0q66dq1apSN2gNtNMTSuZp3LhxRKtIdirZHBMmTPCZoVWhqr9O+N86IOuGMVkk+3D557p161Qk6tate9999/Xo0UMVBBJ7Dt0xWPKOrCpZpWkXVjs69uGEcqXkACWHKX3IIvwAKKBIPkBes9f2WMlHlyoywo/xRFOjVDF9cUr3GAs///vf/+SvlFbLlg3aDUPDhg11l1+TJ0/O9z6g7rnnHt3O6sEHH/zqq6+2b98uxWipj7r33nv37dsnq11KpXpMef3CCy/IVpDagPvvv3/NmjX6/pOPPvpIP7LTh27L9/XXX1vFeqltkNlKbUa2l6Fdu3aybxw7duypp56y2tfJyP/973+3bt2qvAlBmc29dIusGTNmLF26dPPmzSqI8Oepe+qTWb300ksnTpxQZtu/Rx999Pfff/dpqSVfR76UvPj0009160dZV8nJyQMGDJAoKOvQutnmkUceUWYOGTx4sEQO2R/++uuvESNG6Of89OnTR9euhL+K9JNzV6xYMWTIEKlW0gPlizz77LN6wfQTbMP/1gFJPZLull3ql+TrKzNZyTd9/PHHI2209uWXX95jirSZXN47PnbWwTsGq3S32c2+xJ7qR8c8XKh8aX2A0qzwo7yt3YhAAAoKFx1TAnnM/0mmqV5SdkxJSZG/Az8vNv7nYgnGLzQ9waU6X1Zs4svlY+GeHymz9uzZU15IKVPfYhHM8OHDR48erV9ISVTKxPohOVJa1TddhEMiRMuWLeVF//79rUeLBjRv3jz9pCC5JG89WdUixe5BgwZt2bLFZ7gU4wYOHNi5c2f7wMWLF0tZ2aeiQEKOzMRn+SUV3HrrrT7dHkhxWcrKEpx8Fib8ZZDitQxRgVx//fVPPPGE9U8JA5J59Ou2bdvK56ogwpyn7IQSPHxqXcQzzzyjnzRq//qyo0qY8a/MUeajdexVHJKW3377bQkhPqNJhnnttdesf4a/imT3s7d2s5NFsvptC39NypeSpPfyyy/b49CiRYtkbficJWvXri1fTca86KKL9B6uP1TiTYMGDUaNGhVwkeRdefHDDz+UL19exapjY2cdun2weW+PcZxKv6DasTEPSewp4lXY5FPzo0g+AAqOQsHOCgCix7+g4DOk1YUpew+pVZsLme3s1YZtab//eap72xIJ+V1NO2XKFCkWS+lHSqjWjS4BnXHGGbq0JwXKK664YteuXfoRQFKy1He9h0MK4p988okyOyz2eXCQD6mm0EXhO++807pDw3L66adfd911pUuXlqv1Ul4/efKkDLnsssukSCqlVZ+RzzzzzI4dO8o4kksl1UjV1t133y3Ra8yYMT7LLyGnS5cu+vb3gwcPnnPOOU2bNn3uuefkhV5s+8KEvwy1atWSGCPjWGFYSpnNmzeXZejVq5d9V5FYKHFCahIkp8kK94lw2ZinDJTvLl9ZXhw4cOC0005r1KhRv3795FtL9d3evXvtX1++uCyAbBrdIcShQ4cqV658ySWXvPrqqz6PP6pTp85VV12lzJtnZEXJSpDl6WPK3maS73L++efLd5ePlu8iX6pEiRLyEVJlZx8z/DX58ccfyzhSTSRVPfY9QYYYLb7S0qRy6cILL5Q9WU6asmZmzpwpX9YK/1LN9ccff8gmsD/Y16LflReSk2U5VUyS2HPQiD1uqW2W9ZJeK+nYZw9bsUc2nPy1qn2sGxQVsQdAgUKdD5AP9O/Oqvbxr/nRXvxMan6Kmk9Pl5ofV+fLik54uULMdnUd36SQrUvzEdVZAQWCGXvezKjtqXXGsbEPFa5Y1l7VE+w+H5IPgAKE+3yAfGO/20ff5KNZbUteuPlkz1YnzaenGxcppi862ePZ/THY2xuAgktiz4Hb3zQuxxgduSliD4A4RvIB8oH9aRhZhZ+U61ud9E7i/n7Ryeuf3Uf4AZArjkrsueMt8/KK8Rjl9NrEHgDxjOQD5I9Iw4/ZQM7lVkbND+EHQM4dHfujEXuMe3uMB4lJ7Dk+pj+xB0AcI/kA+Sb88PO8EX5SjDHNB/0YNT/PEH4AZJ/Env069rjM2FMrI/YUtiH2AIgn9HAA5DPrN5hlhweDPisy8WfjQSIuoyst1alJ8fEvn0aHBwAipWOP0aWB8S+3u9YZJ8b0s2JPsA6siT0ACjqSD5D/wg8/L31WZMLcorr/JfnTqUmx8a9UJPwACJ/Enn069hjVPRJ7Tj9J7AHgDLR2A/Jf+M3enrv5VI/WKdaEMxadvOGZvTR7AxCmf43Y87bRiZsn9pwhsafQaWWIPQCcgOQDxISIwk93854f85Yf94xFJwg/AMJhxJ4735Z6ZX34SDdiz4MSe4oWLUrsAeAEJB8gVkRW8yPhx3j8hnFrsoSfGwk/AEL6d+zsvXe87U43eok07+05PYXYA8BhSD5ADAk//Dx7S6rU/HiLMFLzc/zGZ/YQfgAEZMSeO9/W9wfqLg2IPQAciOQDxJaIwk+3Zqfc5phut1Hz04vwA8DPkbGz99zpqe2R/zdiz6d9iT0AHIjkA8Sc8MPPi7endZXwY3ZyrYyaHwk/uwk/ACxHjNqeIfq5PbqR2yliDwCnoldrIEaF3dV16gufFPp6fmHdiEX+dmxafNwrlenqGoBZ2zPE08hNDim1Tk/99AFiDwDHos4HiFFh1/wUlpqfLk1SlUvpCWYuPH4TNT+A4x3+aObuO4zY4/n3OZVPfXw/HVgDcDKSDxC7wg8/L92VduVlp5RLd/bmmrFAhx9qdAGHMmLPfcPNzqvNflBqVDo1pm/hyuWstrLEHgAORGs3INaF3+ztuQ8Tpi8qbBZ1jN92x6YlP/tPpcKFKMQAzqJjj/7l69iTNuYBYg8AUOcDxLpIan7Sr2ySqjyXeV0zFh67+WlqfgBnOfTRzF33jZAjgHkYIPYAQAaSD1AAhB9+Bt2V3rlJqm715jLu+Tl2C+EHcAyJPbvvH6Gf82XGnsrEHgCwkHyAgiGi8NPJ7PBAP+pnBuEHcIZDH/2wS2KP98fvPrty2qcxk5ObAAAQAElEQVR9iD0AYOE+H6AgiaCr6w9d3y8qZNb8GJN0aFpi7H+qcM8PEK8k9uy8f4TLk3uUqlHJTewBgMyo8wEKkgi6ur7L3ekyo2dr3bPTzAXHbn16FzU/QFw6+NEPOyT2uLydGhB7ACAQ6nyAgif8mp+BH6rvFxrPNDUuA7tVh2Ylx1DzA8SXg0Ztz7vWs4xdRuy5n9gDAP6o8wEKnvBrfgbepTo1STMf32708vTDgqO3UfMDxBGztudd85DgNo4MxB4ACI46H6CgiqDm5wM1w7jnx63vAbiiaclPX61KzQ9Q0Bmxp89IM/UYPbmpsyu5jNhTltgDAAFR5wMUVBHU/NwtNT+pLm/Vzw8Lj/Z+aic1P0CBdvDjWdv7jFTmtQ/jaEDsAYCskHyAAiz88PPC3a6OTdLM5xoaXR4QfoAC7YDEnvtHejo0MBu5EXsAIEskH6Bgizz8KN3f2w8L/r39qR2EH6DA0bHH89geZTZyG30fsQcAskTyAQq8CMNPullYMprH/LDgKOEHKFjM2POe8cp4WpfLXaNSwqfEHgAIC8kHiAfhh5/nJfw0TTN7N1Fm+KHmBygwJPZsk9jjfWyPqlGxELEHAMJG325A/Ai/t7eXPkifuTDBqPkxpnBf0Szx41fPoLc3IJbtN7o0GKV/tpJiXGdXLDT6XmIPAISPOh8gfoRf8/Pc3QkdzGZvbqVrfo7e8dR2an6AmLX/4x+3GbFHeW7ukdjzKbEHACJD8gHiSgTh5x4j/Lh0l7hKzVpw9E7CDxCTJPZs7WPc2+M2b+5RZ1cyYk8lYg8ARIbkA8SbyMJPUwk/ZvFIws/8fwk/QKyR2LOlz3ve36nLdXalwp/eU4TYAwCRI/kAcSj88PPsPYWuaJquzBY0Uqoyws+AbYQfIEbsM2LPKKMPN/0brVGR2AMA2UbyAeJThOHHrR/zIxP9uODfuwg/QAzwxB6X5348I/aMJvYAQPaRfIC4FWn4MR/zY4xO+AHynRF7HnjfiD1ut8vs0qAIsQcAcobkA8Sz8MPPM1b4MW+h/nHBkbsHbCX8APli38ezNz/wvtIdkIizKxYdfTexBwByiOQDxLlIwk9hM/y4rJofwg+Q9/Z6Yo8nxhB7ACC3kHyA+Bd++HnaE36UfmjIj/OP3EP4AfLQ3k/M2OP9DZqx5y5iDwDkCpIP4AgRhZ/2TZXZha7RzMYMP1sIP0AeMGp7+nxgvHKbHVjXqFiM2AMAuYfkAzhFhOHHiDr6HgPCD5AHpLbnnwc+UPpnKrnn7IrFP7mT2AMAucjoNEYBcAzrJ+82pZvS0tJSvU55pL466tSPC43xzCKV+/Jmpd//b7VChShgAblvjxF7PjTusTNvtSt09mnEHgDIddT5AM4Sfs3PU/cWubypsp4lMnvBkXue3JJGzQ+Q2/Z8MudvI/Z4nqmVQOwBgOgg+QCOE3n48dQUzV5w+N4nNxN+gFxkxp4PvA/TUq4zy5cg9gBAdJB8ACcKP/wM0OFHd7CrXLPnHyH8ALlFYs8mqe3RMUaZsWc0sQcAooXkAzhUJOGn6OXNrMnUnPnU/AC5YLeOPd6771zVypccfWfRquWJPQAQJSQfwLnCDz9PGuFH93RgjC3h574n/yH8ANmmY4/y3kcntT0lP7mD2AMAUUXyARwtovDTrpl+zI8x/pz5Rwg/QPYYsafvRy7zFjqXeW9P4mhiDwBEHckHcLrIan6auqznjUjNz/1P/pOaSvgBIrD7k5829v3IfKqEp7Yn8ZPbiT0AkAd4ng8AQ/jP+Xl91Mk5C9zmc36MSVo0LvXBmzUKF6ZABmTNG3vk0oHxpKyEM8uX+qQ3sQcA8gZ1PgAM4df8PHFvsbZmzY/b7I1q3uIjdz+6iZofIEu7PvnpL4k9+sE9yqjtKUVtDwDkIZIPAI8Iws99xdo1NW5P0Ddnz1985J5HCD9AKGbs+VjpawbKlXBmudJG7ClH7AGAPEPyAZAh/PDz+H3F25q9vbmNW7Rd85YcvueRjYQfICCJPRv6fuzStT2uwLGnkInYAwDRw30+AHyFf8/P4PdOzFmQLiMatT/K3aJx6VFvncM9P4CdEXse/MSo6zFSjyp0ZrkyH/f2jz3yl9gDAFFFnQ8AX+HX/Dxm1vzovq6NZm9LDt9LzQ9gs3P03PVG7NGVPSqB2AMA+YfkAyCASMJPiTZGszddgexasOTwfY/8RfgBlBl7NvT9xPMQLKORW/myxB4AyD8kHwCBRRR+2jZPsB70M3/xEcIPYNT29P1EKU8viFLbU/bj24g9AJCPSD4Aggo//DwqNT/N9fHELaW8BYup+YGj6dhj/n48z+0pR+wBgPxG8gEQSmThp1mCp9Nel0vCz/2EHziSxJ4/+46WX4Hu9t2MPbcSewAg35F8AGQhgvBzf0mj5selK36UGX42EH7gKDsk9jw42vwVuHWXBsQeAIgRJB8AWQs//DxyX8k2zQp5K36M8NPnYcIPnGLH6J+N2OP9ASQklSv30a3FiD0AEBt4ng+AcIX/nJ+3Rx6buyDVrPkxJmnWuMy7b5/Hc34Q37yxx9jtZV8vdGa58h/dQuwBgNhBnQ+AcIVf8/Pw/SVbWzU/RrO3Qw88vJ6aH8QxiT3rjEZuugtrVwKxBwBiD8kHQAQiCT+JEn48xUCzwwPCD+LV9tE/r33wU+upVhJ7KhB7ACD2kHwARCay8NPcbOJm3OrtWkjND+KRjj3mz8LYzwudWe60j24m9gBADCL5AIhY+OHnofsTWzUvbHTva14Ll/DT9+E/CT+IG0bs6TfGZezhxu+hUFJZYg8AxCySD4DsiDD8FLKuiBN+EDe2j/5ljcQes88Po7YnidoeAIhpJB8A2RRJ+Cmla36UeWF80eJDDxJ+UMBts2KP53GlZSt+dBOxBwBiGckHQPaFH376S/hpVtiabuGigw8+tI7wgwJq26dG7LF6LyyUVLbSh8QeAIh1JB8AORJB+OkjNT9FzHHdMrbU/PQj/KAAMmLPg2ONV8YTq4ye3CpR2wMABQHJB0BOhR9++vUxm715n3C/kPCDgkZiz2qJPXqXd6lCZ5at/GEvYg8AFAgkHwC5IJLwU7pl88Lm8x6N59wvWnyw30NrCT8oELZK7Olnxh6jSwNVKKkcsQcAChCSD4DcEWH4KWJ0dW2OvGjxof6EH8S8rZ/OM2KPt8ZSYk+VD28k9gBAAULyAZBrwg8/D3prftzGnRKK8IMYJ7FnlRl73ObNPYXOLEvsAYACh+QDIDdFEn7KtGhexOXtHWvxooMPEX4QkyT2/NFvrCfGKFfhpLJVP6CRGwAUPCQfALks4vBjPhFFSpSLjPCzhvCDmLLFiD2fSeBxG0+jMmp7qhr39pQl9gBAgUPyAZD7wg8/fSX8tDDCj9nTtVHz8zDhBzHDE3u8MWZb+qFvmxwrWqUMsQcACiLPRSwAyHXW4cVtSjelpaWlep3ySB3x7qF5804ZDd+MKdxNLiv39jt1Chem4Ij8ZMSe/p+bsdzoyW172qFHj0474D7WsmXLUaNGVa5cmdgDAAULyQdAFEUQfkYcmj8/RRcx5a+En7feuYDwg/yy5dP5K/t/pmOPZJpd6shDh/8nsUe/W7Vq1c8//7xx48bEHgAoQGjtBiCKwm/29sADZZs3L+rpMli5Fi8++Ej/1TR7Q77YbMQeqe3xxJhCSWVrfXl3naaXWCPs3LmzY8eO77//PrEHAAqQQgMHDlQAEDX28GP/6zNcNGhQdNeuU1s2p8lldil0btt6fNUf/17RsZIULBWQV7yxR7gTlBF7kj7oWfasytdff71k9YULF+rRpPZy5syZq1ev7tKlS7FixYg9ABD7aO0GIC+E3+zt3REHF8xLMcOPMfZlTcq9+c6FNHtD3jBjzzi9+8n/Cp9ZJun9nsVtPbktWrTolltuOXDggDXJeeedN3Xq1Dp16hB7ACDG0doNQF4Iv9lbnwfKNWtRVF+XkTEXLzr4aP9VNHtDHpDYkyyxR++qrgCxR3bU1q1b//rrrw0bNrSm2rBhQ4MGDSZNmqQAALGN1m4A8kikzd62bkkzOjxQatvW46v/ONKeZm+IJok9Kx76wmU8uMfYF4sklT3TL/borF6uXLnbb7/90KFDS5Ys0dNKpeWECRP27NlzxRVXyDgKABCTaO0GIE+F3+xt5IgDRrM3o2ctY+TLmpQb/M5FNHtDNPwzZsGK/uOMVhBm74KFk8pUe//64lk9rlTqeXr37n3s2DFrPvXr1//666+TkpIUACD2kHwA5LXww897Rvg5aTzk1OjxzX3ZZeXfGEr4QS7TsUd3aSB/pban2vs9sow9uopyw4YN3bp1W7NmjTW3ChUqjB8/vn379goAEGO4zwdAXgv/np/7HijfrEUxPbpLuZYsOvB4vz+45we5SGLP7xJ7dNtL5SocSeyRvzVr1ly2bFn37t2tGe7fv79Dhw7PP/+85HkFAIgl1PkAyB8R1fws/OWE0s/6cavGTcq9MbQuNT/IOTP2fJFR23Nm2eqjuocfe+yzGjly5EMPPZSSkmINad269eTJk6UKSAEAYgPJB0C+CT/8jBq+f6HR7M24B0P+Nm5S/nXCD3Lmbx17XC59L1nhM8qc9UH34lWyE3u05cuXX3PNNZs3b7aGJCUlSfhp3LixAgDEAFq7Acg34Td7u7dvhaYtihndDZtZ6ddFB57ot5Jmb8g2I/Y89KWOPbpLgxzGHmV2b5CcnGy/w2fbtm0tWrR45513FAAgBtCrNYD8FH5X1/UbFtu189TWLanmQLV96/E1K49c3rEyXV0jUn+PWbhcYo/StT0uiT1nv5/T2KMVL178lltukQnnzp2rqzSlGvP777+X6qCuXbsWLVpUAQDyD63dAOS/8Ju9vW80ezvhMp/zI6M3alL+v0Pr0ewN4dOxR5m3jZk9uUnsuS5XYo+dJJ8ePXrs2bPHGlKzZs2pU6fWqVNHAQDyCa3dAOS/8Ju93aObvRmt3qTY6vp14f4B/ZJp9oYwSez5TWKPsbsZzystHJ3Yo8zuDZKTk+13+Kxfv75BgwYTJ05UAIB8Qms3ADEhkmZvxXfvOrVtc5rRH5fLtX3L8TUrD7frVIVmbwhtk1HbM95sLGl0YC21PTWiE3u0UqVK3X777UeOHFm0aJEeIrWXEyZM2LVrV4cOHeSDFAAgb9HaDUAMCb/Z2wfD9y365bi+T0NGbNSkwmvDLqbZG4LZZNT2jNd9A8rfImeUOef9a6MXe+ymTZvWq1evo0ePWkPq168/ZcqU6tWrKwBAHiL5AIgtEYWfxWb48d7zU+FVwg8Ckdiz7OGv9POgJMUUTSpdY9S1JfIk9mjr16/v1q3bmjVrrCFly5adOHGivSM4AEC00doNQGwJv9nbJQ2L796Zsm1Lmh64fesxmr3B36Yxi5Y+/JVxV6sZe4oklT4nb2OPOO200+64445NmzatXLlSDzl58uRnn30mCb5Nmza59SkA67H5EQAAEABJREFUgNCo8wEQi8Kv+flw+F6fmp//DLuEmh9oG8cs8tT2GPf2GLU954z6vzyOPXajRo3q37+/xB5rSOvWrSdMmFCpUiUFAIgykg+AGBVB+Bm2d8k8b/hxuxs2JfzAsFHX9hiP7XEnGB1Ylz43X2OPtnz58muuuWbz5s3WkKpVq06dOtXeERwAIBro1RpAjAq/q+u7Hqx4WYvi5rhuubC/bOH+Zx78na6uHU7HHrNHA89ze2Ih9iize4Pk5OTOnTtbQ3bu3NmiRYshQ4YoAEA0cZ8PgNgV/j0/FzcsYdzzszlV38uxfcuxtSsPte1UlXt+nGnj2EW/Suwxdw/JNBJ7zouN2KMVL178pptuKlq06Ny5c3XdptRnzpgxQ6qDunbtKsMVACAKaO0GINaF3+zt42F7Fv9yTLd5k78NmlR4ZXh9mr05zV9jF0ttjzLPcGZPbmXOe++aElXKxEjssZPk06NHjz179lhDatasOXXq1Dp16igAQG6jtRuAWBd+s7c7Hqx0WcuS3snUskX7nu27nGZvjiKx51cj9pidGkhtzxmxG3uU2b1BcnJys2bNrCHr169v0KDBuHHjFAAgt9HaDUABEGmzt+3/nFJmX147th5fm3ywTafTafbmBGbsmWDsDkrX9pSuOSp2Y49WqlSp3r17//vvvwsXLtRDpBpz8uTJO3fu7NChgyytAgDkElq7ASgwwm/29smw3Ut+PiYjJpgjN2x62kvDL6XZW3yT2LPk4Qm6c3OXchVNKlUrhmt7/E2bNu3mm28+cuSINaR+/fpTpkypXr26AgDkBpIPgIIkovDzqxl+9G0/DQg/cW2DEXsmemOPKpZUutZ73QpQ7NE2bdrUpUuXNWvWWEPKli37xRdf2DuCAwBkG63dABQk4Td7q2c0ezu5Y/Mp41kuLteOLUfXrTzUmmZv8Uhiz+KHJ5ob1i07QNGk0rULYOwR5cuXv+OOOyT/rFy5Ug85efLkuHHjUlJS2rZtG1OLCgAFEXU+AAqe8Gt+Rg/d9esvxzwPOVVGzc+g4Q2o+YknG8YuWfzIRE+Hfi5V7AyJPV0LYuyx++CDD/r163fixAlrSOvWrSdMmFCpUiUFAMgukg+AAimi8LP0l6Nmsdil3OkNmlZ8kfATLyT2LHpkotFLqe7A+ozS5xf82KNJtc9VV121efNma0jVqlUnTZpk7wgOABARerUGUCCF39V1735VGrVMNLv7Mvo5XrZw7wsPLKOr6ziw3og9k2Q/MLal0citTNzEHlG3bt3k5GT7HT47d+6Ump+33npLAQCyhft8ABRU4d/zU7dRyT07T27fnKp7/dqx5di65IOtO5/BPT8Flyf2mBtQruEVTSpdZ+TVcRN7tOLFi990003y96efftKVnFKxOXPmzOXLl0t1ULFixRQAIBK0dgNQsIXf7O3ToTuX/nzUpWsI3O5Lm1YcOKIhzd4KIqu2R5mPLC0Wj7HHbsGCBddcc82ePXusITVq1Pj222/r1KmjAABho7UbgIIt/GZvt/Wr2qhVollUNsb+beHegQ8spdlbgSOxZ+Ejk2ULmpvRqO05P65jj2jWrFlycrL9Dp9NmzY1aNBg3LhxCgAQNlq7ASjwImz2lrJjc4qEHxm0c+vRP5MPtqLZW8GxfuyvCx+V2GPU2ume3KS2p2Rcxx6tVKlSvXv3PnbsmNT/6CFSnzl58uTt27d36NBBvq8CAGSF1m4A4kT4zd7GDN2x7Gfd25sx9qVNK74wohHN3mLfn5/9utBo5ObydmBd6oKRVzkh9thNmzbt5ptvPnLkiDWkbt2633zzTfXq1RUAICRauwGIE+E3e7u13+kNWyWasceo+Vm+cO+LD/xKs7cYJ7FnwSOTjcaK5mYrllTagbFHdO3adcWKFZJ2rCErV66sV6/e9OnTFQAgJJIPgPgRfvi5pd/pDVqWUmaHyEb4WbBn0ANL0gg/sUpiz/xHJhu1PQZXsTNKX/BuFwfGHq1GjRq//vprr169rCGHDh3q0qXLU089JZWcCgAQBK3dAMSb8Ju9ffbOjmU//2t2de2W/6vftOIL7zYuRLO3GGPGnv+ZW0W2lCqeVPrCd690bOyx++ijj/r27XvixAlrSLNmzaZMmVKpUiUFAPBD8gEQhyIJP9t/k/DjveenftNKz7/bqFBh6sNjxToz9iSYW0diTLEzSl1E7LFZuXJlt27dNm3aZA2pWrXqpEmT7B3BAQA0zu4A4lD4zd5u7n/Gpa1KGV0km4/5Wb5wz6A+S9JS0xViwLrPls5/dIpLbx1iTyB169ZdsWJF586drSE7d+5s3br14MGDFQAgM3q1BhCfwu/q+qJGiXt3nty5OcVoTOVy7dxidHXdkq6u85vEnnmPmo3c3O4EM/bUJfYEUqxYsZtuuqlkyZJz5szRtZ1Sw/nDDz8sX778qquukncVAMBEazcA8Sz8Zm+fG83ejniqfpT7kqaVnjPu+aFiPH+YsWeK+dBZo1uD4kbs6UzsCW3BggXXXXed1PlYQ2rUqDF16lR7R3AA4GSc1AHEs/Cbvd3kbfam+3v7fcHul2n2lk/Wfrb0l0enKJen571ixJ7wNGvWLDk52X6Hz6ZNmxo1ajRu3DgFAKC1G4C4F36ztwsbldq78+SOf1JcGc3eDrTsnESzt7y01qjtmarMzONSruJJpesRe8KWmJjYu3fvEydOSP2PHiI1nJMnT966dWvHjh1lpSkAcDBauwFwhPCbvY17Z9vyuUfMe0uMkS9pVunZdy+j2VveWPvZsl+MLg10T26q+OmlLjZiT2liT6SmT5/es2fPI0eOWEPq1q07derUGjVqKABwKs7lABwh/GZvvfonXdq6lMt8xI9Ms2LB7lf6LKbZWx4wYs9jRiM33YF18TOIPdnXuXPnFStW2O/wWbly5cUXXyyJSAGAU9HaDYBThN/s7YJGpfbuOLnznxR5nWA2e1u/4kCLK2n2FkUSe35+bKrLvLlHx55LRhB7cqR8+fJ33HHHjh07li9froekpKSMGzfu2LFj7dq1k3WoAMBhaO0GwFnCb/b2xZCtv889rMyaH3FJ00pPj2xCs7doWOOJPUqv7RJG7OlE7MktknYkAp08edIa0qxZsylTplSqVEkBgJOQfAA4Tvjh58shW36fe8QTftzui5tVJvzkujWfL5v76NQEs5Wb2YF1Yn1iT25buXJlt27dNm3aZA2pWrXqpEmT7B3BAUDc4/wNwHHCv+fnhoeqXdK6tFKex8qsWLD71fsXcs9PLpLanrmPTnPJZThzHRdPKkXsiYa6deuuWLGia9eu1pCdO3e2bt36jTfeUADgGNznA8CJIrjnp3HpvTtP7vrnpHn/idq15ej65APNrzyTe35yTmp7fnpsmqQZiT0J5r099Ud0TCT2REexYsVuvPHGUqVKzZkzRyo5ZYj8/eGHH5YsWSKJSN5VABDvaO0GwLnCb/Y23mj2dsgIP0bdj7tes8pPjWxKs7ecWP35b3Mfm6abEUqKKSGxZ3gHYk8eWLBgwXXXXSd1PtaQGjVqTJ061d4RHADEJU7bAJwr/GZvPY1mb2XM0Y2qn+QFu16j2VsOSOyR2h5lZk7dkxuxJ880a9YsOTnZfofPpk2bGjdu/PHHHysAiGu0dgPgaOE3e6vTuPS+nSd2/pPiMmqKXLu3/Ls+eT/N3rLBjD1fGx1Ym6u3xBmJlxJ78lZiYmLv3r1TUlLmz5+vh0gN57Rp09avX3/VVVfJmlcAEI9o7QYAETR7+2rI5hVGsze3+eSZ9IubV3lyZDOavYVPYs8ciT36caVKYk/JBsSe/DN9+vQbb7zx0KFD1pC6detOnTq1Ro0aCgDiDskHAAwRhZ/knw5ZXV3Xa1blyfcIP2FZZdT2fKNXnfncnsQGw68g9uSvzZs3Sz3PypUrrSGlS5ceP358586dFQDEF1q7AYAhsmZvO06Yvb0ZPZLt2nLkrxX7m11ZjWZvoa36fPmcx77Ra1H+Fq9asuEIanvyX9myZe+4445du3b99ttvekhKSsrnn39+7Nixdu3ayYZQABAvqPMBgAzh1/xMePuf5LlmzY8xhVHz88R7zan5CUZiz+zHv3Ept+4cvESVkg2Hty91ehliT+wYN27cXXfddfz4cWtIs2bNJk2aVLVqVQUAcYHkAwCZRBR+Vs495DZqfjzN3h4n/AQisefHx78x1ovZgXXxKiUbEXti0po1a7p06bJp0yZrSKVKlaZMmWLvCA4ACi7O0ACQSfhdXfd4+Kx6rcvK6DosJS/Y+cZ98+jq2scfZuwxsqH5OKTiVRKJPTGrTp06K1as6Nq1qzVkz549rVq1+u9//6sAoODjPh8A8BX+PT/nNy6zb8eJ3X+fNAYq1+7N/25I3t+Ue368/vDU9pgrULkk9jQefjmxJ5YVK1bsxhtvLFOmzOzZs6W2U5mVn7NmzVqyZMlVV11VvHhxBQAFFq3dACCw8Ju9TXr77+SfDprldKNio17zKo+914Jmb2bs+VavFqMnt6olGw8j9hQYEnW6deu2c+dOa0j16tW/+eabunXrKgAomGjtBgCBhd/s7bqHz67Xppwxqnn7/sr5Owff94vDm7398fnvsx7/VlaH21yBxYk9BU3jxo2Tk5Nbt25tDdm8ebMM/PDDDxUAFEy0dgOAoMJv9la7cZl9O0/s/ueE2dWb2rPl6F8r9jXpUt2Zzd5Wfv77j0986zJvgdI9uV1G7CmAEhMTb731VqnenDdvnh4ir7/++uv169dfddVVsvkUABQotHYDgCyE3+xt8lubVs49qIv78rdus6qPjmrptGZvK8cZtT0u5TKfd6SKVynRZFg7Yk+BNn369BtvvPHQoUPWkLp1606dOrVGjRoKAAoOWrsBQBbCb/Z27SM16rYuZ9Z1GDf0/7Fg55v3/uyoZm9m7PnO6M5AeTqwJvbEgc6dOycnJ9evX98asnLlyosvvnjatGkKAAoOWrsBQNYiaPZ2WVmjt7d/Tujb+ndv/nejY5q9Sez54fHvzDUh391VokrJpsPaEnviQ9myZW+//fY9e/YsW7ZMD0lJSfnyyy///fffyy+/XLamAoCYR2s3AAhX+M3e/vfWpj9+OqDDj4x9UfOqj4xqFd/N3pKN2DPdZVT3GGupZNWSTYe2IfbEn3Hjxt11113Hjx+3hjRr1mzSpElVq1ZVABDbuEgDAOEKv9nb/z1So3BVoztgt3HPj+uP+Tvejutmb8njVhixx8x5snaM2p6h1PbEp169ekm1T82aNa0hCxYsqFev3ty5cxUAxDaSDwBEIPzwM3n5CxsP/ewyunU2mn6Z4WduXIYfiT0zn5hu9migzNhTopnRyK00sSde1alTZ/ny5V27drWG7Nmz5/LLL3/11VcVAMQwkg8ARCac8LN+/fpDhw7O3zHyLwk/ygw/Lteq+TuGxF34kdgz44np3soeZcSeocSe+JeYmDh16tS3335bNrEekoCu9B8AABAASURBVJaW9vTTT1955ZX2LuAAIKaQfAAgYlmGn8WLF5vvuyX8JJ590OW5qdKo+RlyT/yEHzP2fG/046Z0bU/J5sQeJ3nooYfmzZuXlJRkDZk+fXq9evVWrlypACD2kHwAIDtCh5+FCxd6R3Rf3f/si9qWN55vY9z9b9T8vHPPT3EQflaMW/H9E98rM/bIdzNre9oQe5ymcePGycnJrVu3toZs3ry5UaNG77//vgKAGEPyAYBsChF+rORTrly588+v3e2Rcy9sW94cYDzoJw7CzwpvbY/uv86s7WlTmtjjSBUqVJg9e/azzz5rbdmTJ0/ee++9N910k70LOADIdyQfAMi+gOFn1apVBw4c0MNbtWqlg4ARftpU8PT57CrYNT8rxiUbtT1G5w3GFzdjT2tij5PJVn7ppZdmzpxZtmxZa+C4ceMaNGiwadMmBQCxgeQDADniH35++eUX690WLVpYcaDboxJ+yiuXrvhRq+fvGHrPnAIXfozY86QRe5TRYbdR29OC2ANT+/btk5OT69evbw1Zs2bNxRdfPG3aNAUAMYDkAwA55RN+fv75Z+ut1q1b27u67vroeUbNj6fix2j2VrDCz+/jkqdL7PF+gRKVS7Z4pxWxB5bq1asvWrTo/vvvt4YcOXKkW7dujzzySGpqqgKAfOWyHkkOAMgJ63B62mmn6dZu5cuX37p1a6rXKY/Ur9/csPqnfWbNjzHJhc1Pf/D9toUKx/qlqN+N2p4Zysw9EmJKVinRktiDICZOnHjrrbfa7/Np3Ljx1KlTq1atqgAgn1DnAwC5Qxfuk5OTrZt82rVrF/Ahp1c/et4FVs2PUqvmbR92z+wYr/kxa3tmGBVV5lKXIPYgpO7duy9btqxmzZrWkCVLltSrV2/u3LkKAPIJyQcAco0U8X/66Sfrn61bt/Z/yKk3/NSU8OOJES7X6nk7ht8du+FHYs93T870NhNwSW1PK2IPslKnTp3ly5dLBLKG7Nmz5/LLL//Pf/6jACA/kHwAIDfZL2m3adPG/yGnmcJP29OM8YyuAlyr52+PzfDz+xcrv31ypplfjOU0Y09LYg/CkZiYOGHChHfeeUf2Ez0kLS3tmWeeufLKKw8dOqQAIG9xnw8A5KbTTjtt//79yrzJZ9++fW5TuknKfP73/Hzz5vo1c/YZocI4GLsvaH563w8uj517fpZ/sVJqe8zUY/TkllilROshLYg9iNSSJUuuvfbabdu2WUOqV68+ZcoUe0dwABBt1PkAQK5JTk7WsUe0bdtWBXrIqU/Nz1WP1qzTtoLnkaAu15r520fc/WOM1Pws17U9ZucNkmJKVib2IJsaN24sv47WrVtbQzZv3ty0adNRo0YpAMgrJB8AyDX2m3x08lFhhZ9addqeZjwY1LyLJkbCjxl7frDuRCpZpWSbd4g9yL4KFSrMnj37+eefl71FDzl58uR9991300032buAA4DoIfkAQK6xJ582bdr4P+Q0WPjpIuGnzWkupcd3rZm37d18DT8Se7558gelPL3PlaxSos2Q5sQe5JDsKi+++OKMGTMkBVkDx40b16BBg/Xr1ysAiDLu8wGAXGPd5CMFu3379umB1mE2y3t+vhv855o5e/VDfuToXKfFGX0+aJ/39/z8ZtT2zPIshlKJVYq3JfYgV23btu3qq69evny5NSQxMVEiUNeuXRUARA11PgCQO+w3+UiFjzU8/JqfKx8zm715HvQjNT/bR949K49rfn774o9vnpylvLmnJLEHUZCUlLRo0aIHHnjAGnL06NFu3bo9/PDDci1AAUB0kHwAIHf49GdtfyuS8FP7fOOeH7MvNaXWzNs28q68Cz9G7Bnwg+fTXSqxcgliD6KkaNGiw4cPnzBhgtT2WAOHDBnSvHnznTt3KgCIApIPAOQOn2eY+rwbUfip07ai0eGBOfKa+RJ+fsiD8COx52uJPd4ap5JG7GlWhtiDaOrevfvy5ctr1qxpDVmyZEm9evXs1xEAILeQfAAgd1jJp0KFClJ08x8h/PDT2aj5qSiju91GBcza+dvfi3L4WfbFH9MGzDJuL1Ke5/a0G9Kc2IM8ILFHwo9EIGvInj172rVr9/LLL3MrMoDcRfIBgFywcuVK6yYf/wofS0Thp7ZR8+PpXW3tvG3RCz869nhijHKVlNjzttT2lCL2IG8kJiZOmDBh2LBhRYsW1UPS09Ofe+65Dh06HDp0SAFALiH5AEAuCN3UzS6i8HNRx8r6iTqSSCT8fHjfLJXbFo9eMW3Ajy5vV5+JVUtcTuxBfujbt++iRYuSkpKsIbNmzZLqU3sXcACQEyQfAMgFPk/yCT1y2OGnSPt+tWq3rWSM7ZaR1aqftrzb+/tcrPlZ9sWqb1/4yVwctyxJYpUSl7/VlNiD/FK/fv3k5OT27dtbQzZv3tykSZORI0cqAMgxnucDALkg4JN8Qgv/OT8zBq9dN3uP0fDNmMJdp0XSPR92yPlzfpZ+sWraUz+aqUf35Fb8ireJPch/8nMYZJJfhDWwe/fuY8aMKVGihAKA7KLOBwByyn6TT6tWrcKcKvxmbx0fO9+458dgRJS187a+f9eMHNb8LP1y1dSnflRmKdOo7SH2IGbIDvbCCy/MmDFDriNYAydOnNigQYP169crAMgukg8A5FT4N/n4iCD8PF6nVttKyvuE0XXztr1/Z/bDj9T2TB0w26U8MaZkFWIPYk779u2Tk5MbN25sDVmzZk39+vUlAikAyBaSDwDkVEQ3+fiIJPycX6dDZXNctxl+tn5070wVuUVjkqc8Nduci/GwVKnt6fBWE2IPYlBSUtL8+fMffPBBa8jRo0d79OjRv3//1NRUBQAR4j4fAMgp6yafUqVKHTp0SNKCilD49/zMfGP1+tl7PP29ud21WyTd/VGn8O/5kdjzzfM/KzPzGLGnSvGOb11G7EGMk3qe3r17S+yxhkhd0OTJk+0dwQFAlqjzAYAc+eOPP6ybfNq1a5eN2KMiqfnp8PgFNdvpZm9Gd2/r5m378M5we3tbNGbl1xJ79Ee5iD0oMLp37758+fI6depYQ5YsWVKvXr25c+cqAAgbyQcAciQnTd3sIgo/tdpVMsZ3G1U36+ZtDSf8LByzctoLc5XL00F2YmViDwqSmjVrLlu2TCKQNUSuOMi1hkGDBtF6BUCYSD4AkCO5lXxUJOHnCl3z43K5zZGNe35Chh+JPV+/8LNLd5DgUiUrl+hE7EFBU6JEiQkTJowYMaJo0aJ6SHp6+gsvvNChQwer3hUAQuA+HwDIkZzf5OMj/Ht+Zr2xav3s3UYdjhFo3LVbnHnnR5397/kxa3t+NuOLUUdUqkrxzm82Jvag4Fq+fPk111yzefNma0hSUtLXX39dv359BQDBUecDANlnv8mnbdu2OY89KpKan/aPX1izbWWXpyLH9ecvWz++c7pPzY/EnqkSe3SMUcZzezq/RexBwSYJJzk5uX379taQbdu2NWnSRKqDFAAER/IBgOzLxaZudhGEnycuPK9dZZenrze1TsLPHRnhZ4ERe35xeav3E6uYsacqsQcFXtmyZWfOnDlo0CDrckNKSkrfvn179OjB004BBEPyAYDsy/YzTLMUSc3PBTXN8KO7Lvhz3paP7/hOGbHnD4k9yhtjzNjTqCy1PYgXspc+99xzkn/Kly9vDZw4caLUCE2bNk0BgB/u8wGA7Mv1m3x8hH3Pz6m5Q9as/X6HmX+Mm3mq1iq/68/9nn+6VGmJPYMbEnsQl7Zt23bttdcuWbLEPvChhx564403ZA9XAOBFnQ8AZNOqVausm3zatGmT67FHRVDzU6T1Q3XO73S6dzK1809jwdxG7DHu7bnyTWp7ELeSkpLmz5/fv39/+8AhQ4Y0b958586dCgC8SD4AkE3Ra+pmF374afPwBbUl/OgeD5QnxpSqUvzqtxsTexDfZH+WqDN16tTExERroNQC1a1bd/bs2QoATCQfAMimKHVv4C+c8FO0aFH52+7RurXaVzXHNfp7k9hz1dvU9sApunbtunz5cvvTTvfu3XvFFVe88sortO0HoLjPBwCyLdo3+fgIds+P/bYfIf+cM/iPtd9tLZtUstvbjUtXLmnPSMQeOMHw4cMfffTRlJQUa0j79u0nTpxYtmxZBcDBSD4AkB2rVq266KKL9OsuXbp88803KvpCh580Lxm4ZPSf9f7v7BLlihXy0rFHEHvgBFL5c/XVV2/bts0aUr169SlTpvC0U8DJaO0GANmRNzf5+AjW7E1Y7dmKmlrcc1GZSqV0EzirkRuxB87h/7TTzZs3N23a9L333lMAnIrkAwDZkWc3+fgIEX7svR3YWe3ciD1wlAoVKsycOXPgwIFWS9STJ0/ef//9N9100/HjxxUA56G1GwBkRx7f5OPDv9mb1fhND9HvWiHHJ/MQe+Aos2bN6tmzp9UHvahTp87UqVNr1qypADgJdT4AEDH7k3xatmyZx7FHhdHbm1XPY6G2B47Vvn375OTkxo0bW0PWrFlTv379adOmKQBOQvIBgIjlV1M3O5/wY+Ufq/GbHbU9cDj9tNO+fftaQ44ePdqtW7eHHnooNTVVAXAGkg8ARGzu3LnW6/xKPipk+LEj9gDKfNrpsGHDJkyYYH/a6TvvvNO8eXN7F3AA4hj3+QBAxPL3Jh9/9iO5z1HdJ+cQe4D169d36dJF/lpDKlSoMHny5DzrpBFAfqHOBwAis3r1ausmnxYtWuR77FHeOh/7a3slj/84gJPVrFlz+fLl3bt3t4bIL7pdu3Yvv/wyl4OB+EbyAYDIxMJNPgG5QlIAvBITEydMmDB8+PCiRYvqIenp6c8991yHDh2kFlcBiFMkHwCITL48wxRArnvggQcWLVqUlJRkDZk1a1a9evWkRkgBiEfc5wMAkbFu8ilevPiRI0cKFy6sABRY8nPu2bOnZB5riFQEDRky5P7771cA4gt1PgAQAftNPlLhQ+wBCroKFSrMnDlz4MCB1j17KSkpffr06dGjx/HjxxWAOELyAYAI0NQNiD8ul+uFF16YMWOGpCBr4MSJExs0aGDvAg5AQUfyAYAIxGz3BgByqH379snJyY0bN7aGrFmzpn79+hKBFIC4wH0+ABABbvIB4ltqauojjzwybNgw+8B+/fq9+eab/N6Bgo46HwAIl1wAtm7yadWqFcUgIP7I73ro0KETJkxITEy0BsqQ5s2bb9u2TQEoyEg+ABAubvIBHKJ79+7Lly+vWbOmNWTJkiX16tWbO3euAlBgkXwAIFzc5AM4h8QeCT8SgawhUuXbrl27QYMGcacAUEBxnw8AhIubfAAHGjFixCOPPJKSkmINad++/fjx4+0dwQEoEKjzAYCw2G/yadGiBbEHcIgHHnhg0aJFSUlJ1pBZs2bVq1dPaoQUgAKF5AMAYaGpG+BY9evXT05Olqoea8i2bduaNGny7rvvKgAFB8kHAMJC8gGcrEKFCjNnznzxxRcTEjxlp5S1jVAeAAAQAElEQVSUFKkO6tGjx/HjxxWAgoD7fAAgLNzkA0CZTd169uxptX0VderUmTp1qr0jOACxiTofAMia/Saf5s2bE3sAx2rfvn1ycnLjxo2tIXJ8qF+//sSJExWA2EbyAYCs2R/iQVM3wOGSkpLmz5//4IMPWkOOHj3ao0ePfv36paamKgCxiuQDAFnjGaYA7KTid+jQoRMmTEhMTLQGDhs2TOqEt23bpgDEJO7zAYCscZMPgIDWr1/frVu3NWvWWEMqVKgwfvx4e0dwAGIEdT4AkIW1a9daN/k0a9aM2APAUrNmzWXLlnXv3t0aIoeLjh07vvjii1xcBmINyQcAskBTNwAhlChRYsKECSNGjChatKgekp6ePnDgwA4dOti7gAOQ70g+AJAFnuQDIEt9+vRZtGhRUlKSNWTWrFn16tVbvny5AhAbuM8HALLATT4AwiTHip49e0rmsYZIRdBbb731wAMPKAD5jTofAAjFfpNP06ZNiT0AQqhQocLMmTNffPHFhARPESslJaVv3749evQ4evSoApCvSD4AEAo3+QCIiMvlev7552fPni0pyBo4ceLE+vXrr1+/XgHIPyQfAAiFZ5gCyAa5UJKcnNy4cWNriMQeCT8SgRSAfMJ9PgAQyhlnnLFjxw79mgMmgIikpqY+8sgjw4YNsw/s27fvm2++aXUEByDPUOcDAEFt3LjRij00dQMQqcKFCw8dOnTChAmJiYnWwOHDhzdp0mTbtm0KQN4i+QBAUAsWLLBeN2/eXAFA5Lp37758+fI6depYQ+Sf9erVs3cBByAPkHwAICh78mnWrJkCgGypWbPmsmXLJAJZQ/bv39+xY8eBAwfSjBbIM9znAwBBXXLJJStWrNCvDx8+XLp0aQUAOfDuu+8+/PDDKSkp1pD27duPHz/e3hEcgCgh+QBAYCdOnEhMTExPT5fXderUWb16tQKAHFu+fPnVV19tv88nKSlp8uTJ9o7gAEQDrd0AILB58+bp2KNo6gYg99SvXz85OVmqeqwhkoJatGgxfPhwBSCaSD4AENj8+fOt1yQfALmoQoUKM2fOfPHFFxMSPCWxU6dOPfjggz169Dh69KgCEB0kHwAIjO4NAESPy+V6/vnnZ8+ebb/DZ+LEiVIjtH79egUgCrjPBwACSE9PL1eu3JEjR+R16dKlDx8+rAAgCrZt23bttdcuWbLEGpKYmDh69Gh7R3AAcgXJB0DckvSyceNGlS0SdebNm6dfV6pUqVGjRsHGLFOmTOXKlRUAZFdqauqjjz46dOhQ+8AHHnjgueee09df8otcAKpYsaIC4gXJB0DcksKE1Sd19EjJ4Nxzz1UAkDMTJ07s3bu3/T6fl19+uVOnTir/yHWf6tWrKyBecJ8PAABA/uvevfvy5cvr1KljDdm9e7cCkHtIPgAAADGhZs2ay5Yt4w4fIEpIPgAAALGiRIkSEyZMGDFiRNGiRRWAXEXyAQAAiC19+vSZP39+qVKlFIDcU1gBAAAgxjRs2LBs2bJ0qQ/kIup8AAAAYlGJEiUUgNxDnQ8AAACA+EfyARDn1q9fP3jwYGU2Hbn77ruDjfb666//9ddfjRs3vvPOOxUAxIA1a9Y89dRT8qJu3bp9+/YNMeann366YMECeSGjycgKQCC0dgPgFEuXLs2DB5sCQG6pU6eOjjErV6789ddfg422evVqHXuaNWtG7AFCIPkAcJCxY8ceO3ZMAUABccsttyQmJsqLL774IuDh68SJE1LhIy8qVKhwww03KADBkXwAOMiRI0ek9KAAoIAoW7bs9ddfLy+OHj365Zdf+o/w1VdfHTx4UF7ccccdxYoVUwCCI/kAiHMul0u/aNCggfxdsmQJbd4AFCBNmjTRbdgWL168evVq+1vyz/nz58uLdu3a1axZUwEIiR4OADjFlVdeuX379h07dowdO1aKCCVLlgxnqn///Xfy5Ml//fWXXFUtXLhw9erVzzvvvMsvv7x48eIKAPLEzTffPHDgwOPHj48ZM+bFF1/UdTsnTpyQf8qLKlWqXHfddfbx5a3p06dv2rRpy5YtJUqUkAPXRRdd1Lx5c+tKkGWhac+ePYcPHz799NOrVq1aq1atpk2bFilSRAFxp5D8kBQAxKP09PRdu3bt379f3/srcUWum8r10ZMnT8o5/pJLLrGPLMMPHDiQlJR06aWXWgPXr1//xhtvSOyR/JOampqSkiLlg3Xr1skMK1euLEUEGUciUIUKFRQA5DY5Uh09elSZx5kyZcpIfbVEmmPHjukqoK+++mrt2rUSZh588EH7UWjjxo1vv/32ypUr9+3bd+rUKclLO3fuTE5OlgoiSTX6riHtiy++mDJliowm48gBUz5OLg/JhKtWrWrcuLFc65GRy5Ytq4B4QZ0PgDjndrutF2edddYVV1wxY8YMucYp5/ULLrggxISSdj744AMpdkiBQy64nn322YUKFZJrqJ9//rlkJHnrhRdekPyjACD6mjVr9ttvv0ksmTt3rtTJJCQkyAsZ3qVLFzk6WaNJ7bTEHrlMI4c4qeSR2h651iMHrqlTp0oikgPXgAED5FAmY27YsOGnn36S4NSpUyeJUtWqVZOAJPOfNm3aP//8M2fOHBmugPjCfT4AnKVr166VKlVS5uMv5OppiDHHjh176NChYsWKPfPMMxdffLFc+CxVqpSUD5599lnJQlIF9NlnnykAyCu9evUqUaKEvJCKmkmTJskLqabu3LmzfZwJEyZI7Gnbtu2dd955/vnnlyxZsnz58lKV/fTTT1epUmXz5s0//vijHlMqduRvzZo1r7nmmnPPPbdo0aISkyRHtWnTRg5xO3bsUEDcIfkAcJbChQvrZ5XKlVEpIgQb7ciRI7///ru8uPrqq8uVK2d/S/JPt27d5MW6dev27dunACBPVKhQoXv37vJi7dq1cvyRqpu7775bjmnWCFK9s3TpUnnRsWNHn2nlIk6jRo2U2bJXD9H3Ou7atWvLli32MW+88cY33njj9ttvV0DcobUbAMepUaPGFVdc8cMPP8ybN69JkyYBO0Tau3evfhHw3dq1a+sXe/bskWulCgDyRIsWLX799VdJPvJa6mpOP/10+7t///23fjFgwIBgc9i/f79+Ua9ePak4kprtl19+uYaXHNBOO+00BcQp6nwAOJGUGHSbt48//jhgmzercFCxYkX/d8uXL6+7SLICEgDkjYYNG+oXuqd+u61bt2Y5eUpKij7oValS5bbbbtPdVG7atGn27NkfffTR008//c4772zfvl0B8Yg6HwBOpNu8vfbaa5JwJk+e3KtXL58R9B3AytZBgp3LJG/5dxELAPklNTVV/hYtWnTYsGHhjN+0adP69esvXbp09erVGzZskPofZT4jaNCgQV26dLn66qsVEF9IPgAcqkaNGpdffvmPP/44d+5c3fzdTvdYrcxandKlS/u8K3kpPT1dXpQpU0YBQGyQahxl1urs27cvzEZrUufTwiSvt23b9vvvvy9YsECOe998841ULum6cSBu0NoNgHN169ZNPwTj448/PnXqlP0tOd8nJBhHyBUrVvhPuGzZMv1C4pMCgNhgXbL59ddf/d/94IMPHn/88ZEjR+p/Ssj58ssvlyxZYo2QlJQkVT2PPvqo/ufGjRsVEF9IPgCcq1ixYnfccYcy63A2b95sf6tQoUK6Mf3s2bN1CxDLkSNHvv/+e2XGnlKlSikAiA2SfPSzfeQYJUcq+1vr1q1bunTp4cOHq1WrpofMnz9/zpw5P/30k89MrCa+1Gkj/pB8ADhazZo127RpE/Ct7t27Fy1a9OTJk6+88opcHJX88++///7xxx+vvvrq8ePHlVllpAAglvTs2VP+yjFKDlwrV66U/CPHLkk4o0aNUmbvLK1bt9Zj6g4S/vrrr4kTJ+pjmti9e7fUgSuz+/46deooIL5wnw8Ap7v22muTk5OtztwsZcuWveeee/TzTK32IVqRIkVuvvlmigUAYs0555xz0003TZ48+cCBA8OHD7e/JWGmX79+1o2LTZo0WbVq1ZIlS34w+cznlltusT8pCIgP7NMAnE63eRs8eLD/W3Xr1n355Zd//PHHDRs2bNmyRep/Tj/99PPPP79p06b6TmIAiDWtWrW65JJL5MD1999/b968OT09vUKFChdccMFVV11VokQJ+5hy6JOan3nz5u3atevgwYMpKSn6gadt27Y988wzFRB3XAE7bAWAOJCamhqwf4LcVa5cOR5mCiAatm7dKplE5Z9KlSpVr15dAfGCOh8AAAAA8Y/kAwAAACD+kXwAAAAAxD+SDwAAAID4R/IBAAAAEP9IPgAAAADiH8kHAAAAQPwj+QAAAACIfyQfAAAAAPGP5AMAAAAg/pF8AMSthISEsmXLhj/+9OnT3W63vJCpmjdvHuZUpUuXVgAQBSVLlozoIGY5fvz4nDlz9OuqVateeumlKlsSExMVEEdc+jQPAA536tSpokWL6tetWrWaO3euAoCC6eDBg+XLl9evO3XqJJd1FADqfABAk+RjvbYiEAAUROXKlbNeS/2PAmAi+QCAwZ58ihQpogCgwEpLS7Nep6enKwAmkg8AGEg+AADEN5IPABho7QYAQHwj+QCAgTofAADiG8kHAAwkHwAA4hvJBwAMtHYDACC+kXwAwECdDwAA8Y3kAwCG1NRU6zV1PgAAxB+SDwAY7I+84PEXAADEH5IPAAAAgPhH8gEAAAAQ/0g+AAAAAOIfyQcAAABA/CP5AAAAAIh/JB8AAAAA8Y/kAwAAACD+kXwAAAAAxD+SDwAAAID4l6AAwBnS0tIaNWrkCqJhw4bWmMOGDQs2WuHChZcuXaoAIL/17t07xJHKGu2XX35xBTd69GgFOIbL7XYrAHAGCS1NmjSRCKSyq3///kOGDFEAkN/27t1bp04d+auyq23btrNnz1aAYxQaOHCgAgBnOOOMM/bv37948WKVLdWqVZs4cWKxYsUUAOS3kiVLVq5ceerUqSpb5FD2zTffVKxYUQGOQWs3AM7y0ksvZftM//rrr5cuXVoBQGzo3bu3vaVuRB566KHatWsrwElo7QbAcUaPHn377berCNEsBEAMyl4jXqnBXrVqFZdy4DTU+QBwHLlKKjEmokmKFSs2cuRIBQAxRup8+vbtqyI0dOhQYg8ciOQDwIkkxkR0u86AAQNoFgIgNr300ktShxP++N26dbvmmmsU4Dz0cADAiSpWrPjvv//Onz8/nJGlSPHVV1/Ze4kFgNgh13FOP/30SZMmhTny9OnTy5YtqwDnoc4HgEM988wzYV4lHTp0KP25AYhlN9xwQ5iNeKUGO6IKIiCe0MMBAOeaMmXK//3f/4Uep1u3bjKaAoDYtm7duosvvvjkyZMhxqldu/aKFSu4lAPHos4HgHNdc801EmxCjFC6dOlhw4YpAIh5kmoeeuih0ONEeosjEGdIPgAcTYJNiHLA008/TbMQAAVF6Ea8PXv2jLRbd18ZtgAAEABJREFUSyDOkHwAOJqUEgYMGBDwLbmA+vDDDysAKCCkmnro0KHB3nrjjTcU4GwkHwBO99RTTwXssZpmIQAKnGCNeAcNGkQNNkAPBwCgvv/++86dO9uH3HbbbaNHj1YAUNBs2bKlZs2a9q4OGjZsuGjRokKFCinA2ajzAQDVqVMn+1XS0qVLDx48WAFAAeTfiFdqsIk9gCL5AIA2bNgwCTz69aBBgypWrKgAoGCyN+KVGmyp81EAaO0GAJYhQ4Y8/PDDNAsBEAfmzJnTrl07uYizZs0aLuUAGskHADzS0tLq1av36aefcn0UQBy44YYbOnXq1Lt3bwXARPIBAuB3ATiTy+VS8OJICMQCjku5iOQDZLD/HPhpAI7iU7ZwclGDIyEQIzgu5TqSD2DwOdNb/+QHAsQ9qzChX/j802l8jn4cDIF8wXEpSkg+QKZTu3Wyt5/1+ZkA8coqVdhfOLaQ4X8A5EgI5L2AxyXll4KQDYUVAJM7s/T0dE75QHzzSTuWhIQEPVx++M4pZNjTTkCKIyEQfcGOS9ZwRx2Xch3JB05nP9nrtJNusv5pb/wGIJ74pB2hX8hvX4cf5/CJPcEOhgpAlPkcl6yjkyL25AaSD6B8qnp+XZfa9vGTMtRlvmccYdzuBPOvHiKvZUyzWJQxJKzxA73rGZLluyqb44detvDmJl8g3XrX9l2M4fbXmcfX78phOt0zT+8Q613z4O07fsa7AcaX/xh/A76b4DI/K+y5eZfN5139rc1PUfbx9bf2n5ttfM/as4/vWYfm+tSfFWCde9eDz/jebRFwfL933X57nfzHf+P67opZ7FrezeQ7vv/m9r723UCZNr07Y5X67ioBN1Dkmy9jV8m8+cIZ3134rs7F3r5fFlkKGbqU78ByhhV4RNWex4+dCLTXmW3l9Z6fEGBzK/9jYOZdK93nqKLSfadyZdohI5u/y9zzw/1od4BDZULAj1ZBx7S9jmD+vqvR+9vJcqmsPdn+Cw29VPaDZ5ZLpezzTw/nu5jzzzgU5/r89boKf/7edWWMbn1WmFMZn+IKa62a2y4b87cdnbKeSrkLdWpUfMJzyntc0ocj8k+2kXzgaO7MHRvImT4tLS01Vf6YhR5zuCvdOPqkq4yzVLrPEOu1Pi8GGd8d8F3zk4O+6/IMcVtlU/v47szT2t91ZxRWAk/rHWIUEazx0wO8K3/TvBHFejfN826657V59PcZ3/Ou/HXLX/v4nneV9ztmGt/22u0/xCxP6HOS/7v6dXrIadPd5ucGHz/B+x3d9nc907qVfW4Z03rO5cq77azx7etTZcwtYyt7P8sozaT7bbv0TNP6bp2M8T2v3elulXla84Vt06fbZ+v3rjvAu+lB3s34Im5zU+pCgHf8jFXk+YLmkHTbhrOmtQ0J8jr4uyrkuwnB3nV5Npb9XWXOLd347acpp15Y9bkGZB4MVZq5eV0+xzodMIwjhssc4vIeJ80x05XPvuq27Wye3VLPx+/Y6H/8SXdn5PNgY7ozdlH9Iw3xlrXFM80kQenDlHFclb9p5kzc7sx7u8uzEtKsleAd0ztVxqHDczDMGDPT/O0/3gCHTeOzMuaZkPnXl+Z5bT/EmT9/z63bAQ8OZljy7PPmgUK5MzaKy2fMjPmbv1njAGROZduUvgcitzmWnmfmMQMd0LxrQI9pTJUQ6EillH3+xj+VZ6mCjGnbAey7nDvUVMYqs8a3Dv7KNqb3pJB5TNt6y3xMy9jf3La9SH9H62ThncqaZ6Yxrbkp/bXNQon+kVoHJWJPtjmrNh8Ixn6ZU9jeMA4w5lHJPMoY5SFlli6VvrDoedflOd4aRzFrfLdnfJc3QwWdVtmnddumddumddumNd72Tuv2nVZ5p3X5TevyTuvOmFa5veU822cFnlb5TusOOq3bM61Z0rAPyfhcc7jP+J7XLm/nKxnvei9x6TY55jf1hISMaZVnWhVqWhVwWu/4bvv4yvtZenlcftO6MqZVQZdT2aZVtmltRTfrxO4tJfhPq6xzodt3Wu9yemJPxrsqgt3AdxeKZDdQyr4bBNyULuUOvBvYNqUrwKYMthuo4JtSr+rQm1IF2JR6ZClhWE28nNO+y525lxe9BozClt6NVOYjofdXr5Qt2Lu8u4LnP0oF3azK2qn10dJvV8y8iV3Ktg2sMVWmze3ZRa0Pt7+l3L6LZx20M/ZM70FDBRjTtod7v7LL/yu7rYOzy3YQtlaO57VnzBBf2dxLlfWdXbYTR7BVah3b/E9GKuNgqPy+o305/eYZYLP6rjflOWLkaL15v6Nb+W1W+3pzhbneQu0qAb6j21ryHKw32+4Xar257evNHXK9eY/G3l+l0scl5xyRooo6Hzid2+8yp5V85Lhz+mkJZ1VO0MdVl+cobV6KMw+Znn9afz1DlHVx0eWpJfD8Mxem9ZlKuT0FB2s074XJrKd1Zx4h2LRu2xf3jhN4WvvCe08WLp/v6D+tz7r1fmiAaZXyX7CcbJesp/V8hZDrJxfXbYhplf/AsNZtwMWwj5Zxts/4iFBfwXfajH/q+XiCZzZ378CbwDatOY4r0+4RbBPY5xN0WqMYcvRE2h9/613OuvahW5XYsp8juL23+ugjoXWZWdZdYnFX3RqFAu51mVZpoF0r4KZxZdo0Ga+D7QbB9vZgu7rL5xgS5mytxfDdvYPMVvkeiLwj6CEZe13Avdrl9/VV5l9HkIOAz6p2BzgQ+W8a/4NtxjrJ3ucG2sQBPlf/M+DnZrFWbSvWHc7n+u5ambdFgH0g9K7onUmoHdj3qOj22wcC/kwy7TOZd2Dvd0xNS132p1Ken6T8GF3e236cdlzKdSQfwOATfnR1qByserYt9nafUgpAnEpN3njg4rv1a13CsGKPNY5ziho+R0Ld0EyOhLXOLLRwRHkFIE+4D/67t3w3MwR5fo/2Wmh9RCICZQ+t3YCMK51uW2fWSnlrrgHEOc8P3Z25EzNHtS2xf2XrYOh5SwHIey5vnU+6vbWbcw5KUULyAQw+4UcP9N7wACC+eVvaZ6acyu9ICCDvWYcgFwelXETyATz8SzxurnUCjuBSGTcTu/2builn8K/28QznSAjkg4y6aP+KaFJQtpF8gAw+JR7qfABnCBB7HF6wsB8MORIC+cHq7y7AFRlkG8kH8MXBBXCYjJI9gSfzv60/APKYt7dyfoK5iuQDeBB4AKfKuLbq+TcVPu6MPt2p8QHynjvzfT4KuYTkAwRF63bAGaxrqwiAIyGQ92hlGiUkHyAo4+FjCkDc44ceCiUwID+4qXCNBpIPEBTP8wGcgR96KORCID9YfU7yE8xNJB8gKK50As7AtdVQWDVAfsi4z0ch95B8gKBo3Q44g4urqiFwJATyA4EnKkg+QFDU+QDOQMk+FI6EQH7w7XMSuYLkAwBwOIoXQfA8HyDf8DyfqCD5AAAcjmurQfA8HyCfuLnPJzpIPkBQtG4HnIHn+YTCkRDIe7QyjRKSDxAUz/MBnIEfeiiUwID8QJ+TUUHyAYLieT6AM/BDD4VcCOQHnucTFSQfICiudALOwLXVUFg1QH7gPp+oIPkAQdG6HXAGnucTCkdCID8QeKKC5AMERZ0P4AyU7EPhSAjkB/qcjAqSDwDA4SheBMHzfIB8w/N8ooLkAwBwOK6tBsHzfIB8wvN8ooTkAwRF63bAGXieTygcCYG8RyvTKCH5AEHxPB/AGfihh0IJDMgP9DkZFSQfICie5wM4Az/0UMiFQH7geT5RQfIBguJKJ+AMXFsNhVUD5Afu84kKkg8QFK3bAWfgeT6hcCQE8gOBJypIPkBQ1PkAzkDJPhSOhEB+oM/JqCD5AAAcjuJFEDzPB8g3PM8nKgorAPkhOTn5jjvu8B9eokSJChUqVKpUqXr16q1NKjwNGzaUv6+//nq7du1U5Nxu97fffnvRRRedffbZCrnn5ptvXrt27e233/7AAw+o2LZz58758+dfd9111pD33nvvww8/rFmz5hdffKHimXltlY6t/eXJ83wuv/zyQ4cO+Q9PSEiQI+Hpp59+5plnNmnSpFOnTipfHTt2rFWrVvJi+PDhsjwRTXv8+PGePXtu37795Zdftr7Itm3bunXrFuYczjnnnK+++kpePPHEE7Nnz7b+GdAPP/zw1FNPyYsvv/zyvPPOU7HE/ziTK+bOnfvoo4/Ki0WLFhUunJ3CbaydBG19LHFpJjdR5wMElS+t2+UEKafD33//fdq0aXIcf/bZZ1X0yRldzsoDBw48fPiwgiNNmTLlmmuumTNnjnIiYk8o+XWfT3p6+q5du+Rg+M0338iRUA5QqsD673//K7FHOV7MHmdi8CRIK9Mooc4HCCpvnufTt29fuchk/fPEiRNySWzDhg1yhkhNTf3++++bN2/euXPnLOdz6aWXyt/y5curyMlBf+PGjQoOtmrVKtnffAbK5XbZr+SKu4pzxJ5Q8qYE1r179wEDBtiHpKWl7dixQ5KP1LHs3btX8o8cDK+44gpV0MyaNUsW3n94xYoVpVrVZ+Djjz9+5MiRli1b3nTTTfbhxYsXVwVfwONMLIjJk6CbzleigeQDBJU3z/M577zzdEM1H9dff/0dd9zx77//fvHFF+Ekn/fff18BuaqbScU/iheh5NeqKVSo0JmmJk2a3HDDDQcPHpSDYYFLPnIl66WXXgr4VrFixfwP/kWKFFFmKAp4XoCT8DyfqKC1GxBU/tY1n3POOVdddZW8WL16NY3QgGjieT6h5PuqkRjQoUMHZd4eKbXiquBIT0+XiqyjR4/ee++9OtIAYeN5PlFBnQ8QVL4/xaJ69er6xd69e8uUKSMvevfu/ccff7z55pulS5eWSh4JRRdccIHUDrVr186nh4NFixb17dtX3wU7Z86c77//fs2aNVKDdNFFFzVu3LhHjx5yuVHPXM9Tv9adLtx0000PP/xw6GU7duzYxx9/LBOuW7euVKlSderUad68edeuXV22XjjnzZv30EMPnX/++aNHjx42bNiMGTNksWvXrv3CCy+MHDlyzJgxN5nefvvtBQsWnH322a1bt7Z6fTh06NDQoUNXrFixe/fuokWLykwuueSSXr16lSxZ0pr/yZMn5UPlxc8//ywzHz9+vKyoevXqPfDAA+eee26wJU9NTf3xxx9//fXXv03KrHarVauWVG7Ypwp/BVr27Nkj62ThwoXyQhZYtsiNN96oIiGXh6dNm7Z48eJNmzalpaWdfvrpl1122S233CIlP/to8pas0lmzZskHSUFQVqmsf/mspKQk+2gjRoz45JNPunfv/uSTT8ralq+8du3a4sWL161bV1a1dZu13kzWt9Y7kqxSWdX+PRzceeedslFeffXVpk2byruyB27YsOGMM86QeV533XXyra1Pl7iud0UZzefqtXUv8vz58+2r0e12y0ZcsmSJ7FTyveRLyUaXPaREiRIquqjzCSUWnucj+5h+Ib9xn+aXW7Zs+eyzz2Tf/uuvvz0fnuwAABAASURBVOQnILvN1Vdf3aBBA/+Z/P7777Nnz964caP88OUII79u+cm3bNmybdu2/iPLDOXnLFnr+PHjF198sYzWsWNHFaEPPvhADpJy0JAfjsxNxR59lJAqtfvuu0+WUH7df/7552mnnSaHVjkaywsZR37+v/zyi3wR+SXKb/zxxx/3bwGb5Y83xHFGDwx/68hnyTFcjsyyjeTMKKs3RLOI7du3f/311+vXr5fZ7tixQ/YQme2ll156zTXXWFk09EkwnDlEB8elqCD5AEHl+/2FW7du1S+sCKTt2rXrmWee0dc+ly5dKqXwEDOZMmXKyy+/bP1zgUkGfvTRR2XLlpUhUm6WuLJy5Ur9OjExMcv7OuQk8dRTT8k5QP/zyJEj8lpOWjLbl156yX/yt956S3dDJKWWQoUKWWcLKcHL2UXOlMps/23d77R8+fLHHnvM6u5JUtYik8xEvrh/f3dyFnzllVf0azm/Pvfcc8GWXKKL5BnrJKctNcnZXWYuJzOfSbJcgZosngQMubir/7nCJAumexlyhfFYBpnt008/LUtoDdlgmjp1qpSfJH7ogbIOJdpJIc8aTX/WxIkT7777bilg+cxWSgkDBw789ttvrSGSr3744Yeffvrptddek3+WK1dOzuKbN2+WOUs01R+UkBCqRYCkmnvuuUdKSPbl/N///idrIPTeGIJ8+rPPPisbwhqiN/rkyZMlKksCVFFE8SKUWLjT2joYVqlSxT5crhTI5R6rIugv0zfffHPllVfKr8l+b4zE9UmTJtmnXWWSOcjIgwYNsr8lgd9+B47+1ctxSf/TFd5TVuSgKvORkr380EL/oPKdrEA5dFhHFVnbEmPkEDF27FhZaaNGjdLD5VAsVyv00cZ+OSacH2/o40z4W0cWVQ7UcvXEWiQ5oMllIF0rqDJvHbliJQsgJxpryEaTHADl4yTp6dwV4iQY5hyigz4no4LkA8QoiTe6tFqtWjWfPjrlPCRH2/bt28tpQ66x6XqPgOQEJqV2ufbWp08fuVYnJX599U6uXcmJTQqvMo5kGDkV6RoAKblKnYkKSeoZ5OqgnH5kEqknkdnKNVGZ87vvvitnjgEDBnz66acSb6zxt23bJlfm5BKsXAWU0ey9wU6fPl0K+m3atJHKDfki+tqeBB5ZJPlboUIFOZteeOGF8vVlwv/85z+yTmT+kn9kndgXaciQITVq1JDzqwQwOUWF6OZh+PDhMis5yd1///2NGjWSs698dzlhSwFFTp9SmSanT/uZLJwVqEeTy5lSmyTXAmXhZUyZmxQOvvzySz2CO6uz1759+3TskQo0eVG/fn1Zh7Jgsq3/+eefRx55RC466jHlNCwFFFknEhpbtGghF2XlNCz1YzKy1KRJuVA3krTIhCkpKZLoJJPI1UopjkhtoUwiZYVly5bJdpHAKUMkOkp0kbUtq0hlRVaU7Hv9+/eXWh3JsRLw5KOlCCIbQi63Z+NWbFk/sgJlP5HdTyqvpAZJCh/yNSVeSh2axOAJEyZUrVpVRQvXVoOIjef56DAjL2RftV9ll8pYKRPL/ibX7GVXlFoCqSKWHUZ+Nd99953UBsieo8ecOXOmLljL/ikHLvmFnjp1SmospWQveUZGlkOZVU0kB14de6644gq5miDVTfJ7kcs3MhM9gjuMwqhcBJGDlYz5/PPPR3PXzR2yeuXwdfvtt19++eWytHJwGDx4sBxvH3zwQbkyJTVCUnUshya54iPrVg5TcsC0uqMI88cb4jgT0dZ54403dOyRC0AysoQoqSySo7T/1pHTgeweckaQA7gsmJyA5FqVVN3It5DvKxdrpKow9Ekw/DlEB8/ziQqSDxBbpJC6ZcuW3377TU4tutLj1ltv9RlHhssB196yKMTcLrjgAjlX6SjSuHFjKe7fcsstcpaSs4XKFikBSOzp2bPn448/rofIuUeKHc2aNevVq5fMedy4cfIR1vhSI9SqVSuZyn9W8kWk+O7ThZHUGslJqESJEp9//nmlSpX0QEl3Mtvrr79eEoKcO306RJJvJyvEv/mZj/T0dLmAp8wmW1azOn0LtdSqyQlMIpycbu1Ns8JcgTKClBvkIqhcApSzvgw5++yz5ZQvk8tVTxUGiYtSnpBPGT16tPU0CYlhtWrVkjKHnIAlVUqRQuLW4sWLlbkVZIXr0WQJJXZK4UMuS0v2kLWt20ZaX8HeckMCs1x57dKli5QtpFQRsFFQlmSe8kGSu/Q/pUwg2VW+78mTJ2XNSClBRUjKPTKhFCxkyxYtWlQPlPkMGzZMkp6UROWquXyiihaurQaRJ8/z0fQ1CJ+BsqclJyfLoUCOOXLB4oknnrDekp1NSufy4sUXX5Tyuh5Y3SSXV+QAJdcdpCyra5JnzJghf+WCguxO1hzklyI/9s6dO0tKkY/WvwUpN8uvSV60bNlSKiL0mPITkz3z5ptvlsKuCo8slSQHuQwhvzgV8+TwJRnv3nvv1f+UY44c3+RoKbHn//7v/6wAeddddx08eFBW7K+//mpNm/Mfb/hbRy4DSR24vJDDnWwOPaYciD755BNZTp9e42bPni37j1zJkk+X2GYtmJAj6jKTCinnc8gJnucTJSQfIKi8ad1uNX0OSMqsckD3GSjXIMOJPZpcDbXXwEjpQY7acqLav3+/ipyUP6SWX17cdtttPm/JlVcpZ8hVPTkz2ZOPCPFwVZ+emg4cOPDTTz/JCzkHW7FHk4ttUlEj1/bkLChnHSlqW2/JmS/L2KPMxnVSiSRXha1ykkVKNvqFhB+ft7JcgXK61cssV0x17LFPK2vD3lIiGKk2kb/XXXedz0P05J9ybVXWrV4b+sqolMms2KNJDYwE0WuvvVbKJXJBVC6d2t+V8or9n1KZJlVkf/75p6xtlS1SV2bFHs1KUBJNVeTkGqoyy1tWycnStWtXKTzNmzdPVrgsuYoKYk8oeXMk/MkU7F0J81Lra/1OhdQnSLSQyw3+P+ezzjpLfqRyoJAKT518JJw3bdrU/5meUqiVkeV6h/XDX7VqlcxWmVUK9jGlllUuQkkFjgrDtGnTpNAsB2qpQFAFhM8VKDnF6OtEVsDQLr74Ykk+mzdvlgtJuq1aOD9eOSzoW4YCCn/r6D1ENrokW/uYcjqQkKmXxCIBWA74chHNCi0WyWkSWvyP9j5yPoeccFEXHR0kHyCovHmeT0ByZK9du3bfvn2tuzvssmyQZudzj5Ay21sr84qpipwUC/SLK6+8Mtg4O3fu9BkSbIGlNF+5cmX7EOthf/rxRD6s2pitW7fak49UhqgwFClSxOf6q+QEudL8999///zzz3qI/7MmslyB69ev1+c/KRP4jClFn3POOUdGUCHJMujCVsDaEilSWK+3bdumgqycatWqycqU+ehxLJIYpVLOZ2R9h1L29gH9WT5D5COkGCSFoWzMU6bSl9JfMgUbTSJr1JIPxYtQ8vc+HznUyC+rdevWPv186NvM5LcTovdn/bNS5qHDPpp+bJpYtGiRVCMo2w9f1+VKmdu/IO6T9oORo9Prr78ul0vkbzQ65wjzLqOIVK1a1adwry/iyGf59Juiv5HUjOnkE+aPVzZEiOQT6daRAOzftYBcDPJJPuearH/KTHabpK5bt5fL8slCOZ9DzvA8n6gg+QBB5c3zfHyeZCrnFTnUhr5TIsQpxJ9PcUGZbcNUeE3V/Vk3tYcg561jx47Z75bxXwbN/4tYqcnndKvJ6VnOxLLkUrhv1KiRNTyiArFcCR4/frxUd8gJ296dgOa/WrJcgXIi1C98Kqk0CT9ZJh+r7sUe5/wdOnRI5wqrnysfstL8k0/Ala+/gpRaVLYE3ANlnukmFSHZEOEUIKSMq6KF4kUoebNqfJ5kKhUFb731ltQt/PHHH1LZ4r8bh3Mssu8zclVlzJgxGzdulBf+V2cse/bskb8+V2Q0qXeSI3PobrVlT5Z6HhlHDuzh18xHRGeP0JcYrO5hfGqhQ8/Tn0zuc5epjzB/vHqthhDR1gl2pPUfKNekPv30U8lLcpHLv6ViOCfBnM8hB3ieT1SQfICg8uZKZ7AnmYZgb3yVpdztU+jUqVPKbNgm5ZLwpwq2wP7nVGvMgAVol0lONj5fKvwVIuewYcOG6ddy+pTKoipVqpx11llNmjQJ1gN1livQugQb8FqsfzMJf1YrkdBXc0OvHP/RtGh0KhXRHujPp/mf3qnE2LFj69Spo/IB11ZDyZcaH6lgkUv7knkk/Nx1110jRoy48MIL7SPoAnfLli3ffvvtLOcm1zv69++v04JclJFaU/nhn3nmmZdddplMblVlK+9vMNgvUep7Q5TLhVQg684qh5v8R3jWJAef6dOnq2zRhxSrG8mArMhnv+UvhNDxJoRc+fHmytbxr9mWldC7d2+9veQLyu4k6UiuLtWrV2/ZsmVW9zMh5HwOOcPzfKKC5AMEFQtPsYg1uumXXNH0udMmt1h3uciVP/8u2uRDdaE/e62e5AQ2cuRIedGmTZt+/frZm7Fl764nzaoAkWX2X7DQ5SRNzvG63YiMbK8A1P755x9JGro5inzWvn37rP7Efejanqg1CYuMlbj8b3M6cuSI/Z+SPPULuaSaT8mH2BNKfh0JZU9+5513brvtNqmblZLx559/bu/SWv9+7d27ByPXSl5//XUpWMvhRVLHxRdfbC86SwW1z4cq81ATcD5Z1l3kAf17OWjSLW/96eUsW7ZsmHU+OVwYlYMfb0RbRx9sA24d/4G6x85ixYo999xz7dq1s9+GpPuJyVLO55AzHJeiIqY7mAfyVyw8xSLW1KhRQ7+wuhC1e/rppzt06GB1BJQN1apV0yXmgPc6624AlNm5rYrcDz/8INeJJUUMHDjQ5+4dq0FaNhprnXvuubp/BesRExa5Lmu/YBmMLJKOkUuWLPF/Vz9lSHdnp2+wCbhy5Cvouxpq166tIpfrNw9YDfEPHz7s85ZPoxFJdLot06xZs/znM3HiREmq119/vU9eylUUL0LJxyOh/Lj69u2rzIK+/BDsb+mrJHK5wf8nJhUR3bp169KlyyeffCL/XLNmzcaNG5XZncwll1xi39WPHz++ZcsWZfvh65olubizaNEin9kuXLgwy95KkpKS3gtC16vceeed8lo/Sit7rPsJ7Q/pspOFnz9/vjJ7S1NRFuaP1zoI+B9nIto6uouL3377zf+o4r+99PqRT+/UqZNP7wv6EJRlW7WczyFnzD4nkdtIPgAyWltl2WJbrvDpc48UKXx6BpPaf4lDUnmSvZK3JhlAP5Duyy+/9LmvQ4o+uhwjsSfYlc7QdGsKOVf5n33Hjh2rX2Qj+RQvXrxly5byYvz48T49m02ePDn0XQEW/SiJ7777zufWoz/++GPt2rXyQndgJYU5+ZucnGx1yWAttu43XEpXemEipfeBXLxhV9Kgvt68YMEC+/Ddu3fL1/QZWX99Ka7Ze8tV5h1QH3zwgawTuRLv35ol91C8CCLDJPq7AAAQAElEQVQGnudzww036C49fv/9dylJW8OlSK3vhxw2bJhPIPn000+l/lMuBOiQYN0S4//rluOM3uettyQt6MOL7Hg+s9WPYw6tRIkSDYPQhx25eCSv/XtDCZ+kQR02pAbb58elzNQ3ePBgffCUVaSiL5wfr9Xozv84E9HW0V3USCIaM2aMfcyUlBSfB6HKJDJQBQonK1as0D0l2Lev/0kw0jlEAc/ziQqSDwCjabWuaZkxY8bSpUs3b94cYmT9GB85n910003z5s2T05ucZaVMoIdXrlzZ3hdZNsiVPynQyLnt5ptvlloUyRKHDh2SE/wtt9yiU0GfPn1UtujGGHI+e+GFF6w7gOX73nfffdb1Qp/GFWGSOUjkkGl79+4ts9JdvcnKef/998Ocw+23337aaadJTHr44Ycl4ymzmdz//ve/Rx99VJndguuFl8offdv0E0888cUXX0jxTiZZvXq1rBNd7JD5ZO+Z4vrmAUlZUoKRdZIrEUhfcv7666+tQsnKlSvvvfde/65g77nnHl3cfPDBB2Vfkgv5sq2lik9Glh1A8rCsYRVFXFsNIg+f5xOCVNLqatV33nnH6q5NytO6u3bZXWU/kWsE8gOUms+3335bV5C2aNFCR6ZatWrp45tM/vfff+vJ//nnn5deekk/ukfZfvgypu7PWkq3sjfKL0L/FmSeEd3cGD3yc9AHW/nt9+vX7/777//888/lZysXFCTy9ejRQ3dxJr8+n4caR0lEP17/40xEW+ecc87RQWv06NEyvtQISSyRdx977DGfOmGZpz5mygUpXQOmzMtnH374oSyn/qf9QOR/Eox0DrnOzX0+0cF9PkBQzrnPR0rtUkSQw/0kU9u2bd94441gI9etW/fpp58eOnSoXLz3eRiRnP+GDx/uf39ORORy5n//+1/9PFNd7rfIZblnn322cePGKluam+Qc9tNPP0kh5rzzzpN0oWOGlBIkwsl5d+vWrSpyZ5999lNPPfXKK6/s2LFDN87R5MquXOz85ZdfspyDhD351hLJli9f7tP19plnnmk9RUQuG//nP/+RgqBU+7xpso954403ZvuB4o0aNZIzur6hQv4psSpgj+oRGTBgwK233irVgK+a9EAp+kiRRYpr9jGl2CG73KBBg6Qo87rJeku3TszG01EjwfN8Qsn3I+EZZ5whPyvZ26WgKTuDvltP9OrVS37CUhEkF+DlooN9EqmatnY5qXuUyeWQJeVpuS4jtS5yLV/fFFepUiWpo5ajgW5Vpf3f//2fRPRp06YtWbLE/jSbnj17SoE+mn0MhktqgF9++WX5mRw+fPhXk88IcpAM+PDoaIjoxxvwOBPR1pGQI7FELveMNemBklLkkGLtGJqcPuRKkFSCyWfJaUWi8oYNG+TKl5zvrr76arkis2fPHqsb0oAnwYjmkOt4nk+UUOcDBJWPz/PJe1LslrOOvo0ky0eyXHvttZMnT5aihpxfS5cuLQULuRQnVUBTp06VFyrHJJ/IZUu58iov5Hwj55WLLrpIzkBffvlliOcIhUNOZnLilGoTmadcd5QTsAQ5KaDLBd0mTZoo261EkerWrdvHH3+saznkvHjhhRfedtttI0aMCP8OYykfTJgwQQoB8q0lQ8qEks0kychlVHsHcdWrV//oo48kC0lAkteSBqXoIGW1UaNGyXk627frNGjQ4LXXXmvYsKFcXJd5Zvshp3ZVq1aVTSb7iXw1iXZycVcuQsvC+3TSpcmqk28qWbpVq1ZS0pVlkMh3xRVXSCmkc+fOKrooXoQSC3c83nDDDXq3kVK+1IXqgbKTyI933Lhx119/fb169WQfkx+OjCYDpU7A3lOzJPDBgwfLTi7Hk02bNknBWkrYsmdKybtr167KrI20d0Yiv68XX3xRd6ggx4rLLrvsySeflJoWV8zUDUrVh5S85ZvKl5LfS5EiReRQLIffjh07yuUnOfKEfjRC7gr/xxvwOBPR1pFNLMcQqUfSX1AmkSpx+co+D8VW5kU6mYO8m5SUJFe4/vzzT6lXl0OQVJFJkpFUlpaWZr850/8kGOkccpub2p5ocLm50AUHc5vkEo4cv06Z5GrTkrWpXQcV0+8/fF2Jt/pk3SsxgAIqNXnjgYvvcZnh59TNbd3/vUPKZEVMkmDlWrLLS8Uv+5FQpHjVvLv4CeNOB1X/3EK/vZ+julwA4XMf/Hdv+Wv0cSmtXb3UMY/prCjHpUImJxyXooQ6HyAo+nYDnIFrq6GwaoD8wH0+UUHyAYLieT6AM9CePhSOhEB+IPBEBckHCIo6H8AZKNmHwpEQyA/0ORkVJB8AgMNRvAgiBp7nAzgVz/OJCpIPAMDhuLYaRGw8zwdwIJ7nEyUkHyAoWrcDzsDzfELhSAjkPVqZRgnJBwjKUc/zARyMH3oolMCA/ECfk1FB8gGCkiudHHUAB+CHHgq5EMgPVp+T/ARzE8kHCIornYAzcG01FFYNkB+4zycqSD5AULRuB5yB5/mEwpEQyA8Enqgg+QBBUecDOAMl+1A4EgL5gT4no4LkAwBwOIoXQfA8HyDf8DyfqCD5AAAcjmurQfA8HyCf8DyfKCH5AEHRuh1wBp7nEwpHQiDv0co0Skg+QFA8zwdwBn7ooVACA/IDfU5GBckHCIrn+QDOwA89FHIhkB94nk9UkHyAoLjSCTgD11ZDYdUA+YH7fKKC5AMERet2wBl4nk8oHAmB/EDgiQqSDxAUdT6AM1CyD4UjIZAf6HMyKkg+AACHo3gRBM/zAfINz/OJCpIPAMDhuLYaBM/zAfIJz/OJEpIPEBSt2wFn4Hk+oXAkBPIerUyjhOQDBMXzfABn4IceCiUwID/Q52RUkHyAoHieD+AM/NBDIRcC+YHn+UQFyQcIiiudgDNwbTUUVg2QH7jPJypIPkBQtG4HnIHn+YTCkRDIDwSeqCD5AEFR5wM4AyX7UDgSAvmBPiejguQDAHA4ihdB8DwfIN/wPJ+oIPkAAByOa6u+XK6MR/mwaoC8Z3+ej4sDVO4h+QAe/kcWWrcDzpDxPB99HHB4OcPn63MkBPIerUyjpLAC4OXy8vxTufYeSk/emKr8r3pKOcnlvVIcqFRgju8OMtwzC9/hbu+N1hnzDNqtdhjzz2I5w52Ddxz/XGjOOfQSZpqDCjp/l+ebugPcap6dNRnxcgb44FDrIcDobleQu+TDXk5zI7lzssUzLZYrwLAcL6SenSxkjnZ7V4CdKrLdPryNFfTnmWk9pP25NWN5XE5/hJc989iPhMdPuoMdCcPfGcL6TXl+rSF21KznGf7BJOw9M4IfZviHjvB+L4HmGXKpXJmnDTRPl+9vJNyjRJYHMXOeYUwbaKkyD8nqmBD+oTWc40CgebpC7qKBhbs/ZHVSdh857rsMVPvkEpIPkIn94CJXOj+bdfLzH07o45HLLPSZR0B3xhD761x/13uEDfCubUg+vquCL6fndZC55fBdFXw5Q01rPJs2yLR+WyTguyrkZyXkYFr/5Qw8bXjLGXoVZXNTZrmTZGs3yP1NmZ1pXfbiBdU+PteAZNWs25pW/679mXaVAHusd616d5UEFXrTyJj6nyE3ovyyXG4Vxpgh9vyAi5fpI6whwcYM9MO0janXjN9XzviOmb6y/Ycc5NcUfJ6+r21f0zhrBV+Nvsvg/Y4u/3Xl8x39hke03kIcoML5jpHsKtZ6y3pMlekrhziy5fJ6c4dYG96N6BluHZfcCQkJSlEjnTto7QYYXDb6EGMM1Icg8zKwt97ZPELqo4/9XZd1sPJcNo5wWrfvtOYyuT3HvszTZh7fPDJa09rHd3uPj8brKE2rh7szjtG2ac3h5mHcbfss22vzE92+7yplXg3zm1bZxlQqY1oVZNpM4xuf5R3uO61n+ZWudfE07PGZ1lwS8+v6TKusaV3eaW1LpazvqKwhgae1jW+eTb3TKmtal218XcAJMG3Gu559KIJN6bZvypDTKr9dyLt67ePbN2uI3SDIpnQF3ZTu4JvSZ7MG3JSuIJvSuzPLz99e6FdOKmfYy1WZa7+V8h4lrF0l0B7r3c29RznvbuOzaaw9WXkOnL5HpMy/dL23epfRO6bKNE/vL8X6cOstl89bfgde+483088n8wHc2uvsBwTbmCrzV/Yug/L9yt6pXPZV6newUlZtgCvoV7ZeK2sVZR5TZf7VKO93VLZDhPdEk2mT+R9MXNlcbxnf0bbeVBjrLfJdxWe9qYjWm/I9iauMo0fI9aYiX2/K56STsTZcnjrnTD8x86MS/A9Nzjku5TqSD+Dhn3ysI6n5xzoGqYzzsPnar3jqHd96V2Ua3zNvl/eo6i0cWEVbt7KV6mynf/vJLWNaZZ/WPn5G6dA6wPt8lrfMGsa0Lu/nqsyf6z2fua1SrDWt25rWZVtOV8bn2krMtneV8pQq7GVfe8nDc05128e3XrusaZXLPm3GJ/pN6848rS122qc1h/hP6z1X2aa1LVWm8V32d12ujHO59z/e8a2dxXO+9HyutRn1tMo+bcb4nhOrZz7e3BVwU/rvQirr3cBnl8u0KW2fZd+sYe0GymdTZkyl3Jk3pSv4plThbUoVaFN6VqfLXsJwYNnCWgOaHuipcMlYaSrzKvVOq7w7su+Rx2fT2LatPnD6HFVsm8wqZ9pKgSrzbqbsvzvvjpTxo3MrlXEYdyv/A6/P3mL7cWU6+PvsdZ7vl/Gjs36HVlAL8JXt87QOvD5f2b5KrTUb6Ct7v6PLOji4M68cZf/VZEQCT8jJfKJxe7+jbb3ZltZvvbnDWm/WUUXZ15vKznpzZ15vKtB6811todeb8ltvLt/1pnzWm1v5n6Bd4aw35bfe7N/RO2ag7+jhf0UG2UZrNyBT5ilUqFCV8u7b2qcLt/6fHInS082jrzvjVOx2206aVs21JwxkvGsOV9a7tvpxz3wyLhGF8a5n/t6jvL7c5baHsYzLYz7L4I0otnf9PsXlctm+i883dbvsZyb/d21Hb+X7KZnWjFUYDrYMWX5KgO+S+V0VYBl8PsW7WcL5phF8SoB9QIV+N+g3zVhmFXIZ9BIG/pQgMww1SYAFy7zrRrJju70r0/fd8FaO9Sn2qjPv1QHj3TS9y2Xx8/H5lIxlkLKEvGteTTWuqRpli2YXyBHAHnvsf+ObFXTtB8Nb2rlPpKSFcSQMthH999Usf+MqyE6VYPs96uNhgs+vwDoaZ/64jA8NsGdmLIb/h0bwdUL+IrI5Z5XDJXS7v/pqvF7CShUrXt6unQp6usnRd1dZLKH/JnaF3jqBTkYZmzhHW8d24g783V0q0JEqwBIq6/JSxinJle7OuIKZxXcPdKzzDLGOSy5VyLwA4bqgur4S4bJRzjguRYN1iQ5wIrdXuiktLS01Mxmi37J+KfxkgILOKjdYRXxRODM93F7OiGNWq8JwjoTWyAqx7fzzz9cvGjZs+NlnnynEtjCPS/YUpBA56nzgdPZjjXW4sd6S19bJnjM9EDf0jAS9UwAAEABJREFUD18XIOyFDPnr5FJF6COhdQ2Ig2HBIluzWLFiCjHPKpDoeFPIxsmtcHMXyQcwWCd7+z852QNxzF7K14UM66/TChmujHu6PKUun3/qw6D8VRwJCyDZiCSfgsLnuBTwoET4yQmSDxzNZe/Wxi/56DO9vbaHUz4QB6xyg08hw/7CgWUL+2qxWvrJMdBKPhwJCyjZgkWLFlWIeS7bDTz2I5K9kZtCzpB8AA+rrGOVhOyN3DjTA/HH5cextxHbLwNZdT4+B0PFkbBgko1I8ilA7AcfK/8487gUDSQfOJ0r03NIPKd8PZAzPeAEPuFH2UoezmTPPy7bU5UUCibZlEWKFFEoUAIelAg8OUfyATLCj73lG+06AIdw+XVgbW/3pRzD5zKQT+bhSFigWf1VoKDguBQlJB/A4HPKV7YjC+d7II75lCECHgScw2V7qo99oOJIWJC5bHexokDguBQ9JB/Awzq7BzvicOIH4kbo0gNN3YLlH8WRsGCiuFxQhNhSbMRcQfIBMrEfWXxO8Bx0gHjFr9sHR8I4w1YriNhq0UDyAYLioAMAHAkLOu6MBywkHwAAAADxj+QDAAAAIP6RfAAAAADEP5IPAAAAgPhH8gEAAAAQ/0g+AAAAAOIfyQcAAABA/CP5AAAAAIh/JB8AAAAA8Y/kAwAAACD+kXwAAAAAxD+SDwAAAID4R/IBAAAAEP9IPgAAAADiH8kHAAAAQPwj+QAAAACIfyQfAAAAAPGP5AMAAAAg/pF8AAAAAMQ/kg8AAACA+EfyAQAAABD/SD4AAAAA4h/JBwAAAED8I/kAAAAAiH8kHwAAAADxj+QDAAAAIP6RfAAAAADEP5IPAAAAgPhH8gEAAAAQ/0g+AAAAAOIfyQcAAABA/CP5AAAAAIh/JB8AAAAA8Y/kAwAAACD+kXwAAAAAxD+SDwAAAID4R/IBAAAAEP9IPgAAAADiH8kHAAAAQPwj+QAAAACIfyQfAAAAAPGP5AMAAAAg/pF8AAAAAMQ/kg8AAACA+EfyAQAAABD/SD4AAAAA4h/JBwAAAED8I/kAAAAAiH8kHwAAAADxj+QDAAAAIP6RfAAAAADEP5IPAAAAgPhH8gEAAAAQ/0g+AAAAAOJfggIAAEBB07t3b1dw1mg///xziNFGjx6tAMdwud1uBQAAgAJl7969derUkb8qu9q2bTt79mwFOAZ1PgAAAAVPxYoVX3rpJZVdhQoVGjlypAKchOQDAABQIN19990NGzZU2dK3b9/atWsrwElo7QYAAFBQLV26tEmTJmlpaRFNVa1atVWrVpUuXVoBTkKdDwAAQEEldT5Se6MiNHToUGIPHIg6HwAAgALsyJEj55xzTvhdHXTs2PH7779XgPNQ5wMAAFCASe3NG2+8EebIxYoVe+eddxTgSCQfAACAgq13795t27YNZ8wBAwbQsQEci9ZuAAAABd66desuvPDC0F0dSOZZsWKFVPsowJGo8wEAACjwJNVk2dXBkCFDiD1wMup8AAAA4sGRI0ek2mfLli0B3+3WrduUKVMU4GDU+QAAAMSD0qVLDx06NNhbw4YNU4CzkXwAAADixDXXXNOxY0f/4YMGDapWrZoCnI3WbgAAAPFj3bp1F1988cmTJ60htWvXXrVqVaFChRTgbNT5AAAAxA/JOQMGDLAPGTlyJLEHUNT5AAAAxBmp8JFqH6n8kde33Xbb6NGjFQCSDwAAQPz5/vvvO3fuXLFixTVr1shfBUCpwgoAAADxpVOnTt26dZO/xB7AQp0PAABRwRkWAFwul4oZ1PkAAJCb7IGH8APAyST2WIfBWIhAJB8AAHKHdYLXL3z+CQAO4RNy9D/1kTB/8w+t3QAAyAX2nKNZrxXhB4Bj6Gxj/fV5ofI1/FDnAwBATvnHHpGenm5PQYr8AyDe+cSehISEGMk8GskHAIDcYU876V72LKQAIN65vCT2yDEwwct6Vw6G+RWBSD4AAOSIvWGblXkGT0h59ctUpU/wxl9jDN3U3fPaGJ7uUsY/Ag93uxOMP96/RgP19ASfuWVMG+JTfIboceQ/6eY8fT4lvLkFX2b7p1jLnGn+yvx0GT87y5xpuG3NZHwLvUkCT+73Zd3KmDxjYXxXaXrQrxxgw2XvK2f+lCy/sneZM31ld5DdQIW9Yn1XaaZPCbTM+btLB9jZItulfbZyyGUOb/tmucxh7UUZa0aZW8G+fXP0Yw/2w8n4LkH3yQj2Is9U9r1Ihhf99uUiTS+QKezhR+UTkg8AALnDnnxOpqQfP2nezqvSjb9mfY+UB/Rf87SfbpYe0nURwHjLrcwyRHrGu3pkz7Tp+q+nzKHsMzSnylxC8rxwu30/116asebmM60xVcZHZB7H+4mZ5pbuHeLO/E31d9fL5r+06bYlUd7Ptb6pO8g3dWeeyrPeMn9Tn1Xh9mwCV8bi+X2FLKfN+IhAixFoNXo2gQqyCTJ/ou8myHJpfYZkntb2iebyu303QeBvEWBp0/yX1n/aAJvA+7mZl1bPLU2/NkdLCzStZ55ZLa05TqZPTDfnk25OlW6Ome4feGxbOetPdGXaXunm0qabQ9zmyG7vHpLV0gbcr9xmUlAuT0jwrhm3bf2E2Ce9u5me1u2Zm162zMO9r5VnLSllrR9rLXmmcnum9ZvKfFt/Xc9HZ55/xrR6bumecVT6qdS0tDQ9WaFChTzTu/On2idBAQCAnPGp8JHTvPzV73gKKt6Claf44NZ/zYYfnjKK8pRarFbyGaMrT8nDmlZP5fIONafKmFa5bKMHn9Z2idftuTDsndZWWNPLaUxl+yqeso6eVlnT2j7R5bJ9d12stU3r8n5upmndGdO6bZ+rfKb1rJ/MH5WxsjI+QumR7cutstgEPtNaJWr9EQFWoytHmyAj9vhNm2lpdfE6Y4X4bj7lv/kCbYLMm0+F3nwhNkHGtMozbeZNoNy2z/VM6zbTTdabz/a5Kui0tj3Fvm692195UlGg7eKd1rZvmBNkfKL/tN714/Yurc+0yj6t2zattX6C7pPW5wbeJwNMa9+Q3vWjvOvH9rmZtpTybmWfw5HPJ6qAv4Kwf0GBvqkhLS3V3vRX5SvqfAAAyB1W+JHk4z3BGyXLc88oVKakK/Ml4UKeYJNRuPaWZNwZ1QW28ZU1vu2v+cL8HG8p0T6+X+WAt4iVeebeaYNe2s+0nC7bt43h5bQPdPvN3BNj7G9Zw/0Wxm2Vrv3Hd3njUEaDokCfqzKVrzMvSZ4uZ4Dx83c5M3aPTJ+bg+UMWrvljVg+y2mFGd9v6pmP73K6vfkpyPi+y5lpfOsnk/vLaVszvgcTFfzHYt+O1voM9DsK8CPVa8N3i3h/pO7t+9J3H9ADJfLIIVHf9mOFH+7zAQCg4HH7PcPHqvnRDSuk2DO8X6lOjYsqAHCGowM+OP7f8ToUybUg/44u8wut3QAAyB322GM7wbtV/lzcBID8knFLkBwO7U3d8jf8kHwAAMgpd2aZk4/VwgsAHCLjPh85ItoPjypf0doNAIDc5HOCd1PnA8BxXCqjJbCKhcyjUecDAECu8T+7u6jzAeA4bls/C7Fyk48i+QAAkFt8ejuwBlPnA8BhMu7zUbYjID0cAAAQVzLfxevmPh8AzmN/UGkMHQFJPgAARI+L+3wAOI8rUy8vMYPkAwBAFHGfDwDn0Y/39bxWMYPkAwBAVFHnA8BpAt/nk+9IPgAARBV1PgCcJkbv8+F5PgAARBH3+QBwnozn+VDnAwCAU3CfDwDncSvu8wEAwHmo8wHgNNznAwCA4/A8HwAOxPN8AABwHJ7nA8CBeJ4PAADOw30+AJyH5/kAAOBE1PkAcJoYvc+HXq0BAIgi6nsAOFBsXvChzgcAgCiitRsA56FXawUAgAPR2g2A09CrNQAAjkOv1gAciF6tAQBwHHq1BuBA9GoNAIDzcJ8PAOehV2sAAJyIOh8ATsN9PgAAOBF1PgCcJkbv8+F5PgAARBH3+QBwHrniQ50PAAAOw30+AJyH5/kAAOBE1PkAcBru8wEAwHF4ng8AB+J5PgAAOE7ePc9n586do0ePvuuuu6666qomTZq0a9euR48eL7zwwp49e/xHvvPOOxs2bDh48GCVTxqaZs+erWLGvHnz9FIdO3Ysy5Fl1cmY9957rzXknnvuyZtVKht60qRJ9iF59tHRNmfOHL0JVHYdP378448/VrlNdgm9YIsWLcpy5H379sm2uOWWW5o2bdqpU6ehQ4cuXbpUT3748GEVuV69esm0o0aNynLMuXPn6g9KTU1V+SxGn+dDDwcAAERRHtznc/LkyXfeeeerr76yDzxs2rRp06xZs/r373/99dcrFHxTpkx57bXXpGh73XXXKWS2Zs2aBx988OjRo3fccYfKP/JzW7t2rX69d+/ehARnVjPo5/noYx99uwEA4BTRrfM5derUbbfdtmHDBnldtGhRqfCpXbt21apV5cKzDJTYs3v37tdff93lckkVkELU1KpVS/6eeeaZKppWrVrlfzk/bz469v3zzz8HDx4sUqSIyj9bt27Vsefyyy9v27ZtxYoVq1evvn///ksvvVQGFi7snIK3Ud3tPfJR5wMAgFNEt85n+PDhOvZIPYDUBpQrV87+bj/TkiVL/vvf/9asWfOSSy5RiI7HHntM5ZN8/Gj4+Pfff/WLPn36nHXWWfp15cqV33//feUs5n0+7pir8+E+HwAAoiiq9/nIRe7PP/9cXlx44YVDhgzxiT3KvMYsmad06dLy+pNPPlEAoiktLU2/SExMVI4Wo8/zoc4HAIAoiup9Pt9++638TUhIeOGFF4oXLx5wHIk9119//ezZs+XFqVOnfNoCpaamjh49+tdff12zZs1pp51Wq1atzp07t2nTxn8+W7Zs+eyzz9auXfvXX38lJSXVqVPn6quvbtCggf+YJ06c+Oabb+bOnSuVUYcOHapateoFF1xw66236kZZwaSnpz/zzDM//PCDfJ1XXnnliiuuCDbmiBEjJMX93//936OPPvrhhx8uXbp0/fr1lSpVuuyyy+666y55YY15+PDhdu3ayYv33nvP5755WTyZXF7Mnz+/WLFiPh8hq+vrr7/+/fffy5Yte/7557du3bpjx46hb9i45557fvvttxtuuMGnBmbVqlWymVasWLFp0yYpDVerVu3KK6/s2rVr0aJFrXFkK/z444+yFf42yZDzzjtPVle3bt3OPfdcPc68efMeeugh/XrRokX66/z8888lS5YM9tEbN24cOnSofO6ePXtktcgMmzdvLvO0dbplfHSTJk3khaz5vXv3SpCWTbxt2zYZ+eKLL+7Vq1fFihVVGHr37v3HH3+8+eabsptJ/cbq1atlo8uOp9e/imT/8bd9+3bZHLKVZeXs2LFDJpfVcumll15zzTV6fz558qR8NT2y7OR65cjCyIazZiIr8Pvvv5cF2LVrl6xeuVgg3+6MM87w/zgZ5+OPP05OTj5+/LishJYtW8rWz6IG4WoAABAASURBVHIhZT+87777rH926tRJ/srkH330kfWW7FdlypSxxnG73ePHj5cq2XXr1smvRtaJ1MredNNNJUqUyPLjZFrZZ7766itZWpnnRRddJL/cgGPKCpGvs3DhQtms8o1ky55zzjnypewrJwr083y4zwcAAGeJVp2PFH2mTZsmL6RoLkWZEGPeb/IffvDgwT59+kihWf/z2LFjUjyV4tTzzz8vRXP7mPJBr7/+uhTO9D//Mkm8kUL8008/bQ9dW7dufeSRR6TMbQ3ZbJJCp8QzKeyqIN9F3g0n9liOHDkiOUeKfRLYpBwsyzNp0qTvvvvu1VdfbdGihcoB+aby1axPkW80a9asxYsXDxw4UEVIEprkNOufKSkpBw4ckCL1xIkTJbOVKlVKme2j+vbtK7HBPuFS0xdffCFpUMr3MkQq9KSsL2tS8omki5o1ayoz9Ab7aClSv/XWW1YVxDbTnDlz/ve//8kXqVGjhs/4klXks6zGWitMskqHDx9et25dFR4JFTITvZ/I8lu3loW///jTe471RZSZ6ITsLbJ4UqaX7CfrQVbO/v37dW7UN9VYVaCS7t555x1ZmdYcVpomT54s+//NN99s/zjZLpKTrX8uMC1fvlz/0x4afcjWlM+VH5G+z0dWmqQyK7j6k+347LPPylqyhiwyyVLJ95UYr4KTNSnrWdK7/qd86M6dO2Uv7dChg89yypj33nuvxG9r2mTTlClTunfvPmDAABUt3OcDAIDjRPF5Pvv27ZPCk7zI9t07UqaUQmf//v2bNm1apUoVKeFJAXH37t1vv/22FEmtu7GluDxo0CAZU67ryyV8SVkyjlxCHjVqlCQNud5sr2qQ1KRjzwMPPNC+fXuJJVJzIqVwqVqRmdSvXz/gjfiSdqZPnx5+7BFSzpO/Dz/8sFwjV+aF7eeee04GysJIgViqBVR2SYlciq0yHym2StIYOXLkL7/8IgOlMBrssnpAEpZ07JEahieffFKyigQDucAvA6U2bPDgwTpKSbSQ2CNFVUmnjRo1ktFks0qBWIrgUpyVigspzkrhXi7qS12KrB+JLlJfIVOF+GhZ52+88Ya8qFevnmzf2rVrS8qV7SsfKoXgxx9//Msvv/S5214GVqhQQcrTjRs3lnqVGTNmjB079ujRo7K09iQQmuwSsqiy3WVTyjfV9TAR7T8+ZElkWok9spPfeOONUisitXBS+SMFd9kishqlHkmqvCRjyMqR/VmyhH5tn8mQIUPk+0rdo1Q8yreTF7JZZQ4TJkyQt2SHtCo5pXZOf1nZCe+++26pEZKdWQLkzJkz9Qi2npp9yQUI+VxZvbfddpv8U9Z/iOoymY/U4ElGkg0k30v2N6kPlDQoFUSyZmSFyLLJcgabXGauY4/8yqRySZKwbPGXX37Zfzll/cgiyUqWvUsqoKTKUWp35bvLmpf4fdVVV8l+paIiRu/zIfkAABA9UXyej3V53t6+K1KvvfaaVUPSsWNHKX5JgUwqOqR4pK/0nzx5Uj8o5sUXX7z88sv1mNVNTZo06dmzp5Qppeyly08//fSTXE6WF1IA1TUVolmzZlLc7Natm5T7JZlI8ddnGaT0KUWxiGKPJuU2HXuElHflu/Tq1evPP/+UwutLL72ksktyghRhdTOqWrVqScH3wQcflIvxEgulTB9+12HDhg2Tv2efffbo0aN1tYZUC0ia0osqeUBiRqFChaS8rswnLFl9MZ9pkjUsZfrjx49LbUxEj7iRSSQEKrOplaQLnXCkGH3ttddKBpNPkYoR/egn+1Sy/qX+pHLlyvJat/GTqhKpJ5EitRSjQ9R12B06dEiK2jKtNSSi/cff7NmzpaJM0pTsJLqKTJlRX0goWmZSIUk6kuAt08qqsPKwbNYnnnhCNrTsJ1JJKIFT9nz5mu+++66827JlSxmox7zgggtkd5J6Id2PSG6RcC6xR4KczNxq9yhfSvYZqfCRACZ7iHzlgNP+888/U6dOlRfyU7UqrORXrJuA+nT9px9AJOvZqn+Tiim5ACEpSzaWRO6oJR/jeT4xWOdDDwcAAERRHjzPJ3RjoRCkhOrTMMwqYUtK0S/kCrS8lqvXVrHVctZZZ+nqpq+//loP+fHHH5VZxWHFHk0K31LpIQV9fUuJRcrTH3zwgZSVsxF7ZBKfsrsy7zZR5j089sZRkerXr5893shC9u3bV5nNk6QaJ8yZWL0b33fffT4bSBKmlFllbUghVZZTUuIjjzwiZVafOUiZW7+QJKMiMW/ePEkFyuzzzadiR2oYdLWVbidpJ5tMxx6LbjMmCxn+8zelksQee1SE+48/2WFk/ci6smKPRWKDCmPlyDeVInjr1q39qwG7dOkiyVPqTufNm6fMO7L0bi8VKfbRZB1KZZHKVRL15W/37t3tt3tpuqGpLJIsWMBp5fqC/JVVKnnGPvz000+XawE+I+veTSQf2ucmu/Tnn38ulWY33HCDihb9PB/PaxUzqPMBACCqolXnU6FCBf3i4MGDKlskovgMkTK6XPw+evTosWPH9BCpQlFmoT9EtYMVk6SmSAVpfdeqVSv/gXLlW1+TluJyRLFHmZft/RvO6dsqZOHXrVtnJYdI6RK/nSyerJkTJ07IFwzzJiLrvh3/uUlh1H5vidQj2d+VrSlrW6plfv75Zz3E/wE+oenYU6xYMZ0NfDRo0GD69Onbt2+X2dpzkf/KtO6TkXobZctydlL+tm9uSVY+I0S0//g712T9U5Z5t2n58uW6uVeWK0cvwLemYOPIDJXZRFD+Sv2S/+8ih3eO+UhPT9c1SC+Zgo0mq+W0007zH66XU3Zv/+pHqV/VmcrSpk2bX3755bfffpOYJ5tA9mTZRlLnoxNRNHGfDwAAThStOp8yZcpIyVVKfv/884/KFink+Q/U7Zqs+wR0wTE0fbuR2L9/vzIbVqnwSOzRiWL16tWTJ0++9tprVdgC3i9UpUoV/UJKjdlLPlKUD9ieTS6ob9q06dChQyo8Oo5K/LACaghLly4dP378gQMHpEBsNWK0hLi3JCAdJKpVqxbwXWu97dy5074O/W9KkfoQ/UJK6srcWK+99prPOBIJ7I2y/EvqEe0/AUmtzqeffirFfVml/k3Oslw5koFVeAuwZ88eZT57x38E+a3pHVXlBvkW4aRZvTzBhgds4+rfVV23bt1kDXz11VfyiboHBWXWl0p10z333OPfD37u4T4fAACcJ6rP85HLt3I116dbMH9SVHrrrbekBqBdu3b2wm7obpo1XURr2bLl22+/neXI/k13QpPk9vrrr0vlxsSJE2X+zZs3t6JLlgLeeWKVg7MsEAdrDufTPMyiS//hlxT1qgjn9hgp1us7gpRZnK1bt66shLPOOqtJkyY33nijipxOLHqBQ/DZ+uHsDGF+tF1E+48/ySS9e/eWkKbMTSNpVgr3kkJlz1+2bNmXX36Z5Rx0XLHfEhOM3ljBNplser0YOXfq1Cn9YuzYsQHr5UILsZwBa3KeeOKJW2+99fvvv5c1tmLFCqkRlX1DstB33303cODAgF3Y5wae5wMAgPNE9T4fKbVI8tm6deu2bdtC9GYmRZwfTM2aNVMRql69ujK7IQ5nZCmvS1E1YOMlGX748GEpttpveunfv78s0iWXXPLTTz/JCC+//LKVAbIU8FN0Qy/lrcGwSvP+OefIkSMqkGBNB7ds2aKCVDQFpNebFLtlhv55ae3ateXLl5ecs3v37pEjRypzU/br109PpekKtGzQM5FdIuC7srfoFwErN0LoblIRimj/8ac7uJOqs+eee05yuz1ah3nP1bnnnitrO5z+CXTtnLUL2UmQDlYDkw3yM9EvZKmykXx0xVrA5Qw4UJnVsL1Nknkk/8ydO/frr7+W2sX//Oc/Ekr982puiNHn+dDDAQAAURXFOp+OHTvqhx6GuKAuCUEuLSuzpy//GxiydPbZZyvzUZL2R4Jocum6W7duXbp0+eSTT/QQ3dhm4cKF/vORZbj++ut9Hiuka3hKliz5yCOP6AlD3OzuY82aNf4Nw/TN3xKuateurcwO3/Rw/3v0gxWFddM7n4Hz58/XVShWmTVLVkbS7Yvsjh8/LvUPst7kLYmjUisiRU+5+m6PPWL9+vX6hb32JpxKJD2fkydP+n+0MvuYVuZmDVa7lbsi2n/86ZtzZM/p1KmTT42i3oJZVu7pTTZv3jz/vhAkj7Vo0eKaa67RK+rCCy9U5g7gv95kz8xJnxk+SpUqpZO57pndh9R/SgyWrxysYwndjFMuefiP4LPk8l1kbrJrWclTrgU0atTosccee/LJJ5WZrkPcZJUzZreW3tcqZpB8AACInig+z0eZV3/79OmjzBL/q6++arWisUg2eOaZZ6TaQYq5jz/+uIqcFMJ0LY3UxvgU/j799FOpWJCSk2QqPeTKK69UZq3Cr7/+ah9TimhSxJcX/h18aR06dNDdvr355pvBurTyIV9W9+1rka85btw4ZfZ2LbUEyrzNJjExUZnPo7SPKTUtUg8WbM5vvfWW/Y4O+dYffPCBMjuEqFWrlgqPXGXXt/5PmjTJ5y0pjCqz+Nu4cWPdeUDAbqN1XlWZk48u/Ye+S0Q+V0fQ9957z2dMud4vKU5etG7dWuWJiPYfH/LFU1JSVKB4s2LFCn2jv32eeuX4fIpEJmXuG/JxPjOXnU02tOxvegHq16+va+dkc/vM5KuvvlK5Si+VbAufX8qBAwfk0+VnKxVQZcqUCTit7hJDgtyYMWPsw2Vd+exskvxHjBjxzTffzJgxw2cmeqeSIBS1W33suzR1PgAAOIIrqvf5iBtuuEEunCuzhC1Xr6VUvXTpUrn0O2XKlDfeeEMKWLqA+NBDD/l0NxwmKYHpzqNltvfee+8ff/xx7NgxqY6QWib9zEe5am51XyaXk1u2bCkvXnjhBd0PmJThfv755wceeEDCxumnn+7fd7Pl2WeflaAi44f/KB5ZAN0fsZQClyxZ0rt3b5m8bNmy9polKc4qs99kq1C4cuVK+SIhekOWNSYL/Msvv8g3lW8hr/WdVI8++mhE7YJ0Rdby5csHDx4sJWkpvsuldymJ6hZ9ElkljurGTlIMlTVmdZ8gq/q+++6zrt9b/ewpMy8ps7GcFJpltIARSAKA/mhZ7LvvvltCgpTvd+7c+b///a9///7K3KbZu4MoGyLaf3xIuVyvH/0kXD1QMsyHH3744IMP6n/at6OOCrIyZVvLx0mKUOYtRjpUy1Svv/76xo0bZRLZKLKKZJ+R4bKKdMWpfJzuz1rWmMxfVrJevdZulous3gXkgyRWSZ2Y7Lo//vijrCJJYrKbyQ4QbNpzzjlHB6fRo0e/8847W7ZskV1L1qrU5Pi04ZT56GsNMqbkHytCy9fXT8Jt1apVwG5OcoPLzX0+AAA4TbSf5yMXVp977jkp7ksVgVw+9+99S0bo2bNnTh7c0atXLyk3S6aSSODzHNILLrjAeuajNmDAAClZSrkimiRNAAAQAElEQVTT54ZyufAvY+oamICkkkTKoFIgk1Lm999/r8t2Icj4UlSVROfzKVJjI2vDvjy33nrr/v37XzXpgZIfpMjo0/TOmq2UxeXLPvzww/bhUhKVXKciIStHKtykiP+lyf6WXLa//vrr5UVzkxTrpdZOvrhUK8mq1vcaSWaTsvvff/9t3ZmjzGwpJXgpJesM88UXX9SsWdP/o/VdQyNHjpSYd+edd9rfqlKlitR1+PfkFj0R7T8+JG3efvvtUr8n31eWWXLUhg0bpAQvofHqq6+WQLtnzx4p9Ovie+3atXWf7HqekgT0bi+hetCgQZJzvjLZ59+9e3f7s3okmcsamzZtmoxs34HlFySxJHQfdBGRBZYLE7JUklteN1lv6aaPAbuGt8hX27x58+rVq8ea9ED5OcgurW8bs8huLN9IIvdAk/2t0qVL+/x8cpV+ng99uwEA4CzuPLjiKcXcHj16jBkzJjk5Wa4ZS9FZilZSTJSStFxFrlGjhsoBqUOQ/HDttddKPZJcCP/zzz8lYCQlJUnRUwb69AkmBWu5Ri4XmKUcLyNLVY9u9yVX0wM+nMTulltukbLsP//8IwVBuU4fuh2OlNukkPfpp59Kylq3bp2UhiVC9O3b1ycJyKdL6hg3bpwUu2V5qlevXqtWLfkgqYAKNmf5smeddZZUVUkFhXzTM84444477she8zApSUuO+uyzz6SQumbNGqlbqFat2nXXXdelSxdrHCkBT548WdaYXPiXJZQyfd26dWUEmVZSkyQfKXPrR6kq82k8Em4lRUhxVq6p62qNgKRAf8UVV8gXl3nK+pH94dxzz23atGnXrl2DNaOKkoj2Hx+yKiTdffDBB/IVJNhL9qhUqdJll10mW1B2p++++04q0+bOnasfzyq7xKhRoz766COp05CfgEQgPRPZB959990ZM2ZIPd6mTZskBsi0sidIpmrcuLHPJz7//POykmV8+ThZabIAEiPlxzV79myVqyTZSgyT6qzffvtN4px8tcqVK0sdl/xSsuxIQ34a8jVl55fKHKnQk0xYr149SXHyTX2Sj0RBGU03eNuxY4cERVljMtpVV10l40czAMfo83xckXYSDwAALPo0mm5KNaWYBk90vzXF7NdYqe9eLdOpcWTdPSOEESNGfPLJJ5JwpEysAMSeowM+OP76eN2x9clJTxdufpEE4CJFihQ2Sdx1mVSeo84HAIAocudJnQ8AxJIYfZ4PPRwAABBF0b7PBwBij9sWeOjbDQAAp6DOB4DT8DwfAAAcJ7rP8wGAmBSjz/PhPh8AAKLHxX0+ue4BkwIQu4xO1GKwbzfqfAAAiCLu8wHgPPp5Pp7XKmaQfAAAiCrqfAA4Dff5AADgRNT5AHAa7vMBAMB5uM8HgPPwPB8AAJyH+3wAOA/P8wEAwImo8wHgNNznAwCA4/A8HwAOFKP3+ZB8AACIHp7nA8CBjOf5WK9VzCD5AAAQRdznA8B5eJ4PAABORJ0PAKfhPh8AAJyIOh8ATsPzfAAAcB7u8wHgPDH6PB+SDwAAOeV2u7ds2bLB9Ndff23atGnRzuaqxG2K+3wAOJF+no/b+zpWkHwAAIjA0aNHN27cKPFmo0m/+Pvvv1NSUjKNd/Y56hz9ijofAE5j3OfjPfJR5wMAQGyTapxt27bZ4422e/fuiGbDfT4AnMe8z8dNnQ8AADHm2LFjGzZskHobq62a/P3zzz9VLuB5PgAcyHieD3U+AADkG3s1jr0yJ8JqHF/FixevYTr77LOrV69+5plnJiUl/W/5OUO/Md7lPh8AzqOf50OdDwAA0SfVOPYmappU5pw8eVJll8vlOv3008/JTAKPDEw3pZpSTIVXWid76nwAOA33+QAAkNukGmf79u3+IWfXrl0qBxITEyXSnOOnWLFi/guQ1cyo8wHgNNznAwBADkg1jn9/AzmvxklKSvJPOFWqVFG5hPt8ADgPz/MBACAMuhrHP+TksBqnVKlS/glHKnaKFi2qoon7fAA4D8/zAQAgs+PHj9uzjfVsnBMnTqjsSkhICFiNU7lyZZU/qPMB4DTc5wMAcCp7NY495+SwGqd06dIBq3GKFCmiYgXP8wHgQNznAwBwAJ9qHOtunJxU4xQqVOjMM8/0DzkVK1ZUsY7n+QBwIJ7nAwCII3JW27Fjh3/I2blzp8qBsmXL+iecs846K5aqcYIyrnFm/qu4zweAEwV+no91YMwvJB8AQBakGidgp2o5rMapVq2apJpzzz3XHnIqVKigCj7z7J7xPJ8te9LXbk7zvBVGDPIrGrizHsd+O7H5nyzLF66Q8/cbx+fDMo+TxXdyR7IwKqzva41ofGt3qHECzMQdxjg+HxNknKBzitpX9owe7lf2jpN7X1kFnJk77CUJOgu/cfw+0tzcrjCuI2T5K8vmT8zvHznf5bL+iUmdsSsXfmIqe7tcxoElrKOKNU76viP2+3wsKr+RfAAAHroax6e/gZxX45QrVy5gNU7hwnF4DnIFOMW77n3ziFl2+X/27gM8imoNA/DZFEIJvQaDFEEIRQi9I4iggCByKQrSlCYqHWkiVZQiTURpoUhXAQUURJAi0ouAIYKhJCYQOoRUyN5/5uyene2bZPt+7/XyTE42W2annG/+mTO8HyAfClVn8JPg/aR/NO1+8lfgJ7dLj89Qa/7K4t/6Mf4YlVqdoflbpvgrw7/VtEh/myGm5b+VOzim/tawXfs+Fa9r4m/l96l4RYO/VWteV37/xn+bofmMyvdvMH8Un13v3cq/0b09k2/D2leg7W6aehumvwK53bavwOh1xVdg6W95wlT8bYa9vgLb/tbU/NH8rcG7Nfv1KT6j+a9PfEZLf6v77Kbnj9m/1V90NZ/ReLE3WDVs/1vdNPMT88e278X8cqX/uuaXSf5uNc+QuU/KLL2i6U9qdQ1Si+t8VCrXl3oEJB8AAF8kyjjKnJPNMg4lmWeffdY45BQsWJD5AHGSmzb3iPqLWrnT1/QhdP0/pu23yUMhqVSiN8x4f0LzTComzh7R/1u1/KJqTc9b7rUw7W81PQ/d34rekpr37Pnfyv0Y3QFaE3/LNB9H8/zaV9T/W7nd6G91PUL9z6hSvFvl62pfXvu3puaPtqelmLead8L4C2vfhu7tia9AbdtXoJ1HaqZWfJnM7FfATH0Fehd5m39d8T7V1r4CXRdcnjT6+sx+BaLbqp0bhvPH+CtgtnwFinlr8PWpbfz6NDNXrTact8zMqqH87Px9qg3mj/Hf6r4Xw/mj+FtdZ91w1bDyt5qqiO77Zfrzx9zfWlomxaqh+L6MVg2D5Uotjm7Y+G4Vz6ZcGU2vQczKu2W6d6tZwcWS7+fnr0LNBwAAnMCgjCNCTjbLOIUKFTJOOBR7/P39mU8SO3vOT6L9FdPrXGv7UhmKXiAzPkDLFH0LTX9e+7eaHrnx3zITh5NFFlC8oq4np6iiZOh6KprukOHf8l+IHpJeBYYpepxmX1dzUFlteChdFyBU2r+iY9GaMKPrSItD0ab+VhuxNH02+Ri2riNr4itgullh+StgevlG+xVkWP8KDP5WdGStvK7Fr0Ct/ApMfH0q838ruqTyXzFR82HaxKj3uvyHTH0FBl+fyvBv9b56g/nDFH+rv3hrvymmXyTk37kyrmQws6sGffYMvb9VzB/xbZp8Xc1fib9VG/+twbLBVw3N/JH/SsVXFsXf6lZSM8uk4m+VFUi1OPNMpTsmYvC3zOS71X9FxV9pn02zkhr/raU1SP8ohuLd6q1BTFvzEceGmEsh+QAAeI9//vmHn6J269atEydOZP9qHGJwHQ4pX758vnz5GMj4Xl9Ma2OPX7WyGW82y5A9lXoKmh5thuaRTHOkW/QCVHqn0asVJ/crH6P3I1MrzvPRu/BArdI1KB+jfHXlYeMMxTOLtyH6xMRPpTnfX3tgXq6GaJ9fpfwIuk+nUsuP8Ve+Q/EBxTtU6b9z3WPUhjNH7zEmPp3+pRfWZs71mOvn/vorLTVV+RhasBs2aJAnT24zM1CtNwPNvz1FzcHUp9PNHOPHsGzOHON3bvgYva/e+qdjJhdO/ac1fHWVifmf/U938+aN48ePp6emKd85lZRr1QzPnz8/U8QhM/NWMf/NrnqZm7cm5lvm5q3RXDLx3bHMLjniT7RRSa34cGqRr41nTob8B0+zNwf85GxD20BpY6iSJvxKFPLTYq4OP7rtNQAAeIo7d+4Y3wA0NjaWetksqwoXLqyMNzzwhIaG+mwZx3ZqLSnlyJ7ooxb6lVqbf7DndS06HPDxxx/ToQFlY548eYYMGdKjRw9dtQ7cT2Ji4uzZszdu3Khciegr6969+9ChQ+lLZOA6oqrDQ46/LDAwMECLfuS/cuHJb0g+AADuizrNV69eNR5y4OHDhyyrcuTIUbp0aYMyDuWcvHnzMsgStQIPOTzt8AjE4xDPRQyxx6VSU1Pnz5+/bNmy9PR0ZXu7du0mTpxYtGhRBp7g/Pnzo0aNunjxorKRvj76EumrZOA6+mf8asIPzzycSD7MRcUfJB8AALdw9+5d44QTExNDnWaWVdQVML4ah8o4OKptX6KSwws7ovLDJ/gZbyIaMXCR33//feTIkXFxccpGOgowa9asxo0bM/AotE6tWLFi5syZVAVStjdq1OiLL74oVaoUAxcRyYf+5VFHmXlEwYch+QAA+AIqAly/ft0g4ZD79++zrKKdihhUTVyWU6lSJZz74Rwi+Yhz3njxh08bxB7sdp3vv//+++ijj3755RdlY1BQ0JAhQ4YOHUpVUAae6ebNm+PGjdu2bZuykb5Q+lrpy6WvmIFziUijrPwoM49rCz4MyQcAwHEePHjAs40y4VDsofDDsip//vwGCceL743jQQzCj8g/Bhg4F61rCxYs+Pzzz5OTk5XtTZs2XbRoEa04DDzf/v37Bw8eTJtWZSMdDKKvuFmzZgycTqVPeWGPywd5Q/IBAMguOrofExNjkHBo+t69eyyrqIwTGhpqkHBoulChQgzcj9iZKms7JjMPdrtOc+jQIeoQX7p0SdkYEhIya9asN954g4EXSU1Npa919uzZaWlpyvZOnTpRe4kSJRg4njLMGBR/lD8ylw7vhuQDAJAJjx49+lemTDh0rNHggulMyZs3r3HCoaPRgYGBDDyHMvyY/Bec5tatW6NGjVq3bp2ykQ48UxCaPHlycHAwA29EW+NBgwb9/vvvykbawNKX/t577+H6RmcS2UYZdVweexiSDwCASRkZGbGxscYjR9+5c4dlFe13n3nmGYOEQ/8WKVKEgVewUNvB3tZpFi9ePGHChAcPHigb69Sp880337zwwgsMvN2mTZuGDx9ucLPmatWqLV++vGbNmgycwiDeGAQhF0LyAQBfl5iYaJxwrl27ZnDWRKbQQWXje+OUKVMG11L7Ags7VuxzHerhw4fjxo2j5KNszJcv32effTZgwAAGPoO26pR+Fy1apLzFGfW5+/fvTwsD+gpKkgAAEABJREFUbsTsUBayjctjD0PyAQDfQZs7KuMYjxx969YtllW0HacyjkHCIcWKFWMAMuxnnWPNmjUjR440WJ179uw5Z86cwoULM/A9f/31V58+fU6fPq1sLFq0KC0SPXr0YOB47hB1DCD5AIAXSkpKEsFGTFy9ejU1NZVlVe7cuY0TDkEZB8C1oqKi+vbte/jwYWVjxYoVV6xY0bBhQwY+jHq5X3/9NVUCDW4b0LRp0yVLltBCwsDHIPkAgAejLVhcXJzxvXFu3rzJsoqOUYWEhBgnHIwOBOBu6BjH5MmTZ86cqWzMkyfPxIkThw8fjqHegaNKIC0P3377rbKRDlpRkfDjjz/OmTMnA5+B5AMAniE5Odk44Vy5ciUlJYVlVa5cucqWLWuQcAh2hADub8uWLUOGDImJiVE2/u9//5s7d25oaCgD0HfgwIH+/ftThVDZWKpUqaVLl7Zu3ZqBb0DyAQC3Ex8fb3xvHIOBejKLKjbGI0dToxuehQwAll29enXgwIG7du1SNpYpU2b58uUtWrRgAGY8efKEKoTTpk0zuLNtx44dv/zyy5IlSzLwdkg+AOAyVK6hoo1BwqEWg31SplC5hjpAxiNHU3mHAYCHS0tL+/zzzz/99FNlsTdHjhyjR4+eMGFCUFAQA7CG6oT9+vUzSM558uSZNGnSsGHD/P39GXgvJB8AcIabN28ajxxNtZ3sbIKKFStmnHDooB3KOABeae/evf3796eth7KxadOmK1asoNWfAWSGybMlK1euHBERUbduXQZeCskHAOyJjshGK/CEQ2Wcx48fs6yi47hUxjFIOPRv7ty5GQD4gBs3blAnddOmTcrG4sWLz5kzp3v37gwgS5KSkiZOnDh//vwnT56IRjp21rdv39mzZxcoUICB10HyAYAsSkhIML43zn///ZedrUrRokWNR44ODQ1FGQfANz19+nTBggWffPLJo0ePRKOfn9+AAQNwS0qwi7///rtPnz7Hjh1TNhYuXHjmzJnUjr2Pl0HyAQAr0tPTqWhjPK5aYmIiy6rAwEBRxhEJhyaCg4MZAICMOqPU9aSOqbLxhRdeiIiIqFmzJgOwE+oMr1ix4qOPPrpz546yvW7durSwVa5cmYG3QPIBAJ3bt28bJ5zY2NiMjAyWVXTkzPjeOKVKlaKjtgwAwBTqgI4ePZo6ncpeClV4pk6d+v7772PrAY5gcqkLCAgYOnTo5MmTcX61d0DyAfBFVMa5du2aQcIhDx8+ZFlFu4fSpUsbJJzy5cvnzZuXAQDYhroly5YtGzNmzN27d5XtXbt2nTdvHm4oDI5mstJIR+vmz5/fsWNHBh4OyQfAy1HvwfjeOFTGefr0KcuqggULGt8bh3YMGAwUALLjr7/+6tevn8EVF7hRDzgZ7R/nzp07adIkg7F5WrduvXTpUtrZMfBYSD4AXuLJkyfXr183Hjn6wYMHLKuojEObeIOEQ/Lnz88AAOwnMTFx/PjxixYtUh6UCQoKouLP2LFjcaMecL64uLj3339/y5YtysZcuXJNmDBh9OjRtH9k4IGQfAA8D4WZy5cvGyQcij3ZKeNQmDG+N86zzz6LjTsAONr69etHjBgRHx+vbMSNesAd7Nq1i+qQBrf9qVix4pIlS2gRZeBpkHwA3BclGcozxiNH37t3j2WVv78/lXGMR44uVKgQAwBwLtqs9e3b98CBA8rGkJCQL774olu3bgzADaSkpEyZMmX27Nnp6enK9rfffnvOnDlFixZl4DmQfADcwsOHD0WwERPXrl1T3l4ts/Lly2eccMqUKYMyDgC4HPUmp06dSr3JtLQ00ejn5/fee+/NmDEDA9yDu4mKiqKUfvjwYWVjgQIFaHEdMGAAbvvjKZB8AJwqIyODiubGI0cb3EMgU6ivEBoaajxydJEiRRgAgPsxeQZRzZo1IyIiXnjhBQbgrtasWTNy5MiEhARlIxZdD4LkA+AoiYmJPNsoE87Vq1cNyuWZQsdBjRNO2bJlAwMDGQCA26O08/777//444/Kxvz580+fPp2qPThwDu7v4cOHH3300ZIlS5R3uvP39x88eDAtxihXujkkH4DsopUoNjbWeOTo27dvs6yi3f8zzzxjPHI0zicGAA/15MmTWbNmTZs2LSkpSdn+1ltvzZs3Dxs38CynTp3q06fPX3/9pWwMCQmZO3du165dGbgrJB+ATKAd9r8yZcKhMo7yPPXMypMnDxVtDBIOteTIkYMBAHiFAwcO9O/fPyoqStlI27oVK1ZggCzwUFTzWbhw4cSJEw1uAt6iRYvly5eXKVOGgftB8gEwgdaLuLg443vjGJzamylUxqGjQcYjRxcvXpwBAHipW7duDR06dN26dcrGnDlzjhs37qOPPsIhHvB0N27cGDJkyKZNm5SNQUFBY8eOHTNmDG5F5W6QfMDXJScnGyccKuOkpKSwrMqVK1c5BZF2sAUEAN9BR8QXLVr08ccfG9xPGUfEwfvs3bv3nXfeoc6DspEWclrUaYFn4DaQfMBX0KIeHx9vfG8cOlrDsoHKOMYJhxoZAIAPM3kVRMmSJefNm9e5c2cG4HVSU1NnzJjx2Wef0YSyvWvXrrTYlyhRgoEbQPIB7xQVFcWDza1bt06cOEETV65cyU4Zh1SqVMkg4dAElXcYAABo0ZZ29OjRCxcuNGgfMmTI1KlT8+bNywC8Fx1XHTRo0K+//qpszJcv3xdffEFFIQauhuQDni0hISHayH///accazKzihcvbjxyNB2qxHCrAACWnTx5slu3bpcvX1Y24m4n4Gs2btw4bNiw+Ph4ZeMrr7yyatWqYsWKMXAdJB/wDFQ7pqKNcch5/Pgxy6qgoKAyZcoYjxydO3duBgAAmfHkyZNJkyZ99tlnT58+FY0FCxacMWNG//79ceQIfE1iYuL48eMXLVqkXCMKFy68ZMmSN954g4GLIPmA27lx44ZxwomLi8vOslq0aFHjhPPMM89gZwwAkH0PHjx47bXXDh48qGyk4s+CBQtwox7wZX/99VevXr3OnDmjbBw1atTMmTMZuAKSD7hMSkqKccKhwo7BTe4yxd/fv1SpUsrrcOjfSpUq5cmThwEAgAPExsa2bNlSea+eAgUKrFq1qn379gzA56Wnp0+ePNmgHNq5c+c1a9ZgxFfnQ/IBhzMYVE2g2k52Fr98+fIZDDZA/5YuXTogIIABAIBT0MHsV199VTlIJqWgb7/9FncqA1A6fvw4VUGp8yNaGjRo8PPPP+fPn5+BEyH5gD0Z3BtHlHGyM6ian59faGio8aBqhQsXZgAA4DpU56lTp86jR49Ey/jx46dNm8YAwAitKW+88caePXtES82aNQ8dOoRBYp0JyQeyghab//77z7iMc/PmTZYNwcHBxvfGKVu2bGBgIAMAAHdCG3zqt8XFxfEf6SjV0qVL+/btywDAjKdPn/bq1Wvt2rWipU2bNj/++KO/vz8Dp0DyAVvRTm737t0ntai8w7KhZMmS5cuXp1SjzDk4OwIAwCPQ0euGDRueP3+e/5g7d+7vvvvu1VdfZQBgzYQJE6ZPny5+pCy0cuVKBk6B5ANWZGRk/PLLL8uWLfvpp5+ePHnCMol2hzzeKE9UoxZc1QcA4KFoX9C8efNDhw7xH+lw9W+//dasWTMGALYZN27cjBkzxI9Tpkz5+OOPGTgekg9Ysm3bto8++kg5Yo8FISEhxueqUSMDAAAvMn78+E8//VT8uGLFij59+jAAsBl1vzt37vz999+LlsOHDzdo0ICBgyH5gGmxsbHdu3c/cOCAyd9S0SYsLEwZcuhfXKIHAOD1Ll26VLlyZXEKAO5MApA1qampVDv9888/+Y8VK1Y8e/YszohxNCQfMCEyMvLll1/+77//lI1Fixbt27fvG2+8Ua1aNYQcAADfVL9+/aNHj/LpunXrHjlyBLeEBsiamzdvli9fPjExkf/4ySefTJo0iYEjIfmAoePHj7/yyit3794VLSVKlJg1a1aPHj0YAAD4sO+++65z5858OiAggA6TUb+NAUBWffPNNwMHDuTTOXLkiI2NpQPNDBzGjwEo3L9/v23btsrY88EHH/z777+IPQAAoDwgPXHiRMQegGwaMGBAvXr1+HRaWtrs2bMZOBJqPqBn0KBBX3/9tfhx5MiRVO1hAADg83bu3EmHxvh0kSJF/vvvPzpEzQAge06cOFGnTh0+nTdv3mvXrhUsWJCBY6DmAzq0siljT//+/RF7AACAU466O3bsWMQeALuoXbt269at+fSjR4/mz5/PwGFQ8wGd0aNHi6jz3HPPnT9/PmfOnAwAAHzeuXPnXnjhBT5doECBuLg4DHUDYC8HDhwQd8QKCQmhgioGDnEQ1HxAZ/ny5WKaij+IPQAAwP3www9ievjw4Yg9AHbUtGnTRo0a8en4+PgjR44wcAwkH9DYsWOHGNigYsWKLVu2ZAAAADLlLRffffddBgB21a9fPzGtXN3AvpB8QEPcn4H06tWLAQAAyK5fv37u3Dk+XatWrZCQEAYAdtW2bVtxhhuSj+Mg+YCGsrTavHlzBgAAIFu3bp2Yfu211xgA2FuRIkUaNmzIp69evXrq1CkGDoDkAxr//PMPn8iTJ48YWh4AAODAgQNiun379gwAHEB5WEG50oEdBTAAmbjI5/nnn8eIIgAAIPz99998IkeOHOHh4QwAHEAMcsAUKx3YF5IPSNRq9aNHj/h0oUKFGAAAgCwtLe3atWt8umrVqgwAHKNGjRpiOjIykoED4Gw3kNy8eVNM487BAAAgiLENSOXKlRkAOEZwcHCxYsX49JkzZxg4AJIPSBITE8V0njx5GAAAgCw2NlZMh4WFMQBwGLGKUccsOTmZgb0h+YBErVYzAAAAI/fv3xfToaGhDAAcRrmKKVc9sBckHwAAADDrwYMHYjpv3rwMABwmX758Ylq56oG9YIQDAAAAMAvJB8BpkHwcDckHAAAAzELyAXAaJB9HQ/IBAAAAs1JTU8V0YGAgAwCHCQoKEtPK0afAXlS4tN13tGjRYt++fSx79u7d27x5cwYAAN7ixIkT9evXf/r0KcuG2rVrHzlyxN/fnwGAeTExMVWqVBE3UcyaUqVKXbhwATXYLMAIBz5k8eLF2dwn9erVC7EHAMDLUGh59913WfZkfxcD4AsotIwbN45lz8yZMxF7sgY1H98ydOjQ+fPnsyyhdSw6OrpIkSIMAAC8y+3bt8PCwuhfliV0XGzlypUMAGyQmppavXr1qKgoliV0DHrv3r0MsgQ1H98ydepUOtjAsmTKlCmIPQAAXok277NmzWJZQn87e/ZsBgC2CQoKohopy5Ls/C0wJB9fQ3UbqpCyzKtdu/YHH3zAAADAS/Xu3Ttr5zNTZMJxMYBMoXWNKqUs88aMGVOxYkUGWYWz3XxRZoc68Pf3P3LkCIUfBgAA3isqKqpKlSqZGuqAdg3Hjx9nAJBJt2/fLleuXKaGOihVqtSlS5eU479BZq1xxCoAABAASURBVKHm44uoTpqp1ebdd99F7AEA8Hp0LPn999+3/fF0XAwn3gBkDVVKp0yZkqk/WbBgAWJPNqHm46MmTZo0efJkWx5Ja2ZkZCTOZAAA8AV0BJrKPjExMbY8eMiQIfPmzWMAkCVUX61fv/6JEydseXCHDh22bt3KIHuQfHxUampqhQoVbNm3RURE9O7dmwEAgG+g3lXHjh2tPgx3FAHIPhvvpkUrGq1uWR6kCgSc7eajqFpKNVOrD2vevDliDwCAT3n99ddbt25t9WG4owhA9tl4N61x48Yh9tgFaj4+jXZv27ZtM/dbf39/OsCAIUQAAHxNVFRU9erVU1NTzT0AdxQBsBerd9OintjZs2dxhY9doObj0xYuXGjhiN3777+P2AMA4INo4z9mzBhzv8UdRQDsyOrdtDI7MBVYgOTj06hySvVTc7+aOnUqAwAAnzR27FhzZ9fgjiIA9tW7d29zg+j26tUrazfaApNwtpuvS01NrV69elRUlEH7li1bXn/9dQYAAL7K5FAHuKMIgCOYHOogb9680dHRGF/XjlDz8XUmT1po3bo1Yg8AgI+jHUGHDh0MGnFHEQBHoJqP8d20pkyZgthjX6j5gITKrKtWreLTtEs7e/YszmQAAICYmJgqVaqI28zjjiIAjmNwNy3KQkeOHPH392dgP6j5gGT27NliqAOcwA0AAJzyclDaTSxcuJABgGPQKjZz5kw+TYFn8eLFiD12h+QDEqqlUkWVyeP5jB07lgEAAMiGDRvGD4fhjiIAjtatWzc+nsG7775rbswDyA6c7QYaT58+rV+//tSpU1955RUGAACgtW/fvkGDBuGOIgBOEBUV9dJLL505cwZX+DiCNyQfhDdwTyqVigGAG8BuAtwBdgoGsGJCFmRzPfLg5KN851h5wK0YrJbY2wG4hMGuAXsKcCHsFwSsmJA1dlmJPDL5iPfMJxCBwH2I9ZBPGPwIAE5jbk+B3QQ4GfYLSlgxIQvsuBJ5XvJRriQc019/sPKAqyhXSJXMYIIBgFOI3YHxBMNuApxF2T9T7hF8NvxgxYQssNytyuxKFMA8inHsIRkZGVh5wLUMdm9Kop0WS4QfACdQdqpMYthNgOOZ3C/4+fkpH+BT+wVbVkyGdRMULHSuROzJ7ErkYcmHUwaeDJnaVP4BcCa+4tFeTeze+LTYzyH8ADiBQe/KYE/Bpxl2E+AUBpmH0IJnsGvwEVZXTIP8A8AZrERiVWKKblWmOleelHyUq02G1tzv02ZtfsLoN+oM+tT06VXSOXwZ0r9MLc0YdYb8r9pPZTBNv1VrpjOMf2ttOnOPzNC+Ynb+Sm36GQwfaW7asEUlzzFz09o5qZ2fKjPT8nzWTUsLn8G0ib/i85w/kr83/lvdN6JWfHdWvkfFdIbp+axiauuz0a5fmT+th0EBuaLX8JWTr6sMAJxIuad4tnvy0wza3mQotgDKjaHBZkqt0m2UjDaqzKbtgIWNZ5Y2aOafU37/mXoe07sDvY22WmV6p6lsMbtLUrEMc7uPzM1JlmFh52UwB5Q7FBufR/kpLOy2Mr0zMvN9SbuBN1/MOWcgk3cKvEvjg0fElL24sHdSHiZJXwHvkimXOuNvU9Gi1i1RTDe3Fd+OaFHrLzOKpVSzJGRotwBZfnVNi6lXV/ytwTpi2GLw6srukOH7UWXofxaTr56ht2zrdXpNfHbDFkX3mH8Wxatr1hTFq+t1oTWdLsPPbvx+MvTWaMVr6d4nX3P1Xp1mVNWyOXfNYNqVKAvrjmfXfEhSSsb9RHnzIb4/plYsW2pF11xt3E33kzOTbrnXPVKteDbtt8VEu1rxbIpHqi0+m3KPYvy6aqNn03330jMb/DYTr6t4vHbbLdozLL0uXxuVz6b/zLbMPb3XVRs/m82vq9af//LrZsjTGfJvM+RGuUU37cen5SdUy0+olv9E/pfJLbppP/Hn4mlNPqHxs+k/s+ZFgwKfPn3KtDs2sZNjAOBgyuPHtJugNfFeIk3wTQoz3CnodWX0Nk02bgZNbqy0GzQbditqExtDs+/H9IZUb6dm8remP4vh+zH7W5t2KLpjYXq7J713aH3emv+tYuNv5rtgT3VbctO7Bj/NNt9wL2BhJ8V/+1R+P/KzKXc9avk5Te8L5OeXPjWT99FUavR/nKLcLzAf2yko10q+Yt5PzHiYJNZH5qdcK/WXFsURbbXh2qcWS0WGctkw9Uip2+NnYv3VTuuvlSaeweqraDtXIkLoHqlW2/UT6bpwpt6n0asYvA0Ln0jvfWrWHZV2zRKvpVybeO9IrAXKtUzTX1Lzds26o9atTZrn1DyDtI7qr6fav+V/JS1GDx9nSNlPWnGydr2cH/MoxvuzDGljwn/HPznf7mg3KyomzyfNtDQlNamlf5kURdRyi/KRTI4o8i/Es/FH6p9Hp3mQ/usy86+r4q+rebz2dfkLyq/L1Mzwdfkj1dpX0v1W97pq7esyo9dl2tdlytfVPDPTbHZ1z6b3ukx+pGKeMP4U8izg1SGTc8/K6zLt62qXVe3rMguvq5lmutdlxq9r9F0w7TKgYpoZrvsgig9rsNhonkr7dZt+QqMvV3yLTPNaaj6zpOVTUcoXyzADAMdQ618LKjpY2q2X8cZHXqP5uq/bpFha37U7Ed3GXG/bwgx2HEy3YTS5k9K9db2NsMltkbYzzSzv1BQbbc28MPFZ+Fww3N0wk9tJ3ZxR6W1sDXcomo25ymC3qH1OvZ2X+XlrZgfE91cWdzr674cpdhzKT2p6J25yJ6X5li3sEC3u9OXn1FuuMhTUvnRyvtkVU9Nh1XS9FHPPcE1kBt+gconVLRWatYYplgT9R+q+EWU3hn/LYkngL6xiTP/bFO9TfMtG70e31qi0369YbsXyo30V5fquWUq170es1/pLo2Yu6t6nyuh9mp9vis6eWs2Uy7OK6c83vfep7C/pf0dMu5Yputw2fEdMu6UynG/6n0jzgfXej2ajpnoqU/asWGZWJU+t+fCthvTJM8RWjIUW9cuby48Hbnne+avE8Rumd7CKSYcW1EwTdnXtYpqZabfpbzXVCfGiYlp6V366J7fwGPn9O+NvdRNMWytT6Q4D6H1q/fZM/C1/A1n6W75iZf1vVfybMnzzFt6Y7jFZ+1AZ0fEsJVVeHqXkI07sZpqekIoBgIOpFadG832ktmOhyplDXa5EgLxe+6l0uwm9zbi1dd/ERkb7eLlFWUHSlvpFAd/k1ka7mdUcb2bmH6N8daYtvOs9xvTGX2wGTTwms5/d9seIDXiW5o/xjtv6PDQ1fwyfRzGvMjN/tB/Z8n5Bf3mQ/0t7knH5P5VmyZT2C/xCBb58+uBOQXnwmvfl6avNmUP1XAj13/wV35Fabw+rVhuesmX4beo/XlkbVOuddKMy87d+el+3cinVTfspvl9FHcn+75lpTi2z5T2bXP4N37OYtvKeFZ/O9vfMjE8Cyt57Vr4r/p6fXrxOC408OzP4SkSLUNZOePOY5GNwyFwcM5BrPn7yJol9MyJv6zo5GIDr3Kvz3pMTUUw+SkFrp7+/f5ZXTgDIMqOaD987q6s/F3j4ywIMwFmeXIy5V7mPtsyQwY+IGR+u9oUdhPKcHU4+84j6tapyIX7nIgoxADNu5W6rosPK8nqjXImycATBw85245RrDq/5aMvaDMDFtAVZlfbEBrFmssxUYwEga5QFH7Gz0J4KosI6CM4nzj1UK8ahVe4afIHxCW/yJU/aU8twYBAsU4lFSG3Qs2KZ7Fx58HU+mi2IiDvakykBXEmlOXs1Q3+kdQBwMuUxMs0p5Si9giuIqy98MPAYMDwwoWlWYT8Jlklbb36RkJoZJ59M8ciaD6dNP7rrfFDzAdfT1B/5iQ1qFHwAnM/g6LJaeZkyVkNwLn42vqj5GIcfX1smleFHXLOPIxJgmYrpBp/IZs/KU5OP4kiB9h/UfMAdaJZF+Vq/rB6QAAA7kjtYmgnUfMDJtMNfaX/0+YIPUx6S0EDNB6zTbr1V2Yk9zHOv89FNaIfpQ80H3IFacZ2PfjuWTgDnMTygjpoPuJDeGONZGYfXKyk+Pmo+YI3iOh+WPZ59thtjDNf5gFvR3fpJ/hFlHwBX0TsuiJoPuJDKsLOG/YL2kIQ4is8ALNFe56M5tSYbnSsPTj4aumIpaj7gBvROwwQA94CaD7iI8jof7BkMaQ9h44gEWKG4ySzLHs9PPrjOB9yKdiFE9wrAjaDmAy6if50P9gwG+MnhqPmANWrddT4se7yk5oPrfMBdmLnOBwBcCTUfcB21GnsEczC2G9gG1/no6C4bRGcT3ID+dT4A4BZQ8wHXUamwRzAD1/mAbdT61/lkB67zAbArTf0RMRzAnaDmAy6if50P6MP9fMA2yvv5sOzBdT4AdqW4nw8AuAvUfMBF9K/zAZNQ8wHrcJ2PFq7zAXeixnU+AG4INR9wIdR8rEDNB6zBdT46uM4H3IkK1/kAuCHUfMCFUPMxB9f5gI1wnY8OrvMBt4L7+QC4IdR8wEVwPx9LcD8fsBHu56OD63zAreB+PgBuCDUfcBHcz8ci3M8HbIP7+ejgOh9wK7jOB8ANoeYDroP7+ZiHsd3ANrjORwfX+YBbwXU+AG4INR9wHdzPxyxc5wO2wf18FHCdD7gV3M8HwA2h5gMugvv5WIL7+YBtcD8fBVznA24F9/MBcEOo+YCL4H4+NkDNB6zDdT5auM4H3Anu5wPgjlDzARdCzccK1HzAGlzno4PrfMCd4H4+AO4INR9wIdR8zMF1PmAjXOejg+t8wK3gfj4Abgg1H3AR3M/HEtzPB2yE+/no4DofcCu4nw+AG0LNB1wE9/OxCPfzAdvgfj46uM4H3Aqu8wFwQ6j5gOvgfj7mYWw3sA2u89HBdT7gVnCdD4AbQs0HXAf38zEL1/mAbXA/HwVc5wNuBffzAXBDqPmAi+B+Ppbgfj5gG9zPRwHX+YBbwf18ANwQaj7gIrifjw1Q8wHrcJ2PFq7zAXeC+/kAuCPUfMCFUPOxAjUfsAbX+ejgOh+vQAv09u3br169qmysLdu7d6+y8dy5cwcPHlS2vPXWW/Swb775hrkB3M8HwB2h5uO99u/fz3cWT548YZn39ddf09+++eabzHFQ8zHHo67zuXPnzuzZs99+++0GDRq88sorCxYsYOA0uM5HB9f5eL6kpKSuXbtOmjTp4cOHlh85ffr0Pn36XL58mbkt3M8HwA2h5gMugvv5WOJR9/MZMmTIhg0bIiMj09PTb9++7efn+V1oD2K/+/kEME+H63w8HyWf6Oho4/aaNWvSvwULFhQtp06dYm4O9/MBcEOo+YAZISEhtK8JDQ1ljqG5zkcTfrBnMOAx9/OJjY29ePEiTbz00kvNmzcvUqTIs88+y8Bp+P181Hbo63t+8tFe56NCzcfrLFmyhHkczXU+anSvANyISrPjRM0HDHSQMUeihQ7VATN4R9YDaj6JiYl84r333itdujSrglGWAAAQAElEQVQDJ1Pxga0ZrvPBdT7gZnCdD4AbQs0HXAf38zHLc67zefr0KZ/IkycPA6ez4/18vKTmI3Fkzad3797nz5+fM2dO3rx5qRDx999/V65cuUuXLi1atOAPiImJ+fbbb6kS+u+//z7zzDNhYWGvvfZarVq1DJ4nPT19xYoVf/7553///ZecnPz888+XK1euSZMmzZo1M37R33//ffXq1fHx8ffv3y9btiw9uF27drVr11Y+Zvbs2Rs2bKBKvXF5pEePHvR+evbs+eGHH9r4Kfbu3btnz57IyEh6Uark0ov+73//M35vSUlJ9CnoqaKiooKDg+nDNmrUqH379lnrUvB3xaf79u1L/3bv3n3YsGFMHuGA/p05cya9wwULFtDc4A9bJKtUqRLNcwvPbOOXYmfacQbRvQJwI46v+Rw6dGjo0KG0XVq5cuXChQt37dpFW9qKFSt+8skngYGBTN5zb9y48dixY7TlTElJoS1SjRo1aHOXK1cug6c6d+7cqlWroqOjb9y4QZvi5557rkqVKm+88UahQoUMHvngwQPaNp49ezYhISFHjhz06vScb731Vu7cucVjHj58yDfy/FJ+5Z/v379/xIgRNPHHH38EBQXZ8inoLf34449Hjx69cuUK9QVDQkLq1av39ttv0/s0niG//PILbYFv3rxZvnx5+gj0xkqWLMmygebhb7/9tmnTJnrafPnyVa1a9dVXXzX3YHp79Clop3br1i2a4fQpaJ6/+eabtDtQPoxmy7JlyypUqLB+/XrmALifjyVqh9d8rC7SzNqyeuLEiYEDB4onfOWVV+jf6tWrL1++XPkqVpd2u/Qkjxw58v7771PXkdaCffv20YtSn43qUbQu1K1bt3PnznxFVrL7Omv7BsqO+P187FLzwXU+mUCLwvjx42kDyuQ1gZYw3k6LFPXOeTv5V7Z9+/Y2bdqMGzcuZ86cvJ0eMGDAgAsXLogn/Eu2detWChhjxowR7bRx//jjj2n5Ey3/yOg5aZX76KOPaLVhWWXyU6SmplIjZS3xsBsyCmkUtyZNmiTaab0dO3YsRSP+46NHj2iaIhN9iqlTp2bhVGnaAFF3hFYkPk1HU0w+CW0FKODR3KO3SuthiRIlLJ9ia+OXYn+aZRFH+ADciRNrPl988QV1Smji9u3b/v7+vHdF0xMmTKBNrnjYEdkPP/xAPTDqiIh22vLTJlcMUxYnO3jw4Nq1a6mnRT0e8cjTp0+PHDmSwg//kY5J8eekV6ftuckDatn8FIcPH6btpzjth1yWbdu2benSpRQeeCO9+fnz5yuDxDkZfdj33nuPjsqxLKHtOX0uSmv8R/q8tJOiYNOqVSveovxy6W0PHjyYNvui5azsu+++69ev3zvvvMOcRf86HzDJGTUfk4u0LcsqHeGl7gctb/w6n2rVqtHfUnefPz6zS3s2e5ICdbqmTZsmfjwso0baSuTPn1/Zbt911vYNlN3hOh8tJ17n880339CBtJYtW/r5+dFxOyp0UCNl7ilTptBCSWmegjt963TsjQIDPXjnzp10UIr2TPzPKcpTx51aBg0aREcLSpUqRUmdFlN6GG2LKWBQZOePpDDNYw8dDOjUqRM9kmpE9EhasKidDuxNnDiRZZXJT0FHvHjsoXYqvFCouHTp0q+//rpu3Tpa8eiQAx14oN/SkTM68kFrJgWwDh060EEUqlxRFvrqq69oDaHwRu+cNiiZeTuMchRthvhBFAp1L7zwgsmHddK6du1ax44d+/TpY+E5bf9S7E6N63wA3JCzrvOhbTV1j2ibScdradtYv359JicuOupM7bR9o5oD9ZzoEA91a6ijQNsl2hxt3ryZjubQI2mL+tlnn1Gv4uWXX6ZtLB0SporNmTNn5s2bR8V/+lcMpEuBhzae9C8dZ6VMRcdcAwIC6BU//fRT6lrR1pg6ebTvYFli8lPcuXOHd6GoI0gT4eHhtLWnrhttV2mzPHz48J9++on/Ob3PDRs20Cfq2bMnHYemievXr9MujD4m/YqObb344oss82bNmsVjD0Ua2mXQEUCaM9T52717N3+A8sulPElzmObJsGHDGjduXLhwYTpETXOP3vDixYuLFy9O+1zmNIg9Vjj8Oh+TizSzbVmlrg6VaKj/1qtXLyYvh8pqSWaX9mz2JLnY2Fha8qnAS7GE3h59IgotFD+uXr1KheX+/fvzh9l9nbV9A2V/9rvOx0tqPhLH13xoH0PphRYy0UL1h9mzZ9PE5MmTX3rpJd74rIzWq65du9KSRBtoHmnoUBz9S40i4tNRBFoQaetMz0wLLn8YrZxUfKcJ5YlqZcuWpc13gQIFFi1aRAcGKIfQH7IsMf4UtLyuWbOGJujQAq17vLGajKIO5R/ar/DkQ4dMKPbQRxg1ahR/GO17aC1t2LAhlUTpnVNSohIqc6lMfSl2x+/ng+E2ANyLs2o+VAZv2rQpbSqVjd9//z1tHqnLRdt2OnTFG6nXsnDhQuqg79ixgzoT1Glg8nFW6qZQ74RK6NRrpxbq9FC3IygoaPr06fysLX70lx5Ax4xy5cpFR8SKFi3Kn5N6UbQRpkNm1OOhx/Ndib0+BR3Y4u9t5cqVZcqU4Y1Ub3n++ef/97//UfGf3jztNehwMvW9qKdFvStxXhk9ZvTo0VTVp7c9Y8aMOnXqZPZiCeqo0VFqmqAMKY5AU6SJiIigY2EGd/KhN3D06FEm77No98QbqZdGB+noz+koOM1t+oA0b5lzoOZjjrOu8zG5SGd/Wc3CM2SzJ8mlpaXR8kwvyo81U1ahV6HeF21nKIeIh9l9nbV9A2V/mut87NDXx/18MqFkyZLKhZVQIqeja5T+xcIqlC5dmnZsNCEiNT9F7eTJk7RPEg+j3TDtt6iu0q1bN95CIZs24hRyRGoXaLEOCQmhCb4DsNenoGoPvSItxB988IHBg6m0Qos+v8UbLdCUgmiCH/ZQogWdF22y88bsJVNfiv3hfj4AbsiJ9/MRZ+0LtFWnf6mrIWKP0L59eyafXs/3C3w38fTp0z179igfRkdYaUNNh3V5r+LevXu8Sj9gwAARe7j8+fMPGjSIySfSiNOS7fIpfvvtNyaX30UXiqMfqcQ0adIk/k7o2BzN5GbNmhlcTkPatm1LfSb6pPR5WSbxz0sbduoIKttpn2hcvaGoSf82adJExB6OjrLTYTtaDOh4nzhrztFwPx9LnHg/H+NFOvvLahaeIZs9SYGqQ8pTbGip5o+8e/euaLT7OmvjBsohcD8fHSde52N8ItY///zD5HNGDS4bVaIFmk9QrZBqkadOnaIliR5Piz49IZVuDC7auXHjBv1L4d54AaJwQks27cyobsvs9yn+/vtv+rdUqVIGe1Amh37Cp8UVSlQaMvfk/M27Vqa+FPvD/XwA3JATr/Mx2MZmZGTwmy9PlZn7K9ooFS5cmPYL1DGKi4ubMGECVWxog08ttJug7bDyndMD+AS/6ZkBsemLjY3lB8uy/yloi8o3m7x3ZYBCnZjmW+AdMmZGQkICyyR+JJuOc4ur0gWKNzxbCnwXaXLm0J6uWLFi9FmysxvNFNzPxyLn3c/HXBcuO8tqFp4hmz1JwfhSZzpizuQKEv/REeusjRsoh8D9fHSceJ0P7ZYMWvjiYhktfHyiQ4cOUVFRmzZtogILvw6VyYegaPmj8g5fZJk2PBgnb463i91eFhh/Cjp8SP/ys8wtsOXDUl0oKSlJOayQ82XqS7E/XOcD4IaceD8fgxGTKPYYnItl0q1bt5h84HbmzJkfffQR9ctjZdu3b2dyf33IkCHiggFxjMnknoI25vyT0pPUqVOH2eNT8N0Ek2sslv+QdnPMmixsgfn8MT48x+SD6MofHzx4wDt/5saRo5nmzOTDcD8fS5x3Px/jocyyv6xm4Rmy2ZMUjD8OLwGJTZwj1lkbN1AOget8dJx4nY/xtft8f0Yl9blz59rwBGz06NE9e/b85ZdfTp48efbsWQoJdDiQstDOnTup7MgXGn7qpBg53iTKS1Zfy9wzGH8KfgKG1byenp7O5BPbsnCigjNl9kuxM1znA+CGnFjzMdjG8i0nWbNmTVhYmNU/p2OoP/zww59//nnw4EEqdPDRyWJiYkaOHEmbtRkzZtBGWLwE7UGMn0Elow9rdU9hYUdj8CnEeXpWZyAfnEp5NY5d8Nc1+eoG501YnjnGD3MCFa7zMceJ9/Mx/sazv6xm4Rmy35PkrK7dDlpnbdlAMQeQNmi4zkfDidf5GOPVRuW4mVbR0bjevXsvXLjw999/X7x4cbdu3fLkyZOYmPjpp5/ynRAfjcfcaWP8MJU4ZsAXaJPb90ePHrHMfAqTJ4DR+nDx4kV+5IA/jFqyc+64E2ThS7Enzf18sJMDcCdOvM7HgLjdOz/nzRbUN2rcuPHYsWM3bty4a9euUaNG8TNkqKvx448/Mvk0ff5Ik/V/2kTznQK/vYboIRnnHNt3E6Ghofx5TO6brl27Rkd/eQeOj/Zr+4e1Ed/rmdz7GDQGBwdbeDDT7kYdeu8RJf3rfECfZn10Rs3HWPaXVbss7Q7qtDhunbW6gXIEfj8feTK723DPTz5OvM7HGN/90L5HeZcejo7zdejQoW3bthEREUwODN999x0VdsTCTUtknTp1KCVT3ZDJF6Xx7MHXASoKPXz40OA5qYL/xx9/MPm+N7yFn/Fs/Ehqsf2SG36+RHR0tHE59ejRo3QM4NVXX338+HHZsmV5oxhCVGncuHGtWrVy3GjRnC3Ha23/UhxCsyyi5gPgTpxY8zFAHXF+XorBNcEc7Reo2t+lSxe+Gaet1ldffaUck4068V27dl22bBlPUOKyTN6nUd6ETeCXNTP5elGm3U0wU3uKTPV1+Dkzx44dM/7t+PHjX3/9df62+fs8dOhQcnKywcNo90cdJnokP9k7UypXrkz/njp1yvhTGD8bP4BocuZcunSJ72rFbtTRNNf5MLBApXbFDMr+smqXpd1BnRZHrLM2bqAcRLv1Rs1He52PS2o+tMfidT2q4RgcTlu1ahUdWKItbPXq1Zm871m0aNH27dspHxs8CT84R7sxfqnPK6+8QssrLX8rVqwweCQ9J9/oN23alLfwI1tXr141OLi1evVqZjNarHPnzk19AtoHG/yKj5DToEEDKkzRYs33PbQGivNHOcppFIcovGVtXyJqslbPhhe3HrPwGNu/FEfQ3s8HR/gA3Inraj5Me9N3Om51/PhxZTttSJcuXUo1f6o/8BGWT58+TVv+devWGfTv6Z3zrRmvVNA+gt++c8OGDQZHrO7fv887SRR7+D4lKCiID6p7+PBh5SMTEhJ27tzJMvkp6E+Ud0Vk8u2t+R0e+chU/GH0Nmh7q3wY7enmzJlDBwHv3LmThS1wy5YtmXw7EYO9W1paGt9PKVFPkcn3Cj9w4IDBe+DjGgcEBDRp0oQ5DWo+Vrim5pP9ZdUuS7vjOi12X2dt3EA5hEpcwoSaYYDmhAAAEABJREFUjxOv8zFG3/G7777L5PFDBwwYQAtTUlISHVKaO3cuz8QUKvjwMrSj4kvYypUrKf+I89NoMfryyy+ZHGb4wABUWuGjdn777bczZsygwE1b9itXrtBzLlmyhMnj9lAU4X/Oh+ygZ6NqIy/y0DJKKw+9ivHwqeaIEbRpoecXq9FhBtpnjBkzhvaUtIegj8YfyW/jQ6tQ9+7d6fAA7bZpp7tp0ybeXqxYMeVoIbajD86PX1IspDl5/fp1c4/k53PTu6KHGR8d4Wz/UhyB38+HoeYD4FZcV/MhYgybDz74gDaYdHCXtqJUmaENFHUpaO8wcOBA/sgWLVrQO6RN1tixY8Ul+PTgzz//PDY2lmn7KEw+KZ96S5QEqCy/f/9+ep4HDx7QtvHtt9/mvZz33ntPvAF+/7effvpJhIRz587Rqxsf4rWgT58+dKyNdjHDhg2jThKTz6LZsmXLiBEj+DvnVzFRouC3iaTDwDNnzoyOjqZXoT3d8OHD+bHnfv365cqVi2VSuXLl+Genvdv8+fNjYmLo26QZNXLkSONz9ugQNR84ePTo0evXr6c5SW+bjkbTPOHhkz6LU0fiQc3HHCde52Ms+8uqXZZ2x3Va7L7O2r6Bsj/N/XwYxnZz8XU+5K233qIliaolZ86c6d27t/JXVCGh6CJ+pCWPdjaUZCbJlI+kDj3txsSPtBekTTnfSxkczaLY89lnn4nztqtUqUIrDC2sFN+V9zSgI150BJG2+Mw2lLVoR0KvZfzeaA0RY89Xq1Zt3LhxCxYsoIOFyjfM5PhEEa5gwYIs8yhc0VpN6zz/vM2bN581a5bJR9LHP3XqFM1GmkXBwcEmT2ZgmflS7A/38wFwQ04c280YdbJpmzZlyhTazM6UiV9R7KFNrhh2tmTJkp988gm1HD16tEOHDgbP06VLF3GbgSJFilBvg9/PlPdjBDrsNWHChLp164oWOozVs2dPKsvPkPFG2oRShOA3/7EFBS16RXp71CXiFRghNDR04sSJ4kd6dfqw1GfaJFM+ko6O0TthWUIhh46LUYBZI+ONtDekj7B48WLlI+mL/vTTT2k20iG8OTLlb998803j2+U5Du7nY4k8SLHaRTUfZo9l1S5Lu4M6LXZfZ23fQNmffD8fjO0mc+l1Pkzex9BO5Y033ti6dSvFj3/++YcWtWeeeea1116jRuXgG3ny5OFFFapsxMfH37p1i4qDJUqUoMRCC5ZygELaTdKy1b59ewo/9ISUv4sWLUrxo1mzZpSnDQb0oAzw3HPP7d27l44TUPKmLEQVIVqL+B3BbRQYGEgJnvISfQp6RYpndJygfPnytEcxOIGNPhRVZqnWSbufyMhIKjcVL16cXpF2JJm9J7cSrZy066J1iXoGYjR6YxTzqKOwb9++qKgomg/0eWnnbfww278U+8P9fADckEtrPkyuulB/YuPGjXTs5vLlyxRXqEhOB1wHDx5MXRDlI2mPQFtdOm5FZe2bN2/SVo42WQ0bNuzYsaM4z5lr1KgRbeLokdRbok0iHYilwkidOnVoQ2dwrw/a0WzYsIG22/RI2iTSb6mDIm6NbTtKaJs3b6bnoY4Uvb309HR6BjoMTH015VkG9HJfffUV7ekOHjx45coVvkOhF6Uj0Mo8lll0fG358uW0G6WyDx3Gpp3mCy+8QHtPejmD5MPkK2bpwbQPpToY7QKoW1m6dOmqVavSPrRWrVrMiXA/H4ucdz8fk7K/rNplaXdcp8Xu66ztGyg7s9/9fFxzACwL+PvMkD2Rpclmf6f+Yqs8KDNT/zwjf+u6tp7iBeAI92q/9/TkP9I6miMg5d/lObT8ZbSB4APOMgBwALWMdhN0XIl2E7Sbp90EHUwp0zdXRoa0w6xXyf/PRVkpTQNkzZOLMXfD+vjJmedJ1yYZX/QPCgoKlPH9gkqLeS+xYvIuHK2YtFbSull5YNCjZKk/W6W0/7kVThptDzzRrTxtWVIKrSQZVZ5N3zWN96xoJQoICMjsSoTrfADsCtf5ALghV9d8wJepcJ2POS69zgc8iNp+1/ngfj4AdoX7+QC4IZeO7Qa+DPfzscSl9/MBD2LH+/ngOh+ws4SEBIPLSS177733xJ3+vAHu5wPghlDzcTNr167966+/bHxwhQoV+OBXnkj/Oh8wCTUfsM5e1/l4ydhual4yxZrjBpKSksR99GzRo0cP5kW09/NRYycH4EZcOrYbGDt//rztewrarTCPhthjBWo+YI2Kn/DGUPPBdT5up0yZMidOnGC+it/PBzEcwL2g5uNmlONrez/UfMzBdT5gI811Pmpc54PrfMDN4H4+AG4I1/mAi+B+Ppao+cnhqPmANSq7XefjJWO74TofcBe4nw+AG0LNB1xEc52P4idQcPH9fMBj8Pv5SFDz0V7ng5oPuAXNdT6I4QDuBDUfcB2c6mYexnYD26iYduuNmg+u8wG3gvv5ALgh1HzAdXA/H7NwnQ/YBvfzUcB1PuBWcD8fADeEmg+4CO7nYwnu5wO2seP9fHCdD4Bd4X4+AG4INR9wEf3rfMAk1HzAOlzno4XrfMCdqHGdD4AbQs0HXAg1HytQ8wFrcJ2PDq7zAXeiwnU+AG4INR9wIdR8zMF1PmAjXOejg+t8wK3gfj4Abgg1H3AR3M/HEtzPB2yE+/no4DofcCu4nw+AG0LNB1wE9/OxCPfzAdvgfj46uM4H3Aqu8wFwQ6j5gOvgfj7mYWw3sA2u89HBdT7gVnCdD4AbQs0HXAf38zEL1/mAbXA/HwVc5wNuBffzAXBDqPmAi+B+Ppbgfj5gG9zPRwHX+YBbwf18ANwQaj7gIrifjw1Q8wHrcJ2PFq7zAXeC+/kAuCPUfMCFUPOxAjUfsAbX+ejgOh9wJ7ifD4A7Qs0HXAg1H3NwnQ/YCNf56OA6H3AruJ8PgBtCzQdcBPfzsQT38wEb4X4+OrjOB9wK7ucD4IZQ8wEXwf18LML9fMA2uJ+PDq7zAbeC63wA3BBqPuA6uJ+PeRjbDWyD63x0cJ0PuBVc5wPghlDzAdfB/XzMwnU+YBvcz0cB1/mAW8H9fADcEGo+4CK4n48luJ8P2Ab381HAdT7gVnA/HwA3hJoPuAju52MD1HzAOlzno4XrfMCd4H4+AO4INR9wIdR8rEDNB6zBdT46uM4H3InB/XxwgBnA5VTayyxQ8wHXQM3HiGZNxHU+YCMfv86HrzCaf5Wj5GPNAZczup8PeloALqHSkn/QtKDmA05mcD8fZQcGcD8fsJX+/Xx02/bMC2CeTPrYKu0V5Wp2417GlfinRnNC+wDjP9f+1kS7Wve3zGzAVJt/Wv1nNlHpNvvMVt6VSlwRaPrPzb0rE8+slo+2qG16V8zMQSvdI/mwnUb9/ky/K95o87sy+cwqo781f7KBzV+i3ldg9o2p09LF75SrJfZzAM5kuPZpaz60gprbTbAsbJAt/i3/rfUNlHarkp3NpskdBMvOpjgzOwjbd1vZ2owbvqtsPKf9dlhW9wtPY2/JJ+qY+lsf2y8YfF75R80h7LQnaqMV03TnzXQXy/pSoba03JpYBzOxtNuwnKutP4+pNc7WV9c8PLOvrvdUKmb91ZmprqBKvLr2/WftDVj5HjPkir1aLQ4fsKyuQZ6afFR6R/N4L5P1/fyhvBqp/aQjCPSvVEBVMf6fclotT0stfiZ+q53mj1E8G814P6Pf6j1S+kosvK7ub6XnNHik2ujZxOvqvc+MzL2u/vuUP4X8bBY+henXVT5zhph7WXpdU9+F1ddVGzyb/nehsvS6Jr7ozL893mhxtohnU/H1XH8hBQBn062DvFujUp25/KRC9zvGm7Isb+j8rOw4rOxWxLbF4LeWNpUmNvgWd2oWtl02v1tbdhnmNuwmP4vlXYzFHUGGn027bLXBjsPyZ9HsBdTG78fyu9X81vz74Z9Fc4KNvCii7KPcOWoSw+X/1LRi+ilWBz+1wRzOMP4G/ZhyQrPk6J7BxCPNPIN4Of210tQjjV5F733qfe+Klsx+IvEMFj6R9BjDNULxiUy+ip0/kcH7sTLnTbxPE5/I4FUUn0g+4Y1J/avs9aw8+Dof3f6M09zeVc1Tt+asBm0sFNMqOa9qrkFX8dKC5reapCp3ozVZSvdscjWWP5Lpfmv4uszy6/LvTPO6KoPXZSZfV8WrwGrtEUvD11VrX1f/2cQZHeK9MfFsTJOZ1ZrXEocrFK/LxOtq5oliPmtiN/9tll5XN39sfl0xf9R634VKU/UU34vh6/I1VvtF645JmHt7fNhE3QxXPKH2y1UpP6zug+ger/lbRezBfg7AmQzWO2XNR2+dVWk2LEY7ArMbOqbcmKsNdyL6GzT9Z9a9Mf2dFBPvR29jaGFbZLCj0d+pmdo6md92Gb4f3Zwx/Cy6ja3x+1EbvB/D3ypeUbGdNPl+NPNW77f69Rm11Z2O9v0wxvS287rPwjSfRe/9aOctMzVvTe2Y9D6L+fej0nYhNPz8/Az6bb62axCxR5oVfppIqFnXFEuROPSvncN636Bi7dM8K38MX2uYosuhXE+Vy7Oms6f9lvk6qFKcUqVSbDGUa4diaefLjHJJEGuNZkmQW5hu6VK+inIdUTFNA38/8jPovxbTrk3KnoZKuUYwpljSzMw3xWspPhEz+ETiferWFJWJ70i7lultARTfETOY84rHaLds+t+RWvt+xHfEFOud2Mr5qYz6V5niYclHb4Xh/4ouOf8+5POktF1k3SKg0i4y2qvPNcur5l8+3+VHaiOB5gvRfK1ijustXCq91+XfkGZJFa+rMvG6aqPXVZt7XbX511WJAKMJA3xavC5/B0w3TxSvq13ndfsz/ddlasUAZfqbbeXravYHitfVfh3K70I7f/RfV/PMitdl2tdVG72ubv6I12Xa11XOH6PX5X+l6aZon9DUTNZuDQxnuLYLotuI6M1ksY3RfwN81vlpGeznAMDR+Bon1kFdR1/XL9BtB4x2BAYbOqZc37UbVbX+RlWxbeE7e90GyvSGUbkRNnw/KuNtkd6ORgQzzftRdK303g8z3ngafxbFTkEzZwy3k1Y3tsoNu+ntquHOS23t/RjtCDQ9MuX7YabmrcEOzng7r/nX3E5c/7Ooze8QVdp+mvHOV200bzXvUtmB8c2dgrIXJ62Yir48j6zaJUG5JopvRPPtM7HUaf5UJbpb4iJ4sWQqulJiCdEcaFDrL3WaJVMXokSnS7Oma9+n7rQrNRPdcd2So1nrde+TiQDMf1CbeJ98WTJ+P8r3KWai/vthJucbU+u9H+X7ZPrzRG8N1bwfzftkyvlm9H7MzxOVbq3UdXH1vyPlfDOaJ7otqlq3HWAilGazZ+UxZ7upVHqHUsRqU7WsulOjDKLOeCrNuYwMzXzUFrLF1pxXq8U2SKU5FKTb4utaTDxeJbeI0Cl9Qyq13t7CT/G3/Hn8VHot2Xq80W/1WtTidC+zz8bEqV+mHv84MfH33/fxltDQZ0CLO+kAABAASURBVMJr1LD8eMM5pjL//CbnsPHjLX8j4vHmf6to4euJ5hwD+p7kDZitM0p0ZRjTbDj44zMUs/Gp0RtTqfhCxaRjWPyoXlCgv7+/wcqJ/APgaGJnIfpYtCZ2apjxlPYSGRnS3oH+lXcN8n7aaMNiaSOjVul2CmpTGzQmqhYqMa3yt7r5srAxVNm8Gc/Uby3vIAx+e+HcuWvXrvKWJo0bFyyQ3/ZdlcrMvLU8583/lp+6w9Nihm3fmt7OPVO7IfFb5XC6aqN5+9RovyCdosO74/Jb9Zd6LPKyWOd5WhqVh6uzfNza4xismLwL16FBxuNkqedG/+frpjy3M7TfvlqlNtGp8NP73tXKb0r7vTC5kyY6b2q+Jsq/9WP63Sc/sXYbrQsqw6VRrVyXTbwf+UkMliVTz6ZmRt0k8dur0dF/X7jAn6pO7dolihc3fgbDz67/DKJ7Kd6P3tqt9wzSemThEymezcz80X0XGQZrjcrMMyjXpqeKx2eYej98PaJ/qdFfWouYX+nifCUS/avMRiDPu85HecCAPnzbuupW4elPnjx5KpMikBbLNJXiX99y9erV0Zsi+PTrjV5v9tHbDIzwReqpUbvYdfFlkgsICODJR7lyMgBwPOXukFZD2i98OThDu5fQ7SmYbh9s6xP75g7i8NTvdxxfy6f79HitSpUqDLQs7BdEXyVD7BQCApTnAjAfY1DwoXkyp5+aVkzRhZMPX9OBCdtXTC9cJVesOLLzd01/rNWrtZq1eoH5BrV2bcrQtqj0S/cZ8krkp12JvL/mo2Sw5jBFp1MkHwaZkSNHDjFNszEoKIhBZhgEcgGxB8Al+MrIdwfK3QRfQ7NxgMwX8RnI0c4COwgbGfRVlEfEfHa/YLCvFFUgrJgCLSRiOjAw0MdXN+VKxBcSvhIZn1NjOw9LPvwT0lrhJ18VJ/Zn4sAeVpusUSYfmrfYsWWB8fqprPkoH8YAwDFU+udF8/Ajzi/CAbKsUSYfdMVsZ1B7NN4v+E74MbliKn/Eiikg+SiJso9YTsS/YvVRZfKUUU+t+TDt2sK0hbAMGZNzEdaczKK1S0zTzFQGIbCFSnHSttir8fVTufNjAOB4KsWVdXw3oTnpSCb2EdhT2MjPTzcYEu0ssIOwkbKvojwu5peNE3U8mnLF5DtHJi9dWDGVlAcaKAX5+Opm3LnK/nrkSclHJYaPkInPzEtAWT1vGyTK5ENrHXZsWaMMOWL59PPJ87kBXM449ojz37CbyBSDmg92ELYz6LepTF2W7VM7CGXa4bMCK6YBJB8DypXI5HrEMrkSeXDNh2lnBF9blMVTrDyZpayu0ixV/gi2UOmP3qbSxzJfjQWArBHHyPi/olOl0p5vgz1FZilrPvw8ewY2MOirKHcHYtp3qEyd8IYV05gy+dBc8vHVzWrnKgs87zofcT2ccSN2Y1mGNc1ejHOOwXoLAI6m0j9BwGAfgT1FZim3XUg+WYD9AocV0xY40GCSHVcijxzV2mT4YVhtskG5phn/CLZTmRnMALEHwJmwp7Aj5Tzkp9czyAzsFwSsmFYZzBmsbpwdVyIPPtsNK48dGcxGdNOzwNxMw8wEcAnsKewFO4gsw37BGFZM22F1Yw5YiTy4iKb8zMpVBUtJFhjMNMzDbMIMBHAT2FPYF7piWYb5poQV0xwcaLDALnPDS04fxJKRTVjTAMDrYcuWNdhBgENhiVLC6uZouHAKAAAAAAC8H5IPAAAAAAB4PyQfAAAAAADwfkg+AAAAAADg/ZB8AAAAAADA+yH5AAAAAACA90PyAQAAAAAA74fkAwAAAAAA3g/JBwAAAAAAvB+SDwAAAAAAeD8kHwAAALCJv78/AwDwWEg+AAAAYFZycrKYzpEjBwMA8FhIPgAAAGBWamqqmA4KCmIA4DBpaWliGqubIyD5AAAAgFnK5JMzZ04GAA7z6NEjMZ03b14G9obkA5LAwEAx/fTpUwYAACBDzQfAaR4+fCimkXwcAckHJMHBwWJaebwBAAB8HJIPgNOg5uNoSD4gKVSokJhG8gEAACElJUVMI/kAOBSSj6P5MQBaDvz8xP5MWWkFAAAfp6z5KE+NBgC7i4uLE9NIPo6A5AMaYgVDzQcAAASRfDC8AYCjXbhwgU/kyZMnd+7cDOwNyQc0QkND+URsbCwDAACQieSDU90AHCohISExMZFP16hRg4EDIPmARpUqVfjE48ePL1++zAAAABTX+SD5ADhUVFSUmBa9MrAvJB/QUK5jf/31FwMAAEDNB8BZkHycAMkHNCpXriymkXwAAIATw97kz5+fAYDDHD16VEwre2VgRxjVGjSURxcOHDjAAADA56Wnp4thb4oWLcoAwGF++eUXPqFSqRo0aMDAAVDzAY3y5cuXLFmST1PyefDgAQMAAN8WHx8vposVK8YAwDGioqLEEFMUe/LkycPAAZB8QOe1117jE0+fPv3xxx8ZAAD4tlu3bolp1HwAHGf37t1iunXr1gwcA8kHdF5//XUxvW3bNgYAAL4tISFBTKPmA+A4u3btEtOtWrVi4BhIPqDTokULcdusn376SbnDAwAAH4TkA+AEd+/e3bNnD5/Onz9/vXr1GDgGkg/o5MiR4+233+bTaWlp8+fPZwAA4MNwthuAEyxbtkwMH9+lSxeVSsXAMZB8QM/o0aPF+rZw4cLk5GQGAAC+CjUfAEdTq9Vffvml+HHo0KEMHAbJB/SUK1euTZs2fPrRo0eLFy9mAADgq5TJBzUfAEfYuXNnTEwMn65bty7u5ONQSD5gaPjw4WJ6+vTpd+/eZQAA4JOUZ7uh5gPgCB9//LGYHjhwIANHQvIBQy1atKhRowafptgzaNAgBgAAPknUfFQqVcGCBRkA2NX3339/+vRpPp0vX7633nqLgSMh+YAJCxcuFNObNm3asWMHAwAA3yNurViiRAkGAHb19OnTESNGiB9HjhwZFBTEwJGQfMCExo0bK0s9b7/99pUrVxgAAPiS1NTUGzdu8OlSpUoxALCrr7/++tq1a3y6ZMmSo0ePZuBgSD5g2syZM0uXLs2n792798orrzx8+JABAIDPiIqKEtPly5dnAGA/8fHx48aNEz/OmDEDBR8nQPIB04KDg7du3SpWwn/++ef111+nsiwDAADf8O+//4ppJB8AO1Kr1W+++aY4phweHt6zZ08GjofkA2bVqFFjzZo14sd9+/Z16tQpPT2dAQCAD0DyAXCQL774Yv/+/Xw6ICBg9erVDJwCyQcs6dy588SJE8WP27Zte/XVV3F7UwAAX4DkA+AI586dU57nNnXq1KpVqzJwChWV2xiARR06dPjxxx/Fj/Xr19+1a1e+fPkYAAB4r5dffnnPnj18OiEhAXcyBci+O3fu1KxZ8/r16/zHevXq/fnnnyqVioFToOYD1m3atInCj/jxyJEj4eHhx48fZwAA4L1EzYcOdSH2AGTf48eP6YCCiD158+bdvHkzYo8zIfmAdUFBQVu2bOnbt69oiY6ObtCgwZQpUzDmAQCAV6LNu+if4VQ3gOyjdap9+/bivqVMHtUa48U7GZIP2IQOSCxfvnzatGmihVbgTz75hPLP5cuXGQAAeJcrV66IY1tIPgDZ17t3771794ofhwwZ8tZbbzFwLiQfyITx48dv3769YMGCouX48ePVqlWbMWMGij8AAN4EwxsA2Et6enqPHj2+/fZb0UIpaN68eQycDskHMqdt27YXLlxo3ry5aElJSRk3blx4ePiZM2cYAAB4BSQfALt49OjRyy+/vHbtWtHSqVOn5cuXM3AFJB/ItJCQkN9++23mzJmBgYGi8dy5c7Vr1x4+fDjGvAYA8AJ0kEtMI/kAZM2NGzcaNGggbt1DXnzxxQ0bNvj5oQfuGpjvkBUqlWrUqFFnz56ltCManz59Onfu3LCwsH379jEAAPBkp06dEtMvvPACA4BMOn36dK1atZQHEdq3b79z586AgAAGLoLkA1lHIefYsWPz588PDg4WjdeuXWvRokXPnj3v3bvHAADAA2VkZJw8eZJPly5dOn/+/AwAMmPz5s0NGzaMi4sTLYMGDdq6dWuuXLkYuA6SD2QLFX8+/PDDyMjIVq1aKdvXrFnz/PPPK89qBQAAT0Fb9fT0dD5NB60ZANhMrVaPGTOmS5cuKSkpvIU6SzNnzvzqq69w6x6XQ/IBOwgNDd21a9e6deuUt7q7fft2jx49WrduHRsbywAAwHMoT3WrWbMmAwDbPHz4sG3btp9//rlooSIP1X9GjRrFwA0g+YDdvPnmm1FRUb169VI27t69u1KlSvPnz6dDIAwAADyBMvmg5gNgo8uXL9P68vPPP4uWUqVKHTt2rFOnTgzcA5IP2FPBggVXrly5d+/e0qVLi8bHjx8PHTq0bt26kZGRDAAA3J64yIc0aNCAAYA1e/bsodijvL17w4YNT58+XbVqVQZuA8kH7K958+YUckaOHOnv7y8aT5w4Ub169QkTJqSlpTEAAHBjtMXmE6GhoRjeAMCqzz//vHXr1g8fPhQtgwYN2r9/f+HChRm4EyQfcIhcuXLNmjWL9p3VqlUTjenp6dOnT6eDH0eOHGEAAOCW/vnnH3FnNlzkA2BZSkpKly5dxowZk5GRwVsCAgJWrFjx1VdfYfRqN4TkAw5Uo0YNqvPSgRDlGI6XLl2i+u+AAQMePXrEAADAzeAiHwAbxcXFUZdm8+bNooWKPFTq6dOnDwO3hOQDjuXv7z969Ojz5883b95cNKrV6iVLllSsWHHHjh0MAADcCQZ2A7DF4cOHw8PD6QivaOE/UhZi4K6QfMAZypUrt3fv3oiIiEKFConG+Pj4du3aderUKSEhgQEAgHs4c+aMmEbNB8Ak6tI0a9ZM2YHp3LkzZaFSpUoxcGNIPuA8vXv3joqK6tatm7Lxhx9+eP7556kExAAAwA0cPXqUT4TIGAAoPH36dPDgwX379n3y5Alv8fPzmzFjxqZNm3LmzMnAvSH5gFMVKVJk/fr1u3btCg0NFY0PHjwYMGBA06ZNo6OjGQAAuM65c+fE+FSNGjViAKBw586dl1566auvvhIt+fLl++mnn8aMGcPAEyD5gAu0atXq4sWLH3zwAR0mEY0HDx6sUqXKp59+SkdTGAAAuMLhw4fFNO7kA6B0/vz58PDw/fv3i5by5cufPHmyTZs2DDwEkg+4Rp48eRYsWHD06NGwsDDRmJKSMn78eNqsiFtJAACAMymTDy7UBhA2b95cr169mJgY0dKyZUuKPRR+GHgOJB9wpdq1a589e3bKlClBQUGi8dy5c7RxGTZs2OPHjxkAADiRSD4BAQG0iWYAPk+tVk+YMKFLly5JSUmicfTo0bt27cqXLx8Dj6Kir5MBuNqlS5d69uxpcIfT0NDQ5cuXt2rVigEAgOPduXOnSJEifLpRo0aHDh1iAL4tMTGxa9euO3fuFC05c+ZcvXp1586dGXgg1HzALVSoUIEONC5evDh//vyRc5dbAAAQAElEQVSiMTY2tnXr1j169Lh9+zYDAAAHO3jwoJjGRT4Aly9frlOnjjL2lCxZkroriD2eC8kH3IVKpRo4cGBkZGTbtm2V7WvXrg0LC/v2228ZAAA4Ei7yARD27NlTq1atixcvihZaKU6fPh0eHs7AYyH5gHsJCQnZvn37999/r7yJBNV83n777RYtWly7do0BAIBjKJNP06ZNGYCvmjNnziuvvCJGeCd9+vTZv39/sWLFGHgyXOcDburBgwejR49eunSpchHNkyfP1KlThwwZohwOGwAAsu/Jkye5cuXiN2csV67cv//+ywB8T0pKyrvvvrt27VrREhAQMH/+/Pfee4+B50P3EdxU/vz5v/nmGzq+UqFCBdH4+PHj4cOHU/X53LlzDAAA7OfEiRPinvQ41Q18U1xcHC38ythTuHDhPXv2IPZ4DSQfcGtNmjQ5f/78+PHjAwMDReOZM2dq1qxJjampqQwAAOwB9zAFH3f8+PHw8PDTp0+LlqpVq9KPzZo1Y+AtkHzA3eXIkWPatGlnz55V3lmCDkx++umnlStXVo5EBAAAWfbHH3+IadR8wNdEREQ0btw4ISFBtHTo0OHo0aOlSpVi4EWQfMAzhIWFHTt2bN68ecHBwaIxOjqajsT079//wYMHDAAAsmH//v18ImfOnC+88AID8A1Pnz4dMmRI375909LSeItKpZo6derWrVtz587NwLtghAPwMLGxse+8887u3buVjSEhIV9++eUbb7zBAAAg865cuVKuXDk+/dJLL+3Zs4cB+IB79+517NhRxH5CB1g3btzYpk0bBt4INR/wMKGhobt27Vq3bl3RokVFY3x8fKdOndq1a0cTDAAAMgkX+YAPOn/+fM2aNZWxp0yZMsePH0fs8WJIPuCR3nzzzaioqJ49eyobd+zYERYW9s0336CSCQCQKbiHKfiabdu21atX7+rVq6KlZcuWp06dqlSpEgPvheQDnqpgwYKrVq3au3dv6dKlReODBw8GDhxIu+1Lly4xAAAXUVvE3I8y+TRu3JgBeLVJkyZ17NgxKSlJtAwfPnzXrl3UtWDg1XCdD3i85OTkiRMnzp079+nTp6IxKCjo448/Hj16tHI4bAAAR1PuVY33sCqVyuS0a6WkpOTJkycjI4OmK1eufOHCBQbgpRITE3v06EEFH9GSI0eOFStWdO/enYEPQM0HPF6uXLlmzZp14sSJatWqicbU1NQJEyZUr16d2hkAgFOIqGOu2kPpQpR93OfI46FDh3jsYbjIB7za1atX69Spo4w9JUuWpOUfscd3IPmAl6hRo8Zff/312WefKRsjIyNpG/fRRx/hnqcA4Ggiz4iQwz2V8Wn3DD+4yAd8wf79+2vWrHnx4kXRQj2E06dP078MfAaSD3gVCjn//vtvkyZNlI0zZ87EPU8BwKGUsSdDgTLPnWsPDq86/+TJEx6BDC74cYfwg+QDXm/+/PkvvfTSvXv3RAvVeajaU6xYMQa+BNf5gHeKiIgYOXLk3bt3lY19+/b94osv8ufPzwAA7MdktYdP3P8vMaL3roc3HrcaUatB7yoqlcpPxidUMubqa37y5cv36NEjmsibN+/Dhw8ZgBdJS0ujvf/atWtFS0BAwJw5cz788EMGvgc1H/BOffr0iYqK6tq1q7JxxYoVFStW3Lx5MwMAsBOTsYdqO1TkuXP9QUTv3RR7VEz16+yTf6w490QmTn7jAYm5tPJz/vx5HnuIQcEcwNMlJCQ0btxYGXsKFiy4Z88exB6fheQDXqtIkSIbNmzYtWtXSEiIaLx582aXLl1wz1MAsAvjk9x45iF3Yx6u7LvnwY3HVNGhh9A/v31x+nDEeWX4EZf9MNeFnz/++ENM41Q38CbHjx8PDw+nf0VL1apVT5061axZMwa+CskHvFyrVq2o+NO/f3/lySQ7duyoVKnS4sWLcbYnAGSZydjDk8/taw9WvfPbo5tJ8oZHLYcfRtO/zzvzxzJd5Ydf9uPa8IOLfMArUZ2Hqj1xcXGipUOHDkePHi1TpgwDH4brfMBXHDlypGfPngZ3OK1fv/7q1asrVKjAAAAyw+SQBiL2rBt4gGIP5R2V/LBCpfLei3koH31R0/+avl+tfp8qAQEB/lrish/m9Gt+aAN4+fJlmqA38Pjx45w5czIAT0Zr4siRI+fOnStaaJ36RMbA56HmA76CQs758+fHjx+vvLcpxaFq1apNnTo1PT2dAQDYxkLsuRPzcO3AAw/l2EOPoH/7LH916PbOz1QpIv+lVPk5+OVfR1f9Lco+Lqz83Llzh8ceUr16dcQe8HT37t1r3bq1MvYEBwdv2bIFsQc4JB/wITly5Jg2bdrZs2dr164tGlNTUydOnIh7ngKAjSzHnm/773+UwGMP8wvw67Ps1bDmpXPmzdF/XYeSFH4o90h/rTqw4OzRVRdcHn4OHTokpnGqG3i6ixcv1qxZc8+ePaKlTJkyx48f79ChAwOQIfmAzwkLCzt27BgdEMqTJ49ojIyMrFev3pAhQx4/fswAAMywEnsGHHhIsYepeOzp/U1rij38DxXhR3oClUp1cMFfLg8/uMgHvMbOnTvr1Klz9epV0dKsWbNTp05VqlSJAWgh+YAvoj7H0KFD6eBQq1atRCN1OBYsWECbyN27dzMAACOWY8+aAfJJbnK5x18/9nDa8FNUXGR7cMHZYy4NPxjYDbzDtGnT2rVrl5iYKFo+/PDD3377rWDBggxAASMcgK9bu3YtpaDbt28rG99666358+cXKVKEAQDIbIk9Kqnak+Ef6Nfna4o9z5p8npRHaUvf2hp//rZU+ZGfscmQ6nV7uWDAA3rnuXLlon9punDhwgabQQCPkJSURLvsbdu2iZYcOXKsWLGie/fuDMAIaj7g62jj+M8///To0UPZuG7dOir+rFmzhgEAWIs9q6XYk6zSVnssxB4mV376rXu9ZFXpwIp8yQ87OP/ssZUuqPycOHGCxx4mnxfEADxNTExMvXr1lLGnWLFihw4dQuwBc5B8AKQ7OlPI2bt3b+nSulNT7ty507NnzxYtWly7do0BgA+zFnsOUuyRL+1RS0MafGMp9nAUft6l8FOlKL/ZDxV1Di044/zwg4t8wKPt378/PDz8/PnzoqVOnTqnT5+mfxmAGUg+ABrNmzePjIwcNmyYv7+/aNy3b1+VKlXmzp1LXRAGAL7HcuxZJcUezUhucrWnldXYw0nhZ70UfphmsDeVHH7OOzP8IPmA51q0aFHLli3pGKVooToPVXtKlizJAMzDdT4Ahs6cOUPVnnPnzikba9SosXr16mrVqjEA8Bk2xJ5klXzfHoo9fb9+ubJtsUdIeZS2/M0t8Rdu0TOoVLRHzmjyYY06vas655qfIkWK8I4jvVxycjL9ywDcHq19/fv3j4iIEC20msycOXP48OEMwBrUfAAMUcihcvmnn36qvKkfxaGaNWuOHz8+NTWVAYAPsBh7Hq0ccOhhQjJPIlmLPUyu/LyzvmOIVPmRDkSqmFT5Oe6Uys+VK1fE8fI6deog9oBHSEhIaNasmTL2FCxY8JdffkHsARsh+QCYQAeQxo4de+HChSZNmohG6otQHKpcufKRI0cYAHg1K7Fn4EF+3x76rZ+/KmuxhxPhR1PVcVb4walu4HHooGR4eLhy0a1UqdKpU6datmzJAGyD5ANgVrly5Q4cOLBkyZICBQqIxujoaOolDBgw4NGjRwwAvJG1as9BxUhu/u9kI/Zw2vDDR3uThrr+w/HhB8kHPMvmzZtpQY2LixMtbdq0OX78eJkyZRiAzZB8AKzo169fVFRUp06dRAt1OygOVaxYcceOHQwAvIvl2BMx8NCDBN1Ibu983TKbsYej8NN3/RshVYvKgUr6/x/zT59wZPhRJh8MaQ3ujBb70aNHd+nSJSUlRTROmDBh+/btwcHBDCAzMMIBgK0o51AKio+PVza+8cYbixcvLlasGAMAz2c19si3K5X4+6velao9pZj9pDxKi3jzh/jzCUwOP/Q+Gg0Jr52lAQ+oKB0aGlqjRo1GjRp9+umnhi+UkpInTx4+ZCUdMr9y5QoDcEsPHz6kI4979uwRLblz5163bl2HDh0YQOah5gNgq7Zt21LxZ+DAgcrexg8//EDFn6VLlzIA8HAWYs9tXu2R7tujUstDGrxj79jD5MpPH03lR3obtKn5Y/6pEyvPZaHykzdv3gYNGhw4cGDGjBk8LIWFhb377rv8t3/88YcYqR+nuoHbunz5cq1atZSxp1SpUkePHkXsgSxD8gHIBOpMUIXn8OHDFSpUEI3379/v379/06ZNo6OjGQB4JuuxJ0E3gPU7i1tWsXfs4eTw06lYxcIqPtqbSnVYOu0tK+GnW7duyk938eLF5cuXq2TKjiOSD7innTt3Uuyh8CNamjVrdvr06apVqzKArPKfNGkSA4DMCA0NHTBgAE38+eef4rjp9evXlyxZ4u/vT90IOrzKAMBzWIs9f0ixR7q4Rx0Q4Peuw2IPFxDkX+215//ZdzXpThK9Lz+VKuZIvH9OvxIvFBUFZ3G2m4XT3p577rnZs2ebvAtzenq6mN67d++vv/566dKll156iQG4B6pV9uvXT3lhz+DBg9evX58nTx4GkA24zgcg6yIjI3v27HnixAllY7Vq1VavXl2jRg0GAJ7AUuyJfbRiwB/SfXvkB/r7+/Vb/JJDY4+QfD8louv3CVG3pZucyi0Nh4TX6l0tU9f8vP7669u2bWM2oyepWLFio0aNli1bxgBcgdIO7Vg3b94sWmiZpwOLffr0YQDZhiPTAFkXFhZ27Nix+fPnK4eXOXfuXO3atUeMGJGcnMwAwL1ZiT0DD0sjuckPcGbsIbkK5OyzUXvamzzgweF5p05m8rS3rl27sswwOCmubt262I6BM8XExDRs2FAZe4oVK7Z//37EHrAX1HwA7CA2Nvadd97ZvXu3srF06dIRERHNmzdnAOCWLMee5QMOy9Ue6TFUX+nvxNgjUOVnZdfvEi7eZny0N6ZuMKSm7ZWfR48eFS5cWHlum+3KlCmzb98+3CwFnObw4cPt27e/c+eOaAkPD9++fXvJkiUZgJ2g5gNgB6Ghobt27Vq7dm3RokVF47Vr11q0aNGrV6979+4xAHAzVmKPXO1RybnHP8DPJbGHyZWf3hv/R5UfprnJqerPeSdPrvzLxspP3rx527RpwzKvRIkSiD3gTHSgsFmzZsrY07lzZ8pCiD1gX0g+AHbz1ltvRUVF9ezZU9m4evXqihUrrl+/ngGA27Ace5ZR7Lkpxx61FHv6LW7hktjDSeFnU+dilQpT7JHCj0p1ZN6pUxG2hh/lCG82QuwBZ6IledCgQX379qUJ3kI1zM8//3zTpk05c+ZkAHaFs90A7I86DX369KGaj7KxVatWy5cvp+oQAwCXshZ7/nxwM8lPHlQ6QKr2NK/6ostij5B8P2VVl818wAP+3hoMqVmzzwtWT3vL7AlvLgXCkgAAEABJREFUPPZUqlSJATgeFXnat29PtR3Rki9fvu+//75ly5YMwAEwqjWA/ZUtW3bAgAEpKSnHjh0TBxf+/fffpUuX5s2bt27duhbuvA4ADmU59iwd+Kd0bY9c7qFqz4DFLdwh9pDAnAFVXqt4WRrqOpmP9hZ7NN4/yK94dStDXQcFBZ08eZLK0ba8SqFChQ4cOIDYA85x/vz5pk2bXrhwQbSUL1+elsDatWszAMfA2W4ADpErV67Zs2efOHGiWrVqojExMfHDDz+k5BMZGckAwOmsxh5+3x61Lva4UZE2V4GcvTZ1LlqxMOOjvanYkfknbTntzcYT3ij2/Prrr4g94BybN2+uV69eTEyMaGnTpg2ldAo/DMBhkHwAHKhGjRqnT5+eMWOG8mRlikPU/sknn6SlpTEAcBbLsWeJFHtS+LU0bhh7ODn8dJGHupauQaKazlEbwk/btm2p2mz5mXnsqVmzJgNwMFosx40b16VLl6SkJNE4ZsyY7du358uXjwE4Eq7zAXCG6Ojo3r17Hzx4UNlYoUKF1atX169fnwGAg1mLPUeo2uMnPyAgwG+gdG2P+16Sl3w/ZXWXTbfETU7V6vpDa4dbvOaHyj4bN24094TBwcH79+9H7AEnePjw4Ztvvrlz507RQkcGaVfYuXNnBuB4qPkAOEO5cuUOHDiwbNmyAgUKiMZLly41bNhw8ODBjx49YgDgMLbEHhXTDGDt5rGHyZWfnlLlp4iKaYLN0fknTkectVD5ef311809G8Wen3/+GbEHnODy5cu1atVSxp5SpUodPnwYsQecBjUfAKdKSEigqPPdd98pG0NCQpYuXdq2bVsGAPZmOfZ8M+iociS3gV+9WM29Y49AlZ81XTbeuihXfuSz3+oNrRXep7rJyg8dXgkNDTU+yEKH23/99dfGjRszAAfbs2dPp06dqOYjWujY348//li4cGEG4Cyo+QA4VbFixTZv3rx9+3ZKO6IxPj6+Xbt23bp1u337NgMA+7Eh9kgjufEhDTwo9jC58vP2pq7FKhWRT2mj8MOOzTNb+cmbN++rr75q8AwUe7Zs2YLYA04wa9as1q1bK2NPnz599u/fj9gDTobkA+ACVN6JiooaNGiQcnjrjRs3VqxYceXKlQwA7MFC7Lklx577itgzyKNiD0fhp8emrkUrFpHP4JDOe6Pwc8ZM+DEY4Y3HnldeeYUBOFJKSkqXLl1Gjx5NyyFvCQwMXLx48YoVK6g+yQCcC2e7AbjSkSNHevbseenSJWVj8+bNIyIiSpcuzQAgqyzGnsRvBh2RR3Jj8n17VO95YOwRku+nfNt54+2oW0wa7U361HWH1q5hdNobffYiRYokJibSA+hXP/30E2IPOFpcXFy7du1Onz4tWqjI8+OPPzZs2JABuALuZArgSqGhoQMGDPDz8zt8+LA4Hnb16tVvvvkmKCiofv36uOcpQBZYiz1Heezh1/a891Vzz409TL7JaeX2lf7dG510RxojmLYZ/x35zz+nf7HqxZQ3OaXtzLlz5y5cuEBBaMOGDe3bt2cAjkT7NTqQ9++//4qWqlWrHjx4kP5lAC6Cs90AXCxHjhyTJ08+e/as8q7VycnJo0aNqlWrFvVUGABkhuXY8/Wgo/cTkpl2JDe52vMM83C5CuTsvrlbUT7am/TpVcfnHT8TccbgtLcuXbpQBFq/fn2nTp0YgCNFREQ0a9YsISFBtHTu3Pno0aOlSpViAK6Dmg+AWyhatGi/fv0KFy5Mx8PEHU5v3LixdOnSpKSkJk2a4HxoAFtYjT3a25UyqvYM9orYw1HlJ4wqP/uik24nSQMeMFXcn3H+Of2UlZ/y5cs///zz3bp1E/f5YQD2RqvbkCFDxo8fL05koHrjtGnTFixYEBgYyABcCtf5ALiX2NjYd955Z/fu3crGcuXKrVy5kvIPAwDzLMeexYOO8fv20EP8/Sn2NHvBW2KPkHw/ZV3nDbcv3mK89KNW1xlWp3qfGhZucsoA7OfOnTtUUdy/f79oCQ4O3rhxY5s2bRiAG8DZbgDuJTQ0dNeuXevXry9WrJhojI6Obtq06bvvvvvgwQMGAKZYiT3vybFHRdUeaSQ3r4w9THvaW5FK0mhvTB7t7fjc42eNTntT3uSUAdjJ+fPnw8PDlbGHyozHjx9H7AH3geQD4I66det28eLFXr16KRuXL19eqVIlg7ugAgCzFnu+eu/Y/ZspTDuA9eBF3hl7uJxS+HmzqHSfH03LCQo/KxB+wLG2bdtWr169mJgY0dKyZcuTJ0/SbosBuA0kHwA3VbBgwZUrV+7du1c5vPWNGzc6d+7crl27+Ph4BgAya7Hn+IObKfLdPqXY875Xxx6Ows9bm98sIt3nR6ZiJ+YdQ/gBB6HlZ+LEiR07dkxKShKNI0eO3LVrV758+RiAO8EIBwBurWzZsgMGDEhNTT169KjonVy6dGnp0qUUjWrVqoXT9MHHWY0996WT3KRHUuz5YFFTr489XIA04EFY9L5/k+4kqeRLfuKP/OcX5FesenHlUNf8X1zzA1mWmJj4xhtvLF++XLTkzJmTDtuNGDECSxS4IYxwAOAZzpw507NnT4NBruvXr7969eoKFSowAJ9kOfYsomqP7nalFHua+EjsEVLup6z/3zr5JqdqecDrjNrD6r7QNxwDHoBdXL169dVXX7148aJoKVmy5Pbt28PDwxmAW0LNB8AzlChRon///nny5Pnjjz+oV8cbY2NjlyxZQhMNGjSgHgwD8CVWY899HnvkAax9MPYwUfnZKw11LY14oFLFHfnPP8i/KCo/kG179uxp2bIl7YZES506dQ4cOFC+fHkG4K5Q8wHwMNHR0b179z548KCyMSwsjIo/ynuhAng3a7HnhHySm0qu9qg++LJp9RdLMl9FlZ+1r6+5d/mufJ8faa7VQuUHsmfu3LmjRo2iNU609OnT5+uvv86RIwcDcGMY4QDAw5QrV44Oqi1fvrxgwYKiMTIysl69ekOHDn38+DED8HaWY8+X7524l5DCD+1Rl97HYw+TBzx48/vuhcoXkn+iyg87NffYXytOY8ADyIK0tLQePXoMHz5cxB6K0AsXLlyxYgViD7g/1HwAPFVCQsIHH3ywadMmZWNoaCiFolatWjEAL2Ul9gw+cV8xktuHXzbx8dgjJN1J2vDGt/f+vStd86PilZ961VD5gcyIi4t7/fXXjx8/LlroGNyWLVuaNWvGADwBkg+AZ9uxY0e/fv0MBrnu3r37vHnzihQpwgC8i+XYs/C9k/wkN5V8khtijwEKPxvf+Pbuv3dUmj0/wg9kAgWedu3a0UE30VK1atWffvqpTJkyDMBD4Gw3AM/Wtm3bqKio9957T9lHWbt2bVhY2LfffssAvIiV2DP4pDSkgXxtjx+qPabkLpy72w89Cj1XmMmX+9C8OjX3yLkVp3DaG1hFu5XGjRsrY0+HDh2OHj2K2AOeBckHwOPlzZt30aJFhw8fVg5vffv27bfffrtFixbKgXcAPJfl2LNAjj1Me9+eIYsaI/aYlEsOPwWl8CNFRKrrnJp7FOEHLKBFYujQoT169EhLS+MtlJmnTJmydevW3LlzMwCPglGtAbxEaGjogAED/P39//zzT3Hh6dWrV5csWUI7p3r16uHEFfBcFmJPglTtOSUPYC2N2+wfoBpKsacZYo9ZgbkDK7UPi/71Usq9ZPqR5tuNP2P9cmKoazDh3r17bdq02bhxo2gJDg7etGlT//79GYAHwnU+AN4mMjKyZ8+eJ06cUDbWrl179erVYWFhDMDTWI49CwafeiCN5CblHn9/FVV7aiD22CBZuuZnzb3Ld6S8yKQh32oOr1e1b01c8wPCxYsXX331VTqCJlrKlCnz888/V6pUiQF4JpztBuBtKN4cO3bsyy+/zJs3r2ikIFS9evUJEyaI0xUAPILV2KM9yU3NT3JD7LFRrsK5u/7wdsHyheXMKJ37dvqLI+dx2htobdu2rU6dOsrY07Jly1OnTiH2gEdD8gHwQnR0dvDgwX///bdyeOv09PTp06dXrVr1yJEjDMATWI4986XYkypfryJf2/NlI8SeTNGFH173UakQfoCbMmVKx44dExMTRcvQoUN37dqlvI8cgCfC2W4AXm7jxo1Dhgy5efOmaKFc1L9//1mzZimLQgDuxkrsef+0uG9PQIDfUCn2hDDIvOQ7SZs6rr7/7x35Pj+UgTJqDK9ftW8tnPbmm5KSkt566y0q+IiWHDlyrFixonv37gzA8yH5AHi/Bw8eDBs2LCIiQtkYEhKydOnStm3bMgD3Y63ac/r+LfnaHnlIg2GIPdlD4Wdzx9X3ePiRGtQ1htWv+g7Cj8+5evXqa6+9dv78edFSsmTJrVu31qlThwF4BSQfAF9x8ODB3r17R0dHKxs7der01VdfFStWjAG4DcuxZ977Z6TblUpnaFG1B7HHPuTws0pR+ZHCTxWEH1+yf//+jh073rt3T7RQ4Nm+fTt2EOBNcJ0PgK9o0qTJ33//PXr0aOrBiMbvv/++YsWKy5YtYwDuwWLseSzHnhTponxpSAPEHrvJVTh35y29pPv8aA+Jnpl75MLyk7jmx0csXLiwZcuWytjTvXv3Q4cOIfaAl0HNB8DnnDt3rmfPnmfOnFE2Ui5auXJluXLlGIDrWI49c98/Ld23h6oNGRkBAX7DvmwYjthjV1T5+Y4qP5fv0JcgX0KlrjG8ASo/3i0tLW3gwIHK06HpW549e/bQoUMZgNfBnUwBfE7x4sX79+8fHBxMx/OoQ8kbr1+/vmTJEurfNGjQgLo1DMDpbIg9qSpNtcdvOGKPAwTmDny+fZXoX/9JuZvEpGDDbso3OS1SowRucuqVEhISqNSzY8cO0VKwYMGdO3d269aNAXgj1HwAfNe1a9f69Omzb98+ZWO1atVWr15do0YNBuBE1mLPmXsJupHchi9sgNjjOFT5+b7jSqnyI13zwys/DSuj8uN1Tp8+3a5du7i4ONFSqVKln3/+uUyZMgzAS+HILoDvKl269N69eyMiIgoVKiQaz507V7t27ZEjRyYnJzMAp7Ace77QxR7pvj2IPY6Wq3DuTlt6F5Du86NSy8Hm7BeH/15+Atf8eJO1a9c2bNhQGXs6dOhw/PhxxB7wbkg+AL6ud+/eUVFRXbt2FS3UrZkzZ05YWJhBOQjAEWyIPdLtStXyANYjEHucQhN+nissVXPk0d7OfvEnwo93oG+Njm316NEjJSWFt9D3O3HixK1btwYHBzMAr4az3QBAY/fu3e+8805sbKyysVevXnPnzsV9u8FBLMeeOe+fuX8rld9hxt9fNRKxx7mS7yT9IJ32dlvc5+cF6bS32jjtzXM9fPiwU6dOe/bsES25c+det24dFXwYgA9AzQcANFq1anXx4sX3339fOcLBqlWrKlWqtGHDBgZgb1Zizwdn791K5Ufo/P39Ri7EkAbORpWfN3jlR3va219fHI5E5cdj0X9dSj0AABAASURBVBa+Vq1aythTpkyZo0ePIvaA70DNBwAMnThxomfPnpGRkcpGykXLly8PDQ1lAPZgOfbM/uCsPJIb49WeUVK1pwQDV6DKz5bXI6TKj3QfJelbo8pPGCo/nmbnzp1du3ZNTEwULc2aNduyZQtK+uBTUPMBAEO1a9c+e/bs5MmTc+TIIRp3795duXLlRYsW4XAJZJ+F2HNTij1/ydf2UC+bV3sQe1yJKj8dt/YpUL6IPMaENKz4X3P+QOXHs0yfPr1du3bK2PPBBx/89ttviD3ga1DzAQCzLl26RMWfI0eOKBspF61evTosLIwBZInV2CPdrlR+pFztqV8TsccNUOVn6+srxE1O6furNoIqP3VQ+XFzSUlJvXv33rx5s2ihQ1pff/11nz59GIDvwZ1MAcCswoULv/POO8WKFTt06FBqaipvjIuLW7p0KXVVGzVqRH0dBpAZtlR7eKc5IACxx40E5g4s36Hq1d1RqXeT6LujfHPzcIxfTv/CNUJwk1O3FRMT07x5899//1200PZ8z549bdu2ZQA+CTUfALAuPj6+X79+yvt8Eyr7UPGHSkAMwDbWYw8fyU2t9g/wG72gHmKPu0m+83gbv+ZHvsmpXPlpVAmVH7d0+PDh9u3b37lzR7SEh4dv3769ZMmSDMBX4TofALAuJCSE9pebNm0qXry4aIyMjKxXr94HH3zw+PFjBmCN5dgz64Nzd6UhDeSR3BB73FWuwnk6SNf8FOZ3WKJgc27OHxeXH8c1P+5m8eLFL774ojL2dO/enbIQYg/4ONR8ACATHjx4MHz48BUrVigbQ0NDly9f3qpVKwZghtXYc09x356PEHvcG1V+trZb9vDqXabWjPZWFZUft0HrVP/+/SMiIkQLfR2fffbZyJEjGYDPQ/IBgEw7ePBg7969o6OjlY3dunVbuHBhkSJFGIA+K7Hnw/N3E1L85AcESNWeurUQe9xeUkLitg7L5fCj5t9d1ZGNEX5cjoo87du3p9qOaMmXL9/333/fsmVLBgA42w0AsqBJkyZ///33Rx99RL0c0bhhw4aKFSuuWrWKAShYjj0z5djDh0v2R+zxHLmLBXfY9k7+MoU0Q12rVBfmHLq47BhOe3Oh06dPh4eHK2NPpUqVTp48idgDIKDmAwBZd+7cuZ49e545c0bZ2Lx584iIiNKlSzPweTbEnlQ/Fa/2SCe51WpanIHnoMrPj+3l094YVX6oR5FRdUTjiu/WReXH+TZv3kxb45SUFNHSpk2bjRs3BgcHMwDQQs0HALKuWrVqdEBx9uzZuXPnFo379u2rXLnynDlzqI/LwIdZjj2fy7FHJcUe5u/vh9jjiajy0/7Hd/OVLSQNTcHUvPIThcqPc9FcHTNmTJcuXZSxZ9y4cdu3b0fsATCAmg8A2MG1a9f69OlDmUfZWKNGjdWrV1M6YuB7rMWeC9K1PdL4YOrAQNVH8+si9nguqvz8xCs/2qGuq6Dy4ywPHz588803d+7cKVroONTKlSs7d+7MAMAI7mQKAHZQoECBXr16lS1b9uDBg8nJybzxxo0bS5cupR+bNGmivCIIvJ6l2PPf488+vCCN5CaXewIC/SZ8VT+8cTEGHiswT45y7ate+zky7UGyFH4Yu/Xndb+c/oVwk1MHu3z5ctOmTY8ePSpaSpUq9fvvvzdv3pwBgCmo+QCAPd2+ffvDDz9cv369srFcuXJ0DJLyDwMfYLnaQ7Hn7q1UPhpYoBR76lVvUJSB50uWrvlZ+kiv8tPkeVR+HGbPnj2dOnWimo9oadiw4Y8//li4cGEGAGbgOh8AsKciRYqsW7du165doaGhojE6OrpZs2b9+vV78OABA69msdqTNEOOPfI1ISwAsce75JKu+emXr0whOfYw+pb/nnPwH1zz4xiff/5569atlbFn0KBB+/fvR+wBsAw1HwBwiMePH48dO3bRokXKcQ5KlCjx5Zdf0nFKBt7IeuxJUFZ76tZA7PE6ydI1P0s0lR/pNqcZlUdS5aceKj/2kpKS0rNnz82bN4sWmrdLlizp06cPAwBrkHwAwIFOnDhBO+nIyEhlY9u2bZcuXRoSEsLAi9gSe3gnNyBA9TFij/ei8LOdws8Vaahr+RtXh41A+LGPmJiYDh06nD59WrRQkefHH39s2LAhAwAbYIQDAHCgkiVL9u/fPzAw8PDhw9QJ5o2XLl1atmxZwYIFa9WqhU6Pd7AQe25Isefve9IA1tJJboGIPd5OHvCg2rVf/k67Lw94oFLdPnzNL6d/wRolMeBBdtBW9MUXX4yOjhYt4eHhv//+e9WqVRkA2AY1HwBwBko7VPw5cuSIsrF+/fqrV6+uUKECA09mNfbw+/ZII7kF+E38qg5ijy+gys8OqfJzR7roR+ptsLCRTSqg8pNVERERdBSJ1inR0rlzZ9p+5syZkwGAzTDCAQA4A8UbOmC5ePHifPnyiUYKQtWqVZs+fXp6ejoDz2Q59nyqjT1qeQBrxB7fkatYcNsf++ctU4hJV/tI/0TOPnBp2VEMeJBZNMcGDx7ct29fEXsoLs6YMWPTpk2IPQCZhZoPADhVfHx8v379duzYoWwMCwujg5e1a9dm4FGsx55baSr5EQGBqk8WIfb4nOSERzteW5J49Y5c+JEyUKWRTVH5sd2dO3fat29Ph41ECx08Wr9+fZs2bRgAZB5qPgDgVCEhIdu3b9+8eXOJEiVEY2RkZL169YYNGybuggruz1rsieSxh1d7PlmEa3t8Ua5iedv+RJWfwkxOwPTvxdn7Ly07gsqPLc6fPx8eHq6MPeXLlz958iRiD0CWIfkAgAv873//u3jx4rvvvisO8VLXZ968eVT82bdvHwO3Zzn2TP8w8s6tVCZf4SHHHqr2FGHgkyj8tJHCTyEVP+2NqaKk094Qfqygw0N0PCgmJka0tGzZkmIPhR8GAFmF5AMArpE/f/6lS5fu37+/XLlyovHatWstWrR4++237927x8BdWYk9QyL57UqZNIA1Yg/w8DMguGwh+Sfpop+oWQcuI/yYQR9/woQJXbp0SUpKEo2jR4/etWuX8jpJAMgCXOcDAC6Wmpo6efLkWbNmKYctKlKkCJWAunfvzsDNWI4904Zc1N63Rx0oxZ7a4Yg9IEtOePTza988unJHpR3treLIpuX71cc1P0qJiYldu3bduXOnaMmZM+fq1as7d+7MACDbkHwAwC2cO3euZ8+eZ86cUTa2atVq+fLloaGhDNyDTbFHGsotg6o9kxB7QJ8cfr5OvHJXvs+PtCRVHNkM4Ue4fPnya6+9dvHiRdFSsmTJ7du3h4eHMwCwB5ztBgBuoVq1aidPnpwzZ07u3LlF4+7duytVqjR//nwco3EHlmPP1CEX7ySkUV9VLd+3B7EHjOUqlvfVnwbmLVuIaRPNP7P3X16K094ke/bsqVWrljL2NGzY8PTp04g9AHaEmg8AuJdr16716dPHYJyD2rVrr169OiwsjIGLWIs9UbrblQb6Tf6yFmIPmEOVn1/afS0PdS0qPy8+59uVHzro89FHH9EKJVpoM7hkyRKaJwwA7Ac1HwBwL6VLl967dy/lnMKFC4vGEydOVK9e/eOPP05LS2PgdJZjz5QhUdJIbirNSG6IPWAZVX5e2U6VH3moa/mSn39m//7v0j99s/KTkpLSo0ePkSNHithDaWfRokUrVqxA7AGwO9R8AMBN3b59e8iQIevWrVM2VqhQgUJR/fr1GTiL1dijuF2p35QvayL2gC2o8rOr3WJN5UfKzernRzV7rl8Dn6r8xMXFtWvX7vTp06KFjvh8//33zZo1YwDgAKj5AICbKlKkyNq1a3ft2qUc4eDSpUsNGzYcNGjQo0ePGDie5dgzWar28CocYg9kDlV+Wm8fJN3klJd+VMzXKj/Hjx8PDw9Xxp6qVavSj4g9AI6D5AMAbq1Vq1YXL16k4g8d+uUt1AH6+uuvK1asuGPHDgaOZCX2DP1HqvbIF2r4B/hNRuyBTKLw04rCT1kefuj/qkuzfCX8RERENG7cOCEhQbR06NDh6NGjpUqVYgDgMEg+AODu8uTJM2/ePOoTKEc4iI+Pb9euXefOnZVdB7Aj67EnIY3JJykFBFC1p1ZNxB7IPB5+gstqL+pTMQo/0V4dfugTffjhh3379hVXLdLhg2nTpm3dulU5siUAOAKu8wEAj5Genj5z5sypU6empqaKxoIFC86aNeudd95hYD+WY88kOfbwUbkCA/2mLKxZs0FhBpBVyQmPfm33VeIV3WhvFUY1L+eN1/zcu3evY8eO+/fvFy3BwcEbN25s06YNAwDHQ/IBAA9z6dKlnj17HjlyRNnYpEmTlStXlitXjkG2WYg98VK159IdeQBrlZoFBKimfonYA3ZA4Wf3K18+jrmr0vRKKPy8WK5fQ28KP+fPn3/ttdeuXr0qWsqUKfPzzz9XqlSJAYBT4Gw3APAwFSpUOHz48Ndff50/f37RePDgwapVq37++efKG2JAFtgQe+Rre9TSANaIPWAvuYrlfXn7e3lKFZQv+aHKj+ryrH3RSw97zWlv27Ztq1evnjL2tGzZ8tSpU4g9AM6E5AMAnod6RQMGDIiMjGzbtq1oTE5OHjNmTHh4+JkzZxhkieXYM4liz6003jGVY084Yg/YUe6S+V/ePlgOP/yEFO8JP5MmTerYsWNSUpJoGT58+K5duwoWLMgAwIlwthsAeLYffvjh/fffj4+PFy3+/v7Dhg2bMmVKrly5GNjMWuy5fOdWqnzflYzAQL9pFHvqI/aA/SXFPdjTdlFSzF3GR3xTq8uPbl7WY097S0xM7NGjBxV8REvOnDmXLVvWvXt3BgBOh+QDAB7vwYMHo0aNos6EcoNWunTpiIiI5s2bM7CBxdiT/MnQS3fl+/ZQ7gkIUE1H7AFHksJPu0VJ1+9Kp70x6WY/Hhp+rl69+uqrr168eFG0lCxZcvv27VSaZgDgCjjbDQA8Xv78+ZcsWbJ//37lCAfXrl1r0aJF37597927x8AiK7FnmOIktwBUe8DhcpfM31I+7U2uMVKwYf/O3HvF0057oy1SzZo1lbGnTp06p0+fRuwBcCEkHwDwEk2aNPn777/HjRsXGBgoGqnsExYWtmnTJgZmWI49Eyn2JKRLsUcayY1iT41aiD3geBR+Xtrxfm55wANpAVWppPCz5A9PCT/z589/6aWXlIdd+vTpc+jQoWLFijEAcB2c7QYA3ubcuXM9e/Y0GOegbdu2S5cuDQkJYaBgLfZcvqO4b8/0hdURe8CZkuIe/NZ2YXLMPfk+P9RjySg/qkWZ/o3c+bS3tLQ0KjWvXbtWtNC7nTNnzocffsgAwNX8J02axAAAvEjx4sX79+9fsGBBOsKanp7OGy9durRkyZL8+fPXrl3bc2+DaF+WY8/Hwy7fvcVjj1Tt+RTVHnC6wLw5S7WvHrv9r/SHKVL4Yap7h6/45QzIFx4q1mKReRwRfhITE3PkyGHr6t/+AAAQAElEQVT74xMSElq2bPnLL7+IFtoQ7dy5s2vXrgwA3ADOdgMAL0THgIcOHXrhwgXlCAePHj0aPHhww4YNKQUxn2ct9vwrXdsjnRfAAgJVcuwpxACcTj7t7YPcpQqqtPf5+XfW3qvOOu3tu+++a9KkiY0PPn78eHh4OP0rWqpWrXrq1KlmzZoxAHAPSD4A4LVKly69d+/eNWvWFClSRDQeOXKEuiNTpkwR5SAfZEvsUckX90ixZyFiD7hSLs01P4X4Kfq0XEY7K/xs2LCBSscDBw60+si1a9c2btw4Li5OtHTo0OHo0aNlypRhAOA2cJ0PAHi/e/fuffjhh99++62yMSwsbPXq1bVr12Y+xnLsmaCJPZpre2ZI1/Yg9oDrJcfd39t2YfL1e3yoa1p6nxv9UmlHXvOTkJAQGhrKD5FY6CzR6jNy5Mi5c+eKFnrpT2QMANwMaj4A4P0KFixIlR+q/1AVSDRGRkbWq1ePEtHjx4+Zz7At9khdxgDEHnAnuUoWaLHjg9zPFmTSpWfSUNfRM3+7tuSQ4yo/69atE5Vhc1f70FGV1q1bK2NPcHDwli1bEHsA3BNqPgDgQ5KTk8eNG7dgwQLqHolGOqy7fPnyVq1aMW9nJfYMj74tRnILoNjzQm3EHnAzVPnZ12ZhcsxdMdpbOany09gRlZ8aNWqcPXtW/Fi0aFGqAikfcPHixVdfffXq1auipUyZMj///HOlSpUYALgl1HwAwIfkypWLjs6ePHmyWrVqojE2NpaO2r711lu3b99m3sty7Bk/TMQeaSQ3xB5wT1T5ab7zA+maH4o98oAHVxxT+aFUo4w95NatWzVr1hQ/7ty5s06dOsrY06xZs1OnTiH2ALgzJB8A8Dl0KPf06dPTp0/PmTOnaFy/fj11WVavXs28kZXYQ9WeW2lSV1Ieye0zxB5wYxR+Xtwpj/YmL9IOCj8bNmwwbqTtRrdu3Whi6tSp7dq1S0xMFL8aMmTIb7/9VrBgQQYAbgxnuwGA74qOju7du/fBgweVjc2bN4+IiFBeEeTpLMeeccOj79xKl08JUgcEqD5fgNgDHiA57v7vbRZoTnuTGtRlR7d81k6nvdGaUr58edo+mPxtWFhYZGSk+DFHjhwrVqzo3r07AwC3h5oPAPiucuXKHThwgN/hVDTu27evcuXKX3zxhfJaIM9lIfbESbHnyu1b6fwoWECAH2IPeAq58vOhfJ8flTTgAaPKz57rdqr8HD161FzsYfLgKGK6WLFihw4dQuwB8BRIPgDg6/r16/fPP/+88cYboiUpKWnEiBG1atU6d+4c82S2xB7tfXso9lRD7AEPQuGn2c4hufhpb1L4YVftFH5MnupmrE6dOmfOnKF/GQB4CJztBgCgsWPHDkpB8fHxoiUgIGDUqFGffPJJUFAQ8zTWYs/V27fS/FTSAwID/GZKsQeXKIDnSY67f6DN/KTrd2lh95MX+NIjWpR+r1mWT3tLT08PDQ01GMbNWL58+W7dumVutGsAcE+o+QAAaLRt2zYqKmrAgAGib0QhYcaMGZUrVza4Fsj9WY49Y+XYI18gzuST3BB7wFNR5afpziG5ny1E1Uv5Pj+q61/svfbV/ixXfn777TersYc8fPjw9ddfZwDgUZB8AAB08ubN+/XXXx8+fLhChQqiMTo6ulmzZv3793/w4AHzBFZiz4irmpHcpKKWiqo9dRB7wJPx8JNLjPbGVNfn7L2e1fBj46lu5Oeffx4zZgwDAM+Bs90AAExIS0ubMmXKzJkzxU3cSUhIyJdffqm8IsgNWY49Y4ZfvXNbHslNGtJANQuxB7xFctz9g23mJV/nNzmVLv15dkSLZzN52ltiYiKt5srhqq1CPwrAg6DmAwBgQo4cOaZNm3b27NnatWuLxvj4+E6dOrVr1055LZBbsRJ7Rly7LcUeeSS3QD/EHvAmVPlpsnNorlKFVPKdqZiKXZ/zW2YrP999912mYg/JnTs3AwAPgeQDAGBWWFjYsWPH5s2bFxwcLBp37NhB7UuWLGFZcvnyZeYYytgjko9e7JFHclMzdSDFnvlVEXvAy0jh5+ehuUIL8qomLe0xFH4W/W57+LH9VDchOTn52WefZQDgCXC2GwCAdbGxse+8887u3buVjU2aNFm5cmW5cuVYZlSoUCEyMjIgIIDZlXHs4f08Hns+GnFdGslNfgDFntnzqyD2gLdKiX9wsPUXKbF31dqbnJYa8dKz771o9bS3hISE0NBQ5QmutmvcuLHHjYMC4INQ8wEAsI76Q7t27Vq7dm3RokVFI3V0qlSp8umnn1LAsP15qObz3XffMbuyJfbwe54g9oDXyxmSv8muYTl55Ue+yWnsnN9ibKj8rFu3Lmuxhxw6dGjgwIEMANwbaj4AAJlw7969IUOGrFmzRtlYrVq11atX16hRw/LfDh06dP78+TQRHh5+8uRJq/cVsZHl2DNaij3p2vv2qOYg9oBvSIm/f4gqPzFy5UclrQClRr5UymLlp1GjRocPH7b9JYKCgsrKymlhnGsAN4fkAwCQafv27evTp8+1a9dEC/WiPvzww+nTp+fKlcvcX1GXS1SHtmzZYpdOksXYkzKaX9sjl3sCAxhVe+oi9oDPEOGHVgD5yh8WOuKlUoNNh5/o6OgKFSqY7BTRb0uUKEHBRoQcPvHMM8/Y6/gFADgHkg8AQFYkJydPmDCBajjKU91Kly4dERHRvHlz48fXrFnz9OnT4ke7lH0sxJ6bN1NHDLl261aanzTOVUZgoN+ceZURe8DXUPj5o/Wc5Jh72qGuqfLzcqipoa4nT548ZcqU4OBgZbbhaL22cEQDADwIkg8AQNadOXOmZ8+e586dUza+/fbblIgKFtSLGcYhJ5tlH8uxZ+SwawkJmvv2SCe5LahSt14BBuB7ePiRKj+aAQ/Ys+NfKflOY4Pw8++//xYoUKBYsWIo4wB4MSQfAIBsobAxa9YsOmCckpIiGosWLTpv3ry33nqL/xgUFJSWlmbwh9kp+1ip9gy7divhiXxpjzSS2xfzKyP2gC+Twk+rOSmxIvyonx3/qnH4sXyTUwDwAhjbDQAgW6jPNGbMmAsXLjRp0kQ03rp1q3v37q1bt46NjW3WrJlx7CGnT5/etWsXyzwrsWc4VXueSL+XR3JD7AHIGVKg0e4RuUoV4j9K9/mZ/nPc8kOZuskpAHgB1HwAAOxm2bJlo0aNun//vmgJDg62cEt4CkW///47ywzLsWe4XO2Rr+dWBQYwxB4AgSo/h1vN1lZ+qCaaUWpCG1R+AHwKkg8AgD3dvHlz4MCBW7dutfHx+/bte/HFF218sJXYM/x6wk3p2h76LyBQNXdeGGIPgBKFnz8p/IjR3pi61LhXQ95tgvAD4CNwthsAgD0VL158y5Yt27dvDwkJseXxkyZNYraxHnukao+UewICVLPnVELsATCQM6RAg90jc0qnvfEjv9Jpb/HLD+K0NwAfgZoPAIBDPHr0KF++fLY80payj9XYczPhiUq+Y6N03545YQ0aIvYAmEaVnyOtZiXH3FVphrpmoeNR+QHwCaj5AAA4RFhYmI2PtFr2sRx7hkmx5ymTjl+rAij2fIHYA2AJVX7q7x4lDXgg3e1KKpPGTt8ZvwyVHwDvh+QDAGB/vXv3/u+//2x88P79+y2Mc2Ah9tyQYk9MAsUeJh269vdncyj2NEDsAbBCEX6kmg+ln/8QfgB8AM52AwCwv8yeHtO6detffvnFuN2G2KMZyc3fTz1rVqWmTQsyALBNSvz9Y6/MTr52W9znJ3R82xI47Q3Ae6HmAwBgZ88//zzLpN27d58+fdqg0UrsGRHLhzSQYo8/Q+wByCyp8vPr6Fyli8gDIjK58rPjxrIDqPwAeCskHwAAexozZsylS5dYJlGPavLkyQYtzHzsGTo89mbCE94L86PYM7MiYg9AFuQolk8KP2WKMD7WAYWfaTsRfgC8Fc52AwCwp4CAAOoqscxTqVQnT54MDw9nVmMPVXtu8mqPdG3PrJnPN0PsAciGtISHR1/+PPnqbRW/6EfNSk5oU+LdpjjtDcDLoOYDAGA3NWvWzFrsYYqyj+XYM2QEVXueygO58WoPYg9AdlHlp96vH0mVHyZnHxWLm7bjJio/AF4HNR8AALtp2LBhenp6Wlqa8l/lj9RzsvDndCD5xIkTVPYxH3v+k67tkW9C4u+nmj2zAmIPgL1Q5eeYVPm5pZLDD/WQSk5oWxyVHwAvguQDAOA8lGEs5KLU1NRGjRqZiz0famOPn9T3YnMQewDsTQ4/n6Vcvc00Nzml8NMO4QfAayD5AAC4BcsnucmxR75vj3xtz5zPEXsAHILCz/GXP5Ou+dF0kBB+ALwHrvMBAHA9q7FHvrZHum+PVO1B7AFwmBzF8tX5dYw01LVc9KGVLn7adlzzA+AdkHwAAFzMcuz5YGTcTanaI1134OfPvsBJbgAOJoWfPWP4fX7U8mhvN6Twsx/hB8DTIfkAALiSldgzIi6Bj+Qmn+T2Bao9AE5B4ac2hZ8yRVR8tDcKP1O3JyD8AHg4JB8AAJexVu2Jv3lL6l2ppNuVquST3AowAHAKOfyMzSnd5JTf5YfFU/hZivAD4MGQfAAAXMNy7HmfYk/CE3qIdC21VO0p/yJiD4Bz8fCTq0xRaRADaWVkN6b9hMoPgOdC8gEAcAEbYs9TOfYwPz829/MKiD0ALkHhp5ao/Mi3EL4x9SdUfgA8FJIPAICzWYw9aYM1sUdN1R5/Kfag2gPgSnL4GZeTKj/yHX5oxbw57adbCD8AHgj38wEAcCobYs8Tph3SYN5nzyH2ALiDtISHp1p+mnLlFr+tFv1bYsJrRfu9iPv8AHgQ1HwAAJzHcux5T672MB57/BB7ANwIVX5qSpWfIirtfX7kys/vovLDaz6o/AC4MyQfAAAnsRJ7RsXz25XSY+RrexB7ANyLFH5+Gy9d86O9zw+FnzurD/HwQ/8i/AC4OSQfAABnsBB74m+mDZKqPRlMPkOGYs+s6eWaI/YAuB8KP+F7xkvX/MhjXVP158aEH0T4QeUHwM0h+QAAOJzl2PPeqBs3b2n6SX4qNnt6uVYtcLtSADclhR+p8lNUe58flQg/PP8g/AC4LSQfAADHsh57Ep7yAaOo2jN7elnEHgA3R+Gnxm+88sP4MIw3J/xwF+EHwO1hbDcAAAeycpLbqJvSSG7yfXv8/dicaRR7cJIbgGdIS3h49qVpKVdvyUcupFudlpj2RqGejQNk/v7+fJw3jPYG4D5Q8wEAcBQbYs9THnv8VIg9AB6GKj/Vf5sg3+dHJVd+2I0J36PyA+DOkHwAABzCauy5wUdyU0kjuX0xHbEHwPPIp71NCCpTRCWfREM1nZsUflYh/AC4KSQfAAD7sxx7BkqxRx7JjUnX9qDaA+C5AqXw83HOsnLlR74Z180J36HyA+CekHwAAOzMWuxJoNgj7tvzxbSyrRF7ADxZoHTa28dBfMADc9tj9AAAEABJREFU+XqeBAo/qw4i/AC4GyQfAAB7shx7BlDsufVUugG8PJLbF9PKIPYAeAG98COd9iaFn3sIPwBuBskHAMBurMSe0VLskR+i8lOxuYg9AF5ECj97JwbpBjxA+AFwO0g+AAD2YTn29JdPcpNHcpOqPXOnlUbsAfAyFH5e2Psxwg+A20LyAQCwAyuxZ/StG7cy+O3eKfbMQ+wB8FKBxfLrhR/GbiH8ALgNJB8AgOyyHHv6UezRjOQmDWkwdypiD4A3o/BTbe/HOSuUEKO93Zqw+T7CD4AbQPIBAMgWC7Hn5q20QWNvy7FH07OZM+nZV1rkZwDg1aTws0cOP3y0Nwo/H2++v/4wwg+AayH5AABkneXY0/+j27E3nmrGuWVs7pRn276Mag+ATwgonLeqFH5CNOFHzW6N3oDwA+BaSD4AAFlkLfbcib2RIRd7pNu7I/YA+Bop/PzGw4/mtLfbozc8QPgBcB0kHwCArLAce/pJsecp/VpKPSo2dzJiD4AvovBTRQo/JZjmPj9U+VmP8APgKkg+AACZZiX2jOGxR/PguZNLtUPsAfBVcviZKFV+pAEP1PT/21L4+QPhB8D5kHwAADLHcux5d8zd2PgMflEzVXvmTXkWsQfAx4nwI1/vI5FPe0P4AXA2JB8AgEywIfbIQxqopAdLsaclRnIDACn8VJbCTwmVPOKBSq2+Q5WfdQg/AE6F5AMAYCvrsUca0kAzktv8KaUQewBAkMPPJzkrPUNHRuRNiQrhB8DJVFivAABsYTn2vDPmHlV7VJqh3NQLEHsAwJQn9x9fbDk55e//mGZzwQrPfDPfW40CZP7+/n5+fiqViv8rPUD+FwDsAjUfAADrrMcezX17GKo9AGBBQIE8lfZ8kjPsGekHecNyZ/S6h6j8ADgFaj4AAFZYjT0xN57yy5ZVKvWCyaGvIfYAgEVPqfLz0uSUyFjppDe5pdDMt1D5AXA01HwAACyxHHv6SrFHjOSG2AMANvGnys9vvPKj4oeg745ei8oPgKMh+QAAmGUl9oy9Lw1poB3JDbEHAGwnh59JFH74aG/03z0p/BxC+AFwHCQfAADTLMWe22l9xt6Piec9EqnfshCxBwAySRt+Qpn2XLZ7o9c9QvgBcBgkHwAAEyxXe/qMuS/drlSq9ojYk48BAGQShZ+KcviRso+m8oPwA+AoSD4AAIYsV3t6j30QcyNDzTTVngWTn0HsAYAs4+EnqHKo/JO0abk3ai3CD4AjIPkAAOixEHtuUOwZ8yA2/ikfv1rF1AsnP9MesQcAskcOP5NzVqbKD7/oh91H+AFwACQfAAAdq7FHrvZIEHsAwI4o/Dz/2+SgsFB56yK13B/1LcIPgH0h+QAAaFiLPQ+lkdzU0s03qNzzJWIPANiVFH72TtYOeCBtjh4g/ADYFZIPAIDEauyRqj1qaUgD6pR8OakkYg8A2B2Fnwo8/GgrPxR+EtcdRPgBsAsV1hkAAMuxpxev9si3Wqf/Fk0KQewBAMd5ev/x5RYTUyNjePih4y35Z3UPfqtJgMzf39/Pz0+lUvF/5QeoGADYADUfAPB1FmNPei9R7ZFPQEG1BwAcjSo/5fdOCQorpTntTY3KD4B9IPkAgE+zEnvGSrGHyYdUVUy9aFLJDi3zMgAAB9OGH/m0Nzn8PET4Acg2JB8A8F2WY09POfaI3gRiDwA4kxx+pubU3OdHij8PR65B+AHIDiQfAPBRNsUeNeMjuX01KQSxBwCcjMLPc79NDapcSv5J2mQ9GrnmMcIPQFYh+QCAL7Ice94e+yjmhvbSHoo9nyD2AIBr+BfM89zeqcr7/DxE+AHIKiQfAPA5NsQeqQ/BR3JbjNgDAC4lVX72TguqHMov+aH/pMrP2gMIPwCZheQDAL7Fcuzpoan2aO7b89WkEog9AOByVPkp99s03WhvjD0ahfADkGm4nw8A+BBrsScxRnffHvXiSSVefwmxBwDcxdN7j6+0mJAaGaPinTcVyzvr7Tzdm+I+PwA2Qs0HAHyFLbGHn+RGEHsAwN1Q5afs3mnSNT9y5UelZokjVyeh8gNgMyQfAPAJlmNP93GJ1+UBrPkR0q8RewDALcnhZ7p02htTqeXT3hJHIfwA2ArJBwC8n9XYI13bI49nwDSxJ5gBALglCj9lKPxULqXiGy1UfgBshuQDAF7Ocux5a9zj6/KQBvJJ8ewbxB4AcHty+JmWQ3OfH6JOHLkK4QfAKiQfAPBmVmOP5toeeSS3rz8pjtgDAB7Bv2BwGWmoazn8yPdcfozwA2ANkg8AeC3bqj18+CP1N58U74jYAwCeg8JP6b3TpcqPSh7sTc3Dz36EHwBzkHwAwDtZjj1vjkvSnOQmnyeP2AMAnkgTfsJCVXy0N8aSRq5KRvgBMAP38wEAL2RD7Mlg8pAGKqZe8kkxxB4A8FxP7yVebz4uLTKGaS9ZzDO7V67uzXCfHwADqPkAgLexHHu6Uey5KUZyQ+wBAI9HlZ9n932aI6yUJtioWdIIVH4ATEDyAQCvYiX2jE8WI7n5+bGliD0A4BVE+GFMvssPUyP8ABjD2W4A4D0sxJ6Eu+mdxyZL9+1RZ/gxlZ+feuWU4m2b5mYAAN7i6b3EmOZj0/+O4df80AYx95zeOO0NQEDNBwC8hOXYo6j20F6fIfYAgPehyk+pfTPk+/yo+Dm9ySNWpqDyA6CF5AMA3sBi7HnSdXzylTg1k+/bI8WeqcUQewDAK4nwo5I3idJobyMiEH4AOJztBgAez1rsSZJij3z401+lptjTrgliDwB4swzNaW/XxWhvueb0ztn9RZz2Bj4ONR8A8Gw2xB7NDc55tQexBwC8nh+v/IjR3qTT3qjy8zsqP+DjkHwAwINZjj1dxidHxzFe7qHYs2pKUcQeAPARFH5Cf/8skI/2ppau+0lB+AGfh+QDAJ7Kauy5Es/4AEfeFHsiIiJqy6ZMmcK8V+/evekzzp071+ojHz16xGfIiRMnRCNv2bt3L3MkWuq2b99+9epVZaNzXtp9JCcnr1ixgtlbUlISn5NHjhxhWWLy2/E1mvBT+Vk+zpsUfoZHpCL8gA9D8gEAj2Q59nSeIFd75BuWUuxZ7UXVnh9++IFP7N69OzExkYGLUNe8a9eukyZNevjwIfNVkZGRr7322tKlS5mbwbcjGIYfJoefbxF+wEch+QCA57EWe1Kka3ukao/KX4o9Rbwm9pw5cyY+Pj4kJKR06dIpKSl0SJuBKTVlBQsWZA5Dfevo6Gjmipd2H9euXbt//z5zP+a+Hd9E4ecZEX7kAQ9SRqxA+AHfFMAAADyK1dgTHadWyRf3+Pmp5WpPLuYtfvzxR/q3Vq1aRYoUWblyJdV/unXrxsDIkiVLmIu48KUBzJHDz+dxL36U/vd1NZO2kKkj5HMUe7yoe4yfH21O+WhvavkeAAzA66DmAwCexHLs+Z8UezSndPhrTnLzntiTnJy8e/dummjatGm7du1ogo5qnz59mgEAWEPhp+TvnwdK9/nR3OQ0dcTy1G/3ofIDPgU1HwDwGNZiTyrFHj6Aq3Rtz+Qir3lR7GHyhT0pKSnBwcGUfAICAsLDwyn2fP/99zRh8MgjR468//775cqV27Rp0759+3755ZfIyMjExMSqVavWrVu3c+fOQUFB/JEff/zxzz//XLJkSV5NMtCjR4+LFy/27dv3vffeM/mWaM7Xr1+fJugl/v33382bN//999/0Qs8///z//ve/1q1bKw8b7927d/To0TShHIqAmzt37tq1a+ntUSHL4FcPHjxYvnz5qVOnrl27VqlSperVq9MzlyhRgllUu3Zt+nfmzJktWrQQjfz8wP3791++fJmelp6kcuXKPXv2pHer/Ft6//Sw8+fPX716lV60QIEC5cuXDwsLo/kmzmHr3bs3PYBP0/yhf7t37z5s2DBzL01LKX20PXv23Lp1i95GxYoV6QnffPPNZ555RvnSixYtioiIoA/40UcfrV69+vjx4zT/c+bMWa1atWbNmr3yyivMGv4MVAkcOHDgihUrzp49+88//xQuXLhRo0b0PmmCHrN+/fqDBw/S+8+VKxfN0lGjRoWGhho8D61fGzduPHbsWFRUFL1herc1atSgz0h/wh+QmppKz8mn09PT+aeeM2cOvU/eeObMGfrGKZzTbKS5TUvjc88916RJk+bNmxu/bfqY9G7/+usvivf0FdPDaOEx+QHj4uJ++umnS5cu0dPGx8fTDKSnrVmz5uuvvx4YGGj127HxGbyVHH5mxr84Wqr8yKe9pWkqP7ovBZUf8G5IPgDgGSzHnk4TUq8oqj1rvC72EOqu0b8vvfQSxR6aoLIPJZ/ffvtt5MiR1Ds3+Sdbt26dNm2a+PGwjBopS+TPn59aOnToQMmH+oLU6XzhhReUf0v9QuqP8scwayg4LV68mHpLFBL8/f3PyOiZP/vsM9FXzgLqnlInntIC//G0jHrklCKot5qZZ2KxsbHDhw9XXvtxXUaZ7ZNPPnnttdd4I4WiQYMG3bt3TzyM+uLUP6aoQIGBPiNFBWqk6EI9wnPnzvHpPHnyGIcH4fbt24MHD6ZkKFrOyr777rt+/fq98847Bo+nxXvSpEk7duwQLTdu3Pj1119///13mp/MBpRV6GnFK9Jnp5lGf75mzRqKyt988w1vT0pK+uOPP/g7KVKkiPINT5gwQRlQj8h++OEHmlf16tVjcv+Y0sLdu3f54Gk0Tf+K5XDGjBn0Qsq3dEFGy0mbNm0MhiVctmzZ119/LX7kS6koZip73vzLorVetETLaObQy1F2yp1buqLPwrdj4zN4MQo/IRR+mo1Oj5TCjx+Fn+ErpFmM8AO+AWe7AYAHsBp7ouUhDXi1xytjz3///UdZgiZEH71Vq1Y5cuSgw+0myzVM7u9S7KFD9UuWLDlw4MBXX31Fh9KZHGmoH8wfQ4fqQ0JCaELZz+b4IHJUUDKoS5hET04lFHoSKt1QQqO+bN68ealXPXv2bJYNVHO4c+cOVYromamAQB+HCiAURcaMGUNffaaeauLEiTz2UAjZsmULzZAFCxbwqgV1xGle0QQtV+PHj6fYQ7URqoZt2LDh0KFD69at69+/P73uo0eP5s2bx59t7Nixs2bN4tNUn6E5TBUhcy9NXW0KIZRXqbqybds2ek6q59Ccp49AUcp4mAqagfR5qQRBM5OnHSqYUDuVjE6ePMlsQM9Jr9inT59vv/2W/opmF736zZs3P/jgA4o9FCYp6lAGoLoQdWqpxkXfl/hbWr+GDh1KsYeSMAUYeioqG9IDGjRokJCQQDGbYhg9jMoj9KnfffddMU2oXMPk4iSPPbSsUg2Kwjm91hdffMGLkzt37lR+CvqkPPa8/PLLVKLkM4cWWn5iJ1Occ0X5k74pWuvpt59//jkt9lS+ozfGz/ykyEof1vK3Y/szeDcp/OyfqR3wgPHKTxpOewPfgOQDAO7Ocux5g2KPfN8eJo/k9u3kwt4Xe1AQcoAAABAASURBVAh11ulfSinUaeMtVEuhziKTI4rJrklaWlrlypWpp0vH4+lIdt26dan3yUsWPERxvKSza9cuZZagmUw9VCZXlpgN6PAwhR9RN6A3SUmDJqijf+3aNZYN06dP79KlS/HixfPly/fKK6/Qq1DjlStXqO9u+5NQfqCiFk1QKYPyQKlSpWiGNGzYcM6cOfTMNPcoHtBv//nnH14noYhFs4XqVxR4nn/+eUo+vXr1onbqsivLBbagkHn06FGaoJnftWtXipH0nPS90AehN0DtlKYMRl6mL6579+70VqleERwc3LJlS8oG/EQsGy/roq+SqkmU8ejrpjrM//73P3oSao+KiurYsSOllzJlytCXRbmF3hK1Hz9+XPwthRaq9YWFhdGL0gJGgZZCLH2hCxcubNu2LcVOq3UnWpaYnJl5gYiqi/RaTZs2nT9/PpVfmOJ0R5rz/AulTE4piwIenzn00jTzDZ6Woi/NGfriaI5R5bNkyZL0bPTGqD5Wq1YtJn87lt9Y9p/Ba/DKD4UfJm06pf+lDV+O8AO+AMkHANyatdiTFh2vYtqR3Lw19tCn5pUB6rYq23n9h+oVvG9trHfv3v7+/uJHOsDPg9Pdu3dFY/v27Zl8cQvFA9FIJZH79+9TN5QqS8wGbdq0oTihbGnevHnp0qVpgioGLKuo7MDTnbKF+tA08fPPPzObUdmB/qXONBVSlO1UCaGaANV5+NVK1EGnmgBVPOrUqWPwDDwx0hJIRTaWGbz6QT17nnMEyopUAqJvhOYzVR4M/orXUoRChQqVLVuWJpSn4VlG2YkZvX8mX7ulbOdVmuvXr9Myxlu2bt1K/1JYooqiwXPyRYXKMlSIY+a9+eabVGWi3GXQTpGDLxIUn3jLhQsXqBLF5EKc8pH0vfTs2dPgz+k7ojRIXxalQYNfUU5TPq052X8Gb0Lhp8T+WXLlR8Xv+JyO8AM+ANf5AID7siH2aE7X8FextV4ae5h85cPt27eZUQWGD29Nv6KyD++7G3j22WcNWviVGKmpqaKlWLFiDRo0+PPPPylL8MoAk0+Xon/pRxuv0jF52XqFChWo4KOsL2UWPxJvgMIbBbPIyEh+KQKzAT2Y/6Hxr3iO4mhmUoQTP9IiR138hIQEqgXxChiTr+anQMhs9t9//zHtZTAGKCvSzKeuP3+MQEUSKrMYPJhfl6X84iygQo1B554XWyhoGZy7yL9fvnLxqzsuX75MLVNl5p6f3jMfLMGk2jLxY0pKyg3ZkSNHeAFQVBf5skGJyLjC07hxY4OW52TiR2kjIKM6GI+OVk+AzP4zeBkefm40G/Xk72u0HfVTUfiRz3vENT/gvZB8AMBNWY49HT+WYo983x5ph/3t5ELeGnuYdmwDJpdWTD6A+m2Uf5QXqXPGLbwEZHD4lo7lU/L5448/Hj58mC9fPvqXjuszxTVFVhkUfLiiRYvSv9SzZFnFr0EywAd2o+WB6lT0bpkNeI3L6ohwTJ4zVPTYu3cvzQQKPMYVnkwd+X7w4AHPKiVLljT5AMohxsnH+Ftj2i9OVGYsM5dXKf/w4THModhjS+9fjDlhTlxc3OrVq6Ojo2mCXxdk4Xko/hn/ir5ZSpiUmpSNVJNZtWoV5SUqlPGEpmTLV5P9Z/AyPPzc5OFHvs/PE4Qf8GpIPgDgjqzHnjiVstrTvkkmDsN7lkePHhmfDWWA5gz11w1OkWJyl4XZgCo2VGSgF6KyT9euXam+QfM5NDTUZMnFJJMvZPtJMuYunjH5tLz3T7+yMfYQ4xO3zBk6dCglQD5dtmxZKppRv/z5558PDAycNGkSyyRxqqHlxKI8I5HZ/K1ZYDneWCCS3po1a/gJYFlw4sSJIUOG8MhH9RyqdxUvXpwWp3r16s2dO/fChQvikbwPba4nTfVJZWqibN+7d2/eQh+wcuXKlCcpG7/wwgsnT57csGEDsyb7z+CVKPwUl8LPyCf8JqdMCj/SOcQ9dMOyI/yA10DyAQC3Yy32pP8bp1JpR3JbO8mbYw+TTzyjD0599z179pgccnfgwIHU16Tk07dv36x1mqkX2LZtW+r58eTDT3WzcWwDjnqTZcqUMW6kf8VpUeK90Vdp0Nen0GXyaalmYtwYHy+NaGF8Ip8FpUuXpl4vv6TEALVTeYd6wFRh+PXXX3ns6devH80H5VjhYqixTAkODqaPf+fOHf6ejfFqT6FChZh74NfhMLn4k7XkQyvszJkzKfbQ8jBhwoTq1asre8lJSUnKB/MPbnLm0PMYVJaWLVtGS1RQUNDHH3/cokULZZo1d52bgew/g7eSw8/sBCn8XJO3rOonw5dLv0D4Aa+DEQ4AwL1Yjj2vU+yJl6s98khu6yYV8u7Yw+Th0Zh8iby5O43wU+CoS3fw4EGWVXzshPPnz589e5bfxsf2U92YqY4j9XH5EF7i6hpRiDAYyozJ/WyTT2tyKDM+DpvJ8+vM4Seb/fnnn8a/ouJGly5dBg0axLRDe1epUmXAgAEGt0gS79DG880E/j6Vo0cIly5d4mGsYsWKzD1QVOPn2vGZbOC777578cUXaXYZf4NCZGQkHz2cqmf01Sv7x8nJyTExMUwxD2lWM/lCoCNHjhg8D31ZBpVA/u3Qq7/yyisGRTz+7VitLmb/GbwYhZ9i+2cHVC7N+JAxavZk2LL0TQcw4AF4GSQfAHAjFmLPTTn2aE9yk0Zy84XYQ/1I3iczGOJMqWXLlrwbx0e+zprnnnuucuXKNMFvrlK/fv3ixYvb/uc//fSTwSUxq1atSkxMDAwMFAlKXL4iTicTP0ZFRZl82kOHDh04cMCghT/41Vf/z959wDlR/H0cnyRHU1GR3hQEsYBiFwsq2EVBBUH8o2Jv2AXpIL1asKCiAjYUGyoqPCoW7CKiiIDSUXrv7S7Pb3eSvb3UzZWUzef90iOX22ySTTKZ7/5mdi9Rjulw+O+//9oP36zMDCZ1HmWeH1YFjx8QPvROFtNHPFO2XrvVdY49MUaKafLzjz/+CHkisp7HHntMmYFQn2cpTUgqUOaLErKtNm7cOGbMGHlNpVBjjTPUG8G+xaxjMIRHRCkq6m1l/emEE07QCVPWHLLZJ06caP9VbrJnzx4VqcMtWV0fKcG+hvBXJ9E1ZCEdfqyjvck1uZ2eJ/zAZUg+ANJFvNizT6o9fvP7WKo9E7Ig9gh9ltJy5crJvvZoy0gtqHlzY1CK9FajjapyQh+zWPd3dX/duU2bNj388MOyU19eOAkYTz311EsvGaNlbrrpJitB1a9fXx9wbPjw4bqjKQtPnjy5c+fOMebhyGrHjh0rtYJ169ZJ/JCFlXksZoeH29ZOOeUUnS769OmjK1rSg5cocvfdd69Zs6Z69eq65KWznyzw4osv6k6wvPfkEV533XXWccCt8Vqy2fX4valTp0p1a9myZRHv+oorrtBHlO7SpcuECRP+++8/KXH89ddfd911l97UN954Y7RqXkrcdtttOo3cc889Ej9WrFgh2+qLL76QOtj69et9Pt8dd9xhLawjkHxU3333XdkIko4aNGigN8uTTz65ZMkSvdjSpUv79++vT92jbNtQltTHs5bsIXcnW14HFYnf+hgbFllSj7576623rOQs7zp5peSG+lf7ManDX51E15CdJPxU/npkjnmeH2Mfk9+f2+k5wg/chHk+ANJC3NhjHsBamYPcpNpTIRtijzx3fdaaZs2axZ6zftlll02ZMkW223vvvRd+HhWHJO1IFUL2i5ctW1ZHKedOPvlk6U2G1C6kGCXJx/pVnsKQIUOkl7l9+3b7wRiOPPLIq6++esCAAeGrvfbaaz/55JNnTNaVElQkwKgEde3aVfq10gkOOaGNPNnBgwfrgz7fcMMNssElC0nPW2pWderUWbx4sT68WNu2bXUVQvrQtWrV0k/nxBNPlBW+a5LXSBJd+P16PJ5Bgwb17dtXyj4jTfa/tm/fXpKGSieSGeSJ9OvXT9LmMJP1J4k98kTsBweX1042nbygsg2VGVOvueaaTp06jRo1StJOmzZt6tatK+8oPZ2pcuXKsrxEGj3mTZPMOXv2bEn4P//8s/2ladeuncQtfTB37aGHHpKUKKXF++67T+qHUnqScqg0FPJCSF1Rqo5r166VTKVjZMRXJ6E1ZC0j/Hwzcu05D+XOWapPc5on4Uf+0Db/+O/M+UHmouYDIPVix55WutpjTO1RRux5tEKrLIg9ypxrIbvb5ULc+sZpp52m99NLD7LQ5ySRytJxxx2nzIFkZcqUSei2Egykiyz9S/0w5KcknIEDB4YcyaBJkyZS92jdurVUBiRySOlGOrsvvPBChQoVIq62Xr1648aNk1wnIUTqQhI59JEYEjq8gSalJ8kz0nGXPCbrkbXJSqTM9cEHHzRq1EgvIxWMV199VWKY9NflfTh37lzp25111llSvpCKzRFHHCHLTJs2zVrn0KFDpXOvZ/LEONOO3JFUwHr37i13LZflrmVV0uN//vnnpS+ehr3GE044QWLe/ffff/bZZ9eoUUNv+QsuuEAiRMggw/Lly8uzsF53iUDy8/rrrx8xYoQ+2ZRER4k9sj07duwoL72uK0rUsR+0TbbMo48+qmuDkjrkzfzII4/o07za7+vYY4+VNUgmr1mzptRq/v7774oVK8p74/XXX5ckI+80aTHsR0EMf3USXUPWslV+zEk/0iZ3Gk3lB+7g4f0KILXixJ7euYtWKF3uyfGoCX0PzpLYk3zSF5R+rewRf/nll3UEikteI30GVYk9iZaJAKSzvI3b1p39YK55tDdpgT1ej/epO3PanZ1jkqCoaz76p4p+dHIgrVDzAZBKcWPPwhV6B43HJ7HnUWJPCZo0aZLEHqmuOIw9AFxMKj+VvnnMZx7tzSDt8z2j9731NZUfZDTm+QBImdixp6VR7TEOMSS7En1e9aZUe84i9hS/6dOnlytXbsGCBfqYBLfffrsCgGD4WX/2g/vmLNHD3vz3PGeMpm13Tv4yzPlBRiH5AEiNuLHHOG+PeUJxbyD2JDbzBA69+uqrM2fO1JfPPvvsGIfPBpBtJPxUNMLPA4EDHuQpf6fRhB9kLka7AUiBeLEnzzxdqfIoq9pD7Ckp+lDOyjyOwqBBgxQA2Jjh5/GchocFzvMjrXcnhr0hU3GEAwDJFjv2XB6IPUa1x+f1v9X34CuIPQCQUnkbt23QlR+jqmMc9c3z9F2+dufYD3igyz4c8ADpjJoPgJTRsUcnn0C1p4/fFnsUsQcA0oFUfg4xKz/WAQ9Up2dz3/o6N0g35np/lqLyg3RF8gGQVNEKPms25l7eRy3QR3IzjpQqsecgYg8ApAkJPxUk/BxzmPGLPz/82Me8WckHSE8kHwDJZo89OvlI7Lmst3/BCmMIuXEkN4+aSOwBgDRjhJ/pT5iHujZPcprnV3c/nTfxm7wge8GHCIQ0RPIBkDz2L0Ir/KzZlNeiV54Re8zz9siPN3odSOwBgDRkDHtx0yTSAAAQAElEQVSb/kROozrmsDfzaG93jMp9fZp9wJsC0hXJB0AKFIg9Pff9Y1R79IxY/9t9D2xzDrEHANKURyo/Xz/mO6aO0kd7k9rPPc/kvvW1vyAFpB+SD4Bks0/1MX8JHAJIfsnxGjN8AABpzePxVj3YjD1mAy6Vntxc0g7SH10MAClgfUEeUt7/YZ+8BjWNXz3Ksy/P36bPlolf7lYAgLTk37Jj0/md906bZYxPNms+/mfuVm3PptqD9EfyAZBiFQ9U73TfW696njXPp8OgLZO+JfwAQNrJ27ht47kP7v31Hz3Px+P17Hn6zrzWZyogE5B8AKSAdZI7fdq7Sgd53u66q34N4zip8pfcXH+7Rwk/AJBejNhz9gP7Zi0MTPDxeHY+fmteqyaeghSQrkg+AJLNOsO310bCzxsPbzu8Wp4+n88+HX6mE34AIC0EYs+fS4xfJPZ4PTseuzm35WlWM07sQfoj+QBIAWvXoPWV6fP5qlTw6fCj/FblZzOVHwBIOYk9GyT2zFliVnuMQW7bR9wosScnJ0da75DwQwRC2iL5AEge+3ehFXvkWzMnqPLB3tcl/BhzfowjHuTm+a+R8DN9lwIApIgZex40Yo8yT2Dq9W4d3lHHHk2HHzIP0h/JB0Cy2XcK6uRjhZ9SpUpJ5ee1h3Tlxzjam1R+JPx8QPgBgFQoEHvMQxpsG36Dv1WTUiYde6yyjzWYWRXc1QWkCZIPgKSyvhHto92s8KO/SqXy8+pDW405P+bxUnNzFeEHAJJPYs/6cx7ca8QeZUzu8Xgl9uTZqj1W8rGXfRSQrjwcdh1AktnPZCryTLm5uftMe4PWbMy9fuQBi1d5zW9Rv8+r3uxzcKumZRVQNJ999tmnn376119/bdu2rVq1ak888UStWrVUuvr6668feughufDjjz9KL9O6Xj41Y8eOleeybt263bt3H3XUUQ0bNmzTpk06PxdkFiP2GNWepUapx9xjtd2IPaeWstE7rcIPckD+QXoi+QBIAefh54aRByxaaX6V+v05PjWu+0Ftm5dTQGF99dVXDz/8sPWrvLW+++670qVLq3QVMfls37797rvv/vPPP0MWlq7nNddc8+CDDyqgaMxqz0N7/1ziCR7SYMewArHHXvAh9iBT5CgASDr5XvQbB3ALfDvKV2bExapUUOMf2ibhZ/FKZR7tTV0/YLNcT/hBoU2bNk1+7r///nfccUfdunXLli2bzrEnmgEDBkjsKV++/M0333zWWWdJ5Wru3LnPPPPMrFmz3njjDXleV155pQIKS2LPunMeCh7JzWixiT1wB+b5AEiNaBN+rEMdaFUq+CT8HF7dr4/2Jv/cMGDzxGk7FVAoUi2Rn5IW2rdv36RJk+OPP15lmp9//vmzzz6TC926devQoUOdOnUkv51wwgljxoyR5yXXP/HEE1I7VUCh6Niz1zhvjz6SW+ggN2IPMhfJB0DKOA8/42xHezPDz6a3CT8olFwpHSq13377qYz1zTffyM8qVapceOGF9uvlQ3TrrbcqM93NmTNHAYmT2LP2nIf3zlmqPIEjue0Ydr2f2AO3YLQbgFRyPuxt3MPbO47cf/FKPebcCD9y/dUMe4Njt91228yZM/Xl901y4emnn5bKj77yq6++euWVV1auXLlp06a6des2aNDgsssuO/nkk+0rmTZtWpcuXeTCjBkzQtb/+OOPv/76640aNRo3bpy+5uabb/79998HDx58+umnP/fcc3/99deCBQtq1Khx7LHHtm7d+qijjgpZg7yxv/jii4kTJ86bN+/AAw+UVV1yySXhT+TQQw+9+OKL69WrF/6natWq6Qtbt25VQIKCsWeJPq6M8nh3DLuO2AM3IfkASLEEws9D2zuO2G/JKq8+OssN/Tcqwg8ckyQjPyV7bNmypVKlSpIf5FcJGMqMHL169ZoyZYq18N+myZMnS8Z45JFHypcvrwpL7k5Cl6xN/7rAJLlLVnv11Vdbi+3atatHjx5ff/21/nXHjh2rVq36/PPPrcKO9Rlpa4p4X7/99pv8lF5peKwCYpPYs+ach/fNWarfZ1KG3zn8Ov/lxB64CskHQOolUvnZceOI/aTyo8ybdBxA+IFT+pBu999//7ffftu0aVOJGdafxo8fr2OPJAqpxtSuXfu///6bNGmS1HDk+tKlS/fu3VsV1siRI+Utfd999zVv3ly6j1LVGT16tASbJ5544vLLLy9bNnCg9uHDh+vYc/fdd0vckqw1a9asAQMG/N///Z9eIO6xWJcuXSr3JReuvPJKiXYKcMyMPZ33SuwxplMqyTQ7hxF74ELM8wGQFhKY8/PwjrrV/cYAdPMbumP/Dcz5QVHMmzfvueeekwvXX399ly5d6tWrJ1Gnbt26DzzwgIQQuf7DDz/UtZTC2bNnz5AhQ6677rqaNWtWqVKlffv2/fr1k+t3794td62XkdDywQcfKDOY3XjjjdWrVz/ggAPOOuussWPH2s/hE8NPP/3UoUOHtWvXSmlLVqIAx4KxxxzkZh7Jbedw5vbAnUg+ANKFw/BTWYefaoE94PLzxv4b3562QwGFIrWdffv2HXzwwbfddlvInySuSAiRCzqWFM4RRxyhD7lmOemkk/SF9evX6wtfffWV/JRCTbt27exLyr1fdtllKp6ZM2dKTtu5c2eTJk3GjBlj1ZGAuCT2rD638x7jANYe4wiaXjP2XH4KsQeuRPIBkEach5+xRuXHONqbHvYm4ecdwg8KZdWqVfKzUaNG4YFB3nX6sNf//fefKqzatWuHXFO+fHk9pFPKPvqaWbNmyc9jjjlG3t4hC59xxhkqpg0bNnTu3FkqSy1bthw1atT++++vAGd07DEHuXn06Up3DrtOEXvgXiQfAOklkfCz0ww/fn2eH8IPCkcnn5o1a0b8q75+xYoVqrAqVqwYfqW8peVnXl6e/nXt2rXys3LlyuFL1qhRQ8X0xhtvbN68+dBDD+3WrVu0OXJAODP2dNnz51JlFs+ltd1F7IHb0UQCSDvOw8/LRvjxG5UfpSs/Gwg/SJSeSKPP8xONk0QRbQ065MQWozcZ97By3333nfy84IILwutFQDQSe1ZJ7NHVHnOQ265hHYg9cD2SD4B0lHD4Mce9yW7LmyT8fEH4QQL0aDRd+Qmnx7lZdRsrAoXnnKKcQkevf+XKleF/inilna4X1alTRwHOWLFHGU2ncVzN3cQeZAeSD4A05Tz8vCThp5oOP8oMP+sJP3BOn9jn119/3bJlS8ifdu/erSsqRx55pL7GOtJa+MILFixQhXXMMcco80AF4av98ccfY9+2Q4cOt9xyi/UIgdgk9qzU1R7zV2IPsgrJB0D6SiD8dN5VJzDszQg/Nw+g8gOnLr74YnlT7dy58+WXXw750/jx43UUOfvss/U11nlydCKyyK/z589XhXX++efLT3kMr7zyiv36PXv2vPvuu7Fv27FjxzvuuOPwww9XQDxm7HnEqPYEj+RG7EFWIfkASGuJVH4k/OT5zbNR+PP8N/df/y7hBw7UrVtXH0v6tddeGzx48MKFCyVvLF68+PHHH3/hhRfk+pNPPvn000/XC9evX/+AAw5Q5olH9QHZ/H7/5MmTO3fuXLp0aVVYklskgMmFcePGPfnkk8uXL5fV7tix4+GHH449iE6Wuc30xhtvKCAmiT0rJPb8tTRwJDep9gz9n4fYg2zi6PxoAJBCHvO41db3brS55pUrqJc67+44pMy/a5Q+2puEH+mXtj6Pg/wiDqmZSMD46KOP3jXZ/ySxZ8iQIda7TvqF8us999yzffv2W265xVrsyCOPvPrqqwcMGKAKS0LOsmXL/vrrr1dN+kq53zvvvHP06NHRbrVv376ZM2cqMzspIDoj9jQzqj1es0WVt9aeodcSe5BtqPkAyAAJVH667KpVJc88yaknz68rP9sVENN+++3Xp0+fMWPGtGzZ8qijjpLqTc2aNc8777x+/fo9++yzBx98sH3hJk2aTJgwoXXr1g0aNChbtmzjxo07dOgg1aEKFSqoIpB7eemllySD6dMKVapUqXnz5k8//fQFF1yggKIxqz1d98xZFtiR5PXsodqDrOQJnAUdANKebq/8QXmm3Nzcfaa9QavW77tlmFR+5OtavrD9Xo96sVdFKj8AspPEnv+adTWqPWb7KaFmrxF7Tib2IAtR8wGQMRxWfqpVzHmxy+5aVfz+4NHebum/jsoPgCwUjD3LPPrY/14vsQfZjOQDIJMkFH5qVwnUtP156lbCD4AsY8aebrut2OORas+1xB5kM0a7Acg8zoe93Tq09L9rA1/gsqfnxd6VrmLYG4AsILHn32bdguftMQ4Ss2/otV5iD7IbNR8Amcd55WfMI3uMyo/fnPHj90vl5z0qPwDcTsee3RJ7dGvp9RJ7AEXNB0Dmcl75uU0qP2vMb3O/ccCDZ7pVuubiAxQAuFHuui3/nt9jz1/GIDd93p7coe3tsUf4gog9yCrUfABkKueVnxcClR+/PqJrp8Hr3pyyTQGA60jsWW7N7TEPYE3sASzUfABktoiVH6n56OKPvfJz+9BS5qGulT7U9TPdKrej8gPARYzYc263PX//5zGPbOnxefMGXeO9/KSQ2CP7hrxBxB5kFZIPgIyXYPiRYnfgPD9Pd6vU7uLyCgAyn1nt6b57/r/meB6/x+fbN/zanIuPJ/YAFpIPADdwGH5WG+EnJ1j5Mcb7Pt2d8AMg40nsWdas+575/wbK2j5f7oj/+S5qTOwB7JjnA8ANIs750Ucuss/5qVox5/lH9pknOTXqPnl+/z2D1701ZasCgIyVH3t0S0jsAaKg5gPAPRKo/AzJ+U+f58c82ttT3StT+QGQiST2LDViz3/Bao83b+T/fBcSe4AIqPkAcI8EKj9dzcqPcbQ3IyndO3gtlR8AGceMPT2M2GPuyPHk+PJGEHuAqKj5AHAb55WfO4b4/rOd5+ep7lXaUvkBkCEk9iyR2KOP5OZX3hyvf8S1xB4gBmo+ANzGeeXnua65wcqPJ8+v7h20ZiKVHwCZIBB79CA3vzKrPUbsKV26NLEHiIaaDwB3cl75udOo/KjA0d48ahSVHwDpTcee3X//F2i4fFLtaZ9jxh5r/w6xBwhHzQeAOzmv/Iw2Kj/KOtrbfUblZ4sCgLQksWdx855m7NFHcsuPPVR7gNio+QBwM+eVn7uGeP8LnOfHL/uEnuwhlZ8DFQCkEx179sz/z/zNOJKbGnFtzoXH6dijd+sQe4BoqPkAcDPnlZ9nu+aZ5/nxW5Wft6n8AEgngWqPxB59JDefj9gDJISaDwD3c175uduo/CjrPD9P9qh6NZUfAGkgd/3WRc0KVHs8xiA3Yg+QAGo+ANzPeeXnma55NauYSck82tt9A1dT+QGQcvvM2GNVe7w5PmIPUAgkHwBZIdHwowInOVX3D1xF+AGQQoHY87cRe/zmAaw9w68h9gCFQPIBkC0SCD/d/GblxzjcW54Rze4b8wAAEABJREFUfqj8AEgNM/b0MmKPkXuM05USe4BCY54PgOzifM5Pp8FqhXG0N2N5r0c90aNaG+b8AEgiiT0Lm/XaY8QeI/d4fF7v8GtKEXuAwqLmAyC7OK/8PG1UfgI7h/L8/vsHrnrn080KAJLCiD3NdbXH4PH5iD1AEZF8AGQdx+Gn1FPmsDdjYbNCTvgBkByB2DN/hQqerpTYAxQdyQdANko0/Jhj5CT8qAcGEX4AlCyJPQua994lsSd43h6fEXuOJfYARcQ8HwDZy/Gcn733GnN+Auf5kX7F4z2qt7nkIAUAxU3HHj3IzeM3qj05w9sRe4BiQc0HQPZyXvkZ1U1Z5/mRHw8OXPXGh5sUABSrYLUncCQ3T47XR+wBig/JB0BWcx5+njTDT/A8P/5HhhJ+ABQniT3/NO+z6+8VymxljNgzrF1pYg9QfEg+ALJdIuHHU7OqR5/nRzJQV8IPgGISjD1WtceXQ+wBihvzfADA4HDOz5p1e+8b7A/M+TFP9TP0kertWx6sAKCwJPb83bzPbqn2BM/bU2pYW2IPUOyo+QCAwWHlp0olo/JTo4qEHr/eNdt16MoJH25UAFAoRuw5r+8uM/boI7kRe4ASQvIBgIBEw4/RRzF7HV2HEH4AFIbEnvnN+xoHsDYZsWf41cQeoISQfAAgXyLhx1sjcJ4fQzep/HxA+AGQACP26GqPGWE8Od5Sw64ufQGxBygpzPMBgFDO5/zcPzhv5Wq/9Fo8ZlM6pGv1a1pWUAAQz941m+df2G/33ysCJwrzeUsPb1vmgkbEHqDkUPMBgFDOKz9PSOWnqkcFj/YmlZ83qfwAiEdiz7xmepCbcbhIT46v9DBiD1DiqPkAQGTOKz8PDMpdaTva2+BHalzTisoPgMh07Nm9eLVuNKTaU2bY1cQeIAmo+QBAZM4rP49399Woqo/2Jvzdh65484MNCgDCSOyZK9WexauVsafEOJIbsQdIGpIPAETlPPw81s1Xo4rulHgIPwAi0rFn9+I1gcbCiD1tiD1A0pB8ACCWBMJPdzP8+APn+elB+AFgY8Se5o/uWrxG6bmBxiC3NmU5gDWQRMzzAYD4Ejja24B9a9YZC+vjNQ3qWrNdq0MUgOwmseev5o/uXrQ6WO3xlh3WutyFx+pdJ8QeIDmo+QBAfIlUfnKqVvKo4D6lHkP/e4vKD5DddOzZtWi1NCJGtaeUj9gDpAQ1HwBwymHlZ9WavQ8N2rdmrT7Pj3GTgVR+gGwlsWeOVHv03B6/35vjK/vY1eWaHUPsAZKPmg8AOOWw8lOtSqmRUvmpbM75MTs7PYdQ+QGykRl7+u1atEaZO02Mag+xB0gdaj4AkBjnlZ+HB+5dvc7v0Uc8UGpA11pUfoDsIbHnz+b9zGqP0QJItafcSIk9RxN7gFSh5gMAiXFe+RnRo1S1yh7z9KbGTXoN+XfiB+sVgCygY88uc5Cb0QQQe4A0QPIBgIQ5Dz/Du5eqWsmrT3Iq//ck/ABZQGLP7Ob9rdgj1Z79iD1AGiD5AEBhJBB+pPJTyasCU36k8vMf4QdwMSP2nCexZ7XHPJJb7NgjF4g9QNIwzwcACs/5nJ8uA/cE5vyYN+nfrVbbVhUVAHcJVHuW5B/Jbf+RbWLEHmvviSL2ACWPmg8AFJ7zys+wHqXN8/wESj+9GfYGuI7Enj/OG7BTD3KT2FNKqj3EHiCNUPMBgKJyXvl5ZODu1Wv9ZgfH+NnroZr/u7qyApD59q7Z8sd5gbk9wWpP6/2IPUA6oeYDAEXlvPIztEeZqubR3jxm6WfAyP9ef3utApDhdOyxV3uIPUAaIvkAQDFIKPxUsR3tbcDIfwk/QEaT2PO7FXukayWxZwSxB0hHJB8AKB4JhJ+eUvkxml99tLeBhB8gY+0xYo+e2xM4ktsBxB4gXZF8AKDYOA8/Q4zKj8dvHutaekuEHyATFYw9fmIPkOZIPgBQnBIIPz3LGic5DRzszT9o5L9vEH6AzGHEnvMHGrHH/NTL59yMPUcRe4C0xbHdAKD4OT/aW7cBO9es9XvMadHyo8fDta/laG9A2pPYM+u8gfbz9pQfcdX+xB4gvVHzAYDi57zyM7hnOeNobxJ7zNO9Dxqx/I231ygAacyIPecPzD+AdSliD5AZqPkAQElxXvnpblR+8qzz/HQ3Kj9VFID0I7HnNyv2GIPcvAcOJ/YAmYGaDwCUFOeVn0FG5cc41LU+z89gKj9AWjJjzyAz9ui5PT5iD5BBSD4AUIISCz+28/xI+JlA+AHSiY49OxevUeaR3DxG7LmS2ANkEJIPAJQsh+GnqoSfXuWqGJUfpU8Db4SfiYQfIC1I7Jlpxp7gkdx8BxF7gExD8gGAEuc4/JQOVn6MhY3wM3IZlR8g5YKxZ62eIO0h9gCZieQDAMngPPwMlMqPcZ4f41DXfr8aMmLZhImrFYAUMWPPYIk95ofYOJLbQcOvIPYAmYhjuwFA8jg82tvqNXt69N+xdm2edZ6frg8f2r5tVQUguST2/Hr+4F1L1hrz7/zGkdwOHnHlAeceSewBMhE1HwBInkQqP/sZc36C5/kZOmLZm1R+gOTavWLTrxcMNge5GcFHqj3EHiCjUfMBgGRzXvnp2X/72sB5fpSu/FxD5QdICok9My4csmvZOn2iLW+Or8LwK4g9QEaj5gMAyea88jOg1/76aG/KHGpD5QdIDlvs0UdyyyH2AC5A8gGAFHAefvqb4cdY2DyFyNARSwk/QIkKxp711nl7KgxvRewBXIDkAwCpkWj4CZzk1E/4AUqQxJ5fLhy6U2KPPpIbsQdwEZIPAKSM8/DTT8JPJW/gJn7/sOFL3iL8AMVNx55dZuzx+5Wu9pQn9gBuQfIBgFRKIPz0PkAf7U2ZR3sbNkLCzyoFoJgYseeiYLXHPJLbIcQewF18ffv2VQCA1AnpOdl/tfpVolw5zykn+36ZsW/Hdn2eH/X995sOPjinUcMDFICikdjz84XDdi1fr2fUSbWn4vCWxB7AZUg+AJB6CYWfn2fs277dr6+T8LNfOW/jxuUVgMLaZVR7hu1cbh7Jzaz2EHsAVyL5AEBaSLDys3eHhB9zCvZPP20uR/gBCmvXyk0/XzRMH8lNco+nlK/SMGIP4E4kHwBIF4mEnxwJP9t36JOc+n/6aQvhBygEI/ZcOHznsvXW6UrN2NOA2AO4EskHANJIguFnz44duvIj4WfzfuV8xxF+AMck9vx04fBgtceY21OZ2AO4GskHANJLouFnu3HAA2Nywk8/E34Ap3TsMao9wfP2VH78ivJnH0HsAVyM5AMAacd5+DlZws8ve3fsCBzt7aefNhF+gLgk9vwo1R7bkdyqSOw5sz6xB3A3zucDAOnI4+w8P5Ur5VSp/NqePav8fmUe70CNGrXktVf/UwCiMGPPiJ3mIDfZX+Ap5TVjTz177MkxEXsAl/EYJ8UDAKQl3UT7g/JM+/bty83NlZ/r1q276aabvv/++9Klqxx55OgypauZw96Mm9x732EdrqupABQUiD1S7TH7QJ4cb9VIsUcCD7EHcB+SDwCktWjhZ9asWddee+3y5cv1YhJ+Gh7zgs9X2Rz2Zhz24O5Oh17fsZYCECSx54eLRphHcjP2EXhLeas+1orYA2QPRrsBQFqLOOxt8uTJF1xwgRV7xEkn1Rs2vGblyj5lBCUj/Tzz9NKxLy1XAExm7Bm5c9kG/QExBrkRe4AsQ/IBgHRnDz9S9unevXv79u137dplLXD33XdPmDDh8MMP6dHjwEMq+oxjHZhH6X3u2aWvjPtXAVlPx54dxtweZcSeHJ9Uew4k9gBZhtFuAJAZpLnetGlT69atv/zyS+vKsmXLvvDCC5deeuneoJUrdg/ot3nDhlylD3ng9991Tx2GvSGbSez5PlDt8Zvn7fFWe6wlsQfIQiQfAMgMc+bMkYSzbNky65pDDz30/fffb9CggT7gQYHw03/zxvW50sJ7zTLR3ffUuY7wg6xkxp7Hdixbp4//4SX2AFmM0W4AkAHee++9U045xR57mjVr9uuvvzZq1Cj8UNfVa5Tp2eugihW9enSc9N2efWrxq+OY84OsI7HnO4k9y9fr2EO1B8hyJB8ASGt5eXmPPPJI69atd+7caV3ZpUuX//u//6tQoYI+4IHPFBJ+ej9aoWJFc2qQ2Yd79qklhB9klUDsMc/b4zfO2+OrTuwBshuj3QAgfemJPdOmTbOuKVeu3GuvvXbllVeqgoe6zg2yD3tbu2ZPvz4bNqzPM07XaB707U5j2FttBbidxJ5vL3ps5/INZoIxqj01RkrsOZzYA2Qzkg8ApKk5c+a0aNFi6dKl1jWHHXbYxx9/3LBhQxXpPD/Rwk9/M/wYc37M5e+6t24Hwg9czYg9Fz++wzhvj/B7c3zVR15+ELEHyHqMdgOAdKQn9thjT/PmzWfNmqVjj4p0nh9fkH3YW+UqpXs9esghFb2ewLGuPaOfWvzaWIa9wbUk9kw3Yo+u9igPsQdAEMkHANKLVG+6du0aPrHns88+O/jgg+1LJhZ+KhkNvt84qq+En0WEH7iSBJ7pFz8hP/X4TnOQG7EHQACj3QAgjUSb2HPVVVdFu4nzYW8D+qzfsC5Pn9JEbnDHPYd3uJFhb3APCTzftRy1Y+l6a25PTWIPABuSDwCki9gTe2JIIPz0Xm8e8CBPn+fnjnvqdrjxUAVkPjP2PLV9af55e2qOvIzYA8CO0W4AkBbiTuyJIeKwt/Dz/FSuUrpnv0Ps5/l5/qnFr49dpoAMJ7HnW4k9y/LP20PsARCO5AMAKSYlmu7du4dM7OncuXP4xJ4YwsOPiBR+yvToV/GQil4VOM+Peu6pRYQfZLT82GNWPj2lfLWIPQAiYbQbAKTSli1brrzyyoQm9sQQPuxN7Nu3L2zY2+5BvddvWJcrC+sZEbffc/j/GPaGDGQc0qDlU+YBrD3mAay9tUa0IPYAiIjkAwApM3/+/BYtWixcuNC6xuHEnhgSCT/rggc88Ch/3u331iP8ILOYsedpqfZ4zeMWekv5ag+79KCziD0AImO0GwCkxuTJk0866SR77HE+sScG58PeuverVLmKT+8plyVfGLWQYW/IIBJ7vjFjjz5XlcSeWsQeADGRfAAg2aQU06NHj8svv3z79u3WlYlO7InBefjp1q9ipSo+/ZCUGX7eGLtUAWnPiD2tntaHNDBmrJXySuw5mNgDICZGuwFAUm3ZsqVt27ZTp061rinKxJ4YHA57W79u95De69atyTUqP+YXwm33Hn7tjYcpIF1tN2PPjqUbPOYxDbylvLWJPQAcIPkAQPKUxMSeGByGnw3rdg/W4cfv113J2+6tR/hBejJjzzPbl673Gsev9vuMuT2XEHsAOMFoNwBIkhKa2BODw2Fvh1Qq003P+TEnTMiPMQx7Q1oKxJ5lG/QgNy+xB0AiSD4AUOJkz3SvXr1atmxpn9jz8MMPF9fEnhich5+u/SoZc348So8EGKCzlU4AABAASURBVPPkggmEH6QTCTxft3rWiD3mZ8qb4zuU2AMgEYx2A4CSlbSJPTE4H/Y2pPfa9atzzWNlGSHo1nvrt2fYG9JAMPas1wnGm+M9bNjFxB4ACSH5AEAJSvLEnhich5+hvdauW7MveJ4f/6331Wt/Yx0FpI7Enq9aPbtDH8nNmNvjPXToxRWIPQASxGg3ACgpyZ/YE4PzYW+P9K9cqUqOPs+P/HjxyYUTXl6igBTRsUd+6t213lK+Q4deQuwBUAgkHwAoftI/6927d0om9sSQUPipaJznx5z0I+Fn1II3CT9IBSP2XDE6eEgDI/YcZlR76hJ7ABQCo90AoJilw8SeGJwPexvWa836NfvMKT9+6ULecm/9a26qo4BkkcDzZSsdewLn7alD7AFQBCQfAChO6TOxJ4bEw0/gPD+33HsE4QfJYcQeqfbkn67UV2foRcQeAEXBaDcAKDZpNbEnBufD3rr0r6IPda0P9vbSqH8Y9oYkkNgz7Yrnti3bEBhxSewBUBxIPgBQDKRy0qdPn5CJPQ899FBqJ/bE4Dz8dO5ftVKVHCP8mF3Ql578+82XFyugxOjYY563x8g93lLeusQeAMWB0W4AUFRpPrEnBufD3kb0Wr1u9T5P8Dw/N997RLub6iqguG1ftvELfUgD4zfjdKWHD72Q2AOgWJB8AKBIMmJiTwwJhJ+eq9avydVHO5Ab3Hwf4QfFzIw9z203z9uj/HneUr66Qy48hNgDoJgw2g0ACk/qPBkxsScG58PeHh5QrVJVX/Bm6uUn/3n/taUKKCYSez7Xc3vM3bKeHGIPgGJG8gGAQnr00UcvueSSTJnYE4Pz8PNQ/2rGnB+lp/yo54bPI/ygWBix58rnAgewNge51R14fkjs8ZmIPQAKjdFuAJAwSTvXXHPN5MmTrWvKlCkzfvz4du3aqYzlfNjbSGPY215P4NvDf0fno67scJgCCmv78o2ft3pu23Jjbo+8r7w53roDz6t4br2Q2CMXiD0AioLkAwCJWbhwYYsWLebPn29dU6tWLUlBjRs3VhnOefh5rOfK4Hl+jPkYd3Q++grCDwplm1HteT5wSAPzdKWHDyD2ACgRjHYDgARMnTr1xBNPtMeepk2bzpo1ywWxRyUy7O3BAdUrGsPeJPYY496eGz53EsPekLhtywOxR/9qHMmN2AOgxJB8AMCpfv36XXLJJVu2bLGuefDBB7/88suKFSsqt0gs/FTNCdxKeZ4fJuFniQIcM2LPFc/rQxoov/IYg9yaE3sAlBxGuwFAfK6c2BOD82Fvj/dcsT54nh/5cXuXo67oUEcB8Ujs+cyIPRs9Zu7x5piD3M6pW7p0aWIPgBJC8gGAOFw8sSeGhMLPhtV6zo9xg9u6HE34QWxm7Hlhmz6Sm984klu9Ac2JPQBKGqPdACAWd0/sicH5sLcHBtQwhr3puo/H88KwuR8w7A3RSez5PyP2bFRG7FGxY48g9gAoLiQfAIhqwIABrp/YE4Pz8HO/hJ8qOfrYXB4j/PxF+EFEZuwZY8UeT443duyxko8i9gAoMka7AUAE2TaxJ4aIw970mDf7sLeN63aP6r1i7cq9Rvgxb3dbl2NaMewNNhJ7pl4xZvty40hu8ibx+rz1BzQj9gBIGpIPAITKzok9MTgMP5s37n6yx3+B8GOc58d/K+EHQUbsuXKMMbfHPBi6r5S3fn9iD4CkYrQbABSQtRN7Yog47E13Uu3D3g6qUOa+gTUrVy9l7VYbYwx7W6yQ9ST2TLnSHORmjnLz5njrEXsAJB3JBwDyDRw48NJLL7VP7HnggQeyZ2JPDImFnxqljP36Zid3zNC/PiT8ZDcz9rwYmNtjxB5f/QHNKhF7ACQdo90AwMDEHiecD3sb1ePftSv2Kn2KSr+69ZFjWnaoq5B9rNijZ39JteeI/ucSewCkBMkHAJjYk4CEws+6FYE5P7LgrY80JPxkG4k9n175knXeHp8Re6TaU4fYAyAlGO0GINsxsSchzoe93TuwVuUapZQRe4zw8+LQOR++yrC3LBKIPct17DHO20PsAZBaJB8AWW3w4MEhE3vuv/9+JvbE5jz83CPhp3qO3t9vhJ9hcz4i/GQHHXu2Lttgji6R2ONtYAxyI/YASCVGuwHIUjt37mzbti0TewrN+bC3p3ssX7si/zw/t3RpePl1hyu4l8SeT4xqT3Buj897JLEHQBog+QDIRkuXLm3RosWcOXOsa5jYUwgJhJ/uy9et3CvLeM3lb3mE8ONaW6Xac9XLWwPn7cnzlfI16HdOZWIPgDTAaDcAWWfatGnHH3+8PfYwsadwnA976zSwdqXqpczpHrK8eskY9rZIwXUk9nxixJ6NHn3eHok9/Yk9ANIFyQdAdhkyZMgFF1ywadMm6xom9hSF0/BzSJlOg2qb5/kxw49SLw39k/DjMlbs0ccy9+b4jpTYczaxB0C6YLQbgGyxc+fODh06vPfee9Y1TOwpLk6HvW3Y/UyPZcahrpU558fvv/mRRpcx7M0Vti7f9PFVLxnn7Qkcyc17VP+ziT0A0grJB0BWYGJPSUso/KxfsceY82Me8Jrw4wJm7DHn9kiGMc/bQ+wBkIYY7QbA/ZjYkwTOh73dPfDQSjVKe/R5fpR6eejsya8uVMhYEnsmS+xZvlHHHrPawyA3AOmI5APA5YYOHRoysee+++5jYk9JcB5+7jLCj3mSU3P5l4f+SfjJUPmxxxxF4s3xmbHnMGIPgDTEaDcArsXEnpRwPuxtdI+l61bsUX5zPrxSNxrD3uopZA4z9ozdajtvz9H9z65C7AGQrkg+ANyJiT0plED46b50/co91nl+bup6bAvCT4aQ2PNR67Fbl23Ur52vlO/ofk2JPQDSGaPdALgQE3tSy/mwtzsHHWY7z49n7NDZHzPsLRNYsUe/dl5iD4BMQPIB4DbDhw+/8MILmdiTWs7Dzx2D6lSqUVqZdQOP8owd8gfhJ81J7Pmw9bgtyzZ5zJla3hzvMcQeAJmA0W4A3IOJPenG+bC357ovWb9ij3Wen45dj2PYW3rSsWdr/nl7PA2JPQAyBMkHgEswsSc9OQ8/z3dfbJzkVCo/Rpfaf2PX4y4l/KSZYLVno3kupjxfjq9hv7OIPQAyBaPdALgBE3vSlvNhb7cPqlupRikde+THuCF/fPLqAoW0IbHnA4k9yzfpczHJq3gMsQdARiH5AMh4I0aMCJnYc++99zKxJ30kMuenbsUapfV5fpSH8JNGzNgz3og9ZgXPmNvT54yqxB4AGYXRbgAyGBN7MojDYW9bzGFv6//brYzsY9zihkeOu/T6+gqpI7FnUuvx+nSlxnl7vJ6Gfc6s1ryOpB1JPsQeAJmC5AMgUzGxJ+MkEH66LQoe8MCj/Hk3dG1M+EkVI/a0eWWLPm+P8vt83oa9z9Cxx0LsAZARSD4AMtK0adNat25tH+HWtGnTd999t3LlygppLHb4sfLP9i17Xui+cPWS3YGjvSl/h4ePvezGBgrJtfXfze+2fHn7yi36VfD6vI36nlHt3DoMcgOQiZjnAyDzjBw5MmRiT6dOnSQLEXvSX+w5P9a0n/0PLH3boHpV65QJ7qHzvDZ89uSxfyskkRl7xm6T2KPP2+PzNexD7AGQwaj5AMgkESf2jBkz5rrrrlPIHM4rP2O6LzAqP4FDXav/dabykyQSe95pOdao9pjHNNDVnurnckgDABmM5AMgY0Sc2DNp0qSTTjpJIdMUNvz4O3Q+rgXhp4QZsafV2G0rtnh17MnxNupD7AGQ8RjtBiAzRDxjz8yZM4k9Gcr5sLdbB9WvZgx7M2o+HuV5ffgfHzPsrSQFYs/KrfISST71+Ig9AFyC5AMgA4SfsYeJPS7gPPzcMqieEX48xrHF5CavD/+d8FNCJPa83WqcEXuUETWl2nMsg9wAuAWj3QCkNSb2uJ7jYW+7X+xmDHvzKH2aU/+1xrC3IxWKTzD26CO5Ka/Pc1yf04k9AFyD5AMgfTGxJ0s4Dz8vSfhZulvl5XnMkVjXdiH8FJstxiC38dtWbg6crtTnPa5PE2IPADdhtBuANMXEnuzheNhbmZsH1696WBmlD/TmUROG/fHJy/MVimyLUe0Zv3XlFmOXqPJ7iD0A3IjkAyAdMbEn2yQWfszz/Bij3jzqjeG/E36KaPPSTW8b1R7zANZUewC4F6PdAKQXJvZkM+fD3l7u9s/qJbs8ZviRb7L2nRtfehPD3gpDYs9brcbtWLvdTD0SezyN+zSpQewB4EYkHwBphIk9cB5+xvVcsGrhTus8P+07H0/4SZQZe8bvWLPNEzxvT+PepxF7ALgVo90ApAsm9kAlMuyt48D61euVNW5jHuztzeGzPnl5noJjEnvelNizdpsyz9vj9UnsodoDwM1IPgDSwvDhw5nYA81p+Clf5oaBR1SvX07pU89I+Bn2+6eEH2fM2POKEXvMGVNGtccY5HYosQeAizHaDUCKMbEHETkd9rZ19ys9/lm5YGfwPD/qms6NL7npKIXoNi/b9GZLHXuE3+fzHm8MciP2AHA5kg+AVGJiD2JIJPz8vWrBLmvOzzVdjif8RCOxZ4JUewJze4zTlUrsqUnsAZAFGO0GIGWY2IPYnA97u35gg2r1y5rzVfxyg7eGzWLYW0RG7JFqz5rt5q5PYg+A7ELyAZAaTOyBEzHCj9VTt8JP9XrljOWN8KPeGvbbFMJPQRJ73mj16va121XwvD3EHgBZhdFuAJKNiT1IVLRhb2Lv3r32YW+vdv971cIdym/27ZX/mi4nXMywN9MmY5Dbq4G5PX7l83lO6H0qsQdAViH5AEgqJvagcBIJP/NX6/P8GPHH347wE4w92425PR593p4Te51C7AGQbRjtBiB5mNiDQos27E2EDHu7btCR1eqVM3btmUd7M4e9zVVZbJMxyO01c5CbsU3M2EO1B0A2IvkASJJhw4YxsQdF4Tz8dJDwU79cYHmlJg797YOnZ6usFIw95nl7lHG60hOM2FOb2AMgCzHaDUCJY2IPipHzYW+vd5+/asEOWVb33y++6ei2XU5Q2URiz+utXtsh1R7zfKVen0eqPbWIPQCyFckHQMliYg+KncPws2Pr7te6z1u9YKd1np+Lbz7m6qwJP2bseV2qPfq5+3zG3B5iD4Bsxmg3ACWIiT0oCQ6Hve1nDHs7qmr9cuZ5fowbTHnpr7eHzVRZQGLPaxJ71hnVHvN0pd4TexN7AGQ7kg+AkjJs2LALLriAiT0oCQmFn2r19tN1D1ly6ktzXR9+jNhzxevbzUFuypzbc5LEnnOIPQCyHaPdABQ/JvYgOZwPe3vdGPa2wzzUtXGLi28+pk2XE5UbSex59YrXA3N7/MbpSk/ufTKxBwAUyQdAsWNiD5IpgfDTbe6ahTtlEa95np+L3Bh+zNjzhjG3xxzh58vxnNTr5NrEHgAwMdoNQHFiYg+SzPmwt/8NPrpqvXKe4Hl+pr701zvuGvYmsee6Ka5zAAAQAElEQVQVI/ZsNw9gbZy3h9gDAHYkHwDFZujQoUzsQfI5Dz/XSvipv58Zfoxw8H8vznFN+Fm/cMMrV0wIzu0xB7n1OonYAwB2jHYDUAyY2IOUcz7sbUK3v4w5P/rUnn5j2FvrRzK7Jimx59WrJuzcsNNjlrO8Ps8pRrWnFrEHAOxIPgCKiok9SBMJhZ81C3bIMl5jOoz/olsatu6SqW9XI/a0fnPH+h3WeXtOMao9xB4ACMVoNwBFwsQepA/nw97aDz6mSn3jUNeSlWTJ/3txzrtDf1UZyBjkJrFnQyD2eIk9ABAdyQdA4TGxB+kmofBjzPnxGGMfjPDz0pz3Mi38BGLP+h3mCA7jvD2nEnsAIDpGuwEoDCb2IJ05H/b2Zrc5a/6R5KDP86MuvLnhVRky52f9wo3jW7+5U6o9KlDtOa3XicQeAIiB5AMgYUzsQfpzHn7e7jV31bxtxpwfWV75L7y5UfqHHx17dujYo4y5Paf2PPFQYg8AxMRoNwCJYWIPMoLzYW/tBh5T/agDjGkyxtHePJ+99Od7Q2eoNBaMPTt1gvESewDAGZIPgAQMGTKEiT3IFA7DT9n9S7e1wo/fGPb22Yt/vp+u4Udiz7g2b23fsFOZR7A2BrkRewDAGUa7AXCEiT3IUA6Hve3avuftHnNWzt2qguf5ueCWRlc+crJKJ+sXbRx31VvBQW7GeXua9DyB2AMADpF8AMTHxB5ktATCT/c55pyfPI95xOu0Cj8Se8a2fss8b49Hn7enSc/jiT0A4Byj3QDEwcQeZDrnw96uHtSw2lEH6GghPz43hr39otJAIPZs2Kkfm9eIPVR7ACAxJB8AsTCxB+6QUPipboYfv3nEAwk/k1IdftYt2vhy64nb1+9UZuXKm6NjT01iDwAkhNFuACJjYg/cx/mwt3e6/7nKmvOj/Off0uiKR05RqbDOqPZMDB7JzS+h5vSeJxxG7AGAxJF8AETAxB64VULhZ/W8rfpob2b4OTb54ceMPW9vt5235/QexxN7AKBwGO0GIBQTe+Bizoe9tRnUqNpR5XV68CjPFy/OnjQkqcPezEFuVuwxDmBN7AGAoiD5AChg8ODBTOyBuzkPP60l/BxdXgUqRUb4eaffjyopjNjTxow9Ho8+b88ZxB4AKBpGuwEI2L59+/XXX8/EHmQJ58Pe3us+25jzYx7tTfnV2dcd3abP6aokSex5qfXb+XN7fN4zezauc04tHcmIPQBQOCQfAIaFCxe2aNFi/vz51jVM7IHrJRB+us025/wEzvNzzvXHtO5dUuHHiD1t3tm+fofXOL6cX9LN6d2Pq3susQcAiorRbgDU1KlTTzzxRHvsYWIPsoHzYW9XDT626tHlA+f5UeqbV/5699EfVAmQ2POixB7zvD0Se3wSe3o0JvYAQLEg+QDZbvDgwZdeeumWLVusa5jYg+yRQPgZdGy1o8orc9aN+ObVOcUeftb8veHFNu9uNwe56dhzVp/j655Tk9gDAMWC0W5A9tq+ffs111wzefJk6xom9iA7OR/29n63P1bPNXYT6Bk4Ta87pnWfM1RxMGLP1e/s3LxLJxifz9O0z/GHnVmD2AMAxYXkA2QpJvYAdomFn3lbzGFvxuC3s68/5qoihx8j9rR9d8emnV4jUhnVnqa9GxN7AKB4MdoNyEZM7AFCOB/2duXg44xhb2ZEkRtNf/Wv9x79XhWBxJ4xRuyRao/Hr/xeI/ZQ7QGA4kfyAbLOoEGDmNgDhHMefq4Y3Ng8z09g3MT0V+YUOvyYsec9I/aY9+7L8Z1txJ7qxB4AKHaMdgOyCBN7gLgcD3vb/UG3P1bN3eIJnufnrOsbJjrsbbUZewJze8xDGpxjDHKLHHvkgpXKFLEHABJH8gGyBRN7AIcSCT+/r84/yam/6fWNrnQcfgKxx6j2BGLP2b0b1yH2AECJYbQbkBWY2AM453jYW5lWgxtXNYa9GTUfj/J8+8qf7z/6nZO7kNjzQtv3dmzebR4lQXmNQW7EHgAoWSQfwP0GDhzIxB4gIQmFn2pHH2gEGGVUir59ZU7c8GPGnvd3bt5tDnJTvlLec3ofR+wBgJLGaDfAzZjYAxSF82FvH3b9ffXcLR4z/MjPM69rdGXfMyOuU2LP80bs0eft8ft83nOJPQCQFCQfwLWY2AMUXSLhZ9aaeVtVXp6RT/z+s25odEWf0PBjxJ52k3Zu2ukJnrfn3F7HEnsAIDkY7Qa4ExN7gGLhfNhbyyHHV290kNIHevOo78b/Oanvt/ZVSex5zog9u1TwvD3EHgBIJpIP4EJM7AGKkfPwc9mgxtWPPcgc72b8+O6V/PCTH3vMyT1UewAg+RjtBrgKE3uAEhJj2Js15k37qMtvK2dv8pjhR75lz7y+UZP/HTO67STzkAZ+syCkznu0cd0zqxF7ACCZSD6AezCxByhRDsPPru27P+31+8o/Nhnn+TFv5zGPXa3P2yNJpnnvYw9vSrUHAJKN0W6ASzCxByhpMYa9WWPe9LC3y4edWP24g5Uyj/WmAjN/jNwksacXsQcAUoPkA7jBgAEDmNgDJIHD8CNaDDyh2rEHefQpe5S+lTq/93H1zqlB7AGAlMhRADIZE3uAJJNM4jcHrelfJbSEpJRAfNnf82u5yXk7qx5atoHfPG/PhY82rnN61RyTTj7EHgBIJmo+QAZbuHDhSSedZI89tWrV+u6774g9QIkKqfzo4o9V+dHBpnTp0t4cz7urnl62c75HeRreUrneWTXkSqvgoxF7ACBpqPkAmWrq1Klt27a1j3Br2rTpu+++ywg3IAliV36sgXD7/HvfXf1MldK1Xz1ljJGFzJyjqz2C2AMAyUTNB8hITOwBUi688hNS9pFgIwtI+Fmxe5F9CpA9+RB7ACBpqPkAGYaJPUD6CKn8CKuGk5eXp5OPZmUhO2IPACQTyQfIJJyxB0g39vCjL6tgIciefHQtSF9p/ST2AEAyMdoNyBicsQdIT/b0Yj/UtT3PMLcHAFKO5ANkhv79+19yySVM7AHSU8SjvdkjjXXwN6o9AJAqjHYD0h0Te4CMYB/qZl1j/6s1+C3iAgCAkkbyAdIaE3uADKKTTMgxD7SIJzxVAIAkYrQbkL6Y2ANkImskW4y/EnsAIPlIPkCaYmIPkNFC4g2BBwBSjtFuQNphYg8AAECxI/kA6YWJPQAAACWB0W5AGmFiDwAAQAkh+QDpol+/fkzsAQAAKCGMdgNSj4k9AAAAJY3kA6QYE3sAAACSgNFuQCoxsQcAACA5SD5AyjCxBwAAIGkY7QakABN7AAAAkozkAyQbE3sAAACSj9FuQFIxsQcAACAlSD5A8jz66KNM7AEAAEgJRrsBycDEHgAAgNQi+QAljok9AAAAKcdoN6BkMbEHAAAgHZB8gBLExB4AAIA0wWg3oERI2vnf//7HxB4AAIA0QfIBit/8+fNbtGixcOFC6xom9gAAAKQWo92AYiZ1Hkk49tjDxB4AAICUI/kAxcbv9/ft27dly5bbt2+3rmRiDwAAQDpgtBtQPLZs2dK2bdupU6da1zCxBwAAIH2QfIBiwMQeAACANMdoN6ComNgDAACQ/kg+QOExsQcAACBTMNoNKCQm9gAAAGQQkg9QGEzsAQAAyCyMdgMSxsQeAACAjEPyARLg9/v79OnDxB4AAICMw2g3wCkm9gAAAGQukg/gCBN7AAAAMhqj3YD4mNgDAACQ6Ug+QCx+v793795M7AEAAMh0jHYDomJiDwAAgGuQfIDImNgDAADgJox2AyJgYg8AAIDLePx+vwLS2MaNGxcvXqxK2BFHHFG+fHkVPGPPgAED7B+NTp06Pf744zk51EiBrLNv374//vhDFYrcNjc3V18uXbq0x+NRhXLCCScU+rYAAAs9OaQ7v0klBRN7AIQoShPkM9lXpQAAqUPyAQKY2AMAAOBizPMBDD/88AMTewAAAFyM5AMYevbsGXLGnm+++YYz9gAAALgGo92AApjYAwAA4EokHyAfE3sAAADcitFuQMCZZ57566+/EnsAAABcieQDGE499dQvvviiSpUqCgAAAG7EmUyR7jZs2LB48eKPP/74ww8/lF+vvfbac845J+KS+/btu/vuu+VChw4dmjZtqhJRv379gw46SAFAQXv27GnduvXKlSu9Xm+3bt0OPfTQaEuuXr26f//+e/fulWVkSVleFZMTTzyRM5kCQNFR80GGeffddyULqeJWjH0UAG4ikePGG2+UJiIvL2/s2LGyhyXiYrIb8eWXX5bYU6pUqVtvvZUmBQDSEE0zMszu3bvHjx+vACBZDjvssIsuukgurFixYurUqRGX+fzzz5csWSIXrrrqKsbNAkB6Ivkg88ybN2/69OkKAJLlsssuq169ulz4+OOPV61aFfLX1atXf/DBB3KhQYMGzZs3VwCAtETyQSY58MAD69evLxfefvvtkhjzBgAR5eTk6DFvubm548aNs0+Rtca5lS1b9uabb1YAgHTF+XyQYaTz0bdvXz3m7YEHHnB4qxUrVrz33nsrV67cvHnzQQcdVLt27UaNGp155plMGgbg0GGHHXbBBRdMnTp18eLFX375pVXbmTZtmh7n1q5du4MPPth+k9mzZ//888/Lli3buHFjzZo169Spc95551WqVClkzYsWLZLVSgMlO3SkgapRo4Ys2bRpU9nXowAAxYfkgwwjnYZWrVq988478+bN+/77788444y4N5F+idSI8vLy9K/rTL/99tv06dM7duyoR7AAQFwtW7acOXPm2rVrZU/KscceW7lyZckq77//vvzpmGOOsTdHUhp69913v/jiC+uaRSZpdqQFkwRlXS/RSIpIsrz+VTdQf/zxx+eff965c2dJQQoAUExIPsg8559//owZM2Qn68SJExs2bBj7aNT//PPPW2+9JRfq1at31VVXSbVn+/btf/75p9xW1vDcc8/16tUrJ4cPAoD4pK246aabhg4dunfvXmlYOnXq9Oabb8rlcuXKSTnavqTsnZF9LocccsiFF1549NFHV6hQYc2aNd9+++3XX38tf5LIdPzxxyvzkC1vvPGGxJ6TTz5ZqtBSVpIGauHChbLMtm3b5Oe9996rAADFhHk+yDwej0c6Hz6fb+fOna+++mqMJaVXMXbsWGXGngcffLB+/fplypSRvsjZZ5+tR8qtWrUq2pGaACDc4Ycfris2s2fP/uyzz37//Xe5fMMNN9hHpv33339ffvmlxCFpdpo1a1atWjVpeWS3S/v27Tt06CALvP7669J8KbMQJBe8Xq8EJ6ka7b///lWqVDn99NNlSbn55s2b9+zZowAAxYTkg4xUtWrVVq1aKbPz8eOPP0ZbTP66fv16ZY6/DynsSBY67bTT5ML333+vAMCxK664Qoo2yizsyM9TTz31hBNOsC/w3Xff+f3+xo0b68XsmjRpIjlny5Yt0jrJr/vtt5/8zMvLmzlzpn0xKQE98cQTUpEuXbq0AgAU5S7eMgAAEABJREFUEwb5IFOdf/750lewxryVL18+fBkde0qVKnXYYYeF/7VBgwY//fTTunXrop2aEADCyW6Um2++eciQIXL5oIMOkvpMyAL//vuv/PzRFG0lmzZtkp+HHnpopUqVpBV66aWXPvzwQ6lLyzXyUwpEHH8FAIodNR9kKp/Pp8e8bd++/fXXX4+4zMaNG+VntLMKWrtj9WIA4FDdunX1Ydxkt4uu29gtX7487ho2b96szLG7t99+uz7a29q1a3/44Ye33npr4MCBvXv3njVrlgIAFCtqPshgVatWvfzyyydNmvTbb7/98ssvIQNOhNdrZHv7mTciYt8qgGKkJ+e0adPGfgy3aKTI069fv7/++uuPP/5YsGDBihUr5Mo1a9aMHj36uOOOu/XWWxnwBgDFheSDzHbhhRf++uuvsod1woQJRx55ZMhfJRopc09qxNta11eoUEEBQDGpUaPGsmXL/vvvP4fLS+36WJMya0HSps2YMWPhwoWShb777rtmzZopAEBxYLQbMpv0GPSJ1bdv3/7mm2+G/FWPc9u7d6/sTw2/rVSK5Ge1atVkJQoAione5zJ79uzdu3eH/Eni0D333NOzZ0/dKC1evFiq1h9++KG1wEEHHdS8efOHH35Yr2Tp0qUKAFBMSD7IeDVr1rzsssvkguwoDflT/fr19QB66ViEHMZg/vz5f/75p1xo3LixAoDic+qpp8rPbdu2hRw0Py8vb+LEiXv27NmyZUu9evXkmgULFnz66adffPGF7LuxL+nxePTJlyMeuwUAUDgkH7jBRRddVLt27fDrS5UqdfXVVytzx+rIkSOlkyG7YDds2DB9+vSnn35arj/wwANl96oCgOJz3HHHHXPMMXLh448/njBhwooVK6Tl+eeff5599tl58+bJ9S1atChTpoxcOOGEEyTk7Nq1a8yYMdb42x07dsit9K86RAEAigXzfOAGOTk5N95444ABA/ReUrvjjz/+qquukprPokWLhg8fbv9ThQoV7rrrLn2AJgAoRtddd9348eMl53xlsv/pnHPOkZ01+rIUpW+44YZx48bNnTu3Z8+eISs599xzI+7TAQAUDskHLlGzZs1LLrlE9rCG/0k6GSeffPIXX3yxbNmy5cuXy67WGjVqNGzY8Iwzzth///0VABS3Qw455IEHHvj5559nz569cuVKKftIhblq1aoXX3zx0UcfbV/y9NNPl3gjDdSSJUs2bty4c+dOr9crDdRZZ53FWFwAKF6euAf8BVJrw4YNixcvViWsQYMGjKcHEG7v3r1//PGHSqkTTzyRg+8DQNFR8wEAAADgfiQfAAAAAO5H8gEAAADgfiQfAAAAAO5H8gEAAADgfiQfAAAAAO5H8gEAAADgfiQfAAAAAO5H8gEAAADgfiQfAAAAAO5H8kG6K1u2bKVKlRwuPHfu3OnTp+vL5513Xr169RzesEyZMgoAwvh8PudNUAhpjqRR0pfbtGlzyCGHKABA6nj8fr8C3GLEiBGdO3fWlydPntyiRQsFAClyxx13PP/88/ry7NmzGzVqpAAAqUPNB66ybds263K5cuUUAAAAYCL5wFXy8vKsy9QzAQAAYCH5AAAAAHA/kg8AAAAA9yP5AAAAAHA/kg8AAAAA9yP5AAAAAHA/kg8AAAAA9yP5AAAAAHA/kg8AAAAA9yP5AAAAAHA/kg8AAAAA9yP5AAAAAHA/kg8AAAAA9yP5AAAAAHA/kg8AAAAA9yP5AAAAAHA/kg8AAAAA9yP5IMN8/vnn3377bbS/fv3119blV155Zfr06dGW7NChQ/369RUAFMHkyZNnzJgR7a/2Pz377LNVqlSJtmSnTp0qVaqkAAAlyeP3+xWQOZYvX96wYcOtW7eqIjj55JN//PFHn8+nAKAI5s+f37hx4927d6siuOiii6ZMmaIAACXM17dvXwVkjoMOOqhcuXJTp05VhSWBZ9KkSbVq1VIAUDRSqNm2bdt3332nCqtMmTIffPABBR8ASAKvAjLNPffcI0UbVVidOnUqys0BwK5Hjx61a9dWhdW1a9cjjzxSAQBKHqPdkJFmzJhxyimnqMTJjtVFixaVL19eAUAxkTLylVdeqRInmef333+Xso8CAJQ8aj7ISFK0ueGGG1Tihg8fTuwBULyuuOKKVq1aqcQ98cQTxB4ASBpqPshU69atO/roo+Wn85s0a9Zs2rRpCgCK2/Lly4844oiEDnUgYUmKRQoAkCzUfJCpKlWqJAUc58vLjtXRo0crACgBtWvX7tq1q/Plpfj81FNPKQBAEpF8kME6duzo/FgFTCMGUKK6devmvJHp169fUY6LAAAoBEa7IbPNmDGjSZMmubm5sReTHsY///zDeHoAJerLL79s3rx53MU4pRgApAQ1H2Q26UB06tQp7mKjRo0i9gAoac2aNXNy8JXRo0cTewAg+aj5IONt3bq1YcOGy5cvj7YA04gBJM26desOP/xwaZeiLSDRaNy4cQoAkHTUfJDxypcvP2zYsBh/ZRoxgKSpVKlSv379Yvx1xIgRCgCQCiQfuME111zTrFmziH/q3r0704gBJNM999wT7eArw4cPl/CjAACpwGg3uMT8+fMbN24ccjINzo8OICUiHnyFU4oBQGpR84FLSMgJP5nG6NGjiT0Akk9qPrfccov9Gp/PxynFACC1qPnAPaTgI2UfKf7oX5lGDCCF1q1bd/TRR8tP/et99933xBNPKABA6pB84CpTpky55JJLlHlgg0WLFjGeHkAKyc6XG2+8UZmnFJszZ460SwoAkDqMdoOrXHzxxa1atVLm+dGJPQBSq2PHjvrgK6NGjSL2AEDKUfOB2yxfvvyGG2747LPPOFEggJSbP39+ly5dPvjgAwUASDWST2RsFiCFPB6Pgom2CEgTtEuAC5B8CrBvjRhbho0GFFG0PoT9+mzuZzhpi2iIgOJFuwS4Hsknn7Up9AX7TwAlzepP6Ashv2YV2iIgfdhbpGxulwB3IPkE2LsaWshlRc8DKAH2noQWclllWScjJO2ENEf2ZQCUENolwK1yFCLFnry8PH9Bit4GUNzCuxfC6/WGL5AlQgJPSIukqP8AJY92CXAxkk8+ew9jx6685Wtz8/NPnvQz/CqYj8JvG9YK+qNcb1/eH/jhCV2lJ2w9Mdfmj3x9cM2esPVEWVsaPObgCoyvFX8xPObQ+yr4yBN9zLH+WnKP2bpR/qtZYD0x1+bgNfX7Y76aBdYT+74Sfcx6VboPoXsV8lN+9R1R02sKLOMxStNZGIF0c7Ruc976Lbm6FZI2yGiL8t9mxfN+8+iXKs47ocCHp5Dv3vwVFNO7N1KLVDzvXuumHuUJrD+jWqTEPt1xX1l5zAVXVLRHHvvDnGi7VLxtqbK1S/bYk1OvhifHZ0Wg7GyXABcg+QRY/Qztuz/3XdZrtwp+uUoL5zG7Bh7djOb/WuCyuZhf6V/9/sBt9fUeFXqNsaTfG31tju9XFlPO7tdaMh3v11gg5v16Q9dWTM/X77fu0dn9xn5NlbP7Lbi2Yr1fZ69aet2vtWb5f7/Nk1TpUioYhFTWCCn46LbosXd2P/buPlXgfRV853sSb4tCX+WQz4vfQaulIrw3orUk+e+NkA94xM+gw09rod/Jkbebxx/8U7ztFrY1omw3++PxJNoyqIItsNPtFvf9oEpgu0V5bwSu90Z4P8T8loz0Ktu3W8z3Q8GtkcCSeuNE3W5Wu1Tun3G+WpWlUbIqrsQeIBNxJtPIQ91yc3OtK3XbJk2c/u4wdkUFdl1au3z0fsfAt4TZdBo30LsLzdsG5lP5gw1rcEmzyQ20nnpt5lJ6Z5LT+1Vh9+uPcr8q3v2q4rhff8T7VfHuVwXvV4Xer9L363dwvyrx+9VXm7cNvV8V+X4DNzAfc/DeA/erwu7X2ikYcr/BtUW93wivmu01jXW/BV+p/Pv1FMP9qvz79RT6fv3h96v7d3ot8unTnX77WNPsYY895qYIPn37O1+pYCsR+u7y6DYtvC3Kfxns7+rAlg9ttfzxX3FryVgtiVnn8avgXUVqSfzKb+9AevLfGyrqO0o5eSdHajEKbjf9CVXBdap42y2/ZY693fKfV4yWwWELHH27+QtsN/OxqYLvh/xbqSJuN3/k7eaPst1sy3gKfKNF+5a0t/bK/t4Ib2FUhBZV2VvykG+ukCU9YUsm0C7ppinbWiTAZUg+Adbe1mBvI09f7/EEmkLdhutGU3c9bV18qx01rw3+4wl2wXXXQTfxZpts/VVfDnQM9L0EuybKfr8qgfvV95V/vyrsflXU+1XB+1XR7ldFu19l3a8n4v0qx/erQu9XOb9fFXq//qLcb/53Y8j9Kof36w8GpELcr769/d2S3w11fL8e+/36i+F+Vf79+iPcryf8fkM/O4GtGn6/Vi9O9zBCYk+W9DbsZR/dFsm/gb9FeQcGLgc7vnoDh7Qwga0d+vLb11ngFQ8G4FiveNSWxJP/Dg92x4PrjNSCBdYZaTtEfEdZz9HBJ9cTe7v5C64zvGX2qNDtZgaDmNvNH7bdHLZIHnvLEPzUxNhuVqZUtlWq+NtNFaLFK9DSBt8b0bebfgyh280fZ7vZtlXYeyN/nSpCi6pCt1vwmvAlbVsj5DsuSrtksfbI2MMPKQjIOIx2M4T0NjTrTyfUz2lcz2c2hIF9n578L/78/ZoFr/FbXzBh13sKXBNrDc6XVMGOY8w1FGLJkryvYC9bDwgJbO9Y1we3vP5G0utU+dersHtP6FFFWYP+siywznhLxl+nwdF9FcOSwesLPP5k3VdgGU/cJfdO/SVv1QZ9vfQwPOZnUA8s8efXzbKCFfmsXpYK9Cf9F59aumoFT8xPaNg1zlutuEuGvKbhS0Z79QuxZJHfUcXxifAU7ROdcItkriRwvQr21lWw9VMh6yxM610S3z7Oloz8Ojp/Hyby3ii+d9G+b/7IXbzSvFrpPRFWo5Rt7RLgGiSfgLDeRp4uiEnTdvnppR+9cX8FoMRsOvdB/6qNuvNnH+qm/5oNnQz7zuOwmo9Xx/1u/9uv6bGlFICk2NKuf97iVbpdsu+R0X8l/ACZiNFuBdjDj3WNomUDSpo1u6Bg8snCwSQhJej8DUBTBCRZwXbJapGys2kC3IHkk89fkL4yfCw1gOIXHGqibD0Mq5Ohsoa9X2XVoQN/83hoioCksjU+2bw7BnATkk8EIcNs2NEKlDhbt57uhSoQfoxfA3M/ACRV/tc/BR/AHUg+AeG7WvX11HyAZAhMKNcX+cgZgg2RPgqZYhcMkHT57ZIi8wCuQPLJF7FFo+YDJINtPL2KtA8iq/gLHO3AukRTBCRXwXYJgAtwbLcI7N0Oaj5AMtjm+bBXtaD886uwXYCkKtgW0TQBLkDNJw5qPkAy0K2PyqOC5/NRAJKKr3/AbUg+cVDzAZLBX2A8PWwC83w4cQiQdLRLgNuQfOKg5gMkA+Ppowo2QDRFQJLRLgGuwzyfOKj5AMlgm9TgFRUAABAASURBVOeDgpjnA6QIQ0wB16HmEwc1HyAZ6NZHFZjnQycMSDq+/gG3IfnEQc0HSAbm+UTF+XyAVKFdAtyG5BMHNR8gGRhPHxXzfIAUoV0CXId5PnFQ8wGSgXk+UTHPB0gRhpgCrkPNJw5qPkAy0K2PivP5AKnC1z/gNiSfOKj5AMnAPJ+oOJ8PkCq0S4DbkHzioOYDJAPj6aNing+QIrRLgOswzycOaj5AMjDPJyrm+QApwhBTwHWo+cRBzQdIBrr1UXE+HyBV+PoH3IbkEwc1HyAZmOcTFefzAVKFdglwG5JPHNR8gGRgPH1UzPMBUoR2CXAd5vnEQc0HSAbm+UTFPB8gRRhiCrgONZ84qPkAyUC3PirO5wOkCl//gNuQfOKg5gMkA/N8ouJ8PkCq0C4BbkPyiYOaD5AMjKePink+QIrQLgGuwzyfOKj5AMnAPJ+omOcDpAhDTAHXoeYTBzUfIBno1kfF+XyAVOHrH3Abkk8c1HyAZGCeT1SczwdIFdolwG1IPnFQ8wGSgfH0UTHPB0gR2iXAdUg+cZRozee333472dStW7cYi918882yTM+ePVXak6A4efLkJUuWWNfMmDFDP8ctW7aolFq8eLE8jIceekilsXTegCWLeT5RJWOez9ixY0+OpFmzZm3atLnjjjsef/zxhQsXOlxb0d+0O3fufPnll5VbPPfcc7I12rdvb10zatQouaZDhw5xb7t161a9MWWrqowV3rI5p78BR4wYoZKPIaaA65B84khOzeezzz775ptvVIbbsWNHu3bt+vbtm5599K+++kp+nn766SpdpfkGLFnM84kqlefzkW639Falz/3666/Lm/Odd95RJW/u3LmXX375mDFjFFwhk1s2dsgAbsOx3eJI2jyf/v37v/fee+XLl1cZS77eFi1aFHLlAQcccOKJJ8qFnJwUv9l++OEH+dm0aVOVrtJ8A5aswDwf4k+4pJ7PR2oRpUuXtn7dtGnT2rVrf/31V73jQPa7y76DmjVrxl5JEd+0S5culfstVaqUcovq1avLBqlVq5bKShFbtgxBuwS4DcknjqTN89m4cePQoUMHDBig3OWoo4564YUXVKrJrus//vjjiCOOqFq1qsooabIBS5w5np79q5EkdZ7PSSedVKZMmZAr27dv/8knn/Tu3Xvfvn1vv/32/fffH3sl2fKmdayVSSHj0C4BrsNotzhKtObjCe7FPf/88+XnlClTXDDmLT1999130mlL56Fu2Y55PlGlxfl8Lr300vr168uFn376SQFZgnk+gOtQ84kjOTWfW265ZeHChYsXL05ozNvmzZtHjRr1+++/r1mzpnTp0rKf9fjjj7/22mv3228/5cysWbOmTZu2aNGiJUuWyNoOP/zwevXqNW3atFmzZuELz5kz5+OPP5a7k8e5//77165dWzpDLVu21GNjOnbs+Oeff+olb7rpJvn5v//974EHHpgxY8Ydd9whv8odHXjggdbacnNzx40b9/nnn69du3bXrl1HHnnk0UcfLbuWQwbS3HzzzXKPgwcPltDy3HPP/fXXXwsWLKhRo8axxx7bunVrecrKGT3U7YwzznCysDxUeWBz585duXJlpUqV6tat26ZNm3POOSdkMdlusv1la8hTqFy5coMGDc4880zZs+uxDUv68ccfO3XqJBt24sSJX375pYRbWe22bdsaNWp06qmnXn311db+decb0Pk6lbm3/p9//pE3mF6JZceOHWeffbZceOKJJ8466yz7n5YvX/7aa6/NmzdP3pPycsjrcvnll0spQJUos1tP+IkkXc7nU6dOHfn0rVu3Tv/67bffSvFHPoPyQX7qqaemTp0qDZd8kPv06SOf2ZA37TPPPDN27Fj5HD3yyCOvvPLKL7/8Im+wsmXLygdZPlkXX3yxXufu3bvlQ6Qv79279+STT5YLI0eODP/0afqzcNhhh7377rtSjJKPgzRT5cqVk8+CvOcjtg/Om83Zs2ePHz9ePuarVq2SdkDaxoYNG1511VWHHHJIootJ2/Xiiy9KzXnChAkh9yIt4RtvvCEbUx65bGHZIJdddpmsQTlQ6I+q7AZq0qSJMl8gKYZPnjxZmtaNGzfK/bZt27Z58+bKHHMoL5msfNmyZdLkXnHFFeHHY5BmR24rDZd8g8jyBx98sMRjeRjSClWoUEEvE61ls1bisL3VD1vebPLmkYUrVqwoTe4ll1xy7rnnqhJEmwS4DcknjuTM88nJyZHMc/3118t3j3zN9+3bN+5Nfvvtt4cffli+xfWv0pH90SS94R49ekTrKNhJnJDugv2aOaYPP/xQIk2/fv3sf5KvQOm7WL/u2bNHHqp8Zb7zzjvyjX7AAQdIj0e2lXQC5K9yWaJRjEHt0nm6++677YeK+t0ka7v11lsl7YQsv2XLlttuu+3vv//Wvy4wvf/++9KLkq9YFY/E159//lkeZOPGjWMvKR0v2Xp6SoO2yiTBSboj9tflrbfeeuyxx6TXon/9zyQdL3lUsph8eYesedKkSfahjN+b5MqXXnrpoIMOUuZGc74BHa6zEOTVHzZsmGRR/etCk3Ru5C3RvXt36aqqEsI8n6iSOs8nhn///Vd+hk/ykQ+CNDvK/Fz7fL4Y83PkkyifDtmBYl0jH67PPvtMPnFDhgyRX71e74knnrhhwwZ9EDA9WUj60yqmvLw8aa/krSvvT9kjIHngK5M0Jrfffrt9SefNpuxQkIcqXW396wrT9OnTX3/9dfl8yb0ktFg0khzkEcoeKP3rPJNEOFmnNDixb1ssH1V5LeQbx/p1humee+6RRCFNtLw6+np5OWQXibT58idrYWmE77zzTrnSumbnzp2SXuTpS8AbPXq0Tp4xWjbn7a0yp5zdddddM2fO1L/Kaycv9BdffNG7d2/ZAadKCu0S4DaMdoujRGs+1sGa5IJ8SVx33XVyWb664o4nkW/ubt26yU/ZrSjdDtnbKl8ATz75ZNWqVaXT0LVrV/lKiL2G//u//9OxR/YRSqSRm8tXuKzqhBNOkCs/+eSTX3/91VpYHo+OPbI/b8yYMfJFJf3+hx56SL5c5ctPH2xUHs/w4cP18hJIXnjhhRiZRPYKy5e05L3OnTt/8MEHsr9TdgPL/l3pQMj3pWyBkOXlu1n2O953332ysDw2uWu9g1a+jK0v/hjmz58vZRnZFRp3zrSkOP01fP755+sdsRL5ZH+wMl+Xjz76SC8mPRV5shJ7jjvuOOnfyGLyV+ltyC5kiY7ypKyekCZdRokosmtZNss333zz7LPP6gMtSH9CtqReJqEN6HCdiZLkphOv7KaVV0Sel1Qg5enIbnvZ7E8//bQqOZw3I6q0OJ+PhGrplCuzEbBfL4FfYoN8uKQgIO9GPXA3GvkESVdbqgcSDHTa0dlAdvnrBkc+ofJ+lnKNdVnE3WEhzZ3EACkLyzrlfStv4wcffFBClDRW9pTlvNmUHrw8NvkUX3DBBfK2l6KE7FCQjrhksK1bt0qzk9BiMcinWBoTKRDJTh/5uD3//PNSv5LrBw0apHNmNMX1UZWnL5UoeRayKaR8pKOmPAzJGBJXZCvJk5K2Rdeg5FWzspCkTQktEnuk9tKrV68333xTHoO0mbKLSr4X7E8/RsvmsL3V5BtKClPyLSD3JU9/4MCBVapUkesff/zxkPa2ONEuAa5DzSeOpB3bTdxxxx3y9SNfePLdKbEkxqA1KRDJ7tVy5crJV1HlypX1lWeeeaZ8ebRt23b9+vXyrfDcc8/FuC/51pefknMkhFhXnn322RI/ZG/f9u3bZc+fNWriqaeeUuZYl3HjxuldiVI/qVevnnRN5CtTvoTkK9D5gZikX66jnXytWsPPjjnmGPl+vf/++6WDJV+Z8kjsQ+OkxGQflNW+ffvq1avLvlvZZSi9Melvxb5HPdQt7iQf2af46quvKnNKg1XyOtYkwUn2TEtclKAo3R35ppc/SYdMugj66FXVqlWT7ot0Cm+66SbJHrKhdO/NevzyBGVh2SMuv5566qmnnHKKBF158Nbu3kQV+zplY+oQ++ijj5533nn6ykNNTZo0adeunXQ4Lr744kaNGqmSwDyfqFI5z0c+FLIXXzqduqoj2f6aa66xLyB9XPm0ymfZydrkTWsf6ST9Xelqt2jRYu/evVKNKcqISnmXymOwDiUnvWepvcg7VloV+TjrAajOm00pUEg1Rj5ZchO9TmmOpFJRpkwZWUYP0JWW0OFisR9569atrfO5yRZ4+eWX5RrZ7KNGjZKSTsSbFONHVVpy2UR6ZJoUinv27CntmLxMEmgljOn6nrQt0trLZpSAIW2LHpooFXhdtJf9L9Ly6LU1MMnWlnZJoqzsG9KtU0QO21v7TeTrxvoWuOiii6R8JF8Z8g6cO3eu3EqVBOb5AK5DzSeOpB3bTZn7OPXgJWn3Y/QkZDeb3k92++23W9/fmnx13XnnncoctCD9leh3ZYQH2cd59913h1wvcUvvdJT+vb5Gkpje1yvBLORbXL575ItHYk9Cu9x0rUkKFCGzbmQfreyzlG9N+Ub8+uuv7X+SvZIhc1GsTpL0V1Q8em1xj2ctW1WeiPRg7CM6tBtvvLFLly76RISyY1JvW4leIQftlRKQ5EZlDkQJWYPsmrV3AuRp6sAmO5tVYRXvOiUfrl69ulKlSlZfyiJvCb3mkL2wxYnz+USV1PP5SBKwn8lUwonEaYkKEk4kM8hOmZCaj9DTQhyy7xEQUn7RQ0Ptg6YKQT6hITtf5Br5KW9pPckkoWZTz7SUjrsUo+xLSm1HVjJhwgTdEjpcLAbZpCGNsDwY+VwrsznasWNHxFsV40dV2itrQo4y45Pe4yavqX1YoxR29PeC1N71NXLvElek/bdij0UPcpO3q7xnYty1w/bWvtqQbwE9DUyZr7IqKeyQAdyGmk8cyaz5CNlL16FDh9dee23SpEmyK1SPPQsh+zL1BT0yIYT1ZSCJRQoj0e5Id2usX2XfpB5g/eOPPy5dulSZc0n1n6zJqeF3J1/8Ts5BHkL2JqooD7527dpVqlSRrzG9jP368LuWpJSXlye7P1VMskdQnoKT41n/9ddf+r5COkYquC9TX9Z9I9mte/TRR4evRCLZp59+Kq+R/lK3rpcuRciSevZC3McfQ/GuU0+jkp3i9jdGiBLsYTDPJ6oUz/ORNrBGjRryxu7UqVPI5H5NAr/DVUm3PvzwLXpOWlE+CMoMGyHXSGddPg6yG0XKFFIQSKjZlE62PGW5idRApAokWUKukdZYFzSsWzlcLAZZ0l7c1nSzL42b7HKK+GiL8aMqxZyQa6SQIokrvMmVkKbMw07oXyX5SK3G+qvkHNkJtWbNGnlsn3zyib5SFo6R/Ry2t5bwyC0rl0e7ffv2aBGxONAuAW5D8okjmTUfTXYBys4w+QLu1avXxIkTw8e8WSOtI55PsFq1avKlKw9bwkP43jg7+cJ+5ZVXFi1aJBesdYaTroPrfCFSAAAQAElEQVQyO/oROz2J2rx5s+7iSI8h4gLypMKTj3RiwpeUckeeScX03XffKQdD3VRwr7NswNiL6S5FeM9Asybvyia1H6JAOgohS+pyTVF25BfvOq0DSMRgHder+HHejKiSOs8n5Eym8tGTt3rsE5KGvw8TWlK/aeN+kGOQqkXEHrbs7JDmS39gE2o25fKwYcMeeeQR+fVfk558KJvivvvusw4m5nCxGCK2NtYeK932hivGj2q0MdXhATU8y8nmkj1006ZN27Jlizyk8ApP7IbIYXsb+6HqR1WC5VDaJcB1SD5xJLnmo4Jj3jp27Chf1dIL6dq1a8gC1gCniH0Fj0m+CaQkEuNeZsyYId/NOoTIN4rsWZRegvTUTzvttMcff3zOnDnWkrob5CmmHc6xH3z4YhF/TYjz41k7fKYOO2oh2z/2y1E4RVln+ABFfU3Tpk3lDaCSj3k+USV1nk/EM5nG5vzjWRKfghirtXeIE202pXrz3nvvSesxffp0qRrpOS3Lly9/+OGH5TMyePBgnbUcLhZNxE1nPUL7ODS7Yvyoxs60sd1///16v5KoW7eulKClYi+1GvkKc3J40kS/WUrozRMH83wA1yH5xJH8mo8yx7y1b99+woQJ77zzzkUXXRTy1zp16ugLUqsJ/2pcuXKl/uKMUaKRJyW7KiX2yKp69uzZuHFj+9dPyMgBPaRq165dsgMy/PCy8+bNk8dQuXJlh19LBxxwgOxFXr9+fbRpSLraUyz1JZXI8axV8JlGHCUiT3/JkiUSDuXJ6sVCqlIW64hM+rhDKadfl/De3tatW0Ou0c/LfqjxpOJ8PlGly/l80pa0JyGDSzXdyOiKcSGaTYklZ5n0XXz++edTp079448/JOR8+OGHbdu2TWixiKzja9tZA/OiFZZT/FE1ffbZZzr23Hrrre3atbN/Nfzf//2fkzU4bG9VitEmAW7DEQ7iSH7NR7v77rv1MIBevXqFjICXr0PdnbWfBsHyxRdf6AsxDuwzd+7cRYsWKXOn3fHHH2+PPTt37tSHdrX6ytaQrR9//DFkPbJwhw4dWrRoEf6nGPTXecQH/88//+gvwiOPPFIVh9mzZ69du/b00093cug5PQxGtkz4QJGffvpJnqk+6p3+wpYXJeKz/vLLL5XZzSrKztRipJ/4li1bQq6XTR1yje4aSq/LXvHT9u7d26pVK3mhx44dq0pIYJ4PwgXm+bB5Ygj/MEr20PFez/hPqNmUj8Czzz5rPzymxCfp37/44ot6or+eo+JwsRj+/PPPPXv2hFypj8gin9xowwhT/FE16cOFN2zY8Pbbbw/ZI7ZgwQJ9IXZh3GF7q1KMdglwG5JPHCmp+Shz7mb//v2VOTxdH1rNIrsYL7zwQrnw5ptvhnxnSFlGf+HJ93eM0/9ZUSr8m0nWqYdSWH+SAKa7DiGnPRVSklJmGefUU09VwdELKtJIKjv5VlZmv+Sbb76xXy/3qI9oJ5kh7nHYHPr+++/lpz5beVyy13a//faTV1w/Lzv93CVB7b///rI19CQl6fGEPNNff/1V7wd1cibZcA43YEL0Dm8pfFknXdXrf+2110KWPPfcc/XInKeeesq+sBg/frzUuCSUOimdFRLnzYgqLc7nk0z6gxDyJozt/ffft/8qjYk+Fn/dunX1AQMSajZ/++23l19++Y033gjZZSA7ifSj0qUhh4vFIDUfyU72a6RqpA8gLgEm2q1S/FE16S+R8NdINsWkSZP0ZetLJGLL5rC9ValFuwS4DsknjlTVfJR5hJ9o57KUWo188+mSi+wglC9L+QaVXv511123bds2WeCuu+6KseYGDRro3Z9PPvmkPle6WLp0qWQt62vYPubtwQcfVObX/IgRI+SrTr6rFi5c+Mwzz+i+hdyXrm/I15he7dSpU2fMmGEd/zTEFVdcoQ972qVLlwkTJsj39K5du2TnqKznl19+UeYhTWOcyyghek+ww+QjnZ7bbrtNmb0HPVNZdqBKQuvatatsW3mO+nzw8i2uN4jsr7311lt///13fWQ86Xvdd999yuzuhByP1SGHGzAhugMkq5IXV5/1VR7qQw89NGvWLPtEdv2w9RGH5a7lmcqzk/eAlIYef/xxvVdbeioRjzRVPJjnE1Uqz+eTEvpwZ9Jvlh6wvBudHPBamsHnn39emX1r2VUkn0Rpr5R5Gk1rGefNZvPmzaXll/e/3Nwa1yrLDB06VA9n1ee0cbhYbLIPom/fvtKMyHr0g5FHKLuTdGsTUYo/qqZjjjlGmaOdpcCl849seWk25fFbR9W3vkQitmwO29sUY4gp4DrM84kjVTUfTb6/p0+fHn7gtUqVKsmXqz4xn/Ri7X+S7mzPnj11ESYa2ZHWqVOnUaNGSdpp06aN7BbVp66TP1WuXPnII4/89ttvrdOZK/NLrkePHvK1+qbJvqrzzz/fGsgu31XydStfbO+amjVrZp262076CoMGDZIve/mSG2my/1Uyg/46LDrnx7O2tGvXTp64PPi+JvufZDvrwKbMfa733nvv6NGjZ8+effPNN9sXk/uSZ+T8aFd2DjdgQq699toffvhBIuVkk3W9vKByFyHlRFlY3myyC1ZykT6piEXeA4MHD1Ylh3k+USX1fD7pQJogfbRi/ZZ7+OGHQ06fGu7kk08eY7JfKftW7AHAebMpRd0+ffpIC/DTTz+F116kxdPHXHa4WAxSHJacEPLZ1AX/2FNcUvlRNd1www2ffvrpmjVrJGtJdKlTp87ixYv1vhV54rpsJQlHD5aO1rI5bG9TijYJcBuSTxwprPmo4FegFBbC/3TmmWdOmjRJaibyzTd//nzZu3b44Yefcsopl19+efhpXsJdf/31spjcXMKPfGMpc1iIfA3L3tCZM2dK8pE+vXyzWoccvfLKK2U/ouyelOLM3Llzy5UrV7t27datW+uhaxbpWEgekH6AfJ/FOEGH3PVLL7300Ucfyb69v//+W+7osMMOa9SokewiLcp53EM4P561pVSpUrL7Vp6UbFt9kvKKFSvWr1//zjvvDJl6JBvwggsueOONNyQ8yPaXnZr16tWT+2rZsmX4CTqcc7gBnZM+h0Tct99+W9Yp+5XLly8v/Ql5k5x99tnhwxel/yc7XK+66ip5+vK8ZAvIO7BmzZqyvFxZssdW4nw+UaX4fD7JJ+9SKeBIEyF1m02bNjmZ7CF9/SlTpnzzzTfScEn/W1ozKeBIDztkMefN5mWXXSYfeVlyzpw5q1evlkqOvP/POOMMaQnls5PoYtFIbWfgwIESHqTVlaKNFHMkQkhg09OEYkjlR9Ukrdyrr74qBR99+lf5UpA2UL4jrr76atnI8sLJ05k2bZp1UM2ILZvz9jZ1aJcAt/Fkz37EaPymXJPU66XgLu3yl7Nyrx1eRv+59/X7Pdox1aONAVfb1OyhvV/N0n37XYtfLr1fOenbScdIkpvP55OenD7usHIv3RTrU1TtM+0x9XtdPfepcZgKaay/efLgs46Nf6yO7PHjjz9K+VouSCe7KHscgIi2XDNg91tf6nZn9y9P5NSuUqZMmaxqlwD3oeYTR2prPkC2YJ5PVFk3zwdIF8zzAVyHIxzEkdp5PkC2oFsfFefzAVKFr3/AbUg+cVDzAZKBmk9U1vl82EJAkvH1D7gNyScOaj5AMlDziYqaD5AqfP0DbsM8nzio+QDJwLHdosq6Y7s516RJkxkzZiigpNAuAW5DzScOaj5AMnCu9KiCDRBNEZBktEuA61DziYOaD5AMzPOJimO7ASnCEFPAdaj5xEHNB0gGuvVRBeb5cO41IOn4+gfchuQTBzUfIBkC83wQjnk+QKrQLgFuQ/KJg5oPkAyMp4+KeT5AitAuAa7DPJ84qPkAycA8n6iY5wOkCENMAdeh5hMHNR8gGejWR8X5fIBU4esfcBuSTxzUfIBkYJ5PVIF5PmweIOlolwC3IfnEQc0HSAbG00fFPB8gRWiXANdhnk8c1HyAZGCeT1TM8wFShCGmgOtQ84mDmg+QDHTro+J8PkCq8PUPuA3JJw5qPkAyMM8nKs7nA6QK7RLgNiSfOKj5AMnAePqomOcDpAjtEuA6zPOJg5oPkAzM84mKeT5AijDEFHAdaj5xUPMBkoFufVSczwdIFb7+Abch+cRBzQdIBub5RMX5fIBUoV0C3IbkEwc1HyAZGE8fFfN8gBShXQJch3k+cVDzAZKBeT5RMc8HSBGGmAKuQ80nDmo+QDLQrY+K8/kAqcLXP+A2JJ84qPkAycA8n6g4nw+QKrRLgNuQfOKg5gMkA+Ppo2KeD5AitEuA6zDPJw5qPkAyMM8nKub5ACnCEFPAdaj5xEHNB0gGuvVRcT4fIFX4+gfchuQTgcc2oJ6aD5AMtnk+Hma0FMD5fIBUKTDPh6YJcAGST76IjRo1HyAZCo6n1x9Gj0lln4I7X4KtNE0RkGTM8wFch3k+AVZPy/6rvjBnce7EL3eH7XXNn5ZgH4gSZQHzr8bhmVRwTI8/4pJR1lbgrvOLUIGeUNQHFljYH2NVgWuMVXniPIvAZb+DB6b00wx9FqEPTNk7c9GfRYTHFroHvODaYr8WETZvhFVFXVvBhXUw9sfcYmFri/9aRFqgwLNwuHlVtDdJ/gJx373xnoWKsHk9UZ9FxDeJ/DVvzab8ZQp+GLNWMPjlz/OZ9tueFevyYm1SFaf1yH+xnLzNVALvDatlU1Hfk+ZfozcgCX9eCrzTYn7q439elPNPn9ki+R21hMXTIqkkttIq8jdX5McWu5VWib73Enonh32rRn+9Iqwt9FlHa5dyl61RANyF5BNKuhper9fjydO/Ss3n/W93vz99l8dsHHUD6jWbePNynr7sNa/3RL6cZ/RfjJ+Rlyy4No+xfMHrC3O/Rl/Syf3mGaV8R/drLRn/fgNrK9T9mvu3k3C/1pYM3m+EV8H5/cZ49Uvifs0lC3W/HvsjT/B+zfdSYe838nvYXMZ4UOaSwY5I1pZ67EKqXuZm8z86fkeEd2DBT1OstkiFbPlYr2NhX/HgJ1ol3tYl1CpGf15OP7nmkoHn6GBrBJZRfkfbzf7+L+x28/ijfmpC28xYn+soSxZ6u+V/s8TfbsHnGH+7RWg3Etpu8b+5Crs1bB9JiwKQsRjtVkB402a08P6QZVTwlIL+4F/NnUTmjCCjFVWBfop52a9vEPxryJLGPwXX5tfdv7D79YffryfG/fod3q/H8f16wu5XRbtff+j9WkuGry30fv2Ful+V8P0q636Dqwl/FaLdr99+v4G1hb4KJXq/nkLfr/Uj2v2q6Per4t2vinG/Kur9+m33qxczdz3kfwyzsJ+hn3JwOxjX6E0e+s6P9GmK1RaZa9JLeuK0Wo5e8Vif6ILvIvNZxWzrgutXEdrYkFbCehOr8OflqMWwPWZ9Z/G3RnC+h9PtpophuwWfV5ytkb9m50sWbrtZ3yzOtpvtOcbabpHbjUS3W/xvrvwllfVd42xruZWtMQAAEABJREFU6DV6TVnbKAGuQfLJp3ta3iB9pV/vEwp8GetrdKtndjLMbkHgO8psIwONq9lw+60vy0BjajbcBZb0BHs0Krg2fePw+/WE368//H6V/X79xX6/qsD9qhj3qwrcr7Vk8CutuO9X2e/XE/F+/RHuN9hR8Od/HdrvN9hJClub9fqq/I57cD35/9jv12+/X09S7tcT+X5V7PtVUe7X4+B+VZHvV6/F+gza90FkCesp66dv/syf5xP6zvdbPTDb1lYR2yIVfNWsMBOt1UrgFY/+ydLhKv8xq8DVwXXaWk7dnVW2fmvY84ryjvJEfUf5g5+gKNvNFmMKvOejbQ1/sI9sPa8S2m7K2m7B/rkn2jeOvf3UK42/3VT07eaP0fKEfaOpaN8sBbaGPSZF3G6ewBEdCz7HQm+3yN8gIZ+OwCuubGu2fzoitsN6A7NHBnAHRrsFeGykgWtQyzvg+rzc3H15eXl++c8vP3LNr41gm6pvFbh1wYHRVl9Xf7FY11s3yd9vGeG2Kn8ukMo/2lXwR+DLNRBZvRHWE/hmUbZW2e9xctf6QsGHXWAZf2DnmKfg9QmsP3jbwq3femrBm9uWCQxaiLf+/NuqCFtehd7curvgaxppi+k/+2M+a0/kLWPdXYxHbm3V8GftaKtGeWrBLrKydzpjr98TvG2g+2xezivCZ8HrCfTCdYfC5zPSTo78UyonC2NPfhpRBfbCXHJKbtWDjYYoNzfXaIBitUVhn5rAS1/gNSr4rra/dcPe1UoFaozBLq8KdMg9Kv+d6bXdu6/AeqK/81Xcd6ZeJkZz5OjmBa63bQGlwt7bquDNrc9d+GrzPzux79p850+dMuW332bqZW655ZbKlSuFPDwHz04VplWJuXFitCrOWgaH32KJvnaqKN9EOobpceq6XcqLdhf+iO8K26fPvLkvsPfBE2iXKpTP2j0ygJuQfAxWn8PqbdSq7L31krx9+1Rurj83N0+z+iV+2+7J2CuOchnIRn7bT/ms5ZoX5OPmN2KPL8/oX+SonByvzkC2PazZFoGs5COb5bSj/CfVl7bIb7ZFubohCuxxL0xDpGiLkundWf/N3PKVvty32UMNGtRVSDMh7ZK+IJ++XF109fk8OTnyn0/+k8uUfYAMR/IJCOlt2IOQ0ScL9jYcdzUAxGH1HqwPmiVkYInKmk6G3gujN4hckE1hXW81TbRFGcR6BUXp0qXLlCmjkN5C2iX9ucsxY499MDzhB8hQJJ98Vm9Dt3RWq2cOL8lLcCcrgPg8Bee06I+e9TM7exVWj0o3PvpKdsFkKJJPJrJ/Bi2+grVoBSAzkXzyd7LqX61jG8gF6Wfozoe9q0GfAygW9nqOJzCbv0BXI9uGuoVM9bF2LYu8wGxDYxYDbVEGsb5QRKlSpST8KKS3kHYpWqNE+AEyFMmnAHtvQ8ch+/ASBaAEeMJkYeyx2J+ytR2sXTCKwJNR7DUfkk9midEuKQAZi+RjsHKOfYS9HvZGbwMoafaB9eGXVTYNpg8pQdubJhVshWiLMoj9rauniyhkiGjtkmKSD5DJaIUDInY4FANLgJIXknBCehXZ2b2gLXKHkAqevQSENEe7BLgSySefx3Zsa/uV9mXocwDFJVrXIcYHMBvop2zfEWO/3kJblBFCko992g/SE+0S4G4knwKsPoeK0rTR3gHJkeWfNdoidyD5uAyfOyDTkXwiCG/a2L0KlCj6ExHRFgEpRLsEuA/JxxGaPwDpgLYos4QMkeLlA4DUIv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AAD3I/kAAAAAcD+SDwAAhTR58uQZM2ZE+6v9T88++2yVKlWiLdmpU6dKlSopAEBJ8vj9fgUAABI3f/78xo0b7969WxXBRRddNGXKFAUAKGFeBQAACuXII4+8//77VRGUKVPmySefVACAkkfyAQCg8Hr06FG7dm1VWF27dpX4pAAAJY/RbgAAFMmkSZOuvPJKlTjJPL///ruUfRQAoORR8wEAoEiuuOKKVq1aqcQ98cQTxB4ASBpqPgAAFNXy5cuPOOKIhA51IGFJikUKAJAs1HwAACiq2rVrd+3a1fny5cuXf+qppxQAIIlIPgAAFINu3bo5P1ZBv379inJcBABAITDaDQCA4vHll182b9487mISkObMmePz+RQAIImo+QAAUDyaNWvWrl27uIuNHj2a2AMAyUfNBwCAYrN8+fKGDRtu3bo12gI33HDDuHHjFAAg6aj5AABQbGrXrt2vX79of61UqdKIESMUACAVSD4AABSne+655+STT474p+HDh0v4UQCAVGC0GwAAxWzGjBlNmjTJzc21Xylx6JdfflEAgBSh5gMAQDGTkHPLLbfYr/H5fKNHj1YAgNQh+QAAUPwGDBhgH9jWqVOnaEPgAADJwWg3AABKxLhx42688UZlHvZgzpw55cuXVwCA1KHmAwBAiejYsWOzZs3kwrBhw4g9AJBy1HwAACgp8+fP79Sp02effaYAAKlG8gHgHjRoAOCEx+NRQPbJUQCQ4UICD/kHAGKQ2GO1k0QgZBVqPgAym9WI6Qv2nwAAOyvneEwhVwKuR80HQAazxx4t5HLIYgCQbcLTjv4pDaO+Rl9QQBYg+QDIVOGxJy8vz19QyJIAkG3saUdHHa/XG1LzIfwgS5B8AGQ2e+bZvde/Yl1uMP/Iv3n2JRP6VjcXLpiX/HGXD31oCS4f9eaOHrnfXM5vXzh+3vPEWp3zhSOvweN0xdHW73e8ZJy7Sfil9ysnW09FXXPwxXC6fMQ1RF840uqdb70oy0e9baLd4fzPjrMdDgl9dopnA9qXsm3JYvrsRFhDgu9Af5TVRFw4/r0HltSZx4w9eeXK+KodoiOQ9VfCD7IByQdABrOXd3Jzc/9YmHvWA7v0XzxG/8FvfI/7/V7jot9rLu81vuDz5KfxV3MVehnjK9+fZ79VgZ/K/KvHts6Ca9PrD3T37bdSkdZpW1vBxxZYZ+CxRVhbyGNWtmcR/thsjzDCbaM837C16Udie775jznS8wpbm/JHu5eQrafXXOCxRX6+0V4L2yMM33pRn2/o2pw93/D3T3E839D3XuTrnb73nL2TIz82VfD5On4t7MuEbL34z7fwr0Veou+9iJ++WK9vUV7ZqO+WyM9XXx/1tUhw64U/X7nG2+Tosl8M07HH5/MpIGtwJlMAGck+gC0vSMKPvibQUQt+/fv9gR27gf2awYO76N3CfvMP+h8VKJr4gxc9gZ/K3hkquLbAOo0OSnCdHn9gj7NtnfrxhqzNU/Cx2Y65FL42v20Vtn3VHhUYx2J7vgXX5gne1v58zXsxr/cENln+XvKCa9Pb0/Z8VfD52temwrde4LEVfC3y79B4hPatZ74IquBjK/B8PcF1FuyYRni+kbae/fkW2Hp+ld9ZVBGer7I/X/vaorwWMZ5v8L2X/4RivxbB92TBtXmcvPf02vz21yLG8w1/LZy+9/y2917+2lSkrRf/+erHFuO9F/JaqNC1+Qu+9yJuvcAjLPhOtr338l/fWGvzJPJOtq3NX/CdHPH5qgJrK/jec7r1lG1toc/XfCWNXUW6PG4NElZAFiD5AMhgftsMH8263uxwBDrEyuqt6S6L1VFWVm8h2GW3upuBH1YIMTscge51sBtodT09gS5vcDWB7mB+h6nARXOdVmDw2B6btU6931dZa1NWF9N2A2U95kjPN9jJtrqhBZ9vYDso68lYa7OtM//5+gs83+Bj8+evLeLz9ds6f8Guqu21UIE1eGy3LPh8C26gSI8t+vMt+Fp4rFgSuvX0HdteC4/12EJfC3/c1yLq8w19zGGvhb+Qr0WU917o81X2d3iE957t+dp61Im892wPP/+1iPJ8PfHeeyr/+Ya8Fh7baxH7+YZtPRV16ykHW89T4LFF2Hoq9tYL7EaJ1NoUfLf4o7xbrN0lMbaeKvBaRPnkirxg8tGxRwFZg9FuADKV33YkN13wsWo+0l9oUMt7UgOjiQt0Gmy3s3eyld6lbLs+fJnw61UgZzi4rcfqk9iu192SxG+rrC5NEW4bvHmh7jdwdWHvt7C3jXO/gSE98e43sP78FRa8re2OQl4sq99b4LYFHlj4bVWw51kSty3w2Ap3vzFum9+Xjnm/wfU7vG2B+/VEfuLWypX91bE/AAe3jfakVKFag+K8bSKtQUncdveEL6x3nY49Xq9XN6HM8EGWIPkAyGwhZZ9gKdt/0Smln+x0gAIAmNa9Oc0akif7iXTsUcFWlIMcIBsw2g1ABgsp+1ij3fJ3vwIATPZ5PvZzACgga5B8AGQ2f0HWley3BAA7q56TR/JBtiL5AHCD0K9wDzUfACjAaiE9BdtM+0/A3Ug+AFyi4M5Laj4AUID9WJeKqIOsxBEOAGS8kD2XSh/yFQBg488/a5Cyjw1WQNag5gPAhfguB4AQ1i6h/OI4TSWyDMkHgBsxzwcACvIXOCkTkI1IPgBciXk+AFBAyDwfIAsxzweAC3E+HwAIYZ/nA2Qnaj4AXIjz+QBACOt8PuwYQtYi+QBwI+b5AEBB9vP5ANmJ5APAlaj5AEABzPMBmOcDwIU4nw8AhGCeD0DNB4ALcZIKAAgRfj4fINuQfAC4EfN8AKAgzucDkHwAuBLzfACgAOb5AMzzAeBCnM8HAEIwzweg5gPAhTifDwCE4Hw+AMkHgBsxzwcACuJ8PgDJB4ArUfMBgAKY5wMwzweAC3E+HwAIwTwfgJoPABfifD4AEILz+QAkHwBuxDwfACiI8/kAJB8ArsQ8HwAogHk+APN8ALgQ5/MBgBDM8wGo+QBwIc7nAwAhOJ8PQPIB4EbM8wGAgjifD0DyAeBK1HwAoADm+QDM8wHgQpzPBwBCMM8HIPkAcKEUns+nU6dOP/74Y8iV5cqVO+iggw4++OA6deq0bNny1FNPVUU2e/bsTZs2NW3aVKWT9HxULtahQ4d58+bdeOONd999t0onX3/99UMPPSQX5OOQk1OYzsbOnUU5YQEAABAASURBVDsnTJhw0003Wdc899xzL7744hFHHCHXq1Q4+eST5eewYcOaN2+uMpC5S8hoG6n5IGsx2g2AG6XZPB/pw61atUp6qFOmTLnrrruGDBmSl5enimDgwIHS2V2wYIFKJ+n5qJCJ5s6de/nll48ZM0ah+HA+H4CaDwBXSvE8H6ntdO3aVV+WApTEnqWmH374YdeuXe+8847X6+3SpYsqrJkzZ6r0k56PCplIPixSPCxVqpT9yurVq5944om1atVSKSL3Lj8rVKigMpMxz8cc8EbNB1mL5APAhVJ+Pp8DDjhAD4wJsXbt2l69es2YMWPixImNGze+6KKLFABnWplU6rzwwgsqkzHPB2C0GwAXStvz+VSuXPmxxx479NBD5fLo0aP37dunACApOJ8PQM0HgBul8fl89ttvv+uuu27gwIH//vvvzz//fMYZZ1h/kiD0xRdf/PLLL0tMck39+vUbNGgg+7nr1aunlxk1atQrr7yiLz9jOuqoo1577TXna9D27t378ssv//DDD//999/OnTtlmcMPP7xp06bnnHNO+GNevny53MW8efMWLlxYs2bNo48++vLLLz/ppJOsBWI/qnA333zz77//PmzYMHlUr7766p9//rls2TJ5ABdffPE111yTk5Oza9eu5557btasWX///XfFihWbNGny4IMPlitXzr4SJ09Wnp2uEvTr1+/SSy8NeRh6Fn7p0qVlPSErt8hzGTt2bJs2bR555BF5jnJ3sh3Kli177LHHyraSBxx+kx07dsi2lSc1f/58qf7J5jrzzDNbtmxp9Tvtvv322ylTpsg6V69eLY+/YcOG1157bY0aNcKXlIKhfsnkgmxeKSq2b99eOTNixIg333zzxBNPDK9a6GMkXH/99ffee6++Rr86AwYMkOcoz3327NnyBqhbt+4FF1wgr44895A1yI4G2YBSxpT1HHjggY0aNbrkkkuiPRJ5TadNm7Zo0SJ5yTZv3iwvurxY8sZr1qyZXmD37t2yufRleZfq2unIkSNla4cf4SDRV0ce6tSpU9999115J8vrLnXXq6666rTTTjv11FPz8vLefvtteZoqupAjHMg7UN6ZcuGzzz5bt27d66+/Lvcubzl5E8qa5XWsVKmSSifUfACSDwBXSuvz+Vx44YVDhw6VbpN01Kzks23btk6dOkl32b7kDJP083r06HHFFVfINRI8pP86Z84c6SBK/7hatWq6guR8DUJyxe233y4rsRb7wzRp0iTpRFozlLQPP/xQunpyE/3rQtPkyZMlSHTv3l33g2M8qhik+9u3b1/JCfrXeSbZJtLNffjhh61D5K1cufL999//559/xo0bZ902oc01c+bMTz75JDz5fPzxx/LzvPPOixZ7LNJllIeql9dWrVol/d2vvvpqyJAh9iXlIXXr1k0es/5169atcln6+rJt+/fvb5+jIm+AJ5980n6Ystmm995776677pJAYl+tbA3p3G/fvl3/+rtJ8oY+bFrETFVEEtuGDx8u4UQe82GHHSbbX66RZ/HUU0/Vrl3bWkzeGLK1JUPqX+XVlC3z+eefy5tcX2N/bIMHD5bUYb+XOSZ5j8mrI+lUrvF6vfKSbdiwQadZPbXm4IMPjvFQHb468lBlG3733XfWNbIBv/zySwnV+kEWejP+9ddfshHkPal/1a+OPNOnn35aMphKG8zzAUg+AFwozc/ns//++0s2kJqPRAjrSukkSadZuiZ33nnnKaecIju2ZS+y9ONlJ7d04yQMSFdS6kWtg5YuXXrllVfeeOONia5BlpRqjHQ3Zfe8LCk7p6UjO3fuXOnUSjx45513LrvsMtltr9cp/ULpj0q86dixo+znlj30a9askbLD888/LwvLGiSiyGIxHlUM8sBkzZITJP7l5ubKLnPZ6S4d0xtuuEHWI51U2W0vvUkpdEhVRJ6a9GWl7JDok5XylCQfKa9JZ/qQQw6x7n3Lli3ffPONXJBqTNyH+tFHH+3Zs0fS1NVXXy1pSnKIFE8kuUkX/9dff7XKX1KNueOOO6SHLdUGqTVJZUbqafI4n332WYk0EinHjx/v8/n0wk888YTUYeSdIPUWqTnIBSl8yasgG0H+JHnj3HPP1UvKW+X++++XpCTlEdlcslp5jvJKyc31AiVxGHepxUlVZMyYMSeccIL8Kq/7PffcI+/Y++67Tx6h9SwkHenYc/fdd8uzLl++vFR1pF70f//3fyGPTa7RsUdeEVlSnoWUdCQzyB399ttv8naSLSZbslSpUrJt5RXv2bOnvhz3oTp8dSQF6dgjD/Wiiy466KCDJJ8MGjRICmIhDzVRnTt3lreWhB95HSXoSllJnpTEVClJSZ1KpQ1qPgDzfAC4UArP5+OQHgazceNG/WteXp509ZQ50Oimm26S/cQSCaTvK505vSNcOtDSR4yxwoTWoMsp7dq1k55igwYNpOIhe9YfffTRI488UvrfViFFCji6Uyh/kgLLMcccI+uUYo7ccOzYsVJtkJ53SNUlIdKVl/VLXqpevbo8VOk+Vq1aVZnVBun1ymOrUqWKZC3pRkuwkeslvRTiyUoEkr/KTaROZb936WrLA5AXIuKxKEJIx/p///ufPCrZRAcccMD5558vPVp95DHptVuLPfbYYxJ7ZPvIY5Y8JjFAnoIkRomast2kovXGG2/oJRcsWPDWW2/JqiRDtm3btk6dOvIg5bXo0qWL3IsyyyNWhUeW0Q9VQuDxxx8vS8rykjmvuuoqVZIkqunYI+SJSD9enrLEM0ka+koJqB988IFckGAmcVdeR3lGZ511ln57hKxN8oD8lBX26dPntNNOk+Ahz+jss8+WwpfsC1BmyU4VipNXRza4fgPohyqVSblTidwSUeSRqKKROpW8NBLLZVWS6CQc6oGIEgLTqi2ydglR80HWIvkAcKM0nuejSf9MmWUH/atUPKTf9uCDD0rBJGRJyRv6gvTmY6wwoTVIj1x+yu7w9evXW4tJ/USqLtI7vOaaa/Q1UttZvXq1dE/PO++8kHUedthh0gVX5u52VVjST7WnDuk+yjXKjIUhMzSkMKXM6UYq8SdbpkwZvbYPP/zQvqR+5BKWHI5xuuWWW+y/yj5+PSfEiq+SeaQqJRekZhVyW8kq+jHonKAfjPSJpaglNYqQhVu0aCEVFXlpvv32W2Xmw6+++kouSH9dJwSLFOKs2kuxkyQp1T/7NfK66ElTX3zxhb5GPzC5XsKefUmJQCG3FRIGJEqFn3FVSnPydlLx3uGxxX11pP4jPyXYW29vrUKFCg5LlDHIu0iSof0aPUhPXjvrM54OOJ8PwGg3AK6U1vN8lDn9Q5mdcv2r7J+WHdX2BTZt2rRu3bolS5boEVnK7EXFWGFCazj33HOnT58+c+ZM6WRL9pC91Mcdd5zsjNeJyPL333/LT1lJjKqIRCNVWCEHXVBmJ1h+hs8R0vNw9u7dq39NdHNJf33SpEnyV6m6yJOVa+SyVJbkgsOyiezLD9k4+kplVsb0r9a8qfAJRZZVq1bpC3rbfmyKtvCaNWvk5z///KMjgY5/dlK4kJqYLKBKgKQyyaIhV8rdKVshRWoaykybISfeEVJOkW1uv+Zkk/WrBMVVJqlASu1IxXuHx+Dk1dGPWcqD4cUoq65VaOGnGLImJlkPIB0wzwcg+QBwoZSfzycu6abLzwMPPNB+5YwZM9566y3ZS71gwQJrtrTFybAZh2uQJCD9/okTJ0pf80eTMksubdq0ue2226xOm+6dO3kihaNzTrjwXmzEsozzzSX9XakqSPdaYoZOPu+8844y++Ihu+qjiXiQLl1vycvL07862VzS3d+xY4c8cZ27YtPbVucfZR4SPXwZCT8llHwinjBUby55FhLd5WVau3ZtjAcWfuWKFSteeeWVRYsWyQUrBBadk1dHR3Q9nNLJQy3iA7BqcdYDSAfM8wFIPgBcKG3P56NJZ/2///5TwT3o2vjx45966il9WbqS0lmXXpr015s0aeLw4MUJraFLly7XX3/9lClTfv31199//12649JFkyz0ySef9O3bV8+t1/vgmzZt+vjjj6sSEL733blEN9eVV175xBNPfPrpp/fff7+8PfQ0ofARWdGEVz/C6ZJU2bJl9Si12PSx8uTBhBzDLZyV+iLGPz1ssihyc3NVzPu1s/KkvhDjkGjh8VWS6n333adrIJL9TjzxRHnJJF+ddtpp8gazH2kwUU5enfCqlKXoR8Zz8gDSgfFMzReOmg+yFskHgBul9zwf67BXZ599tr4g+79Hjx6tzHFo9957r32414YNG5yssxBrqFatWkeTZB7JP19//fVHH30kxZNBgwZJ2pGd1nol9gPQpYlCPNkWLVo8/fTTmzZtkgKXJDq5IBHFOlJcsdAPQyLNypUrq1evHnvhevXqzZs3T6pVKp6KFSvqC1InsR+bTnNYOdGd+4j1Bz3wMlzENesrJbLqcqV+bNYhvO1CrpSkNGzYMIk9derU6dmzZ+PGje15wzqyecmpXbv24sWLIw7OlA2rsgM1H4AjHABwpfSt+ejTXCqzUnH66afrKz/77DPpjkvYkHpLyCwXayyTvdsavpfa+Rqka/7OO+/IYlakkT3Wp5xyysMPP/zII48oMzzoDqJ0UpXZLwzfHy/1jVatWkmcGDt2bIxHVUIS3VzKnMiuc+YXX3yh5+VffPHF1jyrYmGdBNNKtnbdu3e/8MIL9UHAlXmICGWexjR8Wr+8LmedddYVV1yhRyFKRtKP0zpnjmX79u0OSyW64hE+216uiZadfvnll/Ar9WOwJsbo40nMnDkzfM3W6Zi0uXPnLlq0SJllruOPP97+VpEtoI9dUaIDw/TgPXlS1mwxizU3zPU8wV1C1HyQtUg+AFwobc/nI70uqajoI6rdfvvt1mQAPQTI2CMbFh5effVVfcHeL9QdWfuMcOdrkNs+88wzkydP1kcZttMLSBDSU32koqJPVPrUU0+FjIkaP378f//9JwHJPu0+/FGVkEQ3l3b55Zcr89DYerK7/rUYSZjRSUDSoHVIMU1KahKHJFLqg9cpM3cp88AMsiXtS8rDHjlypKRTeZPobSsvgZTg5MJbb71lPxafeO+996wzzMamizNLliwJKcW88sor0W4imSpkMpI+UayyHRZCH2dCokvIevbs2RNyxlJron/46/Lmm2/q94z9T6VLl1bRR+IVgrXBZTPar9+8ebN1WiTXo+YDkHwAuFDKz6Gxbdu2GQV9//3348aNkx35eoZJs2bN9AGCtaOPPlqZPb8+ffpIV0xfKbe64447rH3n9hFBehKFrFOW0Xv9na9B4pY+SrU8Hsk/VndT8sDTTz+tzDF4+tgDhxxyiD5YsKxHctqff/4pa5CiyuOPP67PzyilCX303miPqoQkurm0M888s1KlSlLi+Pfff6tXrx5+qLSi69y5szJf/f/9739Sz5H8s27duokTJ+rrq1Sp0qZNG72khJkwD0z5AAAQAElEQVQmTZoo83Suw4YNk3qI5Ad5CR588EF92qJbb71VH9FOyPPKycmRZ9SxY0d5grpMJOt3cpZPTR+CXLaYPBJd5JHIJIFW3gM6Y0QkNUBdjZEnIm8VKdco87AQ1ijBww8/XCcKWc+TTz4pC8tHTx6nlLZCBtE1aNBAT4aRxSSA6SuXLl3av3//Z599Vv9qf8n0aDp5wJKg5JUNSZKFIKFUP9QnnnhCiq6S22UzSgnohhtusA6PkbSiZapwPh+AeT4A3CjV83ykbye91Wh/veyyy3r06GHvZp1p+u6777766ivp0davX1+6p7J/Wpkji6TbJyuU/rq1vPQ+Z86cOXv2bLmXAw44QG6V0BoeeOABue3ChQv7muyPTdKL7uBq1157raznnXfemTVrlnS77UtKV3Lw4MH2a8IflSoZiW4uTXresuWlj67MAx6oEnDsscd279591KhRa9assW9GZR7mWIJlhQoVrGt69uzZr18/yTkTTfaFJSBdf/311q916tTp1q3bwIEDpWLTqVMn63oJb5IQpk+fHu9xqYYNG0qIlZQ1b948+3EdWrRoIWuYMGFC+E1k5RJfQzaUPBJ5GPZrJOQsW7bsr7/+etWkr5RNfeedd+q5WNr+++8vj1y2jKQdeXZ169aVupA+zkflypWlFCavo3W+JmWe60lusn37dv0ek3sJOQ9PIcg2lHD1zTffPGuyHuqll176ySefqOgHG3QNv6Lmg2xHzQeAK6XjPJ+aNWtKzefNN9+UsBF+pKnhw4dL9+6oo46S7pd0T2U/tHSju3btKtUVXRywTh+pzPM2Ss9SFpb4JF03vdPa+RqkTzl+/Hj5k+SEatWq6UF3ckFW+/bbb9sPZywFAVnsjTfeaNu27XHHHVe2bFnpwUs3Wq6UCGEVJWI8qhKS0Oay6IlV8vCkx69KxlVXXfXee+9JSjz11FMlRsqmlsKIlIA++OAD+6H8lLnBpf8tQUJqEdLRl6pO1apVTznlFLlSnkjIaqVCKJUKPcFGlpSXQIoVzzzzTMi5TWOQOCopQso1Uu+SByZbSQKwvBWjHZdMCmuvvfZay5Yt9ZQkudPWrVuPGTPGOuKCJu+Hl156SVauB0ZKVa158+aS8cKPHiFZbsSIESeddJIss3jxYok9kn9kQ0nuknuRBSQzW5OO5BE+//zzUhrVAy8lAqkik2312GOPSSKVWqU8C9naF110kTx4K92FHGXefZjnA3hSPiYEAArBb8rLy8vNzd1rkl3IM+bvvexRo/slsafTlWVHdSrqAX/hMiNHjpR+tnT69bg+RHTzzTf//vvvUmOxjsfgbtOmTevSpctBBx0UMS27yVrPeXqXUN5J9fd+0LtMmTKlTBJrZfeHJ0gB7kXNB4ALpfn5fJASu3fv/uijj1QJHNsA6W/q1KlSW7v77rvDd/j+8MMP8lOqbcrtrFTDPm9kLeb5AHCj9D6fD5JpyZIlq1atkvLgG2+8sW3btvr16xfvaXyQERo2bLjO1KtXr/vvv79SpUpypfw6bty4999/XwUP/uZuHNsNIPkAcCVqPgiQ3q11VICcnJyePXtGm9kCF6tVq1bnzp2HDx8+xRTy144dO5577rnK7Yx5Pmb4YccQshbJB4ALpe35fJB80uU94IADpNpTsWJF2d/fqFEjhazUrl07efVff/31v//+e/Xq1T6fr3bt2ieccEKLFi2s8yy5GzUfgOQDwIU4dgss1apVK7nja7vSSy+9pFyqYcOGgwYNUtnK3CVktI20j8haVPwBuBHzfACgIH8w8lDzQdYi+QBwJeb5AEABnM8HYLQbABfyKGo+AFAA83wAaj4AXIjz+QBACM7nA5B8ALgR83wAoCDr0C/sGELWIvkAcCVqPgBQAPN8AOb5AHAhzucDACGY5wNQ8wHgQpzPBwBCWLuEaB+RtUg+ANyIeT4AUBDn8wFIPgBciXk+AFAA83wA5vkAcCHO5wMAIZjnA1DzAeBCnM8HAEJwPh+A5APAjZjnAwAFcT4fgOQDwJWo+QBAAczzAZjnA8CFOJ8PimLs2LHPPPNM+PXly5evWLFipUqVjjzyyJYtW9arV08BmYN5PgA1HwAuxPl8UBK2bt26ZMmSGTNmvP766+3atXvnnXcUkDk4nw9AzQeAGzHPB8Vh1KhRpUuXtn7dtGnT2rVrf/3116+++kp+HTFixOmnn16zZk0FZAK/ouaDbEfyAeBKzPNBMTjppJPKlCkTcmX79u0/+eST3r1779u37+23377//vsVkAmMeT7mgDd2DCFrMdoNgAtxPh+UqEsvvbR+/fpy4aefflJAhmCeD0DyAeBCnM8HJa1OnTryc926dfrXadOmnWwKX/Lxxx+X6zt27GhdM2rUKLlGrl+zZk23bt3OOeecG2644eWXX7YW2LFjx9NPP33HHXc0a9bs8ssv79KlywcffMDsNRQR5/MBGO0GwI2Y54MS9u+//8rPokzyyc3NfeCBB+bPny+X58yZ06hRI339n3/+KXFo5cqV+tetW7fKZUlWkyZN6t+/f61atRRQKNR8AJIPAFei5oMS9P3338+bN08u6DFvhfPpp59u27bt3HPPrV69+s8//yzlHbly7dq1UurZtWvXxRdf3KpVq6OOOmrnzp2ShZ599tnZs2d37dp1/PjxPp9PAYljng9A8gHgQpzPByVh06ZNUn6ZMmXKxIkT5df/Z+9eQiQp0gAAR3a383IEnyMIKsKAIHiai4+LyOpB9rKiKA7iRT2NiwfnMuDCggdBEFY8efE2gl52wJNe29sIgjiyIizILogOur6GZfqRZuerI7Oyqqu629GK+r7DTHVmZVREZFRV/BkVGQcOHHjyySfDbv3www/FmM/Jkyfjja+//noR9jzxxBOnT5+utlxzzTUPPvjgfffd99RTTxXh1tmzZ59++ukAszPmAyIfIEFmRLAv7r///nG7Dh8+/PLLL+9lzKfw0EMPxX8WMc+HH35YPHjmmWd6zzx06FAxCvTWW2+dO3dO5MPulJeEtj4bfT6ysEQ+QIrM8+G3kWXZLbfccuLEiVOnTl1//fVhD2666aZjx47FWz777LPqwSOPPDLuqK+//jrArljPB0Q+QJLM82Ef9FYyveGGG2699daVlf356ixS62354osvdjyqGBe6dOnSkSNHAszIPB8Q+QAJsp4P+2JwJdNZbWxsDG4fjaDW1tZC+cO21dXVAPvNPB+wng+QIOv5cIUtLdXfp6Nxzk8//RSmc9ttt4VyVKe9pTXsI+v5gMgHSJF5PlxZ7QDOjz/+2Nv15Zdfhunccccd1YMPPvhgdO+ZM2cefvjhl156KcCutLd+cWGIhSXyAZJkzIcr6sYbb6wefPTRR/H24s9qrdJp3H777XfddVfx4O233/7+++/jXR9//HERDn333Xd33nlngF3JmktCLgyxsEQ+QIKs58MVdvz48aNHjxYPXnvttU8++SSU19fff//906dPx/dI2FG1jM/PP/988uTJ1dXVIv65ePHiu+++W20/duzYY489FmBXzPMBdzgAEmQ9H66wlZWVV1999YUXXvjll1+effbZdnsxRPP444+/8sorU6Zz9913nzlz5o033vjmm29efPHFeNe111775ptvXnfddQF2xXo+IPIBUmSeD1fcPffc884777z33nuffvrpV199VcQ8RRjz3HPPnT9/fqZ0Hn300QceeODs2bMXLlz4/PPPNzc3b7755nvvvff555+/+uqrA+yW9Xwgc2UUmEd5qegUbmxsrJUuX758/l9rf/77oWr/X/9y+B+njgYASheX/lT94G3jxPH1c387ePDgVaVixHJ5eTlrBEiXMR8gQdbzAegxzwfc4QBIkPV8AHqs5wMiHyBF5vkAdFnPB0Q+QJKM+QB0WM8HzPMBEmQ9H4Ae83zAmA+QIHetBOhpLwn5fGRhiXyAFJnnA9CVB/N8WHQiHyBJ5vkAdJjnA+b5AAmyng9Aj3k+YMwHSJD1fAB6rOcDIh8gReb5AHRZzwdEPkCSjPkAdJjnA+b5AAmyng9Aj3k+YMwHSJD1fAB6rOcDIh8gReb5AHRZzwdEPkCSzPMB6DDPB8zzARJkPR+AHvN8wJgPkCDr+QD0WM8HRD5AiszzAeiyng+IfIAkGfMB6DDPB8zzARJkPR+AHvN8wJgPkCDr+QD0WM8HRD5AiszzAeiyng+IfIAkmecD0GGeD5jnAyTIej4APeb5gDEfIEHW8wHosZ4PiHyAFJnnA9BlPR8Q+QBJMuYD0GGeD5jnAyTIej4APeb5gDEfYO61P15vWc8HoGd0PZ/RD09Im8gHSEHWaP8W+gDE4vV82k9LwQ8Lxa/dgHREX+H5P1cvX/j3/7Y25MX29mce+dZVz+Lx1vY8K3eUT5lib5lOszc0z6/2xkd197bpVHu39lSplU9q06zy3xxVvXq+fVRn74Q0q1cP20f1SxTVQ5Nmt7xh4Ki6RLPX0nbedllL9d7hNCfX0kh5e7VUN4sxe+M2M30t1elMUYfdNKPyhgl12K+lGVpF3mlpU9ThcJuZUEuT31mztbThNtNpS2NrqV+HI60i7LKl9epw+loa2Ttlq9jzOyuEKJ1uTvLmalGABSPyAeZeFqm3hOw/327899uNqJuSh7ZjsbUh2t7vFDZPzuMD8+jYbmrZaJr1lvbYJrVqY+h3H9vUOq/ST62ftyxvczhy7ITUOuXtvHTU6ZyUWhbG1epIeUfy1ivvxNR2Phd7qb0/3rnoZGlS25vqXOytvDultrVgVj57eQfeL+PLO5S3vbSW2WuvTrObWpl+/hvU3nRtb59qb6kIgaLPzPhfSJtfuwHzrf3OXlpa2l6tIi97o3nnXkbl937ePj+vOxPRldTQXo3OQru7OTovkyuvlTZbt6+Xl2lWrxhCfZ21SSJKrenthupFsvilqrlJdZplamE7z03eQnxAm8NsqLx5mZ/x5W1rJaqgOm+j5Y3ztl3esFN58ybNbLu8nXNR5SeLjpzlXHSyP1Lebt6ySeeik1q/vM2xw+cijD0XoXMudmx75RmPG+tQ24vzPPlcDJU365+LsW0v7NT28p3KO+5ctDkcV97QlDcMlzdMWd5x79wZai/rtuSoBgZrL+yt9votuclz21p6NTChtYxpyU156+eNXDCCRSDyAeZY27WqIp/l5eV2R9nhaPoYVVhSd8LKTlXzM5Kmg9VehK06wfVvUEJzbN1LzbtpNt3iuntRdzW2/8vb7kjTxW+vw9ZdolAFIXXe6jCgzdu4NNuOSj4+b+Uz6/KGtrxt97S5TFznLc/aeK4pbxanmTXlzYfLm3fK2ybclrd3rbo9F6FzLsLQuQiTzkUYW94mQO3nbfBcdHLY/KgpKm/Yqby9cxFG8zbY9rKovHUSUdvLJpV3fNsbPhdtGBnyqO2FKdtePkXbGz4XWe9chKa7H5c3Ohf19qxuLaPlDVOVd7C15LuqvebdF+LaSn3wXQAAAkJJREFUCwPv3DBSe9nAOzeftva2W+P2O3e7BpraC93ai9/RY9+5oRzzKT4tq6tFgh8WSuYOSMA8yhubm5sbpfX19bW19Uv/X1svFVuKXe3TQnNpdr/8nj2FvNO92/tTU+r1zFiWP/Q34O96Xva5ZrLJL5XN1Kp/X/kcvV9614aqy0NXFQ5ctXzoYPH/yspKFQK1UVCApJnnA8yr+HduRVRT/Ft8iR85lK+vh42NbHNzuQh+fqOwB2AuxJ+TVZCzFe00AY8xHxaNyAeYb6M/dav+LAZ8ii/44t8g7AEWWBvetMM+lXaoJ8DCEPkAc6md0RGi4Cd+nEcCwAIbDX7iX7gZ9mFxiHyAOdZ+W/fCnt4MH4BFlnXvgRn/236KCn5YBCIfYF5l3fu0VuM81cbqcfA7N4AoqmkvD4l5WEwiH2DuZdvLhnTuZyDsAWjFt3qL/wyCHxaGu1oD8y3+EGsfD24EWExxYDM61CPsYXGIfIAU9D7KfLIBDOrFOcIeForIB0iKzzSAHQl4WEzm+QBJ8XUOAAwS+QAAAOkT+QAAAOkT+QAAAOkT+QAAAOkT+QAAAOkT+QAAAOkT+QAAAOkT+QAAAOkT+QAAAOkT+QAAAOkT+QAAAOkT+QAAAOkT+QAAAOkT+QAAAOkT+QAAAOkT+QAAAOkT+QAAAOkT+QAAAOkT+QAAAOkT+QAAAOkT+QAAAOkT+QAAAOkT+QAAAOkT+QAAAOkT+QAAAOkT+QAAAOkT+QAAAOkT+QAAAOkT+QAAAOn7FQAA//+cVb/VAAAABklEQVQDAHTStX+FOourAAAAAElFTkSuQmCC"/>
</p:tagLst>
</file>

<file path=ppt/theme/theme1.xml><?xml version="1.0" encoding="utf-8"?>
<a:theme xmlns:a="http://schemas.openxmlformats.org/drawingml/2006/main" name="Data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FFFF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nd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29100"/>
      </a:accent5>
      <a:accent6>
        <a:srgbClr val="F29100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4TU.ResearchData">
    <a:dk1>
      <a:srgbClr val="3C3C3C"/>
    </a:dk1>
    <a:lt1>
      <a:srgbClr val="FBF5E9"/>
    </a:lt1>
    <a:dk2>
      <a:srgbClr val="FFFFFF"/>
    </a:dk2>
    <a:lt2>
      <a:srgbClr val="FFFFFF"/>
    </a:lt2>
    <a:accent1>
      <a:srgbClr val="F29100"/>
    </a:accent1>
    <a:accent2>
      <a:srgbClr val="FF6829"/>
    </a:accent2>
    <a:accent3>
      <a:srgbClr val="B9DBEF"/>
    </a:accent3>
    <a:accent4>
      <a:srgbClr val="969696"/>
    </a:accent4>
    <a:accent5>
      <a:srgbClr val="F29100"/>
    </a:accent5>
    <a:accent6>
      <a:srgbClr val="F29100"/>
    </a:accent6>
    <a:hlink>
      <a:srgbClr val="FFFFFF"/>
    </a:hlink>
    <a:folHlink>
      <a:srgbClr val="FFFFFF"/>
    </a:folHlink>
  </a:clr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33D1071-DC58-4A53-BF01-819899E5F7B0}">
  <we:reference id="wa200006214" version="2.1.0.1" store="en-IE" storeType="OMEX"/>
  <we:alternateReferences>
    <we:reference id="WA200006214" version="2.1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547</TotalTime>
  <Words>1135</Words>
  <Application>Microsoft Office PowerPoint</Application>
  <PresentationFormat>Widescreen</PresentationFormat>
  <Paragraphs>236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Consolas</vt:lpstr>
      <vt:lpstr>Quattrocento Sans</vt:lpstr>
      <vt:lpstr>Space Grotesk</vt:lpstr>
      <vt:lpstr>Caveat</vt:lpstr>
      <vt:lpstr>Roboto Medium</vt:lpstr>
      <vt:lpstr>Arial Unicode MS</vt:lpstr>
      <vt:lpstr>Data Slides</vt:lpstr>
      <vt:lpstr>End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Jenny Maria Gehrigk</dc:creator>
  <cp:lastModifiedBy>Leila Iñigo de la Cruz</cp:lastModifiedBy>
  <cp:revision>2</cp:revision>
  <dcterms:created xsi:type="dcterms:W3CDTF">2026-02-18T14:27:57Z</dcterms:created>
  <dcterms:modified xsi:type="dcterms:W3CDTF">2026-04-28T11:59:33Z</dcterms:modified>
</cp:coreProperties>
</file>