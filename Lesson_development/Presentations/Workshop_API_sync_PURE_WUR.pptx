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13" r:id="rId2"/>
  </p:sldMasterIdLst>
  <p:notesMasterIdLst>
    <p:notesMasterId r:id="rId24"/>
  </p:notesMasterIdLst>
  <p:sldIdLst>
    <p:sldId id="264" r:id="rId3"/>
    <p:sldId id="311" r:id="rId4"/>
    <p:sldId id="335" r:id="rId5"/>
    <p:sldId id="321" r:id="rId6"/>
    <p:sldId id="267" r:id="rId7"/>
    <p:sldId id="270" r:id="rId8"/>
    <p:sldId id="324" r:id="rId9"/>
    <p:sldId id="268" r:id="rId10"/>
    <p:sldId id="269" r:id="rId11"/>
    <p:sldId id="271" r:id="rId12"/>
    <p:sldId id="272" r:id="rId13"/>
    <p:sldId id="325" r:id="rId14"/>
    <p:sldId id="336" r:id="rId15"/>
    <p:sldId id="330" r:id="rId16"/>
    <p:sldId id="331" r:id="rId17"/>
    <p:sldId id="333" r:id="rId18"/>
    <p:sldId id="332" r:id="rId19"/>
    <p:sldId id="334" r:id="rId20"/>
    <p:sldId id="322" r:id="rId21"/>
    <p:sldId id="323" r:id="rId22"/>
    <p:sldId id="319" r:id="rId23"/>
  </p:sldIdLst>
  <p:sldSz cx="12192000" cy="6858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Quattrocento Sans" panose="020B0502050000020003" pitchFamily="34" charset="0"/>
      <p:regular r:id="rId29"/>
      <p:bold r:id="rId30"/>
      <p:italic r:id="rId31"/>
      <p:boldItalic r:id="rId32"/>
    </p:embeddedFont>
    <p:embeddedFont>
      <p:font typeface="Roboto Medium" panose="02000000000000000000" pitchFamily="2" charset="0"/>
      <p:regular r:id="rId33"/>
      <p:italic r:id="rId34"/>
    </p:embeddedFont>
    <p:embeddedFont>
      <p:font typeface="Space Grotesk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geiUcTatGwSMvi7cAWrWQIkhdq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8C641-B0B6-4DD3-B30D-9B00720DBE87}" v="82" dt="2026-05-06T06:12:46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45" autoAdjust="0"/>
  </p:normalViewPr>
  <p:slideViewPr>
    <p:cSldViewPr snapToGrid="0">
      <p:cViewPr varScale="1">
        <p:scale>
          <a:sx n="57" d="100"/>
          <a:sy n="57" d="100"/>
        </p:scale>
        <p:origin x="9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84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82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6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 sldOrd">
      <pc:chgData name="Leila Iñigo de la Cruz" userId="fae4ed0d-52e1-4e8b-ac73-77e0b7235c9a" providerId="ADAL" clId="{1E9E03C1-E5D4-4BEC-8EBD-C4DD5262B379}" dt="2026-05-06T06:44:29.240" v="2373" actId="20577"/>
      <pc:docMkLst>
        <pc:docMk/>
      </pc:docMkLst>
      <pc:sldChg chg="modSp mod modAnim">
        <pc:chgData name="Leila Iñigo de la Cruz" userId="fae4ed0d-52e1-4e8b-ac73-77e0b7235c9a" providerId="ADAL" clId="{1E9E03C1-E5D4-4BEC-8EBD-C4DD5262B379}" dt="2026-04-28T10:57:00.882" v="121" actId="20577"/>
        <pc:sldMkLst>
          <pc:docMk/>
          <pc:sldMk cId="0" sldId="264"/>
        </pc:sldMkLst>
        <pc:spChg chg="mod">
          <ac:chgData name="Leila Iñigo de la Cruz" userId="fae4ed0d-52e1-4e8b-ac73-77e0b7235c9a" providerId="ADAL" clId="{1E9E03C1-E5D4-4BEC-8EBD-C4DD5262B379}" dt="2026-04-28T10:55:54.618" v="86" actId="20577"/>
          <ac:spMkLst>
            <pc:docMk/>
            <pc:sldMk cId="0" sldId="264"/>
            <ac:spMk id="2" creationId="{6D06F429-B78C-19A0-6B13-5B6C4D4D9216}"/>
          </ac:spMkLst>
        </pc:spChg>
        <pc:spChg chg="mod">
          <ac:chgData name="Leila Iñigo de la Cruz" userId="fae4ed0d-52e1-4e8b-ac73-77e0b7235c9a" providerId="ADAL" clId="{1E9E03C1-E5D4-4BEC-8EBD-C4DD5262B379}" dt="2026-04-28T10:57:00.882" v="121" actId="20577"/>
          <ac:spMkLst>
            <pc:docMk/>
            <pc:sldMk cId="0" sldId="264"/>
            <ac:spMk id="3" creationId="{7EDC426D-6B61-3B8B-C130-37C001CBE798}"/>
          </ac:spMkLst>
        </pc:spChg>
      </pc:sldChg>
      <pc:sldChg chg="ord">
        <pc:chgData name="Leila Iñigo de la Cruz" userId="fae4ed0d-52e1-4e8b-ac73-77e0b7235c9a" providerId="ADAL" clId="{1E9E03C1-E5D4-4BEC-8EBD-C4DD5262B379}" dt="2026-04-29T09:39:34.287" v="1117"/>
        <pc:sldMkLst>
          <pc:docMk/>
          <pc:sldMk cId="2454315605" sldId="267"/>
        </pc:sldMkLst>
      </pc:sldChg>
      <pc:sldChg chg="ord">
        <pc:chgData name="Leila Iñigo de la Cruz" userId="fae4ed0d-52e1-4e8b-ac73-77e0b7235c9a" providerId="ADAL" clId="{1E9E03C1-E5D4-4BEC-8EBD-C4DD5262B379}" dt="2026-04-29T09:40:12.848" v="1119"/>
        <pc:sldMkLst>
          <pc:docMk/>
          <pc:sldMk cId="2360507999" sldId="268"/>
        </pc:sldMkLst>
      </pc:sldChg>
      <pc:sldChg chg="ord">
        <pc:chgData name="Leila Iñigo de la Cruz" userId="fae4ed0d-52e1-4e8b-ac73-77e0b7235c9a" providerId="ADAL" clId="{1E9E03C1-E5D4-4BEC-8EBD-C4DD5262B379}" dt="2026-04-29T09:40:12.848" v="1119"/>
        <pc:sldMkLst>
          <pc:docMk/>
          <pc:sldMk cId="2808253577" sldId="269"/>
        </pc:sldMkLst>
      </pc:sldChg>
      <pc:sldChg chg="ord">
        <pc:chgData name="Leila Iñigo de la Cruz" userId="fae4ed0d-52e1-4e8b-ac73-77e0b7235c9a" providerId="ADAL" clId="{1E9E03C1-E5D4-4BEC-8EBD-C4DD5262B379}" dt="2026-04-29T09:40:12.848" v="1119"/>
        <pc:sldMkLst>
          <pc:docMk/>
          <pc:sldMk cId="1200304914" sldId="270"/>
        </pc:sldMkLst>
      </pc:sldChg>
      <pc:sldChg chg="ord">
        <pc:chgData name="Leila Iñigo de la Cruz" userId="fae4ed0d-52e1-4e8b-ac73-77e0b7235c9a" providerId="ADAL" clId="{1E9E03C1-E5D4-4BEC-8EBD-C4DD5262B379}" dt="2026-04-29T09:40:12.848" v="1119"/>
        <pc:sldMkLst>
          <pc:docMk/>
          <pc:sldMk cId="633398990" sldId="271"/>
        </pc:sldMkLst>
      </pc:sldChg>
      <pc:sldChg chg="ord">
        <pc:chgData name="Leila Iñigo de la Cruz" userId="fae4ed0d-52e1-4e8b-ac73-77e0b7235c9a" providerId="ADAL" clId="{1E9E03C1-E5D4-4BEC-8EBD-C4DD5262B379}" dt="2026-04-29T09:40:12.848" v="1119"/>
        <pc:sldMkLst>
          <pc:docMk/>
          <pc:sldMk cId="3284238671" sldId="272"/>
        </pc:sldMkLst>
      </pc:sldChg>
      <pc:sldChg chg="addSp delSp modSp mod modAnim">
        <pc:chgData name="Leila Iñigo de la Cruz" userId="fae4ed0d-52e1-4e8b-ac73-77e0b7235c9a" providerId="ADAL" clId="{1E9E03C1-E5D4-4BEC-8EBD-C4DD5262B379}" dt="2026-05-06T06:11:18.761" v="2336"/>
        <pc:sldMkLst>
          <pc:docMk/>
          <pc:sldMk cId="0" sldId="311"/>
        </pc:sldMkLst>
        <pc:spChg chg="add mod">
          <ac:chgData name="Leila Iñigo de la Cruz" userId="fae4ed0d-52e1-4e8b-ac73-77e0b7235c9a" providerId="ADAL" clId="{1E9E03C1-E5D4-4BEC-8EBD-C4DD5262B379}" dt="2026-04-29T09:57:36.911" v="2110" actId="554"/>
          <ac:spMkLst>
            <pc:docMk/>
            <pc:sldMk cId="0" sldId="311"/>
            <ac:spMk id="9" creationId="{4CF2CE4F-101B-5680-19C0-3E1F2ED1A020}"/>
          </ac:spMkLst>
        </pc:spChg>
        <pc:spChg chg="add del mod">
          <ac:chgData name="Leila Iñigo de la Cruz" userId="fae4ed0d-52e1-4e8b-ac73-77e0b7235c9a" providerId="ADAL" clId="{1E9E03C1-E5D4-4BEC-8EBD-C4DD5262B379}" dt="2026-04-29T09:57:36.911" v="2110" actId="554"/>
          <ac:spMkLst>
            <pc:docMk/>
            <pc:sldMk cId="0" sldId="311"/>
            <ac:spMk id="15" creationId="{D0BED685-5BDB-F3F5-0DCF-7A51CC948165}"/>
          </ac:spMkLst>
        </pc:spChg>
        <pc:spChg chg="add mod">
          <ac:chgData name="Leila Iñigo de la Cruz" userId="fae4ed0d-52e1-4e8b-ac73-77e0b7235c9a" providerId="ADAL" clId="{1E9E03C1-E5D4-4BEC-8EBD-C4DD5262B379}" dt="2026-04-29T10:00:47.013" v="2333" actId="555"/>
          <ac:spMkLst>
            <pc:docMk/>
            <pc:sldMk cId="0" sldId="311"/>
            <ac:spMk id="16" creationId="{49810193-C190-A9BC-5FC5-6F250902FB0A}"/>
          </ac:spMkLst>
        </pc:spChg>
        <pc:spChg chg="add mod">
          <ac:chgData name="Leila Iñigo de la Cruz" userId="fae4ed0d-52e1-4e8b-ac73-77e0b7235c9a" providerId="ADAL" clId="{1E9E03C1-E5D4-4BEC-8EBD-C4DD5262B379}" dt="2026-04-29T10:00:47.013" v="2333" actId="555"/>
          <ac:spMkLst>
            <pc:docMk/>
            <pc:sldMk cId="0" sldId="311"/>
            <ac:spMk id="17" creationId="{E13731C6-9E76-458B-5295-09BA91702BE9}"/>
          </ac:spMkLst>
        </pc:spChg>
        <pc:spChg chg="add mod">
          <ac:chgData name="Leila Iñigo de la Cruz" userId="fae4ed0d-52e1-4e8b-ac73-77e0b7235c9a" providerId="ADAL" clId="{1E9E03C1-E5D4-4BEC-8EBD-C4DD5262B379}" dt="2026-04-29T09:56:06.229" v="1961" actId="1076"/>
          <ac:spMkLst>
            <pc:docMk/>
            <pc:sldMk cId="0" sldId="311"/>
            <ac:spMk id="24" creationId="{C2B9F7D2-7C5F-0D87-116B-A0DFAAD1D969}"/>
          </ac:spMkLst>
        </pc:spChg>
        <pc:spChg chg="add mod">
          <ac:chgData name="Leila Iñigo de la Cruz" userId="fae4ed0d-52e1-4e8b-ac73-77e0b7235c9a" providerId="ADAL" clId="{1E9E03C1-E5D4-4BEC-8EBD-C4DD5262B379}" dt="2026-04-29T10:00:47.013" v="2333" actId="555"/>
          <ac:spMkLst>
            <pc:docMk/>
            <pc:sldMk cId="0" sldId="311"/>
            <ac:spMk id="25" creationId="{0FC1E26D-432D-EFB6-CF96-1B468FEAA302}"/>
          </ac:spMkLst>
        </pc:spChg>
        <pc:spChg chg="add mod">
          <ac:chgData name="Leila Iñigo de la Cruz" userId="fae4ed0d-52e1-4e8b-ac73-77e0b7235c9a" providerId="ADAL" clId="{1E9E03C1-E5D4-4BEC-8EBD-C4DD5262B379}" dt="2026-04-29T10:00:39.739" v="2332" actId="552"/>
          <ac:spMkLst>
            <pc:docMk/>
            <pc:sldMk cId="0" sldId="311"/>
            <ac:spMk id="26" creationId="{600C0DBD-2060-211A-4E07-8818BCCE46FD}"/>
          </ac:spMkLst>
        </pc:spChg>
        <pc:spChg chg="add mod">
          <ac:chgData name="Leila Iñigo de la Cruz" userId="fae4ed0d-52e1-4e8b-ac73-77e0b7235c9a" providerId="ADAL" clId="{1E9E03C1-E5D4-4BEC-8EBD-C4DD5262B379}" dt="2026-04-29T10:00:39.739" v="2332" actId="552"/>
          <ac:spMkLst>
            <pc:docMk/>
            <pc:sldMk cId="0" sldId="311"/>
            <ac:spMk id="27" creationId="{0DC2CB37-A465-C892-838A-BEA5C8E96F8A}"/>
          </ac:spMkLst>
        </pc:spChg>
      </pc:sldChg>
      <pc:sldChg chg="modSp mod ord">
        <pc:chgData name="Leila Iñigo de la Cruz" userId="fae4ed0d-52e1-4e8b-ac73-77e0b7235c9a" providerId="ADAL" clId="{1E9E03C1-E5D4-4BEC-8EBD-C4DD5262B379}" dt="2026-04-29T09:38:31.851" v="1115" actId="20577"/>
        <pc:sldMkLst>
          <pc:docMk/>
          <pc:sldMk cId="4204098889" sldId="321"/>
        </pc:sldMkLst>
        <pc:graphicFrameChg chg="modGraphic">
          <ac:chgData name="Leila Iñigo de la Cruz" userId="fae4ed0d-52e1-4e8b-ac73-77e0b7235c9a" providerId="ADAL" clId="{1E9E03C1-E5D4-4BEC-8EBD-C4DD5262B379}" dt="2026-04-29T09:38:31.851" v="1115" actId="20577"/>
          <ac:graphicFrameMkLst>
            <pc:docMk/>
            <pc:sldMk cId="4204098889" sldId="321"/>
            <ac:graphicFrameMk id="7" creationId="{A0271C0D-75F3-D8D0-4D58-AD5CB36335CF}"/>
          </ac:graphicFrameMkLst>
        </pc:graphicFrameChg>
      </pc:sldChg>
      <pc:sldChg chg="modSp mod">
        <pc:chgData name="Leila Iñigo de la Cruz" userId="fae4ed0d-52e1-4e8b-ac73-77e0b7235c9a" providerId="ADAL" clId="{1E9E03C1-E5D4-4BEC-8EBD-C4DD5262B379}" dt="2026-04-29T08:35:19.849" v="840" actId="6549"/>
        <pc:sldMkLst>
          <pc:docMk/>
          <pc:sldMk cId="2121690261" sldId="322"/>
        </pc:sldMkLst>
        <pc:spChg chg="mod">
          <ac:chgData name="Leila Iñigo de la Cruz" userId="fae4ed0d-52e1-4e8b-ac73-77e0b7235c9a" providerId="ADAL" clId="{1E9E03C1-E5D4-4BEC-8EBD-C4DD5262B379}" dt="2026-04-29T08:35:19.849" v="840" actId="6549"/>
          <ac:spMkLst>
            <pc:docMk/>
            <pc:sldMk cId="2121690261" sldId="322"/>
            <ac:spMk id="6" creationId="{8B194576-9796-EC57-07B7-0D44222B816B}"/>
          </ac:spMkLst>
        </pc:spChg>
      </pc:sldChg>
      <pc:sldChg chg="addSp delSp modSp mod delAnim modAnim">
        <pc:chgData name="Leila Iñigo de la Cruz" userId="fae4ed0d-52e1-4e8b-ac73-77e0b7235c9a" providerId="ADAL" clId="{1E9E03C1-E5D4-4BEC-8EBD-C4DD5262B379}" dt="2026-04-29T09:51:07.830" v="1736" actId="1076"/>
        <pc:sldMkLst>
          <pc:docMk/>
          <pc:sldMk cId="5020490" sldId="323"/>
        </pc:sldMkLst>
        <pc:spChg chg="add mod">
          <ac:chgData name="Leila Iñigo de la Cruz" userId="fae4ed0d-52e1-4e8b-ac73-77e0b7235c9a" providerId="ADAL" clId="{1E9E03C1-E5D4-4BEC-8EBD-C4DD5262B379}" dt="2026-04-29T09:51:07.830" v="1736" actId="1076"/>
          <ac:spMkLst>
            <pc:docMk/>
            <pc:sldMk cId="5020490" sldId="323"/>
            <ac:spMk id="4" creationId="{6F227447-BF25-46CD-FAF2-1CD70BD426AF}"/>
          </ac:spMkLst>
        </pc:spChg>
        <pc:spChg chg="mod">
          <ac:chgData name="Leila Iñigo de la Cruz" userId="fae4ed0d-52e1-4e8b-ac73-77e0b7235c9a" providerId="ADAL" clId="{1E9E03C1-E5D4-4BEC-8EBD-C4DD5262B379}" dt="2026-04-29T09:50:46.526" v="1733" actId="1076"/>
          <ac:spMkLst>
            <pc:docMk/>
            <pc:sldMk cId="5020490" sldId="323"/>
            <ac:spMk id="159" creationId="{DB2279F0-896A-1F70-D802-40BEADCDB6DD}"/>
          </ac:spMkLst>
        </pc:spChg>
      </pc:sldChg>
      <pc:sldChg chg="ord">
        <pc:chgData name="Leila Iñigo de la Cruz" userId="fae4ed0d-52e1-4e8b-ac73-77e0b7235c9a" providerId="ADAL" clId="{1E9E03C1-E5D4-4BEC-8EBD-C4DD5262B379}" dt="2026-04-29T09:40:12.848" v="1119"/>
        <pc:sldMkLst>
          <pc:docMk/>
          <pc:sldMk cId="3490311137" sldId="324"/>
        </pc:sldMkLst>
      </pc:sldChg>
      <pc:sldChg chg="addSp delSp modSp mod ord">
        <pc:chgData name="Leila Iñigo de la Cruz" userId="fae4ed0d-52e1-4e8b-ac73-77e0b7235c9a" providerId="ADAL" clId="{1E9E03C1-E5D4-4BEC-8EBD-C4DD5262B379}" dt="2026-04-29T09:40:51.493" v="1125" actId="113"/>
        <pc:sldMkLst>
          <pc:docMk/>
          <pc:sldMk cId="1948602308" sldId="325"/>
        </pc:sldMkLst>
        <pc:graphicFrameChg chg="add mod modGraphic">
          <ac:chgData name="Leila Iñigo de la Cruz" userId="fae4ed0d-52e1-4e8b-ac73-77e0b7235c9a" providerId="ADAL" clId="{1E9E03C1-E5D4-4BEC-8EBD-C4DD5262B379}" dt="2026-04-29T09:40:51.493" v="1125" actId="113"/>
          <ac:graphicFrameMkLst>
            <pc:docMk/>
            <pc:sldMk cId="1948602308" sldId="325"/>
            <ac:graphicFrameMk id="4" creationId="{05C5CEAB-F030-26FB-D452-9DD2226EE443}"/>
          </ac:graphicFrameMkLst>
        </pc:graphicFrameChg>
      </pc:sldChg>
      <pc:sldChg chg="addSp delSp modSp add mod ord modClrScheme delAnim chgLayout">
        <pc:chgData name="Leila Iñigo de la Cruz" userId="fae4ed0d-52e1-4e8b-ac73-77e0b7235c9a" providerId="ADAL" clId="{1E9E03C1-E5D4-4BEC-8EBD-C4DD5262B379}" dt="2026-04-28T12:40:37.691" v="778" actId="1076"/>
        <pc:sldMkLst>
          <pc:docMk/>
          <pc:sldMk cId="466933251" sldId="330"/>
        </pc:sldMkLst>
        <pc:spChg chg="add mod ord">
          <ac:chgData name="Leila Iñigo de la Cruz" userId="fae4ed0d-52e1-4e8b-ac73-77e0b7235c9a" providerId="ADAL" clId="{1E9E03C1-E5D4-4BEC-8EBD-C4DD5262B379}" dt="2026-04-28T11:59:29.725" v="627" actId="14100"/>
          <ac:spMkLst>
            <pc:docMk/>
            <pc:sldMk cId="466933251" sldId="330"/>
            <ac:spMk id="5" creationId="{0DD56714-246F-47FE-8505-7E0EFE55D514}"/>
          </ac:spMkLst>
        </pc:spChg>
        <pc:picChg chg="add mod">
          <ac:chgData name="Leila Iñigo de la Cruz" userId="fae4ed0d-52e1-4e8b-ac73-77e0b7235c9a" providerId="ADAL" clId="{1E9E03C1-E5D4-4BEC-8EBD-C4DD5262B379}" dt="2026-04-28T12:40:37.691" v="778" actId="1076"/>
          <ac:picMkLst>
            <pc:docMk/>
            <pc:sldMk cId="466933251" sldId="330"/>
            <ac:picMk id="18" creationId="{65BFFF0A-81BF-B7B0-AB15-934590DAB030}"/>
          </ac:picMkLst>
        </pc:picChg>
      </pc:sldChg>
      <pc:sldChg chg="addSp delSp modSp add mod">
        <pc:chgData name="Leila Iñigo de la Cruz" userId="fae4ed0d-52e1-4e8b-ac73-77e0b7235c9a" providerId="ADAL" clId="{1E9E03C1-E5D4-4BEC-8EBD-C4DD5262B379}" dt="2026-04-28T12:40:44.032" v="779" actId="1076"/>
        <pc:sldMkLst>
          <pc:docMk/>
          <pc:sldMk cId="1110796630" sldId="331"/>
        </pc:sldMkLst>
        <pc:spChg chg="mod">
          <ac:chgData name="Leila Iñigo de la Cruz" userId="fae4ed0d-52e1-4e8b-ac73-77e0b7235c9a" providerId="ADAL" clId="{1E9E03C1-E5D4-4BEC-8EBD-C4DD5262B379}" dt="2026-04-28T12:13:40.929" v="636" actId="20577"/>
          <ac:spMkLst>
            <pc:docMk/>
            <pc:sldMk cId="1110796630" sldId="331"/>
            <ac:spMk id="5" creationId="{2B39196C-BCD2-E6CF-EE3F-08564E88DC5B}"/>
          </ac:spMkLst>
        </pc:spChg>
        <pc:picChg chg="add mod">
          <ac:chgData name="Leila Iñigo de la Cruz" userId="fae4ed0d-52e1-4e8b-ac73-77e0b7235c9a" providerId="ADAL" clId="{1E9E03C1-E5D4-4BEC-8EBD-C4DD5262B379}" dt="2026-04-28T12:40:44.032" v="779" actId="1076"/>
          <ac:picMkLst>
            <pc:docMk/>
            <pc:sldMk cId="1110796630" sldId="331"/>
            <ac:picMk id="16" creationId="{96BE85C8-8DC9-BA21-680F-AF178CF4FAFC}"/>
          </ac:picMkLst>
        </pc:picChg>
      </pc:sldChg>
      <pc:sldChg chg="addSp delSp modSp add mod">
        <pc:chgData name="Leila Iñigo de la Cruz" userId="fae4ed0d-52e1-4e8b-ac73-77e0b7235c9a" providerId="ADAL" clId="{1E9E03C1-E5D4-4BEC-8EBD-C4DD5262B379}" dt="2026-04-28T12:42:17.490" v="793" actId="1076"/>
        <pc:sldMkLst>
          <pc:docMk/>
          <pc:sldMk cId="1323961396" sldId="332"/>
        </pc:sldMkLst>
        <pc:spChg chg="add mod">
          <ac:chgData name="Leila Iñigo de la Cruz" userId="fae4ed0d-52e1-4e8b-ac73-77e0b7235c9a" providerId="ADAL" clId="{1E9E03C1-E5D4-4BEC-8EBD-C4DD5262B379}" dt="2026-04-28T12:42:07.786" v="790" actId="1076"/>
          <ac:spMkLst>
            <pc:docMk/>
            <pc:sldMk cId="1323961396" sldId="332"/>
            <ac:spMk id="4" creationId="{8CD2D15B-ED8E-4485-7FDE-1C87B5669AD7}"/>
          </ac:spMkLst>
        </pc:spChg>
        <pc:spChg chg="mod">
          <ac:chgData name="Leila Iñigo de la Cruz" userId="fae4ed0d-52e1-4e8b-ac73-77e0b7235c9a" providerId="ADAL" clId="{1E9E03C1-E5D4-4BEC-8EBD-C4DD5262B379}" dt="2026-04-28T12:42:15.425" v="792" actId="1076"/>
          <ac:spMkLst>
            <pc:docMk/>
            <pc:sldMk cId="1323961396" sldId="332"/>
            <ac:spMk id="5" creationId="{B4DF4070-B1DE-A7C7-FF0E-F2D580C577AB}"/>
          </ac:spMkLst>
        </pc:spChg>
        <pc:picChg chg="add mod">
          <ac:chgData name="Leila Iñigo de la Cruz" userId="fae4ed0d-52e1-4e8b-ac73-77e0b7235c9a" providerId="ADAL" clId="{1E9E03C1-E5D4-4BEC-8EBD-C4DD5262B379}" dt="2026-04-28T12:42:17.490" v="793" actId="1076"/>
          <ac:picMkLst>
            <pc:docMk/>
            <pc:sldMk cId="1323961396" sldId="332"/>
            <ac:picMk id="7" creationId="{0CF84DC3-37B3-06E2-E7B3-94BD7D8F86CE}"/>
          </ac:picMkLst>
        </pc:picChg>
      </pc:sldChg>
      <pc:sldChg chg="modSp add mod ord">
        <pc:chgData name="Leila Iñigo de la Cruz" userId="fae4ed0d-52e1-4e8b-ac73-77e0b7235c9a" providerId="ADAL" clId="{1E9E03C1-E5D4-4BEC-8EBD-C4DD5262B379}" dt="2026-04-29T09:42:04.576" v="1139" actId="113"/>
        <pc:sldMkLst>
          <pc:docMk/>
          <pc:sldMk cId="2429105815" sldId="333"/>
        </pc:sldMkLst>
        <pc:graphicFrameChg chg="modGraphic">
          <ac:chgData name="Leila Iñigo de la Cruz" userId="fae4ed0d-52e1-4e8b-ac73-77e0b7235c9a" providerId="ADAL" clId="{1E9E03C1-E5D4-4BEC-8EBD-C4DD5262B379}" dt="2026-04-29T09:42:04.576" v="1139" actId="113"/>
          <ac:graphicFrameMkLst>
            <pc:docMk/>
            <pc:sldMk cId="2429105815" sldId="333"/>
            <ac:graphicFrameMk id="4" creationId="{D64E5107-A35C-D157-3E8D-0D5FDD1AAD28}"/>
          </ac:graphicFrameMkLst>
        </pc:graphicFrameChg>
      </pc:sldChg>
      <pc:sldChg chg="modSp add mod ord">
        <pc:chgData name="Leila Iñigo de la Cruz" userId="fae4ed0d-52e1-4e8b-ac73-77e0b7235c9a" providerId="ADAL" clId="{1E9E03C1-E5D4-4BEC-8EBD-C4DD5262B379}" dt="2026-04-29T09:41:59.653" v="1138" actId="113"/>
        <pc:sldMkLst>
          <pc:docMk/>
          <pc:sldMk cId="1389492501" sldId="334"/>
        </pc:sldMkLst>
        <pc:graphicFrameChg chg="modGraphic">
          <ac:chgData name="Leila Iñigo de la Cruz" userId="fae4ed0d-52e1-4e8b-ac73-77e0b7235c9a" providerId="ADAL" clId="{1E9E03C1-E5D4-4BEC-8EBD-C4DD5262B379}" dt="2026-04-29T09:41:59.653" v="1138" actId="113"/>
          <ac:graphicFrameMkLst>
            <pc:docMk/>
            <pc:sldMk cId="1389492501" sldId="334"/>
            <ac:graphicFrameMk id="4" creationId="{A1CC6E6E-9368-8617-7808-248DFB6E1E7A}"/>
          </ac:graphicFrameMkLst>
        </pc:graphicFrameChg>
      </pc:sldChg>
      <pc:sldChg chg="addSp delSp modSp add mod modAnim">
        <pc:chgData name="Leila Iñigo de la Cruz" userId="fae4ed0d-52e1-4e8b-ac73-77e0b7235c9a" providerId="ADAL" clId="{1E9E03C1-E5D4-4BEC-8EBD-C4DD5262B379}" dt="2026-05-06T06:12:46.497" v="2339"/>
        <pc:sldMkLst>
          <pc:docMk/>
          <pc:sldMk cId="927383972" sldId="335"/>
        </pc:sldMkLst>
        <pc:spChg chg="mod">
          <ac:chgData name="Leila Iñigo de la Cruz" userId="fae4ed0d-52e1-4e8b-ac73-77e0b7235c9a" providerId="ADAL" clId="{1E9E03C1-E5D4-4BEC-8EBD-C4DD5262B379}" dt="2026-04-29T09:59:03.517" v="2154" actId="1076"/>
          <ac:spMkLst>
            <pc:docMk/>
            <pc:sldMk cId="927383972" sldId="335"/>
            <ac:spMk id="2" creationId="{11F9F126-448D-312C-5641-A7C673F9556A}"/>
          </ac:spMkLst>
        </pc:spChg>
        <pc:spChg chg="add mod">
          <ac:chgData name="Leila Iñigo de la Cruz" userId="fae4ed0d-52e1-4e8b-ac73-77e0b7235c9a" providerId="ADAL" clId="{1E9E03C1-E5D4-4BEC-8EBD-C4DD5262B379}" dt="2026-04-29T09:58:22.012" v="2134" actId="1076"/>
          <ac:spMkLst>
            <pc:docMk/>
            <pc:sldMk cId="927383972" sldId="335"/>
            <ac:spMk id="3" creationId="{08306692-AF5F-AE73-E4E6-FE2CB2BFA961}"/>
          </ac:spMkLst>
        </pc:spChg>
        <pc:spChg chg="mod">
          <ac:chgData name="Leila Iñigo de la Cruz" userId="fae4ed0d-52e1-4e8b-ac73-77e0b7235c9a" providerId="ADAL" clId="{1E9E03C1-E5D4-4BEC-8EBD-C4DD5262B379}" dt="2026-04-29T09:58:46.277" v="2152" actId="20577"/>
          <ac:spMkLst>
            <pc:docMk/>
            <pc:sldMk cId="927383972" sldId="335"/>
            <ac:spMk id="7" creationId="{DDC05F86-9CE8-3072-1FE2-C0116224E2B4}"/>
          </ac:spMkLst>
        </pc:spChg>
      </pc:sldChg>
      <pc:sldChg chg="delSp modSp add mod">
        <pc:chgData name="Leila Iñigo de la Cruz" userId="fae4ed0d-52e1-4e8b-ac73-77e0b7235c9a" providerId="ADAL" clId="{1E9E03C1-E5D4-4BEC-8EBD-C4DD5262B379}" dt="2026-05-06T06:44:29.240" v="2373" actId="20577"/>
        <pc:sldMkLst>
          <pc:docMk/>
          <pc:sldMk cId="3274090963" sldId="336"/>
        </pc:sldMkLst>
        <pc:spChg chg="mod">
          <ac:chgData name="Leila Iñigo de la Cruz" userId="fae4ed0d-52e1-4e8b-ac73-77e0b7235c9a" providerId="ADAL" clId="{1E9E03C1-E5D4-4BEC-8EBD-C4DD5262B379}" dt="2026-05-06T06:44:29.240" v="2373" actId="20577"/>
          <ac:spMkLst>
            <pc:docMk/>
            <pc:sldMk cId="3274090963" sldId="336"/>
            <ac:spMk id="2" creationId="{863A48B0-157F-2DB9-1508-4119684E78EA}"/>
          </ac:spMkLst>
        </pc:spChg>
        <pc:graphicFrameChg chg="del">
          <ac:chgData name="Leila Iñigo de la Cruz" userId="fae4ed0d-52e1-4e8b-ac73-77e0b7235c9a" providerId="ADAL" clId="{1E9E03C1-E5D4-4BEC-8EBD-C4DD5262B379}" dt="2026-05-06T06:17:12.119" v="2341" actId="478"/>
          <ac:graphicFrameMkLst>
            <pc:docMk/>
            <pc:sldMk cId="3274090963" sldId="336"/>
            <ac:graphicFrameMk id="4" creationId="{38A69DB1-7EE4-7E19-607F-E2083094650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>
          <a:extLst>
            <a:ext uri="{FF2B5EF4-FFF2-40B4-BE49-F238E27FC236}">
              <a16:creationId xmlns:a16="http://schemas.microsoft.com/office/drawing/2014/main" id="{BA3A39F9-7ED3-F037-A90C-3EAA76F0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6:notes">
            <a:extLst>
              <a:ext uri="{FF2B5EF4-FFF2-40B4-BE49-F238E27FC236}">
                <a16:creationId xmlns:a16="http://schemas.microsoft.com/office/drawing/2014/main" id="{CFA3A051-C3B7-62A3-91A9-EE0D62EB2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6:notes">
            <a:extLst>
              <a:ext uri="{FF2B5EF4-FFF2-40B4-BE49-F238E27FC236}">
                <a16:creationId xmlns:a16="http://schemas.microsoft.com/office/drawing/2014/main" id="{144F8331-1C91-B333-44EE-49E2909E6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8247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6FECABF0-D9BF-05DA-9FE4-11FD69DE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DF3216BE-5457-F542-0489-E14A9D332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364E7E4D-FC4B-D09E-DA04-31DC67FC9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762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C25E577B-6A75-F08B-2D28-89AFD169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92722BD2-E6D6-E6AC-0EBF-D50335BAC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1C89DF15-BF22-5541-E3D6-CD9B3A95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76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 API is like a waiter in a restaurant.</a:t>
            </a:r>
            <a:br>
              <a:rPr lang="en-US" dirty="0"/>
            </a:br>
            <a:r>
              <a:rPr lang="en-US" dirty="0"/>
              <a:t>You don’t go into the kitchen and cook the meal yourself.</a:t>
            </a:r>
            <a:br>
              <a:rPr lang="en-US" dirty="0"/>
            </a:br>
            <a:r>
              <a:rPr lang="en-US" dirty="0"/>
              <a:t>You just place an order and hope the kitchen doesn’t return a </a:t>
            </a:r>
            <a:r>
              <a:rPr lang="en-US" i="1" dirty="0"/>
              <a:t>500 Internal Server Error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de-DE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9545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1901759-7F0D-2A80-EFE1-F033F2E4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1ED2777D-5D02-28AB-BE56-E32D4BBA8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CF899C7E-A8BF-F56C-D7BF-49B8A8395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1472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3E7B918-47BC-B053-51DC-E4DC074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71FBBF76-C0DF-2B56-CDDE-8926BB8B9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60BC7842-7C59-6EDE-41E8-23A3B38C9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054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8BF909F5-B407-8905-BB69-C80B9A7D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61842F1D-CB43-E05C-F87F-CD2B35219E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BF3AD0FF-B8B2-240F-203F-46AB0CBC7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8188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B2ACF9C-80F4-EFE8-87B0-8F9FAD4A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299F85F9-89B3-ACC0-2E31-0A2909BD2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E425A3E5-31FC-3B04-02C0-D5673BBE9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9147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D4B25D26-69F3-5030-E349-F7047F08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8724D713-1A94-A81F-40B0-C8EABAEA9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00380775-181B-0C63-69C8-4A7CA7B9B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912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84705AA2-234F-7250-88F4-EE981A5D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:notes">
            <a:extLst>
              <a:ext uri="{FF2B5EF4-FFF2-40B4-BE49-F238E27FC236}">
                <a16:creationId xmlns:a16="http://schemas.microsoft.com/office/drawing/2014/main" id="{F58C6F93-687D-BAB7-4141-C68FEE50B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8" name="Google Shape;768;p9:notes">
            <a:extLst>
              <a:ext uri="{FF2B5EF4-FFF2-40B4-BE49-F238E27FC236}">
                <a16:creationId xmlns:a16="http://schemas.microsoft.com/office/drawing/2014/main" id="{3199922C-F10E-123C-A865-5750A8E6A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8030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F798A2A1-3AC8-DDB2-7449-DFA2F745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:notes">
            <a:extLst>
              <a:ext uri="{FF2B5EF4-FFF2-40B4-BE49-F238E27FC236}">
                <a16:creationId xmlns:a16="http://schemas.microsoft.com/office/drawing/2014/main" id="{C318E4B0-CD8C-2160-2B4E-B8F6C4FA6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9:notes">
            <a:extLst>
              <a:ext uri="{FF2B5EF4-FFF2-40B4-BE49-F238E27FC236}">
                <a16:creationId xmlns:a16="http://schemas.microsoft.com/office/drawing/2014/main" id="{401060FD-EC45-295C-C6E5-B112A8B31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6364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2B709BA5-0A38-9697-91C2-C863E05E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:notes">
            <a:extLst>
              <a:ext uri="{FF2B5EF4-FFF2-40B4-BE49-F238E27FC236}">
                <a16:creationId xmlns:a16="http://schemas.microsoft.com/office/drawing/2014/main" id="{2586D69F-D85F-1361-B4F4-17232E202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9:notes">
            <a:extLst>
              <a:ext uri="{FF2B5EF4-FFF2-40B4-BE49-F238E27FC236}">
                <a16:creationId xmlns:a16="http://schemas.microsoft.com/office/drawing/2014/main" id="{1DE3E49B-E2C1-FD65-5EC6-0C614F7D7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1243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BAA5D870-F3E2-8538-3659-59EA7390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892DB036-F3B0-96F6-F454-F61CE124C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C0A96D0D-7866-6704-F10A-EC3ED94C7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309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45A54601-CF99-29BC-AFA9-721396A0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3BC92229-30A1-F7FA-FE6E-9E71633BD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D72F2C0B-E730-EE9A-F1A9-4B6B1637C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8569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05">
  <p:cSld name="Data 05">
    <p:bg>
      <p:bgPr>
        <a:solidFill>
          <a:schemeClr val="dk1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25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25"/>
          <p:cNvSpPr txBox="1">
            <a:spLocks noGrp="1"/>
          </p:cNvSpPr>
          <p:nvPr>
            <p:ph type="body" idx="1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7" name="Google Shape;637;p125"/>
          <p:cNvSpPr/>
          <p:nvPr/>
        </p:nvSpPr>
        <p:spPr>
          <a:xfrm>
            <a:off x="1065139" y="3388544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25"/>
          <p:cNvSpPr/>
          <p:nvPr/>
        </p:nvSpPr>
        <p:spPr>
          <a:xfrm>
            <a:off x="1023864" y="3350444"/>
            <a:ext cx="160411" cy="16041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25"/>
          <p:cNvSpPr/>
          <p:nvPr/>
        </p:nvSpPr>
        <p:spPr>
          <a:xfrm>
            <a:off x="4726744" y="3388544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25"/>
          <p:cNvSpPr/>
          <p:nvPr/>
        </p:nvSpPr>
        <p:spPr>
          <a:xfrm>
            <a:off x="4685469" y="3350444"/>
            <a:ext cx="160411" cy="16041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25"/>
          <p:cNvSpPr/>
          <p:nvPr/>
        </p:nvSpPr>
        <p:spPr>
          <a:xfrm>
            <a:off x="8388349" y="3388544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25"/>
          <p:cNvSpPr/>
          <p:nvPr/>
        </p:nvSpPr>
        <p:spPr>
          <a:xfrm>
            <a:off x="8347074" y="3350444"/>
            <a:ext cx="160411" cy="16041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125"/>
          <p:cNvCxnSpPr>
            <a:stCxn id="638" idx="2"/>
          </p:cNvCxnSpPr>
          <p:nvPr/>
        </p:nvCxnSpPr>
        <p:spPr>
          <a:xfrm rot="10800000">
            <a:off x="249864" y="3429150"/>
            <a:ext cx="774000" cy="1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4" name="Google Shape;644;p125"/>
          <p:cNvCxnSpPr>
            <a:stCxn id="640" idx="2"/>
          </p:cNvCxnSpPr>
          <p:nvPr/>
        </p:nvCxnSpPr>
        <p:spPr>
          <a:xfrm rot="10800000">
            <a:off x="1184169" y="3429150"/>
            <a:ext cx="3501300" cy="1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5" name="Google Shape;645;p125"/>
          <p:cNvCxnSpPr/>
          <p:nvPr/>
        </p:nvCxnSpPr>
        <p:spPr>
          <a:xfrm rot="10800000">
            <a:off x="4845880" y="3429000"/>
            <a:ext cx="3501194" cy="165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6" name="Google Shape;646;p125"/>
          <p:cNvCxnSpPr/>
          <p:nvPr/>
        </p:nvCxnSpPr>
        <p:spPr>
          <a:xfrm rot="10800000">
            <a:off x="8507485" y="3429000"/>
            <a:ext cx="343471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7" name="Google Shape;647;p125"/>
          <p:cNvSpPr txBox="1">
            <a:spLocks noGrp="1"/>
          </p:cNvSpPr>
          <p:nvPr>
            <p:ph type="body" idx="2"/>
          </p:nvPr>
        </p:nvSpPr>
        <p:spPr>
          <a:xfrm>
            <a:off x="932425" y="2845869"/>
            <a:ext cx="2715650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8" name="Google Shape;648;p125"/>
          <p:cNvSpPr txBox="1">
            <a:spLocks noGrp="1"/>
          </p:cNvSpPr>
          <p:nvPr>
            <p:ph type="body" idx="3"/>
          </p:nvPr>
        </p:nvSpPr>
        <p:spPr>
          <a:xfrm>
            <a:off x="4599744" y="2845869"/>
            <a:ext cx="2715650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9" name="Google Shape;649;p125"/>
          <p:cNvSpPr txBox="1">
            <a:spLocks noGrp="1"/>
          </p:cNvSpPr>
          <p:nvPr>
            <p:ph type="body" idx="4"/>
          </p:nvPr>
        </p:nvSpPr>
        <p:spPr>
          <a:xfrm>
            <a:off x="8267063" y="2845869"/>
            <a:ext cx="2715650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0" name="Google Shape;650;p125"/>
          <p:cNvSpPr txBox="1">
            <a:spLocks noGrp="1"/>
          </p:cNvSpPr>
          <p:nvPr>
            <p:ph type="body" idx="5"/>
          </p:nvPr>
        </p:nvSpPr>
        <p:spPr>
          <a:xfrm>
            <a:off x="932426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1" name="Google Shape;651;p125"/>
          <p:cNvSpPr txBox="1">
            <a:spLocks noGrp="1"/>
          </p:cNvSpPr>
          <p:nvPr>
            <p:ph type="body" idx="6"/>
          </p:nvPr>
        </p:nvSpPr>
        <p:spPr>
          <a:xfrm>
            <a:off x="4599744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2" name="Google Shape;652;p125"/>
          <p:cNvSpPr txBox="1">
            <a:spLocks noGrp="1"/>
          </p:cNvSpPr>
          <p:nvPr>
            <p:ph type="body" idx="7"/>
          </p:nvPr>
        </p:nvSpPr>
        <p:spPr>
          <a:xfrm>
            <a:off x="8267062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3" name="Google Shape;653;p125"/>
          <p:cNvSpPr txBox="1">
            <a:spLocks noGrp="1"/>
          </p:cNvSpPr>
          <p:nvPr>
            <p:ph type="body" idx="8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4" name="Google Shape;654;p125"/>
          <p:cNvSpPr txBox="1">
            <a:spLocks noGrp="1"/>
          </p:cNvSpPr>
          <p:nvPr>
            <p:ph type="body" idx="9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d 04">
  <p:cSld name="1_End 0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35"/>
          <p:cNvSpPr txBox="1">
            <a:spLocks noGrp="1"/>
          </p:cNvSpPr>
          <p:nvPr>
            <p:ph type="body" idx="1"/>
          </p:nvPr>
        </p:nvSpPr>
        <p:spPr>
          <a:xfrm>
            <a:off x="152400" y="2535723"/>
            <a:ext cx="6454912" cy="190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26" name="Google Shape;726;p135"/>
          <p:cNvPicPr preferRelativeResize="0"/>
          <p:nvPr/>
        </p:nvPicPr>
        <p:blipFill rotWithShape="1">
          <a:blip r:embed="rId3">
            <a:alphaModFix/>
          </a:blip>
          <a:srcRect l="34687" r="-126"/>
          <a:stretch/>
        </p:blipFill>
        <p:spPr>
          <a:xfrm>
            <a:off x="253264" y="5803209"/>
            <a:ext cx="2076781" cy="843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9252" y="260626"/>
            <a:ext cx="752060" cy="75206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135"/>
          <p:cNvSpPr txBox="1"/>
          <p:nvPr/>
        </p:nvSpPr>
        <p:spPr>
          <a:xfrm>
            <a:off x="10932796" y="6344117"/>
            <a:ext cx="1173480" cy="32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2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7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 OUT MORE AT DATA.4TU.NL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659300" y="995600"/>
            <a:ext cx="10904000" cy="4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689033" y="2008467"/>
            <a:ext cx="108312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100"/>
              </a:buClr>
              <a:buSzPts val="1000"/>
              <a:buChar char="⬥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–"/>
              <a:defRPr/>
            </a:lvl2pPr>
            <a:lvl3pPr marL="137160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⬩"/>
              <a:defRPr/>
            </a:lvl3pPr>
            <a:lvl4pPr marL="1828800" lvl="3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4pPr>
            <a:lvl5pPr marL="2286000" lvl="4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■"/>
              <a:defRPr/>
            </a:lvl6pPr>
            <a:lvl7pPr marL="3200400" lvl="6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7pPr>
            <a:lvl8pPr marL="3657600" lvl="7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8pPr>
            <a:lvl9pPr marL="4114800" lvl="8" indent="-2921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29100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1520233" y="377733"/>
            <a:ext cx="4684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 idx="2"/>
          </p:nvPr>
        </p:nvSpPr>
        <p:spPr>
          <a:xfrm>
            <a:off x="689033" y="377733"/>
            <a:ext cx="106600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3"/>
          </p:nvPr>
        </p:nvSpPr>
        <p:spPr>
          <a:xfrm>
            <a:off x="689033" y="1498533"/>
            <a:ext cx="108524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00"/>
              <a:buNone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87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20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5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hackmd.io/@0Gb1si3JS7ebf7pZDO7CqQ/HJCeLZTNbl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data.4tu.nl/v2/articles%20|%20j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ata.4tu.nl/v2/articles" TargetMode="External"/><Relationship Id="rId5" Type="http://schemas.openxmlformats.org/officeDocument/2006/relationships/hyperlink" Target="endpoint" TargetMode="External"/><Relationship Id="rId4" Type="http://schemas.openxmlformats.org/officeDocument/2006/relationships/hyperlink" Target="https://data.4tu.nl/" TargetMode="External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piusecasepure4tusync-ckjc6yq7wj7guyh4nqecop.streamlit.app/" TargetMode="External"/><Relationship Id="rId4" Type="http://schemas.openxmlformats.org/officeDocument/2006/relationships/hyperlink" Target="https://share.streamlit.io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06F429-B78C-19A0-6B13-5B6C4D4D9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1141" y="795038"/>
            <a:ext cx="9268044" cy="2633962"/>
          </a:xfrm>
        </p:spPr>
        <p:txBody>
          <a:bodyPr/>
          <a:lstStyle/>
          <a:p>
            <a:pPr algn="ctr"/>
            <a:r>
              <a:rPr lang="en-US" sz="4400" dirty="0"/>
              <a:t>A “reconciliation workflow” between Pure and 4TU.ResearchData</a:t>
            </a:r>
          </a:p>
          <a:p>
            <a:pPr algn="ctr"/>
            <a:r>
              <a:rPr lang="en-US" sz="2800" dirty="0"/>
              <a:t>(Using the API)</a:t>
            </a:r>
            <a:endParaRPr lang="nl-NL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C426D-6B61-3B8B-C130-37C001CBE798}"/>
              </a:ext>
            </a:extLst>
          </p:cNvPr>
          <p:cNvSpPr txBox="1"/>
          <p:nvPr/>
        </p:nvSpPr>
        <p:spPr>
          <a:xfrm>
            <a:off x="3204318" y="3837541"/>
            <a:ext cx="5731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Identification of inconsistencies in </a:t>
            </a:r>
            <a:r>
              <a:rPr lang="en-US" b="1" dirty="0">
                <a:solidFill>
                  <a:schemeClr val="bg2">
                    <a:lumMod val="95000"/>
                  </a:schemeClr>
                </a:solidFill>
              </a:rPr>
              <a:t>dataset–publication relationships</a:t>
            </a:r>
          </a:p>
          <a:p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 across both systems and generates actionable outputs for correction.</a:t>
            </a:r>
            <a:endParaRPr lang="nl-NL" sz="1800" dirty="0">
              <a:solidFill>
                <a:schemeClr val="bg2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CF2CE4F-101B-5680-19C0-3E1F2ED1A020}"/>
              </a:ext>
            </a:extLst>
          </p:cNvPr>
          <p:cNvSpPr txBox="1"/>
          <p:nvPr/>
        </p:nvSpPr>
        <p:spPr>
          <a:xfrm>
            <a:off x="284705" y="3516024"/>
            <a:ext cx="3384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85000"/>
                  </a:schemeClr>
                </a:solidFill>
              </a:rPr>
              <a:t>Cross-system metadata mismatches, between Pure and 4TU.ResearchData.</a:t>
            </a:r>
            <a:endParaRPr lang="nl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BED685-5BDB-F3F5-0DCF-7A51CC948165}"/>
              </a:ext>
            </a:extLst>
          </p:cNvPr>
          <p:cNvSpPr txBox="1"/>
          <p:nvPr/>
        </p:nvSpPr>
        <p:spPr>
          <a:xfrm>
            <a:off x="5311097" y="3516024"/>
            <a:ext cx="2105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85000"/>
                  </a:schemeClr>
                </a:solidFill>
              </a:rPr>
              <a:t>Identify and fix them in a automate way.</a:t>
            </a:r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810193-C190-A9BC-5FC5-6F250902FB0A}"/>
              </a:ext>
            </a:extLst>
          </p:cNvPr>
          <p:cNvSpPr txBox="1"/>
          <p:nvPr/>
        </p:nvSpPr>
        <p:spPr>
          <a:xfrm>
            <a:off x="173193" y="2779674"/>
            <a:ext cx="3863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85000"/>
                  </a:schemeClr>
                </a:solidFill>
              </a:rPr>
              <a:t>What do we want to solve?</a:t>
            </a:r>
            <a:endParaRPr lang="nl-NL" sz="2400" dirty="0">
              <a:solidFill>
                <a:schemeClr val="bg2">
                  <a:lumMod val="8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3731C6-9E76-458B-5295-09BA91702BE9}"/>
              </a:ext>
            </a:extLst>
          </p:cNvPr>
          <p:cNvSpPr txBox="1"/>
          <p:nvPr/>
        </p:nvSpPr>
        <p:spPr>
          <a:xfrm>
            <a:off x="4876995" y="2779674"/>
            <a:ext cx="400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85000"/>
                  </a:schemeClr>
                </a:solidFill>
              </a:rPr>
              <a:t>How do we want to solve it?</a:t>
            </a:r>
            <a:endParaRPr lang="nl-NL" sz="2400" dirty="0">
              <a:solidFill>
                <a:schemeClr val="bg2">
                  <a:lumMod val="8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B9F7D2-7C5F-0D87-116B-A0DFAAD1D969}"/>
              </a:ext>
            </a:extLst>
          </p:cNvPr>
          <p:cNvSpPr txBox="1"/>
          <p:nvPr/>
        </p:nvSpPr>
        <p:spPr>
          <a:xfrm>
            <a:off x="699971" y="334536"/>
            <a:ext cx="53960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2">
                    <a:lumMod val="85000"/>
                  </a:schemeClr>
                </a:solidFill>
              </a:rPr>
              <a:t>High level use case</a:t>
            </a:r>
            <a:endParaRPr lang="nl-NL" sz="4400" b="1" dirty="0">
              <a:solidFill>
                <a:schemeClr val="bg2">
                  <a:lumMod val="8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C1E26D-432D-EFB6-CF96-1B468FEAA302}"/>
              </a:ext>
            </a:extLst>
          </p:cNvPr>
          <p:cNvSpPr txBox="1"/>
          <p:nvPr/>
        </p:nvSpPr>
        <p:spPr>
          <a:xfrm>
            <a:off x="9283763" y="2779674"/>
            <a:ext cx="2735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85000"/>
                  </a:schemeClr>
                </a:solidFill>
              </a:rPr>
              <a:t>What do we have?</a:t>
            </a:r>
            <a:endParaRPr lang="nl-NL" sz="2400" dirty="0">
              <a:solidFill>
                <a:schemeClr val="bg2">
                  <a:lumMod val="8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0C0DBD-2060-211A-4E07-8818BCCE46FD}"/>
              </a:ext>
            </a:extLst>
          </p:cNvPr>
          <p:cNvSpPr txBox="1"/>
          <p:nvPr/>
        </p:nvSpPr>
        <p:spPr>
          <a:xfrm>
            <a:off x="9598753" y="3516024"/>
            <a:ext cx="21050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85000"/>
                  </a:schemeClr>
                </a:solidFill>
              </a:rPr>
              <a:t>A csv of each dataset  with 4TU.RD and Pure deposit information.</a:t>
            </a:r>
            <a:endParaRPr lang="nl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C2CB37-A465-C892-838A-BEA5C8E96F8A}"/>
              </a:ext>
            </a:extLst>
          </p:cNvPr>
          <p:cNvSpPr txBox="1"/>
          <p:nvPr/>
        </p:nvSpPr>
        <p:spPr>
          <a:xfrm>
            <a:off x="9598753" y="4529373"/>
            <a:ext cx="21050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85000"/>
                  </a:schemeClr>
                </a:solidFill>
              </a:rPr>
              <a:t>A public API to endpoints to harvest information about datasets in 4TU.RD.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>
          <a:extLst>
            <a:ext uri="{FF2B5EF4-FFF2-40B4-BE49-F238E27FC236}">
              <a16:creationId xmlns:a16="http://schemas.microsoft.com/office/drawing/2014/main" id="{CAD334EE-0A78-9181-4B41-4BBA996A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56">
            <a:extLst>
              <a:ext uri="{FF2B5EF4-FFF2-40B4-BE49-F238E27FC236}">
                <a16:creationId xmlns:a16="http://schemas.microsoft.com/office/drawing/2014/main" id="{41A0652C-590C-3414-29DC-3FF5EB84CD5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733367" y="5191923"/>
            <a:ext cx="3117792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</a:pPr>
            <a:r>
              <a:rPr lang="de-DE" dirty="0"/>
              <a:t>Data Transformation</a:t>
            </a:r>
            <a:endParaRPr dirty="0"/>
          </a:p>
        </p:txBody>
      </p:sp>
      <p:sp>
        <p:nvSpPr>
          <p:cNvPr id="1307" name="Google Shape;1307;p56">
            <a:extLst>
              <a:ext uri="{FF2B5EF4-FFF2-40B4-BE49-F238E27FC236}">
                <a16:creationId xmlns:a16="http://schemas.microsoft.com/office/drawing/2014/main" id="{7089D59D-E4E4-8430-8383-79F3F4708173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-1883" y="3643619"/>
            <a:ext cx="4317622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800" dirty="0"/>
              <a:t>API request + Database reconciliation</a:t>
            </a:r>
            <a:endParaRPr lang="nl-NL" sz="1800" dirty="0"/>
          </a:p>
        </p:txBody>
      </p:sp>
      <p:sp>
        <p:nvSpPr>
          <p:cNvPr id="1308" name="Google Shape;1308;p56">
            <a:extLst>
              <a:ext uri="{FF2B5EF4-FFF2-40B4-BE49-F238E27FC236}">
                <a16:creationId xmlns:a16="http://schemas.microsoft.com/office/drawing/2014/main" id="{6BF710A4-E784-A60E-DAFA-B57723E34198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4237463" y="3634439"/>
            <a:ext cx="3939341" cy="702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1800" dirty="0"/>
              <a:t>Parsing the response with Python</a:t>
            </a:r>
            <a:endParaRPr lang="nl-NL" sz="1800" dirty="0"/>
          </a:p>
        </p:txBody>
      </p:sp>
      <p:sp>
        <p:nvSpPr>
          <p:cNvPr id="1309" name="Google Shape;1309;p56">
            <a:extLst>
              <a:ext uri="{FF2B5EF4-FFF2-40B4-BE49-F238E27FC236}">
                <a16:creationId xmlns:a16="http://schemas.microsoft.com/office/drawing/2014/main" id="{B61D1CAF-E9F3-E29F-FC11-B0D86E7C73AB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8806557" y="3486572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sz="1800" dirty="0"/>
              <a:t>Presenting the info in the dashboard (</a:t>
            </a:r>
            <a:r>
              <a:rPr lang="en-US" sz="1800" dirty="0" err="1"/>
              <a:t>streamlit</a:t>
            </a:r>
            <a:r>
              <a:rPr lang="en-US" sz="1800" dirty="0"/>
              <a:t>)</a:t>
            </a:r>
            <a:endParaRPr lang="nl-NL" sz="1800" dirty="0"/>
          </a:p>
          <a:p>
            <a:pPr marL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9F126-448D-312C-5641-A7C673F9556A}"/>
              </a:ext>
            </a:extLst>
          </p:cNvPr>
          <p:cNvSpPr txBox="1"/>
          <p:nvPr/>
        </p:nvSpPr>
        <p:spPr>
          <a:xfrm>
            <a:off x="552335" y="1545668"/>
            <a:ext cx="2833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Case 1: Detecting datasets where publication links are missing in Pure but exist in 4TU.RD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8F366-1CED-E31C-54A2-CC386679A679}"/>
              </a:ext>
            </a:extLst>
          </p:cNvPr>
          <p:cNvSpPr txBox="1"/>
          <p:nvPr/>
        </p:nvSpPr>
        <p:spPr>
          <a:xfrm>
            <a:off x="507936" y="2634835"/>
            <a:ext cx="28331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Case 2: Detecting datasets where publication links exists in Pure but are missing in 4TU.RD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05F86-9CE8-3072-1FE2-C0116224E2B4}"/>
              </a:ext>
            </a:extLst>
          </p:cNvPr>
          <p:cNvSpPr txBox="1"/>
          <p:nvPr/>
        </p:nvSpPr>
        <p:spPr>
          <a:xfrm>
            <a:off x="4878780" y="2625135"/>
            <a:ext cx="28331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Producing structured CSV outputs for manual validation for each case</a:t>
            </a:r>
          </a:p>
        </p:txBody>
      </p:sp>
      <p:sp>
        <p:nvSpPr>
          <p:cNvPr id="10" name="Google Shape;1305;p56">
            <a:extLst>
              <a:ext uri="{FF2B5EF4-FFF2-40B4-BE49-F238E27FC236}">
                <a16:creationId xmlns:a16="http://schemas.microsoft.com/office/drawing/2014/main" id="{DB2E24CF-A51B-EC89-9E7C-423F7BA0B6A2}"/>
              </a:ext>
            </a:extLst>
          </p:cNvPr>
          <p:cNvSpPr txBox="1">
            <a:spLocks/>
          </p:cNvSpPr>
          <p:nvPr/>
        </p:nvSpPr>
        <p:spPr>
          <a:xfrm>
            <a:off x="552335" y="5191923"/>
            <a:ext cx="3117792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>
              <a:spcBef>
                <a:spcPts val="0"/>
              </a:spcBef>
            </a:pPr>
            <a:r>
              <a:rPr lang="de-DE" dirty="0"/>
              <a:t>Data Access</a:t>
            </a:r>
          </a:p>
        </p:txBody>
      </p:sp>
      <p:sp>
        <p:nvSpPr>
          <p:cNvPr id="21" name="Google Shape;1305;p56">
            <a:extLst>
              <a:ext uri="{FF2B5EF4-FFF2-40B4-BE49-F238E27FC236}">
                <a16:creationId xmlns:a16="http://schemas.microsoft.com/office/drawing/2014/main" id="{1E0FB46A-D427-202B-CB4E-50F5397EADA6}"/>
              </a:ext>
            </a:extLst>
          </p:cNvPr>
          <p:cNvSpPr txBox="1">
            <a:spLocks/>
          </p:cNvSpPr>
          <p:nvPr/>
        </p:nvSpPr>
        <p:spPr>
          <a:xfrm>
            <a:off x="8806557" y="5191923"/>
            <a:ext cx="3117792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>
              <a:spcBef>
                <a:spcPts val="0"/>
              </a:spcBef>
            </a:pPr>
            <a:r>
              <a:rPr lang="de-DE" dirty="0"/>
              <a:t>Data </a:t>
            </a:r>
            <a:r>
              <a:rPr lang="de-DE" dirty="0" err="1"/>
              <a:t>Visualization</a:t>
            </a:r>
            <a:endParaRPr lang="de-DE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5E9C9C-956B-F452-3AF6-2E8A9168E425}"/>
              </a:ext>
            </a:extLst>
          </p:cNvPr>
          <p:cNvCxnSpPr>
            <a:cxnSpLocks/>
          </p:cNvCxnSpPr>
          <p:nvPr/>
        </p:nvCxnSpPr>
        <p:spPr>
          <a:xfrm>
            <a:off x="8419169" y="1226634"/>
            <a:ext cx="0" cy="518531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306692-AF5F-AE73-E4E6-FE2CB2BFA961}"/>
              </a:ext>
            </a:extLst>
          </p:cNvPr>
          <p:cNvSpPr txBox="1"/>
          <p:nvPr/>
        </p:nvSpPr>
        <p:spPr>
          <a:xfrm>
            <a:off x="552335" y="170250"/>
            <a:ext cx="34163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2">
                    <a:lumMod val="85000"/>
                  </a:schemeClr>
                </a:solidFill>
              </a:rPr>
              <a:t>In particular</a:t>
            </a:r>
            <a:endParaRPr lang="nl-NL" sz="4400" b="1" dirty="0">
              <a:solidFill>
                <a:schemeClr val="bg2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38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7" grpId="0" build="p"/>
      <p:bldP spid="1308" grpId="0" build="p"/>
      <p:bldP spid="1309" grpId="0" build="p"/>
      <p:bldP spid="2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F740486C-664F-35CF-62D9-EA5ED67F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11BAC34D-5C85-AE03-8A29-8BCC26C206AA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9393A648-FCDC-8011-7E51-8D8CCC2F752B}"/>
              </a:ext>
            </a:extLst>
          </p:cNvPr>
          <p:cNvSpPr txBox="1"/>
          <p:nvPr/>
        </p:nvSpPr>
        <p:spPr>
          <a:xfrm>
            <a:off x="3833085" y="1084369"/>
            <a:ext cx="40806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Schedule</a:t>
            </a:r>
            <a:endParaRPr dirty="0">
              <a:solidFill>
                <a:schemeClr val="bg2">
                  <a:lumMod val="95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271C0D-75F3-D8D0-4D58-AD5CB3633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93963"/>
              </p:ext>
            </p:extLst>
          </p:nvPr>
        </p:nvGraphicFramePr>
        <p:xfrm>
          <a:off x="1176528" y="2489486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Try the in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tegration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of Case1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and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Visualizing the reconciliation workflow (via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09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CA861A8D-9F11-BA08-CBEF-C2979473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907C9CA-6D61-C6AA-37DE-4C5F493AA22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3A702663-8D72-667B-6285-1F55220F9EAE}"/>
              </a:ext>
            </a:extLst>
          </p:cNvPr>
          <p:cNvSpPr txBox="1"/>
          <p:nvPr/>
        </p:nvSpPr>
        <p:spPr>
          <a:xfrm>
            <a:off x="922823" y="2719205"/>
            <a:ext cx="456088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800" dirty="0">
                <a:solidFill>
                  <a:schemeClr val="lt1"/>
                </a:solidFill>
                <a:sym typeface="Caveat"/>
              </a:rPr>
              <a:t>Introduction to APIs</a:t>
            </a:r>
            <a:endParaRPr sz="4800" dirty="0">
              <a:solidFill>
                <a:schemeClr val="lt1"/>
              </a:solidFill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9A46D1E4-7000-4AA1-1909-FEBDE4FA0883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6F6E449A-319B-8760-BB0E-5DFD3DA57266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306949F5-CC21-BF30-BCE7-5BCAFC9AAF7F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GB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What are APIs</a:t>
              </a:r>
              <a:endParaRPr sz="1900" dirty="0"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3FBBA6ED-6C45-9FF0-B0CE-A6B5757CD5BA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7299CAED-1B44-FB53-FC70-2516016DAF81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01</a:t>
              </a:r>
              <a:endParaRPr sz="1100" b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3EA61EE-268B-413E-8D2A-9B533687071B}"/>
              </a:ext>
            </a:extLst>
          </p:cNvPr>
          <p:cNvSpPr txBox="1"/>
          <p:nvPr/>
        </p:nvSpPr>
        <p:spPr>
          <a:xfrm>
            <a:off x="6640253" y="2444308"/>
            <a:ext cx="483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API (Application Programming Interface):</a:t>
            </a: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- A bridge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that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allows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different software systems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communicate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.</a:t>
            </a:r>
          </a:p>
          <a:p>
            <a:pPr marL="457200" indent="-457200" algn="l">
              <a:buAutoNum type="arabicPeriod"/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-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APIs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define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how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software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components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interact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.</a:t>
            </a: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31560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person standing in front of a gear with a wrench and a sign&#10;&#10;AI-generated content may be incorrect.">
            <a:extLst>
              <a:ext uri="{FF2B5EF4-FFF2-40B4-BE49-F238E27FC236}">
                <a16:creationId xmlns:a16="http://schemas.microsoft.com/office/drawing/2014/main" id="{F2ACEE55-EF21-302E-50AE-3E850667E6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643467" y="866309"/>
            <a:ext cx="10905066" cy="256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person standing in front of a gear with a wrench and a sign&#10;&#10;AI-generated content may be incorrect.">
            <a:extLst>
              <a:ext uri="{FF2B5EF4-FFF2-40B4-BE49-F238E27FC236}">
                <a16:creationId xmlns:a16="http://schemas.microsoft.com/office/drawing/2014/main" id="{83DD2B20-659C-40CF-2241-204754E48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643467" y="3725729"/>
            <a:ext cx="10905066" cy="256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34B15A-64AD-21EF-D91A-2BC62D20F483}"/>
              </a:ext>
            </a:extLst>
          </p:cNvPr>
          <p:cNvSpPr txBox="1"/>
          <p:nvPr/>
        </p:nvSpPr>
        <p:spPr>
          <a:xfrm>
            <a:off x="1896220" y="886752"/>
            <a:ext cx="735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Client</a:t>
            </a:r>
            <a:endParaRPr lang="nl-NL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F4913-CA48-40F6-93D3-C4D85126E835}"/>
              </a:ext>
            </a:extLst>
          </p:cNvPr>
          <p:cNvSpPr txBox="1"/>
          <p:nvPr/>
        </p:nvSpPr>
        <p:spPr>
          <a:xfrm>
            <a:off x="9807165" y="891431"/>
            <a:ext cx="79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Server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20030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4B9C214B-ACD9-E0BD-C430-85A1040A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28414D24-FA84-56AC-23B3-CCD16AFEA172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" name="Picture 2" descr="Espresso machine dispensing coffee">
            <a:extLst>
              <a:ext uri="{FF2B5EF4-FFF2-40B4-BE49-F238E27FC236}">
                <a16:creationId xmlns:a16="http://schemas.microsoft.com/office/drawing/2014/main" id="{CC649664-4062-A85A-F571-EA4EE4AF6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1FBBB0-A4EA-BBD3-9BA4-BCB4F35DA9A0}"/>
              </a:ext>
            </a:extLst>
          </p:cNvPr>
          <p:cNvSpPr txBox="1"/>
          <p:nvPr/>
        </p:nvSpPr>
        <p:spPr>
          <a:xfrm>
            <a:off x="7370957" y="3751707"/>
            <a:ext cx="45803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APIs are like coffee machines in research labs.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Everyone depends on them,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nobody knows exactly how they work,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and when they break… the whole lab stops functioning</a:t>
            </a:r>
            <a:endParaRPr lang="nl-NL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31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9C26466C-4686-01F6-80D6-B5C2E7D1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62BFCD57-7DB9-67DB-D09C-F3DBBA20AE6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02E3E706-FAB0-BB5C-6021-1B8FCC47936D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Introduction to APIs</a:t>
            </a:r>
            <a:endParaRPr dirty="0">
              <a:solidFill>
                <a:schemeClr val="bg2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56ACEA2B-ED30-158C-AF7D-1967BE048A50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6984AF28-3532-3446-266F-9FB5662CFB39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545E23EE-FAF8-3FC8-4142-30CF016F387E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GB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Common language for APIs</a:t>
              </a:r>
              <a:endParaRPr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05F78333-4153-BAA7-A81D-DA414366D0A0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9EEEE90E-657C-F23A-4D7C-1BE5B30C6905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72D2798-E797-16A8-0EDE-48F9A92A3EBE}"/>
              </a:ext>
            </a:extLst>
          </p:cNvPr>
          <p:cNvSpPr txBox="1"/>
          <p:nvPr/>
        </p:nvSpPr>
        <p:spPr>
          <a:xfrm>
            <a:off x="6559068" y="2236881"/>
            <a:ext cx="483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Web API is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an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API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that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allows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different software systems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communicate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via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the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web,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using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HTTP protocol.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They use a </a:t>
            </a:r>
            <a:r>
              <a:rPr lang="en-US" b="1" dirty="0">
                <a:solidFill>
                  <a:schemeClr val="bg2">
                    <a:lumMod val="85000"/>
                  </a:schemeClr>
                </a:solidFill>
              </a:rPr>
              <a:t>shared vocabulary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 of methods: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GET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POST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PUT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DELETE to define how to exchange </a:t>
            </a:r>
            <a:r>
              <a:rPr lang="en-US" b="1" dirty="0">
                <a:solidFill>
                  <a:schemeClr val="bg2">
                    <a:lumMod val="85000"/>
                  </a:schemeClr>
                </a:solidFill>
              </a:rPr>
              <a:t>resources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 across the web.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Resources are something the API makes available and lets you interact with, e.g. (datasets, authors, collections).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Most Web APIs today use the JSON format to exchange data. </a:t>
            </a: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50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300DFAC7-816D-03C9-18DC-27A0DF5D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E8EEBDA0-D54E-CC12-F8AD-BC60338040ED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371B1358-85C5-059F-0E8E-EEA0B904F23C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Caveat"/>
                <a:sym typeface="Caveat"/>
              </a:rPr>
              <a:t>Introduction to APIs</a:t>
            </a:r>
            <a:endParaRPr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B1AF2CD9-5428-4D02-5858-86DBB57AB77B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50D923EA-E0E3-9F63-DF57-4578D385227C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18523642-CE52-E254-A20D-A55C0FDC3DAB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Why APIs are relevant for research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4CDBFE82-04EB-0F88-237C-DD04C68FF412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F75FBDCE-E417-E4D6-9BFE-4C9851745E97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03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6B10454-D7E3-B8E6-8F9C-0E98E449626E}"/>
              </a:ext>
            </a:extLst>
          </p:cNvPr>
          <p:cNvSpPr txBox="1"/>
          <p:nvPr/>
        </p:nvSpPr>
        <p:spPr>
          <a:xfrm>
            <a:off x="6494953" y="2374280"/>
            <a:ext cx="521890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(In general) APIs enable automation, integration, and reuse of data and services.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Enable programmatic access to research data (no manual downloads)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Facilitate reproducibility and automation of workflows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Support interoperability across systems and tools</a:t>
            </a:r>
          </a:p>
          <a:p>
            <a:pPr algn="l">
              <a:defRPr sz="2000"/>
            </a:pPr>
            <a:endParaRPr lang="en-US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Example: Retrieve datasets via API → analyze in Python/R → publish results</a:t>
            </a:r>
          </a:p>
        </p:txBody>
      </p:sp>
    </p:spTree>
    <p:extLst>
      <p:ext uri="{BB962C8B-B14F-4D97-AF65-F5344CB8AC3E}">
        <p14:creationId xmlns:p14="http://schemas.microsoft.com/office/powerpoint/2010/main" val="280825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2D29368B-41E0-7D34-D9DB-1C8A613F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1910568-CBA3-BFA6-7082-1EBD4F606E22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94085A62-5F8C-0F63-8581-810207271EFE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Introduction to APIs</a:t>
            </a:r>
            <a:endParaRPr dirty="0">
              <a:solidFill>
                <a:schemeClr val="bg2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38CBFF38-B9C3-8422-1080-4DA7325C6B98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D5191EF2-CED4-48AF-DF6E-570F82ED3965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01251DDB-4AFD-AD48-DE3D-66B78A69DAA6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Using the Unix terminal with REST APIs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F201275B-556C-53E8-DBD3-296F379EFB1F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9F902B23-E20F-1EDA-6B2E-7B1577BDC733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04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03500DA-A41A-D067-7A48-DCC596C396C7}"/>
              </a:ext>
            </a:extLst>
          </p:cNvPr>
          <p:cNvGrpSpPr/>
          <p:nvPr/>
        </p:nvGrpSpPr>
        <p:grpSpPr>
          <a:xfrm>
            <a:off x="6381832" y="2220386"/>
            <a:ext cx="5475556" cy="4293489"/>
            <a:chOff x="6494953" y="2374280"/>
            <a:chExt cx="5475556" cy="42934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337989A-BC45-D63D-810A-823A37D4630F}"/>
                </a:ext>
              </a:extLst>
            </p:cNvPr>
            <p:cNvSpPr txBox="1"/>
            <p:nvPr/>
          </p:nvSpPr>
          <p:spPr>
            <a:xfrm>
              <a:off x="6494953" y="2374280"/>
              <a:ext cx="5382705" cy="4064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+mj-lt"/>
                <a:buAutoNum type="arabicPeriod"/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The Unix terminal allows HTTP requests using `</a:t>
              </a:r>
              <a:r>
                <a:rPr lang="en-US" b="1" i="1" dirty="0">
                  <a:solidFill>
                    <a:schemeClr val="bg2">
                      <a:lumMod val="85000"/>
                    </a:schemeClr>
                  </a:solidFill>
                </a:rPr>
                <a:t>curl</a:t>
              </a: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`.</a:t>
              </a: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`</a:t>
              </a:r>
              <a:r>
                <a:rPr lang="en-US" b="1" i="1" dirty="0">
                  <a:solidFill>
                    <a:schemeClr val="bg2">
                      <a:lumMod val="85000"/>
                    </a:schemeClr>
                  </a:solidFill>
                </a:rPr>
                <a:t>curl</a:t>
              </a: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` = client URL: send requests and receive responses.</a:t>
              </a: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Examples:</a:t>
              </a:r>
            </a:p>
            <a:p>
              <a:pPr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curl -X </a:t>
              </a:r>
              <a:r>
                <a:rPr lang="en-US" sz="1600" b="1" dirty="0">
                  <a:solidFill>
                    <a:schemeClr val="bg2">
                      <a:lumMod val="85000"/>
                    </a:schemeClr>
                  </a:solidFill>
                </a:rPr>
                <a:t>&lt;HTTP_METHOD&gt; </a:t>
              </a:r>
              <a:r>
                <a:rPr lang="en-US" sz="1600" dirty="0">
                  <a:solidFill>
                    <a:schemeClr val="bg2">
                      <a:lumMod val="85000"/>
                    </a:schemeClr>
                  </a:solidFill>
                </a:rPr>
                <a:t>&lt;URL&gt; \</a:t>
              </a:r>
            </a:p>
            <a:p>
              <a:pPr>
                <a:defRPr sz="2000"/>
              </a:pPr>
              <a:r>
                <a:rPr lang="en-US" sz="1600" dirty="0">
                  <a:solidFill>
                    <a:schemeClr val="bg2">
                      <a:lumMod val="85000"/>
                    </a:schemeClr>
                  </a:solidFill>
                </a:rPr>
                <a:t>     -H "&lt;HEADER_KEY&gt;: &lt;HEADER_VALUE&gt;" \</a:t>
              </a:r>
            </a:p>
            <a:p>
              <a:pPr>
                <a:defRPr sz="2000"/>
              </a:pPr>
              <a:r>
                <a:rPr lang="en-US" sz="1600" dirty="0">
                  <a:solidFill>
                    <a:schemeClr val="bg2">
                      <a:lumMod val="85000"/>
                    </a:schemeClr>
                  </a:solidFill>
                </a:rPr>
                <a:t>     -d '&lt;BODY_DATA&gt;'</a:t>
              </a: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r>
                <a:rPr lang="en-US" sz="1800" b="1" dirty="0">
                  <a:solidFill>
                    <a:schemeClr val="bg2">
                      <a:lumMod val="85000"/>
                    </a:schemeClr>
                  </a:solidFill>
                </a:rPr>
                <a:t>&lt;HTTP_METHOD&gt;: 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033832F-CAA3-FADD-A311-5B91E40E8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8296" y="5344330"/>
              <a:ext cx="2932213" cy="1323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 Unicode M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GET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retrieve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data (default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method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)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POST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send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data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PUT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update data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DELETE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remove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data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339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4AA88F86-45B7-4CB3-A6B8-702E048E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5ED1F360-396C-E569-6A90-74DAF0C1E6A9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F347473E-8E6C-F987-D1E2-0D09D1CFA8A3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Introduction</a:t>
            </a:r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Caveat"/>
                <a:sym typeface="Caveat"/>
              </a:rPr>
              <a:t> to APIs</a:t>
            </a:r>
            <a:endParaRPr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79F54AD4-987E-2FA0-296C-E1772524FADD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13E408FE-FEB2-E81F-A73F-F2C8A05EF264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7F9FDFE7-90DB-3893-182D-67007E2D28F1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Web API of 4TU.ResearchData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34A1A2D3-D0BA-951C-8EB2-00C8C947C51A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2E0B993F-9170-663C-8D1B-CCB494AAF9EB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05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4B3B3B9-4438-0B45-07B6-BBBA55CAA402}"/>
              </a:ext>
            </a:extLst>
          </p:cNvPr>
          <p:cNvSpPr txBox="1"/>
          <p:nvPr/>
        </p:nvSpPr>
        <p:spPr>
          <a:xfrm>
            <a:off x="6459596" y="2236881"/>
            <a:ext cx="521890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[base URL] :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>
              <a:defRPr sz="2000"/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[specific resource </a:t>
            </a:r>
            <a:r>
              <a:rPr lang="en-US" dirty="0">
                <a:solidFill>
                  <a:schemeClr val="bg2">
                    <a:lumMod val="9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URL:endpoint</a:t>
            </a: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]: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>
              <a:defRPr sz="2000"/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List of </a:t>
            </a:r>
            <a:r>
              <a:rPr lang="en-US" i="1" dirty="0">
                <a:solidFill>
                  <a:schemeClr val="bg2">
                    <a:lumMod val="95000"/>
                  </a:schemeClr>
                </a:solidFill>
              </a:rPr>
              <a:t>(documented) </a:t>
            </a: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endpoints: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https://djehuty.4tu.nl/ </a:t>
            </a: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4D6D2-B9F5-7944-9E35-ED973990553D}"/>
              </a:ext>
            </a:extLst>
          </p:cNvPr>
          <p:cNvSpPr txBox="1"/>
          <p:nvPr/>
        </p:nvSpPr>
        <p:spPr>
          <a:xfrm>
            <a:off x="5328300" y="4990419"/>
            <a:ext cx="5386411" cy="16004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Exercise #1 : Checking the connection with the </a:t>
            </a:r>
            <a:br>
              <a:rPr lang="en-US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server using the web browser and CURL  in the Unix terminal</a:t>
            </a:r>
          </a:p>
          <a:p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Open a web browser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write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en-US" b="1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</a:t>
            </a: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One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the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Unix terminal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write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:</a:t>
            </a:r>
            <a:br>
              <a:rPr lang="nl-NL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nl-NL" sz="1200" b="1" i="1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curl</a:t>
            </a:r>
            <a:r>
              <a:rPr lang="nl-NL" sz="12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–X GET </a:t>
            </a:r>
            <a:r>
              <a:rPr lang="en-US" sz="12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 | </a:t>
            </a:r>
            <a:r>
              <a:rPr lang="en-US" sz="1200" b="1" i="1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jq</a:t>
            </a:r>
            <a:r>
              <a:rPr lang="en-US" sz="12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nl-NL" sz="1200" b="1" i="1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How are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both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responses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compared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to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each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other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B02D6-32F1-0540-4350-3516BAD93CA8}"/>
              </a:ext>
            </a:extLst>
          </p:cNvPr>
          <p:cNvSpPr txBox="1"/>
          <p:nvPr/>
        </p:nvSpPr>
        <p:spPr>
          <a:xfrm>
            <a:off x="28628" y="5087421"/>
            <a:ext cx="3377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8"/>
              </a:rPr>
              <a:t>Link to the workshop on how to use the API of 4TU.ResearchData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24925-8506-4839-17EB-1D182A8349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2824" y="5751852"/>
            <a:ext cx="952110" cy="9521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680B53-BB33-1C54-8CD8-A66CC4317D2A}"/>
              </a:ext>
            </a:extLst>
          </p:cNvPr>
          <p:cNvSpPr/>
          <p:nvPr/>
        </p:nvSpPr>
        <p:spPr>
          <a:xfrm>
            <a:off x="67308" y="4990419"/>
            <a:ext cx="3455756" cy="1860352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423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022C58-2B5F-71BE-1230-0846EEC60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93" y="2558026"/>
            <a:ext cx="4107366" cy="1900853"/>
          </a:xfrm>
        </p:spPr>
        <p:txBody>
          <a:bodyPr/>
          <a:lstStyle/>
          <a:p>
            <a:r>
              <a:rPr lang="en-US" dirty="0"/>
              <a:t>Let's start </a:t>
            </a:r>
            <a:endParaRPr lang="nl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C5CEAB-F030-26FB-D452-9DD2226EE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651953"/>
              </p:ext>
            </p:extLst>
          </p:nvPr>
        </p:nvGraphicFramePr>
        <p:xfrm>
          <a:off x="4310021" y="2177252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Try the in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tegration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of Case1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and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Visualizing the reconciliation workflow (via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602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15075-1650-EAB6-726D-190DFEBB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3A48B0-157F-2DB9-1508-4119684E7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93" y="2558026"/>
            <a:ext cx="4899102" cy="1900853"/>
          </a:xfrm>
        </p:spPr>
        <p:txBody>
          <a:bodyPr/>
          <a:lstStyle/>
          <a:p>
            <a:r>
              <a:rPr lang="en-US"/>
              <a:t>Environment installation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4090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20D34C64-2465-217A-C2C3-AD542B68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56714-246F-47FE-8505-7E0EFE55D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2390" y="350084"/>
            <a:ext cx="2621708" cy="2114336"/>
          </a:xfrm>
        </p:spPr>
        <p:txBody>
          <a:bodyPr/>
          <a:lstStyle/>
          <a:p>
            <a:r>
              <a:rPr lang="en-US" sz="4000" dirty="0"/>
              <a:t>Case 1</a:t>
            </a:r>
          </a:p>
          <a:p>
            <a:r>
              <a:rPr lang="en-US" sz="4000" dirty="0"/>
              <a:t>Flowchart</a:t>
            </a:r>
            <a:endParaRPr lang="nl-NL" sz="4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BFFF0A-81BF-B7B0-AB15-934590DAB0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3084026"/>
            <a:ext cx="12192000" cy="158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33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D165C4BD-427F-53E0-AB62-F9EC17A5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9196C-BCD2-E6CF-EE3F-08564E88D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2390" y="350084"/>
            <a:ext cx="2621708" cy="2114336"/>
          </a:xfrm>
        </p:spPr>
        <p:txBody>
          <a:bodyPr/>
          <a:lstStyle/>
          <a:p>
            <a:r>
              <a:rPr lang="en-US" sz="4000" dirty="0"/>
              <a:t>Case 2</a:t>
            </a:r>
          </a:p>
          <a:p>
            <a:r>
              <a:rPr lang="en-US" sz="4000" dirty="0"/>
              <a:t>Flowchart</a:t>
            </a:r>
            <a:endParaRPr lang="nl-NL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BE85C8-8DC9-BA21-680F-AF178CF4FA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3101121"/>
            <a:ext cx="12192000" cy="159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96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CCD3-C385-B4CC-9422-739CE8AE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CB739B-778D-FAFB-CCD2-7EEA41258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93" y="2558026"/>
            <a:ext cx="4107366" cy="1900853"/>
          </a:xfrm>
        </p:spPr>
        <p:txBody>
          <a:bodyPr/>
          <a:lstStyle/>
          <a:p>
            <a:r>
              <a:rPr lang="en-US" dirty="0"/>
              <a:t>Let's start </a:t>
            </a:r>
            <a:endParaRPr lang="nl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E5107-A35C-D157-3E8D-0D5FDD1AA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521402"/>
              </p:ext>
            </p:extLst>
          </p:nvPr>
        </p:nvGraphicFramePr>
        <p:xfrm>
          <a:off x="4310021" y="2177252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Try the in</a:t>
                      </a:r>
                      <a:r>
                        <a:rPr lang="nl-NL" sz="1600" b="1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tegration</a:t>
                      </a: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of Case1 </a:t>
                      </a:r>
                      <a:r>
                        <a:rPr lang="nl-NL" sz="1600" b="1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and</a:t>
                      </a: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Visualizing the reconciliation workflow (via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105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311AEAB8-B0A5-2B36-59B0-AB2202DC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F4070-B1DE-A7C7-FF0E-F2D580C57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444" y="1339695"/>
            <a:ext cx="2620536" cy="856507"/>
          </a:xfrm>
        </p:spPr>
        <p:txBody>
          <a:bodyPr/>
          <a:lstStyle/>
          <a:p>
            <a:r>
              <a:rPr lang="en-US" sz="4000" dirty="0"/>
              <a:t>Flowchart</a:t>
            </a:r>
            <a:endParaRPr lang="nl-NL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2D15B-ED8E-4485-7FDE-1C87B5669AD7}"/>
              </a:ext>
            </a:extLst>
          </p:cNvPr>
          <p:cNvSpPr txBox="1"/>
          <p:nvPr/>
        </p:nvSpPr>
        <p:spPr>
          <a:xfrm>
            <a:off x="133815" y="847492"/>
            <a:ext cx="36022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95000"/>
                  </a:schemeClr>
                </a:solidFill>
              </a:rPr>
              <a:t> Integrative command line tool</a:t>
            </a:r>
          </a:p>
          <a:p>
            <a:endParaRPr lang="nl-NL" sz="2000" dirty="0">
              <a:solidFill>
                <a:schemeClr val="bg2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F84DC3-37B3-06E2-E7B3-94BD7D8F86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2572494"/>
            <a:ext cx="12192000" cy="171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61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61D7-4469-40D4-91D1-7F806C91B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30A296-02AD-8A26-900F-2EB8620E0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93" y="2558026"/>
            <a:ext cx="4107366" cy="1900853"/>
          </a:xfrm>
        </p:spPr>
        <p:txBody>
          <a:bodyPr/>
          <a:lstStyle/>
          <a:p>
            <a:r>
              <a:rPr lang="en-US" dirty="0"/>
              <a:t>Let's start </a:t>
            </a:r>
            <a:endParaRPr lang="nl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CC6E6E-9368-8617-7808-248DFB6E1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0753"/>
              </p:ext>
            </p:extLst>
          </p:nvPr>
        </p:nvGraphicFramePr>
        <p:xfrm>
          <a:off x="4310021" y="2177252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Live coding session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Try the in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tegration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of Case1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and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Case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Visualizing the reconciliation workflow (via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1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492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F3058EBA-32BF-A4C7-ED62-09820A4C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C3F55BAC-F320-FC48-F527-B0BEB0E320A4}"/>
              </a:ext>
            </a:extLst>
          </p:cNvPr>
          <p:cNvSpPr/>
          <p:nvPr/>
        </p:nvSpPr>
        <p:spPr>
          <a:xfrm>
            <a:off x="367990" y="5488935"/>
            <a:ext cx="4694664" cy="140505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2BEE8948-B99A-D81C-A86F-3372D866B414}"/>
              </a:ext>
            </a:extLst>
          </p:cNvPr>
          <p:cNvSpPr txBox="1"/>
          <p:nvPr/>
        </p:nvSpPr>
        <p:spPr>
          <a:xfrm>
            <a:off x="2920532" y="358761"/>
            <a:ext cx="5689606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How to deploy the app as a live web app</a:t>
            </a:r>
          </a:p>
          <a:p>
            <a:pPr algn="ctr"/>
            <a:r>
              <a:rPr lang="en-GB" sz="32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(one option)</a:t>
            </a:r>
            <a:endParaRPr sz="1050"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E15101-BAF6-5CE2-1CC8-24ECA76F7589}"/>
              </a:ext>
            </a:extLst>
          </p:cNvPr>
          <p:cNvSpPr txBox="1"/>
          <p:nvPr/>
        </p:nvSpPr>
        <p:spPr>
          <a:xfrm>
            <a:off x="640609" y="3181071"/>
            <a:ext cx="6328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Host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the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code in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Github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(Push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the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dashboard app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Github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)</a:t>
            </a: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Add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a requirements.txt</a:t>
            </a: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Go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 </a:t>
            </a:r>
            <a:r>
              <a:rPr lang="nl-NL" sz="1800" dirty="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https://share.streamlit.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</a:t>
            </a:r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Connect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repo</a:t>
            </a:r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Deploy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DA812-05A2-D992-1707-592988B4A652}"/>
              </a:ext>
            </a:extLst>
          </p:cNvPr>
          <p:cNvSpPr txBox="1"/>
          <p:nvPr/>
        </p:nvSpPr>
        <p:spPr>
          <a:xfrm>
            <a:off x="8046720" y="3181071"/>
            <a:ext cx="27302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no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automatic deployment</a:t>
            </a:r>
          </a:p>
          <a:p>
            <a:endParaRPr lang="nl-NL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94576-9796-EC57-07B7-0D44222B816B}"/>
              </a:ext>
            </a:extLst>
          </p:cNvPr>
          <p:cNvSpPr txBox="1"/>
          <p:nvPr/>
        </p:nvSpPr>
        <p:spPr>
          <a:xfrm>
            <a:off x="450536" y="6163996"/>
            <a:ext cx="49399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100" dirty="0">
                <a:solidFill>
                  <a:schemeClr val="tx1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https://apiusecasepure4tusync-ckjc6yq7wj7guyh4nqecop.streamlit.app/</a:t>
            </a:r>
            <a:endParaRPr lang="nl-NL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237CB-4D5B-1F61-FD64-4D6016333FF9}"/>
              </a:ext>
            </a:extLst>
          </p:cNvPr>
          <p:cNvSpPr txBox="1"/>
          <p:nvPr/>
        </p:nvSpPr>
        <p:spPr>
          <a:xfrm>
            <a:off x="875373" y="5883685"/>
            <a:ext cx="2451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of a live web app 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121690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4382116A-6D8A-B9F6-4673-B3718448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DB2279F0-896A-1F70-D802-40BEADCDB6DD}"/>
              </a:ext>
            </a:extLst>
          </p:cNvPr>
          <p:cNvSpPr txBox="1"/>
          <p:nvPr/>
        </p:nvSpPr>
        <p:spPr>
          <a:xfrm>
            <a:off x="3072932" y="4191089"/>
            <a:ext cx="5689606" cy="20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Feedback : </a:t>
            </a:r>
            <a:r>
              <a:rPr lang="en-GB" sz="40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https://hackmd.io/cLKNCbDwTBi15suQ3cvJHA</a:t>
            </a:r>
            <a:endParaRPr sz="1050"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2" name="Google Shape;159;p25">
            <a:extLst>
              <a:ext uri="{FF2B5EF4-FFF2-40B4-BE49-F238E27FC236}">
                <a16:creationId xmlns:a16="http://schemas.microsoft.com/office/drawing/2014/main" id="{D91BD9BB-7899-1925-BB11-152A7EAF7848}"/>
              </a:ext>
            </a:extLst>
          </p:cNvPr>
          <p:cNvSpPr txBox="1"/>
          <p:nvPr/>
        </p:nvSpPr>
        <p:spPr>
          <a:xfrm>
            <a:off x="3072932" y="511161"/>
            <a:ext cx="568960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Wrap up</a:t>
            </a:r>
            <a:endParaRPr sz="1050"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27447-BF25-46CD-FAF2-1CD70BD426AF}"/>
              </a:ext>
            </a:extLst>
          </p:cNvPr>
          <p:cNvSpPr txBox="1"/>
          <p:nvPr/>
        </p:nvSpPr>
        <p:spPr>
          <a:xfrm>
            <a:off x="503818" y="1581663"/>
            <a:ext cx="108278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85000"/>
                  </a:schemeClr>
                </a:solidFill>
              </a:rPr>
              <a:t>Understanding cross-system metadata mismatches:  metadata about publications can exist in </a:t>
            </a:r>
            <a:r>
              <a:rPr lang="en-US" sz="1600" b="1" dirty="0">
                <a:solidFill>
                  <a:schemeClr val="bg2">
                    <a:lumMod val="85000"/>
                  </a:schemeClr>
                </a:solidFill>
              </a:rPr>
              <a:t>multiple systems</a:t>
            </a:r>
            <a:r>
              <a:rPr lang="en-US" sz="1600" dirty="0">
                <a:solidFill>
                  <a:schemeClr val="bg2">
                    <a:lumMod val="85000"/>
                  </a:schemeClr>
                </a:solidFill>
              </a:rPr>
              <a:t> (e.g., 4TU.ResearchData and Pure) and that inconsistencies are common.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2">
                  <a:lumMod val="8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85000"/>
                  </a:schemeClr>
                </a:solidFill>
              </a:rPr>
              <a:t>Working with structured data for decision making (CSV to filter): Data should have key fields to be reusable like the UUID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2">
                  <a:lumMod val="8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85000"/>
                  </a:schemeClr>
                </a:solidFill>
              </a:rPr>
              <a:t>Using APIs to enrich and validate metadata : APIs are key tools for data validation and integration.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2">
                  <a:lumMod val="8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85000"/>
                  </a:schemeClr>
                </a:solidFill>
              </a:rPr>
              <a:t>From scripts to usable tools: deploying a dashboard </a:t>
            </a:r>
          </a:p>
        </p:txBody>
      </p:sp>
    </p:spTree>
    <p:extLst>
      <p:ext uri="{BB962C8B-B14F-4D97-AF65-F5344CB8AC3E}">
        <p14:creationId xmlns:p14="http://schemas.microsoft.com/office/powerpoint/2010/main" val="502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64"/>
          <p:cNvSpPr txBox="1">
            <a:spLocks noGrp="1"/>
          </p:cNvSpPr>
          <p:nvPr>
            <p:ph type="body" idx="1"/>
          </p:nvPr>
        </p:nvSpPr>
        <p:spPr>
          <a:xfrm>
            <a:off x="152400" y="2535723"/>
            <a:ext cx="6454912" cy="190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de-DE"/>
              <a:t>Thank you.</a:t>
            </a: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CDIAGRAM" val="mcDiagram:16497bc9-6c30-4edf-9d94-0ffd7d636e6c:0bba16d9-5a88-4bb5-913b-bfdf18f4965d:0:1"/>
  <p:tag name="MC:BASE64" val="iVBORw0KGgoAAAANSUhEUgAAIAAAAAQnCAYAAABT8eJYAAAQAElEQVR4AezTibsdV3kn6q/2v4IlQyC2JMCYwUy2RBIc5iG2ZAgdmqQ7sycZC8s2aZIQQsZ+nvRN6Ax905mHvvcGMIaAzWDAIx7wIE94tnTOkbSPBtt5nqq6a9U5tb3P9qThjEvv3vXVWqt21ar1e6v2oPUhQIAAAQIECBAgQIAAAQIESheQjwABAgQIECBAgAABAgQIEChfQEICBAgQIECAAAECBAgQIECgfAEJCRAgQIAAAQIECBAgQIAAgfIFJCRAgAABAgQIECBAgAABAgTKF5CQAAECBAgQIECAAAECBAgQKF9AQgIECBAgQIAAAQIECBAgQKB8AQkJECBAgAABAgQIECBAgACB8gXaQfgQIECAAAECBAgQIECAAAEChQuIR4AAAQIECBAgQIAAAQIECJQvICEBAgQIECBAgAABAgQIECBQvoCEBAgQIECAAAECBAgQIECAQPkCEhIgQIAAAQIECBAgQIAAAQLlC0hIgAABAgQIECBAgAABAgQIlC8gIQECBAgQIECAAAECBAgQIFC+gIQECBAgQIAAAQIECBAgQIBA+QIRgxMhpIwECBAgQIAAAQIECBAgQOCEFhCeAAECBAgQIECAAAECBAgQKF9AQgIECBAgQIAAAQIECBAgQKB8AQkJECBAgAABAgQIECBAgACB8gUkJECAAAECBAgQIECAAAECBMoXkJAAAQIECBAgQIAAAQIECBAoX0BCAgQIECBAgAABAgQIECBAoHwBCQkQIECAAAECBAgQIECAAIHyBVLCQSobAQIECBAgQIAAAQIECBAgULCAaAQIECBAgAABAgQIECBAgED5AhISIECAAAECBAgQIECAAAEC5QtISIAAAQIECBAgQIAAAQIECJQvICEBAgQIECBAgAABAgQIECBQvoCEBAgQIECAAAECBAgQIECAQPkCEhIgQIAAAQIECBAgQIAAAQLlC0hIgAABAgQIECBAgAABAgQIlC+QEw7yThEgQIAAAQIECBAgQIAAAQLFCghGgAABAgQIECBAgAABAgQIlC8gIQECBAgQIECAAAECBAgQIFC+gIQECBAgQIAAAQIECBAgQIBA+QISEiBAgAABAgQIECBAgAABAuULSEiAAAECBAgQIECAAAECBAiULyAhAQIECBAgQIAAAQIECBAgUL6AhAQIECBAgAABAgQIECBAgED5Al3CQbe3I0CAAAECBAgQIECAAAECBAoVEIsAAQIECBAgQIAAAQIECBAoX0BCAgQIECBAgAABAgQIECBAoHwBCQkQIECAAAECBAgQIECAAIHyBSQkQIAAAQIECBAgQIAAAQIEyheQkAABAgQIECBAgAABAgQIEChfQEICBAgQIECAAAECBAgQIECgfAEJCRAgQIAAAQIECBAgQIAAgfIF5hIO5hp7AgQIECBAgAABAgQIECBAoEgBoQgQIECAAAECBAgQIECAAIHyBSQkQIAAAQIECBAgQIAAAQIEyheQkAABAgQIECBAgAABAgQIEChfQEICBAgQIECAAAECBAgQIECgfAEJCRAgQIAAAQIECBAgQIAAgfIFJCRAgAABAgQIECBAgAABAgTKF5CQAAECBAgQIECAAAECBAgQKF9gPuFgvtUQIECAAAECBAgQIECAAAECBQqIRIAAAQIECBAgQIAAAQIECJQvICEBAgQIECBAgAABAgQIECBQvoCEBAgQIECAAAECBAgQIECAQPkCEhIgQIAAAQIECBAgQIAAAQLlC0hIgAABAgQIECBAgAABAgQIlC8gIQECBAgQIECAAAECBAgQIFC+gIQECBAgQIAAAQIECBAgQIBA+QJ9wkHf0RIgQIAAAQIECBAgQIAAAQLFCQhEgAABAgQIECBAgAABAgQIlC8gIQECBAgQIECAAAECBAgQIFC+gIQECBAgQIAAAQIECBAgQIBA+QISEiBAgAABAgQIECBAgAABAuULSEiAAAECBAgQIECAAAECBAiULyAhAQIECBAgQIAAAQIECBAgUL6AhAQIECBAgAABAgQIECBAgED5AqOEg1FPhwABAgQIECBAgAABAgQIEChMQBwCBAgQIECAAAECBAgQIECgfAEJCRAgQIAAAQIECBAgQIAAgfIFJCRAgAABAgQIECBAgAABAgTKF5CQAAECBAgQIECAAAECBAgQKF9AQgIECBAgQIAAAQIECBAgQKB8AQkJECBAgAABAgQIECBAgACB8gUkJECAAAECBAgQIECAAAECBMoXeDbh4NmuHgECBAgQIECAAAECBAgQIFCUgDAECBAgQIAAgRNEoG3bmKwTJLqYBAgQIEAgggEBAgQIECBAgAABAgQIECBQvoCEBAgQIECAAAECBAgQIECAQPkCEhIgQIAAAQIECBAgQIAAAQLlC0hIgAABAgQIECBAgAABAgQIlC8gIQECBAgQIECAAAECBAgQIFC+gIQECBAgQIAAAQIECBAgQIBA+QJjCQdjfV0CBAgQIECAAAECBAgQIECgIAFRCBAgQIAAAQKlCrRtG+P1fDnHf8/95zvHMQIECBAgUIKADAQIECBAgAABAgQIECBAgED5AhISIECAAAECBAgQIECAAAEC5QtISIAAAQIECBAgQIAAAQIECJQvICEBAgQIECBAgAABAgQIECBQvoCEBAgQIECAAAECBAgQIECAQPkCEhIgQIAAAQIECBAgQIAAAQLlC4wnHIwP9AkQIECAAAECBAgQIECAAIFiBAQhQIAAAQIECBQl0LZt9PV8wfrfcvtivz/fb44RIECAAIE1LGDpBAgQIECAAAECBAgQIECAQPkCEhIgQIAAAQIECBAgQIAAAQLlC0hIgAABAgQIECBAgAABAgQIlC8gIQECBAgQIECAAAECBAgQIFC+gIQECBAgQIAAAQIECBAgQIBA+QISEiBAgAABAgQIECBAgAABAuULLEg4WDAyIECAAAECBAgQIECAAAECBAoREIMAAQIECBAgUI5A27bPCZOPjdf4CePHc//5fhs/pk+AAAECBNaugJUTIECAAAECBAgQIECAAAEC5QtISIAAAQIECBAgQIAAAQIECJQvICEBAgQIECBAgAABAgQIECBQvoCEBAgQIECAAAECBAgQIECAQPkCEhIgQIAAAQIECBAgQIAAAQLlC0hIgAABAgQIECBAgAABAgQIlC+wMOFg4dCIAAECBAgQIECAAAECBAgQKEJACAIECBAgQIBAIQJt2y5Ikse58sHc5mqaJiYrH881fl7u99X/1o+1BAgQIEBgTQpYNAECBAgQIECAAAECBAgQIFC+gIQECBAgQIAAAQIECBAgQIBA+QISEiBAgAABAgQIECBAgAABAuULSEiAAAECBAgQIECAAAECBAiULyAhAQIECBAgQIAAAQIECBAgUL6AhAQIECBAgAABAgQIECBAgED5AhMJBxNjQwIECBAgQIAAAQIECBAgQKAAAREIECBAgAABAiUItG07ipH7ufKB3DZNE+PtC/X78/rr8nm5n2u8n8eKAAECBAisNQHrJUCAAAECBAgQIECAAAECBMoXkJAAAQIECBAgQIAAAQIECBAoX0BCAgQIECBAgAABAgQIECBAoHwBCQkQIECAAAECBAgQIECAAIHyBSQkQIAAAQIECBAgQIAAAQIEyheQkAABAgQIECBAgAABAgQIEChfYDLhYPKAMQECBAgQIECAAAECBAgQILDmBQQgQIAAAQIECKxpgbZtI1cfou/ntmma7re+n8d97b53b/T9vh0/L/fznH072c9jRYAAAQIE1pCApRIgQIAAAQIECBAgQIAAAQLlC0hIgAABAgQIECBAgAABAgQIlC8gIQECBAgQIECAAAECBAgQIFC+gIQECBAgQIAAAQIECBAgQIBA+QISEiBAgAABAgQIECBAgAABAuULSEiAAAECBAgQIECAAAECBAiUL/CchIPnHHGAAAECBAgQIECAAAECBAgQWOMClk+AAAECBAgQWLsCbdsuWHweT1bTNDFZT+7aG3//a9+I3amd/G3y+nyDfCy3ucb7eawIECBAgMDaELBKAgQIECBAgAABAgQIECBAoHwBCQkQIECAAAECBAgQIECAAIHyBSQkQIAAAQIECBAgQIAAAQIEyheQkAABAgQIECBAgAABAgQIEChfQEICBAgQIECAAAECBAgQIECgfAEJCRAgQIAAAQIECBAgQIAAgfIFnptw8NxDjhAgQIAAAQIECBAgQIAAAQJrWsDiCRAgQIAAAQJrVKBt2wUrz+Nc+WDTNPFC9eSuvfGPF1wbU/cP4x8uuCby+IXO7Y/neXPluXON9/NYESBAgACBVS9ggQQIECBAgAABAgQIECBAgED5AhISIECAAAECBAgQIECAAAEC5QtISIAAAQIECBAgQIAAAQIECJQvICEBAgQIECBAgAABAgQIECBQvoCEBAgQIECAAAECBAgQIECAQPkCEhIgQIAAAQIECBAgQIAAAQLlCzxPwsHzHHOIAAECBAgQIECAAAECBAgQWMMClk6AAAECBAgQWIsCbduOlp3749U0TeRxbvuq6zpyPblrb/zjBdfGnvv2R5u+U6n9pwuuiSd3zXS/53P6a3Kb55ms/sb5eN/XEiBAgACB1S5gfQQIECBAgAABAgQIECBAgED5AhISIECAAAECBAgQIECAAAEC5QtISIAAAQIECBAgQIAAAQIECJQvICEBAgQIECBAgAABAgQIECBQvoCEBAgQIECAAAECBAgQIECAQPkCEhIgQIAAAQIECBAgQIAAAQLlCzxfwsHzHXSMAAECBAgQIECAAAECBAgQWLMCFk6AAAECBAgQWHMCbduO1tz3czteTdNEX3VdR6499+2Pf7742zH9wGx3fRVVaqtu/K8XfTv23LevOy+f21/bt+Nz5366sNvG+90BOwIECBAgsDoFrIoAAQIECBAgQIAAAQIECBAoX0BCAgQIECBAgAABAgQIECBAoHwBCQkQIECAAAECBAgQIECAAIHyBSQkQIAAAQIECBAgQIAAAQIEyheQkAABAgQIECBAgAABAgQIEChfQEICBAgQIECAAAECBAgQIECgfIHnTTh43qMOEiBAgAABAgQIECBAgAABAmtUwLIJECBAgAABAmtLoG3b0YL7fm77apomxquu68i157798c8Xfzum7h9GP0Pb9eZG0w8M41/T73vu29edn6/p58lz535ux6tfSD7W97UECBAgQGB1ClgVAQIECBAgQIAAAQIECBAgUL6AhAQIECBAgAABAgQIECBAgED5AhISIECAAAECBAgQIECAAAEC5QtISIAAAQIECBAgQIAAAQIECJQvICEBAgQIECBAgAABAgQIECBQvoCEBAgQIECAAAECBAgQIECAQPkCz59w8PyHHSVAgAABAgQIECBAgAABAgTWpIBFEyBAgAABAgTWkEDbtqPV9v3c9tU0TUxWXdex57598S+XXBdTtNJ6vAAAEABJREFUD8xGVVVRpVlSk9qul0Zz2/T9w/h/tn+nOz9fNzlXHvf36tu5KyPyuO9rCRAgQIDAqhOwIAIECBAgQIAAAQIECBAgQKB8AQkJECBAgAABAgQIECBAgACB8gUkJECAAAECBAgQIECAAAECBMoXkJAAAQIECBAgQIAAAQIECBAoX0BCAgQIECBAgAABAgQIECBAoHwBCQkQIECAAAECBAgQIECAAIHyBV4g4eAFjjtMgAABAgQIECBAgAABAgQIrEEBSyZAgAABAgQIrBWBtm1HS+37ue2raZroq67r6Gv3ffviXy75bkzdPxv9uXmmPF2bvpErHUhb6rYxff8w/t/t34k96bp+jtz2c+d2NE+aJPf7hY33+2NaAgQIECCwGgSsgQABAgQIECBAgAABAgQIEChfQEICBAgQIECAAAECBAgQIECgfAEJCRAgQIAAAQIECBAgQIAAgfIFJCRAgAABAgQIECBAgAABAgTKF5CQAAECBAgQIECAAAECBAgQKF9AQgIECBAgQIAAAQIECBAgQKB8gRdKOHihHxwnQIAAAQIECBAgQIAAAQIE1pyABRMgQIAAAQIE1oRA27ajdfb93PbVNE1MVl3Xsfu+ffF/Lv1+TD94IKoqosrf1Kli7rPtv29JnTSa2yL9HOnnmHlgNv6/T14Xe+7bG3meybnzuL9338b8J4/nuxoCBAgQILBaBKyDAAECBAgQIECAAAECBAgQKF9AQgIECBAgQIAAAQIECBAgQKB8AQkJECBAgAABAgQIECBAgACB8gUkJECAAAECBAgQIECAAAECBMoXkJAAAQIECBAgQIAAAQIECBAoX0BCAgQIECBAgAABAgQIECBAoHyBF0w4eMFf/ECAAAECBAgQIECAAAECBAisMQHLJUCAAAECBAisfoG2bUeL7Pu57atpmpisuq5jz/374//suD6mH5iNyFPkSp3uujTjtv++OU75qZfF1tSm4dyWzsm3S03M3D8b//bJ78bU/fsizzd5jzzu5koX9O3cJOl26Vjf1xIgQIAAgZUXsAICBAgQIECAAAECBAgQIECgfAEJCRAgQIAAAQIECBAgQIAAgfIFJCRAgAABAgQIECBAgAABAgTKF5CQAAECBAgQIECAAAECBAgQKF9AQgIECBAgQIAAAQIECBAgQKB8AQkJECBAgAABAgQIECBAgACB8gVeOOHghX/yCwECBAgQIECAAAECBAgQILCmBCyWAAECBAgQILDKBdq2Ha2w7+e2r6ZpYrLquo499++P/7Pj+pi+fzZdX0Wkba6qqKoqtv3x5jjlp14W+ZPbrX+8JXcj/Zi2fE7XjZn7h/HFS78bU/fvizxvrsn79Wvp25j/5PF8V0OAAAECBFZWwN0JECBAgAABAgQIECBAgACB8gUkJECAAAECBAgQIECAAAECBMoXkJAAAQIECBAgQIAAAQIECBAoX0BCAgQIECBAgAABAgQIECBAoHwBCQkQIECAAAECBAgQIECAAIHyBSQkQIAAAQIECBAgQIAAAQIEyhd4kYSDF/nNTwQIECBAgAABAgQIECBAgMAaErBUAgQIECBAgMBqFmjbdrS8vp/bvpqmicmq6zr23L8//nXH9TF1/2zkcyPSPHlLlQ7E1j86K05958tGc+fOKWl87h9vSae26ZSxSj9O3zeMf/vkdWm+fd398j0m75vvM17psm7Lx7qOHQECBAgQWEEBtyZAgAABAgQIECBAgAABAgTKF5CQAAECBAgQIECAAAECBAgQKF9AQgIECBAgQIAAAQIECBAgQKB8AQkJECBAgAABAgQIECBAgACB8gUkJECAAAECBAgQIECAAAECBMoXkJAAAQIECBAgQIAAAQIECBAoX+DFEg5e7Ee/ESBAgAABAgQIECBAgAABAmtGwEIJECBAgAABAqtWoG3b0dr6fm77apomJquu69jzwDD+dcf1MX3/bHd9VVWpTZW3VFv/aHOc+s6XpWPP3U5Jx8/54y2RL6miikidtI/8mUnzffGT343pB/Z39833mrx/v7a+zdflyuPcKgIECBAgsEICbkuAAAECBAgQIECAAAECBAiULyAhAQIECBAgQIAAAQIECBAgUL6AhAQIECBAgAABAgQIECBAgED5AhISIECAAAECBAgQIECAAAEC5QtISIAAAQIECBAgQIAAAQIECJQvICEBAgQIECBAgAABAgQIECBQvsCLJhy86K9+JECAAAECBAgQIECAAAECBNaIgGUSIECAAAECBFanQNu2o4X1/dz21TRNTFZd17HngWH8y6Xfj6n7Z6Ofoe16aZS2rX94Vmw4+2WjuZ+vc+rZJ8U5f7Sluyrv0mWj02buH8a/XfKdmH5gX3f/fM/JdfRr7Nv+4jzu+1oCBAgQILC8Au5GgAABAgQIECBAgAABAgQIlC8gIQECBAgQIECAAAECBAgQIFC+gIQECBAgQIAAAQIECBAgQIBA+QISEiBAgAABAgQIECBAgAABAuULSEiAAAECBAgQIECAAAECBAiULyAhAQIECBAgQIAAAQIECBAgUL7AiyccvPjPfiVAgAABAgQIECBAgAABAgTWhIBFEiBAgAABAgRWoUDbtqNV9f3c9tU0TUxWXdex54H98a87ro/p+w9EVVVRpVnmam5/3h+fFRvOflk6+tLbKWefFOf+8ZZI00SVvtFVdJ+Z+4fxxUuui+kH9nXryPeeXE+/1r7tLky7PE6NjQABAgQILK+AuxEgQIAAAQIECBAgQIAAAQLlC0hIgAABAgQIECBAgAABAgQIlC8gIQECBAgQIECAAAECBAgQIFC+gIQECBAgQIAAAQIECBAgQIBA+QISEiBAgAABAgQIECBAgAABAuULSEiAAAECBAgQIECAAAECBAiUL/ASCQcv8bufCRAgQIAAAQIECBAgQIAAgTUgYIkECBAgQIAAgdUm0LbtaEl9P7d9NU0Tk1XXdUw9OIx/ufT62HPfbLT5m+bJM3WV+tv+8O1x6jtfNpr7SDqnnH1SfPgPN+fZ0undTHP91J2+bxj/tv07Mf3Avm49eQ2T6+rX3Ldpkm7L465jR4AAAQIElknAbQgQIECAAAECBAgQIECAAIHyBSQkQIAAAQIECBAgQIAAAQIEyheQkAABAgQIECBAgAABAgQIEChfQEICBAgQIECAAAECBAgQIECgfAEJCRAgQIAAAQIECBAgQIAAgfIFJCRAgAABAgQIECBAgAABAgTKF3iphIOXOsHvBAgQIECAAAECBAgQIECAwKoXsEACBAgQIECAwKoSaNt2tJ6+n9u+mqaJyarrOqYeHMa/XHpDTD1wIKoqohp9o/uc90dnxYazT+r6R7s79afXxTl/tGX+srmZ0/SR77P3gdn40ievS/fd160rr2Vyff3a+3Z+osjjvq8lQIAAAQJLLGB6AgQIECBAgAABAgQIECBAoHwBCQkQIECAAAECBAgQIECAAIHyBSQkQIAAAQIECBAgQIAAAQIEyheQkAABAgQIECBAgAABAgQIEChfQEICBAgQIECAAAECBAgQIECgfAEJCRAgQIAAAQIECBAgQIAAgfIFXjLh4CXPcAIBAgQIECBAgAABAgQIECCwygUsjwABAgQIECCwegTath0tpu/ntq+maWKy6rqOqQeH8c+XXh977htG5ClypU7bVcS2P3h7bDj7ZaO5j6Vzyk+viw//4eb5S9MN5rbIa5u+d398+ZLvxPSD+7v15TVNrjOfN17zE3XX930tAQIECBBYOgEzEyBAgAABAgQIECBAgAABAuULSEiAAAECBAgQIECAAAECBAiULyAhAQIECBAgQIAAAQIECBAgUL6AhAQIECBAgAABAgQIECBAgED5AhISIECAAAECBAgQIECAAAEC5QtISIAAAQIECBAgQIAAAQIECJQv8NIJBy99ijMIECBAgAABAgQIECBAgACBVS1gcQQIECBAgACBVSLQtu1oJX0/t301TROTVdd17HlwGP+844aYuv9ARFWliojU5F1VVXHeH5wZG3/6pFiMz6nvWh8f/sMtaap0g7ktqqrqaua+YXzpkm/H9IP7u3XmtU2ut8/St2mibsvjrmNHgAABAgSWSsC8BAgQIECAAAECBAgQIECAQPkCEhIgQIAAAQIECBAgQIAAAQLlC0hIgAABAgQIECBAgAABAgQIlC8gIQECBAgQIECAAAECBAgQIFC+gIQECBAgQIAAAQIECBAgQIBA+QISEiBAgAABAgQIECBAgAABAuULHEHCwRGc4xQCBAgQIECAAAECBAgQIEBgFQtYGgECBAgQIEBgNQi0bTtaRt/PbV9N08Rk1XUdUz+ajX++9PrYc99s5HPTLiJNNTddG1t/722x8adfNpp7MTqnvmtdfOgPNo/uk+/bVZp85t5hfGn7t2LmR/ufs95+/d25aYF9my7rtjzuOnYECBAgQGAJBExJgAABAgQIECBAgAABAgQIlC8gIQECBAgQIECAAAECBAgQIFC+gIQECBAgQIAAAQIECBAgQIBA+QISEiBAgAABAgQIECBAgAABAuULSEiAAAECBAgQIECAAAECBAiULyAhAQIECBAgQIAAAQIECBAgUL7AkSQcHMlJziFAgAABAgQIECBAgAABAgRWrYCFESBAgAABAgRWXKBt29Ea+n5u+2qaJiarruuY+tFs/POOG2Lq/gPd9VVVRXQ112z7/bfHpnedFEvxOfXd6+NDf7hl7nbdPauo8o3Sbua+2fjyJd+JmR/tj7zOXJPr77P1bb40Vx7nVhEgQIAAgUUWMB0BAgQIECBAgAABAgQIECBQvoCEBAgQIECAAAECBAgQIECAQPkCEhIgQIAAAQIECBAgQIAAAQLlC0hIgAABAgQIECBAgAABAgQIlC8gIQECBAgQIECAAAECBAgQIFC+gIQECBAgQIAAAQIECBAgQIBA+QJHlHBwRGc5iQABAgQIECBAgAABAgQIEFilApZFgAABAgQIEFhZgbZtRwvo+7ntq2mamKy6rmPqR7PxT5deH7vvnY1+hrmp0iht237v7bHpXSeN5l6KzqnvXh8f/IMtkdeadnPrSPeO1JvetS++tP3bMfPg/m79ec2TOfJ149WvMR/r+1oCBAgQILA4AmYhQIAAAQIECBAgQIAAAQIEyheQkAABAgQIECBAgAABAgQIEChfQEICBAgQIECAAAECBAgQIECgfAEJCRAgQIAAAQIECBAgQIAAgfIFJCRAgAABAgQIECBAgAABAgTKF5CQAAECBAgQIECAAAECBAgQKF/gyBIOjuw0ZxEgQIAAAQIECBAgQIAAAQKrUsCiCBAgQIAAAQIrKNC27ejufT+3fTVNE5NV13VM/WgY/7Tjhthz34Go0gxV2ndVpUHqb/u9t8Wmd70sD5a8Tn33+vjQH2yJqqqiyncb7aqYuXd/fPmSb8fMg/u7HHntk3n6rH2bp8iVx7lVBAgQIFX05R0AABAASURBVEBgUQRMQoAAAQIECBAgQIAAAQIECJQvICEBAgQIECBAgAABAgQIECBQvoCEBAgQIECAAAECBAgQIECAQPkCEhIgQIAAAQIECBAgQIAAAQLlC0hIgAABAgQIECBAgAABAgQIlC8gIQECBAgQIECAAAECBAgQIFC+wBEmHBzheU4jQIAAAQIECBAgQIAAAQIEVqGAJREgQIAAAQIEVkqgbdvRrft+bvtqmiYmq67rmHpoNv7x0hti972z0fbfNFfXT+22z781Xv3uk0ZzL0fn1PecHB/4/c1pNeluXaxuNZEPTN+7P758ybdi74+Gz8nT5+sz922apdvyuOvYESBAgACB4xRwOQECBAgQIECAAAECBAgQIFC+gIQECBAgQIAAAQIECBAgQIBA+QISEiBAgAABAgQIECBAgAABAuULSEiAAAECBAgQIECAAAECBAiULyAhAQIECBAgQIAAAQIECBAgUL6AhAQIECBAgAABAgQIECBAgED5AkeacHCkJzqPAAECBAgQIECAAAECBAgQWHUCFkSAAAECBAgQWBGBtm1H9+37ue2raZqYrLquY+qh2finHTfGnvsORlVVMfpWc9Nt+/zb4tXvPmlusMz7U99zcnzg97fM37Xq1pZ2eYuZe4fx5Uu+FXt/tD9yjslsedxn79v5iSKP+76WAAECBAgco4DLCBAgQIAAAQIECBAgQIAAgfIFJCRAgAABAgQIECBAgAABAgTKF5CQAAECBAgQIECAAAECBAgQKF9AQgIECBAgQIAAAQIECBAgQKB8AQkJECBAgAABAgQIECBAgACB8gUkJECAAAECBAgQIECAAAECBMoXOOKEgyM+04kECBAgQIAAAQIECBAgQIDAKhOwHAIECBAgQIDA8gu0bTu6ad/PbV9N08Rk1XUdUw/Nxj9eemPs3jWbrk9zzM+TepFr2+ffGq95z0npt5XbNrz35PjA729JC8gryhXd2nK26V374svbvxV7f7Q/cp5ckznzeeOVJuq2fKzr2BEgQIAAgWMScBEBAgQIECBAgAABAgQIECBQvoCEBAgQIECAAAECBAgQIECAQPkCEhIgQIAAAQIECBAgQIAAAQLlC0hIgAABAgQIECBAgAABAgQIlC8gIQECBAgQIECAAAECBAgQIFC+gIQECBAgQIAAAQIECBAgQIBA+QJHnnBw5Kc6kwABAgQIECBAgAABAgQIEFhVAhZDgAABAgQIEFhmgbZtR3fs+7ntq2mamKy6rmP64QPxTztujD33zUZUEVGlXa6ISL047/Nvjde8+6RYDZ9T33tyfOD335GWklcW3fqqqkptFTP37o+rLvlW7Hto2OXM2Sbz9hZ9G/OfPJ7vaggQIECAwNEJOJsAAQIECBAgQIAAAQIECBAoX0BCAgQIECBAgAABAgQIECBAoHwBCQkQIECAAAECBAgQIECAAIHyBSQkQIAAAQIECBAgQIAAAQIEyheQkAABAgQIECBAgAABAgQIEChfQEICBAgQIECAAAECBAgQIECgfIGjSDg4inOdSoAAAQIECBAgQIAAAQIECKwiAUshQIAAAQIECCynQNu2o9v1/dz21TRNTFZd1zH98IH4h0tvjCd3zUY3RZ4mdfJ1EW1s/d23xGvefdJo7tXQOfW9J8f7fm9zXl5aYWrm15uamL5nf3x5+zdj30PD5+Tt8+ds49Vnysf6vpYAAQIECBypgPMIECBAgAABAgQIECBAgACB8gUkJECAAAECBAgQIECAAAECBMoXkJAAAQIECBAgQIAAAQIECBAoX0BCAgQIECBAgAABAgQIECBAoHwBCQkQIECAAAECBAgQIECAAIHyBSQkQIAAAQIECBAgQIAAAQIEyhc4moSDoznZuQQIECBAgAABAgQIECBAgMCqEbAQAgQIECBAgMCyCbRtO7pX389tX03TxGTVdR3TDx+If9xxY+y+dzaiqvKW2kif3K9i2+++NV77npPSePVtG9738nj/72+JKi2tqtI+VdoiH5i+Z39cdcm3Yt9Dw8g5J7PncW/TtzH/yeP5roYAAQIECByJgHMIECBAgAABAgQIECBAgACB8gUkJECAAAECBAgQIECAAAECBMoXkJAAAQIECBAgQIAAAQIECBAoX0BCAgQIECBAgAABAgQIECBAoHwBCQkQIECAAAECBAgQIECAAIHyBSQkQIAAAQIECBAgQIAAAQIEyhc4qoSDozrbyQQIECBAgAABAgQIECBAgMAqEbAMAgQIECBAgMDyCLRtO7pR389tX03TxGTVdR1TDx+If9hxYzyxazbyuRFtatNU3XRtbP2dM+K17zkpHVi926nve3m89/Ob07rzoheuf/ruvXHV9m/G3of2R847aZDHOfd4xfwnH5vvaggQIECAwEsI+JkAAQIECBAgQIAAAQIECBAoX0BCAgQIECBAgAABAgQIECBAoHwBCQkQIECAAAECBAgQIECAAIHyBSQkQIAAAQIECBAgQIAAAQIEyheQkAABAgQIECBAgAABAgQIEChfQEICBAgQIECAAAECBAgQIECgfIGjSzg4utOdTYAAAQIECBAgQIAAAQIECKwKAYsgQIAAAQIECCyDQNu2o7v0/dz21TRNTFZd1zH9yIH4xx03xZO7ZqNKM1RVldpUVR5EbPvcW+K0965Lg9W/bXj/K+J9v7dlwfqrNIqUafqeffGV7d+KfQ8PI+fONenRW/VtzH/yeL6rIUCAAAECLyzgFwIECBAgQIAAAQIECBAgQKB8AQkJECBAgAABAgQIECBAgACB8gUkJECAAAECBAgQIECAAAECBMoXkJAAAQIECBAgQIAAAQIECBAoX0BCAgQIECBAgAABAgQIECBAoHwBCQkQIECAAAECBAgQIECAAIHyBY4y4eAoz3c6AQIECBAgQIAAAQIECBAgsAoELIEAAQIECBAgsNQCbduObtH3c9tX0zQxWXVdx/QjB+IfdtwUT+waRp4iz9Jfk8fbfufNcdp7TxrNvRY6G97/injv5zd3eSIFatMuZ4rUTt+zN76y/Zux7+Hhczx6n3zuePWZ87G+ryVAgAABAs8n4BgBAgQIECBAgAABAgQIECBQvoCEBAgQIECAAAECBAgQIECAQPkCEhIgQIAAAQIECBAgQIAAAQLlC0hIgAABAgQIECBAgAABAgQIlC8gIQECBAgQIECAAAECBAgQIFC+gIQECBAgQIAAAQIECBAgQIBA+QJHm3BwtBc4nwABAgQIECBAgAABAgQIEFhxAQsgQIAAAQIECCypQNu2o/n7fm77apomJquu65h+5ED8w46b4ol7ZqPK3yrSPlWVO1Vs+50z4rT3nhRr8XPq+18R7/38lugCpV2VKg9yO3333rh6+zdj38PDyA6TNnnc2/VtzH/yeL6rIUCAAAECkwLGBAgQIECAAAECBAgQIECAQPkCEhIgQIAAAQIECBAgQIAAAQLlC0hIgAABAgQIECBAgAABAgQIlC8gIQECBAgQIECAAAECBAgQIFC+gIQECBAgQIAAAQIECBAgQIBA+QISEiBAgAABAgQIECBAgAABAuULHHXCwVFf4QICBAgQIECAAAECBAgQIEBghQXcngABAgQIECCwdAJt244m7/u57atpmpisuq5j+pED8fc7boon7plN1+c5ckXkfb5222fPiNe9b136be1uGz7winjP725JAbpUqZ3Pl3pTd++Nr1x8bex7eBjZY9Ioj7PDeKXLui0f6zp2BAgQIEBggYABAQIECBAgQIAAAQIECBAgUL6AhAQIECBAgAABAgQIECBAgED5AhISIECAAAECBAgQIECAAAEC5QtISIAAAQIECBAgQIAAAQIECJQvICEBAgQIECBAgAABAgQIECBQvoCEBAgQIECAAAECBAgQIECAQPkCR59wcPSXuIIAAQIECBAgQIAAAQIECBBYUQE3J0CAAAECBAgskUDbtqOZ+35u+2qaJiarruuYefRg/P2Om+PJXbMRVaRP2lWp5npx3mfPiNe976Q0Wvvbhg+8It7zu1sixvJVMfeduWdfXL392tj/yGxkl0mrPO4t+zbmP3k839UQIECAAIE5AXsCBAgQIECAAAECBAgQIECgfAEJCRAgQIAAAQIECBAgQIAAgfIFJCRAgAABAgQIECBAgAABAgTKF5CQAAECBAgQIECAAAECBAgQKF9AQgIECBAgQIAAAQIECBAgQKB8AQkJECBAgAABAgQIECBAgACB8gWOIeHgGK5xCQECBAgQIECAAAECBAgQILCCAm5NgAABAgQIEFgKgbZtR9P2/dz21TRNTFZd1zHz6MH4ux03xRP3DKObopumTf3USdvW335TvO7960Zzl9DZ8MEfi3d/bnOKknJGqhQ87bvM03ftjasvvib2PzKM7DNplse9ad+mibotj7uOHQECBAgQiAgIBAgQIECAAAECBAgQIECAQPkCEhIgQIAAAQIECBAgQIAAAQLlC0hIgAABAgQIECBAgAABAgQIlC8gIQECBAgQIECAAAECBAgQIFC+gIQECBAgQIAAAQIECBAgQIBA+QISEiBAgAABAgQIECBAgAABAuULHEvCwbFc5BoCBAgQIECAAAECBAgQIEBgxQTcmAABAgQIECCw6AJt247m7Pu57atpmpisuq5j+tGD8Xc7bo4n7pmNqKqoIn3md1Uabfvsm+L0969LB8vbNnzwx+Jdn9uSUqak1Vy+qkqdVFN3742rt38z9j8yjOw0aZfHvW3fzs0Qkcd9X0uAAAECJ7SA8AQIECBAgAABAgQIECBAgED5AhISIECAAAECBAgQIECAAAEC5QtISIAAAQIECBAgQIAAAQIECJQvICEBAgQIECBAgAABAgQIECBQvoCEBAgQIECAAAECBAgQIECAQPkCEhIgQIAAAQIECBAgQIAAAQLlCxxTwsExXeUiAgQIECBAgAABAgQIECBAYIUE3JYAAQIECBAgsLgCbduOJuz7ue2raZqYrLquY/rRA/F3O26Kx+8ZRj437aKbaX637bffGKe/f91o7hI7Gz/0ynjX5zbP5U4BO8qcP9X0nTNx9cXXxv5HhpG9Jg3zOLuNV5qi2/KxrmNHgAABAiewgOgECBAgQIAAAQIECBAgQIBA+QISEiBAgAABAgQIECBAgAABAuULSEiAAAECBAgQIECAAAECBAiULyAhAQIECBAgQIAAAQIECBAgUL6AhAQIECBAgAABAgQIECBAgED5AhISIECAAAECBAgQIECAAAEC5QscW8LBsV3mKgIECBAgQIAAAQIECBAgQGBFBNyUAAECBAgQILCIAm3bjmbr+7ntq2mamKy6rmPmsYPx95+6JZ64ZzaqNENVVVFVufIg4rzfPiNOf/+6NCh/2/ChV8a7P7clUvpIBBFV2nIn1fRde+OrF18bw0dnI7tNWuZxb923Mf/J4/muhgABAgRORAGZCRAgQIAAAQIECBAiAvk7AAAQAElEQVQgQIAAgfIFJCRAgAABAgQIECBAgAABAgTKF5CQAAECBAgQIECAAAECBAgQKF9AQgIECBAgQIAAAQIECBAgQKB8AQkJECBAgAABAgQIECBAgACB8gUkJECAAAECBAgQIECAAAECBMoXOMaEg2O8zmUECBAgQIAAAQIECBAgQIDACgi4JQECBAgQIEBgsQTath1N1fdz21fTNDFZdV3HzGMH4+923ByP3T2MPMVctamfK2Lrb74xTn//SaO5T4TOhg+9Ms7+nbM6g7RLW7bIvm1M3TUTV198TQwfnY3sN2max7153/Zmedz3tQQIECBwYglIS4AAAQIECBAgQIAAAQIECJQvICEBAgQIECBAgAABAgQIECBQvoCEBAgQIECAAAECBAgQIECAQPkCEhIgQIAAAQIECBAgQIAAAQLlC0hIgAABAgQIECBAgAABAgQIlC8gIQECBAgQIECAAAECBAgQIFC+wLEmHBzrha4jQIAAAQIECBAgQIAAAQIEll3ADQkQIECAAAECiyLQtu1onr6f276aponJqus6Zh47GH/3qVvisbtno8rfKqLqqtvFeb/1xnjDB9bFifjZ+OFXxbs+947oQCLmmyryd/rOmfjqxdfE/keHkR0nbfO4t+/bmP/k8XxXQ4AAAQInjoCkBAgQIECAAAECBAgQIECAQPkCEhIgQIAAAQIECBAgQIAAAQLlC0hIgAABAgQIECBAgAABAgQIlC8gIQECBAgQIECAAAECBAgQIFC+gIQECBAgQIAAAQIECBAgQIBA+QISEiBAgAABAgQIECBAgAABAuULHHPCwTFf6UICBAgQIECAAAECBAgQIEBgmQXcjgABAgQIECBw/AJt244m6fu57atpmpisuq5j7+OH4m933ByP3TVM1+c5Us1tka/d9pk3xOs/sC79duJuGz78yjj7s5vnAJJNRDv/jZi6cya+dtE1MXxsNrLnpHEeZ8fxmpsozTL2zPpjWgIECBAoWUA2AgQIECBAgAABAgQIECBAoHwBCQkQIECAAAECBAgQIECAAIHyBSQkQIAAAQIECBAgQIAAAQIEyheQkAABAgQIECBAgAABAgQIEChfQEICBAgQIECAAAECBAgQIECgfAEJCRAgQIAAAQIECBAgQIAAgfIFjj3h4NgvdSUBAgQIECBAgAABAgQIECCwrAJuRoAAAQIECBA4ToG2bUcz9P3c9tU0TUxWXdcx8/ih+NtP3RKP3z0bUUX65F2quS3O+803xhs+uC4dt238mVfFT39uS/ROVepUEWkfMX3X3vjaxdfE8LHZyK6T1nncP4u+jflPHs93NQQIECBQuoB8BAgQIECAAAECBAgQIECAQPkCEhIgQIAAAQIECBAgQIAAAQLlC0hIgAABAgQIECBAgAABAgQIlC8gIQECBAgQIECAAAECBAgQIFC+gIQECBAgQIAAAQIECBAgQIBA+QISEiBAgAABAgQIECBAgAABAuULHEfCwXFc61ICBAgQIECAAAECBAgQIEBgGQXcigABAgQIECBwPAJt244u7/u57atpmpisuq5j5vFD8bc7bo5H79wf3QzzuzaN8pTbPvOGeMMH143m1onY8OFXxdmf3ZIoOqUkFXOVwKbumI6vXfSNGD46G9l30jyP+2fSt2mibsvjrmNHgAABAkULCEeAAAECBAgQIECAAAECBAiULyAhAQIECBAgQIAAAQIECBAgUL6AhAQIECBAgAABAgQIECBAgED5AhISIECAAAECBAgQIECAAAEC5QtISIAAAQIECBAgQIAAAQIECJQvICEBAgQIECBAgAABAgQIECBQvsDxJBwcz8WuJUCAAAECBAgQIECAAAECBJZNwI0IECBAgAABAscs0Lbt6Nq+n9u+mqaJyarrOmYePxR/+6lb4rG7ZyOqKqroP1XqV3HeZ94Qb/jguv6gdkxgw8+8Kt752S2dUzV/vKpSL9XUnTPx79uvieGjs5GdJ+3zuH82fTs/ReRx39cSIECAQJECQhEgQIAAAQIECBAgQIAAAQLlC0hIgAABAgQIECBAgAABAgQIlC8gIQECBAgQIECAAAECBAgQIFC+gIQECBAgQIAAAQIECBAgQIBA+QISEiBAgAABAgQIECBAgAABAuULSEiAAAECBAgQIECAAAECBAiUL3BcCQfHdbWLCRAgQIAAAQIECBAgQIAAgWUScBsCBAgQIECAwLEJtG07urDv57avpmlisuq6jpnHDsbf7LglHr1zGN0UaZq0jeba9pnXxxs/tG401nmuwMZzfjze+dnN0btl88ijdGDqjun42sXfiOGjw8jek88gj/P549XfIR/r+1oCBAgQKE1AHgIECBAgQIAAAQIECBAgQKB8AQkJECBAgAABAgQIECBAgACB8gUkJECAAAECBAgQIECAAAECBMoXkJAAAQIECBAgQIAAAQIECBAoX0BCAgQIECBAgAABAgQIECBAoHwBCQkQIECAAAECBAgQIECAAIHyBY4v4eD4Lnc1AQIECBAgQIAAAQIECBAgsCwCbkKAAAECBAgQOAaBtm1HV/X93PbVNE1MVl3XMfPYwfjbnbfGY3fPRlVVqWKuIn2qiG3/7fXxxg+uSwPbSwlsOOfH452f3RyJLaqq26c2XZW603fOxNcvuTaGjw4ju08+izzun1Xfpiu7LY+7jh0BAgQIlCUgDQECBAgQIECAAAECBAgQIFC+gIQECBAgQIAAAQIECBAgQIBA+QISEiBAgAABAgQIECBAgAABAuULSEiAAAECBAgQIECAAAECBAiULyAhAQIECBAgQIAAAQIECBAgUL6AhAQIECBAgAABAgQIECBAgED5AseZcHCc17ucAAECBAgQIECAAAECBAgQWAYBtyBAgAABAgQIHK1A27ajS/p+bvtqmiYmq67rmHnsYPzNZbfGI3cOoz931KYZt/3G6+NNH1qXerYjFdh4zinxk7+9ufNMu7x1lXd7bp+Kf99+TQwfHUb2n3wmeTzyT8809/v7jvf7Y1oCBAgQWNsCVk+AAAECBAgQIECAAAECBAiULyAhAQIECBAgQIAAAQIECBAgUL6AhAQIECBAgAABAgQIECBAgED5AhISIECAAAECBAgQIECAAAEC5QtISIAAAQIECBAgQIAAAQIECJQvICEBAgQIECBAgAABAgQIECBQvsDxJhwc7wSuJ0CAAAECBAgQIECAAAECBJZcwA0IECBAgAABAkcl0Lbt6Py+n9u+mqaJyarrOmYeOxh/s/PWePSuYVRphirt5mquc95/e3286UPr0i+2oxXYeO4p8c7PviOiA51r0j4Nq5i+Yzq+vv2aGD46jPwcJp9NHvfPrm9j/pPH810NAQIECKx9AQkIECBAgAABAgQIECBAgACB8gUkJECAAAECBAgQIECAAAECBMoXkJAAAQIECBAgQIAAAQIECBAoX0BCAgQIECBAgAABAgQIECBAoHwBCQkQIECAAAECBAgQIECAAIHyBSQkQIAAAQIECBAgQIAAAQIEyhc47oSD457BBAQIECBAgAABAgQIECBAgMASC5ieAAECBAgQIHDkAm3bjk7u+7ntq2mamKy6rmPm8UPxNztvjUfvHI6ujzRVni7Xtk+fHm/60Lpnf9M7aoEN5/54/ORvbY7s2lXadc8lzTR1x3R8ffs3Yvax2cjPY/IZ5XF3bnoYfZsu67Y87jp2BAgQILDGBSyfAAECBAgQIECAAAECBAgQKF9AQgIECBAgQIAAAQIECBAgQKB8AQkJECBAgAABAgQIECBAgACB8gUkJECAAAECBAgQIECAAAECBMoXkJAAAQIECBAgQIAAAQIECBAoX0BCAgQIECBAgAABAgQIECBAoHyB4084OP4pzECAAAECBAgQIECAAAECBAgsqYDJCRAgQIAAAQJHKNC27ejMvp/bvpqmicmq6zpmHj8Uf7vz1nj0ztl0fZVqfquqqKoqzvuN0+OMD6+bP6g5HoGNW0+Jn/rslogq0qeKqkrV9SKm75iJb2y/JmYfm438XCafVR73z7Jv06Xdlsddx44AAQIE1q6AlRMgQIAAAQIECBAgQIAAAQLlC0hIgAABAgQIECBAgAABAgQIlC8gIQECBAgQIECAAAECBAgQIFC+gIQECBAgQIAAAQIECBAgQIBA+QISEiBAgAABAgQIECBAgAABAuULSEiAAAECBAgQIECAAAECBAiUL7AICQeLMIcpCBAgQIAAAQIECBAgQIAAgSUUMDUBAgQIECBA4EgE2rYdndb3c9tX0zQxWXVdx8zjh+Jvdt4aD/9wGG36Rq40VdoiX7v1ytPijA+vG82tc/wCG849JX7iNzeniZJ4em6ddR6l/p7b98TXL/5GDB8bRn4+k88sj/NzGa90abflY13HjgABAgTWpIBFEyBAgAABAgQIECBAgAABAuULSEiAAAECBAgQIECAAAECBAiULyAhAQIECBAgQIAAAQIECBAgUL6AhAQIECBAgAABAgQIECBAgED5AhISIECAAAECBAgQIECAAAEC5QtISIAAAQIECBAgQIAAAQIECJQvsBgJB4sxiTkIECBAgAABAgQIECBAgACBJRMwMQECBAgQIEDgJQXath2d0/dz21fTNDFZdV3HzOMH42923hqP/HAYUUX65F2quS3O+/Tp8eafWZ+O2xZbYOO2U+MnfmtLVFUVVZq8q9SPNJq6Yyqu2X5NDB8bRn5Ok88uj/tn27cx/8nj+a6GAAECBNaWgNUSIECAAAECBAgQIECAAAEC5QtISIAAAQIECBAgQIAAAQIECJQvICEBAgQIECBAgAABAgQIECBQvoCEBAgQIECAAAECBAgQIECAQPkCEhIgQIAAAQIECBAgQIAAAQLlC0hIgAABAgQIECBAgAABAgQIlC+wKAkHizKLSQgQIECAAAECBAgQIECAAIElEjAtAQIECBAgQODFBdq2HZ3Q93PbV9M0MVl1XcfeJw7F/955Wzz8w2F0M4x2XSe2XnFavPln1o3m1ll8gY3bTo13fOasbuKs3nZPIvXSNnX7VFyz/ZqYfXw28vOafIZ53D/jvu0mSrs8To2NAAECBNaUgMUSIECAAAECBAgQIECAAAEC5QtISIAAAQIECBAgQIAAAQIECJQvICEBAgQIECBAgAABAgQIECBQvoCEBAgQIECAAAECBAgQIECAQPkCEhIgQIAAAQIECBAgQIAAAQLlC0hIgAABAgQIECBAgAABAgQIlC+wOAkHizONWQgQIECAAAECBAgQIECAAIElETApAQIECBAgQOBFBNq2fc6v+VhfTdPEZNV1HXufOBT/e+ft8cids1FVVaqYq6giUm278nXxlnPWh8/SC2w8b0O847c2R3oMUaVvpMr9SJ+p26fiGxd/PWYfn4383CafZR73z7pv02Xdlsddx44AAQIE1oaAVRIgQIAAAQIECBAgQIAAAQLlC0hIgAABKS72dwAAEABJREFUAgQIECBAgAABAgQIlC8gIQECBAgQIECAAAECBAgQIFC+gIQECBAgQIAAAQIECBAgQIBA+QISEiBAgAABAgQIECBAgAABAuULSEiAAAECBAgQIECAAAECBAiUL7BICQeLNI9pCBAgQIAAAQIECBAgQIAAgSUQMCUBAgQIECBA4IUE2rZd8FMej1fTNDFZdV3HzBOH4q933hYP3bE/nj0/Uj9VtLHtitPiLT+zbsHcBksrsHHbhtjymc3pGeRn2qY2PYuu28bUbVNxzcVfj9nHZyM/v8lnmsfPPsd8bb5wbr35+FzPngABAgRWu4D1ESBAgAABAgQIECBAgAABAuULSEiAAAECBAgQIECAAAECBAiULyAhAQIECBAgQIAAAQIECBAgUL6AhAQIECBAgAABAgQIECBAgED5AhISIECAAAECBAgQIECAAAEC5QtISIAAAQIECBAgQIAAAQIECJQvsFgJB4s1kXkIECBAgAABAgQIECBAgACBRRcwIQECBAgQIEDgeQXath0dz/3JapomJquu69j75OH43ztvi4d/OIyqiqjyN3WqmPtsu+K0eMs56+YG9ssqsPG8DfGO39yS7pmeRt5SpccT6fHE1G1T8Y2L/j0OPHEg8nOcfLZ5PPkOpIm6LR/vOnYECBAgsJoFrI0AAQIECBAgQIAAAQIECBAoX0BCAgQIECBAgAABAgQIECBAoHwBCQkQIECAAAECBAgQIECAAIHyBSQkQIAAAQIECBAgQIAAAQIEyheQkAABAgQIECBAgAABAgQIEChfQEICBAgQIECAAAECBAgQIECgfIFFSzhYtJlMRIAAAQIECBAgQIAAAQIECCyygOkIECBAgAABAs8VaNt2dLDv57avpmlisuq6jr1PHo6/3nlbPPzDYcRoija669KM2644Ld56zvrUs62UwMaPbIgtn9n87PNJzyk/7tTE9O3Tcc3FX48DT8xGfp6TzziPu2eZLujbPkce930tAQIECKxGAWsiQIAAAQIECBAgQIAAAQIEyheQkAABAgQIECBAgAABAgQIEChfQEICBAgQIECAAAECBAgQIECgfAEJCRAgQIAAAQIECBAgQIAAgfIFJCRAgAABAgQIECBAgAABAgTKF5CQAAECBAgQIECAAAECBAgQKF9g8RIOFm8qMxEgQIAAAQIECBAgQIAAAQKLKmAyAgQIECBAgMCEQNu2oyN9P7d9NU0Tk1XXdex98nD89c7b4uE7hun6KiJtkT9VFVVVxbbLXxtvPWddPqJWWGDjRzbElt/cPLeK9GyqKj2jNEpNTN26J669+Btx4InZyM918lnncf8u9G26tNvyuOvYESBAgMDqE7AiAgQIECBAgAABAgQIECBAoHwBCQkQIECAAAECBAgQIECAAIHyBSQkQIAAAQIECBAgQIAAAQIEyheQkAABAgQIECBAgAABAgQIEChfQEICBAgQIECAAAECBAgQIECgfAEJCRAgQIAAAQIECBAgQIAAgfIFFjHhYBHnMhUBAgQIECBAgAABAgQIECCwiAKmIkCAAAECBAiMC7RtOxr2/dz21TRNTFZd17H3yUPxf192azx0xzDyuRFpnrx11cbWna+Jt527fjS3zsoLbPzIxtj83zanR9V2zyw9qvm2jT237o5rLvp6HHhiNvLznXzmeZyf83j1ifKxvq8lQIAAgdUjYCUECBAgQIAAAQIECBAgQIBA+QISEiBAgAABAgQIECBAgAABAuULSEiAAAECBAgQIECAAAECBAiULyAhAQIECBAgQIAAAQIECBAgUL6AhAQIECBAgAABAgQIECBAgED5AhISIECAAAECBAgQIECAAAEC5QssZsLBYk5mLgIECBAgQIAAAQIECBAgQGDRBExEgAABAgQIEBgJtG37nH4+1lfTNDFZdV3Hvt2H46933hEP/3B27vqqSm2qvKU67/LT4m3nrk/HbKtNYONHN8bmz2yJ/MjSo0ptFdX8Iqdu2xPXXvz1OPDkgcjPefLZ53H/bvTt/KWRx31fS4AAAQKrQsAiCBAgQIAAAQIECBAgQIAAgfIFJCRAgAABAgQIECBAgAABAgTKF5CQAAECBAgQIECAAAECBAgQKF9AQgIECBAgQIAAAQIECBAgQKB8AQkJECBAgAABAgQIECBAgACB8gUkJECAAAECBAgQIECAAAECBMoXWNSEg0WdzWQECBAgQIAAAQIECBAgQIDAIgmYhgABAgQIECAwJ9C27Vwn7ft+bvtqmiYmq67r2Lf7cPyvy26LH92xP8ZmyLNEPrD1stfE285dl8a21Sqw8aMb46zf2NwtL78Gzz7HiKlb98S1F34tDjx5IPLznnwH8rh/R/q2myjt8jg1NgIECBBYFQIWQYAAAQIECBAgQIAAAQIECJQvICEBAgQIECBAgAABAgQIECBQvoCEBAgQIECAAAECBAgQIECAQPkCEhIgQIAAAQIECBAgQIAAAQLlC0hIgAABAgQIECBAgAABAgQIlC8gIQECBAgQIECAAAECBAgQIFC+wOImHCzudGYjQIAAAQIECBAgQIAAAQIEFkXAJAQIECBAgACBJNC2bdrPbX0/t301TRO5n9u+6rqOfbsPx//aeXs8dMdsVFUVVZpirub223a+Nt6+dX06alvtAht/dlOc9ZnNkR5jVOkbqaqY+0zdtieuvehrceDJA5Gfe/8OjLf5/RivuSuje2/6vpYAAQIEVlDArQkQIECAAAECBAgQIECAAIHyBSQkQIAAAQIECBAgQIAAAQIEyheQkAABAgQIECBAgAABAgQIEChfQEICBAgQIECAAAECBAgQIECgfAEJCRAgQIAAAQIECBAgQIAAgfIFJCRAgAABAgQIECBAgAABAgTKF1jkhINFns90BAgQIECAAAECBAgQIECAwCIImIIAAQIECBAg0LbtCKHv57avpmlisuq6jr27D8dfXXZb/Oj2YbT5m+bJM3WV+ls/9ep4+9Z1o7l1Vr/Axo9uird/+qz8NNNi01NNzzHtIx2IqR/siWsv/GoceHI28vOffCfyuH9n+jZN0m153HXsCBAgQGDFBNyYAAECBAgQIECAAAECBAgQKF9AQgIECBAgQIAAAQIECBAgQKB8AQkJECBAgAABAgQIECBAgACB8gUkJECAAAECBAgQIECAAAECBMoXkJAAAQIECBAgQIAAAQIECBAoX0BCAgQIECBAgAABAgQIECBAoHyBxU44WOwJzUeAAAECBAgQIECAAAECBAgct4AJCBAgQIAAgRNcoG3bkUDfz21fTdNEX3Vdd/3c7tvzVPyvnbfHQz+cjaqKqEbf6D7bdr4mzty2vuvbrS2BTR97dZz1G5vnFp0ebn626fFG6sb0bVNx7YX/Hgd3H4j8HvTvxnjbvzt9OzdRRB73fS0BAgQILLuAGxIgQIAAAQIECBAgQIAAAQLlC0hIgAABAgQIECBAgAABAgQIlC8gIQECBAgQIECAAAECBAgQIFC+gIQECBAgQIAAAQIECBAgQIBA+QISEiBAgAABAgQIECBAgAABAuULSEiAAAECBAgQIECAAAECBAiUL7DoCQeLPqMJCRAgQIAAAQIECBAgQIAAgeMUcDkBAgQIECBwIgu0bTuK3/dz21fTNDFZdV3Hvj2H468uuy0eumMYkafIlTptVxHbLntNnLl1/WhunbUnsPFjr44zf2PzswtPzzi/LvndmL51d1x74dfi4O4Dkd+HyXckj/N549VPlI/1fS0BAgQILKeAexEgQIAAAQIECBAgQIAAAQLlC0hIgAABAgQIECBAgAABAgQIlC8gIQECBAgQIECAAAECBAgQIFC+gIQECBAgQIAAAQIECBAgQIBA+QISEiBAgAABAgQIECBAgAABAuULSEiAAAECBAgQIECAAAECBAiUL7D4CQeLP6UZCRAgQIAAAQIECBAgQIAAgeMScDEBAgQIECBwwgq0bTvK3vdz21fTNDFZdV3Hvj2H46923hEP3TGbrq8i0tZV2lVVFds+9eo4c+u68Fn7Ahs/lp7lb2yeC5Kec3q8UVVVV9M/2B3fvPBrcXD3gcjvxeS7ksf9u9S3cxNF5HHf1xIgQIDAMgm4DQECBAgQIECAAAECBAgQIFC+gIQECBAgQIAAAQIECBAgQIBA+QISEiBAgAABAgQIECBAgAABAuULSEiAAAECBAgQIECAAAECBAiULyAhAQIECBAgQIAAAQIECBAgUL6AhAQIECBAgAABAgQIECBAgED5AkuQcLAEc5qSAAECBAgQIECAAAECBAgQOA4BlxIgQIAAAQInpkDbtqPgfT+3fTVNE5NV13Xsn3oq/vKy2+NHtw8jn5t2EWmqPF2bOlt3bIqztq0fza2z9gU2fuzV8fZPb372OaeHnZ99euwx9YPdce2FX41Duw9Gfj8m35k87s7tr0ltL5KP930tAQIECCy9gDsQIECAAAECBAgQIECAAAEC5QtISIAAAQIECBAgQIAAAQIECJQvICEBAgQIECBAgAABAgQIECBQvoCEBAgQIECAAAECBAgQIECAQPkCEhIgQIAAAQIECBAgQIAAAQLlC0hIgAABAgQIECBAgAABAgQIlC+wFAkHSzGpOQkQIECAAAECBAgQIECAAIFjFnAhAQIECBAgcAIKtG07St33c9tX0zQxWXVdx/6pp+Kvdt4RD90xO3d9VUV0Ndds2/HqOGvb+vApT2Djf3p1vO3Tm+ced3rmVVVFNR9z+gd74psXfTUO7T4Y+T2ZfHfyuH+3+nb+0sjjvq8lQIAAgSUVMDkBAgQIECBAgAABAgQIECBQvoCEBAgQIECAAAECBAgQIECAQPkCEhIgQIAAAQIECBAgQIAAAQLlC0hIgAABAgQIECBAgAABAgQIlC8gIQECBAgQIECAAAECBAgQIFC+gIQECBAgQIAAAQIECBAgQIBA+QJLknCwJLOalAABAgQIECBAgAABAgQIEDhGAZcRIECAAAECJ5pA27ajyH0/t301TROTVdd17J96Kv7ystvjgduGMZqhmyuN0rb10k2x+bz1o7l1yhPY9HOvibdduTkiPffufRlFbGPqlifjmxdeHQd3H4j8vky+Q3ncXdNfm9r+8ny872sJECBAYKkEzEuAAAECBAgQIECAAAECBAiULyAhAQIECBAgQIAAAQIECBAgUL6AhAQIECBAgAABAgQIECBAgED5AhISIECAAAECBAgQIECAAAEC5QtISIAAAQIECBAgQIAAAQIECJQvICEBAgQIECBAgAABAgQIECBQvsDSJBwszbRmJUCAAAECBAgQIECAAAECBI5JwEUECBAgQIDACSXQtu0ob9/PbV9N08Rk1XUd+6aeir/ceUc8ePtsVGmGKu27qqputPXSTbH5vPWpbytdYOPPvSbe+unNUVVVVDls2lVdr4qpH+yOb130tTi4+0Dk92byXcrj/l3r2zxFrjzOrSJAgDYS+eAAABAASURBVACBJRIwLQECBAgQIECAAAECBAgQIFC+gIQECBAgQIAAAQIECBAgQIBA+QISEiBAgAABAgQIECBAgAABAuULSEiAAAECBAgQIECAAAECBAiULyAhAQIECBAgQIAAAQIECBAgUL6AhAQIECBAgAABAgQIECBAgED5AkuUcLBE85qWAAECBAgQIECAAAECBAgQOAYBlxAgQIAAAQInjkDbtqOwfT+3fTVNE7mf277quo7900/HX152ezxw2zDayW+ac+snN8aWj6wfza1TvsCmn3ttvOWKs9LbkLKm1yq/F5FHqT9185PxrQu/Gof2HIz8/vTv0nib37PxSrN0Wz7WdewIECBAYNEFTEiAAAECBAgQIECAAAECBAiULyAhAQIECBAgQIAAAQIECBAgUL6AhAQIECBAgAABAgQIECBAgED5AhISIECAAAECBAgQIECAAAEC5QtISIAAAQIECBAgQIAAAQIECJQvICEBAgQIECBAgAABAgQIECBQvsBSJRws1cTmJUCAAAECBAgQIECAAAECBI5awAUECBAgQIDACSLQtu0oad/PbV9N08Rk1XUd+6efir/ceUc8ePuBqKqIavSN7rPt0k2x5SPru77diSWw6eOvjbdduXk+dJXaVHlLNf2D3fHti74ah/YcjPweTb5bedy/e32bJui2PO46dgQIECCwmALmIkCAAAECBAgQIECAAAECBMoXkJAAAQIECBAgQIAAAQIECBAoX0BCAgQIECBAgAABAgQIECBAoHwBCQkQIECAAAECBAgQIECAAIHyBSQkQIAAAQIECBAgQIAAAQIEyheQkAABAgQIECBAgAABAgQIEChfYMkSDpZsZhMTIECAAAECBAgQIECAAAECRyngdAIECBAgQOBEEGjbdhSz7+e2r6Zpoq+6rrt+bvdPPxV/cdkd8cCtw3R9miNtqRO5ybX1ko2x5SPr8yF1ggps/Phr4y1XnJXS5zci1dwW+d3ac9MT8a0Lr45Dew5Gfp/6d2y8zeeNV5qo2/KxrmNHgAABAoskYBoCBAgQIECAAAECBAgQIECgfAEJCRAgQIAAAQIECBAgQIAAgfIFJCRAgAABAgQIECBAgAABAgTKF5CQAAECBAgQIECAAAECBAgQKF9AQgIECBAgQIAAAQIECBAgQKB8AQkJECBAgAABAgQIECBAgACB8gWWLuFg6aY2MwECBAgQIECAAAECBAgQIHBUAk4mQIAAAQIEihdo23aUse/ntq+maWKy6rqO/dNPxV/s/GE8ePtsRBURVdrliojUi22f3Bjv+Oj68CGw6T+fFm+9cnOCSG/G3BZVVXU1fcuT8e0Lr45Dew5Gfq8m37U87t/Fvk0TdVsedx07AgQIEDh+ATMQIECAAAECBAgQIECAAAEC5QtISIAAAQIECBAgQIAAAQIECJQvICEBAgQIECBAgAABAgQIECBQvoCEBAgQIECAAAECBAgQIECAQPkCEhIgQIAAAQIECBAgQIAAAQLlC0hIgAABAgQIECBAgAABAgQIlC+whAkHSzi3qQkQIECAAAECBAgQIECAAIGjEHAqAQIECBAgULZA27bPCZiP9dU0TeR+bvuq6zqGM0/Hn++8Ix64bZh+T1PkadJc+dw22jj3klPjHR9Zn36wEZgT2Pjx0+LNl58Z6fXIW3pv0pvSvTMRUzc/Gd+68CtxeOpg5Perf9fG2+7d6s6fu25u1jRdOtb3tQQIECBw7AKuJECAAAECBAgQIECAAAECBMoXkJAAAQIECBAgQIAAAQIECBAoX0BCAgQIECBAgAABAgQIECBAoHwBCQkQIECAAAECBAgQIECAAIHyBSQkQIAAAQIECBAgQIAAAQIEyheQkAABAgQIECBAgAABAgQIEChfYCkTDpZycnMTIECAAAECBAgQIECAAAECRyzgRAIECBAgQKBggbZtF6TL4/FqmiYmq67rGM48HX+x84fx4G0H0vVVRNrmqoqqqmLbJRvjJz56cvgQmBTY9InXxZuv2BxV+qGqqqiqVKkfVcT0zbvj2xdeHYenDkZ+zybfvTwefz9zP1+aa7yfx4oAAQIEjlrABQQIECBAgAABAgQIECBAgED5AhISIECAAAECBAgQIECAAAEC5QtISIAAAQIECBAgQIAAAQIECJQvICEBAgQIECBAgAABAgQIECBQvoCEBAgQIECAAAECBAgQIECAQPkCEhIgQIAAAQIECBAgQIAAAQLlCyxpwsGSzm5yAgQIECBAgAABAgQIECBA4AgFnEaAAAECBAiUKtC27YJoeTxeTdNEX3Vdd/3cDmeejj/f+cO479ZhtOkbufJUXbWxdfup8RMfXb9gbgMC4wKbPnFavPnyzenVSW9Qeg/zq5Nfo3Qgpm56Ir594dVxeOpg5PetfwfH2/H3NPf7ucf7/TEtAQIECBypgPMIECBAgAABAgQIECBAgACB8gUkJECAAAECBAgQIECAAAECBMoXkJAAAQIECBAgQIAAAQIECBAoX0BCAgQIECBAgAABAgQIECBAoHwBCQkQIECAAAECBAgQIECAAIHyBSQkQIAAAQIECBAgQIAAAQIEyhdY2oSDpZ3e7AQIECBAgAABAgQIECBAgMARCTiJAAECBAgQKFKgbdsFufJ4vJqmicmq6zr2zzwdf77zh3H/rcOo0gxV2ndVdYPYun1D/MRH16eBjcCLC2z8xGlxxhWbo6qqVOncKqJK30jjqZueiG9feHUcmjoY+b2bfBfzePx9zf2Y/4z35w9pCBAgQOBIBJxDgAABAgQIECBAgAABAgQIlC8gIQECBAgQIECAAAECBAgQIFC+gIQECBAgQIAAAQIECBAgQIBA+QISEiBAgAABAgQIECBAgAABAuULSEiAAAECBAgQIECAAAECBAiULyAhAQIECBAgQIAAAQIECBAgUL7AEiccLPH8pidAgAABAgQIECBAgAABAgSOQMApBAgQIECAQHkCbdsuCJXH49U0TUxWXdcxnHk6/uLyO+O+W4eRZ+gqzdWmUb5+68Wnxk/+7PoFcxsQeDGBTZ94XZyx86xIr1Gk1yht6a3Kg1RTNz0e1114dRyePhT5/Zt8J/M4v3fj1d8rH+v7WgIECBA4MgFnESBAgAABAgQIECBAgAABAuULSEiAAAECBAgQIECAAAECBAiULyAhAQIECBAgQIAAAQIECBAgUL6AhAQIECBAgAABAgQIECBAgED5AhISIECAAAECBAgQIECAAAEC5QtISIAAAQIECBAgQIAAAQIECJQvsNQJB0t9A/MTIECAAAECBAgQIECAAAECLyngBAIECBAgQKAwgbZtFyTK4/FqmibyOLd91XUdw5mn488vvzPu+8Ewqu4baZ+qqiJSb+vFp8ZP/uz68CFwtAIbf/51ccbOsyK9RhHdLr1T6b2qUn/qpsfjugu/EoenD0V+D/t3crzN7+t4xfwnH5vvaggQIEDgpQWcQYAAAQIECBAgQIAAAQIECJQvICEBAgQIECBAgAABAgQIECBQvoCEBAgQIECAAAECBAgQIECAQPkCEhIgQIAAAQIECBAgQIAAAQLlC0hIgAABAgQIECBAgAABAgQIlC8gIQECBAgQIECAAAECBAgQIFC+wJInHCz5HdyAAAECBAgQIECAAAECBAgQeAkBPxMgQIAAAQIlCbRtO4qT+5PVNE1MVl3XMZx5Ov7n5XfGfT8YpuvzHLki8r5N+60XnRI/9bGT0282AscmsOkXTo83XXZWunjurUqd9GalfRruufHx+M4FV8Xh6YOR38fJdzSPJ9/ldGW35eNdx44AAQIEXkLAzwQIECBAgAABAgQIECBAgED5AhISIECAAAECBAgQIECAAAEC5QtISIAAAQIECBAgQIAAAQIECJQvICEBAgQIECBAgAABAgQIECBQvoCEBAgQIECAAAECBAgQIECAQPkCEhIgQIAAAQIECBAgQIAAAQLlCyx9wsHS38IdCBAgQIAAAQIECBAgQIAAgRcV8CMBAgQIECBQjEDbtqMsfT+3fTVNE33Vdd31czu795n4n5ffGfffOoyoIn3Srko114ttF58aP/Wx9WlkI3B8Apt+4fQ44/LNEWPvV+5XUcX0TU/EdRd+JZ6aORT5vezf1fG2f5f7NuY/eTzf1RAgQIDACwk4ToAAAQIECBAgQIAAAQIECJQvICEBAgQIECBAgAABAgQIECBQvoCEBAgQIECAAAECBAgQIECAQPkCEhIgQIAAAQIECBAgQIAAAQLlC0hIgAABAgQIECBAgAABAgQIlC8gIQECBAgQIECAAAECBAgQIFC+wDIkHCzDPdyCAAECBAgQIECAAAECBAgQeBEBPxEgQIAAAQJlCLRt+5wg+VhfTdPEZNV1HbN7n4kvXH5n3PeDYXRTdNO0qZ8qzXjORafET/3s+tSzEVgcgY0/f3q88VNnpsnyO5YqvXhp371zUzc8Ht+54Cvx1MyhyO/n5Dubx/073bdpom7L465jR4AAAQLPK+AgAQIECBAgQIAAAQIECBAgUL6AhAQIECBAgAABAgQIECBAgED5AhISIECAAAECBAgQIECAAAEC5QtISIAAAQIECBAgQIAAAQIECJQvICEBAgQIECBAgAABAgQIECBQvoCEBAgQIECAAAECBAgQIECAQPkCy5FwsBw3cQ8CBAgQIECAAAECBAgQIEDgBQX8QIAAAQIECBQg0LbtghR5PF5N00Qe57avuq5jdu8z8T8vvzPu+8EwoqpSRURq8q5KnW0XnRJnf2x9+BBYbIFN/+X18abLNqe3LL1p6d2r0g2qKu1TTd3wWFx3wVfiqZlDkd/T/p0db/P7PF7p8m7Lx7qOHQECBAhMChgTIECAAAECBAgQIECAAAEC5QtISIAAAQIECBAgQIAAAQIECJQvICEBAgQIECBAgAABAgQIECBQvoCEBAgQIECAAAECBAgQIECAQPkCEhIgQIAAAQIECBAgQIAAAQLlC0hIgAABAgQIECBAgAABAgQIlC+wLAkHy3IXNyFAgAABAgQIECBAgAABAgReQMBhAgQIECBAYK0LtG27IEIej1fTNDFZdV3H7N6n4wuX3xm7fjCMfH5Emidtucn9cy98VbzzY+sXzG1AYDEFNv6X18cbPnVmet3a7rXrXuX8DqabTN3wWFx3wVXx1MyhyO/r5Ducx/m9Ha90WbflY13HjgABAgTGBHQJECBAgAABAgQIECBAgACB8gUkJECAAAECBAgQIECAAAECBMoXkJAAAQIECBAgQIAAAQIECBAoX0BCAgQIECBAgAABAgQIECBAoHwBCQkQIECAAAECBAgQIECAAIHyBSQkQIAAAQIECBAgQIAAAQIEyhdYnoSD5bmNuxAgQIAAAQIECBAgQIAAAQLPK+AgAQIECBAgsKYF2rZdsP48Hq+maaKvuq67fm5n9z0TX7jirrj3B8Oo0gxVVaU2VZUHEVsvPCUjXj3VAAAQAElEQVTO/k8np4GNwNIKbPqvb4g3XrZ5wftXVelFTDV1w+Nx3QVXxVN7D0d+b/t3ebwdf99zv1/teL8/piVAgMAJLSA8AQIECBAgQIAAAQIECBAgUL6AhAQIECBAgAABAgQIECBAgED5AhISIECAAAECBAgQIECAAAEC5QtISIAAAQIECBAgQIAAAQIECJQvICEBAgQIECBAgAABAgQIECBQvoCEBAgQIECAAAECBAgQIECAQPkCy5RwsEz3cRsCBAgQIECAAAECBAgQIEDgeQQcIkCAAAECBNauQNu2Cxafx+PVNE1MVl3XMbvvmfjC5XfFrluGkafIszx7XcQ5578qzv5P6xfMbUBgKQU2/tfXx+t3vD29j+ltTC9lfh/TIN2yjakbHovvnv/leGrv4cjv7+Q7ncf5/PFKF3ZbPtZ17AgQIEAgEBAgQIAAAQIECBAgQIAAAQLlC0hIgAABAgQIECBAgAABAgQIlC8gIQECBAgQIECAAAECBAgQIFC+gIQECBAgQIAAAQIECBAgQIBA+QISEiBAgAABAgQIECBAgAABAuULSEiAAAECBAgQIECAAAECBAiUL7BcCQfLdSP3IUCAAAECBAgQIECAAAECBJ4j4AABAgQIECCwRgXatl2w8jwer6ZpIo9z21dd1zG775n4wuV3xa5bhlHlbxVpn6rKnSrOveDH410/d3L4EFhugU2/+MZ4w6c2R+R3MdInvZIRVfeduuGx+N4FX46n9h6K/B737/R4m9/38Yr5Tz4239UQIEDgRBaQnQABAgQIECBAgAABAgQIEChfQEICBAgQIECAAAECBAgQIECgfAEJCRAgQIAAAQIECBAgQIAAgfIFJCRAgAABAgQIECBAgAABAgTKF5CQAAECBAgQIECAAAECBAgQKF9AQgIECBAgQIAAAQIECBAgQKB8gWVLOFi2O7kRAQIECBAgQIAAAQIECBAgMCFgSIAAAQIECKxFgbZtFyw7j8eraZrI49z2Vdd1zO57Jv7s8rti1y3DdH0b+Zs6qY3u/HPPf1W86+fW50OKwIoIbPrFN8Qbdpw1d+/uNc9vadeJPdc/Ft89/6p4au+hyO9z/26Pt/m9H6+5iebe776vJUCAwIkpIDUBAgQIECBAgAABAgQIECBQvoCEBAgQIECAAAECBAgQIECAQPkCEhIgQIAAAQIECBAgQIAAAQLlC0hIgAABAgQIECBAgAABAgQIlC8gIQECBAgQIECAAAECBAgQIFC+gIQECBAgQIAAAQIECBAgQIBA+QLLl3CwfLdyJwIECBAgQIAAAQIECBAgQGCBgAEBAgQIECCw5gTatl2w5jwer6Zpoq+6rrt+bmf3PRN/dsVdce8tw4gq0qdKTZXaSG3Euef/eLzr59aHD4GVFtj4i2+I1+84K6LK72cV+RvpU6WavuGx+N4FV8VTew9Ffq/7d328Hf8/5H66rNvG+90BOwIECJxIArISIECAAAECBAgQIECAAAEC5QtISIAAAQIECBAgQIAAAQIECJQvICEBAgQIECBAgAABAgQIECBQvoCEBAgQIECAAAECBAgQIECAQPkCEhIgQIAAAQIECBAgQIAAAQLlC0hIgAABAgQIECBAgAABAgQIlC+wjAkHy3gvtyJAgAABAgQIECBAgAABAgTGBHQJECBAgACBtSXQtu2CBefxeDVNE33Vdd31czu77+n4syvujl03D6ObYX7XplGe8pxff1W8++PrF8xtQGAlBTb90hvj9EvPTEvo3tL0psZcpRd26vuPxvcuuCqe2nso8vvdv/Pj7fj/IvfTRN023u8O2BEgQOAEERCTAAECBAgQIECAAAECBAgQKF9AQgIECBAgQIAAAQIECBAgQKB8AQkJECBAgAABAgQIECBAgACB8gUkJECAAAECBAgQIECAAAECBMoXkJAAAQIECBAgQIAAAQIECBAoX0BCAgQIECBAgAABAgQIECBAoHyB5Uw4WM6buRcBAgQIECBAgAABAgQIECAwEtAhQIAAAQIE1pBA27YLVpvH49U0TeRxbvuq6zpm9z0dX7jynth1yzCiquLZTxX5e+75r4x3f3z9s4f1CKwSgU2/9MY4/dKzuve0SmvqKr/DqaaufzS+f+FV8dTeQ5Hf8/6dH2/z/2G80hTdlo91HTsCBAicOAKSEiBAgAABAgQIECBAgAABAuULSEiAAAECBAgQIECAAAECBAiULyAhAQIECBAgQIAAAQIECBAgUL6AhAQIECBAgAABAgQIECBAgED5AhISIECAAAECBAgQIECAAAEC5QtISIAAAQIECBAgQIAAAQIECJQvsKwJB8t6NzcjQIAAAQIECBAgQIAAAQIE5gU0BAgQIECAwFoRaNt2wVLzeLyapok8zm1fdV3H7L6n48+uuCfuvnmYfk9TLJimjXN+/ZXxno+fnH6wEVidApt++U3xukvP7BaXX9/8nkekXtqmvvdofP+CL8fhvYciv+/9uz/e5vPHq5so7fKx1NgIECBwggiISYAAAQIECBAgQIAAAQIECJQvICEBAgQIECBAgAABAgQIECBQvoCEBAgQIECAAAECBAgQIECAQPkCEhIgQIAAAQIECBAgQIAAAQLlC0hIgAABAgQIECBAgAABAgQIlC8gIQECBAgQIECAAAECBAgQIFC+wPImHCzv7dyNAAECBAgQIECAAAECBAgQ6ATsCBAgQIAAgTUh0LbtgnXm8Xg1TRN91XXd9XN7YP8z8YVP74p7bpmNKn+riCpXpE9qz/31V8V7Pr4+DWwEVrfApl9+U5x+6VmRXtuoqm6f2rTm1J36/mNxw4VXxVP7DkV+7/v/wng7/n/J/XRlt433uwN2BAgQKFVALgIECBAgQIAAAQIECBAgQKB8AQkJECBAgAABAgQIECBAgACB8gUkJECAAAECBAgQIECAAAECBMoXkJAAAQIECBAgQIAAAQIECBAoX0BCAgQIECBAgAABAgQIECBAoHwBCQkQIECAAAECBAgQIECAAIHyBZY54WCZ7+d2BAgQIECAAAECBAgQIECAQERAIECAAAECBFa/QNu2CxaZx+PVNE30Vdd118/t7P5n4k+vuCfuuml/jJ/f9dOM5/zqj8V7Pr4+9WwE1obAxl9+U5z2yTO79znt8hbR/T3a2PO9R+L6C66Kp/Ydivz+9/+J8bZ799P/qW/71Hnc97UECBAoVUAuAgQIECBAgAABAgQIECBAoHwBCQkQIECAAAECBAgQIECAAIHyBSQkQIAAAQIECBAgQIAAAQIEyheQkAABAgQIECBAgAABAgQIEChfQEICBAgQIECAAAECBAgQIECgfAEJCRAgQIAAAQIECBAgQIAAgfIFljvhYLlv6H4ECBAgQIAAAQIECBAgQIBAICBAgAABAgRWuUDbtgtWmMfj1TRNTFZd1zG7/5n4syvvibtvHkaVv1VE1VW3i3N/7ZXx3v98cvgQWGsCm37ljDj90rNi7oWOiPRK512VOlPfeyRuuOCqeGrfocj/g/H/Rv7f5HFuxyvmP/nYfFdDgACBEgVkIkCAAAECBAgQIECAAAECBMoXkJAAAQIECBAgQIAAAQIECBAoX0BCAgQIECBAgAABAgQIECBAoHwBCQkQIECAAAECBAgQIECAAIHyBSQkQIAAAQIECBAgQIAAAQIEyheQkAABAgQIECBAgAABAgQIEChfYNkTDpb9jm5IgAABAgQIECBAgAABAgROeAEABAgQIECAwGoWaNt2wfLyeLyapok8zm1fdV3HgeEz8adX3BN33zTsru9mSbs8Xa5zfuUV8d7/vL77zY7AWhTY+CtnxGmXvD0ivdddpV2bKmfZ871H4vrzvxxP7zsc+f/Q/zfG2/y/Ga98Xa58LLeKAAEC5QlIRIAAAQIECBAgQIAAAQIECJQvICEBAgQIECBAgAABAgQIECBQvoCEBAgQIECAAAECBAgQIECAQPkCEhIgQIAAAQIECBAgQIAAAQLlC0hIgAABAgQIECBAgAABAgQIlC8gIQECBAgQIECAAAECBAgQIFC+wPInHCz/Ld2RAAECBAgQIECAAAECBAic4ALiEyBAgAABAqtWoG3bBWvL4/FqmibyOLd91XUdB4bPxJ9duSvuuXk2XV+liuj2VRVpi3N/9cfifZ84OXwIrHWBTb/65njdJ8+KqCJ9qqiqKrUReT/9/Ufjhgu/HE/vOxz5f5H/I32b+7ny/2e8Yv6Tj813NQQIEChHQBICBAgQIECAAAECBAgQIECgfAEJCRAgQIAAAQIECBAgQIAAgfIFJCRAgAABAgQIECBAgAABAgTKF5CQAAECBAgQIECAAAECBAgQKF9AQgIECBAgQIAAAQIECBAgQKB8AQkJECBAgAABAgQIECBAgACB8gVWIOFgBe7plgQIECBAgAABAgQIECBA4IQWEJ4AAQIECBBYnQJt2y5YWB6PV9M00Vdd110/tweGz8SfXrEr7rxxGG36Rldz+3z9Ob/yY/G+T6xfMLcBgbUssPFXz4jTLjkzRUhvfPrf5H9OV6m/57sPx/UXfCme3nc48v+j/8+Mt/l/MV5pom7Lx7qOHQECBAoREIMAAQIECBAgQIAAAQIECBAoX0BCAgQIECBAgAABAgQIECBAoHwBCQkQIECAAAECBAgQIECAAIHyBSQkQIAAAQIECBAgQIAAAQIEyheQkAABAgQIECBAgAABAgQIEChfQEICBAgQIECAAAECBAgQIECgfIGVSDhYiZu6JwECBAgQIECAAAECBAgQOIEFRCdAgAABAgRWoUDbtgtWlcfj1TRN5HFu67qOvj0wfCb+9MpdcddNw4gq0qfbpTa64bm/+mPxvk+sDx8CpQls/NU3x2svOSu951WqmKuqiki9qe89Ejdc+KV4et/h6P8v+T8zXvn/NF4x/8nH5rsaAgQIrHUB6ydAgAABAgQIECBAgAABAgTKF5CQAAECBAgQIECAAAECBAgQKF9AQgIECBAgQIAAAQIECBAgQKB8AQkJECBAgAABAgQIECBAgACB8gUkJECAAAECBAgQIECAAAECBMoXkJAAAQIECBAgQIAAAQIECBAoX2BFEg5W5K5uSoAAAQIECBAgQIAAAQIETlgBwQkQIECAAIHVJtC27YIl5fF4NU0TeZzbvuq6joOz/xH/1xW74s4bh9HN8Oyum++cX3lFvP8T68OHQKkCm37tzfHaS87s4uXXv+3+CamXtqnvPhI3XPCleHr/4cj/l/6/M97m/9V4dROlXT6WGhsBAgTWuIDlEyBAgAABAgQIECBAgAABAuULSEiAAAECBAgQIECAAAECBAiULyAhAQIECBAgQIAAAQIECBAgUL6AhAQIECBAgAABAgQIECBAgED5AhISIECAAAECBAgQIECAAAEC5QtISIAAAQIECBAgQIAAAQIECJQvsDIJBytzW3clQIAAAQIECBAgQIAAAQInqIDYBAgQNn2uwQAAEABJREFUIECAwKoSaNt2wXryeLyapok8zm1d19G3B2f/I/7HFbvirptno6qqVGmaKqJK37w/55dfHu//xPrwIVC6wMZfe3O8ZvuZ829+leJWkf4SqY2Y+t4jccMFX4qn9x+O/v+T/0O58v/q+aq7MO3yb6mxESBAYO0KWDkBAgQIECBAgAABAgQIECBQvoCEBAgQIECAAAECBAgQIECAQPkCEhIgQIAAAQIECBAgQIAAAQLlC0hIgAABAgQIECBAgAABAgQIlC8gIQECBAgQIECAAAECBAgQIFC+gIQECBAgQIAAAQIECBAgQIBA+QIrlHCwQvd1WwIECBAgQIAAAQIECBAgcEIKCE2AAAECBAisHoG2bRcsJo/Hq2mayOPc1nUdfXtw9pn4k8vviTtvGna/53O6qdJ0bbRxzi+/PD7w8ycvmNuAQMkCm379LfHq7Wd2/4dI/4H+/5AOxNR1D8cN538xnt5/OPr/Uf4vjdfcfyj9e9KFud9bjff7Y1oCBAisFQHrJECAAAECBAgQIECAAAECBMoXkJAAAQIECBAgQIAAAQIECBAoX0BCAgQIECBAgAABAgQIECBAoHwBCQkQIECAAAECBAgQIECAAIHyBSQkQIAAAQIECBAgQIAAAQIEyheQkAABAgQIECBAgAABAgQIEChfYKUSDlbqxu5LgAABAgQIECBAgAABAgROQAGRCRAgQIAAgVUi0LbtgpXk8Xg1TRN5nNu6rqNvD8w+E39yxa646+bZqNIMVVVFVaVK/agizvmll8cHfn59HikCJ5TApl9/S7xm+5kpc/ojpC3/H9Ig0t8jpr/7SNxw/hfj6f2HY/z/lP9XfeX/23jla3PlY7lVBAgQWGMClkuAAAECBAgQIECAAAECBAiULyAhAQIECBAgQIAAAQIECBAgUL6AhAQIECBAgAABAgQIECBAgED5AhISIECAAAECBAgQIECAAAEC5QtISIAAAQIECBAgQIAAAQIECJQvICEBAgQIECBAgAABAgQIECBQvsCKJRys2J3dmAABAgQIECBAgAABAgQInHACAhMgQIAAAQKrQaBt2wXLyOPxapom8ji3dV1H3x6c/Y/4H1feG3fdNBuRpkhbatvu3Nw/5xdfHh/8hZMXzG1A4EQS2HT+W+PVF789/S+eTd3/3aa/+0jceMEX45nhUzH+v8r/r/7/ltvx6mfJx/q+lgABAmtDwCoJECBAgAABAgQIECBAgACB8gUkJECAAAECBAgQIECAAAECBMoXkJAAAQIECBAgQIAAAQIECBAoX0BCAgQIECBAgAABAgQIECBAoHwBCQkQIECAAAECBAgQIECAAIHyBSQkQIAAAQIECBAgQIAAAQIEyhdYuYSDlbu1OxMgQIAAAQIECBAgQIAAgRNMQFwCBAgQIEBgxQXatl2whjwer6ZpIo9zW9d19O3B2f+I/3HlvXHXjbPp+ipibkttFVVVxbm/9PL44C+sDx8CJ7rApvPfGq/ZfuYcQ/pvVFXV9XMzfd0jceP5X4xnhk9F///K/7Fc/f8ut+PVXZx2+VhqbAQIEFgbAlZJgAABAgQIECBAgAABAgQIlC8gIQECBAgQIECAAAECBAgQIFC+gIQECBAgQIAAAQIECBAgQIBA+QISEiBAgAABAgQIECBAgAABAuULSEiAAAECBAgQIECAAAECBAiULyAhAQIECBAgQIAAAQIECBAgUL7ACiYcrOC93ZoAAQIECBAgQIAAAQIECJxQAsISIECAAAECKyvQtu2CBeTxeDVNE3mc27quo28Pzv5H/MmVu+KHNw6jTd/IlaZKW3f+h//r+vjgL6xfMLcBgRNZYOP5b41NF709/VXSPyb97+b+K2mY/jtT1z0UN/z6v8Uzw6di/H+W/2/5//d81Vvm3/q+lgABAqtZwNoIECBAgAABAgQIECBAgACB8gUkJECAAAECBAgQIECAAAECBMoXkJAAAQIECBAgQIAAAQIECBAoX0BCAgQIECBAgAABAgQIECBAoHwBCQkQIECAAAECBAgQIECAAIHyBSQkQIAAAQIECBAgQIAAAQIEyhdYyYSDlby5exMgQIAAAQIECBAgQIAAgRNIQFQCBAgQIEBgBQXatl1w9zwer6ZpIo9zW9d19O3B2f+IP7lyV9x54+z89VVqU81tce4vvTw+/F9OTsdsBAiMC2y64G3x6ovPjGr+v5KayJXPmf7uw3Hj+f8WTw8Px/j/Lf/v+sr/x/HK1+XKx3KrCBAgsIoFLI0AAQIECBAgQIAAAQIECBAoX0BCAgQIECBAgAABAgQIECBAoHwBCQkQIECAAAECBAgQIECAAIHyBSQkQIAAAQIECBAgQIAAAQIEyheQkAABAgQIECBAgAABAgQIEChfQEICBAgQIECAAAECBAgQIECgfIEVTThY0bu7OQECBP5/9u4DUK6q3P/+b5+/971evTYugvSaID1YUKQX6RKKNBFEBUFqgoigoPSEDqEJCNIhoYiCiooQIPTepIcmIBJaepuZ9/mtPftkzhAwCTnnzOzznexnr2ftutYnZxZkZs0cBBBAAAEEEEAAAQQQ6DMCdBQBBBBAAAEEekugVqt1ubXrjVGtVuW6y0qloqKcMG6qzj7yWT1x/1jNuIIzh7T9Xv213Z79u1ybCgIIzBBY5SfrapUD10sb/KxxpEqsxtz5sh444I+aMnaSGp93fv4V4edlY8RpafG2lLBCAAEEWlKARiGAAAIIIIAAAggggAACCCCAQPkF6CECCCCAAAIIIIAAAggggAACCJRfgB4igAACCCCAAAIIIIAAAggggED5BeghAggggAACCCCAAAIIIIAAAgiUX4AeIoAAAggggAACCCCAAAIIIIBA+QXoIQIIIIAAAggggAACCCCAAAIIlF+gd3vY0bu35+4IIIAAAggggAACCCCAAAII9BEBuokAAggggAACvSJQq9W63Nf1xqhWq3LdZaVSUVFOGDdVZx3xnJ64f6yyLFPmq8QqS1mmHfdaRjv8eBlvJRBA4EMEvnTgevrST9dTPI1UPH+y+vFj7nxJDxxwg6aMnaTG55+fh35ezizqp6bnbZFTIoAAAi0lQGMQQAABBBBAAAEEEEAAAQQQQKD8AvQQAQQQQAABBBBAAAEEEEAAAQTKL0APEUAAAQQQQAABBBBAAAEEEECg/AL0EAEEEEAAAQQQQAABBBBAAAEEyi9ADxFAAAEEEEAAAQQQQAABBBBAoPwC9BABBBBAAAEEEEAAAQQQQAABBMov0Ms97Ojl+3N7BBBAAAEEEEAAAQQQQAABBPqEAJ1EAAEEEEAAgZ4XqNVqXW7qemNUq1W57rJSqagoJ4ybqjOPeFaP3/de2u9j0pViVVNNO+zVX9v/uH+Xa1NBAIEPFljlwPXk8PNH8Rzyc8plpHpz1Et6YPD1mjJ2kornoZ+LRfjY5iju5O1FTokAAgi0igDtQAABBBBAAAEEEEAAAQQQQACB8gvQQwQQQAABBBBAAAEEEEAAAQQQKL8APUQAAQQQQAABBBBAAAEEEEAAgfIL0EMEEEAAAQQQQAABBBBAAAEEECi/AD1EAAEEEEAAAQQQQAABBBBAAIHyC9BDBBBAAAEEEEAAAQQQQAABBBAov0Bv97CjtxvA/RFAAAEEEEAAAQQQQAABBBDoAwJ0EQEEEEAAAQR6WKBWq3W5o+uNUa1W5brLSqWiopw4fprOPOJZPXH/WGWZlPlPJJnyxw4/XkY7/Lh/XmGNAAKzLLDKgevpSxHphHhOKZ5baYkn15g7XtYDg2/Q1HGT1fh89PPS4edqc6j+8PZ6SoEAAgi0ggBtQAABBBBAAAEEEEAAAQQQQACB8gvQQwQQQAABBBBAAAEEEEAAAQQQKL8APUQAAQQQQAABBBBAAAEEEEAAgfIL0EMEEEAAAQQQQAABBBBAAAEEECi/AD1EAAEEEEAAAQQQQAABBBBAAIHyC9BDBBBAAAEEEEAAAQQQQAABBBAov0Cv97Cj11tAAxBAAAEEEEAAAQQQQAABBBAovQAdRAABBBBAAIGeFKjVal1u53pjVKtVue6yUqmoKCeOn6Yzj3hWT9w/VopL5JeppWOjqh1+3F877tW/y7WpIIDArAus8tP1tcqB6804IZ5YxfNszB0v6oHB12vquMlqfF76+VmEn7eNUVzI24qcEgEEEOhdAe6OAAIIIIAAAggggAACCCCAAALlF6CHCCCAAAIIIIAAAggggAACCCBQfgF6iAACCCCAAAIIIIAAAggggAAC5ReghwgggAACCCCAAAIIIIAAAgggUH4BeogAAggggAACCCCAAAIIIIAAAuUXoIcIIIAAAggggAACCCCAAAIIIFB+gd7vYUfvN4EWIIAAAggggAACCCCAAAIIIFByAbqHAAIIIIAAAj0mUKvVutzL9caoVqty3WWlUlFRThg/VWce8Zwev29snJ9JXiKUZbFk2mHPftpxr/7igQACH01glZ+urwE/WS+/SKZ4fkleZVmmMaNe1AODr9fUcZPV+Pz087R43rpsDNUf3lZPKRBAAIHeE+DOCCCAAAIIIIAAAggggAACCCBQfgF6iAACCCCAAAIIIIAAAggggAAC5ReghwgggAACCCCAAAIIIIAAAgggUH4BeogAAggggAACCCCAAAIIIIAAAuUXoIcIIIAAAggggAACCCCAAAIIIFB+AXqIAAIIIIAAAggggAACCCCAAALlF2iBHna0QBtoAgIIIIAAAggggAACCCCAAAKlFqBzCCCAAAIIINAzArVarcuNXG+MarUq111WKhUV5YTxU3XmEc/psfveS/uluI6XFDVtv0c/fWfvZbpcmwoCCMy5wJcOWl8DfrJu/lSrP8/83IxUY0a9qAcG/0FTxk1S4/PUz9d0TDzPm8uiJd5e5JQIIIBAbwhwTwQQQAABBBBAAAEEEEAAAQQQKL8APUQAAQQQQAABBBBAAAEEEEAAgfIL0EMEEEAAAQQQQAABBBBAAAEEECi/AD1EAAEEEEAAAQQQQAABBBBAAIHyC9BDBBBAAAEEEEAAAQQQQAABBBAovwA9RAABBBBAAAEEEEAAAQQQQACB8gu0Qg87WqERtAEBBBBAAAEEEEAAAQQQQACBEgvQNQQQQAABBBDoAYFardblLq43RrValesuK5WKinLihGk684jn9Ph9Y/PzsyzKCC8RO/64v76zd//YxoIAAnNTYJWDNtCAA9eXn3KZ4k8kWf0GY0a9pIcGX6+p4yer8fnq563Dz+XmqJ+anudFTokAAgj0sAC3QwABBBBAAAEEEEAAAQQQQACB8gvQQwQQQAABBBBAAAEEEEAAAQQQKL8APUQAAQQQQAABBBBAAAEEEEAAgfIL0EMEEEAAAQQQQAABBBBAAAEEECi/AD1EAAEEEEAAAQQQQAABBBBAAIHyC9BDBBBAAAEEEEAAAQQQQAABBBAov0BL9LCjJVpBIxBAAAEEENAzCn4AABAASURBVEAAAQQQQAABBBAorQAdQwABBBBAAIHuFqjVal1u4XpjVKtVue6yUqmoKCdOmKYzjnhOj903TjOu4Cwilu336Kfv7NW/y7WpIIDA3BNY5aD1tfIB68UFa+k5Gk+7yL3UNGbUi3pw8B80dfxkNT5v/fx1+DndHD7T4e0uCQQQQKBnBbgbAggggAACCCCAAAIIIIAAAgiUX4AeIoAAAggggAACCCCAAAIIIIBA+QXoIQIIIIAAAggggAACCCCAAAIIlF+AHiKAAAIIIIAAAggggAACCCCAQPkF6CECCCCAAAIIIIAAAggggAACCJRfgB4igAACCCCAAAIIIIAAAggggED5BVqjhx2t0QxagQACCCCAAAIIIIAAAggggEBJBegWAggggAACCHSrQK1W63J912cW1WpVlUpFRTlxwjSdeeTzeuzescoyKYs/+TqTIt9hz37aae/+4oEAAt0rsMrPNtDKP1lfWZYp861ilaUs05jbX9RDg6/X1PGTuzx//Twuws93n+bS4dzRmLtOIIAAAt0uwA0QQAABBBBAAAEEEEAAAQQQQKD8AvQQAQQQQAABBBBAAAEEEEAAAQTKL0APEUAAAQQQQAABBBBAAAEEEECg/AL0EAEEEEAAAQQQQAABBBBAAAEEyi9ADxFAAAEEEEAAAQQQQAABBBBAoPwC9BABBBBAAAEEEEAAAQQQQAABBMov0CI97GiRdtAMBBBAAAEEEEAAAQQQQAABBEopQKcQQAABBBBAoPsEarVal4u73hjValVFVCqVlLucOGGazjjiOT1yz3uq+U9cx6Xq+fY/Wko77d2/y7WpIIBA9wms8rMNtNLgdeMZGPeIp3XxfPSGN297QQ8O+oOmjp8sP3/9nC5KP99ddzgvIq6SFtdTwgoBBBDoAQFugQACCCCAAAIIIIAAAggggAAC5ReghwgggAACCCCAAAIIIIAAAgggUH4BeogAAggggAACCCCAAAIIIIAAAuUXoIcIIIAAAggggAACCCCAAAIIIFB+AXqIAAIIIIAAAggggAACCCCAAALlF6CHCCCAAAIIIIAAAggggAACCCBQfoFW6WFHqzSEdiCAAAIIIIAAAggggAACCCBQQgG6hAACCCCAAALdJFCr1bpc2fXGqFarct1lEZVKRZMmTtOZRz6vR+8bqyyTss4/So8d9uin7+6zTMpZIYBAzwmscvA3tfIB69VvmEUZ4SXirVEv6uEDrte0CVPk57Gf00Xp5/nMIi6QFu9LCSsEEECgewW4OgIIIIAAAggggAACCCCAAAIIlF+AHiKAAAIIIIAAAggggAACCCCAQPkF6CECCCCAAAIIIIAAAggggAACCJRfgB4igAACCCCAAAIIIIAAAggggED5BeghAggggAACCCCAAAIIIIAAAgiUX4AeIoAAAggggAACCCCAAAIIIIBA+QVapocdLdMSGoIAAggggAACCCCAAAIIIIBA6QToEAIIIIAAAgh0h0CtVutyWdcbo1qtynWXjkqlIsekidN0+hHP65F7xkpxifwytUgd0va7L6Xv7tO/y7WpIIBAzwmscvA3teLgdeOG8QSNZ2Z9iedrTW/eOloPDfq9pk6Ykp7PxXPbpcPP+eaIC6XF21PCCgEEEOg2AS6MAAIIIIAAAggggAACCCCAAALlF6CHCCCAAAIIIIAAAggggAACCCBQfgF6iAACCCCAAAIIIIAAAggggAAC5ReghwgggAACCCCAAAIIIIAAAgggUH4BeogAAggggAACCCCAAAIIIIAAAuUXoIcIIIAAAggggAACCCCAAAIIIFB+gdbpYUfrNIWWIIAAAggggAACCCCAAAIIIFAyAbqDAAIIIIAAAnNdoFardbmm6zOLarWqSqXSGZMmTtPpR47Wo/eOlTJJWRZLJilTlmXaYfeltfO+y4gHAgj0rsCXDtlQKw1eLxqRSfkSZaYsyzTmthf08ODfa+qEKem5XTzPXTqKsUDxaMyjKtddEggggEC3CHBRBBBAAAEEEEAAAQQQQAABBBAovwA9RAABBBBAAAEEEEAAAQQQQACB8gvQQwQQQAABBBBAAAEEEEAAAQQQKL8APUQAAQQQQAABBBBAAAEEEEAAgfIL0EMEEEAAAQQQQAABBBBAAAEEECi/AD1EAAEEEEAAAQQQQAABBBBAAIHyC7RQDztaqC00BQEEEEAAAQQQQAABBBBAAIFSCdAZBBBAAAEEEJi7ArVarcsFXW+MarWqIiqVSspdTpo4TcOOeF6P3POe0iW8ikjnqqbtdltKO+/bv8u1qSCAQO8JrHLIhlpx8LqKp2d6zqbnqp+z0aQxt76ghwf9XlMnTJaf38Vzvih9rPM4NM6tpXDu8D6XBAIIIDC3BbgeAggggAACCCCAAAIIIIAAAgiUX4AeIoAAAggggAACCCCAAAIIIIBA+QXoIQIIIIAAAggggAACCCCAAAIIlF+AHiKAAAIIIIAAAggggAACCCCAQPkF6CECCCCAAAIIIIAAAggggAACCJRfgB4igAACCCCAAAIIIIAAAggggED5BVqphx2t1BjaggACCCCAAAIIIIAAAggggECJBOgKAggggAACCMxFgVqt1uVqrs8sqtWqKpWKinLypOk6/ajRevTecXF+JsWiLFYRWZZp+92X1i779hcPBBBoLYFVDtlQKw5et/50zaKMcBMzacxtL+iRwddr2sQp6fnu57zDz3uHxwaXPty5w7mjMXedQAABBOaCAJdAAAEEEEAAAQQQQAABBBBAAIHyC9DDNhbw68JETRhg0Fs/A208fNB0BBBAAAEEEEAAgb4nQI8RQAABBBBAAAEEEEAAAQQQQKD8AvQQAQQQQAABBBBAAAHm09WYT9db8+m4Lz97H+VngOF7tgQ4GAEEEEAAAQQQQAABBBBAAAEEyi9ADxFAAAEEEEAAAQQQQAABBBBAoPwCLdXDjpZqDY1BAAEEEEAAAQQQQAABBBBAoDQCdAQBBBBAAAEE5paAP8DYeC3Xm6NaraoxKpWKJk2apmFHPK+H7x6rWvyRoxZXSlHTdrstqe/t2z82sCCAQCsKrPLzjbTCoHXjqRvPYH+RgBvp5288l8fcGs/tQb/XtIlTujz3i3HAY4Rzl0X4dIfrLgkEEEBg7ghwFQQQQAABBBBAAAEEEEAAAQQQKL8APWwnAb8G3Bjt1HbaikAZBXg+lvFvlT4hgAACCCCAAAJlFaBfCCCAAAIIIIAAAggggAACCCBQfgF6iAACCCCAAAIIINBXBZjH1Ff/5uk3AuURYBybnb9LjkUAAQQQQAABBBBAAAEEEEAAgfIL0EMEEEAAAQQQQAABBBBAAAEEECi/QGv1sKO1mkNrEEAAAQQQQAABBBBAAAEEECiJAN1AAAEEEEAAgbki4A8gNl7I9eaoVqtyVCoVFTFp0jSdfuQLeviescriAlmxzlJF2+22lL63b/+osCCAQCsLrPLzjbTCoHWVZVlEtDSTsvijqI+5dbQeGfR7TZ0wufO57zHA44GjGCsUj8Y8qnLdJYEAAgh8ZAEugAACCCCAAAIIIIAAAggggAAC5Regh20h4Nd9HTNrrLcTtfTaOA449OTPQPPzsbh383bqCCCAAAIIIIAAAgi0hACNQAABBBBAAAEEEEAAAQQQQACB8gvQQwQQQAABBBBAAIE+J/Bhc5aKfZTMq+NngJ+BVv8ZaB68i/Y2b6deF6BAAAEEEEAAAQQQQAABBBBAAIHyC9BDBBBAAAEEEEAAAQQQQAABBBAov0CL9bCjxdpDcxBAAAEEEEAAAQQQQAABBBAohQCdQAABBBBAAIGPLuAPHDZexfXmqFarclQqlc5y8uTpGnbEaD1093uqxQVS1NI6/WKT7X64pHbdr3/sYUEAgXYQWOUXG2v5/deJ52+0Np7KNT+z/ZyOePPW5/Xw/tdp2qSpahwHqvWxwWOG8zgzzo8z4xznDu9zSSCAAAIfRYBzEUAAAQQQQAABBBBAAAEEEECg/AL0sPUFZvZ6r7cVUfSgqFPmr5fjgEN3/Qw0P+eKelH6vkVOiQACCCCAAAIIIIBAqwjQDgQQQAABBBBAAAEEEEAAAQQQKL8APUQAAQQQQAABBBDoWwLN85RcbwxrNNbJmVPHzwA/A634M9A8VrlehNtb5JQzBMgQQAABBBBAAAEEEEAAAQQQQKD8AvQQAQQQQAABBBBAAAEEEEAAAQTKL9BqPexotQbRHgQQQAABBBBAAAEEEEAAAQRKIEAXEEAAAQQQQOAjCjR/yND1xqhWqyqiUqmk3OXkSdM17MjRevieccqyTFm0I0Xkitr2uy2lXffrLx4IINBeAqv8YmOtOGjdeqPTs1qK53WmTG/d9oIeHXSdpk2aKo8DHhuK0rnHjqJ07lD90ZjXN1EggAACsyPAsQgggAACCCCAAAIIIIAAAgggUH4BetjiAs2v87rucLNdFtH8OrG3exsx4z03LLCY058BP58aw9cp6o3PRedFeH+RUyKAAAIIIIAAAggg0AICNAEBBBBAAAEEEEAAAQQQQAABBMovQA8RQAABBBBAAAEE+pBA4/wk5w5332URjfOcim0uvZ1gPh0/A/wM9MbPgMegD4vGccy5ozjeOZEEWCGAAAIIIIAAAggggAACCCCAQPkF6CECCCCAAAIIIIAAAggggAACCJRfoOV62NFyLaJBCCCAAAIIIIAAAggggAACCLS9AB1AAAEEEEAAgY8i4A8XNp7vemP4Q5KuuyyiUqlo8qTpOu3I0XrorrFxek0+JhLVYhU1bfeDJbTrfv2jxoIAAu0oMOAXG2v5/deJpufP6kjS8zue7Hpz5PN6ZP/rNG3SVHk88NhQlM49HjSHz3d4u0sCAQQQmH0BzkAAAQQQQAABBBBAAAEEEEAAgfIL0MNWFmh+fbeou2yM4nVil43hYxrr5FVhgMHs/gw0P49cd/g6LmcWxbhS7CvqlAgggAACCCCAAAII9J4Ad0YAAQQQQAABBBBAAAEEEEAAgfIL0EMEEEAAAQQQQACBviLgeUlFX4vcZWMU85tcNoePa95Gnbl1/AzwM9DdPwMzG3uKbS4bw2NcUXfucN0lgQACCCCAAAIIIIAAAggggAACCJRfgB4igAACCCCAAAIIIIAAAggggED5BVqvhx2t1yRahAACCCCAAAIIIIAAAggggECbC9B8BBBAAAEEEJhjgeYPFLo+syg+GFmpVOSYPGm6TjvqBT18z1gpk5RlsWTyw+vtf7Ckvr9/f1cJBBBoY4FVDt1EK+y/bvTAz2wprf18j+ytW5/Xo4Ou07RJU9K4UIwTRTmzsUT1h/fVUwoEEEBg1gU4EgEEEEAAAQQQQAABBBBAAAEEyi9AD1tWoPl1Xdcbw68Nu+7yg8LvMX3QPrbzRa38DMzaz8AHPY8an3/Oi/Cg4twlgQACCCCAAAIIIIBAywjQEAQQQAABBBBAAAEEEEAAAQQQKL8APUQNbu9NAAAQAElEQVQAAQQQQAABBBDoEwKNc5OK3GVjeG6Y642lc8+FKsJ1YtbmkOGEEz8Dc+dn4D+NP43jlnOHB/aibM5d75NBpxFAAAEEEEAAAQQQQAABBBBAoPwC9BABBBBAAAEEEEAAAQQQQAABBMov0II97GjBNtEkBBBAAAEEEEAAAQQQQAABBNpagMYjgAACCCCAwJwJNH6o0FdwvTmKD34WH1x0OWXydJ121At66K73VKvFmSlqkUdEddvvL6Hv798/MhYEECiDwIBDN9Fy+60txXM9lvy5Hk9+jxdjbnlOjw36vaZPniqPD45i3HDpYxx2cOlw7mjMXScQQACB/yTAfgQQQAABBBBAAAEEEEAAAQQQKL8APWxNgebXc113uLUui/Drws3h142JSudr6FhgMTd/Bvx88/VcOornYnNZPFddOrzfJYEAAggggAACCCCAQG8JcF8EEEAAAQQQQAABBBBAAAEEECi/AD1EAAEEEEAAAQQQKL9A4zwk583hOU1FFPOcZlZ6G8HcOn4G+BnojZ8Bj1HFfYvcZRGN45pHddcbS+d9Peg/AggggAACCCCAAAIIIIAAAgiUX4AeIoAAAggggAACCCCAAAIIIIBA+QVasYcdrdgo2oQAAggggAACCCCAAAIIIIBAGwvQdAQQQAABBBCYA4HiQ4XFqa43RvFhRJf+sGJRTpk8Xacd9YIeunuslGURkqLwKssybf+DJfSDQf3FAwEEyiWwymGbavn910lP9yzLlGV5RKI3b3lOjw66TtMnT1UxVrgswmOLc4s4dzh3NOauEwgggMCHCLALAQQQQAABBBBAAAEEEEAAAQTKL0AP20DAr+s63FSXDr8G3Bx+f6kxpk+frqLunJguDDCY3Z+BxueQc5/vsjGK56Kfm41RPGddOrzPJYEAAggggAACCCCAQC8IcEsEEEAAAQQQQAABBBBAAAEEECi/AD1EAAEEEEAAAQQQKLlA4/yj5tx1RzGXqSiLeU7FvKei9HbnBHPq+BngZ6CnfgY87jh8P5dFFOPVzEqPa0U0DvHe1ljvYzndRQABBBBAAAEEEEAAAQQQQACB8gvQQwQQQAABBBBAAAEEEEAAAQQQKL9AS/awoyVbRaMQQAABBBBAAAEEEEAAAQQQaFsBGo4AAggggAACsyvQ/OFB12cWjR9I9IcVp0yerlOPfEEP3DVWPl6qpcWFk+2+v4R+sH//2W0OxyOAQJsIDDhsUy233zrxdK/F0z4ihoBIUuvH3PycHt3/d5o6aYo8dnjMcDh3eMxw6YOdO5w7GnPXCQQQQGDmAmxFAAEEEEAAAQQQQAABBBBAAIHyC9DDVhRofA23Offrvg5vv/KWqTr6simdcezlU3Xs5VM0NMohsf24yB3HR3n85ZN1guOySTqxHiddNlGOk6M8+dIJOiXi1EvHy3FalKddOk7D6nH6JWPlOOOS9+Q4M8ozL3lXZ138rs5O8Y5+fbHjbZ1zccRFb+vci95KcV6U5100Rr9J8abOvyjiwn/rgnr89sI35Lgwygt/+y9dlOJ1Xfzb13VJitd06QV5XHbBq3JcfsE/5bgiyisueEVXnp/H8PNf1ogUL+mq8yN+85Ku/s2LKa6J8prfvKBrHeeN1u/qcd15z8vx+yh/f95z+oPj3Gd1fcQNKZ7RH891PK0/nZPHn895So4bz3lSjr9E+Zdf/0N/jfhbiid0068dj+vvv444+3HdfPZjKW6J8pazH9VIx1mP6NZ63H72I7rtrId1e8Sosx/WqLMe0qgzH9Qd9bjzzAd0Vz3uifLuM+7XPWfcl+LeM+6V477T75Xj/tPvkeOB0+/Wgynu0kOn36WHI3942J1yPBLlI8Pu0KOO00bpsXo8ftrtcjwR5ROn3aZ/nOq4VU+eequeSjFST5+axzOn3CLHs6fcLMdzUT53yt/1/Ml5jD75Jr2Q4m968eQ8Xjr5r3rppL/q5ZP+kuKVKF856Ub903Hin/VqPV478U9yvB7l6yf8Uf9KcYPeOCGPf59wvd6sx5jj/yDHW8f/Xo63o3z7+Ov0znF5vHvc7+R477hrNdYx9FqNG3pNivFRjh96tSakuEoTh0YMuUqThoxIMTnKyUOGa0rE5GOu0NRjr9SUYy7X1IgpR18mx+SjLk3v1VSr1fSerp+fRbTiGEObEEAAAQQQQAABBPqiAH1GAAEEEEAAAQQQQAABBBBAAIHyC9BDBBBAAAEEEEAAgb4i4LlJ7qvLIjx3yXH7Y9M65xR6fuExl0+V5xYOuWKajr1sSppfODS2HXf5FDmOj/L4yyfLkeYYRn5CfY6h5xqeFPlJl02cMdcw8mK+4czmHDbOOxxWn3eYzz0cm+YeNs8/POvid3XWxe/o7HoU8xB/7XmIRVz0VpqL6DmJ50V+XpqLOGbGnMQL39T5Kf7dMC/x32leYufcxC7zE/+V5ic2zlG85Lev5fMUU/lqmqeYz1V8Nc1VnDFf8Z+6oj5f0fMWPWfRMaI+b3FEfd7iVal8Mc1d9BzGLvMXPYfxN6M75zD+7rzn0xzGxnmMnXMZG+Yzvn9OY9d5jX+qz2vM5zY+leY2ds5vbJjjmM9zfEJ/S3Mcn9BNv348xd/Pflx55HMdb05zHR+T5zs60pzHsx/tnPPouY+e8+jwvMfbz3pIjlFnPqQ8HmyY//igGudA3nXm/fIcyDzuS/MgPR/y3jPuS3Mh7z3jXt1XRH0+ZD4n8h7NmBd5tx48/S49NKyIO9PcyIfT3Mg79ciwO1KkOZKRF3MkXXqOpOOJ+jzJJzrnSs6YL/lkmi95q546dWSKp6N0eM5kEZ436SjmTjbOn3z+5JvkOZSOFyJ/oT6HMp9L+dc0j9JzKV86KZ9L6TmVr0T+ykk3yvHPE2+cybzKP8+YV+m5lScWcytd5nMr3zjhBv07xfVRXq83j89jTH2epcu3jv99w1zL36txvuU79fmW+ZzL3+m9465NMTZKRzH30qXnXjom1OdfTqjPv5w45CpNHJLPwfRczMmRF/MwpwzxfEzPwyzmY16R5mF6LmYRnpPZOLZ5vCvC22eWF9v6RkkvEUAAAQQQQAABBBBAAAEEEECg/AL0EAEEEEAAAQQQQAABBBBAAAEEyi/Qmj3saM1m0SoEEEAAAQQQQAABBBBAAAEE2lSAZiOAAAIIIIDAbAk0foDQJ7reHNVqtfOXQlQqFTmmTJ6uU496UQ/ePVZZnJhlaa16oe2+v4R+sH+/2MOCAAJlFhhw2KZabr91lflPFj2NyLK00phbntdj+1+nqROndI4hjeOJxxrXXRYRV0iL6ylhhQACCHyQANsRQAABBBBAAAEEEEAAAQQQQKD8AvSwpQWK13FdNkfx2u+xV0zXkCsrGjq8quOGV3TCiGqKk66qynHyiIocp0b91KsqOq0ew0ZMl+P0EdN0Rj3OHDFVjrOiPGv4FJ2dYrJ+PTyPc4ZP0jlXTtK5KSbqvCsdE/SbK/M4/8rxOv+K8bog4rdXjJPjwivGynHR5e/JcXGUjksuf1eOSy97R47LLntbl9fjisvekuPKKK+8dIyGp3hTIy7N46pL/62rLvm3rk7xhq65xPEvXXtJHr+7+HU5rovy9xe/JscfLn5VjusvelXXX/RP3VCPP170ihx/uvBlOf4c5Y0XviTHXy58UY6//vZF/fW3L+hvKUbrpt/m8fffPq+/X/C8bk7xnG65wPGsRl4Qcf6zuvX8Z1LcFuXt5z8tx6jzn5Ljjt88pTt+86TurMddv/mH7jzvCd1dxLmP697z8rgvyvvOfUz3p3hUD5z7qO4/5xE9eG4eD0X50DkP6+EUD+mRcxwP6tFzIn79oB779QMpHo/y8bPv0xO/vl//iNLxZJRPnn2vnqrH02ffI8czZ90tx7NRPnfWXXI8H+XzZ96p0Snu0Atn5vHimaP04hmj9FKK2/XyGY7b9MoZefzzjFv1z9Nv1aspRuq10x236PXTb9G/hjlu1hvDHH/Xv4fl8eawm/TmaTdpzGl/S/FWlG+f9lc53onynVP/ondT3Kj3Ts1j7Kl/1thT/qxxKf6k8ac4/qgJp+Qx8ZQbNPHkGzQpxfWafPL1mnLyH1JMPekPmnrS7zWtHtNPuk6Oyom/0/QTrlXlhGtSVKOsHn+1qsdfpepxI1QdOlyVIVeq+sd70vs0fp4Wz03nxQDTmBfbKBFAAAEEEEAAAQQQ6FEBboYAAggggAACCCCAAAIIIIAAAuUXoIcIIIAAAggggAACpRZonoPkenMUc5e6zius6vj6vMITr6rJ4bmFjlOifspVVTlOjbJxjuFpV1U07KrpeYyYrtNTTOucb3jGiKlpvmGaczh8ijzn0NE879DzD9Pcw+GTZjL/cGLn/EPPQ/T8w8Z5iBfU5yF6LqLDcxFTXD42zUecMSfx3TQf0XMSHZde/o5SXPaOLkvxdsP8xLfT/MQ0R/HSt3TlpWNSDI9yeH2O4oh6edWl/1aKNFfx37o6zVV8I81ZLOYruvR8xSI8b/G6+rxFz110eO5iijR/8dWZzmFsnMdYzGX8c30u44318i9NcxpnNq/xpt+OTvMaPbfR0XV+43MaeYHj2Sif1a1N8xxvq89z9FxHh+c6pkjzHd8/59HzHh2d8x7Pe0L3pHi8c/6j50Hed95jcuRzIB/T/ec+muZBPhBlMQ/SpedBFtF1PuRDaV7ko54TGfFY87zIX9+f5kV6bqTDcyOLePJ9cyTvTXMk83mS96R5ks+cdbeeTXFXmiv53Fl5+fxZdypFmjN5p0bX50x67mSaN+m5kxEvnXG7imieP+l5lJ4/6XmU+RzKW/VqmkM5Ms2l9DzKIv417GYV0Tyn0nMr07zKYTdpTNPcysb5lWmO5al/0Tv1eP88yxs11nMtI4q5luPSXMs/aXx9rmXnnMuTb0hzLpvnXTbOvfQczKn1+Zcz5mBel+ZfTm+Yh1k58XeqRlTq8zHTXMw0H/OqfD6m52TW52NOP/YK6b0JaU5mMaYVpcc8D/RF6bxPBp1GAAEEEEAAAQQQQAABBBBAAIHyC9BDBBBAAAEEEEAAAQQQQAABBBAov0CL9rCjRdtFsxBAAAEEEEAAAQQQQAABBBBoSwEajQACCCCAAAKzLtD8wUHXm8MfNnRUKhUVMWXydJ161It64K73VKtJsUQZ66jEom13XVw/HNR/1hvCkQgg0NYCA365qZbdZ+2GcSAfDzw6jLnlWT0++DpNnTilcwzxmFJEMeYYoDEv6i4JBBBAYGYCbEMAAQQQQAABBBBAAAEEEEAAgfIL0MPWFyhe120sG1//7exBvIEUS7yO7FeOa1E6nPsI535deUa9yPwmlK/tehwR50UWF4oz6nm9HtvSsb5cJOkcnxB1H+uDi20uvS1FnJfX4zqd58Uenxv7vDUukQof58S74tC4pI9zeKvDeezNlzjNiSNP44Q4KI6Jauf5kcQR9V3eF7W0xMr73AankcfJscQxnX85mQAAEABJREFUaZtLV6OMfW5b2hzXTlvqlXRqfX/sihNi8T5v84Y4IJ1br3tXqkcSS2zND/K2eiU2pJNSm70t7Yskv29+/ZR7W7pI1OKUzhNiu5ei7l2u+zpxZNrsbXkeWb6k+/qY/FhXvcNHOW+8r3OH90X4sDgktsS180psjS3OI4tixj7XY0O0O5a4VdS9jkoskcVpsU7tyNM4NY73tno93+fz8l2u5xF1H+Nj6xfzmWlrvR678jZG4n1pc6x8tRT1jb5eHFgclS7huhMfFzui6oPTDVPe+Lz0+Y2RH5WvvT3PWCOAAAIIIIAAAggg0HMC3AkBBBBAAAEEEEAAAQQQQAABBMovQA8RQAABBBBAAAEE+oZA8/wj14u5S0XZVaKW5jf5OM9/cjiv1VLmqVCxP85wPYVXrvu8OMYH5kfFcd4W+1O9vi+qseRbUuJj6vviMpE1nef9jrQnnVfcIj891rHESV4iUiWu5HPyyM/0ptiXL+k6aRUXi6V+XhwTG/P+xoHOHXFALM4i4ph8V8p9bD2Ja8SdfGC+IeqzeH9fMp0XSZzrazriaq7Vr1PU4pjG+8cRXuIgLxGxM10rv7evE1k6JHb6IimPo1Lubc59TNoRq3ROcY3Oug9PRzlJ0eW8OD6WuFxszZOUp2v5GtHs2NBwXmyIQ2OXl4ioxOJj0jlxDd8thfPYl/I4LQ6eyXVir4+JY30NR9frxIlpXzo1XSKtfI53uRL5+8/zdR0+L8o41oc60uGd9dgXG3xPX8PhPEUcHLviArHOl9gSJ0buJC9iHUs6LzbOOM/XdcTp3h6nReFKUaQ8Py/S1Me4UJTpGi7jyNjinRFe4nrvu04cEUt+He+PKM6NMi4RS2xL58WB+RLbYkPk+Xn5tZ07fP+i9CHOfYKvktfzc517m/f5GOcp4r6+hsP70rY4xcfkdVfyKMYyH9sY3uu6y74c9B0BBBBAAAEEEEAAAQQQQAABBMovQA8RQAABBBBAAAEEEEAAAQQQQKD8Aq3aw45WbRjtQgABBBBAAAEEEEAAAQQQQKANBWgyAggggAACCMyiQPMHB11vjuKDh5VKRc5dTpk8Tace/aIeuGusMv/J8htmWSQR2+66uHYb1D/fyBoBBPqMwIBfbaZl911XinFAfsSQIGXpz5ibn9Xjg6/TtElT5XHEUa1W07ji0mOPS8XDuSPStDTmaQMrBBBAIBdgjQACCCCAAAIIIIAAAggggAAC5Regh20k4Ndyi/DrvUV0diFeO44lXjNWRLx2HJVYIlc88rorWdTkJIXkIsu8NXPatZ6lamzPlGVZqsRaUqYsy1wof0QeSaZMafE+KdJMWeZw7nCeOYntUn2l9IjNRd2pt2WKPx90vg+I/Yr9yqKSIq1S1assm1F3mmVZbM4Uq1iilJRlUcYSmdIj8ixLq9iXtiiLP4ptsSiLTVmssyxTFF6kWGcR8iOLlfc11LMsbUxbnGaRZVmsM0WmeGTKskyKRenhxBGVKLIsVinN5DTLouysZ5KXCMX2VFE8GupOFavMqwgflqVDMmVZJuWLFEmW5RUXyldKD2+u1yOVYpVlWRQRWapKrsW2KGKJjYpHva7Y4kXxyJzE9licRcSWqMQSeRwQ69jiRJFGZFJKJBdZltfTOlZZbMyyWGdpt1SvR+FF8jr2yw8fk/LMW+VVluW515HGtsgySVHJlCk9XERdDfUs80Z1PornZPE89Q7nLh2NuesEAggggAACCCCAAAI9KMCtEEAAAQQQQAABBBBAAAEEEECg/AL0EAEEEEAAAQQQQKAPCXgu0szCc5i8vStFpizLQ8rkR5ZliiXSKL3OvJLyItaxKA6IJYpUkZQpyxyKRxahVFee5oVzHyNF3RXFI1OW5SFl8iPLMsWiWEdIzpVFKUVRJJm8PcsySXlkWaZYJGVKD1eK1Bucx7ZUFMdEmWWZsiyLIxxKuauZ/EeKIkUmRRrrWBQHxBJFqkjKlGUOxSOLiCXqijQWF0qr2JbXvVY8stgcEdsVmeKRZa4ralEqHlkeeRHrWORjvDlK51KmLHMoHllELFFXpLG4UFrFtrwe61i8MYsdDueKR5ZFLVPn1khcqRdpR9SzhnqW1+vnRUXpEXUfFHtdKK2iEkuksY5FcUym/E9xQJZFPXMtiz1SWmWdRT3J6puzqOeRZZmyLJPkkOQ80ljkSKtIYok01rEojsmU/4kTJOfelqUsalJapXqe5vUsL7yO4xWRZbEton5UFFlEWhRZZ+I885ZMUhyfKf8TFcm5t2Upi5qUVqmep3k9ywuv43hFeEuWZZIckpxHGoscaRVJLJHGOhbFMZnyP4o8TpJrsYolZd6UIpNim5RWcWxej3XkisiUxb48Yl3Po5C8J1/FjliiHutYVD8vUxb7M2VZhLLIvWTOnKTI1PXh8awIj2tFdD1K8vbmbSWv0z0EEEAAAQQQQAABBBBAAAEEECi/AD1EAAEEEEAAAQQQQAABBBBAAIHyC7RsDztatmU0DAEEEEAAAQQQQAABBBBAAIG2E6DBCCCAAAIIIDArAs0fEnS9OYoPGxZlpVLR5MnTdOpRL+mBO8fGbWrK/0Qai8/f9nuLaffB/aPGggACfVFglV9tpmX3Xifves3FjFFizM3P6vHBv9O0SVNVrVblMcVlER5DnKezarUuH2b2Pm8nEEAAgRkCZAgggAACCCCAAAIIIIAAAgggUH4BetiKAsXrtUXpNha5S7/O21h6fx7xum8kfuk4RXodWPFeU2yMtc+JwpWIdESUsUSa9sXOSNMJjfW0zfvielHECV5ia3M9NsfWWPsSeea1D/N5zr2zqDuPF6pTkVY+oL7Tqbe5R3n4mvUtPiYOiCU2xLpej0osUY+beR1FXN6ZrxDnR+p+5bWox9Fp6XJ+bEnHRRlLpLGuHxvHxeLL5tsaK2lrcXTs9r60zXmcX6/7iJTGPrclCi/FQXFgpGlJR6bMq8Y2+3yf6yPSPicRsTScH3u8wQfXU98ov06x9uGR+5g4Npb8yHo9KrF4qyNPfd/8rBn1uEJUvNVFHNvl/NjWXPemiNQeH+48Il27se4DYntafI2i7mPq9Ujj79j3diuili9xStR9TNSjEkskrkfmJfZGka99Wd87jnCarueV63HQjMUbHMWWyH1eZzWuP7P3ZXxMEcWxlAgggAACCCCAAAII9LwAd0QAAQQQQAABBBBAAAEEEEAAgfIL0EMEEEAAAQQQQACBMgt4DtLM+uftRXhuYRFdj62pOMazrbzP9TRhKla1tCFWkcQSWyJPi8+LM2rFVtcjjyW2piPiwjPSfEta+5A4OuU+wPdzOE8bfc04yMdEkW+OJJaWvv+M/rql0ZPOfuRdKBrvve5bHBGLswgf23lAHJGW2B5HpM2p3nidfN8MNx/gKE6I0tesb4qifnJe5GfHMXFx5458T2zrPC/fGoekXb6GI9Vj5Tw/Is9mqf9xaCz1s+Ne9Wxm1/E2HxuHvP/+0Ubv8zG+Sn5AbIntKfdG594UeRT55khiiUt6HTvqWX4db4voPC/fGoekc2NPStMqjsnrXufXyfvvuiO2xTE+1jWHc4fz+pV9kDdF5FvzG0WelvpRkccBXlKkVVzbm9PxcZW8jC2xPc9jo3NvchqRn5fvrV85tuZZsS72+lhvi9MbN3lzve69cbq3dDnIlfq+D71/nOtD4/xUROkL52fGlrTktfquVMRZafHPvcczl82RDoiVt0fRBxe6jAACCCCAAAIIIIAAAggggAAC5ReghwgggAACCCCAAAIIIIAAAgggUH6B1u1hR+s2jZYhgAACCCCAAAIIIIAAAggg0GYCNBcBBBBAAAEE/qNA8wcFXW8Of9iwCP8yCMeUKdN12tEv6YG7x0qZ4pEpyyJSJm37vcW1++D+UWNBAIG+LDDg8M207D7rKAYISR4jMvnh9Vs3P6cnBv9O0yZNkccYjy0ui/BY5NxlET7X4bpLAgEEEEgCrBBAAAEEEEAAAQQQQAABBBBAoPwC9LDlBfy6rcMNdVmEX+ctwvvyyOIVY2n5JT6mLdf4bw1c8+N5rPFxbbHG/2iLNf9H33JE/q01PqHN16zHWp/QZmt9UputmcemkW+61v9q0zXz2CTyjdf6lDZZ+1PaOGKjyDda69PaaO08Nox8w7U+ow3Xdnxa34wyj89qg8g3WOezWt+x9ue03trOo1znc1p37Xm07jqOyKNcZ915tM66/6d11slj7cjXXnderb1OHmtFvua6n9da631ea0Q4X2Pd+bT6evVwvu78+sZ69Vg/yvW/oNXWq4fz9RfQ19dbQF+L+HrkX4tYdYMFteoGC2jV9RfUVx0bLKSvxravrL+QUmywsL4S274cZRFfivxL31xEqzg2iHKDRTXgm/VI+WJa+Zv12HAxrbTh4lrpm/WIfIUNl9CKES4dy2+4pJbfKI/lIl9uw6W03EaOJbVs5Ck2WlrLxrYvbry0UmzUT/1j2zIbR+nYqL/6RdlvY5f9tXSUS2+8TGe51CbLaKlNvqilNs5jyciX3GRZOZaI0rH4Jstp8U3zWCzyxTZZXotturwW7YwVtMim9dgsys1W1MKbrqiFIhaOfKGIBTdbSQt2litpgc1Xjohys5X1BcfmA/SF2DZ/lHmsovkin2/zVfT5iKL8/Le+pHkdm7v8sv7vW43xFc3zrXpsEeUWX9XnvvVVfdZlxGe2WDXyVeXy05F/eouv6dMD8/hU5J/a4uv61EDH1/S/UeaxWso/ueVq+kTEJwd+Q/8zcDX9z5ZR1uPjUeaxuvxky7JMMx5Zel+meI4W5Yz9ZAgggAACCCCAAAII9KIAt0YAAQQQQAABBBBAAAEEEEAAgfIL0EMEEEAAAQQQQACBPiHgeUnuqMsPCs8t9DEzItNn/7dDW67xcQ0sYs2Pa4uIgWv8j7aIbVt4bmFEUX4rtm++xifyOYdpruEn63MOPzmT+YafVJpzuNYntcma/5vHWlGu9SltHOXGqXTu+LSK+Ycbeg6i5x9G6fybqfyM8vwz+uban43Iyw0iT7HO5zrnI67vOYlRX68h1o1tjvXWmac+P3EeeU7iuuv+n4r5iWuv839KcxNjW17OK89PbIw16/MV11z381pz3fm0Rj26zFdMcxfn1zc6y8jXn1+r1ecwds5d9BzG9RfQahGev+j4WuSNser6C2rV2JaXC6Y5jF9df6G83GAhfWX9hSOi3GBheR7jV+qlc89nLErPa/zSBosoj0W1SuSrbBDlN/MY8M3FNCDyzvmNUXe+UprnuFh9nmOUGy6uFb+5RJr76LmOzleIej7fcQmtsOGSEUt0zntMcyBj23IbLak8lopyKaW5jxsuLc99XHajpfXFeiwTpeOLG/XTMo6N+6l/ROd8yMg9F7L/xv1je38575fmQy6jpRvKNCfScyO7zIv8opasz49cIsol6vMj83I5Lb5JxKbLabEI54tFfbE0R9Lblo/ty+eEiPsAABAASURBVNfnTK7QWS4S+z130vMkU2y6Yj53crMVtVBDLFifP7lQKleW6wtsNqNcYLMBDfMonUdsPkD5XMoZ5XzfWkUpNl9Fn9/8SxF5meZUpnmVX9a8sX3e+rzKovQ8y3nq2zrnWH7rq5qnYZ7l56LuuZZ5rCqXnmvZGJ8euGo+5zLNt/yaPjUwoj7v0vMtPf/SpeOTaQ7manLp+ZcpBrq+WpqL+YmB34jyG/lczIGr638iPr7l6mqM/456mpOpGQ+PY0UUY12xt7lebO8zJR1FAAEEEEAAAQQQQAABBBBAAIHyC9BDBBBAAAEEEEAAAQQQQAABBBAov0AL97CjhdtG0xBAAAEEEEAAAQQQQAABBBBoKwEaiwACCCCAAAIfLuAPCzYe4XpzFB80dFmpVOSYMmW6TjnyRd1/51jVanEFh2qRO6Rv77KYfnRA/9jBggACCEgDDt9cX9xr7aCIMSKNFYp1RAwgY/7+rB7b/3eaOmlK+mUzHmM83hRRjElxcn2MSQOOq6meElYIINDnBQBAAAEEEEAAAQQQQAABBBBAAIHyC9DD9hEoXtdtLP2ar+udvYjXh2OJF4qlq4/8TMRnddWRn9WIoz6n4Snm0ZVHzaMrjv4/XZ5iXl129Ly69OjPp7jkmPl0cYr5ddEx8+vCY7+g36ZYQBccu4DOP3ZB/cYxZCGdF3HukIV1jmPoIvp1xNlDF9VZQxdLcebQxXXGcY4ldPpxS2jYcUtq2PFL6rTjl9KpEaccv7ROOWFpnXxCP510Qn+dmGIZnXDCMjr+xC/quBTLauiJy2rIScvp2BTL65iTltfRJ62Q4qiTV9SRKVbSESevpMNPWVm/SjFAvzxlgA47ZRUd6jj1S/pFxM9P/bIOcZz2FR0c8bPTvqqDTls1xU9P+5oOHOb4un4y7Os6YNhqOuD01TT49G9oUMT+p6+u/c9YQ/tF7HvGmtonxVra+4y1tNeZa+vHKdbRnmeuoz3OWlc/SrGedj9rPe121vopfnj2BvpBxPfP/qYcu/56Q30vxUba5dcbaedfb6zvOs7ZRDtFfOecTbXjOZtpx3M30w7nbq7tI7Y791tybHvuFvr2eY6B2ua8gdr6vC219W+21Fa/2UpbRgz8zdYaeP422iLiW+d/W5un2Fabnb+tNr1gO22SYnttfMH22ui3O2jDFDvqm7/dURv89jta33HhTlovYt0LvyvHOhftrLVT7KK1LtpFa170Pa3huHhXrR7xjYu/r9Uu/oFWu+QH+volP9TXIla9ZDc5vnrJ7vrKpY4f6cuX/khfunQPfemyPbTKZXtqQMTKl/1YK1++l1aKWPHyvbVCin20/OX7aLkr9tWyKfbTF6/YT8tcub/6pxikflcO0tJXDtZSjuEHaMmIJYb/RI7FRxyoxVL8VIuO+KkWGXGQFnZc9TMtFLHgVQdrgasO0QJXH6IvXP1zzR8x39W/kOPzVx+qea9xHKb/u+YwzXPNL/W5a3+V4rPXHq7/b+A35DdlGp9/tVo1vSfj56WjFk/GxhAPBBBAAAEEEEAAAQR6UYBbI4AAAggggAACCCCAAAIIIIBA+QXoIQIIIIAAAggggEDfEfC8pMbeuu7wvCWH8xn7/RnymmpRXHPkp3VNmlvYOL/wsw1zDD+X5hgW8wyvaJhn2DnX8JjP65KjI9Jcw/l08THzp/mGF0V54TFfeN+8wwuOXTDNPTx/yEL6TYTnHjo8/9BxztBFdM6QRfTroYumODvKGfMQF9OZaR7i4jrjuCXSXMTToxzWOR9xyc45iad6TqLjhH71eYn9GuYm9k9zE4v5icUcRc9PdAyZyTzFY+rzFI8+eQUdlaLrfMUjTllZh5/cdc5iMW8xzV089Us6NOIXET8/9ctyHBLlIafl8xcPPu2r+lmKVdMcxoOGraqfDvtaigOjPHDY19Ncxp94LqOjYT5j55zG01dPcxqLeY3F3Ma9z1hTe5+5lvZKsXaX+Y1pjuOZ675vnuPu9XmOu529voq5js3zHfM5jxvpe7/eqHPOY/O8x53O2VSe++iYMf9xs845kNvX50Bud94W2jYinwe5RZoH2TkX8rwt01zILvMhf7O1tnCkOZHbaMa8yG+neZGbXbCtNk2xXZf5kRtfsIM2cjTMkfxmfZ7kBvV5kutfuFOaK7leMVcyyub5kmtd9L00Z7J53uTqF39fnjv5Dc+ddDTMn+wyh/LS3fXViK7zKH+Uz6O8dI/OuZQDPJeyHitdtld9TuVeap5XufwV+zTMrdw3za0s5lfmcywHqf+Vg+pzLAe9b57lkvV5lmmu5fAD1TzfctERB6U5l4tcdZAWvupnKYp5lwsWcy+vOiTNvSzmX87fOf/yF/p8mn95qOa95rA0B/P/opznml9qnmt/qc+l+JU+e63jcH3m2sPVMc+nlOZkzhi4YsyqpTmZHs+ao+GwPpnSaQQQQAABBBBAAAEEEEAAAQQQKL8APUQAAQQQQAABBBBAAAEEEEAAgfILtHIPO1q5cbQNAQQQQAABBBBAAAEEEEAAgTYSoKkIIIAAAggg8CEC/uBg427Xm8MfmnZUKhUVMWXKdJ1y1It64O5xUpYpPVKRyX+223Vx/eiA/mkzKwQQQKAQGHDE5vri3uumccJDRxY7sizWEW/d8qyeGPQ7TZ00pXOs8dhTRK2Wf+g5TkkfgHbduaMxd51AAIE+KUCnEUAAAQQQQAABBBBAAAEEEECg/AL0sAUF/tPrs97v8Gu9Lh2d3YjXhmPprJIggEA3CsTbMYp3aNTw8POxOYrd3u68KJ0TCCCAAAIIIIAAAgj0kAC3QQABBBBAAAEEEEAAAQQQQACB8gvQQwQQQAABBBBAAIE+KOC5SA533WVjeFsenuiUibmFuQZrBBBoRYFMyhc1PjxX2uGxzdubS2/rg0GXEUAAAQQQQAABBBBAAAEEEECg/AL0EAEEEEAAAQQQQAABBBBAAAEEyi/Q0j3saOnW0TgEEEAAAQQQQAABBBBAAAEE2kaAhiKAAAIIIIDABwkUHxYs9rveHP5wYWNUKhVNmTJNJx/1ou6/a5xqtTjbEYVSWdO3d1lUPxrcz1sIBBBA4H0CA47YXMvstXba7mHD404aTKLy1t+f1eP7X6tpk6fKY4/HHJdF+FjnPtm5w7mjMXedQACBviZAfxFAAAEEEEAAAQQQQAABBBBAoPwC9LBdBIrXa102hl/fdczoRy1/e2nGBjIEEOgugXgfRg3POD83/Xx0OC9u69zhelE2564TCCCAAAIIIIAAAgh0nwBXRgABBBBAAAEEEEAAAQQQQACB8gvQQwQQQAABBBBAAIG+LOB5SUV4/pKjq0ctffS86zZqCCCAQKsI1NJ0zFh3NqgY0xpL73TdZXN80Pbm49q/Tg8QQAABBBBAAAEEEEAAAQQQQKD8AvQQAQQQQAABBBBAAAEEEEAAAQTKL9DaPexo7ebROgQQQAABBBBAAAEEEEAAAQTaRIBmIoAAAggggMBMBZo/DOh6c/iD0kVUKhU5pk6drpOPekkP3DVeWVw5SyupKLfdZXHtcUB/8UAAAQQ+TGDAkd/SMnutozSEeACJiEXe8PbNz+mJQddq2uSp8hjkscdlER6rnCsezh2RpqUxTxtYIYBA3xGgpwgggAACCCCAAAIIIIAAAgggUH4BethWAo2v1xZ5Uc7oSOaXhZWvxAMBBLpTIJOyLFaa8fBzsjlm7CVDAAEEEEAAAQQQQKCXBLgtAggggAACCCCAAAIIIIAAAgiUX4AeIoAAAggggAACCPQ5Ac9TcqcbS+dFeN+MyNQ01WnGLjIEEECg1wUyKV/U+CjGs6Js3tdY7zM5HUUAAQQQQAABBBBAAAEEEEAAgfIL0EMEEEAAAQQQQAABBBBAAAEEECi/QIv3sKPF20fzEEAAAQQQQAABBBBAAAEEEGgLARqJAAIIIIAAAu8X8IcFG7e63hzValVFVCoVOaZOna6Tj3pJ9981TvnxSmWsvOjb311UexzQr/HS5AgggMAHCgw48lvq/+O1Y/yoeTCJMg6NNCp66+/P6vH9r9G0yVPTWOQxqBiTXHoMchlnxHm1FM4d3ueSQACBviVAbxFAAAEEEEAAAQQQQAABBBBAoPwC9LA9BBpfo3XucMtdFuF6ippf340svTYcJQsCCHSfQDzP/BxsvEFzvXEfOQIIIIAAAggggAACvSXAfRFAAAEEEEAAAQQQQAABBBBAoPwC9BABBBBAAAEEEECgbwoU85WK8oMV6nMLP/gA9iCAAAK9KOAJmf5WjBlN8Ljm8Jbm0tuKKPYV9bKX9A8BBBBAAAEEEEAAAQQQQAABBMovQA8RQAABBBBAAAEEEEAAAQQQQKD8Aq3ew45WbyDtQwABBBBAAAEEEEAAAQQQQKANBGgiAggggAACCDQJNH8Y0PXmqFarKqJSqcgxdep0nXzUS7rvznHK/CeLC0dkWVpp250X054/6R8bWRBAAIFZFxhw1BZaZq91pDSWSIohxasskrf//qye2P9aTZ8yLY1JlRiPirHJpccul4qHc0ekaWnM0wZWCCBQdgH6hwACCCCAAAIIIIAAAggggAAC5Reghy0u8GGvy3qfw10oSueK14ZjSSkrBBDoZoFM8ZSLlbo+/JwswnucuyQQQAABBBBAAAEEEOglAW6LAAIIIIAAAggggAACCCCAAALlF6CHCCCAAAIIIIAAAn1E4MPmInlfY3QlycTcwq4i1BBAoJUEMilf1PzwuNa8rQ/X6ToCCCCAAAIIIIAAAggggAACCJRfgB4igAACCCCAAAIIIIAAAggggED5BVq+hx0t30IaiAACCCCAAAIIIIAAAggggEDLC9BABBBAAAEEEGgUaP6goOvNUa1WVUSlUpFj6tTpOumol3TfnePS5WqxrnlVL7f97qLa8yf9osaCAAIIzL7AgKO20DI/XlvyuOKIpBbhK73192f0+H5Xa+rkqWls8phUjFEuPYa59LHOHc4djbnrBAIIlFmAviGAAAIIIIAAAggggAACCCCAQPkF6GE7CPyn12Xfv794NbgdekcbEWhzgXgPpvk5+J/qbd5jmo8AAggggAACCCDQlgI0GgEEEEAAAQQQQAABBBBAAAEEyi9ADxFAAAEEEEAAAQQQmCHQPIcp31NT8X0WeZ01Aggg0EoCnpCZfz1G0SqPZY7GuvPGba73raC3CCCAAAIIIIAAAggggAACCCBQfgF6iAACCCCAAAIIIIAAAggggAAC5Rdo/R52tH4TaSECCCCAAAIIIIAAAggggAACLS5A8xBAAAEEEECgU6D5Q4GuN0e1WlURlUpFjmnTpuvko1/WfXeOj2tlEZLXWaxi0bY7L6o9f9JPPBBAAIGPIrDyUVuo/4/XVhpgYpVFKB5ZxNt/f1ZPDrpW06ZMTWNUJcanYqxy6bHMZRwq5w7njsbcdQIBBEoqQLcQQAABBBBAAAEEEEAAAQQQQKD8AvSHJ+6JAAAQAElEQVSwpAJZ/mpwVtLu0S0EWkkgnmdZFqvONuU576V0gpAggAACCCCAAAIItIIAbUAAAQQQQAABBBBAAAEEEEAAgfIL0EMEEEAAAQQQQACBPi3g+UqORoTmupSpy1Qn8UAAAQRaSSCT8kXND49njsbtRb0oG/eVOqdzCCCAAAIIIIAAAggggAACCCBQfgF6iAACCCCAAAIIIIAAAggggAAC5Rdogx52tEEbaSICCCCAAAIIIIAAAggggAACLS1A4xBAAAEEEEAgF2j+EKDrzVGtVlVEpVKRY9q06TrxqJd17x3j4kK1ekg1/4nqNjstqh//pF9sZ0EAAQQ+usCAoweq/55rx4XSKBMjjcebiFpNb/3taf1j/2s0bcrUNFZ5jCrGLJe1OMZlnCznDueOxtx1AgEEyidAjxBAAAEEEEAAAQQQQAABBBBAoPwC9LD9BWb6Wm28thtLvBDc/v2jBwi0vEC8v9v1eRgb6o32dke9SoEAAggggAACCCCAQK8JcGMEEEAAAQQQQAABBBBAAAEEECi/AD1EAAEEEEAAAQQQQKAQmPmcJc9rqinNLSwOpEQAAQRaSiDGqXz50FbNfIz70FNKtZPOIIAAAggggAACCCCAAAIIIIBA+QXoIQIIIIAAAggggAACCCCAAAIIlF+gHXrY0Q6NpI0IIIAAAggggAACCCCAAAIItLAATUMAAQQQQACBEGj+QKDrzVGtVlVEpVKRY9q06TrxqJd1353jpExdHlls+PZ3F9FeB/brsp0KAggg8FEFVj56oPrtuXaMMh5pFGVElnmlt256Rv/Y/xpNnzotjVkeq4qxy2WtVkvbFQ/njkjT0pinDawQQKBMAvQFAQQQQAABBBBAAAEEEEAAAQTKL0AP21CgeF22KGfahXj9N5aZ7mIjAgjMZYF4u0XpnRd1Pj70+dl5FAkCCCCAAAIIIIAAAj0mwI0QQAABBBBAAAEEEEAAAQQQQKD8AvQQAQQQQAABBBBAAIEk8MFzlzzRKRNzCxMTKwQQaEmBTMoXNT4+eFxrPKrP5HQUAQQQQAABBBBAAAEEEEAAAQTKL0APEUAAAQQQQAABBBBAAAEEEECg/AJt0cOOtmgljUQAAQQQQAABBBBAAAEEEECgZQVoGAIIIIAAAgg0fzjQ9eaoVqsqolKpyDFt6nSdeNTLuveOcarVwtERRbFss9Mi2vvA/kWVEgEEEJirAgOO2VL99lwrXdPDj8ctKbJY3v7bM3piv6s1feq0NHZ5zCrGMJc+1qVPdu5w7mjMXScQQKAsAvQDAQQQQAABBBBAAAEEEEAAAQTKL0APyyLw/tdpa371tyzdox8ItLZAvM+S3m+pt/L9z8f6DgoEEEAAAQQQQAABBHpNgBsjgAACCCCAAAIIIIAAAggggED5BeghAggggAACCCCAAAKzIlDLv+diVg7lGAQQQKDHBWppOmase/zO7XNDWooAAggggAACCCCAAAIIIIAAAuUXoIcIIIAAAggggAACCCCAAAIIIFB+gfboYUd7NJNWIoAAAggggAACCCCAAAIIINCiAjQLAQQQQACBPi7Q/AsbXG+OarWqIiqVSsqnT6vopGNe0b13jleWZREBmUlZ/FHUv73TItr7wH7igQACCHSnwMrHbKl+e66tLG6SZWmteqG3b3pGT+5/jSrTpqdxqxi/ivHMY53zOFXOHc4djbnrBAIIlECALiCAAAIIIIAAAggggAACCCCAQPkF6GHbC3zwa7OZMvcurZwQCCDQbQLxPMuyWHXbDbgwAggggAACCCCAAAIfUYDTEUAAAQQQQAABBBBAAAEEEECg/AL0EAEEEEAAAQQQQACBWRLIxFSnWYLiIAQQ6BWBTMoX8fgAATYjgAACCCCAAAIIIIAAAggggED5BeghAggggAACCCCAAAIIIIAAAgiUX6BNetjRJu2kmQgggAACCCCAAAIIIIAAAgi0pACNQgABBBBAoC8LNP8SFdebo1qtqohKpSLH1KnTdcLRL+vuO8ZpxvEhWZNq8WebHRfW3gf2iw0sCCCAQPcLrHzMllp6j7XSeBQrLx6MImoa89en9MS+V2na1GlpLPMYVoxpLj2GuXQrnTucOxpz1wkEEGhvAVqPAAIIIIAAAggggAACCCCAAALlF6CHJRaoxTtQ8T5UvA1V4k7SNQRaRCCea7xH0iJ/FzQDAQQQQAABBBBAYKYCbEQAAQQQQAABBBBAAAEEEEAAgfIL0EMEEEAAAQQQQAABBGZNoD63cNYO5igEEECghwU8IVNMf/4QdXYhgAACCCCAAAIIIIAAAggggED5BeghAggggAACCCCAAAIIIIAAAgiUX6BdetjRLg2lnQgggAACCCCAAAIIIIAAAgi0oABNQgABBBBAoM8KNP/SBtebo1qtqohKpSLHtGnTdeLRL+ueO8YpC70si3VErOUN3/7OItrnp/3EAwEEEOhJgZWP3Ur99lxbivFIHpAckbj69t+e1lP7X61pU6elMc1jWTG2ufTY51LxcO6INC2NedrACgEE2lWAdiOAAAIIIIAAAggggAACCCCAQPkF6GGZBeLF3ljK3EP6hkDrCMR7LFkWq9ZpES1BAAEEEEAAAQQQQKBRgBwBBBBAAAEEEEAAAQQQQAABBMovQA8RQAABBBBAAAEEEJhFgUxMdZpFKg5DAIFeEMikfBGPmQqwEQEEEEAAAQQQQAABBBBAAAEEyi9ADxFAAAEEEEAAAQQQQAABBBBAoPwCbdPDjrZpKQ1FAAEEEEAAAQQQQAABBBBAoOUEaBACCCCAAAJ9U6BWq3XpuOvNUa1WVUSlUpFj+vSKTjj6Fd1zx7h0vq/i8xTXc77NDgtrn5/2S/tYIYAAAj0tsPKxW2npH60peUByRBLDU2rGW399Wk/ud5UqMY55bPOY5rIIj2XOfbBzh3NHY+46gQAC7ShAmxFAAAEEEEAAAQQQQAABBBBAoPwC9LDcArV4xbfcPaR3CLSMQLzHwnsjLfO3QUMQQAABBBBAAAEE3ifABgQQQAABBBBAAAEEEEAAAQQQKL8APUQAAQQQQAABBBBAYFYFav6qi1k9mOMQQACBHhbwhMz86y96+MZtcjuaiQACCCCAAAIIIIAAAggggAAC5ReghwgggAACCCCAAAIIIIAAAgggUH6B9ulhR/s0lZYigAACCCCAAAIIIIAAAggg0GICNAcBBBBAAIE+KND8yxpcb45qtaoiKpVKyiuVqk48+hXdc8f4UMsiJK+zLFOWZfr2dxbWvgf1Ew8EEECgNwVWHrK1lt5jLSmTFGNTljlJqd752zN6cr+rVJlejGt5WYx3HgudKx7OHZGmpTFPG1ghgEB7CdBaBBBAAAEEEEAAAQQQQAABBBAovwA9LLlApsw9TCsnBAIIdJtAPM+yLFadN2jMOzeSIIAAAggggAACCCDQOwLcFQEEEEAAAQQQQAABBBBAAAEEyi9ADxFAAAEEEEAAAQQQmGWBTF2mOs3yeRyIAAII9IRAJuWLeMxEgE0IIIAAAggggAACCCCAAAIIIFB+AXqIAAIIIIAAAggggAACCCCAAALlF2ijHna0UVtpKgIIIIAAAggggAACCCCAAAItJUBjEEAAAQQQ6GsCtVqtS5ddb45qtaoiKpVKyqdPr+j4o17WXaPGxfm+RkS+yOdvtcOC2ven/WIfCwIIIND7AisP2VpL7b6mYoCKpaYYrqKMamRv/eVJ/WPfEapMn57Gt0p9nCvGPY9pzt0L5w7njsbcdQIBBNpHgJYigAACCCCAAAIIIIAAAggggED5BehhyQXiPa5Y/EJvyTtK9xBoAYF4Y6XreyKxoQWaRRMQQAABBBBAAAEEELAAgQACCCCAAAIIIIAAAggggAAC5ReghwgggAACCCCAAAIIzJqA5zXV0mfIZ+14jkIAAQR6WiDGqXzp6Ru3xf1oJAIIIIAAAggggAACCCCAAAIIlF+AHiKAAAIIIIAAAggggAACCCCAQPkF2qmHHe3UWNqKAAIIIIAAAggggAACCCCAQAsJ0BQEEEAAAQT6lEDXX9Igud4c1WpVRVQqFTmmTZuu4496WXePGidliodXEfmibXZcWPsf1D+2syCAAAKtI7Dy0G201I/WUpZlyqJZRUSqt//6lJ7c9ypNnz49jXke64qxz6XHRpc+1rnDuaMxd51AAIG2EKCRCCCAAAIIIIAAAggggAACCCBQfgF6WHYBv9brF3rL3k/6h0ArCKTnWlq1QmtoAwIIIIAAAggggAACjQLkCCCAAAIIIIAAAggggAACCCBQfgF6iAACCCCAAAIIIIDALAp4jlOmLJvFwzkMAQQQ6HGBGKDypcfv3AY3pIkIIIAAAggggAACCCCAAAIIIFB+AXqIAAIIIIAAAggggAACCCCAAALlF2irHna0VWtpLAIIIIAAAggggAACCCCAAAItI0BDEEAAAQQQ6DsCtVqtS2ddb45qtaoiKpWKijjhmH/qrlHjlK7QuUqJtt5hYe1/UL8u16aCAAIItIrAykO30VK7r5ma41HLUVTe/utTenq/q9JY57HPY57LIjxGOvfxzh3OHY256wQCCLS6AO1DAAEEEEAAAQQQQAABBBBAAIHyC9DD8gvU8veqyt9ReohA7wukN1TSqvfbQgsQQAABBBBAAAEEEOgiQAUBBBBAAAEEEEAAAQQQQAABBMovQA8RQAABBBBAAAEEEJgdgZqavkpjdk7mWAQQQKCbBWryBOhYd/N92vHytBkBBBBAAAEEEEAAAQQQQAABBMovQA8RQAABBBBAAAEEEEAAAQQQQKD8Au3Vw472ai6tRQABBBBAAAEEEEAAAQQQQKBFBGgGAggggAACfUSg1vSJZdebo1qtqohKpZJyl8cf/U/dNWqcsixTZq9YZSnLtPX2C2n/g5b2VgIBBBBoWYGVhm6jJXdfUzGMqRi/nLvBb/3lST217wh5vPMYWJTOHR4rXfpY5w7njsbcdQIBBFpYgKYhgAACCCCAAAIIIIAAAggggED5BehhHxDIX+GNF3r7QF/pIgK9LJBJWRYr8UAAAQQQQAABBBBAoMUEaA4CCCCAAAIIIIAAAggggAACCJRfgB4igAACCCCAAAIIIDBbApmY6jRbYByMAAI9KpBJ+SIeTQJUEUAAAQQQQAABBBBAAAEEEECg/AL0EAEEEEAAAQQQQAABBBBAAAEEyi/QZj3saLP20lwEEEAAAQQQQAABBBBAAAEEWkKARiCAAAIIINAXBGq1Wpduut4c1WpVRVQqlZS7PO7oV3Tn7ePUebyvFJerqaatt19Qg37Wz1sIBBBAoOUFVj7u21pitzXTeKYYwzyuRcWp3rrxST217wh53PNYWJTOHT7WpTvp3OHc0Zi7TiCAQGsK0CoEEEAAAQQQQAABBBBAAAEEECi/AD3sAwLxnlcs6XXdPtBbuohA7wr4PeH0hOvdZnB3BBBAAAEEEEAAAQSaBagjlc+NlgAAEABJREFUgAACCCCAAAIIIIAAAggggED5BeghAggggAACCCCAAAKzJ1BLHxmfvXM4GgEEEOgpAU/IZPrzzLTZhgACCCCAAAIIIIAAAggggAAC5ReghwgggAACCCCAAAIIIIAAAgggUH6BduthR7s1mPYigAACCCCAAAIIIIAAAggg0AICNAEBBBBAAIHSC9SafimD681RrVZVRKVSSbnL4456RXeNGq8sk7L4o0gy5Y+tt1tIg37WL6+wRgABBNpEYOXjvq0ld18zb22MaR7XFAOb07dvfFJP7TtCHv88Jhalc4fHTpc+2bnDuaMxd51AAIGWE6BBCCCAAAIIIIAAAggggAACCCBQfgF62BcE4sXcWPpCT+kjAr0vkN4/iVXvt4QWIIAAAggggAACCCDQKECOAAIIIIAAAggggAACCCCAAALlF6CHCCCAAAIIIIAAAgjMpkAm5hbOJhmHI4BADwpkUr6IRxcBKggggAACCCCAAAIIIIAAAgggUH4BeogAAggggAACCCCAAAIIIIAAAuUXaLsedrRdi2kwAggggAACCCCAAAIIIIAAAr0uQAMQQAABBBAot0CtVuvSQdebo1qtqohKpSLH9OnTddzRr+jOUeOkuEQsUcQ6rhdrbb39ghp8cL8u16aCAAIItIvAysdvqyV3WzONb6nNMbDF8BZpTW/f+A89ve+INBZ6bPSY6LIIj6HO42A5dzh3NOauEwgg0EoCtAUBBBBAAAEEEEAAAQQQQAABBMovQA/7hkAt3rPqGz2llwj0ukB6/yRWvd4QGoAAAggggAACCCCAQKMAOQIIIIAAAggggAACCCCAAAIIlF+AHiKAAAIIIIAAAgggMLsCNeWfFZ/d8zgeAQQQ6AmBWvpui1j3xM3a6B40FQEEEEAAAQQQQAABBBBAAAEEyi9ADxFAAAEEEEAAAQQQQAABBBBAoPwC7dfDjvZrMi1GAAEEEEAAAQQQQAABBBBAoJcFuD0CCCCAAAIlFqg1fULZ9eaoVqsqolKpdObHH/Oq7rh9fOhkUr4oy7IU22y/kAb/rJ94IIAAAu0ssNLx22rJ3dfMu5ApxjfJqyzL9PaN/9DT+41QMS4WZTFeeix1rng4d0SalsY8bWCFAAKtIUArEEAAAQQQQAABBBBAAAEEEECg/AL0sI8IZMrc07RyQiCAQLcJxPMsy2LVeYPGvHMjCQIIIIAAAggggAACPSvA3RBAAAEEEEAAAQQQQAABBBBAoPwC9BABBBBAAAEEEEAAgdkWyNRlqtNsn88JCCCAQHcKZFK+iEeDACkCCCCAAAIIIIAAAggggAACCJRfgB4igAACCCCAAAIIIIAAAggggED5Bdqwhx1t2GaajAACCCCAAAIIIIAAAggggECvCnBzBBBAAAEEyipQq9W6dM315qhWqyqiUqmk3OXQo1/RHbePk9I14jpeUtS05bYLaPDPlu5ybSoIIIBAuwqsdPy2WuKHa8R4F0t9nEtjZXTo7T//Q0/vO1zTp0/vHB+LMdOlj3MZh8ZwWUvh3OF9LgkEEGgdAVqCAAIIIIAAAggggAACCCCAAALlF6CHfUQg3r+KJV7U7SP9pZsI9KZA/b2TGU2IDTMqZAgggAACCCCAAAII9IoAN0UAAQQQQAABBBBAAAEEEEAAgfIL0EMEEEAAAQQQQAABBGZPwPOa/Fnv2TuLoxFAAIGeE4hxKl967pZtcCeaiAACCCCAAAIIIIAAAggggAAC5ReghwgggAACCCCAAAIIIIAAAgggUH6BduxhRzs2mjYjgAACCCCAAAIIIIAAAggg0IsC3BoBBBBAAIFSCtTSbz2Z0TXXm6NaraqISqWScpdDj/6n7rx9fH5ylkUZ4SVi6+0W0k8O7hfbWBBAAIHyCKx0wnZaYrc15SEvU/yJJKt3750bn9Qz+18lj48eM4vSucNjq0sf7tzh3NGYu04ggECvCnBzBBBAAAEEEEAAAQQQQAABBBAovwA97CsCfg23eBG3r/SZfiLQWwLpuZZWvdUC7osAAggggAACCCCAQLMAdQQQQAABBBBAAAEEEEAAAQQQKL8APUQAAQQQQAABBBBAYDYFPMcpU5bN5mkcjgACCPSYQAxQ+dJjd2yDG9FEBBBAAAEEEEAAAQQQQAABBBAovwA9RAABBBBAAAEEEEAAAQQQQACB8gu0ZQ872rLVNBoBBBBAAAEEEEAAAQQQQACBXhPgxggggAACCJRPoFardemU681RrVZVRKVSSbnL4475p+64fZxmXMFZRCxbfnsB/eTgpbtcmwoCCCBQFoGVTthOi/9gjdSdNGamTDEe1vTOn5/QM/uNkMdJj51F6dzh4136FOcO547G3HUCAQR6S4D7IoAAAggggAACCCCAAAIIIIBA+QXoYd8RqMVrt32nt/QUgV4ViPeJ/W5Jr7aBmyOAAAIIIIAAAggg0EWACgIIIIAAAggggAACCCCAAAIIlF+AHiKAAAIIIIAAAgggMCcCNTV91cacXIRzEEAAgW4SqKXpmLHupuu342VpMwIIIIAAAggggAACCCCAAAIIlF+AHiKAAAIIIIAAAggggAACCCCAQPkF2rOHHe3ZbFqNAAIIIIAAAggggAACCCCAQC8JcFsEEEAAAQRKJlBr+kSy681RrVZVRKVSSbnL4459VaNuG68sy+Q/SutMinKrbRfUgYf0Ew8EEECgzAIrnbi9Fv/hmsqyTFm9o1nKMr395yf07P4j5PHSY2hROnd4rHXp05w7nDsac9cJBBDoBQFuiQACCCCAAAIIIIAAAggggAAC5Regh31IIH/lNr1824d6TVcR6BWBTMqyWIkHAggggAACCCCAAAItIkAzEEAAAQQQQAABBBBAAAEEEECg/AL0EAEEEEAAAQQQQACBORLIxFSnOYLjJAQQ6BGBTMoX8agLUCCAAAIIIIAAAggggAACCCCAQPkF6CECCCCAAAIIIIAAAggggAACCJRfoE172NGm7abZCCCAAAIIIIAAAggggAACCPSKADdFAAEEEECgTAK1Wq1Ld1xvjmq1qiIqlUrKXQ495p+6/dZxqvlPXMel6vlW315ABx6ydJdrU0EAAQTKKrDSidtp8e+vESNg3kOPox4PveGtPz6hZ/YbLo+bHkuL0rnDx7r0mc4dzh2NuesEAgj0rAB3QwABBBBAoLsEHn/8cbVjPPXUU91FwnURQAABBBBAAIFeE+DGfUjA72X5bTFHH+o2XUWgVwTiecZ7HL0iz00RQAABBBBAAAEEPkCAzQgggAACCCCAAAIIIIAAAgggUH4BeogAAggggAACCCCAwJwJ1FSrzdmZnIUAAgh0v0AMUPnS/bdqkzvQTAQQQAABBBBAAAEEEEAAAQQQKL8APUQAAQQQQAABBBBAAAEEEEAAgfILtGsPO9q14bQbAQQQQAABBBBAAAEEEEAAgV4Q4JYIIIAAAgiURqD5ly643hzValVFVCqVlLscesyrGnX7eGWZlMWfYq14bLXtgjrwkKUjY0EAAQT6jsCKJ22vxX+wRt5hD44eGzPJ6Tt//oee3W+4PH56TC1K5w6PvS4VD+eOSNPSmKcNrBBAoKcEuA8CCCCAAALdJjB16lRNmTKl7aLbQLgwAggggAACCCDQewLcuS8JxIu1sfSlHtNXBHpPIL0/EqveawF3RgABBBBAAAEEEECgUYAcAQQQQAABBBBAAAEEEEAAAQTKL0APEUAAAQQQQAABBBCYQ4EsfRZ8Dk/mNAQQQKCbBTIpX8QjCbBCAAEEEEAAAQQQQAABBBBAAIHyC9BDBBBAAAEEEEAAAQQQQAABBBAov0Db9rCjbVtOwxFAAAEEEEAAAQQQQAABBBDocQFuiAACCCCAQDkEarVal4643hzValVFVCqVlLsceuyrGnX7eCku4cvUnEREVVt9ewH99JClu1ybCgIIINBXBFY6aQct/v01orseESO8RCgGy7f/9ISe3X+EPI56bC1K5w6PwS7j5Dg8RtY4x7nD+1wSCCDQkwLcCwEEEEAAAQQQQAABBBBAAAEEyi9AD/uWQLzu2rc6TG8R6D2BeG+E9zZ6j587I4AAAggggAACCDQLUEcAAQQQQAABBBBAAAEEEEAAgfIL0EMEEEAAAQQQQAABBOZUoKaGj3TP6UU4DwEEEOgmAU/ITF/v003Xb7fL0l4EEEAAAQQQQAABBBBAAAEEECi/AD1EAAEEEEAAAQQQQAABBBBAAIHyC7RvDzvat+m0HAEEEEAAAQQQQAABBBBAAIEeFuB2CCCAAAIIlECg+ZctuN4c1WpVRVQqFRVx3JDXdPtt43OFLFOWRSgiyq22WUA/PWTpfB9rBBBAoI8KrHjyDlrs+2tG7zPF8KgsCq+yLNM7f3xcz+0/Io2pHmM9troswmOxc8XDuSPStDTmaQMrBBDoXgGujgACCCCAAAIIIIAAAggggAAC5Regh31MIFPmHqeVEwIBBLpNIJ5nWRarzhs05p0bSRBAAAEEEEAAAQQQ6BkB7oIAAggggAACCCCAAAIIIIAAAuUXoIcIIIAAAggggAACCMyxQKYuU53m+DqciAACCHSHQCbli3hIAgEBBBBAAAEEEEAAAQQQQAABBMovQA8RQAABBBBAAAEEEEAAAQQQQKD8Am3cw442bjtNRwABBBBAAAEEEEAAAQQQQKBHBbgZAggggAAC7S5Qq9W6dMH15qhWqyqiUql05kOPfVW33TpO8jXqkc5VTQO3/oIO+vnSXa5NBQEEEOirAiudvIMW23X1GC9jiWE3jZUxbkaqt//4uJ7df7iK8bUoi3HXxzq3nXOHc0dj7jqBAALdJ8CVEUAAAQQQQAABBBBAAAEEEECg/AL0sI8J+DVav0jr6GNdp7sI9LhAPM+6vqcRG3q8EdwQAQQQQAABBBBAAIFcgDUCCCCAAAIIIIAAAggggAACCJRfgB4igAACCCCAAAIIIDBnAp7XVEtfnzFn53MWAggg0N0CMU7lS3ffqC2uTyMRQAABBBBAAAEEEEAAAQQQQKD8AvQQAQQQQAABBBBAAAEEEEAAAQTKL9DOPexo58bTdgQQQAABBBBAAAEEEEAAAQR6UIBbIYAAAggg0NYCXX/JguR6c1SrVRVRqVRS7vK4oa/r9tsmRP8zKSsiT7fcegH97OdLiwcCCCCAwAyBFU/ZUYvuukZ9yMyijFD+ePePT+j5QSPk8dVjblE6d3hsdumjnTucOxpz1wkEEOgWAS6KAAIIIIAAAggggAACCCCAAALlF6CHfU0g3t+Kpa/1mv4i0DsCmW+bVk4IBBBAAAEEEEAAAQR6U4B7I4AAAggggAACCCCAAAIIIIBA+QXoIQIIIIAAAggggAACcyjgOU6ZmFs4h3ychgACPSCQSfkiHoIAAQQQQAABBBBAAAEEEEAAAQTKL0APEUAAAQQQQAABBBBAAAEEEECg/AJt3cOOtm49jUcAAQQQQAABBBBAAAEEEECgx+QSdpUAABAASURBVAS4EQIIIIAAAu0rUKvVujTe9eaoVqsqolKppNzl0CGv6daR41SLP3IUl4py4FZf0MG/WLrLtakggAACCOQCK526oxb93uoxdMYIGuNwDJtpR9T09g2P6bn9R8jjrMfeonTu8Bjt0ic4dzh3NOauEwggMLcFuB4CCCCAAAIIIIAAAggggAACCJRfgB72PQG/Mtv3ek2PEegVgfSGSFr1yu25KQIIIIAAAggggAACMwTIEEAAAQQQQAABBBBAAAEEEECg/AL0EAEEEEAAAQQQQACBjyJQU42pTh8FkHMRQKBbBWKAypduvUt7XJxWIoAAAggggAACCCCAAAIIIIBA+QXoIQIIIIAAAggggAACCCCAAAIIlF+gvXvY0d7Np/UIIIAAAggggAACCCCAAAII9JAAt0EAAQQQQKBNBWpNnzh2vTmq1aqKqFQqKXc5dOjruu3W8cqi71mxzqISy5bbLKCDf7F0ZCwIIIAAAh8ksOKp39Giu66pLMuUKR6xylKW6Z0/PqbnB42Qx1uPwUXp3OGx2mWcJecO547G3HUCAQTmogCXQgABBBBAAAEEEEAAAQQQQACB8gvQwz4okL8ym16e7YO9p8sI9KhAJmVZrMQDAQQQQAABBBBAAIFeFuD2CCCAAAIIIIAAAggggAACCCBQfgF6iAACCCCAAAIIIIDARxLIxFSnjwTIyQgg0K0CmZQv6vMPABBAAAEEEEAAAQQQQAABBBBAoPwC9BABBBBAAAEEEEAAAQQQQAABBMov0OY97Gjz9tN8BBBAAAEEEEAAAQQQQAABBHpEgJsggAACCCDQjgK1Wq1Ls11vjmq1qiIqlUrKXQ4d8ppuHTlOvkIt1g65jGsO3HJ+HfzzpbpcmwoCCCCAwMwFVjx1Ry2yyzdiBI39MagW46k3vH39o3p+/+HyuOuxuCidOzxmu4wz5dzh3NGYu04ggMDcEeAqCCCAAAIIIIAAAggggAACCCBQfgF62AcF4v2tWPxWVx/sPF1GoIcF/F5IesL18H25HQIIIIAAAggggAACTQJUEUAAAQQQQAABBBBAAAEEEECg/AL0EAEEEEAAAQQQQACBjyZQE1OdPpogZyOAQHcKeEIm058tTCCAAAIIIIAAAggggAACCCCAQPkF6CECCCCAAAIIIIAAAggggAACCJRfoN172NHuHaD9CCCAAAIIIIAAAggggAACCPSAALdAAAEEEECg7QRqTZ80dr05qtWqiqhUKil3edxxr+vWWycoyzJlqedZlFlkmbbc+gs65NClI2dBAAEEEJhVgRVP20mLfm+N+uH5eKoosizTO398XKMHj5DHX4/JRenc4bHbpU927nDuaMxdJxBA4CMLcAEEEEAAAQQQQAABBBBAAAEEECi/AD3siwLxWmwsfbHn9BmBnheov//R8zfmjggggAACCCCAAAIIdBGgggACCCCAAAIIIIAAAggggAAC5ReghwgggAACCCCAAAIIfESBTMwt/IiEnI4AAt0okEn5oj7+oPsIIIAAAggggAACCCCAAAIIIFB+AXqIAAIIIIAAAggggAACCCCAAALlF2j7Hna0fQ/oAAIIIIAAAggggAACCCCAAALdLsANEEAAAQQQaC+BWq3WpcGuN0e1WlURlUol5S6HDn1dI28ZH+fXlM6JzEvUNHDL+XTIL5Z2lUAAAQQQmE2BFU/7jhbZ5RtxlsfoiHxRDLZ6+w+PavSg4fI47LG5KJ07PB67jJPj8BiRG8Z57/N2AgEE5oYA10AAAQQQQAABBBBAAAEEEEAAgfIL0MPuFBg9enR3Xv4jXDteV/0IZ3MqAgjMhoDf/2h4H2M2zuRQBBBAAAEEEEAAAQTmogCXQgABBBBAAAEEEEAAAQQQQACB8gvQQwQQQAABBBBAAIF2EHj33XdbuJk1MdWphf96aBoCfV7AEzKlWPdxCbqPAAIIIIAAAggggAACCCCAAALlF6CHCCCAAAIIIIAAAggggAACCCBQfoH272FH+3eBHiCAAAIIIIAAAggggAACCCDQzQJcHgEEEEAAgTYSqDV9wtj15qhWqyqiUqmk3OXQ417XyFvHS5mkLIslQlImacstv6CfH7p0ZCwIIIAAAnMqsOKw72qRXdaI02NkzRepPt6+c8NjGj14hDwee4wuSucOj+UuFQ/njkjT0pinDawQQGDOBDgLAQQQQAABBBBAAAEEEEAAAQTKL0APu1Xg4Ycf1m677aY33nijW+8z+xfPlPmktHJCIIBAtwnE8yzLYtV5g8a8cyMJAggggAACCCCAAALdK8DVEUAAAQQQQAABBBBAAAEEEECg/AL0EAEEEEAAAQQQQKAtBJ555hltt912evbZZ1uwvZm6THVqwRbSJAQQ6MsCmZQv6tMPOo8AAggggAACCCCAAAIIIIAAAuUXoIcIIIAAAggggAACCCCAAAIIIFB+gRL0sKMEfaALCCCAAAIIIIAAAggggAACCHSrABdHAAEEEECgXQRqtVqXprreHNVqVUVUKpWUuxwy9HWNHDle8iVS1JTOjStuseX8+vmhS0XGggACCCDwUQVWHLaTFtnlG2m89XAbg20s+Zj7zh8e0ehBw+Vx2WN1UTp3eFx26TY4dzh3NOauEwggMPsCnIEAAggggAACCCCAAAIIIIAAAuUXoIfdL3D++eerf//+OuOMM7r/ZrN6h3gPLZb0uuysnsJxCCAwhwLx5kfX9yxiwxxeitMQQAABBBBAAAEEEJhTAc5DAAEEEEAAAQQQQAABBBBAAIHyC9BDBBBAAAEEEEAAgfYRuOqqq9K8wmOPPbaFGu15Tf58dws1iaYggAACXQRinMqXLlv7WoX+IoAAAggggAACCCCAAAIIIIBA+QXoIQIIIIAAAggggAACCCCAAAIIlF+gDD3sKEMn6AMCCCCAAAIIIIAAAggggAAC3SjApRFAAAEEEGgLga6/REFyvTmq1aqKqFQqKXc59LjXdeutE6KfmRRLilhlWaaBA+fTLw5dSjwQQAABBOaewArDvquFd1k9Rtq4Zoy1WZZFnklRvnv9oxo9aLg8PnvMLkrnDo/tLhUP545I09KYpw2sEEBgdgQ4FgEEEEAAgR4VeOSRR7THHnt0xu9///v0b/nZacRLL72kAw44IF3j0EMP1XvvvTc7p3MsAggggAACCCDQFwXocw8JjB07Vvvuu6/WXnttjRo1qofu+iG3iddeY/mQA1p718SJE3XTTTfp4IMP1qabbqpVV11VX/nKV1JsuOGG2nvvveV/U8zqvwkOP/zwdK6vcfHFF89x5+fWdea4AZzYmgLxdoeUVuKBAAIIIIAAAggggEAvCXBbBBBAAAEEEEAAAQQQQAABBBAovwA9RAABBBBAAAEEEGhDgV/84hcaMGCA/vjHP7ZA6z3HKVM7zy1sAUSagMD7BG677bbOOao//vGP5Tmw7ztoFjbMrevMwq1a+JBMyhf14QddRwABBBBAAAEEEEAAAQQQQACB8gvQQwQQQAABBBBAAAEEEEAAAQQQKL9AKXrYUYpe0AkEEEAAAQQQQAABBBBAAAEEuk2ACyOAAAIIIND6ArVarUsjXW+OarWqIiqVSspdDhn6um4ZOUG1+COHL+WIfIst5tOhhy3d5dpUEEAAAQTmjsCKp39XC++8egy9HoEdcd0Yf2PRu9c/qtGDrpTHaY/dRenc4THeZZyRfkms684djbnrBAIIzKoAxyGAAAIIINC7AjfffLOee+653m0Ed0cAAQQQQAABBEovQAd7WsBfvrnmmmtq//3317hx43r69g33q78G27ClHdLp06frkksu0cYbb6yDDz5YN910k/7973+n9/mK9r/99tu65557dNRRR2nDDTfUCSecoAkTJhS7KRHoeQG/0RHvNff8jbkjAggggAACCCCAAAKFACUCCCCAAAIIIIAAAggggAACCJRfgB4igAACCCCAAAIItKvAI488os0331y77rqrXn311V7uRk1NX9XRy+3h9gi0vsAbb7yhI488Uk8//fRHauyUKVN08cUXa8SIER/pOuU+uSZPx4x1ubv5ob1jJwIIIIAAAggggAACCCCAAAIIlF+AHiKAAAIIIIAAAggggAACCCCAQPkFytHDjnJ0g14ggAACCCCAAAIIIIAAAggg0E0CXBYBBBBAAIEWF6g1faLY9eaoVqvpF4G4rFQqKXc55LjXNfLWCcqij1l9XRRbDJxfhx62VOxhQQABBBDoLoEVTv+uFt559Rh6YxTO4i4RWdSUZXr3+sc0etCV8njdOH47d3isdxlnybnDuaMxd51AAIFZEOAQBBBAAAEEellg8uTJuvbaa/lFnb3898DtEUAAAQQQQKDkAnSv1wSGDRumZZZZRhdccEEvtSG98iplapvH+PHjddhhh+m0007TxIkTZ6ndfj15+PDh2n333fX666/P0jkchMBcF4jnWZbFaq5fmAsigAACCCCAAAIIIDCLAhyGAAIIIIAAAggggAACCCCAAALlF6CHCCCAAAIIIIAAAm0vcNFFF6l///469dRTe7EvmZjq1Iv83LqtBKZMmaIzzjhD2267rUaOHJm+t2ZOO+Dzt99+e3l+sT9TN6fXKf95mZQv6rMPOo4AAggggAACCCCAAAIIIIAAAuUXoIcIIIAAAggggAACCCCAAAIIIFB+gZL0sKMk/aAbCCCAAAIIIIAAAggggAACCHSLABdFAAEEEECglQVqtVqX5rneHNVqNX1w0qV/6UdRDjnuX7pl5AT5CinStSKLZYst5tNhhy3V5dpUEEAAAQS6R2CFM3bWQt9dTR6/YxXjcgzE9TH53esf1QuDh6tx/PY4XoTPce6WOXc4dzTmrhMIIPDhAuxFAAEEEECgFQRGjx6tm266Kf63MP6fsBUaRBsQQAABBBBAAIGSCdCd3hV4/fXX9cMf/lCbbLKJHnzwwZ5tTLzmGoviBdieve8c3s2v71599dX629/+1nmFxRdfXMcee6xuvPFG3Xvvvbr//vt133336a9//auGDh2q5ZZbrvPYZ555Jh07ceLEzm0kCPSYQPyT1j/DPXY/boQAAggggAACCCCAQJMAVQQQQAABBBBAAAEEEEAAAQQQKL8APUQAAQQQQAABBBAoh4DnuA0ePFirr766brnlll7oVE1pbmEv3JlbItBuAuPGjUufe/Pz9qO2feTIkfrnP//5US/TB873hMy2mf7cLX8fXBQBBBBAAAEEEEAAAQQQQAABBMovQA8RQAABBBBAAAEEEEAAAQQQQKD8AmXpYUdZOkI/EEAAAQQQQAABBBBAAAEEEOgGAS6JAAIIIIBAywo0/9IE15ujWq2qiEqlknKXQ47/l24ZOUFZ+pN3McuySDINHDifDjtsqchZEEAAAQR6SmCFM3bRwjuvIaWxWPVHJv959w+P6IXBw+Xx22N6UTp3eOx36ZOcO5w7GnPXCQQQ+EABdiCAAAIIINAyAjc9Ixk4AAAQAElEQVTffLOee+65lmkPDUEAAQQQQAABBEokQFdaRODGG2/Ul7/8ZR1yyCHpdc8eaVa89hpLj9xqbtzk9ddf17XXXtt5qS233FKXXXaZNtxwQ80777zq6OhI+7Is0zzzzKMNNthAF1xwgXbeeefOfffcc49GjRqVjuuu1eGHH677778/xS677NJdt+G67SaQSVkWK/FAAAEEEEAAAQQQQKBXBLgpAggggAACCCCAAAIIIIAAAgiUX4AeIoAAAggggAACCJRM4M4779R6662nvfbaS++8804P9i4TU516kJtb9QmBtdZaK80r9fzSs88+W5/4xCf6RL+7p5OZlC/qow+6jQACCCCAAAIIIIAAAggggAAC5ReghwgggAACCCCAAAIIIIAAAgggUH6B0vQw/+a30nSHjiCAAAIIIIAAAggggAACCCAwNwW4FgIIIIAAAq0pUKvVujTM9eaoVqsqolKppNzlkOP+pVtumRDn15T/iTQWn7/Ftz6vww5bKmosCCCAAAI9LbDCGTtroZ2+0XDb+igdQ/67f3hELwy6Mv0yLI/tHs9dFuEx3LlPdu5w7mjMXScQQGBmAmxDAAEEEECgdwU+9rGP6b//+79TIyZPnpx+0eeECf63e9rECgEEEEAAAQQQQGCuCHCRVhMYOnSolllmGV155ZU90DS/3toDt5lLt3jkkUf02muvpastscQS2n333Tv/zZA2zmTlf1f88Ic/1CqrrJL2+jXjG264QVOmTEl1Vgj0mEC8r8F7Ez2mzY0QQAABBBBAAAEE3ifABgQQQAABBBBAAAEEEEAAAQQQKL8APUQAAQQQQAABBBAoq8DZZ5+t/v3769xzz+2hLtbU9NUdPXRfboMAAgjMioAnZEqxnpWDS3gMXUIAAQQQQAABBBBAAAEEEEAAgfIL0EMEEEAAAQQQQAABBBBAAAEEECi/QHl62FGertATBBBAAAEEEEAAAQQQQAABBOayAJdDAAEEEECgBQWaf1mC683hX+hRRKVSkXOXQ47/l26+dYKUKR6ZsiwiZdLALebTL3+5VNRYEEAAAQR6S2CFM3fRwt9dXTFAS/IYnbmITHrv+kf14uAr5fG8GNddFuH/FjhX/eF6PVVjXmyjRACBBgFSBBBAAAEEelngc5/7nAYOHCj/wk43ZfTo0brpppv4/zhjEAgggAACCCCAwNwS4DotKfD8889rxx131DbbbKOnnnqqG9uYpddZ81U33mYuXfrNN9/svNJSSy2leeedt7P+Ycn//u//asstt+w8xL5jxozprJMg0CMCmZRlsVLxaMyLbZQIIIAAAggggAACCHSTAJdFAAEEEEAAAQQQQAABBBBAAIHyC9BDBBBAAAEEEEAAgVILeM7bHnvsoW9+85u69957u7mvmbpMdermu3F5BBBAYPYEMilf1CcfdBoBBBBAAAEEEEAAAQQQQAABBMovQA8RQAABBBBAAAEEEEAAAQQQQKD8AiXqYUeJ+kJXEEAAAQQQQAABBBBAAAEEEJirAlwMAQQQQACBVhOo1WpdmuR6c1SrVRVRqVRS7nLI8W/o5lsmSHGJ/DK19IsEo6rNN/+8fvnLpbpcmwoCCCCAQO8ILH/mLlrwO1+Pm8c4nQbtNHSnMfvd3z+iFwcPl8d1j/VF6dzh/yYUZVwgnePS4X0uCQQQeL8AWxBAAAEEEGgFgQEDBuhrX/taZ1NuvfVWvfjii531uZH4/wlfeuklXXbZZfrFL36hPffcU/5StH322UdHH320brrpJk2YEK8dzI2bcQ0EEEAAAQQQQKDFBGhOawtce+21WnbZZXXUUUd1T0PjzbFY8hdbu+cO3XbV9957T1OmTJnl6y+++OL67Gc/q/nmmy+VkyZNmuVzGw/0vx9GjBih1VdfXV/5yle06qqraujQoZo+fXrnYYcffnja5/0XX3xx5/Yiadx/2223pc2jR4/WAQccoLXWWiud638Hffvb35bPn1v/HvG93CaHr+s2uy9bbLFFuqfv7TY8/vjjXV5HTw2M1SuvvKLTTz9dbpfb5+u4dP2ss87SG2+8EUe9f3n44Ye15pprpnvsuuuuGjt27PsPqm/xF1Ovttpq6Vhf//LLL6/veX/xwgsvaOONN07Hug+vvfba+w9qpS3xBrR/fmY0KTbMqJAhgAACCCCAAAIIINCtAlwcAQQQQAABBBBAAAEEEEAAAQTKL0APEUAAAQQQQAABBPqGgD/j4nlbBx544GzNoZt1Hc9rqinNLZz1k3rlyIkTJ+rHP/5xmkO25ZZbasyYMXr55Zc1ePDgNMfP8/u22mqrD5yH58+ejxo1Svvtt5/WX3/9dB3PW3PubZ5z53l2moWH5895Hp3n0/nvx9fx/T23bciQIXryySfD1Lb/+WKeZ+bjfZ7P93V8Pc9b3GmnndLnnzyH8sOu5Lb7HIeNbPVRjnd71ltvvWTkOZBu480336ztttsuzaN02370ox/JnnZtvtfMfOxkL7v57675nJnVPW/0xhtv1A9+8IPO+Zbu44Ybbpg+E/bII4+k75KZ2blze1th7HmM//znP9PlPT9y5513Tk5ul49JO2Ll3NscjX8n7rt/fr39hhtuiCPzZdiwYZ3XsXm+dfbX/szcR/lZmv079sQZ8VzKl564WcvdgwYhgAACCCCAAAIIIIAAAggggED5BeghAggggAACCCCAAAIIIIAAAgiUX6BMPewoU2foCwIIIIAAAggggAACCCCAAAJzUYBLIYAAAggg0FIC/mBoY4Ncbw5/QLSISqWSPrDpcsgJb+jmkROkLJMfeZHJf7bY/PM6/FdLeTOBAAIIINAiAiuctasW2mn1NE7HyouyLFOs9N7vH9ZLBwyXx3eP+UXp3OH/NhSlc4fqj8a8vokCAQQkDBBAAAEEEGgJgY997GPadNNN0y/pdIP8iy/9S1Dn9Jd1+hqN8c477+i0007TscceK3+Rkr80qfj/w2nTpsm/4PKqq67SIYccoltuuWWWv2yr8R7kCCCAAAIIIIBACwvQtDYR+OUvf6mVVlpJ119//dxtcby+GsvcvWY3Xm3xxRdXR0f+UY9HH31Ud9999yzfbdlll5W/+PhPf/pT+vLbpZdeepbPLQ70vxX85ar+N4S/RNZt2XrrreUvUva/XYrjZre87LLLtOOOO6Z/kxRfsuvXuF988UX5C1z9xa633377XP33iP+9c/zxx8vx2muvpSb73v530Z133hkvu8dr72mr5H+HHX744dpmm2100UUXye1y+7zbpesXXHCB/EXDbq9tvK+IJZdcUkstlb/v6i9XfvXVV4td7ysff/xxuW3FDv89+x5FvbF86qmn0hc2e9tyyy2n+eef32nrRiJNq9ZtIy1DAAEEEEAAAQQQKKsA/UIAAQQQQAABBBBAAAEEEEAAgfIL0EMEEEAAAQQQQACBPiZw0kknqX///rr00kvncs89xylTO80tLAA8/2y33XaT59t5Hps/V+7PBV199dV67733isNS+cILL6R5e4MGDZLnzDXud+5tBxxwgHbYYQf94x//SOfMbDV9+nSdf/75af6c59F5Pl0x58339/y8a665RjvvvLN++tOf6q233prZZTq3vfHGG9pnn33S8T7P5/s6PsB9evrpp3XKKafoW9/6loYPH56+O8X7ejI8l/KSSy7RwQcfrNGjR6c2uG0PPvigbrzxxi5zHT0v8cQTT5ypj53sZTfPxfxP/bnvvvvk+ZSHHnqoPLfQ1y76/fbbb+svf/mLfvjDH2qPPfaQ3Yp9fbW0z5FHHqltt91WrfqzNOd/N5mUL+qDD7qMAAIIIIAAAggggAACCCCAAALlF6CHCCCAAAIIIIAAAggggAACCCBQfoFS9TD/VrhSdYnOIIAAAggggAACCCCAAAIIIDA3BLgGAggggAACrSPgD4Y2tsZ1h7e5dPjDrEX4A6DOXR57/Bv6+y0TVKv56HqkvKbNN59Xh/8q/yUU9T0UCCCAAAItIrD8Wd/TAt9ZLbXGw7bHeg/mzt+97mG9dMBweZwvxnuXRfhY5z7ZucO5ozF3nUAAAQQQQAABBBBoHYF55503fdFT8Qs1n3nmGd16663xv4H+v8A5b6e/xMtfIvXkk092XuTTn/60vvKVr2ittdZKv6Dyv/7rv9I+fxGVv0jqiiuuSP+/mTayQgABBBBAAAEE2l6ADrSTwGOPPZb+v3iXXXbRyy+/PJeaXtNH+7/qudSMWbzMCiusoCWWWCId7f9HP/zww3XeeefJX9yaNnbjyq8h/+1vf9PQoUPle3d0dGinnXbSgQceqOLfKnNy++uvv17Dhg1L/8747//+b6266qryF9m6r//v//2/dMl33nknfVHuLbfckupzY+V/31x33XXyPXyv4p4LLbSQNtlkk85b/Pvf/9bee++tG264IX1Jr3d84hOf0Lrrrpva+bWvfU2ue7tfm7/44ot10EEHafz48d6Uwv/O8j1cGTt2rBr/DeZtRUydOlX+OS/qLl966SWNGzfOaZfw34e/zLfYaDf3pai3ZFlzq9LKCYEAAggggAACCCCAQA8KcCsEEEAAAQQQQAABBBBAAAEEECi/AD1EAAEEEEAAAQQQ6IsCnku48847a+DAgXr88cfnIkFNXb6HYy5eubsu9eabb+rII49M8wnnmWcebbjhhimce07cAgss0HnrRx99VHvssYeef/75tM3zAZdccsnkaMv+/funuXXe+eKLL2rQoEG69957XX1feC7eOeeck+YAeud8882X7us5eW6D697uGDlypA4//HBNnDjR1ffF008/rR/96Ee65557Ove5/b6Or7fSSivJ8wy909c46aSTdPzxx2v69One1GNx++23y332DQs3z+H73Oc+p2222abTzvMIf/rTn+rKK6/s9PF8w2L+oUvXfZ2iP5deemn87HWdZ+f5gn/961/lvwf/Pft4zxf0vES7bL755lpkkUXkv0fve+ihh7TPPvvohRdecLXbYv7550/zKDfddFN98pOfTPfx59DWW2+9tN1t8zFpx4es/He6wQYbpHMWXXTRziOXX375tM3XWWWVVTq3z0riuZqe3/qHP/yhc+5n489S49zPwv43v/lNj/8szUpfZn5M/Izky8x3l3ornUMAAQQQQAABBBBAAAEEEEAAgfIL0EMEEEAAAQQQQAABBBBAAAEEECi/QLl62FGu7tAbBBBAAAEEEEAAAQQQQAABBOaSAJdBAAEEEECgRQT8Ic3GprheRLVaTR/qdFmEf+GEc5dDTnhDN4+coCwukHkVZV6RvrX553XEr5byFgIBBBBAoEUFVjh7Vy34nW/E0J0pyzLFykuU0rvXPayXDsi/CMDjfnP4vxXepvrD9Xqa/ttR5JQI9HkBABBAAAEEEGgxgS996UvylwsVzfIXN/lLtIr67Jb+IqOLLrpIY8aMSaf6i5b23HPP9MVXu+++e/pFnv6llSeeeKJWW221DF6WTAAAEABJREFU+P/NLP3/4m233aa5+Us3081ZIYAAAggggAACvSXAfdtS4JJLLpG/XNZf3PrRO5Ap80XSyklrh7981F+66y87dUv9paP+EtmNN95YW221lU4//XQ98cQTH/jluD5nTsP/DjjiiCM0ZcqU9CWxO+20k/bee2997GMfm9NLpvN8Xb9/6S+A9b9zzjrrLP385z/XhRdeqN/97nfyF9T6QN/3hBNO0OjRo139yPH222/rs5/9bDLzvYp7+ot2F1544XR93/O4447r/GJoux9wwAG6+eab5bb4nDPPPFN/+9vf0pch+wt1feIdd9yhM844o/MLe73tG9/4hvzFts79Rcjus/PG8BfzPvPMM42b9K9//UuvvfZal22uvPfee3ryySedat5559XsfrltOrGnV/E8y7JY9fR9uR8CCCCAAAIIIIAAAggggAACCCCAAAIIIIAAAggggED5BeghAggggAACCCCAQJ8W+MMf/qAVV1xRv/rVr+aSQ6Z2m+rk+W7+rJDn4l133XU69thjU/zpT3/SbrvtFv3Jko3nox1++OHyHDpv8Nyzq6++WiNGjNBhhx2W4vLLL5dN11lnHR+Sjh06dOj75rL5WsOHD5c/t+75dT7/hhtuSPf1/Dq3wXVv935f7J577tGoUaOcdgm3x3MUX3311bT905/+dJqnd+ONN3Ze74ILLpDnGW6++eZpHqPve+2118ptSCf10MrOvpX75Xu79NzH66+/XiuvvLJ3yZ/fP/fcc+X+eoP7v++++6b5hsX8Q5d//vOf5b8zH+P+eD7jU0895WpneF6o/f133NHRoQ033FA+z8fa2X+fnm/p+Y/LLbdcOu/ll1+Wzxk/fnyqd8dqmWWWSfM999tvP33uc59Lt/if//kfff/730/b3TYfk3Z8yOpTn/qU9tlnn3TOSiut1Hnk+uuvn7b5OgMHDuzc/p+S6dOn69RTT5XnavpYt82fj2v8WSrmfvrvxH83tv/tb3+b5of6nNaPeD7nS+s3dW63kOshgAACCCCAAAIIIIAAAggggED5BeghAggggAACCCCAAAIIIIAAAgiUX6BkPewoWX/oDgIIIIAAAggggAACCCCAAAJzRYCLIIAAAggg0AoC/rBnYztcbw5/wLAI/wIJ5y6HnPCGbrplgmo1KZYoY12vbL7Z53XEr5ZqvDQ5AggggECLCix/9q5aYMevd47jHsrTwB6rd697WC8dcGX65UIe+x3+70AR/m+Gc5fuXlE2564TCPRVAfo99wWmTp2qcePG6a233kpf9PLiiy/q6aef1qOPPqr7779f/sVoI0eO1EgCA34G+Bnooz8D/v+zDxt9/Ysk/Us9/Qs/fdyECRPkL6maNGmSq7Mdd999t1555ZV0nr8Uy1+25C/tyrIsbStWH//4x7XzzjtrzTXXTJv8/47+ZZcez73BYztj90iet330eTuSfvOzz88APwP8DLT9zwBj+cge+zt84okn/L+Pcy38JaYHHnigvv71r+vvf//7nF83XliNJX/TbM6v0qNnrrvuuhoyZIj8//HFjf3vCf///UUXXaTvfe97WmuttdIXwvo4f4GpX5cpjp2T0v8G8BfU2t1fHusvA9577731sY99bE4u975ztt56a/3yl7/UJz/5yS77FlxwwdTXJZdcMm1/88035S8a9r9L0oaPuNpqq6301a9+tctV/OWzWZb/u8ivV915551pv7/g9aijjtJ3vvOd9/Xb+woT+/gEf7lu48/90ksvrS984QvelV4TK/5NlTbUV/7iYn+Jsavuu0v/m+ull15y2iWeeeYZ+fU1b+zfv7+K411v2UhvS8eqZRtIwxBAAAEEEEAAAQTKKkC/EEAAAQQQQAABBBBAAAEEEECg/AL0EAEEEEAAAQQQQKD1BTz/7OWXX06fJRw5cqQefPDBud7oI488Usstt1z6vM1Hu3hNaW7hR7tIj5/tOWq77767PvGJT3Te2/P8/uu//ivVPffu0ksvlf8evOFrX/uaTjnlFC266KKudon5559fhx9+uHyMd/icK6+8MlxmzAHzHLZ//etf3p0+d7T55purmEOXNsbK9S222EIDBw6MmuT5jv5Mk9uSNtRXN9xwgzwvzlV/dur000+X50v6fG8rwvMMDz30UG255ZZpk683fPjw9JnVtKGHVmuvvbY22WQTZVk+39C3/fjHP97Z/9GjR+vGG2/05rRtjz320C677CLPN0wb6yv356CDDtKXv/zltGXs2LH64x//mHKv/Lw599xz5e2uu9/+ObeR643huZbHHXecXHr7Qw89pL/85S9O+1R43qzncLrTdjr11FO1zjrrpL8HbyvCfxf+O/HfjX/Opk2bpgsvvFDFPM7iuNYs43mYL53Ne/3113XXXXfJ8149/3XUqFG6/fbbddttt6W49dZbVcTIkSM1ci6F7+XPio8ZM6azLd2ZcG0EEEAAAQQQQAABBBBAAAEEECi/AD1EAAEEEEAAAQQQQAABBBBAAIHyC5Sthx1l6xD9QQABBBBAAAEEEEAAAQQQQGAuCHAJBBBAAAEEel2g+YOsrjeHP6RaRKVSSR+CdTnkxH/rplsmKvOfLO9KlkUSsflm8+rIX+W/PCPfwxoBBBBAoNUFlv/197Xgd74hxTguP2JIl7L0573rHtbLBwyXx3//N6EonTv8346idO5Q/dGY1zdRINDXBPpUf/3FH/4ykfvuu0/+UotLLrkkfWnLr371Kx188ME64IAD5F/o5l9i5i+z2H777eVfjrbppptqgw02SF/Msuqqq2rAgAFadtlltdRSS2nhhRfW5z//eX3mM59R8aUl/jIM/2K6eeedVwsttJCWWGIJffGLX9TKK6+cftHaGmuskb6QxV/KQqyLxboY8Dzoez8Ds/ILOeebb770hVdZlqX/VvmLrfzFO7P7/2+TJk2Sv8QpXSRWHoMXW2yxyGa+/L//9//SLw9dYIEF0gH+RZX/+Mc/Uu4v6OHn9f9n7z4Aoyr2t48/E/XaFRU79q7otWK59gLYAcUuFq5er1exN+yIYC+xV+wiImAFwa7YsSP2DigKKgo23n/eeWZz4pKEEkjI7ua7nN+ZcsrOfLLkJJs5s03v9crXnK85rwFeA7wGeA3wGuA1UNfXwFlnnZV+fqzv1SuvvKIddthB//3vfzVDE0fGn63jUt/NatDzhRC05ZZbqn///jrooIM0//zz1/p8Y8aM0QMPPKAjjzwyvc9w3nnnzdAEt54AtHv37vIksp7g1O8RHXroofKkwLU+cR0rl1hiCR144IFTPJ9/D/Fz+rl9ak9O+v333zs7UzH33HNr0003VQi536+qn8zvqT/11FPyhK7e5sl67e58bRFC0J577lk1Ce+ECRM0ePDgql0XWWQRrbXWWqk8cuRIffDBBymfv3r99dfT8/n9s1133bVq07Bhw6ryWSbb1+UNN9ywxqTAri+4iNQhxFXBNYwGITC9AuyHAAIIIIAAAggggAACCCCAAAKlL0APEUAAAQQQQAABBBBAAAEEEECg9AXoYUMJeMzVc889p3PPPTeNW/N4qi222EKrrbaamjVrlu4z9L0rG220URrT5nF/DdGWESNGaI899tB+++0n3zc5Y88RVIxDnVq2bKmlllpqil0ePXq0PCbQO8w777zy2Lz55pvPxVrD2w477DB5vJ13eP7555U/fm/SpElpLhNvmzhxolx2vnqEELT11lvLY+NWXHHFdP9pNjbP+/7666965plnnE3h+1fXXHPNlK9t5fGLnTt3TveoevuoUaP08ssvOzvLwq9tt2NKTzh06FCNGzcubfbXpUOHDvE1FVK5+srOfs36/8k666yjxRdfXNl9Zr5v6+23306HTGu8pXfymMtDDjnE2fS1eeKJJ+SvTapoAit/H3rsscfSWEx3d1qvpRCC2rVrp+z19sknn+i9997zoQUe8bWUW6ra6fvDO3bsmO7/3m233bTzzjtrxx13VJs2bdJYa98Pvt1222nbbbetim3q4T5e35foe8V9T3kIId1b7rLrd999d/n/6imnnKKLLrpIt956qx566KHJ7mus6gAZBBBAAAEEEECg3gU4IQIIIIAAAggggAACCCCAAAIIlL4APUQAAQQQQAABBApDoKwwmkErEEAAAQQQKFEBuoUAAggggAACCCCAAAIIIIDADAhU/0A/lx0+lVOHP8w5C9+c6LzTHhd/pyeemuBdVRHXFV6ltEK77NRc552zUiyx1KsAJ0MAAQRmgcBa1x+iJffZJPdM6Xt7Rfw+nzL6acCb+uqE++TrQHY9cJpFdt3wwc47nHfk510mEECgOAQ80cmXX34pfyjY448/rrvvvlvl5eXyh+z5w9722muvNDHDP//5Ty299NLpg8EWXHBBrbTSSmrVqpV22mknderUSccff7y6deumCy+8UJdffrmuvfZa3XLLLbrzzjvVp08fDRgwQJ4M4sknn0wTvrz22mvyJCL+4DJPiuMPMfOH7o0fPz59OBzfU4rj9UMrEUCgOAQ80Zk/3DFrrT9Q8osvvsiK05WOHTtW/jBQ7+wJu9Zdd90pTiLlfRwLLbSQ1lhjDWdTeEI0/1yZCk19Rf8RQAABBBBAAAEEGl3ghhtuSD+vXn/99XVsi99PreMhBbK739M5+uijNWTIEPXq1Uv77ruvlllmGZWV1bwV5I8//tCDDz4oT+x5xx13THGS3epde/XVV9N7RH6Px+f1ZL+HHnqopjZpbfVzTKvs96RatGgx1d38O4vfy/JO3377rer6O5CPqx7+HWdqEx3//PPPev/999Nh7nvbtm2n2e955pknTZKaDoorTwJru5jVbLPNpn/961/Opkl1bZsKlStPsPvuu++m0rLLLqsNNtggTXrtCk8om53H5fx9s9/pXF/wEf90wfuEBf9VooFTE2AbAggggAACCCCAAAIIIIAAAgiUvgA9RAABBBBAAAEEEEAAAQQQQACB0hegh/Um4HFMTz/9tHr27Kk2bdporrnm0lZbbaVzzjlH1113nR544IF07+FHH30kj8eqtyeezhP17t1bq6++ui666KLpPCJ/twpl83Hk1xZ6ftVVV01j1abUTo9F8xg8b19hhRXSfaXOTy2WX355ZWP8fGz++L1mzZrJY9h8/Msvv6wrrrhC48aNc7FGeKzgoEGD0v2pHof4j3/8o2qfUaNG6auvvkrlBRZYQFtvvfU073NafPHFtfHGG6djvPKYPN9P73xDx/zzz6/llltuik/z559/6s0336za7v7MN998VeXaMq1bt9YTTzyhW2+9VQceeKAyn7feeksTJuTmiWnZsqWmNu4xO69f982bN0/Fzz//XN99913KN4WV75kbPnx46urcc8+tTTfddJqvJb/mbOuDfK+cX0vOF3Z4QKYU1wXXTN9b/uGHH2ro0KF66KGH0mva34dPOeUUde7cWbvvvrvWX399+euz7bbb6vTTT50B/LgAABAASURBVNfDDz8s35decJ2hQQgggAACCCBQ3AK0HgEEEEAAAQQQQAABBBBAAAEESl+AHiKAAAIIIIAAAgUiUFYg7aAZCCCAAAIIlKQAnUIAAQQQQAABBBBAAAEEEECgrgLVPwzB5Sx8E6HzTrPwzanOO+15yRg98fRvUgjyw2tnne6yU3Odd86KribqWYDTIYAAArNKYK0bDtWS+24q+Rt7XIUYio8Q4+f+b+qr43vL14PsuuA0i+z6EXeV8w7nHfl5lwkEEJj1Ar/99ps++OCD9EFunnDm6quvlifAOeqoo7TPPvukDxRbb7310oe7ebIDTxziCVU23HBDtW3bVgcccICOOeYYnXfeeWnSnPvvv1+eVOedd96RJ0XxRCKzvlc8IwIIIIDAzAj4QyN32203Lbzwwuk0nsSpX79+8jUjVUzHypMZ/frrr2lPf+jlIosskvLTWq2yyipVu3hCrro8Z9WBJZihSwgggAACCCCAAAKFIeCfUf2eiSc+nf4Whdy7qWH6jyi0PWeffXatvfbaOuGEE9S/f/80YfLtt9+ugw46KL1nVFb2960hf/zxh/z+0j333JPeD55aXzxp7BlnnFE1Ge8cc8yRJkP2803tuLpu22ijjRTC1L8Afs8rm7T2r7/+kichruvzVN9/iSWW0NQm1PWEtz/99FM6zL9/LbPMMik/rZUnznV7vd/333+vX375xdkU66yzjjzpsAvvvfeexo8f72yKH3/8sWoCY0/CvOKKK2rRRRdN2zxpsn+PS4W4Gj16tD799NOYk1ZYYQX5/cBUKPRV/DKHEFdV7czPV1WSQaBgBWgYAggggAACCCCAAAIIIIAAAgiUvgA9RAABBBBAAAEEEEAAAQQQQACB0heghzMn8OWXX+rcc8/VjjvumMZCbbvtturatasGDx6sSZMmzdzJG+Bo31t92mmnyffhePzc9D9F0GRDnab/wEbdc1pjyTz2zveXu5EeI3fFFVeoR48eU43y8nJlY+k8fu+bb77x4SlWW201+V5WF3xe37/aunXr5H3ppZfK97FOzz2sHiOXPYfH2C255JI+5TRj/fXXr9rH5/A9VlUVDZjxGMHmzZtP8Rl8z5b/r3gHj+FceeWVna1z+D5/f82yAz/66CNdeOGFU/16+evZq1evqvvMfv75Z3ksY3aOUk9/+OGHqtervyd5vKxNphXvvvtuFc3IkSM1Pa/bqgMaJROk3KJiffz+++/y/e7+2vh7dIsWLeQxuIccckga6zx06NCq13Gx9pF2I4AAAggggEDjCvDsCCCAAAIIIIAAAggggAACCCBQ+gL0EAEEEEAAAQQQKBSBv2d5K5QW0Q4EEEAAAQRKR4CeIIAAAggggAACCCCAAAIIIFAnAd+YmX+Ayw7XOXX4htgsfCOy8057XjJGQ56aGHetqPwgj5gqRoW0847N1f3cleI2lgYQ4JQIIIDALBVY64ZDtcTem8TnjN/j4/f5mElrXyN+7v+mvjqht3xdyK4PTrPwPs77GIfLTh35eZcJBBCoXwF/AJgnhnjkkUd0zTXX6KSTTtJee+2ljTfeOE2AM88882iNNdaQJz3Zd999dfTRR6cJcrzvfffdpyeeeEL+MDZPmuLJDuq3dZwNAQQQQKBQBRZbbDHtvvvuCiGkJnoCp2effbby9/5UNdWVJzPKdvAHXk7vB3j6upTt68moPBFSdp4mnNJ1BBBAAAEEEEAAgQIRWHPNNdW3b1/deeed09+iivh+avybWXozdfqPKug9//GPf2ittdZK7yP1799fgwYNUqdOneSf591wvxd8yy23pPeUXJ5SPPfccxo3blzVZk9+7PekxowZU1VXH5l55513mqeZe+65teiii1btVx+/i8w222xV56st8+OPP8q/93jbXHPNJU/Y6/y0wm2dc845026//fabxo8fn/JeuQ+rrrqqs/rqq6/kSWJTIa4+/fTTNMmuJ/tt1aqVFlxwQa2yyipxi+Tf4T7//POU9+rtt9+u+tq0bNlSCyywgKsLP+L/tcn/5hArCr/VtBCBTIAUAQQQQAABBBBAAAEEEEAAAQRKX4AeIoAAAggggAACCCCAAAIIIIBA6QvQwxkUeOedd3T88cdrvfXW0znnnJPGpWXjq2bwlLPksKWXXlq9evXSQw89pGxc17Sf2OOaKlThZNo7F9Qe2T0/U2qUx61l277//vvk0q9fP00tbOd9s+Pyv+42Peqoo7Tssstmm1M6atQo3XvvvTr00EO1xRZb6OCDD9aDDz6on3/+OW2vvvL9sVlds2bN5HGQWXlqqe+JmmOOOdIuP/30k/7888+Ub+iVx/k5pvQ8Hqfp8Ha3caGFFnK2zuExiPn2/vpN7WuVbXvsscc0YcKE9Hx//fWXmtK9xx5v6fu23Xn3/amnnprq6zszGz58uA9JYa/6GKeaTtZgq/gNKrc02DM0xok//PBD3XbbbWkM9Oabb57us99222114okn6umnn26MJvGcCCCAAAIIIFC8ArQcAQQQQAABBBBAAAEEEEAAAQRKX4AeIoAAAggggAACBSNQVjAtoSEIIIAAAgiUnAAdQgABBBBAAAEEEEAAAQQQQGD6BSb/EATJ5Sx806fzTrPI/3Dnnpd+ryFPT5RynwdYmYSYBu26c3N1P3dF8WgoAc6LAAIIzHqBtW7srCX32Sx9n/ezh7gKIa5jjO//pr4+4T7lXyeya4fT7HriNB6WrjdOHVmd8wQCCNRNwB+S9uabb8oftnbFFVfouOOOU4cOHbT++utrkUUWSR/Otc4662jXXXeVJzq55JJLdP/99+vVV19VfX+YWt1azt4IIIAAAoUusNFGG2nDDTesaubgwYP1xRdfVJWnlvHPhFPbPqVt+R9kOaV9ml49PUYAAQQQQAABBBAoBIGzzz5b7777rtq1a1e35sT3TuNSt2OKbO+FF15YXbp00dVXXy3n3XxP7Prwww9rWu/9eoLanXfeWYsttpgP06effqq77rprmselnadjtcACC2jRRRedjj1n/S6evNXvndf1meeff37NNddctR7mSYk33XTTtG38+PEaMWJEynvl9wP9fP4aLbPMMgohaN111/WmFB988EFK/fuc93XBExdvueWWzhZHxD9XSGklHggUnwAtRgABBBBAAAEEEEAAAQQQQACB0heghwgggAACCCCAAAIIIIAAAgggUPoC9LCuAs8//7w6d+6s9dZbT5dffrl+/PHHup6i0fY/9thj5XFXnTp1qmMbPMYpKIQ6HtZEd19hhRV055136qCDDpLHz1Vn8Ji39957T+edd55at24t30M7ceJE5T88Xi+/PL15P5/vdZre/WfVft9//708RnBWPR/P0xQF4jeo3FLSnf/ll1/09NNP69JLL9W2226rLbbYQldeeaW++eabku43nUMAAQQQQACB+hDgHAgggAACCCCAAAIIIIAAAgggUPoC9BABBBBAAAEEECgcgbLCaQotQQABBBBAoMQE6A4CCCCAAAIIIIAAAggggAAC0ylQ/UM3XK4e/iCILHzzq/NOe1wyRoOfmqCKivhkjphky847LqLu56yYFUkbQoBzIoAAAo0ksOaNh2rxvTdOz+5v/75uSBXpevBzvzf09fG95etEdr1wmoX3dd5pFulEceVyTFgQQKCawJgxY+QP3Lr//vvTxCNHHXWUdt11V62zzjryB5gtssgiWn/99dWhQwcdd9xxuuKKK9S/f3+9+eabGjduXLWzNX5x3nnnVYsWLVL7t9566zShivuz5557ar/99tMhhxyiI444In1o3EknnaQzzjhD3bp104UXXpj6du211+qWW25JHwTXp08fPfjggxo4cKCeeuopDR06VK+99preeecdffjhh/r88881atQojR07Vp6E4c8//4zfq/z9ivD3XILXAa+BpvcamNIHRE7p6jDbbLNpt912m+wDPPv166fffvttSodU1fvYqkIdMr/++quqT7K14YYbNu3v3/GNF/6/Nr3/r3zN+ZrzGuA1wGuA1wCvgbq/Bh544IE6/OQ5/bvuvvvuevfdd3X22WdP/0GT7Rn7Mlm5cAs2dH+32247nXrqqel93rq01u9XtWvXruoQT345td8fysrKdOSRRyZbT+Dssg92O/x+mPMzG35+vy80s+dpiONnn312ZX2uy/n9np9/d5rSMWuvvXZ639Db7ej36/171qeffuoqeTLkxRdfPOVXXHFFZZMTDx8+PP2+5/fS/N6ad1h22WW18sorO1sc4T9axL9XFEdjaSUC1QQoIoAAAggggAACCCCAAAIIIIBA6QvQQwQQQAABBBBAAAEEEEAAAQQQKH0BejjdAo888oh8T+GWW26pW2+9Vb73eHoP9n2Va621ltq0aSOPPfP4vptvvlmDBg2Sx0H9/PPP8jjMV155ZXpPWaf9fF+k72W87LLLNM8889Tp2L93roht/LtUirlddtlFr7/+ep2jU6dONTh8X+rRRx+tJ598Ur7X9qCDDtIyyyxTYwyex8v17t1b5557rv7444+q83i8XlWhDpkff/xRUxuvV4dT1euuvq94vvnmq9dz+mRdunSp89fLX2P/P/bxTS18r7S/79igLnHdddfNxPeOWaVcIQ/HjOuqJzz00EPlscHfffddum/b32v9/8Njdf3/7a+//tKkSZPS+GN/T3f4e/HMhu8NHzlypN566y0NGTJE9957r8rLy3XmmWem+9H32GMP+TW45ppratFFF61q74xkXnjhBR177LHyNcb9feyxx2bkNByDAAIIIIAAAk1BgD4igAACCCCAAAIIIIAAAggggEDpC9BDBBBAAAEEEECggATKCqgtNAUBBBBAAIGSEqAzCCCAAAIIIIAAAggggAACCEyPgG+Sy9/PZYfrnDp8Q10WvtnVeac9L/tBQ57+TcH/QjzCEfMKQbvsuIjOP3fFWMnSkAKcGwEEEGhMgbVu+reW2HtT+dt/CGmtykQ/939T35x4X9XN2b5u+PqRRXZ9cfuddzjvyM+7TCDQVAT82n/nnXd0991367TTTpMnNlljjTXSBA7+MK6NN95Ye+21l0466SRdc8018uQ2/uC5xvzwsoUWWkgrrbSSNtpoI7Vu3Vr77LNP+sC2M844Q5deeql69eqlBx98UM8//7zee+89jRo1Sr///nua7OTrr7/W22+/raefflqPP/64HnrooTTpivvvyXo8ecWVV16piy66SOedd16ahOHkk0/WMccco//+97/ypAn777+/OnbsqN12201t27bVNttso80220wbbrih/CFnq666qpZffnktueSSWnjhheXJTOaYYw7xQAABBBCom8Biiy2mHXfcMf6s55/5pI8++kjPPvusfO2a2pmaN29etdkT+XjynqqKqWS8b3buZs2aaa655prK3k1jE71EAAEEEEAAAQQQaByB5ZZbTnfddZcGDBiQJnGc8VYEBR+cVs4UboQQ5Anv8FNZAAAQAElEQVQyPSHn559/Lqd1bW3Lli2rDhkzZowmTpxYVa6e8fs7nqi3rKws/d7h98C8jycB9XtD48aNc3GmwpOJ+veMaZ3E7fSEpNl+MzsBaHaeqaV+f83vWXkfv282ve/1ua028nE+3hP5Op+FJzX2+2Iuf/jhh2mSVffNX1PX+b2zbNLpZZddtmqy0y+++EI2/+STT/Ttt9961/TadztToRhW8f9ZCHFVDG2ljQhUE6CIAAIIIIAAAggggAACCCCAAAKlL0APEUAAAQQQQAABBBBAAAEEEECg9AXo4fQJnH766dp11131wAMPTN8Bca8tt9xSF198sT744IM0ts33LA4aNEg333yzzjnnHHXu3Flt2rTRmmuuqQUWWCAeUf+Lx1L5/k7fF+l7GWfuGYJKcaiT70PKXDwG8c8//8yK9ZJ6vOEKK6ygo48+Wv3799cLL7yga6+9Nt2TO+ecc1Y9x3PPPadhw4ZVlVu0aFGV/+mnnzS97XIffH+8D3bfsrF3Ltc1vvnmm7oeMsX97eDwDh4j+eOPPzpb57DZggsuWHWcx31WFcjUKuDvL3PPPXfaVpexn+mAoloFKbeosR++N3yppZbSP//5T22//fbpfnZ/D+jWrZt8P3rfvn3T/Y7Dhw+XX8O+N/HVV19N9+MffPDBaSxsXfswfvz4dJ/8zjvvnO5b79mzpz7++OO6nob9EUAAAQQQQKCEBegaAggggAACCCCAAAIIIIAAAgiUvgA9RAABBBBAAAEECkmgrJAaQ1sQQAABBBAoIQG6ggACCCCAAAIIIIAAAggggMA0BXzDWv5OLjtc5xtQnXeaRfbhzU57Xvq9Hn9yQvqwP+9XURGPcqhCO7VZWOefu2KsYGlgAU6PAAIINLrAmjd11mJ7bZyuB3HlRfFSENtVoZ8eGKZvTugtXzeya0l+6uuHy3HntLicMnGVn49FFgRKTsAfpPXwww+rR48e2nfffeUP3PJEG5544IADDtAFF1ygRx99NE1E89tvv82S/i+xxBLaZJNN0qQ5Bx10kI477jh54oOrr75a99xzjwYOHKhXXnklTU4wduxY+f9v9mFgngTh8ccf17333psmQzjvvPN0/PHH6+CDD9Zuu+2mzTffPE2OsOSSS8qTgcySDvEkCCCAAAL1KrDppptqnXXWqTrnk08+qeyDI6sqq2X8AZT+IEpXexIpXz+cn1r458DPPvusahdPiOQJeqoqmmaGXiOAAAIIIIAAAgg0gsCJJ56ojz76SPvvv//MP3v8Q1pcKt87nfnTNeQZVlxxRWWTkn711Vd666236vx0EyZMqDpmWpPdejJkvy/mAzwp7n/+85+qiZftf9ttt8X3ndMfIb3LDIcnfJ7Wwf69xX32fjbwe1nON2QsvvjiatasWXoKv9f29ddfp/y0VrbJ3jdceOGFNddcc012iH8X23DDDVPdt99+K78faYMffvhB9m7ZsmXa5pUn7l111VWdldswcuRIvfjii/rrr7/Svn7PMISQthfFKr5c/LtlUbSVRiIwuQAlBBBAAAEEEEAAAQQQQAABBBAofQF6iAACCCCAAAIIIIAAAggggAACpS9AD6chMGzYMLVu3TrdWzmNXdO4qI4dO+rmm2+Wx1Y9++yz8ti+1VZbbVqHNsj2ww8/PI0rPPLII+vp/BVKYwvr6WyFcpoVVlihqimffvqpPG6tqqIBMv/4xz/UqlUrnXPOOeke12WXXTY9i8fA5Y+B9D202Xi97777TqNHj077TW3lsWjvvvtu1S4erzcz98j+9NNPVeea2cy8886rpZdeOp3G9/t+8sknKT+11ZgxY7Tnnnum+37POuss2WG22WZTZuZj33//ff3666/OElMQWHTRRavGunrc5ccffzyFPYu92gMyi2L4c63QG220kfz9ulevXnrvvff0/fffy/fC9+zZU762LL/88preh69dXbt2TffKe16ABx54YHoPZT8EEEAAAQQQKF0BeoYAAggggAACCCCAAAIIIIAAAqUvQA8RQAABBBBAAIGCEigrqNbQGAQQQAABBEpGgI4ggAACCCCAAAIIIIAAAgggMHUB32iav4fLDtf55k7nnWaRfXiz056Xfa/Hn5oof8xD+qyHmMnSndsuop7dVvRpiAYX4AkQQACBwhBY6+bDtMTem0jxYhCXmCo+gvzv535v6JsTe8vXjyyya4vT7HrjNB6kLK2ed5lAoBgFxo4dq2eeeUZXX321/OFlm222meaff355ApPddttNp59+unr37p0mDmjo/nkiDz//fvvtp9NOO0033HCDBg0aJH/w1++//54mK3nppZf00EMP6bbbbtNll12mM888U//73//kyQjatm2bJkFZeeWV5UlKQggN3WTOjwACCCBQQAJzzDGH2rdvr2yiq/Hjx+vhhx/WH3/8McVWLrLIIvKHfXoHfwCoJ83K/3nP9dXDE1l9+OGHVdWrrLJK+sDJqoommaHTCCCAAAIIIIAAArNSYIcddtArr7yiiy++WJ4Utl6eO76PEpd6OVVDn8Tv/fjncD+PJ7+9/vrr0/tGLk9PTJw4Mb2/lO3r880999xZcZrpWmutpU6dOlXt9+CDD8q/S1RVzGDmtdde088//zzVo99+++00uad3WmmllbTiig3/N88FF1xQa665pp9Sfs/c79dNmjQplae0svHTTz9dtdnH+z3HqorKjN8LtL2/jq+//rqGDx+etnjiWfcvFeLKk/f6HDEr7zt06NCq9yu9r78m3lY0Ed+2DCGuiqbBNBSBTIAUAQQQQAABBBBAAAEEEEAAAQRKX4AeIoAAAggggAACCCCAAAIIIIBA6QvQw6kJ+J5Gj9EbMmTI1HaT72W888479dVXX6lPnz7q3LmzWrRoMdVjGnJjq1at5Da7/c2bN6/HpwoqxaFOq6++ujKnUaNG6YUXXpim2ddff63dd99du+yyiw488ECNGDEiHfPnn3/Kr4VDDz1UrVu31lNPPZXqp7Radtlltc4661RtHjduXFV+qaWWkre7wvdFPfPMM5Pd1+766jFmzBh5/GFWv/7668tj7rJyfvrdd9/J9+rm1+Xnf/31V3ksX37dzOQ9PvCf//xn1Sl8f7DHF1ZV1JL55JNPNHLkSPnr8vHHH2vOOedMe2244YbyvWMu2P6dd95xdqrx5ptvyv+ffa/0kUcemc451QNKaKPHVq666qqpRx77+cgjj0z1Hjvv6LGhXbt2Ta/jDh066J577nF1gUeQcotK4eHvS/4+cuqpp6Zry+eff56+19x9993yazi7D3JqffU4W88LsOeee2rTTTdN55na/mxDAAEEEEAAgVIWoG8IIIAAAggggAACCCCAAAIIIFD6AvQQAQQQQAABBBAoLIGywmoOrUEAAQQQQKBEBOgGAggggAACCCCAAAIIIIAAAlMRqP5hey5n4ZsLnXeahT+w2XmnPS79Xo8/OTGdvSKuK9JKcrpT64XVs9uKsZZllgjwJAgggEABCax582FavGOrdD2Qrw1xVRHDTfz5gTf0zQm95etIdj1xmkV23XGahY9zuOyUQKDQBTyJyBtvvKHbb79dJ554otq0aaOll146TVKyzTbb6Oijj9aNN94oT6DhSToaoj/LLLOMNt98cx1wwAE644wzdNNNN6VJZT766CO5fd9884384V2eiKBHjx46/PDDUztXW221qkk6GqJdnBMBBBBAoHQEllxySe28884KIaROTZgwQZ58KBVqWXkiKU9ylm3yhF1ffvllVqyR+ufFxx57rOrDRRdeeGEV3QdN1uhVPVRwCgQQQAABBBBAAIFZIuDJOP3+zeDBg5X/c2z9PHn2bmn9nK0hzzLffPPJk1KWleVu9fjss8907LHHyhO9Tut5//jjD3mC42HDhqVd55133jS5awi53yFS5TRWIQS1b99ea6+9dtrTv3eUl5fr559/TuUZXQ0fPlwPPvhgfA87vYFd4zSjR4/WbbfdJr9v7Y3bbrutFlhgAWcbNDwR8E477VQ1ce6zzz6r5557borP6ffM+/btq+kxXn755asmvfY5X3755XReTzrr13sqVK484XI2ea8nqvakpt5U276uL+iIX2I7FXQbaRwCtQlQhwACCCCAAAIIIIAAAggggAACpS9ADxFAAAEEEEAAAQQQQAABBBBAoPQF6GGtAt9//73+/e9/64gjjtCPP/5Y6z6u3HDDDXXHHXdo4MCB6T7J6uOcvM+sjDnnnFMXX3yxXnnlFW2//fYN8NQV8jwdDXDiRj3lsssuK38ts0bcfPPN8hi+rFw99b1Jd955p0aOHKlvv/02jRdccMEF027/+Mc/9N133+mdd97RuHHj9Oijj8pjFdPGWlYTJ05M+2eb1lxzzSwrj49s27ZtVbl///56//33q8rVM27XLbfcomw83RJLLKFNN910st1c16xZs1TncYgffPBByte2evHFFzVixIjaNs1w3XbbbSfff+UTeFzhM88842yt4XubfX/xX3/9lbb73ues7XZaY401Ur23X3HFFVX3d6XKaiufy19X/38eNWqUfv/991ky5rJaMxqt6NfljjvuqGysrcdn3nffffH/c8UU2+RxnB4j6tex7/du3rz5FPctnA2xP7mlcJpUzy3x+Nn99ttP11xzTfo+dd1118n/r6bnafx133vvvdWxY8d0//70HMM+CCCAAAIIIFBCAnQFAQQQQAABBBBAAAEEEEAAAQRKX4AeIoAAAggggAACBSaQmxWuwBpFcxBAAAEEECh2AdqPAAIIIIAAAggggAACCCCAwJQEqn/YgcsO7+/U4Q+2yMIfvue8056X/6DHn/ot7pr7kA6vQwjpg/92bruwLjhvxbiNZVYJ8DwIIIBAoQmsecvhWnyvTaSg+AgKIcRU8np8vzc08qT75OtJdl1xmkV2/VF8OO+I2bTk51MFKwQaWcAfdtavXz9169Yt3ZTvm/s9kcsGG2yggw8+WJdeeqn8QXGetKI+m7rccstpq622UqdOnXTWWWfJE4c8+eST+vTTT+WJRL766is9//zz8kQn5513XpoQx5PKrLLKKlUfICYeCCCAAAIIzKSAJ6paZ511pvss/uDUFVfMvV8wfvx4+YM7X3311RoTGnmiJ1/DfC3zyUMI2nrrrdXYk7W5LY0dPD8CCCCAAAIIIIBAwwsceeSR+uijj3TYYYc10JOF9D5pbtVAT1GPp23durXatWtXdUa//3TAAQfomGOOkSeg/emnn6p+ps/el+rVq5fat28vTw7r9319sCc3rcvvDz7G4Yl7PdGz33Nz+d1339U999xT9Zyuq2u4TTfccEOaHLr65L9+v+/YY4/VZ599lk676qqrapdddtGsevj3Jk+k6+dz284880zdfvvtNSYp9jZPmOtJRt0f79+mTRutvfbaztYIO6633nqp/pNPPtEXX3yR8n6/0JPPpkLlavnll6/6/WvMmDGaMGFC2rLFSJxq3gAAEABJREFUFluo+r5pQyGvghRCXCl75OezOlIECk+AFiGAAAIIIIAAAggggAACCCCAQOkL0EMEEEAAAQQQQAABBBBAAAEEECh9AXpYU+Dzzz/XDjvskO6HrLk1V+N7J31f5ssvv6wDDzwwV9nIa4+Z+/DDD3XiiSc2YEuCJhvq1IDPNCtPPdtss6Wv48ILL5yedty4ccnxlVdeqTEO0GPV/LUfMGBA2resrEx77723llpqqVT2ymMa5513XmfTPbRXXHFF1Ri3VFm58hg7jxMcNmxYqlliiSW00UYbpXy2yh9z53YdffTRGjRokLIxedl+blf37t2V36699tpLLVq0yHZJqdu57LLLpvxff/2lSy65RH7Np4rKlcdZPvjgg/L5vE9ldb0kvmerbdu26Vzuw/nnny8/l/OpsnLl/lx00UXy18BVtvEYT+cd8803nw4++GBl4zY9nvLYY4+Vx1d6e3589913Ouecc6rO5WN8rM+Rv19D5n/77Tf9+OOP9fIU3377bY3X5fScePPNN9fGG2+cdrW3x3Z6jKdfh6mycuVtfo35659t83E+vnKXAk6ClFvUFB7NmzfXEUccoSeeeEIvvPBCGje99NJLT7Prffv2lb+e/j/zxRdfTHN/dkAAAQQQQACB0hCgFwgggAACCCCAAAIIIIAAAgggUPoC9BABBBBAAAEEECg0gbJCaxDtQQABBBBAoAQE6AICCCCAAAIIIIAAAggggAACtQpU/wBllx3e2TcNOu80i/wPae552Q8a9MTEuGuF/C9mYqp0I+NObRbWBd1yH+bnemKWCPAkCCCAQEEKrHnLYVq8o29Wj1eLiorURq99jfm57+saeWJvZdeX7HqTpd7HeR/kvMN5R37eZQKBWSXgD8a688479b///U/+IK65555b/gCwPfbYQ2effbZ8U74ncamv9ngSkk022SR92Fx5ebmefvrpNNmH/2/4pv9nnnkmffjXueeeq0MPPVTbbrutPEGHJ0SprzZwHgQQQAABBKYmMMccc6QP9WzWrNnUdqva5mvbfvvtJ0+A40pPGHXLLbfo5JNP1k033ZQ+HNQTSHlCtJdeekn+uS+EoC233FLbb7+9Qgg+rCkHfUcAAQQQQAABBBBoQIF//etf6f0XT7o5vT/jzlBz4nulcYl/WJuho2f5QbPPPru6dOmSJl3Ontzv6w4dOjTV+2d1T4q74YYbyu9ldejQQTYcM2ZMtrt22mmntO+Mvm/lc++6665V5+vdu7feeuutqnJdM/5dxhOnXnXVVfJ5u3btqvPOO0+ekHf//ffXp59+mk7pCYdPP/10OU0Vs2Blb0/62bJly/RsWTs96fVJJ52kHj16pPcnXfbkxP5aeEe/fv118vEuV48QQvr6eELkbJsdbJuVs7RZs2ZaaaWVsmJKbfDPf/4z5YtqFf8o4d8t/25zrPi7QA6BQhWgXQgggAACCCCAAAIIIIAAAgggUPoC9BABBBBAAAEEEEAAAQQQQAABBEpfgB5WExg7dqw8Puvtt9+utiVXnGeeeXTaaafp5Zdf1vHHH68ZHW+WO1v9rD2O68EHH5TvK11uueXq56S1nsXjmnwvdq0bi75ytdVW06mnnip/jd2Z77//Po2D23nnneXxex4Xd+SRR6p169a6//775XtovV+7du209957O1sVa6+9tnbfffdU9n7e38f5Hlufx+F7gD3G7u67707n8mvJr71lllkmHZetFlxwwdSupZdeOlWNHz9eZ5xxhtq2bVvVLp/X53/kkUfSuTwGz+MkfX9UCCEdl63mm28+7bPPPvLYPNd99dVXqXzwwQensX8eA+j7gD1e8ffff099W2qppbxrvUQIQYcffrg23tj39ksef+jnyu9P5vzYY4+l55xzzjnT/7fqNltssYW8r+28o8dV2rB9+/Y655xzUn/cr912202+19n72OY///mPfKzLDRm+Ry37uv3111/yWM/stVTX+7x9n3jW1gceeCD1268j/9/P6qeV+rXt58/O5bGdHuPp16Ffjz6ft/tr4deYX2s+p+8Jd72Pd7mwI36fyi2F3cwGaJ3H6F5xxRUaPny4br755vQ9YlpPc+WVV2qzzTbTxRdfLL9Gp7U/2xFAAAEEEECgqAVoPAIIIIAAAggggAACCCCAAAIIlL4APUQAAQQQQAABBApOoKzgWkSDEEAAAQQQKHoBOoAAAggggAACCCCAAAIIIIBATYHJP+RA6QP1sjrf5Oq80yx8c6HzTnte/oMGPTlRSveihpgE+eH1Tm0W1gXdVnCRmKUCPBkCCCBQuAJr3HK4Fuu48WTXi+CLRmzy+AeGaeSJveXrSxa+3mSRXY/irmlxOWXiKj8fiywI1LvAb7/9lj7wzZMqeAKKRRddVKussoo6deqka6+9Vq+99po8wUZ9PfHqq6+ujh07qlu3burfv3/6kLFff/1VL730km688UYdffTR2nrrrbX88ssrhMr/RPX15JwHAQQQQACBmRBYcskl5Qm3Qpi+65MnhDruuOPSdTV7Wk9a9Prrr+u5555L18BsUhtPIuWJuvbdd9+CmLgta2/jpTwzAggggAACCCCAQEMIeBJQT8r4wgsvyO+/NMRzTHbO+LNzXCarKvSCJ6U9//zz5VhooYWmu7ne18d4steZmZzUE8gedNBB8kSnfvIJEybo+uuvl98/c7mu8e9//1sHHnigPNnsuHHjNHjwYHmi1s8++yxN0OvzrbTSSvLkq2uttZaLszQWW2wxlZeXp8mM3UY/+cSJE/X000+rX79+euWVV+Sy623j9ywvuugi+evkuimF34PMJrz1Pn7P0+83Op8f//jHPyb7nc3b7OHf/5wvqki/qqZVUTWbxjZ1AfqPAAIIIIAAAggggAACCCCAAAKlL0APEUAAAQQQQAABBBBAAAEEEECg9AXoYb6A7xPxmC3fL5lfn+V9b+XLL78s38+5xBJLZNWNmp577rl699135ftLG74hHuMUVGxjC+visu2228pjNfPHrI0ZMyaN3/O4uFdffVV//PFHOmU2Lu6EE07Q7LPPnuqyVQhBXbp0kccUej/X+7h33nknja/zufLH2Hns4llnnaV99tnHu9aI1VZbTdddd53WW2+9qm3ZuEKfy+f1+b3R53KbTj755Brt8nbH9ttvr2OOOUa+J8pl3z//3nvvpbZ5DKDH/nnb8ccfn/qQjRH0vvURHkd48cUXp/5mPvn9yXf2GEJ/Tfy1qf7cIQTtt99+Ou+88+SxoN7u+/+//vprPfLII6k/7pf7522ZzQEHHBBfx8FVDRpzzz239thjjyrnX375peq1NGzYsDo99zbbbFM1PtX98f3j/tp7bKnvNZ/ek3mM5VVXXSV7Zl9Xf739eszO569Fdj6/5uzv47K6wk7j1zW3FHYzG7B1Cy64oDp37qyBAwemsbwnnniimjdvPsVnHD16tPz9YrPNNtM999wzxf3YgAACCCCAAALFLkD7EUAAAQQQQAABBBBAAAEEEECg9AXoIQIIIIAAAgggUHgCZYXXJFqEAAIIIIBAkQvQfAQQQAABBBBAAAEEEEAAAQSqCVT/wGSXHd7NN1w67zQL36DovNMel/2ggU9MVIV3rlqljHZsvbAuOm9FbyFmtQDPhwACCBS4wJq3/keLdWyVWumrhsOFipgZ/8AwjTyxt3ydya43TrPIrktOs/CxDpedEgjUh8BHH32k22+/Xf/973+17rrrypNNeJKF008/XQ8//LB++OGH+ngaefKZHXbYQZ7k47bbbpMnkvjzzz81YsQI9enTR2eeeabatWtXNVlEvTwpJ0EAAQQQQKCBBTbddFOts8460/0sntjG18JTTz1VG220UZoIKoSQjvckVv5Qz+wDLD2JUgi5bWmHpryi7wgggAACCCCAAAL1LnDwwQfL7wt5stV6P/kUT1iR+1vbFLcX5gZPRtqmTZs0aWWvXr207777pvew/D5a1mLvs9hii8kT2F522WVpXx/j+myfGU09wem///1vzTHHHOkUfl+tb9++mpH3iX0OTwB86623asstt0zvBfqk7osn2fSEqvfee69WWGEFVzdKLLDAAmky6/vvvz9NUtuiRQtlk/H69yZPOuw+PProo2kyY9dNq6GLLLKIfJwqHyuttJKaNWtWWZo8admypfK/bp5o1j6T71UEpfh3CBXl/7gisKWJDSfAmRFAAAEEEEAAAQQQQAABBBBAoPQF6CECCCCAAAIIIIAAAggggAACCJS+AD2cTMD3iAwcOHCyuqzQsWPHdG/l2muvrUJ4tG/fXu+//77OOuusWdycCvm+61n8pLP06dZff3317t1bHl/osXoLL7xw1fN7DJzHtx122GF66KGHpjoubvbZZ9fRRx+d9jv00ENrjGX0WDff5+T7df2623nnnRXClO9NWmqppXTjjTfK9/x6zKPHQWbj56qfa++9955sbF1VByozPm6fffZRv379dMABB8jnqtyU8nvttZc8LtD7eN9sW32mbvOJJ56Y/l/tsccecv+y58qczz77bD3wwAPpvq4pPXcIQa1bt9aDDz6obt26pXvHFlxwward/Tx29nP5Puxp2VQdWE8Z33Pm8Z5rrrlm1fhKn/qzzz5zMt3h8alXXXWV2rZtWzWe1AePHj1av/32m7PTHR6neeGFF6bXue3zx376a+Cvxa677qpbbrlFN9xwQ/raTPfJG33HijQcM64bvSWF0IBWrVrp4osv1osvvqjDDz98qk16/fXXtf/++6f5A5599tmp7stGBBBAAAEEEChCAZqMAAIIIIAAAggggAACCCCAAAKlL0APEUAAAQQQQACBAhQoK8A20SQEEEAAAQSKWoDGI4AAAggggAACCCCAAAIIIJAvUP0DMFx2eB9/0LLzTrPI/zDmnleM1aCnfks3tgbf2+qQV0E77rCQLjpvBZ+GaAQBnhIBBBAoBoE1bv2PFtuzVeWVI3f9SNeT2PjxDwzTqJPuU/51J7sWOc2uT3FXOe9w3pGfd5lAYHoEJkyYoCeeeELdu3eXJ+7whAqeGOTggw/W9ddfr7fffnt6TjPVfeaaay755v3OnTvLE0g8+eSTGjNmjDzhw+DBg3XJJZfooIMOkics8QeOTfVkbEQAAQQQQKCBBf75z3+mSYM8cZCvj/mTMU3PU/taduSRR9bpHCGE9GGa/gDPCy64IF2D/fzl5eU65ZRT9K9//Uu+nk7P8zeVfegnAggggAACCCCAQP0JrLvuunr00UfVq1evRpg8M6T3SXOr+uvTrDqTJ871RMsnnHBCmhz2ueeekyemdLz66qt67LHH5J/xt9xyS3nfabXrnHPOqTrekzxPbX9PJPvSSy9V7e/380II6ZC6nMcHhBDUsmXLNJFw1gen/p1k8803n+oEvT5+esMOtnFcd911k00OOz3nWG655XTaaadpwIABeuWVV1Lfhw4dqrvvvlv2at68+fScJu0z28umazMAABAASURBVGyzpa+N2+K4/PLL9Y9//CNtq75yu/319H6OaU1OWv34ginHl0cIcVUwDaIhCExbgD0QQAABBBBAAAEEEEAAAQQQQKD0BeghAggggAACCCCAAAIIIIAAAgiUvgA9/FvgiCOOUO/evf+uyMt17NgxjUNTATxWXHFF3XvvverXr5/WWGONRmhRUDEMdZpnnnnksXAeV+bwWLO6YHlcoY/xWD3fa+tzOLJxcf/5z3+0+OKLT9cpvZ/vZ+rTp488/s/ncTh/6623avfdd9e88847XecKIaQxheeff34aB5mNn5uRc/kJ3bZjjz02ncttcnh85cknn1w1btXj/zw20Ntsalsfm4Vfh0899VQaN+j9vH+2bXrSbPzhQw89pKw/mfOuu+463eMZ3a6ddtpJNvW90m6vI7PZZ599VNd70aan/dPaJ4SgjTbaSHfccUfV+Eq364wzzqg61K811zlqM8529NfL99S5T97X4e8FCy+8cNples/jnUMI8veT6mM//TXw1+Lss8+W7+UrKyu2adiDlFvE42+BVVZZJd1TOWjQIO2www5/b6gl9+CDD2rrrbdO44Jr2UwVAggggAACCBSpAM1GAAEEEEAAAQQQQAABBBBAAIHSF6CHCCCAAAIIIIBAIQoU28iTQjSkTQgggAACCOQLkEcAAQQQQAABBBBAAAEEEECgSqD6ByS77PAO+R+u7Lwj/0OYe1w+Vo8NmSjvn4t4VEUMVWjHHRbSxd1XdIFoHAGeFQEEECgagTV6HaFF92yVrieK1xBfU2IhZiv08/2vadRJvZVdf3wtyg/v67I767zDeUd+3mUCgeoCI0aMkD/MzRN/rLPOOppvvvnSTfRnnnlmmjxj3Lhx1Q+pU3nVVVfVHnvsIX/I2AMPPKCPPvpIv/32W5ow4uabb9YxxxyjbbfdVosuumidzsvOCCCAAAIIIIBAngBZBBBAAAEEEEAAgXoQCCHIk7O++eab8mSk9XDKup+ioiK9LRrfIq37sRyBAAJ1E4h/0+ZvCHUjY+9GF6ABCCCAAAIIIIAAAggggAACCCBQ+gL0EAEEEEAAAQQQQAABBBBAAAEESl+AHlYKnHzyybrhhhsqS5MnHTt2VJ8+fVQIj1NOOSXdF7rPPvs0YnMqxxY2Ygt4agQQQGDKAh6QKYY/TwGoTZs2Gjx4sK699lqttNJKU9grV33BBRdo33331czOb5A7G2sEEEAAAQQQaGQBnh4BBBBAAAEEEEAAAQQQQAABBEpfgB4igAACCCCAAAIFKVBWkK2iUQgggAACCBStAA1HAAEEEEAAAQQQQAABBBBAICdQ/UMNXHZ4qz9M2XmnWWQfvuy05xVjNfDJiQpBMdJKcR0L0k6tF9bF3VcQj8YU4LkRQACB4hJYo9cRWqzjxqnRIcQriiOWnIy//3WNOqm3fP1xZNelLM2uV3H3tLicMnGVn49FliYsMH78+HSDfLdu3bTjjjtqoYUW0pprrqlDDz1UN954o959992Z0vFN9wcccICuueYavfbaa/r999/14Ycfqm/fvjr77LPVoUMHrbLKKjP1HByMAAIIIIAAAgjUFKAGAQQQQAABBBBAYGYF9tprr/Q+TteuXWf2VDN3fHwzNC4zdw6ORgCB6RNIf4aIq+nbm70QKAABmoAAAggggAACCCCAAAIIIIAAAqUvQA8RQAABBBBAAAEEEEAAAQQQQKD0BeihBa688kpdfPHFztaIjh07qk+fPmrsR5s2bfT666/rggsu0GyzzdbIzQlibGEjfwl4egQQmIpAkHKLeExZ4L///a+GDh2qk046SSFEsCns2rt3b+2888564403prAH1QgggAACCCBQHAK0EgEEEEAAAQQQQAABBBBAAAEESl+AHiKAAAIIIIAAAoUpUFaYzaJVCCCAAAIIFKkAzUYAAQQQQAABBBBAAAEEEEAgClT/QGSXHXGT/IHKzjvNIvvAZac9rxynx56YKFWkRd43rlzUjtsvpIvPW8GnIRpTgOdGAAEEilBgjV5HaNE9WvmSUtX6initcWH8/a9p9Mn3ydehLLJrlFNfi7LU+7vs1JGfd5loGgLfffed7rzzTv373/9Wy5YtteCCC8qTrpx99tkaNGiQfvrppxmGmGOOObTlllvqlFNO0YABA+Tn+uSTT9LzHXnkkdpwww0155xzzvD5ORABBBBAAAEEEJhuAXZEAAEEEEAAAQQQmGGBVVddVffff7/uu+8+rbLKKjN8nvo7sCL9ra3+zseZEEBgigIV8e/c2R8gprgTGxAoIAGaggACCCCAAAIIIIAAAggggAACpS9ADxFAAAEEEEAAAQQQQAABBBBAoPQF6KHeffdddevWrVaJjh07qk+fPmrMxxJLLKGbb7453YO6wQYbNGZT8p67Qgx1yuMgiwACBSbgAZliDPR0fFUWX3xxXXTRRRo6dKj22GOPKR7x8ssva5dddlH//v2nuA8bEEAAAQQQQKDABWgeAggggAACCCCAAAIIIIAAAgiUvgA9RAABBBBAAAEEClSgrEDbRbMQQAABBBAoSgEajQACCCCAAAIIIIAAAggggED1D0J22WGZ7MOTnWbhD1p23mnPK8fp0SET465Byi0KIaTYaYeFdEn3FcSj8QVoAQIIIFCsAmvc9l8ttmerXPOD4vVF6RFC0Pg+r2r0yffJ16PsuuQ0C1/LnHeaRTo4rlyOCUuJCzzxxBM6+eSTte6668oTrXTq1Em33HKLhg8fPlM9X3755bXvvvuqvLxcr732mv788089++yzuuCCC7T77rtrscUWm6nzczACCCCAAAIIIDCjAhyHAAIIIIAAAgggMGMCp59+uj788EPtueeeM3aCBjkqKPi8aeUMgQACDSYQ/5+FEFdVT5Cfr6okg0DBCNAQBBBAAAEEEEAAAQQQQAABBBAofQF6iAACCCCAAAIIIIAAAggggAACpS9AD6Vu3bpp3LhxNSjatWunPn361KiflRVHH310GlfYuXPnWfm00/FcQZMNdZqOI9gFAQQQmHUCQcot4jF9Aptuuqn69u2ru+++W+uss06tB40ePVodOnTQ5ZdfXut2KhFAAAEEEECgsAVoHQIIIIAAAggggAACCCCAAAIIlL4APUQAAQQQQAABBApVoKxQG0a7EEAAAQQQKEIBmowAAggggAACCCCAAAIIINDEBap/ALLLDrNkH5rsNIv8D1nuccU4PTpkYty1Qv4XV17k49ts10yXdF8hbmMpAAGagAACCBS1wOq3/VfNO2wkX2QqKtyVeNWJGWfH93lVo0/qrez6lF2vstTXJOfTUT4mhvMOb3NKlI7A8OHD043rO+64o+aee27tsMMOuvjii/X2229rRh+zzTabNt98c5100knq16+ffIP8559/rnvuuUeewGXDDTec0VNzHAIIIIAAAgggUN8CnA8BBBBAAAEEEEBgBgR22WUXde/efQaObOBD4nuZcUnvizbwM3F6BBCIf3CY/G8GsQIVBApXgJYhgAACCCCAAAIIIIAAAggggEDpC9BDBBBAAAEEEEAAAQQQQAABBBAofYEm38Prr79effv2reGwxBJL6Pzzz69RPysrfN9oeXm5FlhggVn5tNPxXB7X5Husp2NXdkGgSATuuOMO+f9cfYbPWSTdL8Fmxu9TuaUE+9awXdpvv/00cOBA7bnnnlN8ouOPP17HHnvsFLezAQEEEEAAAQQKUoBGIYAAAggggAACCCCAAAIIIIBA6QvQQwQQQAABBBBAoGAFygq2ZTQMAQQQQACBohOgwQgggAACCCCAAAIIIIAAAk1ZYPIPMZBcdtjEH5bsvNMssg9XdtrjynF67ImJ3jVGkP/FlRftuP1Cuuz8FWI9S2EI0AoEEECg+AXWuP1ILbpHK4XgvgTl/jkv/XL/axp9cm/5+uTIrltZml3Pcnvnrne15bM60uIRGDdunHr37q1DDz1UK620klq2bCnfuD5o0CD9/vvvM9SRZZddVnvvvbeuuOIKvfLKK5o0aZKef/55XXTRRWrfvr08ecwMnZiDEEAAAQQQQACBBhfgCRBAAAEEEEAAAQRmROAf//jHjBzW8MfEN0Pj0vDPwzMggIDiHx2k3Eo8ECh8AVqIAAIIIIAAAggggAACCCCAAAKlL0APEUAAAQQQQAABBBBAAAEEEECg9AWadg8/+ugjdevWrVaE7t27a80116x126yqLCsr1GmPQyQIYmxhZGBBAIECFQhSbhGPugsstdRSuv/++3X66adP8eArr7xS7dq108iRI6e4DxsQQAABBBBAoJAEaAsCCCCAAAIIIIAAAggggAACCJS+AD1EAAEEEEAAAQQKV6BQR8IVrhgtQwABBBBAYEoC1COAAAIIIIAAAggggAACCDRZAX8Ycn7nXXa4zh+Y7LzTLLIPVHbas3ycHh0yURXeOYVzMeLSdruFdNn5K6RaVgUiQDMQQACBEhFY/fYj1bx9q9SbeMmpug5VxNwvfV7VtyffJ1+nssiuYU6z65pTnyBLq+ddJgpb4Nlnn9UZZ5yhLbbYQosssoj23Xdf9erVS5999lmdGx5C0Kabbqrjjz8+3Qz/zTff6Msvv1Tv3r11zDHHqFWr3OtNPBBAAAEEEEAAgWIQoI0IIIAAAggggAACJSbgdz5LrEtF0J1zzjlHr7/+eopOnToVQYtpYr0IVPgsaeUMgUBhC9A6BBBAAAEEEEAAAQQQQAABBBAofQF6iAACCCCAAAIIIIAAAggggAACpS/QxHvYrVs3jR49uoZC586d5aixgYo8gQpVMNQpz4NssQvsueeeGjRoUL2Gz1nsLsXb/vgNKrcUbxcKoOXdu3fX7bffroUWWqjW1jz44IPaeeedNXTo0Fq3U4kAAggggAACBSRAUxBAAAEEEEAAAQQQQAABBBBAoPQF6CECCCCAAAIIIFDAAmUF3DaahgACCCCAQFEJ0FgEEEAAAQQQQAABBBBAAIGmKZD/occWcNnhfP6HJDvv8AcpZ2nP8h/1yJDfFEKQ/8VVPCykaLv9Qrrs/OVjnqWQBGgLAgggUEoCq99xpJp32EjxMiRffdy3kHJB4/u8om9PuU/51y1fv7Lwtc55p1n4eIfLTonCE/joo4907bXXap999tGSSy6prbfeWueff75eeOGFOjd29tln10477aTLLrtML730kvx6ePHFF3XppZfKkzksvfTSdT4nByCAAAIIIIAAAoUiQDsQQAABBBBAAAEESk0g985nevuz1LpGfxAoNIEghRBX4oFA4QvQQgQQQAABBBBAAAEEEEAAAQQQKH0BeogAAggggAACCCCAAAIIIIAAAqUv0JR7eOutt+ruu++uQbDWWmupe/fuNeqpqC4QxFCn6iaUi1lgnnnmUfPmzes1fE7xaCSBIOUW8Zg5gU6dOmngwIHaeOONaz3R22+/rV122UX33XdfrdupRAABBBBAAIHCEKAVCCCAAAIIIIBULIQJAAAQAElEQVQAAggggAACCCBQ+gL0EAEEEEAAAQQQKGSBskJuHG1DAAEEEECgiARoKgIIIIAAAggggAACCCCAQBMUqP4Bxy47TOEPwXXeaRb5H6Lco3ycHh48Ud4nhSrkJVaozbbNdPn5y/s0RGEJ0BoEEECg5ARWv+N/WqTdRukS5M75mpQuSPGyNL73K/r25N7Kv35l1zSn3tdpdpzLzjvy8y4TjSMwfvx4DRgwQMcff7w22GADrbbaavrf//6Xbj7/9ttv69yoNddcU8cdd5wef/xx/fXXX3r00UdTeZNNNqnzuTgAAQQQQAABBBAoYAGahgACCCCAAAIIIFBqAhUV/hNceuuz1LpGfxAoOIH49wX+RlBwXxUaVLsAtQgggAACCCCAAAIIIIAAAgggUPoC9BABBBBAAAEEEEAAAQQQQAABBEpfoMn28JtvvlG3bt1q7X/37t21xBJL1LqNynyByrGF+VXkEUAAgYIR8IBMhj/X15dj44031sCBA9WpU6daT/nTTz9pn3320U033VTrdioRQAABBBBAoNEFaAACCCCAAAIIIIAAAggggAACCJS+AD1EAAEEEEAAAQQKWqCsoFtH4xBAAAEEECgaARqKAAIIIIAAAggggAACCCDQ1ASqf2iByw47+MOQnXeaRf6HJ/co/1GPDPlNIUgh/lPMBOUebbZrpit6LJ8rsC4wAZqDAAIIlKbA6nf+T83bbZQ6F4KvSDG8xPjlvlf17cm9lV3HsutalmbXu3RwXLkck7Tk51MFq1ki8Nprr+mSSy7RbrvtpmWWWUbt27fX5ZdfrjfeeKPOz7/wwgun46+//np98cUXGj58uC677DK1bt26zufiAAQQQAABBBBAoHgEaCkCCCCAAAIIIIBAyQnE9z3jUnLdokMIFKRA/NtCCHFVkI2jUQjkC5BHAAEEEEAAAQQQQAABBBBAAIHSF6CHCCCAAAIIIIAAAggggAACCCBQ+gJNt4fl5eX68ssvawCcfPLJateuXY16KmoTCJ7qo7YN1CGAAAIFIBCk3CIe9SOw0EIL6fbbb1f37t2neMLDDz9cl1566RS3swEBBBBAoHgEPO/RlKJ4ekFL/xYghwACCCCAAAIIIIAAAggggAACpS9ADxFAAAEEEEAAgcIWKCvs5tE6BBBAAAEEikSAZiKAAAIIIIAAAggggAACCDQpAQ/qz++wyw7X+QORnXeaRfahyU57lI/TI0N+kyri4qjMxKzabNtMV/ZYwachClGANiGAAAIlLLD6XUdpkXYbxauSr0gxvMSIVyv9ct8r+u6U++TrmCO7vmVpdt1zaqIsrZ53mah/gfHjx6tfv3763//+pzXWWEOtWrXSSSedpIcffljeVtdn3GSTTXTqqafqmWee0dixY9O5//Of/2i55Zar66nYHwEEEEAAAQQQKE4BWo0AAggggAACCCBQggIV8b3PEuwWXUKgEAXi3xby/05QiE2kTQgkAVYIIIAAAggggAACCCCAAAIIIFD6AvQQAQQQQAABBBBAAAEEEEAAAQRKX6CJ9vCtt95SeXl5jd5vscUW6t69e416KqYkUKGKiiltox4BBBBobIH4DSq3NHZDSu75Tz/9dN1///1aaqmlau3biSeeqLPOOqvWbVQigAACCBS2gO9lyGJqLc32cTq1/dhWQAI0BQEEEEAAAQQQQAABBBBAAAEESl+AHiKAAAIIIIAAAgUuUFbg7aN5CCCAAAIIFIUAjUQAAQQQQAABBBBAAAEEEGg6AtUH7LvssIA/CNl5p1lkH5TstEf5j3p4yO/eVQohLn9H222b6coey4tH4QrQMgQQQKDUBVa/6yg1b9cqdjNIXmKo8nr1S++XNeaU++TrWRbZtc5pdv1zqvjI0phVft5lYuYFPvvsM910003aZ599tOKKK2qPPfbQtddeqw8++KDOJ19++eXVqVMn9erVS6NHj9ZLL72knj17aquttqrzuTgAAQQQQAABBBAoBQH6gAACCCCAAAIIIFCKAkHB3UorZwgEEGgwgfj/LIS4qnqC/HxVJRkEGl2ABiCAAAIIIIAAAggggAACCCCAQOkL0EMEEEAAAQQQQAABBBBAAAEEECh9gabaw/Lycv3xxx81ut+1a1fNMcccNeqpmJJA0GRDnaa0G/UIIIBAowgEKbeIR/0L7Lnnnho4cKA22GCDWk9+3nnn6dhjj611G5UIIIAAAoUn4LmNHNVb5rrqMaV9qtdTLiwBWoMAAggggAACCCCAAAIIIIAAAqUvQA8RQAABBBBAAIFCFygr9AbSPgQQQAABBIpAgCYigAACCCCAAAIIIIAAAgg0EQEP5M/vqssO1+V/+LHzDn9AcpaeXz5ODw/5TaqokP+l1PkYrbdeQFf2WN6nIQpXgJYhgAACTUJgtbuO0sK7bxivV3GpiF2O1ylf65wd3/tlfXdKb+Vf33ydy8L7Oe80i3iGtLicMqxmWOC1117TBRdcoB122EErrbSSDj/8cN13330aO3Zsnc4511xzqXXr1urevbteeuklff7557r99tt18MEHa4kllqjTudgZAQQQQAABBBAoQQG6hAACCCCAAAIIIFCKAul9ztgxv9EZExYEEGhAgfj/bPK/CcSKBnw6To3ADApwGAIIIIAAAggggAACCCCAAAIIlL4APUQAAQQQQAABBBBAAAEEEEAAgdIXaJI9fOKJJ9SrV68afT/wwAPVtm3bGvVUTEnA45oqPO3HlHagHgEEEGhkgfh9Krc0cjtK9+nXWWcd9evXT1tvvXWtnbzyyit16KGH1rqNSgQQQACBwhDwvQuO/Na4nEV+fZbPtjnN6py67HCeKDgBGoQAAggggAACCCCAAAIIIIAAAqUvQA8RQAABBBBAAIGCFygr+BbSQAQQQAABBApegAYigAACCCCAAAIIIIAAAgg0BYHqA/Nddrjv2YcdO80i/8ORzy8fp0eG/BF3DVII8r+4UsyqzTbNVN5zBfEodAHahwACCDQdgdXvPlqLtNsoXae8CiFduRLAr71f0Xcn36vsOpdd97LU10bnvbPzDucd+XmXiakLTJo0SYMGDdJJJ52k9dZbT61atdJpp50mT84y9SNrbvXN50cddZT69OmjUaNG6fHHH9fpp5+uTTbZpObO1CCAAAIIIIAAAk1agM4jgAACCCCAAAIIlKSA3+MMJdkzOoVA4Qmk/2tpVXhto0UIVAmQQQABBBBAAAEEEEAAAQQQQACB0heghwgggAACCCCAAAIIIIAAAgggUPoCTbOH5eXlNTo+22yzqUuXLjXqqZiagMc4Bd9GPbWd2IYAAgg0okCQcot4NJzAsssuq/79+2u33Xar9Ul69eqlPffcUxMmTKh1O5UIIIAAAo0nUH0eI5cdbpHTaUX+fs5n4eOyPGmhCNAOBBBAAAEEEEAAAQQQQAABBBAofQF6iAACCCCAAAIIFL5AWeE3kRYigAACCCBQ4AI0DwEEEEAAAQQQQAABBBBAoOQFqg/Id9nhjvtDjp13mkX2ochOe1z1ox4e8ocq4j85KnxUjJi23rqZruq5fCywFLwADUQAAQSamMBqdx+thXffKF664hWsIkZl/5379b5XNObU++TrnCO7/mVpdl2sPEQu15bP6kj/Fvj22291991369BDD5VvFt9xxx11ySWX6K233vp7p+nILbbYYulGck/k4mPffvttXXXVVerYsaMWWmih6TgDuyCAAAIIIIBAQwnMM888mnfeeYsuGsqj4M5LgxBAAAEEEEAAAQRKVMDvbJZo1+gWAoUmEP8OHv+4UGitoj0ITC5ACQEEEEAAAQQQQAABBBBAAAEESl+AHiKAAAIIIIAAAggggAACCCCAQOkLNMEe3nvvvXr44Ydr9LxLly7acMMNa9RTMS2BClWk8U7T2o/tCCCAQGMIxG9QuaUxnrxJPWezZs3Uv39/HXDAAbX2+4EHHlD79u01evToWrdTiQACCCAw6wWqz2Xkcm2RzYWUn9a2X1aX9cTlLE9aAAI0AQEEEEAAAQQQQAABBBBAAAEESl+AHiKAAAIIIIAAAkUgUFYEbaSJCCCAAAIIFLQAjUMAAQQQQAABBBBAAAEEEChtgeoD8V12uNce1O+80yyyD0J22uOqH/XQ4N8VghTiP69TIqn1Ngvqqp7LxRxLMQjQRgQQQKApCqx299FaePeNFELuKqaguMRVXP9y70v6/tT75OtdFtm10Gl2fXSq+MjSmFV+3uWmHsOHD1d5ebl22203LbnkkunG8F69etX5BvD1119fJ554ogYOHKgvvvhC999/v44++mj985//bOrE9B8BBBBAAIGCElh99dVVrFFQkA3UGE6LAAIIIIAAAgggUKoCIb6rGfsWYrAggEDDCsT/ZyHEVcM+C2dHYKYEOBgBBBBAAAEEEEAAAQQQQAABBEpfgB4igAACCCCAAAIIIIAAAggggEDpCzTFHvpe1Or9XnzxxdWlS5fq1ZSnSyCIoU7TBcVOCCDQKAJByi3i0fACZWVluvPOO3XkkUfW+mRDhgxR+/bt9eGHH9a6nUoEEEAAgVknkD9vUZZ3mkX1eY9czsL7OJ+fOu9wD7K0et5lovEEeGYEEEAAAQQQQAABBBBAAAEEECh9AXqIAAIIIIAAAggUg0BZMTSSNiKAAAIIIFDAAjQNAQQQQAABBBBAAAEEEECghAXyB+O7my47nM8fxO+8wx+AnKXnX/WjHhz8uyr8ryKt42EVUsy33noBXd1z+VhmKRIBmokAAgg0WYHV7umihXbbMF7NIoEvYymXMhp/z0sac0pv5V//fB3MwtdM551mEc+SFpdTpomunnvuOZ199tn617/+pZYtW+qYY47Rww8/XGeNNm3a6KKLLtKwYcNSXHzxxWrbtq3mnnvuOp+LAxBAAAEEEEAAAQQEAQIIIIAAAggggECpCsS/z8Ul/p2uVDtIvxAoIAH/CSH9hyugNtEUBCYXoIQAAggggAACCCCAAAIIIIAAAqUvQA8RQAABBBBAAAEEEEAAAQQQQKD0BZpcD6+66iq9/PLLNfrt+1OXX375GvVUTI9AhRjqND1O7IMAAo0j4AGZDH+e1fbXXHONTj311Fqf9pVXXlH79u312muv1bqdSgQQQACBhhfIn6/I+SmF5zvKj97HPqX8svNTOtb1WU/y81kd6SwX4AkRQAABBBBAAAEEEEAAAQQQQKD0BeghAggggAACCCBQFAJlRdFKGokAAggggEDBCtAwBBBAAAEEEEAAAQQQQACBUhWoPvDeZYf7mw3ed5pF/ocf97j6Jz005A+FEOR/SusgP9ps00xX9+QGalsUT9BSBBBAoGkLrHZPFy2y+0YJIcRrmhwhrmP82vtl/XDafcqug9l1MUt97XRe8eG8I2bTkp9PFSW8Gj9+vPr376+jjjpKSy+9tLbaait169ZNL774Yp16vdRSS+nAAw/Ubbfdpq+++kqDBg3SSSedpPXXrvc/vQAAEABJREFUX79O52FnBBBAAAEEEEAAgdoEqEMAAQQQQAABBBAoWQH/zS6+n1my/aNjCBSSQPy/FkJcFVKbaAsCkwlQQAABBBBAAAEEEEAAAQQQQACB0heghwgggAACCCCAAAIIIIAAAgggUPoCTauHY8eOVXl5eY1Ot2zZUl26dKlRT8X0CgQx1Gl6rdgPAQRmvUCQcot4zFqBnj176vzzz6/1SUeMGKH27dvrySefrHU7lQgggAACDSeQzVPkNAs/W5Z36jmO8sPzId133DN6//Ev1ee4p2udH8nHZVH9fFnZKdFYAjwvAggggAACCCCAAAIIIIAAAgiUvgA9RAABBBBAAAEEikOgrDiaSSsRQAABBBAoUAGahQACCCCAAAIIIIAAAgggUJICHoyf3zGXHa7z4H7nnWbhQf7OO+1x9U968PHfpYqKuMTwQTGc22GrBXR1z+ViiaWoBGgsAggggIBWvaeLFtptA/l6Fi9y2RLTCo2/+0V9f2rvdJObr4W+JuZHdt3MGF2uLZ/VlUr6+eef6+abb9Y+++yjBRdcUB06dNA111yjUaNG1amL6667rk444QQ99thj+uyzz3THHXfooIMO0jLLLFOn87AzAggggAACCCCAwDQE2IwAAggggAACCCBQwgK5dzZLuIN0DYHCEajwnw7iqnBaREsQmFyAEgIIIIAAAggggAACCCCAAAIIlL4APUQAAQQQQAABBBBAAAEEEEAAgdIXaGI9LC8v1yeffFKj1126dNG8885bo56K6RWoUAVDnaYXi/0QQGCWC8RvULlllj8zTyh17dpVV111Va0UI0eOVPv27dW/f/9at1OJAAIIIFD/AtlcRfmp8/nzGznveY/yo88Jz+r9wV+m+ZKc9jn+mar5kbL9fFx++LwO96J66jpiFgvwdAgggAACCCCAAAIIIIAAAgggUPoC9BABBBBAAAEEECgSgbIiaSfNRAABBBBAoCAFaBQCCCCAAAIIIIAAAggggEDpCWQD7rOeuexw2YP0nXeahQfxO++0x9U/acDg36UgKYS4xJBiKrXeakFde8Hy4lF8ArQYAQQQQCAnsNq9x2rh3TaKhSDllpgGhRD06z0v6YfT7qu6yc3XxvzIrp9OFR9ZGrPKz7tczPH666/rwgsv1Oabb64VV1xRhx12mO677746d6l169bpPK+99prefPNNXXLJJdpxxx0155xz1vlcHIAAAggggAACCCAwfQLshQACCCCAAAIIIFDKAvF9THcveEUggECDCsT/ZyHEVdWT5OerKskg0GgCPDECCCCAAAIIIIAAAggggAACCJS+AD1EAAEEEEAAAQQQQAABBBBAAIHSF2hKPfzggw905ZVX1ujy1ltvne5hrbGBijoIBE021KkOR7IrAggg0PACQcot4tE4AkcddZRuv/32Wp/8l19+UYcOHaa4vdaDqEQAAQQQmCGBbF6i/NT5/Mif48hzAToeOOkFjRj8lfwzf1CIzx30wZCv9MCJz9U6P1L++bJ8PKhqXiTXuUzMWgGeDQEEEEAAAQQQQAABBBBAAAEESl+AHiKAAAIIIIAAAsUiUFYsDaWdCCCAAAIIFKAATUIAAQQQQAABBBBAAAEEECgxgeoD7F12uJse4O+80yw8yN95p+df/ZMGDP5dqohLDFVUxCVGPHiHLRfQtRcsF3MsRShAkxFAAAEE8gRWvfcYLbTbBvFiF5dq17tf7h6q70/tXXWTm6+Pvk5mkV1HnfqUWVo973KxxKRJk/T444/rpJNOUosWLbTRRhvp1FNP1dChQ+vUhQUWWEAHHHCAevXqpS+//DKd8+STT9aGG25Yp/OwMwIIIIAAAggggMAMC3AgAggggAACCCCAQCkLpL/bxQ76Pc2YsCCAQAMKxP9n+e//x78mNOCTcWoE6izAAQgggAACCCCAAAIIIIAAAgggUPoC9BABBBBAAAEEEEAAAQQQQAABBEpfoEn1sLy8XD///HONPnfp0qVGHRV1EaiIO1eowknMsSCAAAKFJxC/QeWWwmtaE2pRp06d1L9/f3k+iNq6ffDBB8vX6tq2UYcAAgggMPMC2b0J+anzWWRzGjn1PEdZPHDyCxo++EtPB5h+5o8/+cfG5C6sI4Z8pf4nPT/V+ZGy8zuNB8ZzxGNjJivHLMusEeBZEEAAAQQQQAABBBBAAAEEEECg9AXoIQIIIIAAAgggUDQCZUXTUhqKAAIIIIBAwQnQIAQQQAABBBBAAAEEEEAAgVISqD6w3mWH++jB/c47zcID/Z132uOan/Xg4D/irkHyEkMhxCWo9VYL6NoLlhOPYhWg3QgggAAC1QVWvfdYLbTbBvE6F7dUXu9CzLpiwj0vaWzX+9JNbr5OVo/seuo0Cx/qcNlpocd3332ne+65RwcccIDmmGMOtW3bVpdccolGjhxZp6avvvrqOv744/XII4/I57zzzjvlG7yXXXbZOp2HnRFAAAEEEEAAAQTqQ4BzIIAAAggggAACCJS0QHofs6R7SOcQKByB3B8MCqc9tASByQQoIIAAAggggAACCCCAAAIIIIBA6QvQQwQQQAABBBBAAAEEEEAAAQQQKH2BptPDF154Qdddd12NDnfs2FHt27evUU9FXQQ80Cn41ui6HMS+CCCAwCwUCFJuEY/GFWjXrp369eunFi1a1NqQY445Rt27d691G5UIIIAAAjMukM1DlJ86n0U2p5HnAMyPfqe8qBFDvlEIQaHy6UPKBTmJa33wxNcacMoLaX6k/GOzc2bPkaWKD+djoix1nmhoAc6PAAIIIIAAAggggAACCCCAAAKlL0APEUAAAQQQQACB4hEoK56m0lIEEEAAAQQKTIDmIIAAAggggAACCCCAAAIIlIxA9QH1LjvcQQ/Id95pFh6w77zTHtf8rP6P/66K+E+OinhUigrtsOX8uu6C5WIFS9EK0HAEEEAAgVoFVu19nJrtukG89MUrYEUM7xWvf879ctdQ/XBa76qb3HzNzI/suupDHC47deTnXS6UeP/993XVVVdpiy220BJLLKH9999fd999d52bt+2226pnz5569dVXNWLECF166aXaeeedNddcc9X5XByAAAIIIIAAAgggUI8CnAoBBBBAAAEEEECgxAX8zmWJd5HuIVAoAvFvBfGPB4XSGtqBwOQClBBAAAEEEEAAAQQQQAABBBBAoPQF6CECCCCAAAIIIIAAAggggAACCJS+QBPqYXl5ea297dKlS631VNZVoEIVabxTXY9jfwQQQGBWCMRvULllVjwZzzENge222079+vXTGmusUeueZ555pk4++eRat1GJAAIIIFB3gWz+ofzU+Szy5zFy3nMBOvqf9pI+eOKb+IT+WT9eSGPOSyzF5O+yfxH4cMjXevCUoVOdHyl7PqfxBPGw3DmysuuIBhTg1AgggAACCCCAAAIIIIAAAgggUPoC9BABBBBAAAEEECgigbIiaitNRQABBBBAoKAEaAwCCCCAAAIIIIAAAggggEBpCFQfSO+yw73zwH7nnWbhQf7OO+157Xj1f/x3hbhzqFxnSeutFtR1FywXt7AUswBtRwABBBCYssCqvY/TQrttqBDiVTAopjGUy/x694sae9p9U73JzddTX2cVH1kas1U3uznfmPH888/LN1ovs8wyWmutteQJUV544YU6NSmEoP3331+33HKLvvjiCz355JM69dRTtdFGG9XpPOyMAAIIIIAAAggg0LACnB0BBBBAAAEEEECg1AWC37lUbiUeCCDQkAJBCiGuxAOBwhOgRQgggAACCCCAAAIIIIAAAgggUPoC9BABBBBAAAEEEEAAAQQQQAABBEpfoKn0cMCAAbr//vtrdPe///2vNt988xr1VMyIQBBDnWbEjWMQQGDWCAQpt4hHYQh4joj+/ftr4403rrVBF198sY444ohat1GJAAIIIDD9AtkcRPmp81l4vqL88FyAjv5dX9YHT3wjXz8Vf9APIV5IJWfVYu3FJOXK8iNuCyHooye/1sOnvTjV+ZGy53XqQ6unriMaRoCzIoAAAggggAACCCCAAAIIIIBA6QvQQwQQQAABBBBAoJgEyoqpsbQVAQQQQACBAhKgKQgggAACCCCAAAIIIIAAAiUgkA2kz7rissNlD/B33mkWHuTvvNPzr/lJDwz6TRVx5xQVaS1XbL/F/LrugmXjFpYiF6D5CCCAAALTEFil93FacOf15WtmCl8IfU2M8cvdL+iH03pP9SY3X1d9nJ8mS6vnXZ4V8csvv8gTohx44IEKIWjLLbdU9+7d9c0339Tp6Zdeemkde+yxevjhhzVhwgTdddddOvTQQ7XccsvV6TzsjAACCCCAAAIIIDDLBHgiBBBAAAEEEEAAgVIXiO9XxiX9Ha/Uu0r/EGh0gfhn8/z3+xu9PTQAgb8FyCGAAAIIIIAAAggggAACCCCAQOkL0EMEEEAAAQQQQAABBBBAAAEEECh9gSbTwyuvvLJGXxdccEF16dKlRj0VMypQoTS2cEYP5zgEEECgQQU8IJPhzw1KPAMnX2211dS/f3/tsMMOtR59ww03aL/99tOkSZNq3U4lAggggMDUBbJ7EfJT57PwPEVZeB7ALPp3fVkfDPkm9/N9vIQ6k46JT7f0Ws3V5cE91OH8LdOFNbfZvws4pA+HfK2HTh1aNT+Sz5k9h9N0nviLQ5bGU8bT+yzxdLHeZaJBBDgpAggggAACCCCAAAIIIIAAAgiUvgA9RAABBBBAAAEEikqgrKhaS2MRQAABBBAoGAEaggACCCCAAAIIIIAAAgggUOwCHkyf3weXHa7LBt07zSIblO+0x7Xj1f/xP9OHAwcfECME54J22HIB3XAhH/AbSUpgoQsIIIAAAtMjsGqf47XQLhsqXhjlq6H8iNfFEEsT7h6qsaf1rrrJLbuuZqmvvc47zcKHO1x22pDxxRdf6Oabb9aWW26pBRZYQO3bt9ddd91V56ds1aqVevTooVdeeUXffPONLr/8cu2yyy6ae+6563wuDkAAAQQQQAABBBCY1QI8HwIIIIAAAggggEDJC/j9ylDyvaSDCBSGQPy/FkJcFUZraAUCeQJkEUAAAQQQQAABBBBAAAEEEECg9AXoIQIIIIAAAggggAACCCCAAAIIlL5A0+jhTTfdpGeeeaZGZ7t06aLVV1+9Rj0VMyoQxFCnGbXjOAQQaHiBIOUW8SgsgSWXXFL9+vXTHnvsUWvD7r33XrVr105jx46tdTuVCCCAAAK1C2TzDOWnzmfh+Ymy8DyAzjvtf/or+vDJUZJ/uI/XTjniKoSgFmsvqi4P7Sk/Nt53TXXosVXcIoUQd4oR17EgffzkSD186tA0P1J2XqdZZG3IUsWH8zFRljpP1KcA50IAAQQQQAABBBBAAAEEEEAAgdIXoIcIIIAAAggggEBxCZQVV3NpLQIIIIAAAgUiQDMQQAABBBBAAAEEEEAAAQSKWqD6gHmXHe6UB9w77zQLD+etLMEAABAASURBVPJ33mnP68ar36Df464VaeB9Rcx5iSXtsMX8uuHCZV0kSkGAPiCAAAIITLfAKn2O10I7b6DsuqiY87UxJvr17qEa27V3usnN11JfU/Mju+76yZx3OO/Iz7tcHzFs2DCdddZZWnbZZbXCCivosMMO0/PPP1/nU/um65tvvlmff/65XnnlFZ122mlq1apVnc/DAQgggAACCCCAAAKNLMDTI4AAAggggAACCDQBgfRuZRPoJ11EoAAE4h8KGuK9/QLoGU0odgHajwACCCCAAAIIIIAAAggggAACpS9ADxFAAAEEEEAAAQQQQAABBBBAoPQFmkAPJ0yYoPLy8ho9XXnlldWlS5ca9VTMjECFKipm5niORQABBBpSIH6Dyi0N+SScewYF5ptvPvXt21eHHHJIrWd49NFH1b59+zQXRa07UIkAAgggMJlAdg9Cfup8FvnzFGVzFzkdcPor+uCJkfHn+njR9CRHlYnnPVq6ZXMd8+Aekz3PxvuuqQ7nbxU3xx3jLwNxHfPepUIfP/mNHj51aJofyc/n8zvNImtLlqaj4jnyU+eJehLgNAgggAACCCCAAAIIIIAAAgggUPoC9BABBBBAAAEEECgygbIiay/NRQABBBBAoCAEaAQCCCCAAAIIIIAAAggggEDxCnjwfH7rXXa4zgPtnXeaRTYI32nP635R30G/S0HxERRCjJSTWm+xoG64cNlYYikVAfqBAAIIIFA3gZX7HK+FdtkwHhRSBAWp8lo54a6hGtf1vnSTm6+p2XU2S7PrryofLldmK2+yy0p1T/18jz/+uDp16hSbE7ThhhvqvPPO09dff12nky244II68sgj9dBDD+nXX39V//791blzZy2//PJ1Og87I4AAAggggAACCBSWAK1BAAEEEEAAAQQQaAoCQcHdTCtnCAQQaDCB+P8shLiqeoL8fFUlGQRmuQBPiAACCCCAAAIIIIAAAggggAACpS9ADxFAAAEEEEAAAQQQQAABBBBAoPQFmkIPy8vL9d5779XoapcuXdS8efMa9VTMjEDQZEOdZuZUHIsAAgjUu0CQcot4FK7ArbfeKl+ja2vh888/r/bt2+vtt9+ubTN1CCCAAAKVAtkcQ/mp81lkcxM59RxCjkmTJmnAGa9qxBMjfblUCPGiqaDKRC3WXlTHPLhH5TNMnrTad021P3+ruO/f+0shLkEfP/mNHjl1qHx+P4/Dz5tF1qYsVXw4H5OZnh/J5yD+FiCHAAIIIIAAAggggAACCCCAAAKlL0APEUAAAQQQQACBYhMoK7YG014EEEAAAQQKQIAmIIAAAggggAACCCCAAAIIFKlANlA+a77LDpc9wN55p1lkg++d9rhuvPoO/E2qiEuMuE4D7p3dbvP5dcOFy/g0ROkI0BMEEEAAgRkQWLnP8Wq28/rxMlkRL5nxKlkR05RU6Nc7n9fYrr3l66oju95maXYdduqnztLqeZenFWPGjJFvlt5yyy01++yzq23btrrzzjundViN7WussYa6d++ul156ST/99JOuueYa7brrrpp33nlr7EsFAggggAACCCCAQFEK0GgEEEAAAQQQQACBpiBQ+T5lfNOyKfSWPiLQuAKVfxP4uxGx4u8COQQaS4DnRQABBBBAAAEEEEAAAQQQQACB0heghwgggAACCCCAAAIIIIAAAgggUPoCJd/DL7/8UuXl5TX6uckmm+joo4+uUU/FzAh4XFPuHuiZOQvHIoAAAg0nEL9P5ZaGewrOXC8CV155pc4444xaz/X222+rffv2ev7552vdTiUCCCDQ1AWyuYXyU+ezyOYkcuq5irIYcMaren/IN4kvXi7TXIBx5UVLt2yuLgM6pG1TWm2831pq133LtH/uXiP/buAzSR89+Y0e7fpi1fxIfk4/fxZZ27LUz+F8fuo8MVMCHIwAAggggAACCCCAAAIIIIAAAqUvQA8RQAABBBBAAIGiEygruhbTYAQQQAABBBpdgAYggAACCCCAAAIIIIAAAggUo0A2QD5ru8sOlz2w3nmnWWSD7p32uG68Hhj0hxRCjLjEJK5jMWiHLebXTRctKx6lJkB/EEAAAQRmVGDl+09Qs102VIj/0hKkENJKE+98QeO69q66yS277mZpdj12qvjI0phVft7l6jFixAidffbZWm655bT44ourc+fOM3Qj9HbbbaebbrpJn376qd5//32dfvrp8uQo1Z+PMgIIIIAAAggggEApCNAHBBBAAAEEEEAAgSYhEN+fjEuT6CqdRKDRBeKfA6S0Eg8ECkeAliCAAAIIIIAAAggggAACCCCAQOkL0EMEEEAAAQQQQAABBBBAAAEEECh9gdLv4ZVXXqlvv/22Rke7dOlSo46KmRXwGKcgxhbOrCPHI4BAwwkEKbeIR+ELnHfeebroootqbejnn3+u9u3b69FHH611O5UIIIBAUxXI5hHKT53PIpuLyKnnAcxiwJmvacQTo+JlMl4oI57XIcR1jBZrL6pjBnRQCLEct01t2Xi/tdT+/K2ktGuISZAfXn/8xDd6rOuLVfMj+bndjiyyNmapj3M+P3WemFEBjkMAAQQQQAABBBBAAAEEEEAAgdIXoIcIIIAAAggggEDxCZQVX5NpMQIIIIAAAo0swNMjgAACCCCAAAIIIIAAAggUnUA2MD5ruMsOlz2g3nmnWWSD7Z32uG68+g76Q95HqkiLE2e233x+3XThsj4NUWoC9AcBBBBAYKYEVr7/BDXbeQNfLtNlM11HKypSfsKdL2hs13urbnLLrr9Z6n2dd5pF1hiXs7zTp59+WgcddJBCCFpzzTXVrVs3ffXVV9403VFWVqZOnTppwIAB+uWXX/TEE0/o3//+t1ZcccXpPgc7IoAAAggggAACCBSpAM1GAAEEEEAAAQQQaCICufcmm0hn6SYCjSsQ/6Se/jjQuK3g2RGYXIASAggggAACCCCAAAIIIIAAAgiUvgA9RAABBBBAAAEEEEAAAQQQQACB0hco8R6+/vrrKi8vr9HLXXbZRfvuu2+NeirqQ6BCFWm8U32ci3MggAAC9S0Qv0Hllvo+MedrIIGTTjpJ119/fa1nHzt2rNq3b6977rmn1u1UIoAAAk1NIJs/KD91PgvPO5SF5wHMYsCZr2nEkJGRK14k0yxGubsXfFyLls11zID2aQ6iuMN0LRvvt5badd8q7lvzfB898bUe6/pi1fxIbkPWJqd+zvyIJ4m/X/g8sU38omGOGQ+ORAABBBBAAAEEEEAAAQQQQACB0heghwgggAACCCCAQBEKlBVhm2kyAggggAACjSrAkyOAAAIIIIAAAggggAACCBSXgAfI57fYZYfrskH0TrPIBtk77XHdePUd9IdC3DmEtFauIG2/+fy66cJlxKM0BegVAggggMDMC6x0/wlacOcN4qUzKIQs4nmDNPHOoRrXtXfVTW7ZdThLfa12Pu6dFped+fXXX3Xrrbdqq622Sufcdtttdccdd3hTnaJFixY69dRT9eKLuRvtbr/9du2+++6ab7756nQedkYAAQQQQAABBBAobgFajwACCCCAAAIIINBUBIKCu5pWzhAIINBgAvH/WQhx1WBPwIkRqLsARyCAAAIIIIAAAggggAACCCCAQOkL0EMEEEAAAQQQQAABBBBAAAEEECh9gVLvYXl5ebrntno/u3TpUr2Kcr0JBDHUqd4wORECCNS7QJByi3gUj8B//vMf3XPPPZpjjjlqNPqvv/7S/vvvr+uvv77GNioQQACBpiSQzSGUnzqfhecbysLzAGYx4KzXNeKJkfL1MbeKF0opFZdZe1EdM6CDQsjVqQ6PjfdbS+3P31rxYPnhM4SQ1vr4ia/1WNcX0+9qWTuytjnN2pylPt75/NR5om4C7I0AAggggAACCCCAAAIIIIAAAqUvQA8RQAABBBBAAIFiFCgrxkbTZgQQQAABBBpRgKdGAAEEEEAAAQQQQAABBBAoIoFsIHzWZJcdLmeD551m4QH2zjvtcf0vun/QH6qokOIS07iuLGz3r/l180XL+jREaQrQKwQQQACBehJYue+JWnCn9dJ11NdgX0rThTWuJtz5vMZ17V11k5uvwfnh/V3+7LPPdO6552qFFVbQAgssoM6dO+u5556rcws33nhjeQKUTz75RF9//bV69uypTTfdtM7n4QAEEEAAAQQQQACBkhGgIwgggAACCCCAAAJNRSC+MRmX3B/9mkqf6ScCjSWQ/qweV431/DwvAjUFqEEAAQQQQAABBBBAAAEEEEAAgdIXoIcIIIAAAggggAACCCCAAAIIIFD6AiXdw0GDBunOO++s0cdDDjlEO+ywQ416KupLoEJpbGF9nY7zIIAAAvUqUJHGPsd1vZ6VkzW8wL777qt+/fppkUUWqfXJ/vvf/+qiiy6qdRuVCCCAQKkLeC4h9zE/dT4LzzOUhecBzGLAma/p/cHf5H5+TxfH+LO8UkZLt2yuYwZ0UAg+84xFq/3WUrvuW6WDfVa3x0/m3xc+HvK1HjttaNX8SG5T1kan3jc/fBKX81PniekWYEcEEEAAAQQQQAABBBBAAAEEECh9AXqIAAIIIIAAAggUpUBZUbaaRiOAAAIIINBoAjwxAggggAACCCCAAAIIIIBAsQhkA+Cz9rrscDkbNO80i2xQvdMe1/+i+wf+oeB/wUdIIcRMjO03n1+3XLSMeJSyAH1DAAEEEKhPgZX6nqRmO2+geDFVvJrGVPERYj5o4p3P68fTe1fd5JZdl5999ll17txZ//jHP7TKKquoW7du+vLLL+NxdVvat2+vvn37avz48Xr55Zd19NFHa6WVVqrbSdgbAQQQQAABBBBAoEQF6BYCCCCAAAIIIIBAkxGIf+OLS5PpLh1FoFEFghRCXIkHAoUiQDsQQAABBBBAAAEEEEAAAQQQQKD0BeghAggggAACCCCAAAIIIIAAAgiUvkBp97C8vLxGB+ecc0516dKlRj0V9SkQxFCn+vTkXAggUL8CQcot4lF8Arvssov69eun5ZdfvtbGn3LKKTrjjDNq3UYlAgggUKoC2fx/+anzWWRzDjn1PIBZDDjrdb3/xCiFEBSMU7kKsdSiZXMdN6CD4iZvmalotd9aanf+1grxLCHEdQoXpI+f+EaPdR1aNT+S2+Z2ZpH1IUvjUXI+P3WemB4B9kEAAQQQQAABBBBAAAEEEEAAgdIXoIcIIIAAAggggEBxCpQVZ7NpNQIIIIAAAo0kwNMigAACCCCAAAIIIIAAAggUhUA28D1rrMsOlz1g3nmnWWSD6Z32uP4X3T/wD++qirh2xCQNpt9us/l0y0XLuEiUsgB9QwABBBCod4GV+p6kBXdcL11bs1VFLqMJdzyvsafdo7vvvls77bST5p9/frVt21Z33XVXndvRrFkz/e9//9PQoUPTtds3Re+xxx7pnHU+GQcggAACCCCAAAIIlLYAvUMAAQQQQAABBBBoQgIVle9GNqEu01UEGksCQQe6AAAQAElEQVQg/oHdf49vrKfneRGoIUAFAggggAACCCCAAAIIIIAAAgiUvgA9RAABBBBAAAEEEEAAAQQQQACB0hco4R7eeeedGjhwYI0edunSReuuu26NeirqU6BCFRX1eT7OhQACCNSnQPwGlVvq86ScaxYKbLnllurfv7/WWWedWp/1/PPPl6/3tW6kEgEEECgxgeweg/zU+SyyuQCdeh7ALAac9bqGDxkp/+Ce9rVLvD7GCrVo2VzHDeggBdXbo9V+a2m37lvFp/OTxIhL7oakCn085Gs9dtpQZW1z6vZmkdoXf8HIUjfK+fzUeWIaAmxGAAEEEEAAAQQQQAABBBBAAIHSF6CHCCCAAAIIIIBAkQqUFWm7aTYCCCCAAAKNIsCTIoAAAggggAACCCCAAAIIFL5ANuA9a6nLDpc9UN55p1lkg+id9rj+F/UZ+KcUciP6vc5i+83n160XLyMepS9ADxFAAAEEGkZgpQdO1oI7rS/54hpXIYbiI8T4/a6hGnV8Lw0dOjSW6rasueaa8s3NH3/8sX788UddffXV2myzzep2EvZGAAEEEEAAAQQQaHICdBgBBBBAAAEEEECgKQmE3LuRoSn1mb4i0EgC8f9ZCHFV9fT5+apKMgjMMgGeCAEEEEAAAQQQQAABBBBAAAEESl+AHiKAAAIIIIAAAggggAACCCCAQOkLlGoPPedFeXl5je4tvfTS6tKlS416KupbIGiyoU71fXrOhwACCMyUQJByi3gUr8C6666r/v37a/PNN6+1E1dddZUOPvjgWrdRiQACCJSKgOf8c1/yU+ez8O9FWXgewCwGnD1Mw4eM9OVQij+4hxCcxLy0TMtFddyA9imven5svH9LtTt/63jWv5/PTxxC0CdPfK2BXYcqa6PTrO1Osz5laTyJnM9PnSemLMAWBBBAAAEEEEAAAQQQQAABBBAofQF6iAACCCCAAAIIFKtAWbE2nHYjgAACCCDQCAI8JQIIIIAAAggggAACCCCAQIELZAPds2bml7PB8U6zyAbPO+1xw6/qM/DPeGhF5YD5mCpGhbTtv+bTrRctE7exNAEBuogAAggg0IACKz1wshbccf34DPEaG6+zlUu69u5dtpJOnX29uG3ay3bbbadevXrpxx9/1HvvvafTTjtNK6+88rQPZA8EEEAAAQQQQAABBHICrBFAAAEEEEAAAQSakkBFfD8y/s3P70c2pW7TVwQaRSD+X8v/O734j9coXwaetEqADAIIIIAAAggggAACCCCAAAIIlL4APUQAAQQQQAABBBBAAAEEEEAAgdIXKNkeXnnllXr99ddr9K9Lly5q0aJFjXoq6lOgIp6scmxhzLEggAAChScQv0/llsJrGi2qk8CKK66ofv36aaeddqr1uNtvv10dOnTQhAkTat1OJQIIIFDMAtm9Bfmp81lkcwE69TyAWfQ/63UNH/xNuh0hXg7TvES5Y6QWazXXsf3bSUEN9mi1f0vt3n2r+LzxKXINiPn4+0Msfjzkaw3sOlRZW526/Vnk2hn3Tfcy+eDYjZiPh6ZzOCWmKMAGBBBAAAEEEEAAAQQQQAABBBAofQF6iAACCCCAAAIIFK1AWdG2nIYjgAACCCAwywV4QgQQQAABBBBAAAEEEEAAgUIW8KD3/Pa5nIUHxjvvNIts0LzTHjf8qj4D/1A2oD+kgf0hFoO2+9d86nXRMuLRVAToJwIIIIBAQwus+MDJWmDH9dN1Nq68KISguNK+s6+s02ZfT9Ufs802m/bff3899thj+vPPP/X444+rU6dOWmCBBZQ9fK3P8qQIIIAAAggggAACCExdgK0IIIAAAggggAACpSgQQnyfsbaOxfq41LaFOgQQqG+B9N8wrer7zJwPgRkQ4BAEEEAAAQQQQAABBBBAAAEEECh9AXqIAAIIIIAAAggggAACCCCAAAKlL1CaPfzuu+9UXl5eo3PrrruuunTpUqOeivoW8Bin4Fub6/vEnA8BBBCoJ4Eg5RbxKH6BRRddVA888ID23nvvWjvTv39/7b777ho1alSt26lEAAEEilEgmwcoP3U+i2wuQKeeBzBL+589TO8P8ffD3IUwrhVCSLHM2s11XP92CmWhwUla7d9Su5+/tZSeKiiEGIqPIH085GsNOv1F5bfb7c8i62OWxqPkfH7qPFFdgDICCCCAAAIIIIAAAggggAACCJS+AD1EAAEEEEAAAQSKV6CseJtOyxFAAAEEEJjFAjwdAggggAACCCCAAAIIIIBAwQpkA9uzBrrscNkD4p13mkX+oPkeN/yi+wb+oYqKuLcjJqpMt91sPt128TKuIZqKAP1EAAEEEJglAiv1O0UL7Lheei5fdn2t9sXY1+N9ZltZp86+rpZeemkdd9xxevnll/XTTz/pxhtv1DbbbBN3q5Cv6T4mi3SiuHI5JiwIIIAAAggggAACCExdgK0IIIAAAggggAACJS0QQqjWv4rsz3/V6ikigEC9C/hNf/7H1TsrJ5xBAQ5DAAEEEEAAAQQQQAABBBBAAIHSF6CHCCCAAAIIIIAAAggggAACCCBQ+gIl2sPy8nJ98cUXNXrXpUsXzTXXXDXqqWgIgQr5vuaGODPnRAABBGZeoEIejhnXM38qzlAQAr6+9+7dW4cddlit7XnyySfVrl07jRgxotbtVCKAAALFJJDN/5OfOp+F5w3KIpsPcNKkSep/9usaPnhkvAT6ChgjLqnf8Qf3Fi0X0XH92imUVb9nKO3RIKtW+7fUbt23juf27w6VjUlJhT4e/KUGdR0qt9t9yfrhvCPra5bGk8TfP9LBVanriDwBsggggAACCCCAAAIIIIAAAgggUPoC9BABBBBAAAEEEChigbIibjtNRwABBBBAYJYK8GQIIIAAAggggAACCCCAAAKFKeDB7fktc9nhumwQvNMsskHyTnvc8KvuG/iXgv+FeESKuApB2202n267uEWsZGlKAvQVAQQQQGDWCazY7xQtuOP68SoshRAqQ1KQ9p1tFT2z86nq2rWrVl11VWXX8Sz1td55xYfzjphNS34+VbBCAAEEEEAAAQQQQKCaAEUEEEAAAQQQQACBpiYQ/LajcivxQACBhhQIUghxpdwjhFCjnNvCGoGGF+AZEEAAAQQQQAABBBBAAAEEEECg9AXoIQIIIIAAAggggAACCCCAAAIIlL5AKfbwvffeU3l5eY2ubb/99jrkkENq1FMx4wIhhKkcHDTVzVM5kk0IIIBAwwsEKbco/xFCrMyvIF90AjfeeKNOOOGEWtv92muvqX379nr55Zdr3U4lAgggUAwC2bw/+anzWXi+oCw8D6DzkyZNUv+zh2n44FHypS4oxK7GiEvMaJm1F9Vx/doplFVWuHIWRav9W2q387dRCLnndhIU4rMHfTzkKz3edajcfvfF4f5kkfU5S+NBcj4/dZ7ICbBGAAEEEEAAAQQQQAABBBBAAIHSF6CHCCCAAAIIIIBAMQuUzerG+w9LREX6AxsOOPAa4DXAa6CoXgN8764orq/XrP4Zh+crLAG+vxbX/1e+Xny9eA3wGuA1MGtfA4V11aY1CMy8gL+H5J/FZYfrPADeeadZZIPjnfa48Vf1Hvhn3u978aj4u0+s0DabzKPbLm4RK1iamADdRQABBBCYxQIr9DtF87dZL15+s5+LYwMqYqhCE29/Vj+d0Vu+bjuy63mWZtd57+1w2akjP+8ygQACCCCAAAIIIIBAngBZBBBAAAEEEEAAgRISCMGTZkkhTJ4q/xH/BhgXxbcd82vJI4BAQwjE9/in9B59CLn/pw3xtJwTgVoEqEIAAQQQQAABBBBAAAEEEEAAgdIXoIcIIIAAAggggAACCCCAAAIIIFD6AiXZw/Lycv366681+talS5cadVTMvEAIUxq35HubZ/78nAEBBBBoGAEPyJz28OcQpvQ9rmFaxVnrR+CSSy7RueeeW+vJPvzwQ3Xo0EGDBw+udTuVCCCAQCELZPcS5KfOZ5HNGeTUcwk5Jk2apH5nva73Bo9Mt/34/h/vn66C8XLYomVzHddvd4Wyxrvmtdq/pXY9b6u/25fLpSZ+NOQrDer6QtX8SO6T+5eF+5If/vq5nJ86TwgCBBBAAAEECkbA12rC750SvA54DfAa4DUws6+Bgrm40RAECkeAliCAAAIIIIAAAkUtUNbQra/+S0hDPx/nRwABBBBAoGEEOGuxCfAzSLF9xWa+vflf85k/G2dAAAEEEECgdAW4Zpbu17Yp9syv5/x+u+xwnQe+O+80i2xQvNMeN05Q78f+lIfzh7SScmnQtpvOpzsuWUY8mqIAfUYAAQQQaAyBFQecqgXbri9fjHPXY8VHkP/9dtuz+vmM3lU3uWXX9SzNrvdO40HK0up5lwkEEEAAAQQQQAABBHICrBFAAAEEEEAAAQSanEB84zEuTa7bdBiBRhEIUghxpckfIdSsm3wPSgjUtwDnQwABBBBAAAEEEEAAAQQQQACB0heghwgggAACCCCAAAIIIIAAAgggUPoCpdfDZ555RjfddFONju2zzz7adddda9RTMWMCIYQa45hCCNVOFuI+1aooIoAAAgUjEKTcouqPEIJCCJNVh5Arh5BLJ9tIoSAFzjrrLF1++eW1tm306NHq0KGD+vbtW+t2KhFAAIFCFMjm/MlPnc8imyvIqecBzNJ+Zw/T8CGj07Utu4qF4FzQMms31/H9dlcoc7lxe93qgLW1W/etJ29EbFZc9MmQr/V416FV8yNl/XMfHZlBlvokzuenzjftoPcIIIAAAgg0roCvzVk0bkt4dgQQQACBUhLIri1OS6lf9AWBGRfgSAQQQAABBBBAoLgFyhqq+f6lwVHb+V1PVKQPIMEBB14DvAZ4DRTJa6CCdhbTa3VqP3/Uto264hbIXptT6kW2nZTvY7wGeA3wGuA1wGugosblMt+kxkYqEChwAb9+85vossN12WB3p1lkg+Gd9rjxV/V+7A/vKv/PiL/y5fKxsO2m8+qOS1qkMqsmKECXEUAAAQQaTWCFAadqgTbrxb+fxSbEa7LiVTr+FhML0sTbntVPZ/Suusktu75nqX8GcN6pD8jS6nmXCQQQQAABBBBAAAEEBAECCCCAAAIIIIBA0QuE4OmxptyNEKpvz95tnPIxbEEAgXoSiO/x579P77OGUP3/pGsJBBpYgNMjgAACCCCAAAIIIIAAAggggEDpC9BDBBBAAAEEEEAAAQQQQAABBBAofYES7GF5eXmtvTrmmGNqraeyfgRCqG0MU0Xuvub6eQrOggACCNSzgAdketaFv08bQlAIoaoihFw+hFxatYFM0Qgce+yxuvnmm2tt74QJE9SxY0fdeuuttW6nEgEEECgkgewegvzU+Sw8L1AWngfQ+UmTJqnfOcM0fPCo2BX/bB6vfTHnJZa0TMtFdHy/3RXKCuc61+qAtbVr963dxKpIra6o0MeDv9TjXV9I8yO5f1k/nXdkFlnqEzifnzrfZIOOM5mdhwAAEABJREFUI4AAAggg0EgCvh47ant61xPxJ7P4sw4OOPAa4DXAa6Bur4GpXVdq20YdAk1GgI4igAACCCCAAAJFLlDWEO33L1z553U5P7Jt+XXk6/ZLGl548RrgNcBrYNa+BvAuDu8p/YyR1Tv119IpURoC1b+eLlcP97R6HeXi+D/N14mvE68BXgO8BurvNeDroSPf1OX88Lb8MnkEClmg+uvVZYfbnA1yd1o9PBi+500Tde9jf8VdcwP6vQ4hyP+23XRe3XFxi7iNpakK0G8EEEAAgcYVWGHAqVqgzXqKF2YprkII8sPr3297VuPPvC/d5OZrevXrvH8WcJ3TLHysw2WnBAIIIIAAAggggAACFiAQQAABBBBAAAEEilsgBL9jWHsfQggKIaSNIeTSVFCI/2IuSBsf8aM2OWKcNj1ibIp/HfGD/vWf77V5jC3+M0Zbxtjq8O+09eHfptjm8NHa9rBR2i7G9oeN1A6Of3+j1jHa/Ptrtf33V9qx81faqfOXMb7QLp1jHPq5do2x26GfafdDP9Xuh3yq9od8EuNjdTjkY+1x8EfaM0bHgz/UXo6DPtDeB43QPjH2Peh97ddpuPZP8Z4O6PSeDuz0rjod+I4OinHwgW/r4APf0iExDj3gTXWO8e8D3tBhMQ7ff5j+s//rKY7Y/zX9d79XdWSM/+33io5y7Puyjo7RZd+XdMy+L+rYfV7UcfsMjfGCjt/nBZ2w9/M6McZJez+nk/d+Vqfs9axO3euZGE/rtL2eVteOT+n0GGd0fFJnOvZ8QmftOURnxzhnz8E6d8/H1c2xxyCdF6P7HgN1/h6PqUeHx9Szw6MxHtGFHWK0f1gXxbi4/UO6JMal7R7UZe0GpLi8XX9dsXs/XRmjfPcHdJVjt766erf7dU2Ma3fro+t2vU/Xp+itG3btrRt3uVc3xbh5l3t0yy5365ad71avne+Kcadu2/lO3b7THbojxp073a67HDveprt37KV7Yty7463qveMtus/R9mb1iXF/25vUt+2NeqDNjerX5oYY16t/m+s1oPV1ejDGQ62v1cMxHtnhGj26w9UxrtJjO1ylgduXa1CMx7e/UoMd212hIdtdridiPLndZXpq20v1dIpL9My2l+jZbS7WczGe3+YivbDNhRoa48WtL9CLW/fUSzFe3rqHXonx6lbn67Wtuqd4favzNGzLbnojxptbnqu3HFuco7djvLPF2Xp3i7P03uZnafjmZ8Y4QyM2j/Gv0/VBjA//1VUfxfh4s9P0yWanxjhFn252ij7b9GR9HuOLTU/Sl45NTtRXm5ygr2N8s8nxGrnxcRqV4liN3vhYfdvqGH3XqovGxPi+1dH6vtVRGruR43/67eoH5f9sIcT/bMoeuXwIQSGEVBlCqMqnClYINIAAp0QAAQQQQAABBBBAAAEEEEAAgdIXoIcIIIAAAggggAACCCCAAAIIIFD6AqXWw759+6p///41unX00Udrk002qVFPxfQJhBCmuGMIoWqsUgih2n4hbpNa/fdHbXzEuDS2cJOYblo5vnCzI37QZv/5IW+M4ffKxhluefh38ljDrbKxhoeN1rZ54w23O2yk0pjDf4/UDv/+pmrMYW7c4ddq2/mrvLGHX2pnjz10HPp5Gn+466GfabcYu3sMYox2aQziJ2of0w6HfJwbi3jIR2ks4p4Hf6jJxyN+MNmYxNrGJR7Q6d3KsYnvVhuf+HYan3jIAW/p0Bgeo+jIxiketv8weazi4XljFfPHKx5ZOWbxfx6zuN/Laczi0fu+pNy4xZd0zD4vprGLx6axi0PT2MX88Ysn7v2cPIbxpL2frRrHeEoax/hMGseYxjLu9dRk4xnP8HjGjk/oLMeeQ9KYxrP3HKxzYpy75+O5sY17DErjGs+Lafc9BsqRjW/skcY3PqoLYnpB+0d0YYqHq8Y5Xtz+IV3S7kF5rOOllWMdL2vXX7nxjpOPecyNe+yrq9K4x75p3GPV2McpjH/MjYG8RzfvkotbKsdB3rrLXZpsLGTeeMg7drpduTGRt+munW6rGhN5z463yuMi793xFqWxkW1v0X1tb64aG5mNj+zb5sa8MZI35MZI5o2TfLD1tUpjJXe4Rh4r+UgaK3m1Ho3pYztcpce2v2qyMZOTj5u8YvKxk7WNn9z2Yj0bIxtDmY2jzI2lvEC5sZQXVI6l7KlsPOUrW52vycZUbnmehqXolsZVvpGNrdziXL21xTlVYytz4yvP1rubn5U3xvJMve8xlo5/nZ7GWX7wr67KjbU8TR/96zR9nMZaniqPufR4y083PUWfbZYbc1lj3OWmk4+9rG38ZRqDufEx+q7GOMyj9UOrGGks5lEat9H/Ukx65zMppEV1fYQQD6zrQezfaAKdO3dWnz59NPfcc9faBm+/4oorat1GJQIIIFAIAtm8Pvmp81l4PqAssjmDJk2apH7nvKHhg0fJ1zvFa1cIueuXk2VbLqrj+7VTKMvVqYAerQ5YW7t23ya2KNe2tA4hdiHokyFf6fGuL8j9c18dWd+dZiZZGk8i5/NT55ti0GcEEEAAAQQaQyC7DmfP7XJ+uD6/TL7+5krHEkteA7wGSvk1UNv1w3VZuO9ZnhSBpiZAfxFAAAEEEEAAgWIXKKvvDuT/guC8w8/hND9q+0NT/nby/KLNa4DXAK8BXgMF9BpIAyFoT+G/Jmv7+SL/5xDnHf5aOiWKV8BfQ0d+D/LLzmdR2+si20Za+P+v+RrxNeI1wGuA10D9vAaqXw99Dc1snc/CdVmeFIFCFaj+OnXZ4fZmr3WnWXjwexY9bpqgex79I+4a/2+pIqZKax+/zSbz6M5LWqQ6Vk1WgI4jgAACCBSAwAoPnqb5W68bWxKv1xWTX68n9npaP5/ZW9m1PbveZ6mv6c7Hg9PicsrEVX4+FlkQQAABBBBAAAEEmq4APUcAAQQQQAABBBAoEYEQQlVPQghpoixXhJDLhxBczEV8rzEuGv75JA376E8N+9Dxl96IaRZvVubf/OCPWP+HXH4r5lN8+IfecqTy73r7g+rxm96Jdblw/je9+8HEGE5/03spP1HvjaiMWH7vgwmxnIvhMZ9ixK96f8QEDY/xfsyPyOL9X5XL/5LSD2L5g/d/0eQxPpbH68NY/+H74/VRjCz9aHgsD/9ZH79fGc473v8p1X0S858M/0mfxPKnTof/qL9T53/UZ7EuF+P02Xu5+Hz4OKV4b6w+j3W5GKsvYjmLL991+Qd9Geu+ivkv3/1BX71XGc6/+30sx4j5r2O+enzz7hg5RsZtI2P+7/hOo94ZEyOm7zq+jXnHdxr9bkxjjH7nW30bI5eO1uh3RsfyaH0X01yMyuXfjnVvj9KYGjEy1X0f6394e6S+j5HSt0bqh7e+0Q9vO0ZqbCyPjeWxsZzC+be+1ri3Y8T8OOcr48eY/vjWV/qpKr7UT286Yp3Tt77UzzH9O76IZceXGv/mF/olRpb+8kYsv/G5fn2zMpx3vPmZfo3phBi/vvGZJuTFxDc+jeVPNTHWOX6L5aoY9ql+G/aJfn+jMpx3pPLH+iPm/xjm9GP9mdKPUvrn6y5/pL+G5cJ/hK/wf7jc/764rqj6/xkLk+VdJhBoIAFOiwACCCCAAAIIIIAAAggggAACpS9ADxFAAAEEEEAAAQQQQAABBBBAoPQFSq6H5eXlNfq0yCKLqEuXLjXqqZhxgRBy4wdDyKU+Uwh/512WBzrF+OnX/9OwD//SsI8q48M/Uzk3tvAv5dI/K9M/9OYHf8aI6Ye5SGMLK/Mef5iV09hDjzn88He97fggplXxm96Jde98+Jve/iDma4l3Y53jnRG/6d0REyvHI07UezE/eUzQcI9JHDEhbpsQ85URy+/HGB7j/RG/prGJ+emIWD8i1f+SxiWOGFGZvh9Tj1GM5Q9ijIjlD2PkxiuOrxqj6LoPPU7R4xOdVsZH7/+cxi9+NPxnfZy2xTRu+ziVf0pjFj9+/yd9Esses/hxGrMYy65zVJY9htHxSRq7+JM+janjs/d+VIpY/mz4uJgfl8YvfvbeuFw+1nlc4xex7PC4Rqe5GFs1vvHLNJ7R5R/S+MYv33P6d+SPc/z63R+UK38v53PjHH+IeZfH6Jt3c6nrv3k3V87GOrqc8u+M0ch3vlPKe8xjLI9K5e80yuUs3vlWrvc4yNFx++hY/rYyzY2B/DaNg/w21Y/Wt2n8Y0zfyUVubORojYn1ju/eGaUxcduYt2OaFx4X+f3bI+N+I9PYSOfz44e4rWZ8o7FvVUbVeMmvK+ucfp0bN/n21/oxjZX8WuNi6siVv6qsj+mbX+unN2P61pex7quY/zI3rvLNmMb6n2L9z45Y/jkvxsf8+De/kOucVo9f3vg8jbP8JY2r/CLmc+VfY32KVP9Z5RhLp7nIH2eZ5SdWjrPMpZ+mcZe/eczlMOc/1W9vfJLGXHrcZZb/fdgnyuIP5+M+HpPpfC4+VvVxmC7/+fpHSjEsppXxV0z/ivXx25SX3LetuA4hpHGYIeTSWJXKToniFujYsaP69++vxRdfvNaOHHfccerWrVut26hEAAEEGlMgu3cgP3U+C88DlIXnC3J+0qRJ6nfOML33+EilWw8qYg9iJh0Tsy3Waq7jHthNoSwWCnRpdcDa2qX71unXilzzK2JfHNIng7/S4K4vVM2PlPXbfXekfmb9jam76Lr81PkmFnQXAQQQQACBWSbg624W2ZPml7O809qu3a4n/HMPweuA1wCvAV4DU3oNVL9++HqT7eu8Iys7dZlAoIkI0E0EEEAAAQQQQKDoBertz1f+ZcCRiWR5p/nhXzAcrnNK/J8wwIDXAK8BXgOF/hqgfcXyGs3/+cL5/PDPKC47dTjvcJ4oLoHqXzeX88Ov16yc5Z0SfC/jNcBrgNcAr4Gm+hqofl3Myk79U4BTh/OO/LzLBAKFJFD99emyw230/3HnnWaRDXp32uOmCbr30T+loPgIMQkxVUylbTedT3de0kI8mroA/UcAAQQQKBSBFR7sqgXarB+v039fr0PI5X/v9YzGn9m76ia37LqfpdnPA07dnyytnneZQAABBBBAAAEEEGiKAvQZAQQQQAABBBBAoJQFQsi9jxhCLq3qayzHJRWD33mMhbjEnKtiTWUhpGKI9cE5xUwM50PKehVCSHUpkWJVUAjBGcW1FNcuKq0UH7laKaaxLi7yI8RyCHEdFHOOoBCC/EhJbuWi5OrKsrOKjxArQ4jroJhzBIUQnFFcS3EdQszFJWZjMZfx2uUQnAvOytkgKcR/uSXID9crroKCi0pJLCtGXORHUJBiIS6KuRhBIThiteLDeYWYiYuTWFZeOYRUKSeVuZgPMbK9nA9ZQVLMy4+YevGBsRhifQhxHRRzjqAQgvxISVwFBReVklh2JtXEVXBlrIuL/HA5hLgO8hYprkPIFZwot1J6uLqyHLNSXIW4ShFSMZZi6n1SOa4UH05SXczEJdbE/WIm1kdfqY8AABAASURBVMUl5hUjKASH84qPmFeIaVycxG3KK4eQKpUSScH/YiEuMaf4iDWVhRBLSrW5nLMh5PIhFeLWvLKzWShm0j6Ss9lK6RG8TitnUoQQ4n6TR9rACoEGE+DECCCAAAIIIIAAAggggAACCCBQ+gL0EAEEEEAAAQQQQAABBBBAAAEESl+gtHp43XXX6fnnn6/RqS5dumjllVeuUU/FjAmEENKBIfydhhCqxi+ljWkV4jpU1sesglcKIcRI2bSKxViOdbGU1sGZkKvzRoVYIYUQYig+QgzFfIihykeQ4iLvIynEf0qPmHNdcCGtFEKIkSuHmMRiLAcF571OmaCsPmW8LVbExbkYitUhrlT5qMzHHWJOIf7LbXAuRnAprRRCiJErh5jEohQzcYlJXMdFsTKXxHXMe4cQgqslBfkRQkzjkvLZKta5KnifkKsMMe9QTBUfIcRSUCyFGDENkjO5JK7jIu8jKcR/inlHCLEUFB9pJdcpyyo+nPc+KRsLcVEqB/mf4lrxEUIsBcVSiCGlVciSLBMqq0PckIsQguIiKSg9XIjZuORqUiakfFqHuFfcJ8Qah2Kq+AghloJiKcSQ0ipkSZYJldUhbshFCEFxkRSUHi7EbFxyNSkTUj6tQ9wr7hNijUMxVXyEEEtBsRRiSGkVsiTLhMrqEDfkIsSaeKgUU/nhQlAqxaQyEyrLIa8cYl2I5RhSyucODTEvpVWoSiozobI6xHIuQqxxyAcrPpwGKS4p0ioW4hKzcR0XxX2Ccv8U847KkrI0ZtJJgpSyaRX3zZXjOuYVIyj3TzGvIKkyTVnFR2Uml8R1XLxPUO6f0v65fEi7B4WYplXMxMWlqgghKIS/o2pDzIQQ4pqlWAXatGmj/v37a5VVVqm1C2effbZOPPHEWrdRiQACCDSGQDanT37qfBbZXEBOPQ+gY9KkSep3zht6b/BoxQual5gqPkLMBy3bsrmOf2A3lc0WYl1hL60OWFu7nr+N3NIQgkJwxDYH6ePBX2nw6UOr5kdy3+2QRWaUpfEoOZ+fOt90gp4igAACCCAwawSy6232bC47XHaaH75uZ2XnCea25zXAa4DXAK+B6XkN5F87snyW5l9vnM/C27M8KQKlLUDvEEAAAQQQQACB4hcoa4guZL8U5KfO+5eQLHW+tvAfoYj/N9kf5fDAg9cArwFeA438Gvh/PH8hvgZr+zkiq8t+3nCaH/65x2WnRHEKVP/6ZWWn+ZG9FqaWFuLrmjbx/ZbXAK8BXgO8BurjNTCl65+vld7mtHr4JwPXOXXk510mECgEgeqvS5cdblv22naahf8/Oe+0x00TdM+jf6rCO1etUkZbbzyP7rpkaW8hmroA/UcAAQQQKCiB5R88TfO1/mdqk6/a2XW/IhZ+u/UZ/XxG76q/p/manx/e12WnPkGWVs+7TCCAAAIIIIAAAgg0MQG6iwACCCCAAAIIIFBSAiGEygmyJk/Lysrk+LuzFbm/FcYK5/yeod9rjG835mr+LqSysr29g7fFsrMxqZxQy2fJ9op575N2iIennWKaX47FbPGuzntzysdMXGKVzxOTuOTqXetwhcP5uE/MenEuFzXb4T1TrU+UK8SiMz4iHh2zNoiVbm3sk3OOuCG3Oa7j4qIjZtPivCMelZJYmdL4PHGJtbEirtO544a4xAqvHVnWeUeunPb1MbliWqe6uEtcJivHQlxytTGTlrRvzLk2tSFm4hLPGPvjTOW21MmYT4vrvXPcy9mYxMW5Sp+4k3Pp3LE6LqkmnSNXyJXjUTETnygutZzP5/D27JDsfK5L4Q2OVMitUjGeKy7p7C5nxzkfnynW53LpCO8Ya3L5uLWynO3hNvh4V+fqYs3fhXiYax0xG5e4Na7jebyO1T62Mpu676eK1ZU7eEsMV/icMZsWl71jKij9H/X/xxBy/09V+Qjh73IIobJWaX/xQGBmBTgeAQQQQAABBBBAAAEEEEAAAQRKX4AeIoAAAggggAACCCCAAAIIIIBA6QuUUA9//vlnlZeX1+jRaqutpi5dutSop6J+BELIjUsKIaRxSSGEaieukMdI5YY/pYFPeeXKXV0dIy55o6J8nNK+cZ12rH6euDHblLZnq9x5vHaNz+PI5dPajUmbY32qiKtYjsvMPb9PkDtVPE9lIeXi86RiWsVmxzQubnxl4mzcMyVVK29zn3MVPkesiUuu7CeKhbjEXDo2rWI5LjHrdW5LPLKyXFlX2f9cfdzH1THiEvfLyt7qZ8pqY7nyONfGvWISt8XF+ZR4FSMu8Txe57bEIyvLlXWV58nVx31cHSMucb+s7K3xKVJN5ZbK41wb94pJrM8taa+0qirHTG6nWO1zueyIlZXnyWrjDvFcaUnZtIr7eG/vU7Ul1qVtuVWsjnvkllxNzDuTS7yOzxUrfA5HPMAVMYnb0pKrjbvEurSkbFrF54q7xGxcx3zV1ljM5eOpXB/LcYn7uZyLXDmu4+J9/SwO5+MecYkb0pKrTQencuUeMR9fpJXVsRCX3BZnsvBpYj63pH3TqqpcmYmVMVe1/vs8ztXh+d3XeBYflYvpfP54XF2eP541LSGEqu9nIeTy3hBCcEKUgMCmm26qfv36aYMNNqi1N5deeqkOP/zwWrdRiQACCMxKgdzPgvHqF69pfl6X88Pz/mTheQCdd9rv3Df17uBR8ZJeeSXMJfEUFVpmrUV0/AO7qWy24rmubXTA2tql+zaGSH1KHO5T/Pngk8e/0OCuL6T5kbL+O80i38v5iJDOkZ863ySCTiKAAAIIIDALBLLrbfZUWdlpFr5OO5+fOp8f/pmGYA55XgO8BngN8BrIXgP514j8fPXrictZ+FrkvNMsqpezelIESkqAziCAAAIIIIAAAiUgUFYffcj/BSDLO3Vkv1g478jKWZr9MpKlU6rPtpPyCyyvAV4DvAZ4Dczq1wDPV1ivuSn9rOB6f62cOvxzhyM/77J/9snS6nmXieIR8NexeuR/vZ135L8unM/C2xxZmbSw/q/z9eDrwWuA1wCvgbq9BnxNyyLfznUu56fOO7LrqK/+zuen1fMuEwg0pkD2Gs3a4LLD5ez17DSL/Nd9z5sn6p7H/qq8eS0ekcb1x1UI2maTeXX3pS1iJQsCEgYIIIAAAoUnsMJDp2v+1usqXrkVQlD6F2I7Y/x+2zP65az70k1u2bU/+1nAqX9WyNJ4RNUNbtXzLhMIIIAAAggggAACTUeAniKAAAIIIIAAAggUr0AI8Y3BqTQ/hKAQgsrKylKqyR5xWyzHzXIuhLgOinnFR1AIQYqL0sMZRyzEJIS4ihvTOq5CCKkUvLlyFULMxCVWxSVm8soh7q1Yjkvcpph1jcN5KVYoyI+gtE9cxUWVBaVHUCzGlUL8J3kVgvOOVJRiZQjBScwpPpx3xKyXtC3ktgUphKDcP+cdWSnm5UeQ4j6KidIjZmI5LrEUUnUIeWlQqvM6hFwhriXXuqz4iBUhxFWs8zomCiEo90+K2bQKIcQ0LZKCQghOlHs4H2JdZcnbFMux6GwIzjukmE2roPhIhZgqluKiVA4KWVUsh1gKsZyLoBCClFuklKkqSJXlWFOZDbHGEYvBEVJZ8RFiyKXK8yk9Ym0sx6WylFeOlXHxETGkELwtpvIj5MrOOrxNsS7lpRCCpBD/xXVwBIXgiHn54XyQ4qL0iJm4PSuHlKlcBymEoNw/5yVVlhVU+YiZuCjWuyIoKC2VZVU+QghV/zdDCAohKHuEkMuHkEuzelIEZkaAYxFAAAEEEEAAAQQQQAABBBBAoPQF6CECCCCAAAIIIIAAAggggAACCJS+QCn1sLy8XB988EGNLh1zzDFq1qxZjXoqZk4ghFA1RimEXN5jCx2Tnzm3LYQQq3MRQojHSnEdQ0qrEJPKUHoExd1ihFjKRQghr+zqIOUWJ8oecTeFEDekipDyIYRYykUIMU1LUIi1aRUzcZE3uUoKcj6EICkXIQSFECSF+E+S8yEmkmJSuYpJLIQQV/IjKIRcSDF1xHJM4uKyFDMpwv9n7zwArKjOL34uVbCDCtJNj2BFUowNW9RYoxJ7FOxlNXbAhgUsSVQsMbZo1AgKGunYsHdj1xixJVETk/yTGAVBZP/n3Jn7dvbtW4rsCrt7HvfM993vlpn5vQfvg73MBaAmyOFBfgiqZAqBVlIb+JKvkFyKYUgMIQQdwVeIfggh80ErX4Y+DWii5EtZPSB20wEBoEKgpYJ88EWfrkpUPATkhg70CgghE0BLgXWEUk1OFEMKRx/sw0KTorRZACH+AhDrNAAC+NKBYmFdR8bksV8IQV4U6COAJVBAPISSyZ2A2E0HBECSTwX6AXzRp6sSFQ9sYKGrI/vIY78Qgrwo0EcAS6CAeAglkzsBsVt2ABBYMgX6AXzFNrCWKTlqC6oE8BXoUezLY/RBHwEsgQLiIZRM7oQsnPeNwegrLgGIdRqkOkBXhQrR14FerIf8iDrjgrqBx6h4YJ+sziMLWE8K0C8AMUaDVAfoqlAh+mAfegiFX2AMQc1Bhk6gYkHxpT/LQggIIcRwCLVtDOaHELK2vGrTRAj069cPd9xxBwYOHFjxiq+55hrstddemDdvXsV2B03ABEygsQnomT46R9HKT9LzfpL0TCBJf2bdMeI5vDT9PejbKYR4RG7Qs99qOH78zmjVWnHN3nQ0YL918KNzB/JeAsXrDhR44M3NvPtd3DP8kfhntjhIiY1sYpasRsovWvmWCZiACXxpBHwiE2ghBIrft/KL0ne0lL63izb5apdUtxbvGermZV7+DPgz0Fw+A/oekIr3k+pFK7/4PZN8feXKl7VMwARMwARM4Esn4BOagAmYgAl8YQKtvvDIfGDxLwLJly1X8S8b9fn6AVxSfX0c91/E/RnwZ8CfAX8G/Blo2Z+BlCvILspnoTwnUV1pTLLlvurWsklA71m6snJf9ST9I3bxs5Hq6TMjW1Sxr/2W/eeL33+///4M+DPQlD8Dxe82+ZXuRd+J9Sl9j6bvWlsTWJYI6PNZvB7VJcX0mZYvm6TPv3zZkdfOws2T58YNf9WvupqjJFRj4Hc64pafd2fAxQRMwARMYFkj4OsxgSKBPhOGY4Vt1y/7PucXOr/YZ113Pz46fQz0vS8pByhK3/+qy2rOZMt91S0TMAETMAETMAETMAETMAETMIEvl4DPZgImYAImYAINRSCEgBBqSw+2lH5x8Oe4aPBnuODAOTjvgNk4d//ZOHv/WRix3yc4c99PcHqu0/b5BKftMwvD952NYbRD952FU+mfuu+nOJn2ZNqT9p2DE3OdsN9cnLDfZzie+pm0/zwcF/U5jt3/c1RFzccxB1Tj6FxHHQAcdUDAEbRH/DTg8J+2ijqM9tAD20A6hPaQn7bBwQe2w5AD22LIQe0w+KD2UQfSHjh4Ofx0cAf89KAOOIDaf3BH7D94eew3ZHnsG7UC9hmyAvYesmLUXrR7DVkJPzl45ahBtHtclLvCAAAQAElEQVQcsgr2PHhV7H7wKtj9kFXx40M6Ybdcux7aGbseuhp2OSzTzoeujp2kw9bAjlFdsMNh1OFdsf3ha2K7w7piO9ofHt4N2x7eHdse0R3bRPXA1kf0wFZH9oza8oie2PLIXhh4ZG9sIR3VG5sd1QebH7UWNqXdlHaTo76CH+Ta+OivYuOjv4bvH/M1fE86+uv4rnTMN/AdagC10THfxEZV30J/6dhvYcNjv40NqtbG+tKxa2O9Y/tS/bAu7TrHrYN1qH65+h63HtaWfrYevvWz9fHtn22Ab9J+g/YbP9sQXz8+09eO74+vHb8RvnrCRvhK1ACsdYL0HfQ54TvoTfU68bvodeL30JPqcdL30OOk76P7iRuj24nfR7eTNsaaJ/0AXU/ehPoButB2OXlTrJFr9ZM3Q+eTN8dqp2yOTlTnU7bAqtKpA7HKqVtiZdqVaVc6dSuseOrWWHHo1lghahssP2wbdBy6bVSHYdtiuWE/pLZD+2HU8O3Qdvj2aDtsB7SRhu+A1sN/hFan7Uj9CIE2nLYTcHqm6tN2xvzTdsH803fBPOmMXfEZNfeM3SDNoZ1zxo/x6Rm7Yzb16Vl7YPZZe2L2iEGYNWJPai/MPntvzDqHOncffDryAHw66qeYe+FBmPfzIagevC30+zGE2r9PQ8jq8MsETMAETKBZE/DNmYAJmIAJmIAJmIAJmIAJmIAJmIAJNH8CvkMTMAETMAETMAETMAETMAETMIEFE3jzzTcxevToOp022WQTHHHEEXXiDnxxAiGEWoNDCHHtktYvSSEEpHWFFx40F6N++inO3X8WztnvE5xNnbXvxzhzn//hjH0+xun0T9/3E5y+zycYvvfH1CcYtje1z6xsnSHtqdK+s+N6w1Notd7wlH0/xcn7zsFJtCfRnhjXG86F1hyeQD+tOzx+/3n4GXXcfvMQtf/nZesP58f1h8ccgGiP+ilwFP2jDgg4kjoi6aetUFyPeNiBreN6xEO1HpE6+MC2yNQOQ+LaxHYYTJvWJh6ktYlSXJ+4HH560HJxfeIBgztg/3yNomxcpzh4eew7ZIWobK3iCthnyIqF9YorYq+DV4LWKmrdouyeh6yCPag9D1mVdtW4bnF3rWE8pFOt9Yu7xfWLnaF1jLscuhp2PkxaHTsfugZ2kuIaxjWw42Fdon5Eu4N0eFfsQG1PbRe1JrSmMam4rnGbI3pg6yN7YCtq6yN60vZEXN9If8sje2GLqN60vbH5Ub1L6xw3O2otbFrSV7BJvtYxrnmM6x2/mq15pB/XPB7zdXxPax6P/kZc86h1j9855psYIFV9ExtFfYv2W3EN5IZV38IGVd/OtTbWL1sHud6x/bDucf2wTtQ6tOug37G5jlsXfam1tSaS9tuldZHr41s/2wDfPH4DfIP65s82RHF95Nfj+sj+0DrJr9LP1khuhK+U1kgOQJ8TvkN9F71PoOJaye/G9ZKlNZNx3eT3K66b1NrJNU/aBFo/2SVfO9klrZ08ZVOscfJm0BpKrZ9cjX7nUzaP6yg7nbIF7UCseuoWWOVU2lO2xCqU1lJm2goraU3l0K2xYm5L6yqHal2ltG22tnLoD7FchfWV7YZvh3bDt49qO3wHtKHfmjbTj9Bq+I5oddqPEOJayx1pdwJO3wnV0mk7I665PH0XzD99Z2oXfE5/3um7QkprLz87Q+svf4w5tFp/OUdrL6nZZ+6OTHtg1pl7YHZchzkIn9BGnfUT+nvjk7gec1/MPm8/zB55AOZccCA+u2gwPv/FwQhr9yr9uRZCqLWGGn41KwK9evXC+PHjsfPOO1e8r7Fjx8a2f/3rXxXbHTQBEzCBxiKQnt1TtPKT9JyfpPQsINnxI/6AF6e/Fy+rmkf1R3W1Cnr27YwTxu+MVq0DW5pm+c7+62KHc7aI9wPdIA/xHnk7b0x/F3cPe7j0fCTxmD9/PpLUrygO4TxxkpJVzDIBEzCBL4OAz2ECLYGAvnd1n7JJ6Xu53Op7Wyo+61t+ktqsz2vlOeZhHv4M+DPQUj4D6btAttI9l3+npHr67pFN30eylgmYgAmYgAl8mQR8LhMwARMwgS9OoNUXH4paP/gp/qVAfpL+8vD7R+dCuuuxz2rZFJvAeEnsO+GxuZhAO3GBmoNJjy5Yk9k++dFPUa4pjE155FPU1mzWM019ZDbq07RHZqE+TWdbjT7B9Eeoh2t0N/1Kuufhj7Eg3cv2TP/DvQ/X1X2M3ffQ/1BbH+H+hxasGQ/9FwvSA2yv0X/wwEPUg//BgwvUv/HQg/XrYbZl+j88/GBtPcJ6SQ/8Hx6J+hdtpkcf+Bcq6THGH3vgn6hPj7OtRv/A4w9QM6jcPkG/rj7EkzMWrKfY/tSMv6OSnma8lu7/G57O9Qxt/foAz95fv/7Atkzv4w/3F3Tf+3iO9edka+k9PHdfpudpK+kFxl+476+oTy+yrUZ/wYv3Ufdmeom2sv6Ml+9dsF5he6Z38cq9tfXqPe/iVcailR/1Dl695x28thD9ke1/vOdtVNLrjNfS3W/h9Xso2j8tUG/ijbsraybjNZqJmXfX1pusvzl9JkpW/vQ38Cb11gL0Ntvenv4n1Kd32Faj1/HOdGoaRfsubWX9EX+etmD9he1/mfYaKumvjEdNfQ2ZfRV/nZrpPdr69Qren1pZHzBeo5fxwdSCpryMv7H+N9laegl/m/IS/r4Afci2D6e8iPr0D7aVNPkF/KOgf9KvT/+a/DwWpP9j+/9Nfg6V9O9Jz+HfbItWftQf8O9Jf8B/FqL/TnoWlfQR43U08Rl8lOt/tPXp44lPoz59wrYaPYVPJtbWLNZnTXgKtfUk609i9oT69SnbPp3wBOrTHLbV6HHMmUDd9TjmLlCP4bO7Ms39/aN1fMUk5SMpN0lWOZB8Wanoq24tkwTiRaX3SjZJ77F0F/PIOx+Zg7uYX6ZcM1rmlRMYkyY+Pg8T2E/5plRfzllfrjk55phz6uSYk5Vf1sozZy80v5zG/LGSanLKWZjOHHJ6nldWyiXvfvjjenPJ+nLIxc0fZzCvrJQ3PlBfvsi8sW7O+G/mkf+uN1d8uJ48cfHzw38uQl74jywn/IL54FP15IFPF3NA5nwLy//qy/v+UMr5PqiV89WX71XK8VLsBeZylVST3/2V+R3FvO5FqnJu9xe8xNzt5XpUMadT/lYrn3sn5nILyucq5W+KvV4rh3trIfnbm4uQt82slbO9WU++Vl+u9vYC8rRFz8/+iHeZd9WXm/2FbZleq5WX/XWx87FXFiEPe7kmB1POVU/+VV/u9WE9eVcp11Lexfwq5VuLm2dl+dXzzK+k52hr9O+YTz3HfCppwblVpXxKsfryqfryqP8xV1pwHvXUQvKnJ2PeNGvCk/XmTp+y7VPmRuWqyZWeyHKlevKlzzh2bj05knKjpPQ9mqy+aIt+qstaJrC0COgzWTy36pJiyv/kyyZpsYN82ZHXzsItk+dCy/lD4JHiEQps8d3lccsvusMvEzABEzCBZZKAL8oE6hDoM2E4Vtx2feh7nF/ptPFbHfI/vX4G/nfGmNLib+UCRaV8QRZ8JUu31s86VbdMwARMwARMwARMwARMwARMwAS+NAI+kQmYgAmYgAksMYEQAv+NMNSaJ4QAPaRX2mPTVthvq4B9twT2GVhNAXttUY2fbD4fgzavxp6bzY92D9rdqR8nse3HmwPSbrS7bR6w2xYBu0a1wi5bZNqZductWkPaiXanLdpgx4FJbfGjgZl2oN1hYDtsL21Ju2V7bJfrh1suh6Rt6W+7ZQdss1VSR2y9VaattloeSVvS33LrFTAw1xa0W2y9IqTNaTffeiVsvs1K2CxqZWy6TaZNaDfZZhVIP9h2Ffxg21WxcUmd8P1tM32P9nvbdsZ3pR/S/nA1fCfXANoBP1wd0ka0G223BvoXtOF2XSBtQLvBdl0hrU+7/vZrYr1c69Kuu303SOvQrrN9d/TbIakH+u6QaW3atXfoCenbP+qJb/+oF75VUm9880eZvkH7jR/1wdelHWmpr+24FqSv0n51x69A+grtV3b6KtYqqM9OX4PUm7b3Tl9H752/jl5R30DPnTP1oO2x8zchdaftvvO30G2XpG9jzV0ydaXtusva6CLtSrtrX6xR0Oq79oO0Gu1qu62DzgV12m1dSKvSrrrbepBWoV3lx+tj5YJW+vEGkFakXfHHG2LF3TfEClH9sfzumTrSdtx9I0gd9tgI0nJ7DEBS+z2+A6kdbbs9vou20p60VJs9v4ek1nt+H1Ir2laDNkYoqHrPjRE16AeoHrQJqn+yCeZT1Xtthuq9N8+0zxao3mcg9Bsw7LdV6felfm+GEOr83oVfJmACJmACzZWA78sETMAETMAETMAETMAETMAETMAETKD5E/AdmoAJmIAJmIAJmIAJmIAJmIAJLITA6NGj8c9//rNOr6qqqjoxB744gRBCHBxCiOuTQqhrN167Va11hXtvMR975+sK49rCzT7HoM2rofWFe2z6OXaXNpuPPRjbvaAf09caw6TdNgd201pDKltrGLDrFq1K6w1r1h22jmsOd45rDltjJ9nSusM2yNYgti2tP/xRXH/YFjsMbBdVsw6xHbbP1yHWvx5xOWhN4ralNYkd4vrEtC5RdqutOpbWJm6ltYnS1iuguEZxIOtbbL0itEYxqbRWceuV8rWKsiuX1itq3WJxzWJct7jNKviBVFq3uGq+hrETytcvag2jVLOOsXNpHaPWMw744WpxHeOAH64ebVzP+MM1sBFVaU2j1jVKtdY2bt8V5esb19t+zbjWcd3tu8U1jrLr0I8qrXPsnq957FFa79g3rnfsAa13lL69Q098O657lC2ufexVWvuoNZDfyNc/ag3kN3bM1j9+Pdq14hpIrYOUvlpYC1nfekitjdR6yKTecV3k19BbayOpbG2k1kh+o7Q+Uuske+z8zbg+UjZbI/lNRFtaJ/ktaM3kmrt8u856ya67rA2p/nWTfeO6Sa2dlNL6ydV2XafiGkqto5RWLa6l/PF6WCWq9npKra3UesqkbF3lBoV1lXXXV2qdpdZWJnXYPVtj2WGPAZDSOktZrbNMapevt2y3x3fRbs9svWVb2rTeMtnWe34vrrtsrXWXSYW1l9k6zB8Ag2o0f8+NkekHmD8oW4up9Zjzf7Ip5u+1WRTy9ZjFNZkh1P3zDXyFkMXpujQTAquuuirGjx+P/fbbr+IdTZ06Fbvssgveeuutiu0OmoAJmEBDE0jP7Cla+UnF5/3oOYCqayPE8SOew0vTPwC/qeIlBR5D4JHq1W81nDB+Z7RqzTrjTbl8Z/91seO5A8EbhV7pjmTfvPvPuGf4I6XnIyU+YiQlhslqvPyilW+ZgAmYQCMT8PQm0GwJpO/VdIOql0vfydrPoqi018WEfH8L7WkxId/fovLeFnMq7qNWaV+L+vZNq7xX2qyK+6TV7GXxSWl/tLsf/gR19XHFfSyyPSw+DQRVLwAAEABJREFUrrUPWt39Kz7CfQ9V3vus0r4VitXsXfGfhexzVnnPimy/iv+rtadZaa8K7Wv2wL8Wso/ZPyvuU/F4ae+yfI8K7VX2wD+wqPuVPVVhb4qnF2Nfikp7Uiz6fhT17zu20D0o7v0LtP+E9BL9uvpzxf3Fsr0n/lxrP7HF2UdM+0uUa3H2m3jj7jfr7Dcxk7FMMxewz8QbcT+w+vYEe3v6n+rsA1azt8SfEPf+mv463lnMfb/+EveVeA3Fvb7+qj0lpr62SPt7VdrT64NK+3lpH4k6eqni/l0NsX9Epf256ts3ovZ+XNl+Ef+usBfXfxnT3hDlqrVXxMRn8NEkirbSXhGV9oj4ZOLTyPQUbY1q76/1ZNwfotK+Wp9OeLLiXlq19oW46/FsbwjauXX0GLT3Q3H/LNWT9D1T/t2jevpuki2vK2aZgAmYgAmYQCMQ8JQmYAImYAJLQKDVEoytM1R/CShKf3GQ5n1ejX1GfRa13wWfY3/qgAs/x4EXza8R64N/Ph+Df16NwRdVY0j059N+numiz3Hwz6mL5uGQMh3K+qEXfobDLqJkqcMvnIvDcsk//IK5OIL1Iy6Yg6gLP8WRuY6iPeqCTyF7tGzUbBx9gTQLx1xAnT8LVcnKP/8THJvrONrjzv+Y9Y9x3Kga/Yz+z87/H44vatRHOCHqvzhxVNJHJf+kkf/FSYyfNPI/ODnq37SZTmH9lPP+jVNHUuf9H4YWNfJfGEoNO+9fGJas/PP+ieG5TqM97dx/4PTzqHM/xOnyc53BunTmOR/iTPpnnvN3ZPobzjpH+jtGMDbi3L8h6pwPWP8AZ9NK55zzPjJ9QEud/T7OjXoP552daWS0f8XIs6kRmUbRSueP+AtG5ZJ//og/44JcF9LW6F1cNII66x1cRP2ckpXkS79g7Bdnvo1fRr1Fm+niM9+CdAntJWe+iUvOeBOXykbNpJ9p9JkzMfqMpDdw2RmZLqe9/Iw/4Qrp9NdxOXXF6axHvY4rWZd+JXvaH/Gr06nTXsNVEv1fR7F++mv49Wmv4tenv4qraTO9gmtOk16lpYa/gmtZv3b4y7gu1/XRvsT6S7h+GDWcov2NNPxF/GYYRXuDNOwF3Dicov1trhujfR6/HSY9h5uGUUNrdDN96RbaW4b+Ab+TTn0WvyvoVvpRQ5/BGOrWU2mjnsbYUzPdRlvSKU/h9lMpWWrcKU8i0xO01MlPYDxj42nvyHWn7CmP486Tpcfw+1Ook6XHcVe08h+lT530KCacTJ30CCaWaRLrk058GJNOehiTaTM9RF96EFNOpE56CFNPlB6kzTSN8WknPgBp+okzIN19wgOYHjUDd58g3Y97Tijo+Ptwb9T9uO946T7a+3D/8ffS3hvt/T+TvQczjs/0QME+8LO78WCuh2gf+tl01qdDNuq46Xg4ahoeOU6aSpvp0eOm4tFjp+Ixif7j0U7BY8dNwePHTc507GQ8Qf8J2ahJePLYTE/RPlU1EU8fS8kW9EzVBEQdMwHPyj/mLjwrVf0efziGqroLz0n0n2PsOVnq+WPuhPTCMXcg6ug7aamj78CLUePx0tEFHTUOLx9NHTUeL1OvsB519O145SiK9lXpqNvwWq4/FuwfjxoL6fUjx+L1I8fU0p9Yl96gfeOIWzHzSOqI32Fmrjdp3zzyd5Deov/WkbfgzSNuwVtRN+PtIzK9Q/vO4Tch2XfpS3+m/fPhv4X0l8Nkb8SfaeX/5bAb8ddc70V7A947TPoN3j8s0wesf5D8Q3+DDw67Hh8cej3+FnUd/n5o0vXR/5D1Dw+5Fv/IlfnXsH4N/nmIdHW0/6L/r0OuRtL/0f+/Q36Nf0sHX4V/R7F+8K/xH/pJ/z34V/jvkKQr8dEQ6Vf4H2P/o/+xNPgK/I/6eMgVkD4ZcjkyXYFZ8gdfjllRl2H24Eyf0n46eDSiDqKl5pR0KeYelHQJ5h54CT7LNY923kGXINPF+Pwg6sBf0v4S82mlz3/6CyTN/+nP8fn+F1EX4vP9LsBn+4yKqv50LpSPSMU8RX6dZMaBZZZA9n7VXJ7qSem9lZ0/vxqV8s6fMu+UDmROeaDyTuabg5lvZjnn5zX5JvPKurnmZzi0kGfWyjFTfnnhHOaWc2KeqRxTeeVRzCmPZp6p/PLomFfOZl4pzYp5ZRVzyKqYV85iHpnllscxdhzzyqhR/8PPJNaPpy3llDGX/Ig55X/zHPKjzNabR/4Hp6Q8Urkkc8hTpZH/ivnjUOWM9GMeSb8md/wHTot5I22eMyp/VM4oKVc8g/mhrHQWfSnLFZkz5nlilit+EHPEcxk7J+aI78dcsVaeyLww5YnKD6XzF5ofvosLlRtKzAGVCxb1i7PeRt288M2YE158xlu45EzpTVop5YJvYPSZVJ4P1uSCf0LMBZnrXX7G60h5oPI/Sbnflcz3fsU8sDz/+3We/12d537XMM/L9Cpzv1fq5H3XMc+TrqdV3vcb2pjr1ZPvKc+7MeZ4yvOeZ55HMadTbndTbm9mbqcc75ZT/wDlebcwr8vyvGegnO5W5naV8rvbmMtJtzOXS1Z+ltM9yVzuiZjXKZ+TlNMpn7uT+dwdtfK5x5m/PVbQowvN42rnbw9l+VvM3R4q5W5T87wty90eyHM22Rm18zbmaDF/y3O2e2nvK+neLGcry9dmMF9TzvbA8XczN8uk3OxB5mqy0sO1crRpNTkac7JHmZs9RqX87PE8P3siz8uejHnZZOZl0iQU87KnmHs9HTWR+Zi0CPkY87Dn8jzs+ZSHsf6CFHOwO5iLjc/zsHG0FPOul5mXvUxbK/9iDvbq0bdVyL3G1sq7/sQcS/mXrKR8642Yb92KN5hbzaRSvvUWc64sx7ol5lqLk2f9mbmUciupTn51+A3MsX6T51c34IOUW9GW51V/Y471d+ZTfz/kOnwYleVVHzJ3+keufzJv+if9f0VdnedTv0bMpZg7KY/6T7Q1eVTMn5hHfcScSb6sVMyfPs7zp0+YQ0mzaGcxd4pirjQ716e0nxbypixnuhQ1+RJ95kifMUdSzpTlSxczX8pUypcKOdLnypEOuAjz9rsQn+9/Iebte37MkeZd9nvMnz8/qrq6Gknp21b1Sn6K2ZrAl0Gg+DnU+VSX5OvzK1826fPPP4+fadmR187CLZPnqiuqeVRfftCjv8V3OuLWX3Rn1MUETMAETGDZJOCrMoHKBPpMPA0rbLO+vtIRv9TZjaksj8Ds62bgo9PHQHmAlPKDZJULyJfVgGTLfdUtEzABEzABEzABEzABEzABEzCBL4OAz2ECJmACJmACX4xACHrsFRBCZsFXCCHWW7VqBSmEEK18qXXr1khq06YNktq2bRt92XKlPrY1vMzCLCr9PlGs/LNR/P2WfP1elELIfn+CrxCy37shBNZcTMAETMAEmicB35UJmIAJmIAJmIAJmIAJmIAJmIAJmEDzJ+A7NAETMAETMAETMAETMAETMAETWBCBJ554AqNHj67TZdddd8Wee+5ZJ+7A4hMIofL6oxBCXFsYQiitKUzrmbTmSb5sUWk9lGwlFfu2LN/r5/x++zPQ0J+B8j9jNH8xprqkP6ukoq/1mFII2Z9z4CuEwGNWQqjxs4iPTZmA3vubbroJRx55ZMXbePTRR6G84rnnnqvY7qAJmIAJNBSB9KyeopWfpOf6JOnZP9K8efNwx9nP46Xp7/My4tMAabPHBmlcz76dccL4ndCqdfP57hqw/7r40TkDS/cpJ7vzasyc/g7uGfZw6flIYpSYyYpJUXFs/nAlxVW3TMAETKBxCXh2E2j+BPSdKulOZZP0XSydfsNncY+Lfc+fB+2rtv8F86B91dL+FgddNL+0n5r2txiiPdSkeva2OOzCz5BpLu1caO+0yvumzcZRF86G9rM4SntblPa0mJXvZ0Eb97P4JN/P4mNk+1jQal+0XPXvY/HfuI/FSdrHgsr2QvtP3AvtlJH/RtwHrcL+FXHfipH/wvDz/gX5w8/7J0r7np37D8T9z2hPP/dDaN+KM+J+Z3/P9zr7O+KeFef8HSPO+VtpnzPtWXF2rf3N3o/7VZx79vtxb7OR2tcs7lfxHkbSaq+KtJeZ7Pkj/owLRvwl6kL6md7FRQvYp6K4d5n2LJMuOfOtbG+KM2r2p7hUe5Wd+QYui/tTyL6Bywv7lF1++uv53hSv5/uT/ZH2j9C+FL8q25es9r4Ur8S9KK7O96a4VvuRxf3HXsZ10b6E64dTw17Cb6JepKWGv4AbqBuHvQDpt7SZnq/ZhyLfd+zmuBfFH6B9KH53Km2+B8WttLcOfRZjJO0tpr0oTn0631/sKWjfidsK+0+Mo6/9J8af8mS298QpTyDtPaE9JzI9hjvzfcTuOvnxevedmHDSI9k+Yic+XNg37KG4Z9iUEx+CVHu/sAfiPmHT8n3CtEdYtj/YDNxzgnQ/LXX8fbj3+Pup+3Af/fsK+4LN+Jn2A7sXDzD2QNpj4md353tMTI97gKU9Jh4+bjoeift/TcvtVDx6HHXs1Hz/rylx36/Hjpsc9/16Iu4pMam0p8ST2utLyvf4yvaVmAjtLaF9vp49ZgKeqboLz1J19veqtJ/E0XfghWO0j8QdeOnotJcE7VHjoD0kpNI+Etq/6+jbkPaR+GNx/y7t23XU2Dr7dmnvCGmm9u064ndxz664fwT92vtH3Bz36XrniJsQdfjN0N5c0p8L+3OV7xuhvbj+etgNkM3247oBaT8u7RtR3C/ib9onIteH+d5baQ8u7RWhPSKkfx18Tb5HxNVxj4hsn4ir4h5b/z5Ye0RIV+G/B1P5/hD/HXIl0v4QcY+IwVeU9tf6ZMjl+CTuDXEFPtGeWqzPGnxZ3FdL+0LM1t4QpX20RlfeF+KgS6B9IbQXxLy0f9aBv4x7Zs1P+0Ic8PM6+0F8dsFY6HtGSt89yF/l9TxsYwImYAImYAKNSMBTm4AJmIAJLAmBVksyOI3VXwSKvur6C4OU/NQuW61dOfgTp+oo1ujQjRt2sMYuPDKmgIy660dymouNrKqdEQ5SLIoN6ssWeRwaG9kpVuNB/ejUO54NLBzHIydgV/osqmqiOuPVgydVnEZd2DUfUBPIp+KVxZi6yZelGKsznrF8EDuwxCk1Ro7q8mnrO7/GxythfxVK88XzpDGykvpSLHFCzkwbB8QZeFDhcLawE0vmc6yK5uQAxliLw3hQJ47iCDXRo2FMfWnYN7ZwQBbnkTFWOTQ66sRRsRdjLAyzxjhL5rO7iubUeHaPho0scQRDsilcz3j2ij3UNSrrpxi91Brn1LnqnD/14Fi1sSMLK4zH/rzIWGNjrGcVtmYNOofOpQC70GWEDo9xnthdXRXLxQZ1Z182RI+9YtGBI9WP8Xg+dmGUQ+Ixs2xn84LHs8+ijucZ41yZ5TGNldX5eWpG5VU8v87DRl6SOrKnxiWxgW7WpqMqtLGwu05cHC+fM8TzZL4miL2io5hqpfGcT6kzcM0AABAASURBVDFNVRrHRsU4iUrePetRCOQuR2mObHbGWF/QeLblE7KvBrF/cTzbGWEbz6c4DUPqWJLaFWMzp2KNTtaNPhvikTFOosI+HMp4qqg9VXWfUeySWbVSFcarXZOxVSZOp1hUYbwaFVMHTaNzlWKsaLzi8ZrpqG/JZ3uxb15liKPYlw5D8uVRjMXx2QSxjZeiBhoGWRiMdfWjw8tayPg4Jh7Unf01lcZkMc2TeWyudH41ZidlBxbV836scT7OpSklxdmXhk2KszMLK4rK0MaO2Th2LD+/OjFMw/FyKoyPY9hWspxSRXUO5NyssT06izM+Xp3OW894hSXOrXOVxJgKR9LwhCzZuRmRz3npsU1XR1Uaz35Zn+ioUxS7chxb6LCFflaUjxSVriVr1dBi7xS1XZYI6D2L18NDua+6VPMef85eqfDzwM+USibW49utA8XPSvb5Y39W+Wmgo6MqeV/2YVGQU6Q4LYMsjLOfRsUQD+rFBl1TrMlXjH1iTPUkxaKyOepr1zVyCA37yYnzcfasZNdAn07swyljDx5YZ01jJAY4g7opmNl8XN4xxrOu7Kk2il4eV4U1Gk6lwrimyQK6fs2j8VFsjS2scBSbeIy+xlDJl5U4o+aIYzRWMVZiTL7aqbxoAs4ZO9KyIxt4BsZZYpU1WcYZyQsDLDGkA+eNDdFPc8lSilE6v/pkXTln3pR5PKqBYlE3jaDoMqCxJXFcdmqOkV9qz/sqJsV4HpNfjNHnzbLkM7E9hnRGhmKVB52TMzCqYNaDFY5LPuMKSAVXVY2L4jyyuSk15VfPuTiQjSzqlrVzep1bfWTZKcbVR3WOYIitDMS6rMZI8tmhJs5+HM0QjzxF3s4JWBRlTC102cQK+2cOowoyRC8WVmMtb5evOCeiy0YWOroKGlUoFvXR9USrA5XVda68O2P0OBUHcP5SewxyOrazd2xXG7tkPts5IvfZgw2xXXH5spL8ghjKZuRghnmCbCydGM/aeayvnXF2VPdMqmgiKfrZ2NjIvpw9BnRtvFiVvImNasnHldoZy6apaVdbSWxXS6zL5/havmJSiierWDaxjrwOXhnbdDEaryAjrPKYnSD2YYBNDKhQDCoUZ8ucGCy4rLOkQHYKBlg4EYsctmYNcTodYpQHnj3OnV0Ta4qxLw3HZuMY5RAeFWeD+tLUtMd43h5n07ikFM8sm+M4HTgsdtJ8dBjirFlRlefMe8eO8hmmr+9PjUlWflLWy0cTWHoE9Fksnl11SbH0mZVNSovYZUddNxs3T/6MXbMF/TqGEOJ/zB343eVx6y+6s83FBEzABExgmSXgCzOBBRDoM/E0rLjt+kAAEL/fEV90Mef6+/HxmWOhfEBKeUKyyiXky2pQsuW+6pYJmIAJmIAJmIAJmIAJmIAJmEAjE/D0JmACJmACJtDABEII/CfDTHqgZVLr1q0h6cGHlaQHZSouK8mX5C9Ms2bNwsL6uL2tGbVtPgz0e0Mqfq4r1RWT9HtP0u/HZOWHkP1eDSE08J8Ens4ETMAETGCZI+ALMgETMAETMAETMAETMAETMAETMAETaP4EfIcmYAImYAImYAImYAImYAImYAILJDB69OiK7VVVVRXjDi45gRBCXE+omULI/BACtHZJSmuZZLXOSdKaKFkp+bKSYkmqt0g1o3Vwfv+az5rGpv5e6s+VSvegeCXpzyyp+OeY/BCyP+dQ4RVCqBB1qKkSuOKKK3DqqadWvPyXXnoJu+22Gx588MGK7Q6agAmYwJISSM/oKVr5SXqeT1J65o/sHWc/jxenvwfEryQdpKzaa53VcOL4ndCqdRZDM3oN2H9d/OjcLRFCdm86BgTeYcCbd7+Le4c/HJ+PJGbiJJuUmCbLQZBftPItEzABE2gUAp7UBJopgfRdWry9FJNN38Oytfoge7h3NQ2/kJFVY4XV7PngatMceTTrEys8xMIDB6oPB7Hk43gieoX+MaCe0Vlgf/Zgx2xs7nyh/hyrcVHyqbzEuTOf16+iG2Ug9qWva5fSpbApGyNH/WWpWv05rk5/xRbaP3YgO46urz/jOhd76KzxWhiizccyGtsYVL+kGFObulHxJLSle1tof86wyP1jR16TCn0N1fw8f7oeReO56STLZhYG6uvPOdiBhX1Y6LDIyc6jeWrmZ61Cf06tznEcexADj+yXxqmdkdiHnVSNvmJRhb4aow6Kx77ZpRT6063TX73ZkaU0hn4erXA9eQv7LH5/DmLRuHyWBc+fdeRFq2ggbbz+ZLNZdFRXRmORn2JiopHRaiwbY5tA0VeR1Cfa2IfTyEoMVuyvAZTaaGruQ/05Lk5PX4WNKpxURSNo2SdeEzvILnL/fBxn4BCemUWTMxxDmj0L0WNQc0tqZESGohc70c1m4RSK1UgtrMlQ9Cr1z699YfPzFNn8dNRX4qQxxoOiyXBGtUg8p1rye4gR+qmjXHXWZbEb3Xr6qzGXvmeSdA1JeXPJKF6q2DEBEzABEzCBxiDgOU3ABEzABJaIQKsvOro82Vdd0nyySemHR4onBf2gKQD62VMIgZZC9ip5jLMBCEAUD4ECX7KlZjohKMIGlpLHGKJiMB5Sm2xsCmCXkAl8BSDwF/RSB/mBFYl+CNGRB7mqhRDoU+yGABYewBfjYC2WGAoIIUCvAP4K4JFSjGKVFZXo0ZGlVCgGEEJ0EPQrIL5CoEOxgGEgOwC0gYolAGCHEAICQAUK8RVCACgWWvClOg1C/MWDCkJgXWJTCPRpVUIINBQLJB1yG3I/qAf7hRAUQQiZZTj6QIhFJjqsygYFgjxKY6JyH9krBHbI+8mAdRY2BugXHVogBNaiAFYQkL1C9AKSQeqDkP/KmxgHxcKA2pC/Ai2lQoGKfeiEKPBIKRhkAchHejEISoUC21gQSr9Aj8qCCCGogpoX66BiiQfELggIgWLHINGniTEe5AJqiAc6scQD1DWAv+gEgB5FH3yFwIhEPzbwEKisBEQbTUAIFLJX8kIIYAMFgK4OIXN4DKoi6yI/ICB7heSpUX4AoosQf4Gv6AWwTqmRYpUVlejRkaVUKAYQQkAAqAC6CABC4JHikRXwFT2wAQB9FUp+CEERijYoQjEGilVWwFf0cktfhYp98n4B+gUeKcZAsbACvgKlEqBfPCBrY41OYFOAftFhCSEAFAst+GKdRyDEXzxAbSGwLkEv+jJUCAFZBwB0dYiGlUDFEhhlvxCCqgCPAfmLMUSxHoMhVgFaKcij2CeEwAiAZMEXfSDEIiMnhlgJUlCEYjCEwAiAZMEXfSDEIiMnhlgJUlCEUpBiVRW2IHsxBtXYkLkB0YI2KrYihEAn0AI6BKSXPEqFim2yCAiByruFEOgFxmQCDyzRBOgXDyoA+7FAsRB0RHyFEGgDMhPos0QToF88qCAE1gIQ9Es+slcIgQ7FguhnVSDEXzyoIATWA6PRBgRkrxC9gMwkC74CQ4EWtFQcl2yIMfCVeQExwD6yMgoEVYB4DIG1QJ8WFF3oFRBoKBYwDloZ0AlRKL2Uk+gfMmWT1Fj0VZcUk7WWTQLpqvQ+SarLJmXvs6JJ+achsC7JRKsDpQ9NlBoofnZ0RLRqB8B2erTgK3oM0SpOwwpk2IgQMi8EWopHhgNCPAIh0FOhDSEgALWlmMRoCIHHrF0OqzSMycm82BjAF2MscmILncyyMcZ1oI8YpcMin9Vo8gOQAmrXGPBFP5TiAWCchTYW6BUQaAJCCOABPNLGAr1CCIxRtKACg1E8sDAUMoE2CjxSISkgBAqZaFTYyBLAV0AIIbOgVaFAP4Zp5cuE7BCr+QFQTAoANCBa8CVHRpZiUbsMowj8FW0ck9cC8ihtitOGEGriQPRDYEwCEAJ9AAFACIFKlj4AHRmmBUCHBUCMQi95rCLGeWBhWNEAsMQDbYqXYnIYl4Fe8mOFTuwsywYaHmMJeXsIAaBYaGOBXiEwjoAQAngAj9BL1cwGhECBihb0qJAUEAKFJMYBMBRFjzZAr4CAWGjADiwAQvzFA0tQFTVx8MUYKBaoIVqGIYdWMfmqSgypingICCHQpcAXDQsdlOIhMELxCL0CggxCoKVYos8aohgo2eSzJcY4MoQAFvCIEAIjQNCvQEuBsRCig8Bf4CtQcmOYTgiKBHngobZSIO+Tqii9Aj1K7RQLYh9krxDYxkAItBSPYFUFeoXACBUUiRbyEEKMZDb5yGMAQqAfkg0IAMVjVhBCoMAXLQKyklsaBdgFYEOgYgmAbFQ8FALJBV/yU7t8TRQt22KcVjH6mQn0GGNJXggBoFgyi+wVQkCgGwKPFI8IISAoJslnJTASgo6gR4WkgBAoZAJfgWIVDNMLtCGzoM0Koks/Oqqg5pX+zSZ9l8rWtPJHyvGnyMWIfRP4cghU+iymWJbzVUM2KX2WZUdeNws3TZrLC62OCx94UIHGbz6gA279RTe2uZiACZiACSzLBHxtJrAwAr0nnoblt15PCSu/49Wb3/vMXbX4cfa19+F/Z4yJ/8lNuUHKF5JVTiBfNo7kOFkpxeRbJmACJmACJmACJmACJmACJmACjUvAs5uACZiACZhAQxEIISCE2tLDLKXWrVujqPKHYeqhmYrJ6t8N//GPf+D111/H448/jsmTJ+Omm27CJZdcgjPOOANHH3009tlnH2y33XYYMGAAvvrVr2LjjTfmv1FWQ+MtPxC2JX0G9PtGKt6z6uUq/v7T70kphJrfr8U/B0IIxap9EzABEzCBZkLAt2ECJmACJmACJmACJmACJmACJmACJtD8CfgOTcAETMAETMAETMAETMAETMAE6icwadIk3HrrrXU6HHLIIRg4cGCduANLTiCEmnVIIYTS+kKtXSpKa5u03ilZ+Wk9VH1+am+J1vfsNZL+DDTOZ0B/3kiJb/Jli9KfVUXpz7MQav6MC6HGX/I/ST3Dskxg1KhRGDlyZMVLfPfdd7HbbrthwoQJFdsdNAETMIEvSiA9j6do5Sfp/+Mk6Vk/SePPfg4vTHsP8dE+eigQquMvXUfPfp1x4u07olXroGqz1ID918UOZ2d/79PtixdEgJWZ097FvcMfKT0fScwSQ1n1LUqAVC9a+ZYJmIAJNDQBz2cCzZ1A8ftUflH6DpYUSxwCAmKhgV7R6hAQQgAPKlRAACgeVSjoFa0OASEE8MASMgGgpwPUBL1C6cAYK2wIIUQ/sCkgIC/Rys8cHtkPVAiBhgIQj0EWYCVTdOiyH48IIWQCLZUXNWVSAEAIAXqFEKLPI6QYS4eQHNS0LUr/4riK/dlBhYJe0cYDQgiZQEtlzQFy2RSt/MzhkcEQAkMULfiiBwYQqwGAlB0QQsiEzIIvemAVbIoWAaVXCAEh1EgNrAGBhXHZKGSvEAKrlKzEMGtgkCVESwfpFQJjrIQQEAIlHwFZyax85K+QV0KgJ7FODzQsIVo6SK+QV0KgJ7EeQojNgb5KVIyAboBeIQSEQIGijTH6KlEKUGzlEQiQ+wQJAAAQAElEQVSBnoTMMiJPJhP4CshiAEIIVLIBQIi/eJCL+ApglQcAIQQq2QAgxF880A0UIJ8e9AohgIWSDQwF6BcP0Y82IBrwFUIACyVLIRONWhFtyAz4CoGV3IYQ2JyJIZYABqLoQa8QMi+EgBAoZFIb6KtIAdmrZNVXYmOgSq2BXozLoqZFMYmRQCG+AqIb44B8RqBXCAEs4BEhBIZyRcMDCygWtgEhBIoWsgGQpVTANmShaMBXCAEslGxQBIG/VBAbYgiBRiWEEP0QaCmwRk+GChTAkAr0CiFEPwTaECOs02Ed9FQkRqBXYCXQCSGARR7oAbESaAHkBnzRVRUhBIoB0FLyJH2/6HtGkl+u1EfWMgETMAETMIHGJuD5TcAETMAEloxAqyUbXnd08S8I+kuDpFidnvwhEwt/3sQfuvEncNFnJ9Z4ZGGMjbHwZ1IK5MpCisUx7Kf5ox975B7jsaeqkgZExWg8KBzHsq98NZfOr4qkBom++vIU9HSMU/CHhxzxBcZryiiO1UzyNTFnyyZXRYoNCrEl9lXvTDEaY2pjLfaNh7xCn4UVDlCfrKKjpHh2T2pjLQZ5YOGAFNBVsKo+sYH3zCpbVRilYZwl75g3qkXBVGU9XivrDLNwHP04iDWW6Oogn5Yj8j40HKtrpVnw+WMH9i8bn43ljJqbYlGn2EtXQSfWayZn3zyovhqvfppeYcXyATSssdBRl0zspBkUU1M2nk2xomhSHpBRiCdgoafRWVDHhY7niFjYuTSeDqu8Ep43HmlTQJ3lx3h0oqdDqumc8jPpmI/XWCmGdJDYlsdUi1efnz8LK8o+maHDaPR1kLJQOr/Orfcia1Fb7uVG/aLiIQtmR/WleO7SeDboenjGmsJYHMpDPBdbFKJhpO54RtRUI3bWKRQvjmd48cZzkgWOTxPGWWtOryqH8vS8Mzqpm6x6ZXOqjbUYjAdW8sIqS63xaokxOmm8zhOVHdiSF3ZkqXe82LMxlmwoe7NodDQ8sLBd10jlDTEmPw5ijSW6OshnW24U4Wk4Nr9/BVIbJ856lgLqxxBLCsmm+5S/wPE6R+xUmlnd4/kVYbNMjPEULOpMsbDCtsL5GWPJwnFE3lYTZJsqEl0VnoBFHs/J6aInqz4LHq8eGrSg8fllZLNmAxiKDi3DHMyiaTIxpMIz07AfS+yYLCtZm65RXbJaaQ6GVPJo3omResbrfYpN8VDsXieQN2pmtXHOvCgXSYrz8WJk82abpkOAn8Ga91bvYVE17/H8sjviGJZSMPo6UCwxLivx8xvr0TLAIldGNv+Q0VWEn7XMsJ5GKcBeMvqcZeHYnoV0zNrjtbM9izAmX2MouqV7je08sDCscyaPVZZY05jM4bmiwxYWuVE8sORnYUNeFJM4KouoQrFkdR7p86y5wwr76nQ0Koxr1hSnZSOPCtZq1xxsYlweDUeqXxQbangokrVrgljL2zmEoRihZY0um4oO4woyFEvyadkSQzqUqnIKAVWLKo6Rn7fJZKMyL11DrPHAoub8PeT9MpDuTw2sarbYnuKaI8V19/LZgSV6sX8ay6AKq5y71BKrWS1NFmvZeLZq2kyKx7AOFEts1yH6OhSUXLVTOqsm0ml0IZlVhI0sddoZU9E00XKA+qheun82MKwr40RsVUUxSkV91ZiF62tXPPWOI1ThfDSxGg+sqNBnkad5o7JDDMVBapcUiVaH4jnYwBALHY2Ql7fzQlVTAyMyRMWI4pmJZ6NLm/WILNiuzllcc7LGmOqqqQ8jHMMjgywMczz70GE8RtjIIldilCevCcRYTVXjMjEW+9KmPnSzNgZY5Oenii068Ow0PKqdjTJpGjbw1IqwPauoKVcW0z1FsV09abJ2zaVAtHJ0drXmNsZTvdAuV9Is0aoPHRZ5CkfFQyEoV1KnaHWQFKDkSnEc69HyHhSjWBRkNPN0T7pSXqYM47GZlmPoxnY2qjcN47Fb5BVjjMQ+6kupKM4OLPI0j2w2jt0Zz3tpQrrqQZMVdZXUMSoPs2/N9ydHsK7zFpX19NEEvlwC+gwWz6i6pJg+s/Jlk9KiddmR183GzZM+U1cqX+QQEJc6DPzO8hjzy+7wywRMwARMYJkn4As0gUUi0GfS6Vhhm/UR+F0PhPwX4mvOdffj4zPGlP6TW8obkk35hKwGJFvuq26ZgAmYgAmYgAmYgAmYgAmYgAk0CgFPagImYAImYAJLRCCEEMeHUGNDCAihRv/5z38wc+ZMPPnkk5g6dSpuueUWjB49GmeeeSaqqqqw//77Y/vtt8f3vvc9fP3rX0efPn3Qv39/bLvttthrr71w5JFH4rTTTsPFF1+MG2+8ERMnTsSjjz6K1157DR9++CHmzZuHfffdF8svvzzSQzdtG+fhpua67HItPly23G/dujWS9KBZKYSAZEOo+f0aQkB6hVDjp5itCZiACZhAkyXgCzcBEzABEzABEzABEzABEzABEzABE2j+BHyHJmACJmACJmACJmACJmACJmACCyCgNWvlzVpzpjVs5XHXl4xACLXXHYUQSmsK05olWSmta5LVuidZSb6kNWuyknyrrddJtl121/H589k83hv9eVOU3tdU159PSfozTAohVFyPCb5CCDy6NGcCQ4cOxWWXXVbxFv/973/jxz/+MW6++Wb4ZQImYAINQSA9k6do5SelZ/nI6jmAyY4b8RxenP5BlpPrQuLXU4B+9eq3Gk4ctyNatWmllmatAQesix3OGcj7BkIIACgWmZnT38G9wx4uPR8p8RNDKTFOFnzJp0Gy8i0TMAETaEACnsoEmiWB8u/NYl2+pO/epCKE0uO8U7AUyJ7jzS9lFSo2ZE/9ztxsRPR1yPuzRzWrOqc60JWpUQzEQz6nxiH6ikqlzqpInFMx9qThkbGK8zOedZXDOWOlpr+irHGOvGQBVuSk/rS8Ac2vaIP112TxehZl/nRJcVDOJruS7Mg52CVOpy5JMcA2XT/9GKafujIklx1o1JgHNGdJC+zPcSzFvuLEUDZTnJM1WYmuSuX+tTpk16TOlPrTZPddup5G7p+fJ16ITiXpIqiK11Pen/1SWVD/2FaYW+BijIPFMk7Lg3yG2FzszAirtfozRFAsbKCf2ujGW+EEKllV88qTpaJbamVNU1AsrGh4Phv7VrwedaRYSv0zh+M4pjBDDMdTsTNLrLNXtLx4FkUVkc3CdftncV2LtMD5OQ1LHKC+mrl2f7ay6BwyJcsRWX86DMqXp7GsRpNsHMdG9cl8niXeN4PqlAVLY2qq7Be70Nbpz14stYezX6X+iqWOHMOSR4r9Y4iHmlYNkWoi5f3VInFY6sgqiwKKRPFNU2FMLRLdvOi7RlySlZ83cUztvsW21MfWBEzABEzABBqIgKcxARMwARNYQgJL/BMuJfwLk/7iUH6da63ZGl+h1lqzDaSvRL919NdSrFsWl99HdUq2T96vT94uK6V+WZ826NOtLfqsSbFfb0p+b8Z65/PI7yOfsdiXfXpLHNObsd6ykvyCeuV+L7VJ3dqhd1Rb9Ipt7WipNSnGFctUXz3F26Fn7J/Znt3as051L9aTX7Dd2Sf2bYcesW979GC9JLZHX1ZSW7LRX479Kca6Uz26L4futN270UZl83VnvAfVXW2S2lSXleTn6kbbrXsHzrMcuuVt3RjTHLK11QHd2Lcb2zN1wJqsS92Ktgf7ScVY9Dtm/dm2Zq6ust0V74iusQ/n7NERa0Z1QNe8vSv7lMS26MsW1CX1UUy+bK4utF16LI9MHaG+mZ9iy2ONUvvyeT9Z9mU8tcmu0XP52Fd+l+ivwLqUx3vKp9Qm9VgBq1NrULKZlsfq6kfFOm3tdo5hTH2k1eT3WBGr9aTyeeSvnmKMr06txn6rKSZFf4U4pnNsWxGynWNb5se+PVdiH2nFrJ31zlHFuvyV0InxTpyrM9Wp10rsX1ud2N6ZklV7tKqzb6eeK2NVqpPqVOavjE69cilW6Leq6hLbVy2Kc6xKrULJrtprFWTi/OrXcxWsQqv2KPoav0reL7Yxtkrsp751tTL7qr+slPmrct5Vobq0Sq/c700rcYziKzO+ErUy6ytJaqNWUox2Zdro53al3p2g+kpsi2J8RfmyUvLVL2pVZO2dsGIvirGSlU+tQK1IyUpqX6F3ZygmrcC2ZFdgPFMnrMD4CmX15ft0Zrwzllc891MfxUpim/qW6uwvv2Nul++zGqJUV9/eq6EjtTwl25Htyapf5neOfTI/6x/7qS/VgerYe3V0kOh34Fwd+qyOjlQH1jtKsY19FIv+alBbB9VzLUdblNpUl5XkL9dnDWRanVZK9TXQPm9rz3miv5Zi6iPJz/qqrb3aJI6Jfp8uaEfFNsbardUF7al26iMpRrVnH/VTPFMXtFM/xZOl31Z+mWKsT1e0XUvqQivJL0qxLmijPrFvl1K/GGNcts1XusY+0Y+xNdlvzZrYV3Jf/aTYR2PWROu1KMZaM9aa/aIYCyGg+FIeknKVop9iyRbH2F8WCWTXVHy/kp/eV9n582v/4zQQoLyzttowRnVT7im1QR/mgSmfTFaxKOWMtdQWfZgHxjaO61NqawvlkIorn8ws52ZfxRUr2Zg3sj9tr1J7O+aVbZlLtqVtF20vtStHLOWWNfGeilOySb2KdeWGEnO+rL098772zDGZN6ofc7oeeXsP9ilJcdVlJfkS87UezO16KJZLuaFi3WN8uZj/qV3x7uwfxTa114qltmg7cJy0XJ28sFY+yL616x3QrUeHLBfMc75uzNfWLMS6Rr8jc8KOsV9X9uvao2PMB7uyb/RlpRSPln1STLb78hzTkfkc42zvQnVlrEuP5WOsS/Sz9iym+MK0AtbomfVZg/Mkrd6DcSranitg9bwt1hVnbA0q1nO7Wh5XbHXGauVvbFN7jMW2FZmnUcrfJOZgqyUrn+pMrdZjJXSmVqOveo0YZz6V1eWviBpf9STFM79T7L9SzPs6M2dSPdPKMRb9PK4cS7ncqhyj+KrMzzpRiteSYgUpH1P7KsyVotiW5W2rMN9amZKVavyV1Yf9V6Y0psauWsrPFMukGNV7FbbRckytOHMs5V8rs13518qpnlvFainFmXutJDFnWolaUXmaxJjyLeVXJcv2FSjFomWfaBlbgfnQitQK0e/EXCupM/1MyqNWiDmT2jrHXEyxWlK7xLmy+GrsR8VYbnO/I/OklHctz1hH5UlJbFN7R+YymV0t5lMdS+2rZzmZ2qNWq5NPdWB8OaqWjbnX6jF3qokrL1qd41eP8fZrya6B9sx3NF5WsfacK/OztuizT3vmO+2VI0mqR9uF46U10C6Ptcvj7ZQXcUw7ibF2UV3QLsVlpdiex1mvyZ8U68p8p2sco3hNTpXFs3rXmA/JV55Ussx92jDfyZT1iflUHs/yIcXXzHKlQp4EfieiQp40f/58SOl7VRZ+mcBSIlD++VNd0uWkz6lsUlqsLjvyulm4adJc9s1MJAAAEABJREFU1GSD8iRg8wEdMeaX3TSNZQImYAImsMwT8AWawKIT6D3pdKyw9fpxgL71JVW0VPLT6+7D/84YU/pPbil/SFY5hnzZOKa0yBN1Fj+q3TIBEzABEzABEzABEzABEzABE2hIAp7LBEzABEzABBqOQAgBe+65JwYOHIh1110XPXv2RMeOHdG9e3dssMEG2HbbbbHPPvtAD0w+++yzceWVV2Ls2LG455578Nxzz+Hdd9/Fxx9//IUu6IADDkB6uKZtG7NoYwb6fZAeMpusHjRbVAgBIdToC/3m8yATMAETMIEmQsCXaQImYAImYAImYAImYAImYAImYAIm0PwJ+A5NwARMwARMwARMwARMwARMwATqI3DDDTfEdWrl7VrL1q9fv/Kw6w1IIIRQmi2EENcraQ1TCCFumC0/rW+S1bonqeirbqU1cbb+LPgz8GV9Btq2bRvX45b/eaR6kv4Mk0LI/nwLISC9Qqjsp3bb5kPg6KOPxo033ljxhvQsrv333z+um6/YwUETMAETWEQC5c/kUb0oPbcnSX/2SPPmzcP4c17Ai9Pf1wN84jN84vOA8kPPfp1x4rgfoVXrVot4FU2/24AD1sP25wyEnodEKLHEu6quxhvT3sZ9wx8uPR9JDBNT2SJv+RpXbhWzTMAETKBhCHgWE2g5BPR9mlT8ztV3cZFC/Fs2D5X3t2iDtbpRcf+0NtA+FeqnfSnk11G3trFPbKffO9/Xonfcn6INeismqS4rFX3VqV6MRcmPaode3SjtYSHlsZ7Rto37UWT7U7Qr89vHusb27J75PbtltgfnU6xHYf8KtfVQO/v2oLL6cnHPi+6MK6Y9KHp0Xw7d2d4j35eiR6yzH2Pd5TPeLfe7qU7Vth3iPhXq2627/OVYz7Rm7KtYQT0KPvuvSWncmoxHsZ7ZjnGPijV7yFKxvSO6qp3qynhX7UUhKyW/+/Lsw349aKkuaqNku7BPlxhbHiXL/iWfbWtQqq/Rc3nIr6sVGM/Vc4V8PwpZaXmsrpjUQ/WCeq4Y21ZTG/3V2B7FumKrKSZp7wlJPtWZUpv2F5NfVytBe4PVaMVY78RxnXqyTXt/UZ3px3qyjHWSYn3luO9E3FuCsVXz2Kr0O/VcGatSnXrRRq2EVWUZW7XnKtHXvhKKraJ4r1VQY+Unrcw4fY5R/+L+EvKTVu5Vsx/YKvRX5ny1tWq230TvzGoPiZXpx70m2F82SjGpFOsU9wNbsTcttaLiuZWveC316gTtM7FC785QPLOdsQLH1FaKyXaG9ohYgWOKVv7yfdgm5W0xJr/PanH/ro69aamOjEUx3pH9O0a7GtQepTr7deizOtTWQX7cA2I1dGBbB8Y7yMbY6oxR9JeLcfq08pM65PWSXWsNLNenqNXRXvW1ZFePbdobQn1inG2y7dfqgvYcK1/7QMgv2RjvgnaxryzF/u2i1kBb2T5d0LZPtv9DFmc9xrOY9npot1ZXqK/8GluMyc/UJvbtija19oVYEzX7QqhNYox9tEdEm6+sCf5wKhOyl7539J0jyS9X1stHEzABEzABE/gyCPgcJmACJmACS0qg1ZJOUGm8/pKgvzAkqV7spx80tWkDzLy5E2bekumNWzoj6U/0/3TLanhd+h0t9cffrY5Ma+C132V6lfbV33WB9MqtXZCpK16+NdNLtC/duiakF8esiRfpvzimG17I9fyY7pCeo31uTA9Eje2BP9D/w9ieeDbXM7TPjO2FpKfpP31bbzyV60naJ2/rA+kJ2qjb18Ljt1G3fwWPFfTo7V9F0iP0Hxn3NTx8OyVLPTTu60h6kP6D476BB6TxtOO/iRklfQv3j890H+19d3wb943/Nu6lzbQ27rkj0920d9/RF9L0O/tiOv3pd/bDtFxTaafeuQ6kKbRT7lwXU36/LiZHrYdJv880kXbi79dH1F3rYwL9CXdtgLty/Z7293dtiKQ77+qPOyf0xx20d0zYCONraQDGTch0O+3tE7+D22rpuxg7MdMY2jETv4dbpUm01O8mfR9Jt0zaGNLNtDdP+gGkmyb/AJk2wW8nZ7qR9sbJm0K6YcqmyLQZfjMl0/W010/ZHNdFbUFLTd0C10YNxDVTM11Ne/XULZH0a/q/nrYVrsr1K9pfTdsaSVfSv3L6NrhiGkV7+fRtkXTZ9B8iaTT90Xdvh0unU7LUJXdvj6SL6V989w74pXQPLfWLe36EpJ/fsyOki2gvuncnXHTPTriQNtPOuODeTOfTnn/vLpBG3bcLRtEfdd+uGJnrPNrz7tsN0rm05973Y5x7/49xTtTuOPv+Go24fw9EzdgDZ9E/a8aeODPXGbRnzBiEpNPpn/7AT3DaDIp2+AN7oUZ7Y9gDmYbSDn1wH5xa0CkP7oukk+mf/NB+OOlBSpY68aH9kXQC/RMeOgDHSw//lPan+BltpgNx3MOZjqU99uGDIFU9chAyDcYxj2Q6mvboR4bgKOlR2YNx1KMH48ioQ3DEo5kOpz380UMR9dihOIz+YY8dhkNzHUJ7yGOHQzqYNurxIzAk12DawY8fCekg2oMePwrSgbQHPnE0flrQAU8cg6T96e//ZBX2e4KSpfZ98lgk7fPkcZD2pt37qZ9h7yd/hr1oMx2PnzyVaRDtoKdOgLTn0ycg04nY4+lMu9Pu/vRJkH5MG/XMydgt167PnIKkXZ45FVHPnoqd6e/87FDslGtH2h2fHYakH9H/0R+GY4dnKdrto07D9n+QTsd2f8j0Q9ofPncGtq2lM7HNc5m2pt36+bOw1XOULLXl8yOQNJD+wOfPxhbSC7LnYPMXks7FZi9k2pR20xfOg7TJi+ch00j84MVMG9Nu/OIofF96Kdnz8b2XpAvw3ZcyfYf2Oy9diKiXL8QA+gNevggb5epP2//lnyNpQ/obvvILbJBrfdr1X/klpPVo13vlYqz36sVYl3bdVy/BOgX1e/VSJPWl3/e10Vj7VUqW+vZrlyHpW/S/9drl+Kb0xyvwTeobJV2Jr/8x09dov/b6r/C1P/4KX6XNdBW+8nqmtWjXev3XkPr86dfoQ7/Pn65G71y9aHv96RpIPf90LaLeuBY9oq5D9zdq1O2N65G0Jv01Z/4GXXN1oe0y8wYkrTHzRkir067+5m+xWi3dhM5vZupEi+Xa1SzuQfZSHlLMSVTPWnxsUgTKLlbvY1F6j1WfP//zmp7Vyjqr479vZ3nnAvJN5p1/zPPNlGvKvqp8cwF5Znl+qTxT+aUUc8uYV/bAH5Rjju1ZyC97xdyybl7Zp5BTroUnblsLjyuvpB7Lc8pHmUMmlfJJ5pEPM3esL4+cUcohv1k7h1xI/lhf3ljKGZk3To4547qFnHH9LF9UrigxR7wrakP8/q5Md9LeeVf/PE/szzxRyvLFUo44cQBur5UnZrmhcsSYH05iXhjzw+8X8sLv45ZJG+NmifngzcwNs5zwB0g5oeyNygmVD9LewBywJh/cHKV8UDnglC1iLngN/WuYA0pXM/eTfj1tS9TOA7deaP53GfPAy5TzSXf/EKMLed+lzPUuyXUx7cXM9X4Z875ivvejWvnehYV8rybXy/K885XnRe2a53m7xfzuvJjf7VbI737M/E7anXmdtAftHjhL+R115ow98/xuUN28jjndaYWcbhj9YQ/sjaFSIZdTXlcrl2MeF/M55nEnMXc7MdcJzN+klMdl+dtPmb9JB9IeGHO3Yv6WcrdjmLMpd5OOol+Ttx2MI5ivSYfTHq5cTVLexjytJmerL187MuZpxVztwLI87QDmawcwN5P2Z24m7cfcTNq3lJ8dF3OzfZSbSaW87GfMy6TjMSjPy/ZkbpblZCcUcrKTYj62e5187JRCLnZKzMUWlIfFHCzPv3Zg/rVDzL1OizlYffnXNszDtlHOFcWcq0LeNZC5VlKWd6V865w6+dYmzLmUa5XnWaVcK+Zb51fOsxaQX6W8asOXf1HIrbK8an3mUvXlVf2YX/VTLiUxh0r51Lfpf5s5lKQ8SvrmH2vyqSyXynKoryuHkpQ/xTzqqgXkT1cXcqdrYt7Ui/lTT+VOyploe9TKma6LOVMpX3qjmDNl+ZLyJGn1N29Eeb6U8qQOx+8BrfbVdyWdWOSn70/5Umzgoeiz6mICXwqB8s+d6pJOnj6rsklaGCdfdtT1n/LfgeYx7wsIGlA6BGw+oCPG/rKbopYJmIAJmEBTIOBrNIHFJNBr0ulYfuv1oP+LrhQgU3acc919+OTMsaX/5KbcoSjlGqrL6rTJlvuqWyZgAiZgAiZgAiZgAiZgAiZgAg1IwFOZgAmYgAmYQAMQCEH/DphNpIdqPvzww3jttdfw4YcfQv/ul7U03nHbbbfFOuusg/QwTdvWZtG6ZTDQ77dy6fOvmGwltWrViv+OH+pIv0NDCDJRIdT4MeCDCZiACZhA0ybgqzcBEzABEzABEzABEzABEzABEzABE2j+BHyHJmACJmACJmACJmACJmACJmACFQnMnTsXl156aZ223r17o6qqqk7cgYYnEEKos15J65gqKa15Kq6Bkl9JqW+Lsi1kbZzf09ZeB/olf9YX9GeM2tJnUn9uyZctVwg1f9YV/yQNIRSr9pspgQMOOAB33nknVlpppYp3eNRRR+H888+v2OagCZiACSyMQHoGT9HKT9L/20nScwCTf8c5L+CFae9l0/P7KITAvJzVAPTqtxpOGvcjtGrdioGWVQYcsB52OGdL3nTIeNCTE0LAzOnv4L7hD8f/CyWORZ6qJ+bJaqj8opVvmYAJmMASE/AEJtDMCZR/f6qepO/cJMUSCu1wgWrg/EOWx8xb6tvfYvV8H7XVa++jVnFfizWzvdMWtG+a9rKI+1osbD+LPnEvi9IeabevhcejvoLH4l4WX627L1qdfSy0BxoV90P7JrSPRa090Ar7V9Tsfda3Zt+zO/sW9jxbB1PvXAdp74rJ9exbMSHuc7ZBYY+zDaF9K7RfhXTHhP6Qxud7m2m/irRPRdrTbOzE78S9zOI+FdqjQpr0vXr3qbgp36dCe1NIN+b7lt1QZ3+KzerZn2Jg3Kvs6qkD4x5ltfel2Appf7Irp22Nmn3JtkXNnmTbxj3JSvuR3b0dFm0/ih1r70cR9x7bubDvWLYXRe39xnarZx+Ksj3GZuyB2vuLDaq4/8TwB/bK9xTbG6W9Jx7Yu7SXWM2+E/vh5Af3w0lxz4n9CnuHHYC458TDB9TaN6xmz7CD4p4T2V5hBxX2ChuC0l4Tjxyc7xF2MI549JCowx/N9gc77LFDcWjZPhOl/cAeOyLuCZb2Azso3wvswHr2l9j/iWMQ95Z4Itv/K+0tsc+Tx8a9Jfaus6/E8dCeX3FfCe3zFfeVOLGwp8SJcU+J+vb32uWZU+rZT2JY3NMr7iUR95AYjtr7SJwW9/KqvY/XmXX373r+LGz1fHHfrrMx8PmzsYVUcb+u87BpxX26RmHjevbnKu3NpX0jqJo9uX4e9+PaUJPAug8AABAASURBVHtxURu88ou4Z8T6r2T7RcS9Il65GOvm+3Ct8+olcR8u7RMh9dVeERX23dIeEVLcJ6K019YVhb22au+zpT221irbX6v361fH/SF65ftq9cz3hugR94W4trSfVrc3yvaFmJntC5H20Vpj5g0V98/q/OZv495ZHU7bF9A+SRQKr+J3jXx950jqUm4Vs0zABEzABEygUQh4UhMwARMwgSUm0KA/6dJfBsqV/sJQvNKA7FcxZt8ETMAETMAETMAElpRA4AQh5hl08qLcJOUj8ovKu9gswwT0funy6pPak7L3udAzlH8aCm12TcAETMAETKDFEaj7vajv0Oz7s5o/D65RJTTqWynumAk0BIHyz5fqkuZOn1HZpLQ4XXbk9bNx48S5NZ9hDarODpsP6IDbftlNFcsETMAETKCJEPBlmsAXIdB78hlYfst1mQ9A6+RpmQxosSPN7GvuxcdnjoHyBinlE8kq55Avq3MnW+6rbpmACZiACZiACZiACZiACZiACTQMAc9iAiZgAiZgAg1NYMyYMejZs2dDT7vA+Q466CDo4ZpWG3No07IY6CGyldSqVavSw3/lJ4UQUPRDCAghQK8QMlvuq26ZgAmYgAk0fQK+AxMwARMwARMwARMwARMwARMwARMwgeZPwHdoAiZgAiZgAiZgAiZgAiZgAiZQmcCll16K559/vk5jVVUVunbtWifuQMMQCKFmPZJmDKGmHkKI65ZCCKX1TFrXpLVQycpfmFrimkHfc8taI+j3+8t7vxf05036c6lo5Ush1Px5FkLmg68QAo8uLY3ArrvuijvvvBM9evSoeOtDhw7FsGHDKrY5aAImYAL1EUjP3ila+Ul6Tk9SepaP7Lizn8Pz096LD/+Jj/3hIRsD9OrbGSeN2xGtWjfolij13cIyGR9wwHrY/uyBIJbISE7iM3PaO7h32EPx+UhiK56ySVm/2s8KVUw3mqx8ywRMwASWhIDHmkBLIFD+val6uYocAgJioYFfJmACJmACJrCIBIK+PKjM1gzS3/H0vSNbE63x1FZTs2cCJmACJmACjUPAs5qACZiACSw5gS/0065KCX99McWlupdaXTfkiAmYgAmYgAmYgAksAQFlF9Vxm6+aSZSHFFXTAiherMuvFFPcWqoEap08vUdFKz/T/Fp9+S6X1V01ARMwARMwgZZKIMuU0t3re1M/6JUtqtguX22ylgk0FoHyz5jqks6XPqOySWlRuuzI62fjt5M+g/7/WVzQQCdoILXFgOVx2y+70XMxARMwARNoQgR8qSbwhQn0mnImVth6vTg+BGYEUYh5wpxr7sPHZ46J/8lNOUTKK5JV7iFfFnwlS7fivx8qbpmACZiACZiACZiACZiACZiACXxhAh5oAiZgAiZgAg1GIAT+W2A+27vvvpt7jW+++tWvYrfddkOrVq0sM/BnIP8M6EG05b8nQgiRTwiB/15fI/AVQuAxKyHU+FnERxMwARMwgWZAwLdgAiZgAiZgAiZgAiZgAiZgAiZgAibQ/An4Dk3ABEzABEzABEzABEzABEzABCoQeO+99zB69Og6LRtttBGqqqrqxB1oWAIh1F6LFEKotXZJa5xCCHFdk/xyVVoHVd6nhdXrZWUOrcwmXz/oz0LDfhb055BUiWsI2Z9fIdT82Qa+Qgg8ZiWEGj+L+NjcCWy55Za44447sPbaa1e81VGjRuHoo4+u2OagCZiACZQTSM/cKVr5SXo+T1J6ho/suLOfxwvTPuB0/B5SiQoxF+/drzNOGrcjWrUObG/ZZcBP18P2524J5Cj0tR1dHmZOexv3Dnuo9HwkcU2sZdN7kCz4kk/j5yMJgmUCJrCkBDzeBFoUAX2HSumm5ev7VkoxWT3JO255Eh1FLBMwARMwARNYOIFsvyx9eUhZf33XLEhZLx9NwARMwARMoNEJ+AQmYAImYAINQKBVA8xRmmLx/qLAnyiVRtoxARMwARMwARMwgSUnoOwiBB1r5irmJ4qW1xWzlnUCda9P76OiRSu/uubfsdVM1f48MOBiAiZgAiZgAi2UAL8TF5InlYPRd2t5zHUTaEgC5Z+xYl0L31SXTUqL0WVH/eZT/HbSPGgxnFLAuLCByaD8zTbqgNt+uWZDXqrnMgETMAET+FII+CQmsGQEek05E8tvuW7+n9KYFahQShjmXHMvPjlrbOk/uaX8ItmUd8jqKpIt91W3TMAETMAETMAETMAETMAETMAEloSAx5qACZiACZhAwxIIgT8Lz6ccOnRo7jWuOeigg1DpoZqONewDTM2zafMMIcTfJyEEhFAj8BVC4DErIdT4WcRHEzABEzCB5kHAd2ECJmACJmACJmACJmACJmACJmACJtD8CfgOTcAETMAETMAETMAETMAETMAEKhEYPXo0/vrXv9ZpqqqqQps2berEHWh4AiHUXpMUQlYPIdRay6Q1aiGEuM5JvhRC7bpiLVtNex2b3zu/f03xMxBC9mdVuvYQsj+XQsjiIWQWfIVQ47Pq0oIJDBgwAOPHj8d3v/vdihSuuOIKHHDAARXbHDQBEzCBRCA9a6do5SelZ/TI6jmAyY475wU8P+19xOcA8qgS56yuRs++nXDSuB3RqnWIIR+AAQesh+3P3jKiIKIMV3w+EvDmtLdx79AHkdgmzqpL6b1IVpPIL1r5lgmYgAksPgGPMIGWSUDfo+UqkogZjA5SscG+CZiACZiACSyAQEBgK8V/v6VTKunvdQqk7x/5lgmYgAmYgAl8eQR8JhMwARMwgYYg0KohJqk0R/qLQrLFPvpBnFSM2TcBEzABEzABEzCBJSWg9Sox9yibKMaqmX1QZU2uNgUCC7nG2u+vPgVpAN/zbClTCtiagAmYgAmYQAsmwO/IslxI36ECIlsuxS0TaEwC+swV51c9KS1GkE1Ki9BlR/3mU9ww8bNseAiIv2hBbb5RR4y7uFvW5qMJmIAJmEDTIuCrNYEGINBr6llYfqv1OFMAVCgwRwghYM7V9+CTs8ZC+YSU8oxklYvIlwVfydJF0VfdMgETMAETMAETMAETMAETMAET+IIEPMwETMAETMAEGoFACPqHQOC8887DFlts0QhnqD3l4MGDkR6qaeuHw/ozkH0GQgj85/gaiUsINfUQavz0OyqEkFxbEzABEzCB5kbA92MCJmACJmACJmACJmACJmACJmACJtD8CfgOTcAETMAETMAETMAETMAETMAE6hB44YUXMHr06Drx7bbbDvvvv3+duAONRyCE2muTQgi11jeFULmudU9WtiYscmhl3xz8GVhan4EQKv85pT85Q8ja5EshZPUQgqpWCyXwrW99C3fccQe22WabigRuuukm7Lrrrvj4448rtjtoAibQsgmk5+oUrfwkPY8nKT2zR3bcOS/g+anvQd9AIT9GQ5y9+q2Gk27/EVq1Dqy5FAls9NP1sP05WyGEgMAGGtro4c3p7+C+YQ+inHeqp/ckWQ4vPRdJMdUtEzABE1hsAh5gAi2YQPH7U76UcGiHC21xUfY479RsawImYAImYAIVCcTvD36BFL9T1FH1JNUtEzABEzABE/jSCfiEJmACJmACDUKg1ZLMor8UlI9XTCqPF+sh/igpFEP2TcAETMAETMAETGCJCSi7CDHPqJlKeYmUIvKlVE+2Uiy12S5dAjp7pfdHMUntkvzaPwgt/zSol2UCJmACJmACLZVA4I1LNHnJvjur85qNCXx5BPTZK55NdUkxLTCXL5ukRf7yZUf+5lPcMPEzgIlfXMwgm2vz/h0w7uI1NY1lAiZgAibQBAn4kk2goQj0mnoWlt9yXeYLLEp381xB7pyr78EnZ42B8gpJOUZRKQ+R1fUkW+6rbpmACZiACZiACZiACZiACZiACSw+AY8wARMwARMwgcYiEEJACAH3338/2rVr11inwYEHHoguXbrEc4WQnTME2xDMIAQzCKGGgX4ThlC7rlhSCCG5tiZgAiZgAs2QgG/JBEzABEzABEzABEzABEzABEzABEyg+RPwHZqACZiACZiACZiACZiACZiACdQlcOmll+LTTz+t01BVVVUn5kDjEwih8hqlEEJcA6grCCHzQ7ANoS6DEBwLwQxCMIMQli6D8j+vVE8KISTX1gTQrVs3jB8/HrvvvntFGnfddRd23nlnvP/++xXbHTQBE2iZBNKzdYpWflLxuTzpWT2yt5/zPJ6b+h70PJ+o6niEAr36dsZJt++A1m2WaAuUZv2GbPTT9fDDEQOFS49UpM358a5nTnsH9w59MD4fSfzFWzYpvTfJcgjn0Hjij++DIpYJmIAJLDoB9zSBlkhA36PpvuUnpZhsQEAsNPDLBEzABEzABBaRQNCXB5XZ2oPS942sWpKVb5mACZiACZhAYxPw/CZgAiZgAg1DoEF++lXfXwYUT6p7udkPg+rGHTEBEzABEzABEzCBL0ZA2UXcBLQwXLmIqrKS/KIqxYrt9pc6gVoXUOn9UkxSx+rq+TIF6VNRqNo1ARMwARMwgRZLQN+JUgag2otzMxA+fukEyj97qku6EC0sly+blBady476zae4ceI8dg1ACNAvHkAXm2/UEeMuXhN+mYAJmIAJNFkCvnATaFACPaeehY5brhvzBIBZAxOGgOw19+p78clZY+J/clOOkfKOZFM+IqsRyZb7qlsmYAImYAImYAImYAImYAImYAKLRcCdTcAETMAETKDRCYQQMGfOnEY7z5AhQxBCsMzAn4FF+AxU+o0YQvb7p1KbYyZgAiZgAs2GgG/EBEzABEzABEzABEzABEzABEzABEyg+RPwHZqACZiACZiACZiACZiACZiACZQRuPfee/Gb3/ymLArst99+2H777evEHfhyCISQrVcKIdQ5YQjB68AWzMB8zMefgWXoM1D+h1gI2Z9h5XHXTWDFFVfEuHHjcNBBB1WEMWPGDOy888547bXXKrY7aAIm0LIIpGfqFK38pPQsHtn0jB7Zcee+gOenfpDlCkQWJH43AQG9+nXGSbfvgNZtGmT7EzTn14AD18d2Z28JYgPiQSQz763p7+C+YQ+Wno8k7nofktJ7lCz4kk+DZOVbJmACJrAIBNzFBFosgeJ3ZtFPQOJTvOMhRWxNwARMwARMYOEEsv2y9AUiZf31PSNltexYXs+iPpqACZiACZhAoxHwxCZgAiZgAg1EoNF+ArbwvyRkP0hqoPvwNCZgAiZgAiZgAiaQLVWJC34Mo/kQqLmTheWXWXt5jller5nPngmYgAmYgAm0LAL8TqyQJ+n7M6ll8fDdLg0C+qwVz6u6pJgWlMuXTUqLzWVH3TAHv5k4DzULGDSKqgY27d8B4y9ekxUXEzABEzCBpkvAV24CDU+g17QR6DhwXU7MDKKaoqcib+7V92DWWWNL/8kt5R/JprxENo7heFkpxeRbJmACJmACJmACJmACJmACJmACi0PAfU3ABEzABEzgyyMwePDgBj/ZD37wA0gNPrEnNIFmTiC/TYfbAAAQAElEQVSEgBAyNfNb9e2ZgAmYgAlEAj6YgAmYgAmYgAmYgAmYgAmYgAmYgAk0fwK+QxMwARMwARMwARMwARMwARMwgXICo0ePLg+hdevWqKqqqhN3YOkQCCFbwxRCWDoX0OTO6gs2ARNYFgmEEOKazGXx2nxNyxaB66+/Hscee2zFi3r22Wexyy674IknnqjY7qAJmEDLIJCen1O08pPSM3hk9RzAZMed+yKem/I+IVVDfemgmgfW0KtvJ5x8+w5o3abRtj7hmZpXGXDg+vjhiC15UxlFOhnP6mq8Oe1t3Df0AST26X1QXRL/ouJYjita+ZYJmIAJLJiAW02gZRHQd2fxjlWXFEtWvhRKBzmWCZiACZiACSwagYAA8N9xo1D7Vf5dk1rri6d2WxMwARMwARNYcgKewQRMwARMoKEILJWfgukHcVJD3YTnMQETMAETMAETMAERiEtVqutmGf4HS9Fpolrsy9anIB8UPwuFeh62MQETMAETMIGWSYA5Er8bi/fuHKlIw35jEyj/vKku6bxpEblsUlpkLjvqhjn4zYTP4pqFgMAhEg3LZht1xB0Xr0nPxQRMwARMoEkT8MWbQCMR6DltBJbfcj2EEBB4jkzZcc7Vd2PWiLFQviGlPCRZ5SryZTm09J8Oy33VLRMwARMwARMwARMwARMwARMwgUUg4C4mYAImYAIm8CUSuO666/Dtb3+7Qc84ZMgQhBAsM/BnYDE/Aw36G9GTmYAJmIAJLPsEfIUmYAImYAImYAImYAImYAImYAImYALNn4Dv0ARMwARMwARMwARMwARMwARMoBaBMWPGYOLEibViqlRVVWHAgAFyrWWMQAheCxjCQhi43WsF/RlYJj8Dy9gfp76cZZzAJZdcgtNOO63iVb7xxhvYddddMX369IrtDpqACTRvAuXP0lG9KD1vJyk9k0d23Hkv4rmp7wEBfAWEEGgBHXv3Ww0n374DWrdZKtueoCm/Bhy4PrY7eyvegkgi8gwh0Aa8Nf0d3DfsQZS/H6lefN/kg69yy5CLCZiACdRPwC0m0AIJpO/Khd16NaoRC83C+rrdBEzABEzABBKB7PuDx0XcD2JRv5fS/LYmYAImYAIm8IUIeJAJmIAJmECDEWj0n4RV+ktC9mOj0GA34YlMwARMwARMwARMQASUXYS4PEU1qzkQqO8eKuWYWd+QGR3zxUpyLRMwARMwARMwgbDQLEnfr5JZmUBDEyj/XKku6TxaQC5ftlxa7D/qhk9x/YTPUK1f1fHIYdUA/U03XA53XNyVdRcTMAETMIGmTsDXbwKNSaDHtBHosMU6zCaYQvBEyiiix5RizlV3Y9ZZY6C8QyrPR1KeIsuhTEE4SA6VYnRdTMAETMAETMAETMAETMAETMAEFoGAu5iACZiACZjAl03g1VdfbbBTrrHGGjjooIMabD5PZAImYAImYAImYALNlYDvywRMwARMwARMwARMwARMwARMwARMoPkT8B2agAmYgAmYgAmYgAmYgAmYgAnUJjB69OjaAda6dOmCqqoqei4m0DQJ+KpNwARMwASaB4FzzjkHF154YcWb+fvf/47ddtsNt912W8V2B03ABJongfS8nKKVn1R89k56Fo/s7ee+gD9Mfg/VevSOhGr6FDH17NsJJ9+2PVq3afQtT3i25lk2OnB9/PDsgemRSBlbwmbBW1Pfxn1DH4jPR9L7o/dDNim9d8mKkPyilW+ZgAmYQCUCjpmACdRPQE/yRgACBb9MwARMwARMYBEJBAT2DDwGWhcTMAETMAETWDYI+CpMwARMwAQajsBS/GlY/Aldw92JZzIBEzABEzABE2jxBJRdZEt/WjyK5gJgofdRd0GRPgXFYeX1Ypt9EzABEzABE2hJBPSdKLWke/a9LgsEUr6WrkV1SXUtHJcvW5QWlkujbpiD6yd+jhAC9Av5EXxt1r8j7rxkTXouJmACJmACzYCAb8EEGp1Az+lnY/mB68bzpLyCqQWYZmDu1fdg1ogx8T+5KQcp5iXyU74iqwmSLfdVt0zABEzABEzABEzABEzABEzABOol4AYTMAETMAETWCoE7r333gY57+DBgxtkHk9iAiZgAiZgAiZgAs2cgG/PBEzABEzABEzABEzABEzABEzABEyg+RPwHZqACZiACZiACZiACZiACZiACRQIXHbZZXj88ccLkcytqqpCnz59soqPJtD0CPiKTcAETMAEmhGBk046CVdddVXFO5o9ezZ+8pOf4Nprr63Y7qAJmEDzIpCemVO08pP0nJ2k9Awe2dvPexHPTf0AelCPntWDAL4CTUDvfp1xyu07oHWbpbjdCa+mOZSNDtwAPzxnK3IFEudk35r2Nu4f+kB8PpLeI70vsknpPUwWfMmnQbLyLRMwARMoI+CqCZhATqDS92V8ircOUt7PxgRMwARMwAQWRqAa+uJIqttb3zlS3RZHTMAETMAETKDRCHhiEzABEzCBBiTwpfxErPJfGkID3oanMgETMAETMAETMAFA2UUIOsKvZkHgi9xE+ftfXv8ic3qMCZiACZiACTQHAvxOdJ7UHN7IJnUP5f8mqLqkm9CCcfmyRWlBuTTqxjm4fuI8oLqahdIgSksXNt2wA+68pCtrLiZgAiZgAs2DgO/CBL4cAj2mn42OA9dBllkwq2BhJeYbc6+6G7NHjI3/yU25SDE/kZ/yFlldbbLlvuqWCZiACZiACZiACZiACZiACZhAJQKOmYAJmIAJmMCXT+Diiy/GoEGDGuTEQ4YMaZB5PIkJmIAJmIAJmIAJNG8CvjsTMAETMAETMAETMAETMAETMAETMIHmT8B3aAImYAImYAImYAImYAImYAImkAj83//9H0aPHp2qJdu3b19UVVWV6nZMoOkR8BWbgAmYgAk0NwKHHXYYfve736Ft27YVb+2QQw7BL3/5y4ptDpqACTQPAulZOUUrP0nP10nSs3eSxp33Ev4w5f34LECgmpY89Mwe+r36dcIpt22P1m2+lK1OeOLmXzY6cH1sM2JgiXO1WEu89TenvY37hs4oPR9J71F6z2TTe5ksh3CebLBiqlsmYAImUJuAayZgAgsiENSogyTfMgETMAETMIFFIBCyXbMA7wcBv0zABEzABJYVAr4OEzABEzCBhiSwVH4qxh/R8Udz2Q99GvJmPJcJmIAJmIAJmEDLJqDsQgtKZFs2iWZy91/oNorvfpZ1fqFpPMgETMAETMAEmh0BfkfGFbzN7sZ8Q8soAeXlxUtTXVIsLRKXTdIi8qRRN87FdRPmqSu0UCGEbNkCArDphh3w+0u6wi8TMAETMIFmRMC3YgJfIoEe089Bxy3W5RmZWLAov4ByDWruVdMxe8TY0n9yS3lKsspl5MtygtJ/cCv3VbdMwARMwARMwARMwARMwARMwATKCLhqAiZgAiZgAl8igTfeeAMHHnggjj/+eOgBy0t66t133x1f+9rXlnQajzcBEzABEzABEzCB5k/Ad2gCJmACJmACJmACJmACJmACJmACJtD8CfgOTcAETMAETMAETMAETMAETMAESgQuvfRSzJw5s1RPTlVVFVZYYYVUtTWBpkfAV2wCJmACJtAsCey9996444470Llz54r3d8IJJ+Css86q2OagCZhA0yZQ/qwc1YvS83SS9CzA5I8b+RKenfIe4iN6QjwiN+jdrzNOHrs9WrdZKtucNO03ZCFXP+CgDfHDs7ci60Cxc6AQEELA29Pewf1DH0B6j4rvl2LF91W+RpZbxSwTMAETiAR8MAETWCCBalQjFpoFdnSjCZiACZiACRQIxO8PfoGkv4sVmuyagAmYgAmYwNIh4LOagAmYgAk0KIGl8pMx/pgIUoPeiSczARMwARMwARNo8QQCCQRnGaTQPMoXu4tQGBb8aSjQsGsCJmACJtDSCQQCkGhcTKCRCZQvLlBd0mnT4nDZpLR4XHbUDXNw3YTPaha5VVfHzXW13m3T9ZfDXZd01TSWCZiACZhAMyLgWzGBL5tAj7vPQYfN+1XMN+ZeNR2zR4yB8hIp5SvJKqeRL6vrTrbcV90yARMwARMwARMwARMwARMwAROoIWDPBEzABEzABL4sAuPGjcOgQYNw4403NtgpBw8e3GBzeSITMAETMAETMAETaM4EfG8mYAImYAImYAImYAImYAImYAImYALNn4Dv0ARMwARMwARMwARMwARMwARMICPw+uuvY/To0VmlcNxiiy1w6KGHFiJ2TaDpEfAVm4AJmIAJNF8CO+64I+644w6stdZaFW9yxIgROP744yu2OWgCJtA0CaRn4xSt/CQ9RycpPWtH9vbzXsQzk9+LN61nAKo/4jMBgV59O+HksdujTdulssVJvKbmftjooA2wzYiBQh6fkaRDfA94429Nexszhj0Qn4+k907vl2yS+hXFIZxH7yJn4XuoumUCJmACImCZgAksmEBAQCw08MsETMAETMAEFpFA0JcHldlFHORuJmACJmACJtCIBDy1CZiACZhAwxJYij8dy37Y07C349lMwARMwARMwARaMgFlF9XQsSVTaDb3/gVvpPz9L69/wWk9zARMwARMwASaPAF9J0pN/kZ8A8s4AS34Ll6i6pJiWhguX7ZcWjw+6sY5uG7i5+waABUKIbAEbLbhcrjr0q7wywRMwARMoNkR8A2ZwFIh0OOec9Fx4DrMM3j6PN8IdFU+u+puzB4xNv4nN+Uo5XlLymdk1T/Zcl91ywRMwARMwARMwARMwARMwARMIBLwwQRMwARMwAQancCcOXNwxhlnYNCgQXj++ecb7HzrrLMOdthhhwabzxOZgAmYgAmYgAmYQDMm4FszARMwARMwARMwARMwARMwARMwARNo/gR8hyZgAiZgAiZgAiZgAiZgAiZgAjmB0aNH4z//+U9eqzFVVVU1FXsm0DQJ+KpNwARMwASaOYHNNtsM48ePx7rrrlvxTi+++GIcfPDBFdscNAETaFoE0jNxilZ+UvGZOukZO7K3j3wJz075AIG/dMeBhxB4pHr364xTxm6PNm2X4vYmvJ6WUDY6aENse/aWyN6GgBAC9NLxralvYcawB+LzkfQ+6n2TTUrvcbIaJ79o5VsmYAItmoBv3gRMYCEE4lO842EhHd1sAiZgAiZgAgUC2X5Z+gKRCg12TcAETMAETGDpEPBZTcAETMAEGpjAUvwJmX5E1MB34+lMwARMwARMwARaNAFlFyHo2KIxNJOb/6K3Uf7+l9e/6LweZwImYAImYAJNnQC/E50nNfU3cZm//rSwO12o6pLqWhAuX7YoLRiXRt44B9dO+BylBQppfUJ1NX6wfnvcdUlXTWOZgAmYgAk0OwK+IRNYegS6330ultusH8B8Q3lKKf1gRvLZVdMwe8SY+J/clKsU8xf56p+s7kB1Wanoq26ZgAmYgAmYgAmYgAmYgAmYgAmYgAmYgAmYgAk0LoGnnnoKgwYNwjnnnMN/7kv/0lf7nB06dMDEojUOvAAAEABJREFUiRMxYMCA2g0LqQ0ZMmQhPdxsAiZgAiZgAiZgAiaQEfDRBEzABEzABEzABEzABEzABEzABEyg+RPwHZqACZiACZiACZiACZiACZiACYjAI488giuvvFJuLe2xxx7YbbfdasVcMYGmR8BXbAImYAIm0BIIbLDBBhg/fjw22WSTird73XXXxTX68+bNq9juoAmYwLJPID3/pmjlJ+m5OUnp2Tqyt498Gc9Ofp83qP+fIwE6alzvvp1wytjt0KbtUtzahFfWkspGB22IbUZsyVvmu1BNZV58T96a+hZmDHsgPh9J76XeP9kkvWdFcWjp/10prrplAibQkgn43k3ABBZGIKhDPMixTMAETMAETGDRCAQEQHtBSPDLBEzABEzABJY2AZ/fBEzABEygoQkslZ+SVfNHQ1JD34znMwETMAETMAETaNkEtAxFC0hkWzaJZnD3X/gWCu9+tTLOQv0Lz+mBJmACJmACJtAcCPB7kd+NzeFOfA/LJgHl4cUrU11STAvB5csmaZF40sgb5+C6CZ8jsHPIj9GwvskGHTDx0q70XEzABEzABJolAd+UCSxlAj3uPQ8dtlgHIeRZSAACf+n42VXTMXvEmPif3JS3pDwm2ZTfyIKvZOmW/rObfMsETMAETMAETMAETMAETMAEWjwBAzABEzABEzCBRiRw7bXXxgcLTpgwod6z7LDDDvjHP/6BHXfcEU899VS9/cob2rdvjyFDhpSHXTcBEzABEzABEzABE6hEwDETMAETMAETMAETMAETMAETMAETMIHmT8B3aAImYAImYAImYAImYAImYAImEAmMHj062vJDVVVVech1E2h6BHzFJmACJmACLYbA1772NYwfPx5ab1/ppm+//fa4Bv9f//pXpWbHTMAElmEC6Rk4RSs/KT07RzY9U0f29lEv49kp7yE+eiceAvTSsU+/zjhl7HZo03apbGuiy2ix2uigDbHt2VsBQe8EDYDAXzq+PfUtPDDsgfh8pOL7KV9K73my4Es+jZ+PJAiWCbRkAr53EzCBhRKoRjVioVloZ3cwARMwARMwgZxA9v3Bo/eDyInYmIAJmIAJLFUCPrkJmIAJmECDE1gqPynTD4akBr8bT2gCJmACJmACJtCiCQTefYB+0XFp0gS++MWHmqEh+NNQQ8OeCZiACZhAiyfg78UW/xFoRABpIXc6heqS6mnxt2y5tNh/5A1zcO2Ez7WmLZdWtlEsm6y/HCZe2kXTWCZgAiZgAs2UgG/LBJYFAt3vOQ/LbdaPuUi2SJJHXhaTkepqfHbVNMwecWv8T27KXcrzGeU8islyUK3/2JZiilsmYAImYAImYAImYAImYAIm0JIJ+N5NwARMwARMoDEI/O1vf8MxxxyDQw45BO+++269p7joooswefJkLL/88qU+i/pvd0OGDMEKK6xQGmfHBEzABEzABEzABEygfgJuMQETMAETMAETMAETMAETMAETMAETaP4EfIcmYAImYAImYAImYAImYAImYALA73//e2gz3HIWhx9+ODbddNPysOsm0OQI+IJNwARMwARaFoE11lgD48aNw1577VXxxqdPn46ddtoJb731VsV2B03ABJY9Aun/zBSt/CQ9JycpPUtH9vaRL+GZSe+hupr3JGVP4omb3vbq2wmnjN0ObdoulS1NeEEu/Q/aENuM2DKC0Nuj91Nvjt6vN6e8hRlDZ8TnI+m91fspm6S+RWkS1YtWvmUCJtCyCPhuTcAEFk5AT/JGAAIFv0zABEzABExgEQkEBPYMPAZaFxMwARMwARNYugR8dhMwARMwgYYnsBR/WqYfETX8DXlGEzABEzABEzCBlktA2UU1dGy5DJrJnS/BbZS//+X1JZjaQ03ABEzABEygSRPQd6LUpG/CF78MEkgLuNOlqS6proXf8mWL0sJwadRv5+LaifMRQkDQACpEL+AH67fHxEu7MOJiAiZgAibQjAn41kxgmSHQ/d7z0GGzdXg9ykYCLUvMUQLmXTUdn549Nv4nN+UwxbxGfsp3ZDkKyZb7qlsmYAImYAImYAImYAImYAIm0AIJ+JZNwARMwARMoMEJ6CGCgwYNwuWXX17v3F/5ylfwzDPP4MQTT6zY5yc/+UnFeDE4ZMiQYtW+CZiACZiACZiACZhA/QTcYgImYAImYAImYAImYAImYAImYAIm0PwJ+A5NwARMwARMwARMwARMwARMwARIYPTo0TzWLiuvvDKOPfbY2kHXTKBpEvBVm4AJmIAJtEACHTp0wK233opDDz204t0//vjj2HnnnfHcc89VbHfQBExg2SGQnnlTtPKT9JycpPQMHdnbR72MZ6Z8gBACgm4nPwTWevfrhFPHboc2bZfidia6Jgv9D9oQW4/Yku8KwLcK8RUQ/benvYUHhs2Iz0fSe6z3VTYpfQaSBV/yaWo9K0l1ywRMoEUQ8E2agAksAoH4FG8dpEXo7y4mYAImYAImIALZfln68pAUsUzABEzABExgqRHwiU3ABEzABBqBwFL8iRl/KtQIN+QpTcAETMAETMAEWi4BZRch6NhyGTSPO1+Suyh//8vrSzK3x5qACZiACZhAUybA70TnSU35DVwmrz0t3E4Xp7qkuhZ8y5ctSgvCpZE3zsXVd33OrtVx4XdajsAafrB+e0we3ZVtLiZgAiZgAs2bgO/OBJYtAt3vG4kOm/WD8pF4ZTUJCj67cio+PXtM/E9uymWK+Y38lPfIamyy5b7qlgmYgAmYgAmYgAmYgAmYgAm0LAK+WxMwARMwARNoWAIXXXQRBg0ahIcffrjeiYcMGYI333wT/fv3r7fPmDFj0KtXr3rbt956a2y44Yb1trvBBEzABEzABEzABEygSMC+CZiACZiACZiACZiACZiACZiACZhA8yfgOzQBEzABEzABEzABEzABEzABE7j22msxY8aMOiCqqqrwrW99q07cARNoegR8xSZgAiZgAi2ZwK9//WuccMIJFRG88sor2GWXXfDAAw9UbHfQBExg6RNIz7opWvlJej5OUnp2juzto17GM5PfB6qrWSjdSnzmTjV69+2EoWO3Q5u2S3ErE12PVSKw0eD+2GrElohvkaLJoX1rylt4YOiM+Hwkvdd6f2WT0mch2Tic73vRyrdMwARaAgHfowmYwKIQCOqkgyTfMgETMAETMIFFIBAQ2IvyfhDk4GICJmACJrB0CfjsJmACJmACjUFgqfzUTD/CkxrjhjynCZiACZiACZhAyyVQzVuPi0hoXZowgSW6dH0K0gTKOIv1FLc1ARMwARMwgZZIgN+J+QLblnj3vueGJ6C8uzir6pJiWugtX7YoLQSXRv12Lq6Z+DniGgQeQggIGkhtsn4HTL60Cz0XEzABEzCBZk/AN2gCyyCBbveNRIfN1uGVMTthoQMoV6Hm/WoaPj17TPxPbsppinmO/JT/yIKvZOnG/+Aoa5mACZiACZiACZiACZiACZhAiyPgGzYBEzABEzCBBiLw2muvYb/99sPJJ5+Mjz76qN5Zb7rpJughy/V2KDS8++67hVptd8iQIbUDrpmACZiACZiACZiACdRPwC0mYAImYAImYAImYAImYAImYAImYALNn4Dv0ARMwARMwARMwARMwARMwARaOIFZs2Zh9OjRdSh89atfRVVVVZ24AybQJAn4ok3ABEzABFo8gZ///OcYMWJERQ5/+ctfsMsuu2DChAkV2x00ARNYegTSM26KVn6SnouTlJ6ZI3v7+a/g6cnvZxceAkKQWA1An36dceqYbdG67VLZxoQX4VIfgY0G98c2I7Zic+B7RqMS37uAt6e9hQeGzYjPR9J7rvdZNil9JpLVUPlFK98yARNo5gR8eyZgAotEQDtcwI/zXiRW7mQCJmACJlBDIH5/8Ask/V2rpsWeCZiACZiACXzJBHw6EzABEzCBRiGwVH5yxh8JQWqUO/KkJmACJmACJmACLZZA4J0HZxmk0LTLkl19KAwP/jQUaNg1ARMwARNo6QQCAUg0LiawhATKFw+oLmlaLfCWL1uUFoBLI2+cg6snfA6kRWzV1XFDXFax8XrtMfnSNTSNZQImYAIm0AII+BZNYFkl0O2+kVhu07WZrzBPyZMW5TfSvCun4tOzx8T/5KbcppjvyFefZHV/qstKRV91ywRMwARMwARMwARMwARMwARaAgHfowmYgAmYgAk0BIGxY8di0KBBuOWWW+qdbuONN8Zf//pX7LfffvX2qdQwbNiwOuFevXphr732qhN3wARMwARMwARMwARMoDIBR03ABEzABEzABEzABEzABEzABEzABJo/Ad+hCZiACZiACZiACZiACZiACbR0ApdeeileeumlOhiqqqqw2mqr1Yk7YAJNkYCv2QRMwARMwARE4IwzzsDFF18st44++ugj7LLLLrjpppvqtDlgAiawdAik59kUrfwkPQcnKT0rR/a2US/j6UnvIX+0TvYswPhMQKD32p1w6q3bok271kvnpnzWhRLoP7g/th6xJd83dtVDHON7Vx3rb095Cw8OmxGfj6T3Xu+3bFL6bCTLGThOk/DjwHlUt0zABJo3Ad+dCZjAohEICIiFBn6ZgAmYgAmYwCISCPryoDK7iIPczQRMwARMwAQagYCnNAETMAETaBwCrRpn2kWZNfthzqL0dB8TMAETMAETMAETWBQCyi6qtXJoUTq7z7JKYAmvS5+C4hTl9WKbfRMwARMwARNoSQT0nSi1pHv2vTYGAS3WLs6ruqSYFnbLly1KC7+lUTd9hmsm6nMYABVKTggBP1ivPaaO7gK/TMAETMAEWgwB36gJLNMEut1/PpbbrB9TFiYsKhJrYN7y+ZVTMeecsfE/uSnHKeY98lM+JKubTLbcV90yARMwARMwARMwARMwARMwgWZOwLdnAiZgAiZgAktE4JNPPsGwYcOw11574eWXX653ruHDh+PRRx9F9+7d6+1TX8N5552HgQMH1moeMmRIrborJmACJmACJmACJmACCyTgRhMwARMwARMwARMwARMwARMwARMwgeZPwHdoAiZgAiZgAiZgAiZgAiZgAi2awLvvvovRo0fXYfDd734XxxxzTJ24AybQRAn4sk3ABEzABEygROC4447DddddV6qXOwcccAAuv/zy8rDrJmACXzKB9EybopWfpOfgJKVn5Mjefv4reGbyB7zaAKhEBYQQ0KdfJwwdsy3atGsNv5ZtAv0H98fWZ28FBAB870IICOCLh7emvImHhs2Iz0fSZ0Dvu2xS+owky1GQX7TyLRMwgWZJwDdlAiawiAT09GRvebKIsNzNBEzABEygRCDbL0vfIlIpbMcETMAETMAEvmwCPp8JmIAJmEAjEWjVSPMuwrT8CdAi9HIXEzABEzABEzABE1hUAsouQtBxUUe437JHYEmvqPz9L68v6fwebwImYAImYAJNlQC/E50nNdU3b5m57rQwO12Q6pLqWtAtX7YoLfiWRv12Ln5918gcF7UAABAASURBVOcoLUDQ+gOJkY3XbY+po7toGssETMAETKDFEPCNmsCyT6Db/edjuU37gumKCsXkpTrLZuZdMQVzzh4T/5Obcp1i/iM/5UWyutNky33VLRMwARMwARMwARMwARMwARNovgR8ZyZgAiZgAibwxQk8/vjjGDRoEEaNGlXvJJ06dcK9996Lc889t94+i9Jw//33o3379qWuQ4YMKfl2TMAETMAETMAETMAEFkbA7SZgAiZgAiZgAiZgAiZgAiZgAiZgAs2fgO/QBEzABEzABEzABEzABEzABFo2gdGjR+Nvf/tbHQjHHnssQgh14g6YQNMk4Ks2ARMwARMwgdoEBg8ejNtuuw0dO3as3ZDXjjnmGIwcOTKv2ZiACXzZBNKzbIpWfpKef5OUno0je9v5L+OpSe9nz9HhUSVee3U1evddFUNv3RZt2rWOIR+WfQL9B/fHViO2Avj+xfdel1ytA/DWlDfx4LAZ8flI+izo/ZdNiv3TOFqNUqxo5VsmYALNjYDvxwRMYFEJxH/5jYdFHeF+JmACJmACJgAE/oJ+fijBLxMwARMwARNYWgR8XhMwARMwgcYi0KqxJl7QvNoaQ1pQH7eZgAmYgAmYgAmYwOIS0PoSLRSRXdyx7r+MEFjiyyi8+9XKOAv1JZ7bE5iACZiACZhAUybA70V+NzblO/C1L10CyrOLV6C6pJgWcsuXLUoLvaVRN32GX0+Yj8DOIT8ms/F6y2Hq6DXY4mICJmACJtCiCPhmTaCJEFjz/vOx3KZ9mbowiwm5WFOZd+VUzDlnTPxPbsp5inmQ/JQfyep2ky33VbdMwARMwARMwARMwARMwARMoFkS8E2ZgAmYgAmYwBckcNVVV2HQoEGYMmVKvTPsvvvu+Mc//oGtttqq3j6L0/Dpp5/G7vvuuy+6d+8efR9MwARMwARMwARMwAQWgYC7mIAJmIAJmIAJmIAJmIAJmIAJmIAJNH8CvkMTMAETMAETMAETMAETMAETaMEEnn32WYwePboOgR133BF77713nbgDJtBkCfjCTcAETMAETKACgT333BPjx49Hly5dKrQCw4cPx6mnnlqxzUETMIHGI5CeYVO08pP03Juk9Ewc2dvOfwVPT/pAj82hAi+QYqGD3v06Y+itP0Sbdq1VtZoQgf6D+2PLEVshhEAhEwJAvT3lTTw0bEZ8PpI+E/ocyCalz0yy4Es+DZKVb5mACTQjAr4VEzCBRSZQjWrEQrPIg9zRBEzABEygxRPIvj949H4QLf6zYAAmYAImsFQJ+OQmYAImYAKNRqBVo828gIkDf+gjLaCLm0zABEzABEzABExgsQkEjggxz6Dj0iQJLPlFh5optPCIn4eagD0TMAETMAETaMkEAr8VQ0sG4HtfAgLlC7CLdS3gVl22KC3wlkb+di6uuutzaL2B1qypb6p8f532mDZ6jSW4Mg81ARMwARNoqgR83SbQlAisOeMCtN9kbaYw2SJKHuOCfB3mXTEFn549Jv4nN+U+xXxIvnKfZHXPqstKRV91ywRMwARMwARMwARMwARMwASaGwHfjwmYgAmYgAksLoG//vWvOOKII6Lk1zf+8ssvx7hx49CqVcP+V4ghQ4ZAqu+8jpuACZiACZiACZiACdQl4IgJmIAJmIAJmIAJmIAJmIAJmIAJmEDzJ+A7NAETMAETMAETMAETMAETMIGWTGD06NGYN29eHQRVVVV1Yg6YQFMm4Gs3ARMwARMwgfoIbLfddrjjjjvw9a9/vWKXCy64AEceeWTFNgdNwAQankB6Xk3Ryk/Sc26S0rNwZMeOehlPTXpfe9hm0oMB5VUDvft2wrBbt0Wbdg37/3Qa/u49Y30ENhqyEbY8a0vobY3SexsFvDXlTTw07P74fCR9NvR5kE1Kn51kdQ75RSvfMgETaB4EfBcmYAKLTiAgIBYa+GUCJmACJmACi0gg6MuDyuwiDnI3EzABEzABE2hgAp7OBEzABEyg8QgsxZ+m8ad6jXdfntkETMAETMAETKAFElB2ETfgaoH33kxuuQFuQ5+C4jTl9WKbfRMwARMwARNoSQT0nSi1pHv2vTYEgbQAO82V6rJauJ2s/CQt7JZG3fwZfj2hOltuELIZQqBDbbxee0y/bI0s6KMJmIAJmEBLI+D7NYEmR2DNGRegw6b9AOYxzGaQvQL0a/6VUzD33LHxP7kpB0o5UbIpX5LVuGTLfdUtEzABEzABEzABEzABEzABE2hGBHwrJmACJmACJrBYBKZMmYJBgwbhqquuqndc37598corr+Coo46qt8+SNFx77bUYOHDgkkzhsSZgAiZgAiZgAibQ0gj4fk3ABEzABEzABEzABEzABEzABEzABJo/Ad+hCZiACZiACZiACZiACZiACbRYAtOmTcNvf/vbOvd/4IEHYptttqkTd8AEmjABX7oJmIAJmIAJLJDAxhtvjPHjx6N///4V+/3qV7/CfvvtV7HNQRMwgYYjkJ5ZU7Tyk9KzbopWz8IZe/4reHry3+JzcgIvJyrEI/r064Rht26LNu2W4nYlvCaXJSfQf8hG2GrEVuAbjeJL7/TbU97EQ8Puj89H0udDnwvZpPQZSlbj5RetfMsETKDJE/ANmIAJLAaBavXVQZJvmYAJmIAJmMAiEMj2y9KXh7QIA9zFBEzABEzABBqegGc0ARMwARNoRAJL8Sdq+pFPI96ZpzYBEzABEzABE2hxBJRdhKBji7v1ZnLDDXEb5e9/eb0hzuE5TMAETMAETKApEuB3ovOkpvjGLdVrTguv00WonqQF2/Jli9KCbmnUTZ/hV7+fH4dqqYGkisZ8f512mD56DVUtEzABEzCBFknAN20CTZNA1xkXoP3GayPlNYheVpt3+WTMOWdM/E9uyoWK+ZF85UDJ6u5Vl5WKvuqWCZiACZiACZiACZiACZiACTQPAr4LEzABEzABE1h0AqNGjcIee+yBxx9/vN5BRx99NF5++WWsvfba9fZxgwmYgAmYgAmYgAmYwJdNwOczARMwARMwARMwARMwARMwARMwARNo/gR8hyZgAiZgAiZgAiZgAiZgAibQcgmMHj26zs23a9cOVVVVdeIOmEDTJuCrNwETMAETMIGFE1hnnXUwbtw4DBw4sGLnW265BTvvvDM+/vjjiu0OmoAJLBmB9HyaopWfpOfaJOnZN0m3XfAKnp70AU+uLQiz5+ToqFrvvqti2K3bok27pbhVCa/MpeEI9B+yEbY8a6taE8b3m4e3p7yJh4bdH5+PpM+KPiOySemzlKwmkV+08i0TMIGmTMDXbgImsDgEgjrrIMm3TMAETMAETGARCAQE9qK8HwQ5uJiACZiACSwdAj6rCZiACZhAYxJYKj9V0w/2pMa8Mc9tAiZgAiZgAibQ8ghU85a1MESWrktTI9Ag11t895VxFusNcgJPYgImYAImYAJNlAC/E6upJnr1vuwvn4Dy6uJZVZcU00Jt+bJFaSG3NOrmz/CrCdVIawxkgwZSG6+7HO6+bA16LiZgAiZgAi2WgG/cBJowgTUfvBDLbdIXiMmNDlJWnX/FFMw9d0z8T27KiYp5kvyUP8mCr2TpouirbpmACZiACZiACZiACZiACZhAkyfgGzABEzABEzCBRSDw8ssvY6+99sKwYcMwe/bsiiOWW245jB8/HpdddlnFdgdNwARMwARMwARMwASWIgGf2gRMwARMwARMwARMwARMwARMwARMoPkT8B2agAmYgAmYgAmYgAmYgAmYQAslcPPNN2Pq1Kl17v7YY4/FBhtsUCfugAk0aQK+eBMwARMwARNYRAJ9+vTBuHHjsMsuu1QcMXHiROy444547733KrY7aAIm8MUIpOfSFK38JD3XJik980b2tgtexVOTPkB6Tk4IAXrp2KdvZwz73TZo026pbFOiy7AaiUD/IRthyxFbc3a904hvfwiBNuCdKW/i4WH3x+cj6TOjz4lsUvpMJQu+5NP4+UiCYJlAUyfg629QAjNnzkRTVYOCaMaTaYcLVIPfgc34Jn1rJmACJmACDU4gfn/wCyT9XarBT+AJTcAETMAETGBhBNxuAiZgAibQqASWyk/Wsh/zhEa9MU9uAiZgAiZgAibQ8ggouwhxOUnLu/fmcMcNcw+hME3wp6FAw64JmIAJmEBLJxAIQKJxMYGFEChfHKC6pGFaoC1ftigt4JZG3vQZfvX7+XGFWnW1RlRD/eV+f532uPuy1RW0TMAETMAEWjAB37oJNHUCXR+4EO037svbYJ4DZjlZiTnP55dNxpxzxsT/5KbcqJgvyVdelCwniGNkJbXJWiZgAiZgAiZgAiZgAiZgAibQHAj4HkzABEzABExgYQRuueUWDBo0CGPHjq2369Zbb433338fP/7xj+vt4wYTMAETMAETMAETMIGlR8BnNgETMAETMAETMAETMAETMAETMAETaP4EfIcmYAImYAImYAImYAImYAIm0BIJ6P97jh49us6td+/eHcccc0yduAMm0NQJ+PpNwARMwARMYHEIdOrUCbfffjv222+/isMefPBB7Ljjjnj11VcrtjtoAiaweAT09xONKFr5SXqOTVJ61o3s2AtewZMT30d8FmB1nIG+npUD9O7bCcN+tzXatm+tBqsZEug/ZCMMHLFVvDO9/enzos/D25PfxMPD7o/PR9JnR58X2aSavvy8aABnUYwmfoZkLRMwgaZJwFfdsARmz56N//73v01Os2bNalgQzXi2gIBYaOCXCZiACZiACSwigaAvDyqzizjI3UzABEzABEygAQl4KhMwARMwgcYl0Kpxp1/Q7PqRz4La3WYCJmACJmACJmACi0dA2UW1Nt1avGHuvWwQaKCr0KegOFV5vdhm3wRMwARMwARaEgF9J0ot6Z59r1+EQFpgncaqLqmuhdnyZYvSwm1p1C3zcNUEfs5CUHdkJkC/vt+vHe65bPUY98EETMAETKBFE/DNm0CzIND1wQvRfuO+Mc/hQQUhBPCA6ssn47Nzx8b/5KYcqZg3yU/5lCz4Spau/5ObIFgmYAImYAImYAImYAImYALNgYDvwQRMwARMwATqJfDRRx/h5JNPjg/7e+211+rtd9555+Gee+7BqquuWm8fN5iACZiACZiACZiACSxVAj65CZiACZiACZiACZiACZiACZiACZhA8yfgOzQBEzABEzABEzABEzABEzCBFkng0ksvxdNPP13n3quqqtCzZ886cQdMoIkT8OWbgAmYgAmYwGITaNu2LW666SYceeSRFcc+//zz2GmnnfDEE09UbHfQBExg0QikZ9IUrfwkPccmKT3jRnbsBa/iqUl/g56Do8fhIICvQBOwVt9OGPa7rdG2fWvGXJozgf5DNsKWI7bm+w6EEHSgBUD37ckz8cjw++PzkfQZ0udGNil9xpIFX/Jp/HwkQbBMoGkS8FWbgAksJoFq9Y8HOZYJmIAJmIAJLBqBbL8sfYFIizbGvUzABEzABEzIcrhXAAAQAElEQVSgAQl4KhMwARMwgUYm0KqR51/A9PwJzwJa3WQCJmACJmACJmACi0tA2UUIOi7uSPdf+gQa6grK3//yekOdx/OYgAmYgAmYQFMjwO9E50lN7U370q83LaxOJ1ZdUl0LsuXLFqUF29Komz/Dlb+fj2qtK5A0KLff69cO916+hiKWCZiACZhAiydgACbQfAh0fegitN/42/GGlPYoV1IyJP/zyyZh7rlj4n9yU65UzJ/kq2+ymkB1Wanoq26ZgAmYgAmYgAmYgAmYgAmYQNMj4Cs2ARMwARMwgcoEHn74YQwaNAgXXXRR5Q6M6uHIjz32GIYNG8aaiwmYgAmYgAmYgAmYwLJLwFdmAiZgAiZgAiZgAiZgAiZgAiZgAibQ/An4Dk3ABEzABEzABEzABEzABEyg5RH48MMPcemll9a58fXWWw/HHHNMnbgDJtD0CfgOTMAETMAETOCLE7jiiitw6qmnVpzgrbfewk477YTp06dXbHfQBExgwQTS82eKVn6SnluTlJ5tIzv2wlfx5KQPoH48qAB6GA4PvfuuimG/2xpt27de8Mnd2mwIbDhkI2xx1lb8HOhDUE3LW5NL89akmXhk2P3x+Uj6LOnzI5ukz1BRHMLx2WDFVbdMwASaEgFfqwmYwOISCBoQD3IsEzABEzABE1g0AgEB0F4QEvwyARMwARMwgS+bgM9nAiZgAibQ2ARaNfYJKs3PH/HwR33ZD2kqtTtmAiZgAiZgAiZgAl+EgLILLQCR/SLjPWYpEmiwUxfe/eos62ywqT2RCZiACZiACTRpAvxe5Hdjk74FX3yjElAeXTyB6pJiWogtX7YoLdSWRt0yD1feBQT9CgANRScEfH+d9rj38tXhlwmYgAmYgAlEAj6YQDMj0OWhn6P9xn3z9CcgBIk3GYD5l03GZ+eOjf/JTTlTMY+Sn/IrWY4o/Qe3cl91ywRMwARMwARMwARMwARMwASaFAFfrAmYgAmYgAlUIHD55Zdjjz32WODD+/bff3/8+c9/xve///0KMzhkAiZgAiZgAiZgAiawTBHwxZiACZiACZiACZiACZiACZiACZiACTR/Ar5DEzABEzABEzABEzABEzABE2iBBC699FK88847de68qqoKHTp0qBN3wASaPAHfgAmYgAmYgAksIYFRo0Zh5MiRFWf55z//iZ133hm33XZbxXYHTcAEKhMofxaN6kXpuTVJ6Zk2srdd+BqenPgBAqcNISAESRWgT79OGP67rdG2fWsGXFoSgf4HD8DAEVuDnwbwIwEEAHRCCHh78kw8Mvz++Hwkfab0OZJNKn7u5IOvcsuQiwmYQFMg4Gs0ARNYbALVqEYsNIs92ANMwARMwARaLIHs+4NH7wfRYj8DvnETMAETWKoEfHITMAETMIFGJ9Cq0c9Q4QQB2a8KTQ6ZgAmYgAmYgAmYwBcmEDgyxDyDjkuTItBwFxtqpgrBn4YaGvZMwARMwARaPAF/L7b4j8ACAKSF1KmL6pLqWoAtX7YoLdCWRt0yD1f8PltQoH4StLiA+m7ftrj3stU0jWUCJmACJmACkYAPJtAcCXR56CK0+/63mQKlnIh3GRfrV+Pzyybis/PGxv/kptypmE/JV+6ULEfFOWQltclaJmACJmACJmACJmACJmACJtDUCPh6TcAETMAETKBI4N1338UhhxyCY445Bh9++GGxqZZ//fXX47e//W2tmCsmYAImYAImYAImYALLLgFfmQmYgAmYgAmYgAmYgAmYgAmYgAmYQPMn4Ds0ARMwARMwARMwARMwARMwgZZG4JVXXsHo0aPr3PbWW2+NwYMH14k7YALNgYDvwQRMwARMwAQagsDQoUNx2WWXVZxq7ty5+MlPfoJrrrmmYruDJmACtQmk580UrfwkPacmKT3LRnbsha/i8YnvZ5vUcsrUv7oa6LP2qhh+y9Zo2741W1xaIoH+Bw/A5mdtBX0etJGxnPgZIYy3J83EI8Pui89H0mdLnyfZpNiPA5PlEA7nB4uOYjQuJmACTYCAL9EETGDxCehJ3ghAoOCXCZiACZiACSwigYDAnoHHQOtiAiZgAiZgAl8uAZ/NBEzABEyg8Qm0avxT1HeG/2fvPACrKPI//hukWU4BwQZ6FKXbBcGKjb9nr5x6Z1ewIqeeDSnq2UUQsZ69gtJRUSkiWAD1xA4q1QKingUVT5H89zPJPDaP95KX5CV5Sb7J++2UnfrZ2Z3fzu7O5D+cSbdX/iIgAiIgAiIgAiJQUgJoF3n+LZKSxlT46kOAVhCvTbI7vk92ERABERCBiiGgXHKDAH0ikhulUSlyh0Dyi9O4EUrIi9fYMePCi9nIDU+ssjvG5hmvEvgX0iKLc35jXTrWtanDmpCMRAREQAREQAREQASqPYFNZwyyeru1N4t0oUgbikyL/pzxv3roBPv92hH+Izd0qLhehT3oW5hRpMQHbsl23BIRyG0CKp0IiIAIiIAIiIAIiIAIiIAIiIAIiED1J1CyGo4fP9569Ohh9913X9qInTp1soULF9qpp56aNox2iIAIiIAIiIAIiIAIiIAIiIAIiIAIVCQB5SUCIiACIiACIiACIiACIiACIiACIlD9CaiGIiACIiACIiACqQgMHTrUfvrpp7V29e7dey0/eYiACIiACIiACIhA7hOo2BKed9559vDDD5tzLmXGPXv2tEGDBqXcJ08REIF8Aslzz+COC/PUBAlz2GCOuOkjmzlhmbnov+BnzjmLNtaiYyPr+8T+VqfeOqa/mk1g5zM62T5X7W8WNQ2L/nwTwYxk0bOf2itXTPXzI9HGaFeYQeLtEHsUJTFHUnDjJxEBERABERCB6kQgj8qwQbBLRCBnCahgIiACuUQgf70sOg8kl0qmsoiACIiACIiACIiACIiACGSDQK1sJFKqNMITntJFViwREAEREAEREAERWIsA7484x3atXfKoMQSSj3+yu8aAUEVFQAREIHcIqCQ5QiDqE6Un5cixyJ1iJL8wjRuhhLxwjR0zLryQjVz/+Cq7fUz+SwRs89hEETG7dKhrU4c1iVz6iYAIiIAIiIAIiEDNIbDpjEFWr2s782pRYuMttnroBPv92hH+Izd0qbh+hT3oXZgQC2ayHbdEBHKWgAomAiIgAiIgAiIgAiIgAiIgAiIgAiJQ/QlkWEPGt6655ho76qijbPbs2WljXXLJJX5/8+bN04bRDhEQAREQAREQAREQAREQAREQAREQgQomoOxEQAREQAREQAREQAREQAREQAREQASqPwHVUAREQAREQAREYC0CL7/8st17771r+R933HF26KGHruUvDxEQAREQAREQARHIeQKVUMCTTjrJRo0aZRtuuGHK3C+++GLr379/yn3yFIGaToBvcWAQN7EHYX6aIGHuGswRN39kMycsjaIyxw1ifu4b4jXv0ND6Pr6/1am3TrRfPxEw2+mMTtZt4P4eBXNGYqHVIIue/cReuWKKnx+Jtkb7wgxCm4qLj1uQCP64JSIgAiIgAiJQnQg4KsMGwS4RgVwloHKJgAjkFAHn1+R0ZloPwvQnAiIgAiIgAiIgAiIgAtWRQK3KqFSe5RlSGXkrTxEQAREQAREQgepLgJdFeOEDs/rWUjUrmkD86KNxxt1Fx9ReERABERCB8iGgVHOFQNQnFrwgmyslUjkqlwB6c7wEuBH8eNEaO2ZceBEbuf6JVTZsrJlzzvhj65zfWpcOdW3qsMZ4S0RABERABERABESgxhHYZMYgq9e1nRmqkd94i7flDZ1gv187wn/khk4V17OwB/0L06K/YEZWi9txS0QgFwmoTCIgAiIgAiIgAiIgAiIgAiIgAiIgAtWfQCY1nDNnjvXo0cNPysc4WKo4G2+8sU2cONFuvPHGVLvlJwIiIAIiIAIiIAIiIAIiIAIiIAIiUIkElLUIiIAIiIAIiIAIiIAIiIAIiIAIiED1J6AaioAIiIAIiIAIrE3gtttuW9sz8undu3e01U8EREAEREAEREAEqh6ByirxkUceaaNGjbJmzZqlLMI111xjffr0SblPniJQUwmEeWXiJvYgzEsThG91sGOOuHmuzRy/1JjYxrHx4p3WomMj6/vYflanXqUsQ2L6y10CO53RybpddYA553wh2Tpzkd3Z4mc/tVevmOLnRwrtDDNIaJPBjCIl5kXCD7dEBERABERABKoLAVa4ME3nXV0OZ7WuhyonAiKQWwR8/xF1ILpHyq3jotKIgAiIgAiIgAiIgAiIQLYIVMqTN2cuepTDw5xsVUPpiIAIiIAIiIAIiIBF+gXivGn6q6EEXKzeLmoLLuaWVQREQAREoBIIKMucIUCfiORMgVSQSiSQ/PAfN0KReMEaO2ZceNEfueGJP2zYGELmrXnhOnISZ9f2deylOxpHLv1EQAREQAREQAREoOYS2OSVW61ul3YRgEhfsrzINL9FX8q7bbytum6E/8gN3Squb2EnTDCJiBsTidtxS0QgxwioOCIgAiIgAiIgAiIgAiIgAiIgAiIgAtWfQLE1fPjhh+3YY4+1kSNHpg172GGH2RdffGEHHnhg2jDaIQIiIAIiIAIiIAIiIAIiIAIiIAIiUGkElLEIiIAIiIAIiIAIiIAIiIAIiIAIiED1J6AaioAIiIAIiIAIJBHgnbcxY/xEGoX2nHfeeda1a9dCfnKIgAiIgAiIgAiIQBUhUKnF3H///W3UqFHWvn37lOW47bbb7LTTTku5T54iUNMIhPlk4ib2IMxDEyTMVYM54uaP7PXxX/o5bdgwy42f4SbPrHmHhtb3sf2sbv11ahpO1TdDAjud0cn26r8fTadAooYT2fIiY9Gzn9qrfaf4+ZFoe7Q3zCChbQaTLLHHTewSERABERABEajqBJw587/IMP2JQO4SUMlEQARyjICj84gk38yxwqk4IiACIiACIiACIiACIiACZSZQq8wplCoBIkVPcTAkIiACIiACIiACIpAlAmgX+S8cZSlBJVMFCdAK4sVOdsf3yS4CIiACIlD+BJRD7hCgT0Ryp0QqSeUQCC9Ih9xxI7h5sRo7Zlx48Rq54ck/7PaxUTtyhHb+NYJ8m1mXjnVt2h2NcUpEQAREQAREQAREoMYT2OSVW61e1/aF9CXnnFkkebeNt1XXjfAfuaFjxfUu7EEfw7ToL5iR1eJ23BIRyB0CKokIiIAIiIAIiIAIiIAIiIAIiIAIiED1J5C+hv/973/twgsvtFNOOcU+/fTTtAEHDx5s48aNs3r16qUNox0iIAIiIAIiIAIiIAIiIAIiIAIiIAKVSUB5i4AIiIAIiIAIiIAIiIAIiIAIiIAIVH8CqqEIiIAIiIAIiEAygaFDhyZ7WaNGjax3795r+ctDBERABERABERABKoGgcovZefOnW3kyJHWpUuXlIV58MEH7ZhjjrHff/895X55ikBNIBDmkYmb2IMwD02QMEcN5oib59rr45eZc84coBIbZy06NrK+j+1ndeuvnSQ1mQAAEABJREFUwx6JCKQlsHPPztZt4P6+DfkmRMgCy6JnPrHX+k718yPRBml3mEFCGw0mUbHHTewSERABERABEajKBPIovN9gkYhArhJQuURABHKNQP56WXQgSK6VTuURAREQAREQAREQAREQAREoK4FaZU2gVPF9pIKnON6ujQiIgAiIgAiIgAiUnQDahXNsy56WUsicwMSJE+3666/PPEK5hkw+/snucs1ciYuACIiACCQTkDuHCER9ovSkCj8ehx9+uL3//vsVnm+6DMOL0WE/bgQ3L1Rjx4wLL1wj1z/xhw0dnWd5vDeAGBvErHP7OjZtWGOSkYiACIiACIiACIiACBQQaPLKrVanSxvvQmtC17JIh0Kfyhsy3lZdN8J/5IauFde/sBM2mCSAGxOJ23FLRCAnCKgQIiACIiACIiACIiACIiACIiACIiAC1Z9Amhq+9NJL1qNHDxs8eHCaEGZt27a1OXPmWJ8+fdKG0Q4REAEREAEREAEREAEREAEREAEREIEcIKAiiIAIiIAIiIAIiIAIiIAIiIAIiIAIVH8CqqEIiIAIiIAIiEAhAnfffbfNmDGjkB+OCy64wLbZZhusEhEQAREQAREQARGoegRypMTt2rWzkSNHWvfu3VOWaNSoUXbQQQfZt99+m3K/PEWgOhMI88fETexBmHcmWZijZsQtc+31CUsjNMwJGElkMya2iTbNOzS0vo/ta3Xrr4OvRASKJbDTmZ1tr4H7R62nIKhvS5E9MhdO+Nhe6zvFz49EW6T9YQYJbTWYUSzDHjexS0RABERABESgOALcE/znP/8pLliF73fk6DdYJCKQowRULBEQgZwj4MyZsRYEYvoTAREQAREQAREQAREQARGobgRqVUaFeCSIVEbeylMEREAEREAERKD6EsiLqsaLHpiRVb8KJHDFFVfYTjvtZBMnTqzAXFNlFTv6eWicMXeq4PITAREQAREoVwJKPJcIRP1i1DfmUolqQlnef/9923bbbW3AgAGVXl305HghcCP48SI1dsy48KI1cv2Tf9jtY6OQzvl3B8xFdjaRe9f2de3lOxrjIREBERABERABERABEUgisMmrQ6xul3ZoTuacM//vokCR5A0Zb6uuG+E/ckPniuth2IN+hhnFsGAm23FLRKCyCSh/ERABERCByiOAjpCpVF4plbMIiIAIiIAIiIAIiEB1IJCqDkOGDLGjjz7apkyZkmq39+vVq5d99NFHtv3223u3NiIgAiIgAiIgAiIgAiIgAiIgAiIgArlLQCUTAREQAREQAREQAREQAREQAREQARGo/gRUQxEQAREQAREQgTUEVqxYYUOHDl3jUWBr06aNnX/++QUuGSIgAiIgAiIgAiJQ9QjkUombNm1qTz/9tP/2IFW5Jk+ebAcddJAtWLAg1W75iUC1JMC34VQsbmIPwrwzQZiTJsiIW+bZ6+OXEtWMeWwQi/6cWYsOjezKx/a1uvXXiTz0E4HMCex0Zmfbe+ABUQRHs4rM6EfbimTRM5/Ya32n+PmRaJO0Rcwgoc0GM4qZmCMJP9wSERABERABESiOwOeff24777yzXX755UYfU1z4itqfZ3nmf5FRUXkqHxEoKQGFFwERyD0C+f1HtNV6ELl3cFQiERABERABERABERABEcgCgVpZSKOkSVj0CMdLiSPmQIRffvnFeCngsssu8y8GdO7c2XbZZRcv3bt3t3PPPdfGjRtnP/zwQw6UVkVgwsh9993XH58jjjjCvvnmm1JB4bifffbZPh2O9/Tp00uVjiJVfwLFtZXi9kNo4MCBibb2yCOP4JUTQrun/SOcD9QlJwpWgYVYtWqVzZw506666irjmrLrrrsmjtV+++1np512mg0fPrzUfUAm6T/++OP21Vdfpa01LzbcdNNNiXIddthh9uWXX6YNX9yO77//3o4//vhEevfee29xUSp1v4tyd1VWy4gKX8V/b7/9ttePTj311DK1u7JhcGuiO1elWkP8Osu1NlPh+tOjRw8bNGiQnyyb68AaCNXfFudWU/unkh7lXNU1kuuhY5tMpEq6VeicIlC1+sWcQpeFwlx99dXWvn17GzNmTBZSK3kSyfoBboSUeLkNO2ZceMEaueHJP2xoVGzCWF4eP/8CGpvO7erYy3dsTDI1SuJ9aXE62+67727clzGWyJhiTbyXrlGNowIrS1tC/w1tEN2pArNXVjlAgGPONYY2wHUpVZEIw/5sCWPtjLmHvLDjR/qYuMO+TM14GUubRsgr+bwozdgqzxAY96NOSLo0YM5+BHsoQ6ZmclnTpQFTuJAPAq9UeeDP/kyE51p8+MpYZnFjjanyCn7U4bnnnvNjonvttVdi/JBxCtJmH2FC+JpsNnl1sNXZtW2kR6FLIREN/zJ/ZB8yzv64boT/yA3dK66PYUcHC2YUy6eBibAPUyICOUBARRABERABEahgAugBQUqSdYiDWZJ4CisCIiACIiACIiACIiACZlYIwvz58/3Y4D/+8Q/77rvvCu0Ljvr16/v3Ke++++7gJVMEREAEREAEREAEREAEREAEREAERCC3Cah0IiACIiACIiACIiACIiACIiACIiAC1Z+AaigCIiACIiACIhAjMGTIED9nV8zLW3v37m0NGzb0dm1EQAREQAREQAREoAoSyLkib7jhhvb0008bc9WmKtzs2bPt4IMPNua0TbVffiJQnQiE77zjJvYgzDMTJMxFgzn8lrn22vgvLS/PCiQvMiOJ4DRv39CufGxfq1t/ncilnwiUnMBOZ3a2vQbsH7WppPYVtbdFEz6x166Y4udHom3SHjGDhLYbTHLHHjexS0RABESguhJgXaorr7zSevXq5eXGG2+0n3/+uUTV/fXXX23w4ME+Pum88847JYpfXQLfcMMN1rp1axsxYkROVImZvM2ZuUgsx/+S59Dk3ou2WZJiM2+k5rgtCbGShWW+0TBXaLo5TkuWog9dJTZhTlXmQWXe1CpR6BwuJAxDW+Kc5dzN4eLWyKI5c1G9XbR1kamfCIiACIiACIiACIiACIhAdSNQq+IrFHKMntoEaxUwV61aZY8++qgdeOCBFhbsWr58ufGAKRT/v//9r82aNcuuueYa6969u918880ZD65+9dVXxmJw8+bNC8nlpPm///3PGAx66qmncrJ8ZSnUggUL7PLLLzcGJ8uSjuKKQFUlUJ3P77IeE9hw3fvLX/5i5513nk2YMME+//xz/9JBSJuHGO+++67dcsstJe4DeCHhxRdftEzS5wHcoYceapdcconRd4T8g+mcsz322MPq1KnjvZYtW2bvv/++t5dm8+GHH9qiRYt81EaNGhkLeHlHjm7QLvJfPcrRAtaQYj300EP+Ieltt91WCTWmFcSzTXbH91UPO9cf9Jgnn3zSTjzxRPvnP/9p3377bfWonGohApVAgHu8F154wW699dZKyD03s0TnKN39am7Wp+aWij4RqbkEKrvmvGxy1FFH2QknnGD03RVVHu434nnhRvDjmocdMy68WI3cMHy13TbGjFcFnIu2kUQ/79G5XR2bfsfGpr+iCXA/+eWXX9rkyZP9mCJji4yt4V90TO0VAREQgfQEli5dasOGDTNdS9Iz0p70BOjzeb7FWGZxY43pUnnjjTfs6KOPtv79+xvpxF/6ZJwCP/Ydfvjhxrgn+ka6tGqKf5PXhljdXdsailXQpyz6izQsyxsyzv64foQfb0YH4xjFBX64MaMoFsxkO26JCFQOAeUqAiIgAiJQkQTiukDIF7/iJIQNJuGDXaYIiIAIiIAIiIAIiIAIFE9gTYjRo0fbscceaw8++OAazyTb3nvvbYsXL7a//vWvSXvkFAEREAEREAEREAEREAEREAEREAERyF0CKpkIiIAIiIAIiIAIiIAIiIAIiIAIiED1J6AaioAIiIAIiIAIBALz58+3oUOHBmfC3H333e2cc85JuGURAREQAREQAREQgapHIDdL7JyzBx54wC644IKUBZw7d64dcsghNm3atJT75SkC1YFA+L47bmIPwvwyQcIcNJgjbplrr49fFiFwFuaucZHFOWctOjS0fo/ta3Xrr2P6E4GyENipZ2fbe+ABFjWrNUKCzmzRMx/b632n+PmRaKO0S8wgoQ0Hk2jY4yZ2iQiIgAjUBALMN8z8s+E6WBPqnM06Mm573HHH2THHHGOVvXaXn8WbDZLNSlZAWu+995498cQTheYsrIBsa3QWlTOHf9VAzpzsP/74ozVp0sRatWpVNQpdiaVUW6pE+FnKOs/oOIJkKVElIwIiIAIiIAIiIAIiIAIikDMEalV4SRIZRk9sEvbctvz000/Wr18/u+222yy+iElRpebh04gRI+zMM880FuNJF5YFelioh4kQebmAh1Xpwla2P+VjIkZeVP31118ruzhZy/+7776za665xo4//nhj4CdrCSshEahCBKrr+Z2NQ8BCjb169bKbbrrJuF6QZq1atWyLLbaw7t27Gwt4spBV69atbZ118l90CX3AaaedZgsXLiRKWlm1apX/AODKK69MpJ82cMEO+oqpU6faKaecYh9++GGB7xpju+22s3bt2nmPEJYyeY8SbHg4yEPC33//3cdq27atNWvWzNtzdYN24RzbXC1hzSnXzz//bH369LE99tjDXn755QqsePLxT3ZXYFHKkNX6669vBx10kL/GcJ1JJ1yHuB5xXQrZcU1nkT102OAnUwREIDMC77//vu9f+/btazwQzixW9Q1V5vvV6oumitYs6hOlJ+XEsXvyySetTZs2duONN1Z4edDxETLmXgE7Zly4d0Cuf/IPGzKaFwUs/5WBvMgeSfSzzm3r2Iw7G5OMpIQEGFtkbO2SSy4x6WslhKfgIiACngBjSSyqxMvd3kMbESgjAfSAosYak5MnLGM+X3/9td/FmETLli2NMVIEO37sZDyVcc9HH31UL4BHQJq8fpvV7dw2YhE5ItUq2iZ+eYPH2R/XjfAfuaGLcVziEvQ2TCIFM9mOWyICFU5AGYqACIiACFQYgbgOQKa4kbgdd7LE92MPQrhglykCIiACIiACIiACIiACRRKIdvIe4cCBA+3oo4+2t99+O/JJ/SMM7y9tsskmqQPIVwREQAREQAREQAREQAREQAREQAREIDcJqFQiIAIiIAIiIAIiIAIiIAIiIAIiIALVn4BqKAIiIAIiIAIikCDAvA/ffPNNwh0svXv3DlaZIiACIiACIiACIlA1CeR4qYcMGeLn+k9VTOaAPvTQQ23cuHGpdstPBKo0gfBdd9zEHiQ+z0yYewZzxKB59ur4ZUY4PyNgYs6aPGvevoH1e2xfq1s/f070Kg1Ihc8JAjv27Gx7DTggv6lFbS36eTuFWzThY3vtisl+fiTaK+0TMwhtNC7EwR03sUtEQAREoCYQYK6+Tz/9tCZUtdzqOGrUKGNdlH/961/llkdxCTsCsEGwVzEZPny4zZkzp4qVuuoVt1Ln8K8CuDVRYJsAABAASURBVNAZZ8+e7UvKek5NmjTxdm3WJqC2tDaTqurjzEVFj0TrQUQc9BMBERABERABERABERCB6kegVkVXifzyLP8fe64LD4dGjhxpkyZNShS1efPmdt1119nzzz9vDBS8+eab9sYbb9iLL75oN9xwg7Vv3z4R9uOPP/ZhWdwr4RmzrFixwiZPnmzp9seCVrqVyRg///zzSi9HtguwbNkye+mll/xDw2ynrfREoKoQqK7nd1n5L1y40M477zx7//33fVL16tWzE0880fcJ48eP99f3K664wr849sQTTxgP1Hr27GmEs+hv/vz5dumll9rSpUsjV+ofcXgAwosKhGjYsKGxEOQzzzxjM2fONPoYhOsUHwt07drVwgJaLLJ11VVX2fLly4makA022MC6deuWcPNwZcmSJQl3phbKTd6EJ89DDjkkUTf8clF4KYS+GzMXy1cTy/Tqq6/69si59P3331cAgvjRrzo6ZzIYrgV8CMQ1pihBJ+V6NHbsWNt1110TycyaNctGjx6dcMsiAiKQGYH//Oc/9uGHH2YWuAaEKuv9ag1AVMWqGPWReZFUsVJX1+KuWrXKLrvsMttll13shRdeKLdqohuHxON27j9wY8aFl2KQG4b/YbeNccY/8V20cS7aRtK5fV2bcefGkY9+EOA+ifumdDJ9+nQbMWKEnX766fanP/2JKF7Qky+//PIqMSboC6yNCIhAzhBgLGnChAkZlWevvfZKjC2luk5xjerUqVMireKuaeTdrl27RHhZcpNAs2bN/POrVMccP8YcGXscOHCgtWrVKlEJxhr79Olj8+bNS/glWxYsWGA333yz8XIo+5o2bWoPPfSQPfXUU36MtF+/ft7OeGd4Voaucc8999iMGTOIUuOl8eu3Wd1d21qkaJmxifQri/4iTctsyFj74/oR/nkVOhns4hL0N8woSsGHmdiskD3fR1sRqDgCykkEREAERKD8CdD/IyEn7GWV5LSCW6YIiIAIiIAIiIAIiIAIpCLA2GKPHj2M9xVT7cdvyy23tJdfftkGDBiAUyICIiACIiACIiACIiACIiACIiACIlDFCKi4IiACIiACIiACIiACIiACIiACIiAC1Z+AaigCIiACIiACIpBPgPm5mNMv37Vme8QRRxjvyq3xkU0EREAEREAEREAEqh6BqlDiq6++2m666aaURf3pp58MvezRRx9NuV+eIlAVCfBdOOWOm9iDxOeXCXbmnhkxaJ69Om4pM9SYc8xOE0n0I60WHRrZlY/tY3Xrr4NTIgJZI7Bjz86254ADfJtb0+xoeM4WP/OJvd53sp8fibZKO8UMEtp0MCkU9riJXSICIiAC1Z3Ar7/+6tcH+Pnnn6t7Vcu9fv369bPtt9/eMp1/M5sFyrM887/IyGa6FZUW7Y9x8B9++KGisqyR+VTmHP5VATjrwb333nu+qDvuuKPVrVvX27VZm4Da0tpMqqqP7z+iDiTcC1XVeqjcIiACIiACIiACIiACIiACqQnUSu1dbr4+YWf5/96R45ulS5f6wdFQTB7+P/7449a9e3dr3Lix1aqVj9A5Z40aNbL999/fHnjgATvxxBMT+3jB85VXXglJyKxAAixGxKJETDw5duxYf8wqMHtlVQMJrLfeenbXXXclFtZika2SYmDhJdosctJJJ5U0ermFpy6UCaGO1LXcMsuBhP/73/9a3759bcmSJb40TZo08cf2ggsusI022sj7JW/WX39969mzp11zzTVWr149v5tFsW655ZbEoljes2DDS2UshvX77797n86dO9uoUaP8y/+bbbaZ1a5d2/uzYaHI3XbbzXhQcvHFFyfSnz9/vnF9I0xcdt99d98v4ffNN9/Y22+/jbVE8s4779iXX37p47Ro0cIvTuodObxxUdmc1zMii345ReCOO+6wNm3a2L///e9yLpeLpe9qTGvYYost7LrrrrNtt902Uf+JEyfa999/n3DLIgIiIAIVTEDZ5RwBF5UIiQz9cobAW2+9ZQceeKCdccYZ9tVXX2W1XPEH/MGOGSS8KB1MXqBGbhi+2oaMpq3k8ZqALxPvmhGvU9va9sodjbyfNpkR4N65VatWdvbZZxv3fzvvvHMiImOGY8aMSbhlEQEREIHiCHz22Wd+bCiMJRUXXvtFIBUBxhwZezzkkEPskUcesTPPPDPxPIsx0WHDhtkvv/yyVlR0gZEjR9rXX3/t9zFeevPNN1v79u29O75p2bKl3XjjjYaJ///+9z8jLibumi6NX7/N6nRqE2GI9K08r2l5vctbB4+11deP8B+5oZsFXS2YHAfsmFECFsxkO26JCFQQAWUjAiIgAiJQjgTo65GQBfZUEvQDzGQhPH6YqSQ57eCWKQIiIAIiIAIiIAIiIAKBwP33329HH310yvcUQ5jjjjvOv2vJe6bBT6YIiIAIiIAIiIAIiIAIiIAIiIAIiECVIqDCioAIiIAIiIAIiIAIiIAIiIAIiIAIVH8CqqEIiIAIiIAIiEABAebyK7AWMnr37l3ILYcIiIAIiIAIiIAIVEECVabI//znP/08z+kKzJzczIGSbr/8RaCqEOD7bsoaN7EH4TvwIMw1E2T4oHn2yrillj8zjRXMMRO5ol/z9g3tyse6Wb36a+YuJw+JCGSLwE69drU9+u8XtbsoxajN5SVaotmiCZ/YzL5T/PxItF3aLGaQ0LaDGaUQpRMlElnwiwz9REAERKBGEGB9ksmTJyeugTWi0uVUyXfffdcOO+ww4x6B+TjLKZu1knXmzP8iw6roHwuvP/HEE2qHOXD8ymENqhyoVfFFYC0l5i9dd911bbvttis+gkIUS4D5HFgzDKkJ64YVCyQHAzg6j0jyzRwsoIokAiIgAiIgAiIgAiIgAiJQJgL5q9eXKYmSRI6HzX/YEvfJRfs777xjX375pS9aixYt/EIo9erV8+50GxZPOf30023HHXf0QXjo9Mwzz5gWNvE4tBEBERCBnCfAiwAjRoywjz/+2Je1UaNGdsstt2Q8KLzPPvv4/sJHjjavvfaasbBnZC30+/TTT+2TTz7xfhtuuKGdf/75huk90mycc3bUUUfZ//3f/yVCTJkyxVicK+ERWZo3b26dO3eObPm/adOmlagfos+aOHFifuRoyyKVDRs2jGy5/UO7yH8hJLfLWVNLt3z5cuvZs6d1797d3njjjXLCQCuIJ53sju+rXvaNNtrIDj300ESlWER46dKlCbcsIiACIlCxBJRb7hGgT0Ryr2Qqkdn9999vrVu3tvL42IT7GxhjIoxTJQsvTiM3DF9tQ0ZHoV0ksZcEcHZuV9devXNjdkhKSWDTTTe1gQMHWsuWLX0KHIcnn3zSKvIFQp+xNiIgAlWSAGM1Q4YMsWXLltn6669vu+66a5WshwqdWwR43sXzrCOOOCJRsFmzZhljiQmPAgsvzr7++usFLrMjjzzS6y8JjyTL5ptvbmeccYbVqpX/KJKx1vC8LSlojXQ2njnU6nRua9Fwb1R/Z/7fRVZ+g8fa6uuf8h+5oaOhM8QFnS4IwbFjInE7bokIlD8B5SACIiACIlBeBJL79eDGjAt6Am7MIO9NXGDBjhn2Y8aFsuPGDJLsDv4yRUAEREAEREAEREAEah4B3vW64IIL7IwzzrAlS5akBXDPPfcYz7zSBtAOERABERABERABERABERABERABERCBKkBARRQBERABERABERABERABERABERABEaj+BFRDERABERABERABCDz77LPGgkfY48I3scwfGPeTXQREQAREQAREQASqHoGqVeKzzjrLHn/8catTp07KgjNP87XXXptynzxFoCoQCN9tx03sQfgOPEiYYwZz+KB59uq4Zfnz0UQVZUoa5/zWWnRsaP0f28fq1a8d7dFPBMqPwE69utheAw6wqCFa/I+WuGjCPJt55RQ/PxJtmHaLGSS08WASH3vcxC4RAREQgepIgHkiQ72mTp1qrEUS3DLLRuDRRx/1cx/eeuutZUsow9h+Fm+/yTBCDgVjvYpQnOHDh9ucOXOCU2a1IVA1KjJ79mw/D1azZs2M9ZOqRqlVShEoG4E8o/MIUra0FFsEREAEREAEREAEREAERCD3COSvulFR5SqUD49oCnnkpIMFTULBWrVqZY0bNw7OIs0NNtjA4gumzJ8/37755psi42inCIiACIhAbhBYuHChjR8/PlEYFrNq3759wl2cxTlnhx12mNFvEPb333+35557zr+QgDvIjz/+aCtXrvTOrbbaypo2bertxW1q167t01933XV9UBbOSp5gd5111rG99torscDW3Llz7fPPP/fhM9kQljiE5WHhgQceaM7lft9NCZ1jS8kluUpg0qRJ1rlzZ7vkkkuM8yO75Uw+/snu7OaWa6mxmGy4Nvz000/23Xff5VoRVR4REIGaQkD1zEECUZ8oPSkHj8uaInF/wMcme++9t82YMWPNjlLYkl9wxo2El6LjJi9MIzcMX22DR5t/PWDNhhcFzHZpW8devbNRKUqiKMkENt98c7vooousXr16fteyZcvspZde8nZtREAERKAoAiNHjkz0D8cdd5y/ry4qvPaJQKYEGGvkg9jWrVv7KOgJEyZMsF9++cW7w4YxyPCca8MNN7Q999wz7EprdujQwZo0aeL3//bbb/brr796uzb5BBrPHGp1OrXxDrQuBEcelkgx++P6EX5MGV2N45Is6HdIfhwiYYv0OZ9Avl1bESh3AspABERABESgXAiEPj4kHtyYQeK6QVxfeG/iAhvxj5cMM4SJ78cvpIFJHsHEjiS78ZOIgAiIgAiIgAiIgAjULAK839WjRw8bOnSoWZqq77TTTvbxxx9bz54904SQtwiIgAiIgAiIgAiIgAiIgAiIgAiIQJUhoIKKgAiIgAiIgAiIgAiIgAiIgAiIgAhUfwKqoQiIgAiIgAiIgCdw2223eTO+WW+99ax3795xL9lFQAREQAREQAREoGoSqIKlPuGEE2zUqFG28cYbpyz9lVde6eeuTblTniKQwwTC99pxE3sQvvkOEr4Fxxxx68f26rhlUc1YMjB/Phm2uFp0aGD9H93H6tZfJ9qvnwiUP4Ede+1qe/bfv1BGvj1Gm0Xj59nMvpP9/Ei0ZdovZpDQ1oNJItjjJnaJCIiACFQ3AgcffLBtsskmvlrMuzd69Gj7+eefvVubshOAKXP6du3a1aZOnVr2BItIwbHPb7BULTnjjDOMtW8oNe2P78V/+OEHnJLqQqAK1IO51t9//31f0h133NE22mgjb9dGBKo7AWfOjLUgENOfCIiACIiACIiACIiACIhAdSNQqyIrFPLiQSES3FXFZEDqf//7X8bFbd68uTVo0MAPsGKuXLkyEXf69Om2yy672IEHHmiff/6592fw4cQTT/T+7COM35G0+eqrr+yRRx4xwu63336J8J07d7aDDjrI+vbta++8847xkCspasJJ2uSBkNaqVavsqaeessOvbFw0AAAQAElEQVQOO8ynt9dee9mFF15or7zyih1xxBHe75lnnknEZ4COuMjAgQMT/sVZ5syZ4xeFId4pp5xi1DldnNmzZxsDp4RFnnjiiXRBbeHChZ4l4agDC9EQ+KOPPrJ9993Xl596hMVp2Ee9CQ/HUA6OBccEf+IRn7DpZPHixXb11Vdb9+7dfR7Ew44f+9LFK4k/fEk3lOfbb7+1a6+91jhG+HPMhwwZYvG6hfRpAxxDXiiOtxXs+NEOOPYhfHEmD0cXLFhg119/vW8rtDnKsPvuu9vf/vY3e/zxxzN6gEA6sC0qHc63ospDfJiQP4wIS12oE5OJBj677rqr8SJPpmUjHYTFjZ577jk77bTTEqzJi+PLOcZAIfUgbFyId/bZZyfaA+WJ78/ETn3IC6GdFhWnLNcD2gznBflkcn5TF8Ii1JG6pisbbDhGuXyM05Udf86br7/+Gqttuummvr07Fw2SeZ/MNo0aNfLXHxbOoh1xjjiXPg3aPA+NMkvdrFmzZv7lNPJBWEArOS7HqkWLFt77v//9r7366qvensmGsMQh7Pbbb29t2uQvRIU7lyUvKhztDzOy6pfjBG6++WbjHCmqjy95FWJHPy/P+C95GlU3BjpN0DnXX399r4sWVZts6wpl6ZdSlRPd+/nnn/f9MfoG1zX6ePTUdH1xqnRK40c/eeedd9oxxxxj6BPkjYkbf+qaabpcl5YsWWK33367MTk6dSA9hDTpj+kz0bMIm0m69MOl0VXSpU190SnRpYOOh85YXqyzfWzRA2fOnOnvhQ455JDEMYMxvNH50Qfpb5MZwBLdhrDc54T96Ef4IewnXNgXTI5Xto4tadEGaAvx40Abod3Rfj777LOQdbFmWc7voPdxb8Q9EplxfYEjPBDC4J9OUvkTh7gIei7HLdV9aKrzGz6l1S/nVNB9KOdRqnrnjl/UK0Z9Y+6URyVJR4BzhWsX9+0rVqxIFyytP+cLO+Mm9rhwjUB4URq58ak8Gzwmul+J7lmin1lkzd8426VNHXvtzkamv+wR2GGHHWznnXdOJPj6669bqn4mESCy0AfQF9An0DdwLcXEXVLdJErO4n0x7Y30kDDuUdzYImkEQS+iDJSFMpEO+gT9Gf0a12/aXwhfWpNzg7SR6tiPhPHM0vIJ8RiTZGySYwkrBDt+7AvhijI5XmXRcV588UWjDZD3X//6VwvjC0Xl+dNPP3m9nzjEJY104akHbYs2RljicL/A2Es6nS9dWpn6o7eUVt/MNI+iws2bN88efvhhP+bP9QO9zDl/sS4qmvaJQMYEGF/k3jREoM1xrgU35rrrrmvbbLONbbbZZta8eXNr2rQp3pIyEth45u1Wp1Mbr35xVnthE/m4wWMs74an/Edu6GzobwjX6WQpYzEUXQRKTUARRUAEREAEsk+Afj6eanBjJgu6QRD0hfcmLrCnL5qOJmEjL3rZcOMfwmAmp4Gb/IKJHUl24ycRAREQAREQAREQARGoGQQGDRpkRx55pL388su+wqk2//jHP+ytt97yY4ap9stPBERABERABERABERABERABERABESgahFQaUVABERABERABERABERABERABERABKo/AdVQBERABERABETA7KGHHrJJkyathYL5Pbbddtu1/OUhAiIgAiIgAiIgAlWNQFUt76GHHmojR460MIdycj2Yu/ass85K9pZbBHKWQPhOO25iD8I330HCt+CYI2792F4Zt9QszD1TMMcUzpYdGln/R/exuvXXMf2JQEUS2LFXF9tzwAFRlrRE883TOReZzhZP+NhmXTnFz49Em6YdYwYJbT6YFv1hjwwLJnaJCIiACFQnAo0bN/brmtSuXdtXi/nGZ8yYkfXr3vLly2306NE2YMAAY+70Xr16eRP32LFj7bvvvvP5V9cNc4Myfz51z2S+09JwyLM887/IKE38yozDPJHcQ9WpU8cX47333rMxY8ZYtvvfbM+V7AtbzKY85oZlTuiSrvcQ5kjOdA7/kqxBxZzRU6ZMMZ5d0M6ZcxfBjh95w6EoVIQhDsIczoSlnhMmTPBrizGHL/swWUuJtUDIl3DZki+++MKY27hWrVrWpUsXc86VOWnqUNJjlSrTn3/+2caNG+fnQS7tvNzhmLJu2kcffeSzYY7uVGt9FLXGWThWmbalEJ7jxzUQJj7zgk18fzaOPXWjjuTHnLXFrcNQ0vCklzyvOfObM885/jAtqFqVMfIKOo9sX3OrDAAVVAREQAREQAREQAREQASqOYFaFVi/RFbO8v8THjlsYRETBgMo4rvvvmsM5GHPRNq1a2eTJ082bv5ZeGjrrbfOJFraMNw033LLLX7AdujQocZN6w8//JAIzwMtBlpfeOEFO/300+3888+3b7/9NrE/neX333+3m266yUtYaIq8uCl/880300UrlX/Lli2tVatWPi4DLQy4eEeKDYs+UrawC/48vAvuuDl37lzjphy/9u3b26abboq13OTXX381jkGPHj1s/PjxhRaxYoAXP/bdf//9VtzAV0kKyfFhAIXBUY4RcTnmuNmHO8jChQvt+OOPtz59+thrr71m8baCHb8LL7zQjjvuOPvwww9DtLQmbenSSy/14UeNGmXkR5sjAgNxLAg0ePBgY8ClqIcIDI6cd955xiJVRaXDizcjRozwi1qRR3ECB9hQp//85z+JhfNoMx9//LGFslHvotJiAIQFxg4//HDr37+/0e4Ca+JxfDnHGIRkkOzHH3/Eu8KFMpXH9SAbFcn1Y1xcHWHL4oshHC/ks6hVcJfE5GHXE088Yeecc47RJ4T+JKTRpEkT23DDDb2T6yED27RB71HMhgd4PECjvTI4zIJ3yVFYuGvvvfdOeE+bNs1YUC/hkcZCGMKG3XvssYfVq1cvOHPadFHpnNczIot+VYLAokWL/IMeJo3+4IMPslBmtyaN6EGOi9rDGo/qbaPPQ38LtWzQoIFxrQjuZDObugLXzmz3S/TnLOB55ZVX+v4YfYM6kBf1pC++5pprbOXKlXhnTdDd0OEOPvhge+CBB4w2ClsywMSNP4uNog+GcrE/lQQdigdFDz/8sPHCBXUIYUnz888/N/Qi9DLqFN8fwgWTfoJrf7Z0FfJH5zrqqKPsscceK6TjoTPGWRdVLivBX7aPLenBDh0TPW3ZsmX+5b9QJMrNvRP6IDrms88+m5UXDbJ5bCkjx5560BbiujbHiHZH+zn66KP9fRvhQ/1Smdk8v1Oln4FfsUG410t3H4rO7pxLpFFW/bKi7kPRvRKFzkmLi3pFl5MlU6FSE7j99tutdevWvj9KHWJtX/qJuC/uINzDp5IbRqy2QSMt/9qYlxeZUQr+5bI826VNbXv9rkaRh37ZJMD9Vbdu3RJJct3mWpfwiFl4IWjgwIFGH0BfQJ9A30AQTNwl0U2I98Ybb/jxm6BnxfuVMO7B2CL3tPRJxEklQW9CL6IMlIUyEZa2Rlz6NcaA/vnPf2Y0TkncTKQ69iNlHc/M1nhlNnQcXsoKH9PRvhnnLe64oifPnz/fB2McpmPHjt4e39BWr776ajv22GONtkUbo60RBr08jE+i86Hjhn3sL4v8JxprRE+raH0zlJlxGu49OD8ZR2Lcf4MNNgi7ZYpA1gh06tQpMY7AuDf3UfHE27Rp4/WSZ555xpu0x/j+VPZ33nnHvv76a7+L69zmm2/u7doUJrDxrNutdqfWXg9DDUN/C468QaNt9Q1P+WclXNeShbBxCSnjF+wyRaAcCShpERABERCBLBNI7sNxxyWuC3APjhsTef/5hTbyn6/4EuXxAUhkG33xDMOf/UgIjxkknj72KFril+xO7JBFBERABERABERABESgWhJgnP2kk06yiy++2HhGVVDJQsbGG2/s35u+9dZbC/nLIQIiIAIiIAIiIAIiIAIiIAIiIAIiUKUJqPAiIAIiIAIiIAIiIAIiIAIiIAIiIALVn4BqKAIiIAIiIAI1ngBzFPDNdjKIP//5z34RnWR/uUVABERABERABESgChKo0kVmTq6RI0fa9ttvn7Ie99xzj59rPeVOeYpADhEI32fHTexBwjfecZPvwIff+rHNGLvUTzmT/6l4XmSPJKpb8w4Nrf+j3axu/XUil34iUPEEduzVxfYYsL/POMyPlN+mzRaNm2cz+0728wDTrmnPmEHyw0Vt2c9zSeyCeS+j1NgXGfqJgAiIQLUjsNNOOxmLF4eKMZ8887UGd1lM5h196KGH/Do6YS52rrmkicnc7BMnTrQrrrjCRo8ebYyLsq+6yt133+3nbsbMdh2dOfO/yLAq+MeC3X/5y18SJWch8OysA2L+O/Rsz5WcKGgRlmzPDYsuwvmZrfUeiih6Rrsoz6xZs4w1v1gbjHn6WSciRMaO34UXXujXDctknbEQN8wjcNVVVxl25vBlHyZrcjFHNWuCsA//bMh7771nzGvKmkxhnbrSpgubbBwrrpOsJ8e5wZoQ1J25jkO5mPeXa2sm83KHOJiU7+mnn/bzJada64M0WVcFzswxTJyKEo4pc0hU5LHPpG5hXvNsrQeTSZ4VFcbReUSSb1ZUrspHBERABERABERABERABESgogjUqqiMzJJzyn/Ikuyba+6OHTtaWKyIgQcGkf79738bN91lKSsLnRx11FF20EEH2frrr++TqlOnjjEIhj9CGL8j2nADzkJZw4cP9w+xIi/baKONbJ999jHCMiDUunVrW2edNQ9gGZgZNGiQcdNK+HTCYkhjx471cakv6WE2bdrUDjzwQNt///19HltttVUiiQ4dOng/wu64444J/+IsLAhD2oRjoCV5ARn8kd9++80YjMEeZPHixbZixYrgTJgMZLBwWfDo3Lmzr0twpzO33nprXweYw55wHAuOCfXiJh/G+CcLE1cyQMmDRMKE40DdwjFgHy+GjBs3Ljl6qdwrV6606667zlgMa7311vPH/pBDDrEtttjCdt99d2vfvn0iXQaJWKQtLJpVq1YtY9FL2gkSbysM9vfp08dmz56diJ9sWbp0qZ199tk2depUv8gM+1ncsnv37p4hzFm8Dv/vvvvOLrvsMnvppZdwFhIGdnr27Gm0zbAjns52221nIR0GuWi/LApaXBtesmSJsQDX22+/bfG6Bj4hL8rGIBoMg1/cpC09+uijxqAXYdnH8eS40ibi6TEwxwDf5ZdfbpyfhK0oIb9sXA9gnc3zm/rn+jGmjMUJx542FcJxbtEOgjubJucl7Ys0aVN33HGH3XjjjcYCdrRH/Msqe+yxR6Kf4ZqQrv3H8/n000/tk08+8V5cY0jDO6rABu0iL/8tpSpQWhUxTgBdhPMBXSvuX3I7rSAeK9kd31d97FwzpkyZYjxYD7Xac889jYdawR03s6krZKtfipePh8DoE+gp+HMdpn3QH6N/oD9w3eQh2eDBgwmSFUHfv+GGG+yuu+5K6NxB7yJvdD50PzJD10MfvPbaaw29Bb9kSaVDbbLJygzShAAAEABJREFUJkYdSA/dYsstt/T6C3FDnVjcl2OKX1zwy7au8uSTTxo6F3WgrrwYQtni+l0oFy8xUIZ4mUpqz/axRT9lAdR4W0HXReelHvFjRlmpJ/rlnDlzcHqpXbu27bbbbl6v5T7He0Yb7n9IA2E/4SJv/8vmsaUt8XEg7RnW6LO0C9oHecfrwP6nnnrKCE88X5ikTTbOb+5FyZt7I+6RyIJ7Ju6d8EcIg39qKd63qPtQHn6HFLKhX1bUfSjHLpQ7N036RCQ3S6dSpSbAi3O88MF5wUtGqUOt7cv1GmEPZhCuI0G4jlw/fLXdOtqZcxaJ31i0jRxmndrWtdfvamT6Kx8Cbdu2tT/96U8+ccYZ6Vu8I7ZZvny5nXvuufbMM88kxmPor+kbuBbTb+MmCscT3eSSSy5JO05BO2Asg3Ggr7/+mmh+DC3oWfQ99EHhesY4C+MtCxcu9GGTN1zLGfsib/bF9Rz0Hdz4I9OmTbOBAwem1ZsIUxIhb+4h4noi9WA8k/MlpFWV+hHqEspdGjMb45W0w+QxQI4jx5M2l9xGuJ6gwyTrrw0bNrSdd97ZV4MwHH/an/dIs3nllVf8S5zsZhxi8803x5oQxpJZcIj8SJMd3BeEssXPB3Q+dNz77ruv2LFx0ilKsqFvFpV+cfvgxovTjH9zbp5yyikW11mLi6/9IlASAuj43AeFOCV5oTfEiZtz5861O++8M9GH0X81aNAgHkT2GIGNZw2zup3beB/nIo0MiVwYbtBoW339CD9WwTUwCNeIIFFQ/8PtLdEmbo+c+olAORBQkiIgAiIgAtkkkNx340bIAxMdIJjYEe7JkQ9fXGyjL33Vj+t4/SHfZhhjL3nF2E84hHhBQnqYFv1hIpE18Ut2J3bIIgIiIAIiIAIiIAIiUK0I8EH5McccY7yXUrhia1y8U85zo0MPPXSNp2wiIAIiIAIiIAIiIAIiIAIiIAIiIALVgICqIAIiIAIiIAIiIAIiIAIiIAIiIAIiUP0JqIYiIAIiIAIiIAK33XabMYdCMonevXtb8rftyWHkFgEREAEREAEREIGqQaDql3KnnXYyvm9g/qFUtWFufuaMZw7UVPvlJwKVTSB8lx03sQcJ33hj8t13kOG3fmyvjFtm5hy/yLToL7Kbs5YdGtqAR7tZ3frrRH76iUDlEdixVxfbc8ABUas0i5pqtIl+zswiWTx+ns3qOzkxPxJtm3YeJJwDwbToD3tkWDCxS0RABESguhBgblHm9WYuT+r0888/G3NKst4Q7tLK999/b0OGDLHXX389cf1kvRnWi9prr72sXbt2ibV+uAaz4DRzypc139KWt6Liffvtt34tpf32289mzpyZtWz9LN5skKylWnEJMZ/+GWecYWF+SeZ0vf3229POWZxpybI9V3Km+WZ7blh0EL6rL+3aVMzdyTy9nOvZmMOf8nA/fOGFF1qYM5o5aFnPiPUWCs8HbLZo0SI766yz/BpixTGcM2eOhXUcuD4xfzNlZz5f5vUN8UnzqquuKvN6fKTHmnNcq7CzZkS69VLYX5zApizHKqTPumecA//6178S82Mn8wjXbeLwTIl54Yubl5XyPfjgg3bzzTf7dJkrnLlXYZy81gfX5XvvvTdxDSefbLcl0gxSGcc+5F2Ume31YIrKqzL25fn1svKirJHI0E8EREAEREAEREAEREAERKBaEahVYbVZK6PoicxafrnnwWBDr169EgOVLB7EwlZMYnjkkUcaN+cffPCBv4kuSenbtGljV1xxhfHCJwsiEXfddde1U0891fuzjzD4I9yEs8gPdgZRr732Wps0aZK/gSdsv3797IknnvCDKwzwEA5hgPGTTz7BmlZYZKxBgwa+Lg899JDPH5MXGigDC32Rx3bbbZdIg8FL/BAGexI7MrDstttuVqdOHR9y9uzZ/oGcd8Q2DCh9/PHHMR8zFr378ssvC/nh+OGHH+yjjz7Cao0bNzYGmL2jmA3loPwwhz3BORYcE/wvuugi22KLLfBeS7755htj0ATuHBsGUogDt5EjRxqDYERiYBs3g+G4yyK///67UVcWzxozZow/9iycNnbsWOvfv78xgEr6MMKf44obHpThqaeeMsqL0FZYLKtbt24E8QNoN9xwgxHXe8Q2DHzccssttmDBAu/L4pkMSD3//PN23XXX+fbCIj48NKBsBCLOXXfdZV999RVOL5SHwbovvvjCu0kHbvF0HnjgAWMhOgYPGUyEH+myqJuPlGbz7rvv+vK1b9/eaLehrnAYN26cDRgwIHEO07bIM1VStEfOb/JlP3zgxHHl+JIevGHIeUiYWbNm+Qcm2CtKaHPZuB6w0GA2z++qcIwzOUa0ER5AhLDNmzcP1qybtCP6GPoaEufFBM7Xww47zHih7Prrrzfa5YoVK9hdKuE6vv322/u4POBjQT3vSLNhgJjzMDyM46W3qvRhAtqFc2zTVFDeOU+AvoLFDLnelq6wycc/2V26VHM1FtcH+sFLL73U9/P0wZQVXeT4448359auP/09fRrXbcKWVVfIVr9EWRDKha6LibtVq1b22GOPWeiP0T8mTJjgHxZyHUUvI1xZhevfk08+aaHtoeuxwCgPddFZ0AUw0cHRhdBlyPO5554zdA/i4w6Cm/SCDsW1ngVIn3322YQOxXFAr6M+QY8iPtdh+iPscaFPyLauAmfnnPXs2dPQke64446Efjdx4kTj4WAoA+XiAWxwl9Qkr2weW9KDaWj3lJUyo+uir4VjNnnyZH+vwzGgzPSHMOcY4a5bt66deOKJvt7c5+CHcP9DGgj7CYc/8bJ5bLmfpNykTRn5WBAdmPZB3rQ72tmZZ55p6MiEIzzxsMclW+c3+gN5c2/EPRJ5cM/EvRP+CGHwTykZeHL80t2HNmvWzKdAGPqFbNxDcP+XC/ehvmKVton6hOh8r7TslXGZCHCNpq+47LLLUo6jkDjXJ8y44BeEe924XD/8Dxs0OgqdZ/mvBORhyX89YOfWte31OxtGO/UrLwKMYXFfTvocl+Q+lv7txhtvtPfff58gflyDl7Diugn9NroJ95W8METAV1991YYNG5ayndB3MP5D2vQpvGhFnxL0LPoedBPGVhhjIb0lS5YYcZI/eKLPYbyGsqOT0fc+88wzCT0HnQ03/uwnLcZQirsnJVwmQh+hfqQwKfRidFiYo6OjQ9Bnc3wZa+AegRgcM9zJ45VcK7Kl4zjnjPaF/kCeb775pi1duhRrSqEsM2bM8PvorxmLcC7qt7yPGS/JDRkyxI+R4IV+wngl10baGvUM5wMvFdLmqCcvwHHOEKc0QjvLhr5ZmrxDHM5bjiH16dSpk/ECn3Nr2IRwMkUgGwQ4ZzfbbLNEUpy3YYww4ZmhZd68ecZYBc91iLLrrrvaCSecgFVSBIFGs4ZZ7V1aG9fkfA0tChypaN4+aJT9cf1w43qAEAYTwR4kiqGfCFQcAeUkAiIgAiKQNQL05fHEcCP4YYY+HxPhuXKQD15cbKMufS3SIbzWUGCiRESS/7Oxl7xiH764yI8XhHikg8TTD/nhhz1Isjv4yxQBERABERABERABEaj6BBgDZGKCHj16JJ5LFapVgYPnVjxXCs+3CrxliIAIiIAIiIAIiIAIiIAIiIAIiIAIVAcCqoMIiIAIiIAIiIAIiIAIiIAIiIAIiED1J6AaioAIiIAIiEANJ8D8CEOHDl2LAvN4MBfjWjvkIQIiIAIiIAIiIAJVkUA1KfM222xjzI8Un2M/XjXmZfzLX/5iYX7C+D7ZRaAyCYTvseMm9iB81x2E772xY44Y/InNGLfMCBdt+OV/NG551qJDA+v/yN5Wt/46lVk15S0CCQI79Opiu/ffP7+dRr5MXxk11chmtmj8PJvVd5Kf0yC0b8wgtPG4EAl33MQuEQEREIHqQoA5Z1lvJKwhxNpLL7/8cnQNzStVFVmriHnXFy5c6OMzb+exxx5rgwcP9ouA/+1vf7M+ffrYoEGD7NBDD03MY86ctswzy/XYR6zGG+Ye7dq1q7HO1K+//mpl/fOzfrJByppYJcVnva2zzjorsT7YW2+95e+3Qh9c0mIxnzHfnNOuiMvcr2WdK5l0ipPymBu2rOs9MD8/c+Fmaw5/ysPaBDCGB4v0c2/M+hf9+vWzMGf0448/bq1atSKIXyePOaOZ+9N7pNlMnz7dr0nWrVs3i6+/xXy+3GOzPgXzVBOdaxXzR2Mvi7DGBmmRBuughPUdcJdUYJONtTlYuwx+4XrIehTMn8CcvxxLeLCGCPMbN2nSxBeTelx11VW2fPly7061Ya2Yl156yZ9nzInMXOFhTmjWcoM5z6NC3ClTphRaGy7bbSnkg1kZx558ixKuP8x/na31YIrKq7L2OXNR1pFo/uiIg34iIAIiIAIiIAIiIAIiUP0I1KqoKsXzYSkxJO6Xy/Z99tnHrr/+ettwww0TxeSG/LPPPrOHH37YTj75ZNtrr72MlwIIx83/b7/9lghbVgsLbHGTT56k9fe//90voBQGQPALsv766/uB1VYFAy4//vhjkYsrhXhHHnmksYBQcGOy2Itz0Q0hjizK1ltvbWERGQaCvv3227VS5wUKBtHYwaAgJoMWixcvxlpIGLRZtGiR92vdurWF8N6jnDYMaDPh5eGHH25h0DxkteWWW9rll19uHAv8WOCGl36xl1VIkwHSjTfeOJEU7aB+/frezUDFY489ZizOhseuu+7qB9232mornIVk0003NQbpCMMO4rDAG2ngDsIg7GuvveadDKBS7wMPPDAxaO93RBvSGzBggIW8GPxn0blol/+x6BvHCkejRo3s9ttvN84tyo9fEOpIHkcccYT3ot2zoFxxDFnEjMFeTB+xYOOcs0MOOcSOO+64Ah+zOXPm+MHIhEdkYSCTwTbMyGlwgQ/1wh2E8vKw5MwzzwxexqAcC5UlPMrRUhHXg9IWP9ePcab14rrJpLaE57ofBldxl4d06NDBWMSuadOmhZJnEHfUqFF2zjnn+HOFAeC+ffsag6S0g0KBi3Bw3nbr1i0RggX1imqv3333nXHeE4FrXfKie/jnsvDYkusYZi6XU2UrmsCHH35o6CY8MA59fNEx4nvjRz/P+I/vrSr2zz//3Ohvd9llFytK6EtPO+0048EyL+5RPx7KcV3ZfPPNcRYSzo9s6gpcj7Ktp06ePNmCzoBewQsEvIQbrwjXtpNOOslY7Ja+Ob6vtPYFCxYYLzAQn/QHDhzo9YdkXY/8ODboK4QjPLoKug/2ICyUOG3aNO8kTp8+fWyHHXYw59bWr9E3LrnkEkNHIgLXaRZwxR4EHaW8dJWzzz7b0G1YMDbkh0k/iF4bdHfKlFxPwmUq2T62LCT76aef+uwpI2UNDL1nwcY5Z7x4ccYZZxT4mHGOhf4+4ZmhJdvHlpcVfv75Z587OjBlda5wO6GtnXLKKdalSxcfjvDotN5RsMn2+V2QbKmMTCNxrS/qPjSb+jYFS6oAABAASURBVGV1uA/NlGv6cFEf6d+QTR9Ce3KfAPe9jH1w/56utFwP2IeJYOfeGjuC/YYReTZodC1z0b9F1xxM55xh36VNHZt1VyPTX/kSQD9AQi6rVq0KVm8yphIfj7nmmmvshBNOWGscij6CPu7cc89NjNUwTvHBBx/4dMIGXeLee+817nnxo8+5+uqrE/oHfkEYW6GtYeL39ttv2wsvvIA1IejpjHnhseeee/qxl3h98MfNGArjZ7hpezNnzjTaIe6yivqRwgS5h0dHhXeyDpvJeGW2dRz63qDH01bQeQqXeI2Le0DaFD68eMY9DfYgjLfTrnGj73G/061bt0Sbxx/hfIjfJ/CSMi/ShXFmwpREKkvfDGX84Ycf/AvUnLfUmzGiDTbYIOyWKQJZJ+CcK3Recd0uzTX7lVdeMe4zec5j0R+6C9cntd8IRga/jWffYXU6tYlCopvlG2bOnHNWa9Boy7thROIjN45POrGCP/YXWGWIQNYJKEEREAEREIHsEEjur3EHQSdDcGPGhedCH05aYuOumGXRAzGvL7iCIjlzkS2S/F9kN5tw+es2d9LihC4RTyuePvYgPmLBBr8CqwwREAEREAEREAEREIFqQoDnNj169LBrr702bY3atm1rjNPzXkvaQNohAiIgAiIgAiIgAiIgAiIgAiIgAiJQpQmo8CIgAiIgAiIgAiIgAiIgAiIgAiIgAtWfgGooAiIgAiIgAjWdAIvmMHdsMgcW5inLojPJ6cktAiIgAiIgAiIgApVJoDrlzfycTz/9tJ8PNFW9mNuEtQCYtyjVfvmJQEUTCN9hx03sQeLfdfONOG7MEYM/seljl+Z/Ge6cOYdEpXdmLTs0tP6P7G311q0deegnArlDYMezutoeAw4wx7+LyuXFmXPOFo//2Gb1nZyY04B2TnsPEs6JYEaxE/MS4odbIgIiIALVicBOO+1kLHwd6vTiiy9amHcz+GVqvvfeexbmmWXu0dNPP932339/W2eddQolwb6DDz7YmHPWOef3sZh3WeaV94lUoc2tt95qzH/46KOPlqnUeUzoUw2m89533339WjcBxiOPPJJoS8EvUzPbcyVnmm+254ZljubyWu8h0zrFw/3yyy/20EMPGeXCn7Wyhg0bllj7C78gzPPLnLxhzmjm26Wto3eFMKlM0hw4cKBxvx3fz/zFrHPCHL/B//XXX0/oaMGvpOb8+fPt66+/Nta922677UoaPREeJtk4Vl999ZUxnzt6KYkfddRRfo4F5vrFHcQ559cqu+WWWxJzdlOXsWPHhiApTebgZs0U5kSuV69eoTCsL8c6U5tsson3pyys1ecdFbCp6GNfXJWyvR5McflVxv48+o9IdI9TGfSVpwiIgAiIgAiIgAiIgAiUP4Fa5Z+Fz6HQxln+fyHPHHY452yvvfayMWPG2Mknn2x/+tOfUpZ2+fLlNmrUKGMhnn322cdYmOvLL7+0sv79/PPP1qxZM9tiiy28HHjggeacS5vsRhttZC1atEjs//zzzxP2VBYGPLp27VpkmqnildaPwYUOHTr46CwAM3fuXG+PbxhAY4Gmxo0b26GHHprY9dZbbyXswRLC4t5ll10seTAD/2zLDjvsYHvssUfaZFu1apU4BitWrLBvvvkmbdiS7OC4kna6OCzUxQso7F9//fWNBeCKWlSHfWeeeaYf9CLOjBkz/CAYdoTBgMmTJxvHAjfteu+998aaUmijtE8GqRjECQP+P/30k02bNi0RhwXa2rdvn3AnWxjk46EB9WUf5xETjWJPJ8ccc4xtvvnmKXc7lz9IxgMHAnCuMoiJPQiDPGEhMtgxOAafsD9uOuese/fu1rx5c3+cGTBMTi8ePpv28r4elLasVeEYl7ZuFRGP8+HJJ5+0iy++2MLAa3K+LPrGgosXXnih7bfffnbBBRfYJ598ktHgd5cuXXz/QZo82CvqBTWuqeEhXLt27Yz2TbyqIvSOzvhfU+Lzzz/fmjZt6tlyfdpwww2N87xhw4ZGn4mb8x3BH1lvvfVMkp6BcxHjmPDi4xri2bM98cQTxuKPN998cwkSdbGwLqk1xHZVMysPdnjYdt1119l9992XOOeTq5ltXSHb/RL96UsvvZQo9nHHHZe2Ls45Y3HToFcmIpXSMmXKFONBJdHRd9D/sacTwrDYLft5iBh0MNwIbP785z/bZptt5h/277bbbninlSZNmiTqmkp/LC9dhcVgOYedcynLhn4XX4C1uHuLlIlEnuVxbH/99Vd/jeDa3q1bN6MuUVZpf7x0wb0PAVLpg/hnItk+tvEFn9Gp0MFTlYP7HOpJfemj6bfi4bJ9fsfTLqE9o+Aci6LuQ2GRzXuI6nAfmhHYIgNxniP5gd544w1/3nCd4t67QYMGfrwDHQg7OhLjH7Q19COEfZLMdSTnnHH9zieevS1pHn/88Xb00UdbGFNJvnYEN2YQXjBBbhix2m4emf8GWZ4VmHmRLZKdW9e2WXc1zF5hlVKpCPDS1NSpUxPjMegdRekmzjljXGTnnXf2+dFX8WKndxRseLHnnXfe8S7O+xNPPNEYf/EeKTaMsZx66ql+D+2G8SH6c+8Rbei/8I+shj9u7MninLNuUT/NdQZ9lTHOMM6UHLYkbvUja9Mq63gl7Sab+iv9x4HRODYlpa3QpmnbuOPCNQpdOrQL9Gb6oBCGOM8991zifChuXNE5Z7xszFgLaXz66acWxvxwl0QqS9+kjHC5//77jRetud/juUS27n1IXyIC5UGAdkv/c+mll9qPP/7os+B+csiQIWnH7n0gbdYi0Gj2HVZn59ZWoKpF+/N1tUhzs7ybR9rqG0YY11YE7kGigPqJQEUSUF4iIAIiIAJZIEA/Hk8Gd7LQ5wfhHgnhPvzDSUts7OUzLW+11xKMeCGtSHuIrPhHBr9o3Idw4y97zeZOWmzEJx0kpI1JGslC9CDsC3aZIiACIiACIiACIiACVZvAvffea3yY/swzz6StyKmnnmofffSRderUKW0Y7RABERABERABERABERABERABERABEajyBFQBERABERABERABERABERABERABERCB6k9ANRQBERABERCBGk2AeRaGDh26FoP/+7//MxZiWWuHPERABERABERABESgahKodqVmvjvmau7Zs2fKur377rt28MEHGwsTpgwgTxGoIALh++u4iT0I33AHCd92Yw4f/IlNH7s0f36ZqKwhfF6eWYv2Daz/I3tbvXVrR3v0E4HcI7DjWV1tt/77G+2VOZKw+DYcFXXx+Hk2+8rJRjsPEs4BTB8uihjMKEoUPWr4kQW/yNBPBERABKoNAdbqOeywwxKLSDPn5+jRo23lypUlqiPXz7ffftvPF0PEHXbYocj1Q5xzxjy2rO9AeObVZP0R7MnC+iefffaZn7Pztddes4kTJ9qIESOM75BZG6Jfv37Wu3dvO+WUU4y5QFkjhTWhttlmG7+QeP369c05VyZhzs3kcpXVTZ0Y/2UNg9KmH9XKzEW/SKwK/zH38Nlnn23MRUw1mCfy9ttvN+Z/x52p0K8zr2yYO5Y2Vta5kjPNmzZMe2Zu/m7dyr4WAXN7h3lqmXO9stemYt7csH4Q5SlmnTE/t+dZZ51lYf0tzu8lS5akxUm4v/3tb8Y8wakC0UZYzyjsY82Nkl6nQtxgzp4928+XyTzUzZs3D94lNrN1rHhWtHjxYp8/50Jx83Iz/+/f//53H54Na6d8//33WFMKa6sdcsgh5lzqCwZ50oZD5NKu9RHiZ2pWxrEvrmzZXg+muPwqY78zF2Xroq2LTP1EQAREQAREQAREQAREQASqG4FaFVOhVLnkP0xJtSdX/TbaaCM7//zzbdKkSfbggw8ai61tueWWxgI8yWX+3//+Z+PGjbNjjz3WHnnkkcRgaHK4TNybbrqpXX311TZ+/Hgv3LgXFY+B3PrRQGdRYeL7GjZsaFtssUXcq1ztlG/33Xf3eTBYzMCLdxRsWDQsDIJutdVWxuJlLD7IbgaeGBDEjsTDMhDFYDP+5S3bbrut8RJIunwYxKA86faX1h8eLMCYLj58li1b5nfTTlq1auXtRW2aN29uDHoRhriLFi3C6oUBdybvxEE77969u3H8cKcTXophkZ877rjDGNAm3JdffmlhwI8FvBgUda7ogQba/a677kp0L7QTBnW9I2nDom+tW7dO8i3shBvhCvuucVHP0Lbat29vW2+99ZqdKWycMyNHjrSnn37aLr/88go7h+BSnteDFFXNyKsqHOOMKlKJgbimHHfcccaEurSr0047zWjXqc45zoVXX33VGCjn4RfXwqKKzsKNe+yxhw/CQxEW1kv1MgPpTp8+3Q+GE5iF+tINxLM/FwXtIn9Bi+JLx4MDyUr/oLekHIqnm70QtFkWjqNPQAcrPmVaQTxUsju+L3ft6BEHHXSQn2ibybaD0BfzgDFech7Evfzyy/bUU08Z+3lQFt8ft2dbV8h2v/TVV1/ZwoULfZHRGdC5vCPNBv18zz33TLM3c2+uo7zAEGKQZlEcCcf1uXPnzli9EP+3337zdja8gMBDbK7rjz32mAV9ln2phPwqQ1fhgR8Lo6cqE37UMxt9QXkcW15eefTRRw3d8+KLL6a4RUq9evUSD6SLDFjMzmwfWx68omuTLfeQDz/8cNqXH7gWUF/qjZ04QbJ9fod0S25mFqO4+9Bs65e05ap+H5oZ2aJC0SciRYXJ31dS3UDh83WqfHoVt+WlvXbt2tk111yTyDSu5wc7ZpAbRqy2m54uaAfRfbkzZ/4XGTu3rmOz72po+qt8AozHhBev6CO4N0NXKKpk3FMecMABiSC8SBbGOfCcM2eO8bIn9o4dO2Y0jtG2bVtr3LgxUbyORn/uHdEG3QadNbLazJkzbciQIfbf//4X51qCzvT8888b+ir3unXr1l0rTEk91I+sTQzdmXaw9p58n+LGK7Ot45Ar47rh/oXxXsYe8Y8LL/aFj+i4B0AXj+//9ttv7YMPPvBe6Mtdu3Y156KLlvdJvSEd2jl7U40/45+JVJa+SdlmzJhho0aNwmrcD/Oys3doIwI5TIB2e9VVVxnPxygm/dKwYcNsk002wSkpIYGGb9xhtXduHV3ziOgiMxKsyM0jbfUNI/yHa0HPwztuxy0RgfIloNRFQAREQATKSoC+O54G7mThngY/TJ7lBvPDSUtsXN/Z+dFdZET3Sc5hsUhvMLtg/DFmlu82/qJ9zuW7n7lips2dtNh/MB/Swwz5YCYLSQRhX7DLFAEREAEREAEREAERqHoEeBZ/7rnnGhMRLF26NGUFGI/n3fcHHngg5X55ioAIiIAIiIAIiIAIiIAIiIAIiIAIVCcCqosIiIAIiIAIiIAIiIAIiIAIiIAIiED1J6AaioAIiIAIiEDNJjB06FBjcaBkChdccEGyl9wiIAIiIAIiIAIiUIUJVN+i33PPPXbRRRelrOCiRYuMBfZeeOGFlPvlKQIj0l+XAAAQAElEQVTlTSB8dx03sQfhG+4g8W/Fhw/+xKaPXRYVzxmfhEdbcy7aRtKyQ0Mb8MjeVm/d2qY/EchlAjue1dX2GHCAWdR0LfqLmq+34lw8bq7NvnKyn+eecyC0f+xIOEeCGUX3cynFTewSERABEagOBJiHjzV7nOMKafbxxx/byy+/nLjuZVJH5pJF9yWsc86Y45W5tnGnE9ar2mWXXRK7mfefdJinFh2aeemdc37efNZAYj5T5u5mXQTWS+E75EsuucT+9a9/GfPsM2f62LFjberUqfbWW28Zc6EvX748Me9gIqMcs0yYMMG2335769+/f4lL5mdv9psSR825CKyrds455yTWVuMYstYSfXGmhS2PuZIzzTvbc8Pm2tpUzCHN+QkP1sri/MSeWvJ9d9ppJ2OtMVzffPONzZ07F2tKYV7gP//5zyn3Bc8w/3Rwl8XkOkOdSIN5iZnDGntpJFvHivXO0EMpA9fQsEYb7nTC/MiBy+eff27hOpwqPOvDsWZKqn34MRd3UfsJUx5S0ce+uDqUx3owxeVZGfvzjM4jSGWUQHmKgAiIgAiIgAiIgAiIgAiUJ4Fa5Zl4Iu2UlvwBxpS7ctyTBbcYgOTB/5gxY+yVV14xBhxPPvlkY+CKhblCFVjohAVOnnjiiRINoob4mZorVqzwCyEx4eIpp5xiEydOzDSqbbbZZrbBBhtkHD4bAbfbbjvbdNNNfVIMvDAA4x3R5rvvvrMlS5ZENrPWrVtby5YtrUmTJt7NIlEs+uQd0YbJJ+fPnx/ZzBjQCANM3qMcN+RVVPJMfhnKXFS4ku6jfs6lP3cY6A6DRizKNmTIELvuuuuKFF5K/v77731Rfv/9d2PgyDuiDYPmLMIVWY2Fs2gr2EsqHLeQB8d98803zygJBg1DQNIIg47BL5iUray8w8J6pNm0aVMrasE0wuSylOV6UNp6cXxy/RiXpm48dEBKE7e0cehDuMbwEIS+49VXX/WLJDLpLtfE+AM1zncWUORcX7VqVdosnXO2xx57GIv9EYiHKlxrsceF4/j22297LwZjGRD3jiq04QrpHNsqVGgVNSMCb775pv3lL3/xk08XHSH5+Ce7i46dK3tZ0LR37952xRVXFBL6dR4Yn3/++VavXj1f3Pvuu8+uvvpq++mnn7y7qE22dYWi8gr7StIvoduFhWN5IIfeENJJZ7IwLdfOdPsz8YfdF198kQj63HPPFak/cRyQl156KRGHaygPjhIexVjoX+g7uSbfeeedhg6PPV208tJVeLki3rekyp8wqfxL4lcZx5a+keMyefJku+qqq4yP7uL3HSUpf0nClvTY8iLM1ltv7bMI94/77ruv9ejRw2gbCxYsMOriAxSxqYzzO2VxMvTk3qKo+1COHecIyXEtyMY9RFW/D4VF2STqE6UnlQ1hjsbmJTJeJnv22Wd9CbkOITgwg1w/fJXd+NRqvBPCawC8D7DTNrXtjbsbJvxlqVwCjOmEayD3Zow3ZlIi9KI//elPPijjOehhOGgD9BPYEV74vPHGG4vVdx588EFbuXIlUYwX7UjTO6INL4PRh0VW/3L9008/bd27dzdeihs0aJC9++679ttvv7G7XET9yNpYGUtY23eNT1nHK2lH33//vX/ZFh2lOP2VnJs3b25hfI92PWvWLLwLyZw5cyzo4h07dvRjwfEAvEhIvvihEzFWgi5enLz33ntE8UL65dEeKQ86S7b1TXRnnimgGzLm+Y9//KNKj1X6g6BNtSfAvfzdd9+deAn/iCOOsIEDB1b4s6fqBrrRm3da7Z22iaqV558xet0tcvFbfeNTtur64d4fN9dpTAQ7gl0iAuVGQAmLgAiIgAiUiUByX40bIVFMhGfBwQwftGN+OGmJjes72/JWoyNEMVAS8rBHEjnPH3e0Ne3YxHqPP9oY98nfHe3zYSKvKN4zV7xuc19cbKRHPsEM+WEiUXKGiWAPkuwO/jJFQAREQAREQAREQARym8Dzzz9vxxxzjH8XIV1J+RCdZ0knnniiWbpA8hcBERABERABERABERABERABERABEag+BFQTERABERABERABERABERABERABERCB6k9ANRQBERABERCBGkxgypQp9sADD6xF4O9//7ufz2ytHfIQAREQAREQAREQgapKoJqX+5ZbbvHzSaaqJnOeHHLIIX7u5lT75ScC5UUgfG8dN7EH4RvuIOFbbszhQz616WOXRcXyX4FHpvFJuP+mu2X7Bjbgkb2s3rq1vb82IpDrBHY4q6vt3v8AX8w8mnRkw0AWj5trs6+c7OfTpe0j4ZzADOdKMKOo/jyIm9glIiACIlAdCHTq1MnC/K3U58UXXyxyIWnCxAWdN6zTU5J1eZhXPqy5w5yezC/LXPzMX8y3xPE8qrv92muvtQ4dOtjo0aMzrqojpN9gqfrCnMH7779/oiKsbfbBBx8k3MVZmFOWdkS4bMyVTDrZkpLODVte6z2Utj7x87FVq1ZFzz9bkMlGG21k22zDPJX5HgsXLsy3pNgyr22YrzrF7qx7LVq0yCgPa4d07ty5TOln41ixdgjzEoeCMPexc8Wf3KyLwHWUeFw/mSsYeyohXHFrfaSKV95+FX3si6sPfVD8WFTEejDFlak89jtzZrQxxPQnAiIgAiIgAiIgAiIgAiJQ3QjUqogKJeeRFz1ORJL9q6q7bt26frDu/PPPtzFjxhgTJJ500kmJQREeJN1///3GYkZlrSNpffTRR3bPPffYueeea7xcsOuuu9o+++xjJ598sg0dOtTef/99P0l3pnlVxiAAN/mtW7f2RVyyZElikSc85s+fbywoFgZj4gNHLPjEQA3hkHfeeccYcMbOIAkDztjLW9Zff/3yziJl+rVrF/3gHZYhIgzHjx/vB5EZSE4nhCFsiMeAR7CHB6K4WZyTgVTsJZXPP/88EaVBgwbGOZPwKMJCnnXq1PEhGMxNt1AXYerVq+fDlXbDoGyIy+BYsOeyWR7Xg9LWtyoc40zrxvUpXEtYLJHrTqZxyyMc533Lli3t1FNPNRa542OCiy++2Bo2XLM459ixY42HdUXlz4K37dq180G4jtJXeEds8+qrrxoPT/BiMJyF+rBXJeHlDv/SRlUqtMqaMYEBAwZ4HajoCLSCghB5aJwxd4F3VTfo89A1e/XqZehL1GfSpEl26aWXWrwfxz9Zsq0rxNPPRr/066+/+gVkSZcHW/Xr18dapHA9RGcoMlAxO7/99ttC7F5//fVidSh0K8KFpHn4Ftcngj8m/m+88YbX1U877TQ76KCDDB2eh90cRz4SW7BgQaLuxEkW0gh+2dRVysoulKk4s7yPLYsS86DummuusR49eth+++1nXbp08fdLl112mU2YMCFx31BcWUuyn+NS1mOLjt2nTx/DDHlzPtEmaBvUZ++997bevXsbi8vysDiEi5vleX7H8ynOnun+4u5Dy0O/RM+ryvehmbJNHy7P0JPS79eeqkqAfuWhhx6ygw8+uFAVON5xObyrszbNCgUxh9M5+88nf9i/n1mJS1JBBLjfpH8M2cX75O+++y6hm6APZfqS1LrrrmvoiqSJbvLjjz9iNezxsR/6DHSZ4oS+Nbzk+fvvv1u8vORz3nnnWbJe8uWXX9qTTz5p6DwsEHPKKafYuHHjjL7aFyZLG/Uja4PM5nhlNnQcSshx2nfffRP3LdOmTbP//e9/7PLC2OP06dMTenC3bt0SbdgHiDaMy3C+RFajHU6dOjUjXT3+IiltlzqRRmmFNsw5Ud76JuV88MEHDV2Q+70zzjjDGBcqbbkrMl7oc8qSJ+PGXPfKkkY8Ljzj7tLY49fndPHR36l/uv2Z+GeSTybplCUM4++09ZAGx4KxyeAuymSs8dNPP/VBeGn4nHPOWet89ju1KRGBlfc+a6v+80kUx5lzkUS2xC9S7NzhXb2OT/sLktgfs7Av5pRVBLJCQImIgAiIgAiUnkBy34wbIcWgW8ZN7p1wY34waYmNu/KNKKizSEGIxMwiKxvnnPUZf7Q169jE+Gsamb0nHON3OxcFiiTamvfIc/Zs35k2d9Ji/35RSB+TssRNi/7wQyJr4pfsTuyQRQREQAREQAREQAREICcJ3HjjjXb44Ydb/F2X5IJeccUVxrh9s2b5DxWT98stAiIgAiIgAiIgAiIgAiIgAiIgAiJQ/QioRiIgAiIgAiIgAiIgAiIgAiIgAiIgAtWfgGooAiIgAiIgAjWZAHOzJtefb7iZxyfZX24REAEREAEREAERqMoEakLZ+/fvb7feemvKqjLHzF//+lf797//nXK/PEUg2wTCd9ZxE3sQvtUOwjfi2DFH3PapTR+z1Jwzc9E/W4v+XCStOjS0AY/sbfXWLXoNgiiofiKQUwR2OKur7T6guzlHS7bIjMSwO1s8bq692W+Kn9OAcwDhfAgSzplgWvSHPTL8vEqYEhEQARGoDgSYl/Owww5LzD/OPK/MB8tcsZnUj3UHwpzkzNe43nrrZRLNrwnEOj4EZp5B8sVeE4X56h966CE76qijMq5+nuWZ/0VGxpFyOCDzSp599tm22Wab+VIyZ/Htt9+emP/YexaxyfZcyUVkVeQu5sss69yw3EOGTJLnVQ7+FWVyHYjPGb3JJpsUmXXY6ZyzsKYSfsuXL8dIKcxXzfFPubMcPFmbj+sN6wEwN2lZssjGsWJO4rAGE2Vp3LgxRrECs/hcz/HjlBw5F+aTTS4T7oo+9uRZlJT3ejBF5V2R+/L7j2ibV006kIqEp7xEQAREQAREQAREQAREoAoQqFUBZVwrCxc9eEHW2lFNPBo1amS81Dls2LBCg6gTJkwo9QMjHjjNmDHDDjnkEDvxxBP9ywSzZs2yZcuW+QdXcXRbbLGFbbrppnGvnLMzMNy1a1dfLgb2PvroI29nM3v2bL/oExy33HJLc87ZDjvswC4vc+fO9SYP6giLg4HjvfbaC6skiwQYQOL4lDXJ+KBYSdJigTsGhEoSpzRheWARH3ArTRoVGScXrwe5foxLcny4fjZo0CARJSxclfCoZAuDt8cdd5w98MADiQXgeGGBPoa2nK54xOvSpYvfTfgXX3yxUP/BAnyvvPKK38/HCd27dzceCHqPKrRxUVmd8R9Z9Ks2BI488khjIbl+/fplUCe3JkykQ7ioPazxqD4255ydcMIJdsQRRyQqhW6I/omOlPCsAEs2+6X4gt8VUPRyz4Lr7VNPPWUHHHCA8WD7kUcesXfffdd4EMq+UACuuzzkbdiwYfAqZHJ9r0q6SqHCFzjK69iiq1555ZVGv8VL2SwwzGKpPIQvyNob9erVs6233tq4b/AeZdxw/LJxbEMxOnfubI8++qifbJ+yBv9g0k+/9tprdtlll9mBBx7ow5ZW/wpplpOZtWRLW7+i7iF0H0qv6LJ2jJRQ5RNg/OfBBx+0Z555xnbcccdiC9Smmdl9ffKsddOCB/95ecZ/NFgV/fKs160r7L5nSENtFAAAEABJREFUfy02HQXIDgHGXEJ/Rf8UX0iFayB9TUlz4hpYv379kkYrdfgWLVr4Punkk0828k5OCL0UPf6aa67xffUtt9xi6DXJ4crDDcPSpEs90o1F1YR+hHaXTR2HY7DDDjtY06ZNsRrjunG9kLHtt99+2+/jmtalYNzCe+TIpqL1zalTpxpjPFR///339/oh9qogK1assG+++aZMReUaxnlYpkRikZcsWRJzlc6aycuZXNN5cbZ0OeTHyvRF2/zQ5bPlGs15GVLn3OXaF9xFmTyr4RpCmL333jvxbAy3pHQEfv33c7ai1+BITyN+pLV53Q27WV7rppZ3Xx8zFLx8L21FoKIJKD8REAEREIFSEuCZSjwq7iDoU9jjJvfWQT6YtMTGXfmG1w8IF2kF/hcN8ERJ5lnvcUdb045NIvuaH+7zxx8ThYvGg4I+EVkjj+iXZ89e8brNfXGRf24c8onnTz7BjR1ZkzpJ+MTiXrKLgAiIgAiIgAiIgAjkGIEPP/zQv2PE+wZMzpGqeLyrPWnSJLv22mvju2UXAREQAREQAREQAREQAREQAREQARGo/gRUQxEQAREQAREQAREQAREQAREQAREQgepPQDUUAREQAREQgRpLYPjw4TZ+/Pi16s88sZ06dVrLXx4iIAIiIAIiIAIiUIUJ1Jii/+Mf//Dz8qercM+ePY15rtLtl78IZINA+N46bmIPwrfZQfh+Gzvm8CGf2rTRS/2n4Xl5Fpl5XqKNtWjfwAY8srfVW3edbBRRaYhAhRPY4ayu1rXf/jTnpPkQ8mzRuI/sjSsn+3VHwvmAGSScO8Gk8NjjJnaJCIiACFR1Asw1ePjhh5tz+XNDf/zxx/byyy9H181IMSimcsyvGq6NxQQttHu99dazTOcSLBSxGjlYgPzuu+821mUp6biwM2f+FxlWTf74pvycc84x1kSgSm+99ZaNHDky43ZI/028kgjzizLPaEnipAqbrblhmXMzl9Z74NwuAddCaLiuFPLIAQfzGYR5hlu3bm2cg6UtVraOFXyRkpaD6+dGG21U0mgKLwJR10HH4QpMAREBERABERABERABERABEahuBGqVf4XS5VD8QGK6mBXlP2rUKL/Azn777WdMfMhD0pLkvd1229kRRxyRiMLiRqVZBIYBlyeeeMIuvvhiW758eSK9ddZZxzbbbDPbZ5997Mwzz7R77rnHXnrpJf+iaUkHDxOJVqBl2223tQ033NDnyOIw8GUAZf78+d6PRcQ23XRTb2/ZsqWFxbc++OADg+O3335r8+bN8/u32mor23rrrb1dm3wChxxyiL355psllpNOOik/gWjL4kYMiEbWMv1q165dqvjfffed/fTTT6WKW5JItK2yDPyVJK+yhs3V60GuH+OScGcQlcHgEOe9994zBoqDuyTmwoUL7e9//7tdddVVNn369EILHXLd40Fb9+7d7ZRTTjEeGpQkbR6QnHrqqYkoX3zxRbHnC/1Zo0aNfJx3333X4g8XuJ6+8847fh/X344dO3p7VdugXfD6UrzcF110kV88b+LEif4B25QpU3x/yTGZMWOGvfLKK/bqq696ee211wx5/fXXTZI5g1tvvTWOPGt2+n90IHSydu3aZZgurSAeNNkd31e17Vx7uQ7AKdSEhSJpz8FdlJkNXSHb/VJ84duiyl6e+9BPH3300RLrUGPHjjV0p1A2Xoq46aab/AvALIQZ/OvVq2forlz/+Rjs4YcftmnTptljjz2WVp+tSrpKqGeyWR7HdunSpXbWWWfZ888/7xcnCnnSl3PNOOqoo2zgwIE2evRo/zLLgAEDEvcUIWxpzGwe23j+3Pv069fPl5UFvY8++mhL9QCde6bbb7/dhg0bZpyD8TSCPRvnd0irZGb2QnONK01qxd1D1Oz7UPpEJJ8s58m4cePs2Wef9ecRCzpMnTrVX5PQk6QjZa4LFaU3Nm3aNB94lrcXXHCB8bIe9xLFJc21AiFcm2Zm95z/h22zxWoz54z/aGORNRJnvW5dYfc9u9L0V/4E5s6da7///rvPiPu0eFvhGhhehvMBMtz897//Lfa+kKTQQUozZrTXXnsRvZCsv/76dv755xv3WU8//bSdfPLJxv1qcvkZ9+MDee6P//e//xVKozwcMCxNujW5HykvHYcxt65du/rDQRuN36/MmjUrMTaxyy672Oabb+7DpdugU6L7lbT93nXXXcbLx+nSTedfGfomYxLh2sBLwl26dDHYpJKhQ4cmiv7MM88kwu2777720UcfJfaVp4Xjyz1UyIN2FOyZmosWLco0aLHhOM7o1SEgL1mGPjD4FWd+/fXXGY3Txe/FucYVl27yfvR62liyf2W6KU98vLBDhw4ZFyc+js9zq4wjKmBKAiv//Zz92Guw34eeZobWhpit3mYL++Oe88213dL4o40j2CUiUHEElJMIiIAIiEBpCCT32biTJeiwmOiZQT6YtMTGXfmm8cW7izJ3zm+twLALxh1tzTo2jvas/WvasYmdN/6YKKyLJNrvIrFoQ+RouPC5vjNt7ouL/Dh7yI/8KVswsceFFILgH+wyRUAEREAEREAEREAEcovAk08+aUceeaRhpisZ71bwnuP++++fFEROERABERABERABERABERABERABERCB6k9ANRQBERABERABERABERABERABERABEaj+BFRDERABERABEai5BOLfYgcKzOXDfAvBLVMEREAEREAEREAEqgeBmlWLM844w0aMGJF2PqF//vOfxpyONYuKaltRBMJ31XETexC+zQ7Cd9vYMYcP+dReHrPMnHPmEoV1kd1Zy44NbeAje1u9dddJ7JFFBKoigR3P3s12739A1K7NoqZu/i+y0NKXjJ9rb1w5yc9pEM4LzCDhHAomcbHHTewSERABEajqBFhDinklQz2YbzKTuRiZX9U5F6JlbDIvPus6FRWBBa4bNmxozPXZpk0b23nnnY25Z//yl7/YMcccY8x7fO6559oll1zi11sZNGiQ3X333cYc/sz7Th1YI6ss0rJly6KKWOp955xzjl/PqmfPnqVKI49YbBDs1URYGyH+XfkjjzxirAFWXPVoh8lzDRcXh/3MQxufqxK/kgrzZJ6VpbUIcm29B+ecZc7VCv0tWbKkkDsXHMznypzplGXHHXc0rjHYSyPZOlbwRUpaBq6f1Kek8RQ+MwLMZUxfUtI5pscmrQeTWW4VGyqPieISUrF5KzcREAEREAEREAEREAEREIHyJ1Cr3LNIm0HJBwjTJlVOO5xz9sUXX9gPP/xgTG6IWdKsOnbsmIiyfPlyY1GXhEeGFvJ+7LHH/IMporRv394ef/xxY4E5Fva5+eabrVevXn4w9E9/+pPxUIqHVoTNZWExsObNm/sizps3z7799lu/4BP1xZOFGVmwB/tWW21lLCaEnUFoBuk+/fRTW7ZsGV7WoUMHY2DYO2rwhpeKQ/Vpr7/99ltwlsp0zkUPSp2Py6Ao3L2jhBsG7EOU77//3jItF3UIbZm6hfYQ0sqW6ZwrNKiZiwOVVvDH+ZGL14NcP8YF+DIy1llnHevcuXMiLA8cPvvss4S7JJY33njDWNRxwoQJ1rdvX79AZzw+/QLn1ZdffmmlGbzlGsrAJGlyjnIdxZ5OCL/TTjv53eT5zjvveDubmTNn2s8//4zV9ttvP2MBSu+oYhuuWM6xXVPwUG8eGvJgkwecHGNk1113NYQF9SRdrLQM2rZtuwZ4lmyXXnqpP2eOO+64EqZY+PibJbutWv2xQCYvoNapU8fXi8VUefjNtcV7JG3oT4MX/WymfXKIk2xmu1+qX79+ok9m0cFff/01Ocu13NQ5LJC51s4MPbiW8iCP4DxQ48UE7GWRt956y7j+B12mW7duNmbMGGNBbV5MuO666+ykk07yemzQcXgxM1WezrkEF4v+cllXiYqX8pftY8s9DxPUhwe59erVs/POO8+mTZvmFyDmod0VV1xhhxxyiHEvwcsBxEFSFrAEntk8tqmypazcC11++eX23HPP+Trdeuuttvvuuxt6CnFoV+xbsGABTi/ZPr99oiXdZDF8eemXNfs+NOoTo+tJOEwbbLCBoRvGdaSgJ6EfBSmtfqB4+boV16fAPBtmt6g/oS8ZMmSIrb/++hkn6Vx0/KPQzjlr0yzP7jr3d9tmi9XmXwbI82vH+fGkaGO9Bq2w+55dGYXWr7wIcP9GnxXSb926dWLcCz/GuDhHsaMPZaqbMO6IbkQ84m+88cZYjXa40UYbeTsb7kUxsym8yNSiRQs7//zzEzrPnXfe6fti8g95TZ8+3ehLg7u8TPUjJSfLccmW/hrP3TlnvOAZ9G3GtENbDecB9zO8AOpc/rUqHj+uq5fkfIinURo7emNl6ZulKW9lxeFlygYNGiSyX7RoUcKeqSV+f8M9brg/yjR+cri4XszzA+7xksMU5f7uu++M6zRhaH/huQTuuMT9ySfEiYcpys59ezwO41dFha+IfTNmzLAff/zRZ9W4cWMr7XgPcU1/pSaw8t/P2Y89b43iR0patI0UtmiL1pZnq7fZwn6/61zLa9Ms8lvzc27t6+eavbKJQDkQUJIiIAIiIAIlJsA9RjwSbgQ/TIRx32DyvCDIh5M/s3H93oyGbfL1A7aEizz4We+xR1mzbZuQVFpptu0mdu64o334hH6RR0rRuFBkPNd3ps2btNi/lxTyjZeH/BAywESwB0l2B3+ZIiACIiACIiACIiAClUOAZ0uXXXaZnXDCCf79q3SluP32223UqFGJdxEKhZNDBERABERABERABERABERABERABESg+hNQDUVABERABERABERABERABERABERABKo/AdVQBERABERABGoogWHDhvm5WpOrf8EFFxjzIiT7yy0CIiACIiACIiACVZpADSx8jx49bOTIkbbZZptZqr9//etfhu6Xap/8RKC0BML31HETexC+zQ7C99rYMYffNt9eHsM6CnnmwyYKkGct2jewAQ/tafXWXSfhK4sIVGUCO5y9m3Xtf0D+lAZUJI9NJJG5eOxce6PvJFu1apWF8wMziD8/8grOk8iMYvlzJm5il4iACIhAVSbA3OIHH3ywNWjQwFeDdUGYq555Nr1Hmg3zy4Y5GllTgPk80wQt5E26Ye7++vXrG/PSsp7VAw88YK+++qp98803xhy2zIvIWiysqcJCzC+//LKfF/3pp5+2Bx980BhvvfHGG61///524YUX+rWx/v73v9uRRx5pBxxwgDFXclmkJPMrF6pgGsduu+1mL730kt1xxx0J1mmCFuntZ/djgxQZsmrtZP571rUI82ky/yTfnMfnxkxVo2zPlZwqj1R+6AjZnBvWOZdT6z0wV284Fhb9FTlndLQ//LjXiB8z1mEI+yrTnD9/vl93ifN6hx12KFNRnHNZOVZc/zbddFMLf1z7gr0ok+sn1+kQJj7XdfCTuTaB+Jy+yXuZ45c2jz9zBTMvBvbqJp5xsEAAABAASURBVM6vj+TMojZs+hMBERABERABERABERABEah2BGqVd41SpR89PokevkRPW1LtzCG/li1bWrjxYxGaOXPmlLh08ZtxFp4JA6MlSWjy5Ml+gII4vDB68803W5s2bQoNNLAvCDepLDgT3LlqMlC8yy67+OJR3kWLFhmDugx2sGhYx44d/T42DAazGBp2BoC/+OILe+2114wBD8KysKBz0c0rAWqw0D5C9RnYgmVwl8ZkECo8AGDgleNUXDoffvihHXTQQXbUUUcZbZVzgJdhQjpfffWVLV26tLhk/IPV9957LxGuUaNGfsG6hEeWLaF9kSztq7gHFwz0DhgwwNf1tNNOs1mzZhG13CVXrwdV4RiX5OBwTdliiy18FK45L774onHMvUeGmx9++MEmTpyYCL3NNtvY1ltvnXA3bdrUaNd4kAcPurCXRHgoxnWQOFxTw+KOuFMJD/b23XffRP9BvXhQ9/333/sHUcRh0HPPPffEWiUF7YJjhVklK6BC2//93/8ZD3hvuOGGUk4uHT/6+VpndcfKeb3PPvskqvnxxx/b+PHjU163sq0rZLtfYrHHcG3k2oTekKhYGsuCBQsM/TfN7oy8eekgPODkuloavT+eEQ8+WTyV6zT+LKh99dVXGwuPO5daZ+VBaVG6VlXRVahvKsn2sUWfnDZtWiKrXr162SmnnGL0hwnPJAt8y/owrzyObVIx13JSp7322stuu+02u+eee4y+mkDoD5zv2JFsn9+kWVLJZvjy0i/hWXPvQ6M+suBF1mweK6VVMQS4p+bFMV4g23333UuUqXP5fY9za8w2zfJs2Fm/2jabrzZeBHAW/bM/kuhnZ926wu5/7lfTX/kQePfdd+2jjz5KJM49WN26dRPu+HgM13tehEzsLMJCvxD0InQqXjAiOPeCW221FVYvjN2ge3hHOW2oT+fOnW3gwIHGi3Ih/2zoWpkUWf1IJpTWhClvHYfxEMZFyHHevHm2ePFi+/zzz/1YMH7Nmze39u3bY11L0NPj+s8nn3yyVpjy8KgsfXPHHXf046qMrRYnHTp0SFSdcyyE56VuxtMTO8vRwkuVnG8hC+6lwn1Q8CvKZMz5008/TQRhvKw0z1ASCUSWFi1aRNv8H88cOJb5rsy21IEPggjdoEED45qMPVm4xwnPj77++muL1yM5bCo34/ffR2Ny7COfOEf8Klrob6ZMmZLItl27dsbxSHgUY+F6z3gOwv1LMcG1Ow2BlfdNtBW9BptzLgoRSfQzJNqs3mYL+3XYWZbXppk55z296Vy+PYqgnwhUGAFlJAIiIAIiUDICPLuMx8CN4IfuiT1uco8W5MPJn9n4fm9ZHkM4lt/vs3Uu2kbSZ9xRtuW2TUiqWGm27SZ23vhjLD8ZFxnO+PPbaOjw+Stn2bxJiy3kjRkvVygncbAj2IMku4O/TBEQAREQAREQAREQgYolwHuIxx57rDGRRrqcd9ppJ3v//fftvPPOSxfEtEMEREAEREAEREAEREAEREAEREAERKD6E1ANRUAEREAEREAEREAEREAEREAEREAEqj8B1VAEREAEREAEaiIBFhYZOnToWlXn22y9N7cWFnmIgAiIgAiIgAhUAwI1tQp/+ctfbOTIkRafpzPOAp2Q+SnjfrKLQGkJhO+o4yb2IHyTnSx8qz186HybNmapGR90O2fORWLRnzNr2aGhDXx4T6u/Xu3IQz8RqD4Edjh7N9utf/eoQlFDj36RxaLGH/2cLRk/197sN9nPacA5w3mCGSScU8G06A97ZFgwsUtEQAREoCoTYA5D5ot0Lv8iyfyazLPOtTBdvZhflnkf2c/8jcx9iL04YS7bMDckc3rWqVPHmIv/1FNPtd12282KW9ekuPRzbT+MBg8ebHxr3a1btzIXL8/yzP8io8yJ5VgCrMV2xhlnJNasefvtt/39VVHtkHk5mTeTqjB3Je0Le3GSbq7k4uKF/cwnyjkS3NlYiyB+H5kLa1PFy8M8penWygoMMFkLaeHChVi9cG3xlkrezJ4922hHzAvLXMNlLU6cTWmPFXPcxudWZZ6FTHRLrrVffvmlrwJzz3It9g5tiiRA26QNpApEH8Q80+yrqDnKyauixfcfUQeSSTur6LIpPxEQAREQAREQAREQAREQgbITqFX2JIpMIeVOZ/n/KXfmkGd8YSJu/O6++25jcCfTIjIoMn78+ERw0uOmPOGRoSXc0BOcF0cZ2MKeTlhAqaSLzaRLq7z9GdiFCXxZGOaDDz7wWXLD3apVK29nw0Jl7QsWgSIsg6YMirCPsHDBXtOlbdu21rhxY4+BdvPKK694e1EbBkYPP/xwO+SQQ+zEE08stAAdC0UF7gyQTJ8+3T8YLSo9jsvy5cttyZIlRhkYyN9iiy2MRaiIx0MBBkiLG2ggjTfeeIMoXphwlHbgHeWw6dixozEoT9JhITLs6YSXu+fOnWuUk0X7nHPpgmbVH6YhQdp9rlwPqsIxDtwyMRmg5kWuEHbMmDHGAonBXZxJ+x43bpyFa1qtWrXsmGOOMRacDXFZ1ItF3YL7scceS4QPfkWZvJzwzDPPWFjckQFsztmi4rCPBW8Z8MZO22WgmgcfLIiGH+cCD12wV0XhTHRez6iKpa/ZZeacuO++++z555+3nXfeuQwwXCyuqxGtoXbt2nbyySdb/MHPiBEjLP7gLUDJtq6Q7X6J/iQ8TMtEZ+DlAfSKUL/Smrx8wPUvxGfRQx4gB3cqk2v9XXfdZfvtt5+hS/GC72+//eaDUq5vv/3W29l07drVeMCHPZ2gQ/EwL91+ylcVdJV05c/2seUBXli4mOPXqVOndFl7f/rN1157zdvLssn2sV2xYoXRdtDDDzvssGL1Dc6PNm3aJKqAThoc2T6/Q7olMLMalDZTXvcQNfc+1EXHCIkM/aoUgTPPPNPQ2c8555wSlds5Z845H8c55+3OOf9yFfcobbc0u/2sX63V5n/4F5rp2yILP/+CWa9bfrD7n11p+ssuAcYWhwwZYoxvkTLjX8kvBnJvFx+PQUdetWoVwdMK45AvvfRSYj/xeakleHAvyBgNbu4F3333XaxFCi/gHXDAAUYfRfsLuh86z6OPPmqnnXaade/e3aZOnVpkOlzPt9tuu0SY4vSsRMAyWNSPlAxetnWc5NwZDwntHD2fMb+33nrLQlvYZ599LLzImRyXsV90IPwZn2QshPLiTiecL1dccYVvn0cddZQ98cQT6YKm9a8sfZN7C8qeiXAvEirAORbiXHTRRcY5EPaVp8l4befOnRNZcFznzJmTcBdnmTlzpjEWSzj6pnha+JVG4noxbYwxOt/HZZAY17nJkycnQnIt5Zqc8IhZGItr1qyZ9+GaPmrUKCuubfrA0YZ7mbFjx0a2/B/XyYo6Zvk5Ft5yzvD8i5d92UN/wQJhdevWxSmpIAIr75toP5x5q/GOv2+zeZGNXyR/bL2Z/Xp7L7NIgeNcQZxzCf2OIjqX78aeLM65ZC+5RaAsBBRXBERABESgBAR8vx4LjzsI9zjY4yZj2UE+nPyZjev3lq1eHSkE+VqCT8m7Il3hgrFHWrNtm3i/TDfNtt3Ezh13TBTcpxKZfhgoGg/Ki/JZbRP7Rjr6pMX+vZBQjtWrVyf2x8uLHfGJFGyS3QXeMkRABERABERABERABCqIwJ133unfYXnhhRfS5njuuecaY7m8f5o2kJl2iYAIiIAIiIAIiIAIiIAIiIAIiIAIVH8CqqEIiIAIiIAIiIAIiIAIiIAIiIAIiED1J6AaioAIiIAIiECNJHDbbbcZi2YlV753797GPEXJ/nKLgAiIgAiIgAiIQBUnUKOLv/vuu9vTTz+ddg7bhx9+2I488sjEfF81GpYqX2oC4fvpuIk9CN9ixyV8oz38tvk2bdRS/zF3nv+0O89/s421ZfsGNvChPa3+erVLXS5FFIFcJrDD2btZ1/4H5Ld/ChqdBPnnjNmSsXPtzSsn+TkNOHc4ZzCD5IcrOF+iePnROXOi5Arc+ElEQAREoCoTYL565o+kDlz3mNOVNYNwpxLmpWfuQ/YRngW2uX7iTie//vqrxeeF/POf/1zsHPnp0qoK/qeccoqf17JPnz5ZK64zZ/4XGVYN/1ifas899/Q1ox9+8sknPUPvkWLDvJzMz8kuwmdjrmTSKk7KY27YXFvvIV4e1kQKc7QmsSnk5PxmTTA8WZ8kzNuLu7Lk+++/9/MYkD91ysYzGdLhGkiacFm8eDHWtMKaDanWEevcubOfk52IXEM///xzrEUK6+Ixpy2BmC+WeWOx12RhLt3AJBUH+ia4pdqHH22CY4odKet6MKSRi+LoPCLJN3OxhCqTCIiACIiACIiACIiACIhAWQjUKkvk4uMWFSL/YUlRISp7HwsTHXPMMYmb8AULFhgDdqle6EwuKwu93HPPPYnBBQYEWDDLOZcctERubmRJO10kbnaHDRtmLKSULkwu+TNQHBbJmT59urHgD+VjcIjFnbAHYeEeFp7BPWnSJFu4cCFWSxXW76iBGwZ8WNAtVP2+++6zDz74IDjXMlnYhwXbvvjiC1u2bJkxeMnAaQjIAk4HHXSQxbkXtUAci9iNHDnSR2cBmr/85S/GIkGcSwceeKD3ZzNmzBhj4BB7KqFc999/f+IYb7bZZsaDiFRhs+XXpk0b23777X1ynD9woRzeI2nDgw0WGwttsF27dhYGm5OClqszl64HVeEYl+RgOOfsr3/9q7++EA/WLKJWVLslHBLaB30ADx/w23XXXa1bt25YE8L5dfTRRxv9A57kcfHFF9usWbP8yzj4pRPS5QWziRMn+iCcb5xj9erV8+6iNgzAd+rUyQf55ptvjAForr8sVEY6PGzJJB2fQA5u8qIy5fkFMCKLflWGwPnnn+8XtT399NOt7H+0gngqye74vupjRx/ixdJQo6+//trQA5L7smzrCiE/TK5jZdVTuf5wHeJ6RJrF6Qwvv/yysXgoYcsqLF4brsnz5883Fj9M5hfPgz6B8qE/oUvVr1/f6z3xMMGOnkX/ENzJJjoU+XEtTt4X3FVRVwllxyzPY7ty5UrjoSr5pBPaSug304UpjX9Zjy1c0ClZiJnFRnlpoai2smLFCqP/pqzo6FtvvTVWL+V5fvsMit1kN0B56pfNmze3mnkfSp+IZPdYKbXyI4De/uKLL9q9995ryWMk8VydKzzW5Jwz51wiiHPOu51zfoyLfjZIm2Z5NrTnL9Zq8z98mGhjzqK/gs1Zg1bYA8+ujDz0ywaBr776ygYOHGiMMZIex+Hkk0827tNwB+F+MT4eQz/GfVvYn2zSdzAew2It7EOnSR6HZNyC8Qv2o3MMGTLE0EFwpxLGGNEn6WPpo3h5k5dkCMtYD3VhjAgd8Nlnn7Wi9MBffvnFCE9chLJglqeoHykb3bLqOKly52O50NYZA542bZoPRnvt0qWLt6fa0N4YY+R8YT9xR4wYUeTYCecL5w3tk5fUxyPqAAAQAElEQVTqGjduTNRSS2Xqm6UudAVG5PjxMiJZci247rrrihz7JRzCPdUdd9yR+EAS3TY+tk2Y0kiyXjxq1CijzTCeVlR6jAkzoUd4iRVd/dBDDzWuyaniNWjQwPbZZ5/ErhkzZhiLa8Eg4ZnCwv5///vf9vbbb/u9tO2DDz7YuG55jwreUB7G4seOHZvImXrxgmrCQ5ZyJ/DLfRPtx56DLVLXfF7ORcqYF7PVW29mK4f2tLw2zRK6nHPO251zUZx8sdifcy7mklUEsk1A6YmACIiACGRKgPv1eFjcyYKeih8mH68E+WDyZzau/3/y7318184GMWP7j3FH2ZbbNrHS/DXbdhM7b/yxZgU6A+k557cWZWjPXznT5k1a7D+YD+WhfKGcmMlisT/2xZyyioAIiIAIiIAIiIAIVAABJvXo1auXnXvuufbtt9+mzHHjjTc2nifxjnnKAIU85RABERABERABERABERABERABERABEaj+BFRDERABERABERABERABERABERABERCB6k9ANRQBERABERCBmkfg448/Nr4XTq753nvvbT179kz2llsEREAEREAEREAEqgEBVWG77bYz5mhmvpRUNJhT5cADD0zM4ZgqjPxEIB2B8N103MQehG+wg4TvsjGHD51v08YsM/89t8s3om3kdNaqQwMb+NCeVn+92qY/EajOBHY4ezfbbUB3i04BY8OUBgj2xWM/sjevnOTnNOAc4rzBDBLOsWBa9Ic9MiyY2CUiIAIiUFUJMK846wkwnyF1YD5A5rzEnkqYr5C1TmrXztcfWPib+WBThcWPayXzcbJYNm7mzmeeR+f8VRmvaiM77LCDMSfugw8+aE2bNs1qvfws3n6T1WRzJjHm2+Tb9DDnNW2QuYjTFZB5ObM9V3K6vNL5U0bmSU63H3/afnFrEeTaeg/x8vz8889+fZG1jwW1yxfmk46vacH5/ec//zl/ZyVuFy1aZMwBzDWrc+fOWSlJnA1zxpZ2HTEYtWjRwpeJOZeLSodArPP22GOPYfXCWlMNGzb09pq22XTTTS30V99//73RB6VjwFobr732Wrrd3r8814PxGeTAJs+vl0UHguRAgVQEERABERABERABERABERCBrBKoldXUkhMr0l01Bve48TviiCMSNZk/f779/e9/twsuuMC4aeTmkgFMAqxatcpYHIbBPQZMH3/8ceNhEftYpIiXAbCnk3SDRfF4LHD05JNPJtINaVGGTz75xM455xybNWtW8PYm5fKWLG4YkCDPsia50UYb2Y477uiT+fTTT40BGRzbbLONsbgT9iDNmzdPLHi3fPlyY+CJfXvuuedaYfEvjbAg2Q8//FCaqDkRh0HPE088MbFwHItcXXzxxb5NJB8v+A0aNMjGjh3ry84g2F//+lcLizV5z2iz884722677RbZzDO/9NJL7fXXX1/rIScLuQ0cuGYRuw4dOhgPAnzEaPN///d/tu2220Y2M8p1/vnn2/PPP79WW6Zc//rXvwqVq0ePHokFOn0C5bBhgPlvf/ubYZI8iyxeffXVvs64g3BOjx8/3u655x5fdrgdc8wxFbZAU0VcD0p7fuf6MQ7HMFOTRen69u2bOJ+++OILO/XUU+3mm2+2dNcJzoPrr7/errnmmsTihy1btrQrrrjC1ltvvbWy5qHQ6aef7hdrYufXX39tnBunnXaaTZ482b8cRptjHybpjx492jgnbrnllkQenGsM+hIuE6FvY4E9wo4bNy4xSMqDKcqEf1UVtAvn2FbVGtSsctOHszDj0KFD7U9/+lOWKp98/JPdWcomx5JxztnRRx9trVq1SpSMh4zoqwmPyJJtXaE8+qU99tgjoUOgM6TSZbgm0h+jM7CAbVS1Mv/QXdDZQ0LoSKSPbhL8MNGp3njjDX9tp3z4wT1+z8A1Hz/2IVxrJ02atJb+RD3Q3c8666zEQsCER5J1eHSUqqCrUPZ0ks1ju/nmmxsP/ciLNjBkyBBjQnvccUG/f+ihh6xfv36JfpP9sEewpxOOLy+/xPdn+9hyz0O7Q6ckHxYnfeSRRwqVFX+Eh8u33nqrLVy4EKe1bdvWePjsHdEm2+d3lGShX7r71USgcrCUl36Za/eh5YAuTZLOLOovTH85T4Brw0033WSzZ8+2Aw44oETldS46zgUxnHPRIS8sXG+cc/4eBDvSplmeDTnzZ2ux6e8WdVb+9YA1mzzrNehHe/C5laa/0hFYsWKF8WLkddddZ8cee6y99dZbiYTQH7g/S3jELLyotM8++3gf+iP6socffnitPoJ99913n91xxx1+nIII8esnbmSDDTawU045JTHusWDBAuvTp48xnsj+uHDvyRgPegr+6CHEJQ3cCOUO95UzZsww+uJkvYlwlI8xlFDvzTbbzDp16sSucpc4B/p17rezMRZVHfuRbOs4qQ5u82hsd6eddvK7uL4hOLbffvtCOg1+yRLXI9HhaO+0e9pXPCz7OMbo8WEfYybEj4fLxF4R+mYm5agKYRhPZlyZPoXyhjG0AQMGGJNk/Pbbb3h7QT/nmsg+xtkIyw6uM2eccUZiHA6/0kqyXkxbYByN69jLL79sXJdD2tx3hWc63FNPmTIl7LKDDz7YGBtPeKSwcB0P9360P54JwWLChAl+DJz7R6Kxj2sr43rsJxx+7OOayPUKe0UJx4R6c+9Bef79738n+hDGMrlehhf8MykTx/Xss882XmpF6EMyiacw+QRW3v+8/dhzsFe/8vK9LM9b8mxVi03t5yFnWF6bZoX0N843xLnCup5z+W6Scc5hSEQg+wSUogiIgAiIQEYEgi4YAuNOJ+iGfJAe5IPJn9m4fm/Z6j9W5+sFBbpBntcYzC4Ye6Q127ZJSLpUZtNtN7Fzxx3j45I8ZSMz9JC8P/Ls+b6v27xJi/wH86FclJNw6cQnVrAhTIFVhgiIgAiIgAiIgAiIQDkTeOaZZ+yoo46ye++9N21OjEEyXss4aNpA8R2yi4AIiIAIiIAIiIAIiIAIiIAIiIAIVH8CqqEIiIAIiIAIiIAIiIAIiIAIiIAIiED1J6AaioAIiIAIiEANJHDbbbcZ88MmV713797JXnKLgAiIgAiIgAiIQPUgoFp4Ai1atLCnn37aDj/8cO9O3kydOtWY85G1BZL3yS0C6QiE76XjJvYgfHsdhO+xsWMOH7rAXhq9zAhnfB/uP+Ymlzxr0X4jG/jQnlZ/vdp4SESg2hPY/uzdrGv/7vmnQnQuMJ8BpwUVXzL2I3vzyknGPGDh/MEMwjkUF+LgjpvYJSIgAiJQVQkw3yXzHTqX2Xxx7dq1S6zrxHzs999/v73wwguGPc4A97PPPmtjx44t0EfMOnfubC1btowHqxb2a6+91t5++2076KCDyqU+/sj4TbkknxOJ0i6YB5R5DTMpEG0pm3MlZ5In50q21yJg/tPyWO+htHP4Ux7mZw3zPDMfNGvPMXd0glGBhXmk+/Tpk1jTgjWVqEtJ5g8tSCrrBnPNwqBJkyaF1kspS0awoX6YpFPadcTgdPLJJ/s5PUmHuWEvu+wyY55Y3EHQN+HP2ijMZY0/58kRRxzh53nHXRECx++++64isio2D+bhbt++fSIc80GHOaWDJzo8a+L885//NNbSCP6pzGyuB5Mq/Vzwc+bM6N8R058IiIAIiIAIiIAIiIAIiEB1I1CrPCuULm0mpUbS7c8lfwYpeGEzvuAaD1FfffVVw3///ff3i1axqEmXLl38JIosQLR8+fJENRjwIywLzyQ8CywMoDRt2tS7GAzt27evXXHFFcaiYPPmzfP+3bp1s9atW3s7N63Dhg2zAw88MBGO8AzOHn/88fbhhx8aCzYx8OUjRBsWcomMMv9CGUho1KhRxoAP5Rw3bhxepRLnnHWJuMUH9OrUqeMXiklOsEGDBmsN0jBIwiJRyWFL4mawjrSJwwAKi9uwQM2gQYPsyy+/xLtKSZs2bYyBItoBBf/666/t3HPP9QsW0VY4Zhw7FmrjxRTaFOEYMGKxH+xxYSCLwSUGlfAPjHihBU6kd8opp9hhhx2WWMSO40IcBmKIg2CnXKG9M+hy5ZVXWrwtn3baaUa5mJCUctEumJj0hBNOiMYmHMmUq3De9OrVKzHo9txzz/nywIt6wo/yXnPNNYkF9+BGmcu1YLHEu5XT9SAb53dVOMYxlBlZGfxjgTAGiYnA9X/EiBF+EU7aPG0itA3chx56qDFYS/slPAuA3XjjjcaDAdzJ4pwz2jeDxrR39hP3vffe8+cx7Y12SR+DybWe/BYtWkRQLyxExrkYznnvWcyG60S4ds6ZM8cvxkaUrl27Wqgr7qooeVGhGRjHjKz65SiBDTfc0IYOHWrTp0+3PffcM8uljB39PDTOmDvLOeVacptssonFHx6xyOGDDz5oP/zwQ6Gicg2gTw7XjbLoCuXRL1Eurq9B9wjlY8Fc+mD2cX28+uqrjUUG0dfDNbRQRUvoQFc/77zzbPfdd/cxuR6jk9DPo6Nw/eV6iw509tlnW1ioEr2nf//+Bn8fsWCDDhOuqRwLyk1c0iAtHkJxj4GeRlqE7dixY0Fss88//zxhDxb6glzXVUJZU5nZPLbo78ccc0xCb+NBNG70UvgiHDcYc//EMeAlFRYdpmw//fSTffvtt1gLydZbb51Ic+bMmXbmmWf6e7NHH33UWCSTwNk+tnvvvXfiWkg5b7/9dq9r0DaoB0JdeGk8LEgKSx7Io39RpiDZPL9JM5P7VcIh5SHUj+tVtu8hnKv8+9Dy4FV8mlG/GPWNxYdTiMokwL0Bi2/QT5SkHM6lvmd2zvn7aeecv745l2/Sd9L3BWm7pdltPVday83+iMKbmbPojw1i1uuWH+3B51ZGfvolE0Bf4J4tnfBiGtdx7hXRXUJ8xgv79Olj6DLBL27iz/6gH8T7CNoH/QN9BX3dPffc4xfkIz66DOOQxMcdF3Rvxjg47vjzMRJt7sgjj7Sgo9CXcn87bdo0gvh2g/5BXO9RsNl2220THzuhNzHGFNeb4uV7/PHHjTDkS35bbhk1uIJ0ytNQP1IyutnWcZJz5/jvu+++vk3F9+2xxx7G+GPcL9mO7oM+HcavGJ+h3dP+OQ9ob+znPoHxRsYdSYN7CvyJj7skUl76ZknKUJXCMq5MG6J/odwcI178Ztxrt9128+P9XCf32msv45rIPsIQluN/wQUXGNdL3NmQZL2YNHl2ctFFF/l8KAvSJXo2Qbl5phN/uZG2le5aSlpBuA8cMGBAofE07uWuuuoqP67cqVMnX3fu5cK4HvtDfK7xxN9ggw2CV1ZM8uB8oI6phGNCvRmbIWzIdKuttrKixjJDOJnZI7Dygefth56DfYJoXQmJLH+03MxWDu1pFilqXEMRzjEEu3POX1Odc+Zcvpj+RKACCCgLERABERCB4gnwrDIeCneycJ8cBN04yAeTP7Nx/f9jDOM5F/XxJOTyN86cXTDmSNty2yZ4kVdntAAAEABJREFUlFmabruJnTPu2ChVsyiraGNmzgzJW232Qt+ZNm/SIj/mEMoXyoyZXCfcFvtLdsd2ySoCIiACIiACIiACIpAlAkxMwTuLb775ZtoU//Wvf9nzzz9vvN+SNlDSDjlFQAREQAREQAREQAREQAREQAREQASqPwHVUAREQAREQAREQAREQAREQAREQAREoPoTUA1FQAREQAREoKYRYH7YO++8c61qH3300X6O2LV2yEMEREAEREAEREAEqgEBVWENgY033tieeuop+/vf/77GM2bj2wvm/Xr77bdjvrKKQGoC4TvpuIk9CN9aB+E7bOyYw29fYC+NXsrn2uZc/ofbBYa17NDQrnpoT6u/Xu3UmcpXBKopge3P3s269O/uzwnOBy8WnR+RZcnYj+w//SbbqlWr/FyFnEecT0HCORdMEGGPm9glIiACIlBVCbAuyHbbbZdR8Zl7jvnXW7Ro4cOzthXz3DK/4t13323M+zpkyBDDPWHCBH9dJSDzHTLvIPFxVwdhrQLmbmau0fKsT57lmf9FRnnmU9lpH3LIIYn58YsrC3MdZ3uu5OLyLK+5YTt37mzMt8zcjpShtGtTZWsO/x122MGvK8b8rJSH+VOPO+4469Gjh7E2x8CBA435o5nXmfmkCcNcu8zfz5pKuCtTWL8h3G8zdzBrbmSrPNk6VsybDb9wzJl7mzm4mYs7zGvMvLHMc8zaKJSfesA+3XpThMmWZKstZas8IR36D9oi6wvhx5p1rOcS2ibXYua/ZQ5fuMG5qL6N9IjPHOqkh+7P/O7EY75ijgXMWdPl7AzWgyGNXJO8gs4j3LvkWvlUHhEQAREQAREQAREQAREQgbIRqFW26EXGTrvTRQ9WkLQBcmwHi68wSSLSsGHDjEtHWOJwY8jAR6qI6667rvFSaBhEWbFihb344ovGYOlbb73lozDpIovANG/e3LvZcEMbwmEuX74cb2PxrYceesgYIKhTp473W7RokYVFj7xHKTcswMOiSUTnIdgbb7zhy0n+K1eWfhG4tm3bWljQkbQZwGjevDnWQlK3bl3bZpttCvm1atXKyjrQwXE64ogj/EIpJA5Lbu5HjBhhsMOvqgmLaTHAHudIvThWtK3Zs2cbC8dRLwY3TjrpJD8Yz4ApfskC47vuustINwxGffnllwYn0nv//ff9pO/E45iwAFeqQT4WXiKdHXfckaBe4m353XffTZSLc4YHBJdccknaxfB8AlncOOfsxBNPNCY8pV2QNJzgRT3hR3nxhxuDPRVZPvItr+tBts7vXD/GMCypMDj42GOP+UW7OO7EZxCQc4A2EdoGbvzZTzgWPnvggQesRcGDMPxTCecdg5EsNBY/Z1OFjftxjhCPhbp4ySy+rzg7fQ4L7BEuvNzAgC4Do845vKusUHrn9YwqW4VqX/DTTz/d5s2bZ+eff3451dWtSTdqzy5qD2s8qr9tv/32K/Sg9L333rNx48atVXH69GzoCuXVL6F7UL64zoBeRl249ob+mId4V199taGvr1XJUniQzvXXX288SOJaThLoAugoXO/Rfbje449w3aacqfQe9OZ+/fpZ0CkIT1zSIK2XXnrJfvjhB6+DcjweinR4HvQRDuHhKjo39iDO5b6uEsqazszmseXhG7pbOFbwQi+FL8Jx4/iFPpO+NtxPcH9Em0ouJ/0+i3TiT7/OcSCtMWPG2E8//YS3ZfvY0i+zQOj//d//+fZAJiwQPWvWLH+/Rf6hLuzjfmnQoEHG4qm4k4X2RLukfYZ9pb0XyOR+tSCPcjPKS7+s7PvQcgNWZML0iq7IENpZeQToS8aOHWvce/z5z38uc0Gcc+ac8+k457zdOeevM1w3ubcPghtpu6XZ4DN/thabrPIvmLHJf1kAm1nPm3+wB58r/fiP6c8TQDcobrzQB4w2m2yyiXHPxwsoHK/Iy+gj0CPoH+grcOPPMWR856abbkqrGznn7IQTTvAvblEO4tHfffbZZynHeOhDGZvhgybnHMET4pwz7klPPvlkI2920O/SZ1E2JF4+0urfv7/XswhbUaJ+JHPS2dZxUuXMC4XxceBNN93UwgtXqcLH/dAjb7/99kLjk7R/2hntLX6fQDzuJdCJiIe7NFIe+mZpylEV4jC+xTgpL4aG60sm5UZn5bjy4p5zha8zmcQvKgx6MfdZPDMpKlx8H9eqCy64wF8nuT+M70tnb9++vZEP+YVrdbqwwZ/rJvedTCLCtT74V5ZJeRjLfPTRR4sdy6ysMlbHfH+5/3n7/oxbLf+lTLSuSPLy9a5VLTaxn4ecYda2me9nOUa0r2BiR5xzCT0PRs7lu7EHcc4Fq0wRyAYBpSECIiACIlAMgfy+fU0g3Ag+mAj34sFkXDvIB5M/s7H93rLVq1EK0A0i8RHzNxeMOcK22q4JjqxJs+02sbPHHRvpJAVJRlnz7QhaCeV4vu/rNm/SIv8+SCjn6tWro/B5UTnzTepCbEwEe5Bkd/CXKQIiIAIiIAIiIAIiUDYCPI9hcoorr7wybUI8E2cy4759+6YNk2aHvEVABERABERABERABERABERABERABKo/AdVQBERABERABERABERABERABERABESg+hNQDUVABERABESgxhFgboZUlebb4VT+8hMBERABERABERCBakBAVUgiwPz1zJ9yzjnnJO3Jd3788cd20EEH2bRp0/I9tBWBFATC99FxE3sQvrUOwvfX2DGHD51vU0ct9Z9q50XpEt7y8vhZy/YN7KqH9rD669WO9ugnAjWPwA7n7G679jvAnw/RaRGdJ5wb/kyxxWM/tLf6TbIwTz7nE+dVEM6luEAPd9zELhEBERCBqkiA9aRY0LtBgwYZFZ9wzAPL/OnO5c8vxzywLLo9ffp0++ijjxJr/TBPHfOdn3XWWcYc4xllkOOBWI/gqaeeMiTMM1+eRXbmzP8iw6rxH/Pjs+A5895nUk3mz2Q8PltzJWeSZ3nMDetcdtZ74Pwqbs25TOronDPmD7jhhhsS61qgDy1YsMDGjRvn541m/mj8SI+5XO+++24/Ry/uypavv/7auOemHMwHzP059myIc9k5Vsyby/o4zLXN3LOUDd0zrGvBvMas5YA/Qj3uv/9+Y85Z3OUt2WpL5VFO5s4fOHCgbbjhhj552mFom3Bj3Rj6nb/97W/2z3/+07iu+IBpNsz3m631YNJkUanejs4jknyzUouizEVABERABERABERABERABMqBQK1ySLMgyeKMvOIC5NR+bhQZoJw4caI9+OCDdvzxxxuLIoWbcgpLGAab9t9/f7v11luNsMTBn/3pZJ999jEWI+KmncU7QjhuVoOdxaoeeeQRYxEd7OFmlbS32GILY0CHlwseeOABXy4GWzbbbDMffeHChTZ//nxvL8uGxZJYjOfAAw+0eL2XLl1qK1eWfgG4jTfe2KiTFfy1atXKGjRoUOAqbHTs2NEvVhd8GfCIlyX4l8R0zhkLmbE40ZZbbplInwGDRYsWlSSpnAq700472fDhw31b3G233axRo0aJ8tF+YH7mmWfa+PHj/YJt+CUCpLBwnG688UajjdGu4+lxDMiPdv/4448XuUgQ7fXee+81FkUiHc4Z2jFZks52221n/fr18+cPiw6FfeyvCHHOGYPFLLz4j3/8w7fNwIayUH7aC9xOP/10Y5CuIsoVz4Njl+3rQTbPbxjl8jGOs8zUTvu/7rrrjMFD2ueuu+5q8bZLOhtttJGF9ks4BhbXX399dhUrzjnjYRkPjJ5++mk77bTTrF27dkaa8cicd+R99dVX2/PPP28s7hjaZzxcJvY99tjDOFYhLH3Q1ltvHZxV1kS7yDO2VbYK1bbgO++8s2+39913nwUdpXwqm3z8k93lk2uupMo1gX4qfv158sknLa5XhrLSd2dDVyiPfokyco265557vJ6MLoOegD/6Mg/ar7rqKq+Xo7/hny0hn4svvtjrSFyPW7RoUehBEdfioO/Dj+tnurwp98iRIw2dC/2cshMWEzcL5o4aNcpYqJfFT7n2h4dXPPD78ssvCV5InHM5r6sUKnAKR7aOLXrYeeed5xfLRq/k2ITsOI6hX+a+jD4Tttw/hDAzZszwL/gFNyYP/TgeLI4c74d//PFH++abbwjiJdvHlnz/9a9/ef2de7utttqqULujLOSJPj527FivN/iCpNlk6/wm+UzuV80IWX5Cm8m2fol+x/UrlLqi70NDvhVr0iciFZurciueAC8vcN3nZaLiQxcfwjmXCOScM+ecH+vgnjYIfVEqabul2eCev1jLzf4wsyhuJAU/c85Zr1t+tIcmln4MyGrgH30SY4hHHXWUDRs2zI930G9xLDLBQf/F/Sj3ivQRzZo1M44dcdH9uJbxAuazzz6b0fiOc/m6xLhx44x7S/pL+hnSQygvfuhDEyZMsKLGZuiLeXGJMRL0JupJfNJBsJMW99H0xwcffLBvR+yrSFE/kjlt9I1s66/x3Hmhs2vXrgkvdLOS3B/Sf6MPoYcnnw+cUxzrQw891HhBjnsJ3InMSmGhjWdb3yxFMapMFI4B1zfOd653HIv4NYuKcN1C12Ufx4mxMHRX9pWHcF1iPHv06NGJ8TauTSEvyswYX3y87cQTTyzxmC/3c9xHcN1kTJlrX/zaSn7cr+DP9ZWxQ8x4WQhTUUI/wrmHrs81mvKUZCyzospZnfNZ+eAL9kPPwb6KrmDrLPp3Zn+03NR+ue1Ms7b5fT7XIo5ZXGi7QZxz5ly++KSijXMu2uonAuVBQGmKgAiIgAgURSB8JB7C4A7C+yfY4yYf/wT5cMrnNrb/f/wH674nj/pz51zUz0epObN/jDnSttquSeTI/q/ZdpvYOeN7RAm7RH5YnHNmq81e6DvTPp682EJZMeP1iNcLOxIllvgluxM7ZBEBERABERABERABESgVAd4VP+KII4zx/HQJ8O4Qk3Qw7p8uTHp/7REBERABERABERABERABERABERABEaj+BFRDERABERABERABERABERABERABERCB6k9ANRQBERABERCBmkWA+RP4bjm51meddZbtueeeyd5yi4AIiIAIiIAIiEA1IaBqpCNwxx132KWXXppy97Jly4y5sNAhUwaQZ40mEL6LjpvYg/CNdbLw7fXw2xfY1NFfmfP/Fm0j4VvtSFp1aGBXPbSn1V+vtulPBGoygR3O2d269u9u/gQxKzDyz5rPxn5k/+k32c8RzDnGeYUZJJyDwbToD3tkWDCxS0RABESgIgn873//y0p2rBGDfuqcyyg95i8844wzjPn599prL2OOT+akI3KdOnWM+fqZ//aGG24wTPzYV9Wlb9++Nm/ePDv22GMrrCp+Fm82SIXlWjkZMW8n7Sq0peJKke25kovLj/kYy2NuWOfy52hmzn/mEWWOZ+ZMpTywYE5bvttn3uWi1qZiXs/i1pwjzeLEOeefaTzzzDPGegXMX5o/r2l+TOY0Zc7XO6rOgSQAABAASURBVO+803gmUtT6GPkxKm7Lmnhff/210TZYdynbOTuXnWPFcWWubebN5Zi3a9cusf4e+zjmzHfMnA6siYA723UpKr1staWi8ijNPuec0eeMGTPGz39OXwMv0qKN0i5Zq65Pnz6F1tZgfzqhP2NeXs4v5jUvy3ow6fKoLP/89bLoPJDKKoXyFQEREAEREAEREAEREAERKC8CtcorYSs24cwGEItNpoIDMLCz7bbb2kUXXeQHNKZPn25vvvmml9mzZ9tzzz1nDGZy40nYTIrnnDMGIB555BGbNWuWT4s0r7zyykLRufns0aOHcdP66quv+nDkyc3o5ZdfbgwMOJfPlUVruPElnZdfftlYTCmeGOVjH3LXXXclBhTiYVLZWciGgZ54vVk8h4GeVOEz8WPREphRFmTw4MFWt27dlFEpN3UmHNKzZ8+U4YInTKZOnepZMWjWuHHjsKuQycAAAwIwi6d/wgkn+HCwhxN5IpTD7yhiwwJ+hEUyCZ8uqXg6J510UrpgKf1pg+Q9dOhQYxEfyoLQfmhHvXr1Mo5pysgpPJ1z1rFjR7v22msLpUd7YPCJvMgzRdRCXs6tSYdzJjAnHRZkYtHD9ddfv1CcZEemxzbEK2l48v/b3/6W8nxj0Cgdt+LaSnH7KW8mx5x0snU9IE+EOhV1fnN8aT8I5wNlIF4qcS73j3Gqchfnx+Ah7ZMXueJtFyZTpkyx0H4JV1xaqfZzLWJg8ZxzzjEGdUmTtINwHpP3QQcdlPF1O1U++DFYTP8R0i7umBKnKgi9oHNsq0Jpa0YZ6RdCP09fW/61Tj7+ye7yL0Fpc4hfZ4vSW4pLH70P/S+c3zxE4uFpqngcH/Itq65An5Dtfonycl3cY489jPKhJ1An9OUnnnjCvzTLg9B4H5/Naxn9ItdjFttFdyJvhGsxbRpu8KOcRQl9AjoXE69TdtLAxM2CuTykCvHjdeEBa3xfCBPM0uoqxM9E1yBcEHRQyo1gD/5lMbN1bJ1zts0226TUT0O/DKtQVspPPRAWU051DAl/4YUXWrwfnjx5srVu3Tok481sH1vnnHGucm/HPVa83VEWzoP99tsv44eX1I12SjzaLXVGSLck9wLOZXC/6okUv6E8lAEp6fnqXNn1y3gJy/M+NJ5PbtmjPjHimFtlqtmlOfLII+3DDz+0AQMGZAWEc9ExjqXknDPn1hauwUE4FxCuGcFsu6XZrWf+bC02XWX5LwtYZEaSl8fGet70gz00cWUsp5pnjfelXNOKEnQYXoq64oorrEuXLgbr0hD785//bPQR6InoEuQZrun0b+nGvNLlhf7GvSX9Jf0M6SGUF7/jjjvO6OvSxY/7B72JehKfdBDspMV9NP1rPE5p7OpHClPjGNKfwhqBT+EQa7vibTddeI57eeivlMY5Z5dccokfq6XMjENx7WFfpuKcS+hM8fOB8UXGObimbr/99sZ1LtM0iwrnXPb1zaLyK8k+zn04IhzbksQNYZPbUWnTCelhcp3jesexiB8jysl1C12Xfdk8TuSbTpxzttVWWxn3d4y3cW2iLAjthjG+bI23cT1kTJlrX/zaSl7o5PiX5PpKneL3iaST7tzFn/2ZCP0I95w333yzcY3mvCev0kp5tKPSlqUqxPvlwRfsu9NvjfSqwqWNNC1b1WJT+2XIGWZtm3mdgWtkXLi2BXEuX8/D7Vy+3TlXKFHnCrsL7ZRDBEpDQHFEQAREQATSEkj+KBx3svBxOX6Y8Q/OP5zyuY3p9x/LWx1pBPk/I1y+mPUZfYRtuV2TtHlnY0ez7Taxs8cdG+UbpRaVAYvPH2dUrheueN0+nrzYKDsSyk8Y3JjJEkVN/NiXcMgiAiIgAiIgAiIgAiJQKgLff/+98QEzY8MLFy5Mmca6665r999/v3/3MGWATDwVRgREQAREQAREQAREQAREQAREQAREoPoTUA1FQAREQAREQAREQAREQAREQAREQASqPwHVUAREQAREQARqGIHbbrttrRqzyEzv3r3X8peHCIiACIiACIiACFQbAqpIkQSYM5Q51FMF+uWXX+yII44w1gNItV9+NZNA+B46bmIPwjfVQfjWOsjw2xfY1FHLImjM2seH2vnTyhCvZfuNbOCDe1j99daJ9usnAiKw/Tm7W5d+3QuB4KxhmsslYz+0//SbZKtWrfLzGnCOhXMOk3MqLiSCO25il4iACIhAeRNg7sLDDjvMvvrqK58V8/gxr+Y999xjCHMs+h0l2DCP4N133+3jZ5pGmPeQvJmXlHjDhg0z1rhiLQjKVYIi5GzQgw8+2ObMmWPUs6IL6ciQDYI9h4U5iceOHZuY65U2VdLisug583O+WbD+WiZpZHuu5KLK7Fz5zQ3LnMnMI8q8/cyZCgNYMMdtUWtThfI6V/wc/sz1SroI8wWEuKlM1t448MAD/dpHfl7TgmPCnKbc53bu3LnYOXc5fuSFcI1gztBUeQW/koYP8YJJfJixPhxzqAb/bJtlPVahPCGd+By1lJ9jzvzf1MG5ok/+khxT8s0kvHPFtyVYc1yRVMe2uP2UJS4lCU/fQvuNr+1HG6VdslaIc86vo0W5KB/XJa5P8fyS7fRnzBdc1vVgktOtTLczF2UfScQjsugnAiIgAiIgAiIgAiIgAiJQzQjUKq/6FJVu/mNIHqkUFUr7REAEREAEREAERKBkBNAuePECs2QxFbo8CBx//PE2b948u/TSS8sj+TRpxo9+vtaZJqC8RUAEREAEskRAyVQVAlEfyZutVaW41bicLVq0sCeeeMJGjx5tvMxRHlV1LnrAHyXsnDPn1kitWrW8G3OdddaxuNSuXdu7MdtuaTak5y/WcrPVUSpmzsyci7aRRD/rdfMP9tDEX0x/IiACIiACIiACIiACmRP45cEX7IczBkd6VRQnUq3Mog3KlZmtbrmprbztDLO2zQx9DD0tmNiDoMc55/xL1845c26NWPTnnIu25v1NfyKQZQJKTgREQAREIDUBnk3G9+BG8MNEwgflfGQel/cnf2Zj+r9teaujsTuL+vH8nznnvPxjzBG21XZNSKrcpdl2m9g543uYOYv+nDkXSWT7f/bOA0Cq6uz7/2fV731jI18imChgS4xgwZKY2JIvRUFNTKJ5Y02sgL6RtXdAjb2AgomxdykLS7HQi4KCYhfQWEEpItao2GB3vud/7pyZu7OzKyLLzs7+797/eZ7znHPvPec3OzMP7Nw5MM9VfHwTzpuJlybOR3r89NPzo89DaCn6UYX1GJcVAREQAREQAREQARH4agIPP/wwDjzwQPTr16/BznvttRfmzp2LY445psE+ahABERABERCBhggoLgIiIAIiIAIiIAIiIAIiIAIiIAIiUP4ENEMREAEREAEREAEREAEREAEREAEREIHyJ9BaZ3jLLbdg6tSp9aZfWVnZZN/pUe9iCoiACIiACIiACIiACJQkgXPPPRcDBw5scGxHHnkkuEhqgx3U0GoIxPug05Z+FO8Vj+L91fRph/xjHqaMWALej83CEieUW237f3Hh7XviW+utDW0isDoJtPRzdfnfPfCzvl19GuZCeL6YmVvDglEv4uk+E7FixQrE5xltVHxORgvf6LtBtPQlERABEWgKAuPHjw/3+u6///64//77m+ISOmeKQPv27XHHHXfggQceQJcuXVIta87NIIOwu1lzV9WVREAEREAEWjqB8P7hbyD6N0pLfySbf/wagQiIgAiIgAiIgAiIQGkSqGiOYSV/RrHmuLSuKQIiIAIi0LQEdHYRaFYCzC4sfFyjWYfR6i/eqVMnjBgxAoMGDcKWW265hnlY6nqm34YUDbkiIAIiIAKtnYA5AMqN9mYjcOaZZ+Lll1/GoYce2iRjMMs/xmZ1fTODmYXFYrlwLBUXki20XGz2Rx2Aa7ovwxYb14CfNQsfGMhk4Hv4AFrPK/+DO8d+Bm2tloAmLgIiIAIiIAIi8DUIfHrHBHxwbH/PpfL5FJMq5lg1W26MT689FtimPZiHFeZmsc78Lcosye3MLDcKs7yfC8oRAREQAREQARFoUgJ8L09fgHWKMd5ETj9t6fPLHGjnTFqAkX2fRm1Nrf/fS/jfF6YHPNRtBieP+D067tA2qa+hctMd2uGE0X/2qzFn4ZjgY/Gqj5DjnHDuDLw0cX69m+UL5xmO8P9EYpx+VGE9xmVFQAREQAREQAREQAQaJsAvmjvggANQ7MuJ41FnnHEGpk2bhi222CKGZEVABERABETg6xBQXxEQAREQAREQAREQAREQAREQAREQgfInoBmKgAiIgAiIgAiIgAiIgAiIgAiIgAiUP4FWOcPPP/8c/Jxd4eT5vWe9evUqDKsuAiIgAiIgAiIgAiLQCgkwL7z99tvD968Vmz7bL7nkkmJNirUSAvH+57SlH8X7wqPifeK0g697HZOHv4UMb8mmkAk/xLZl52/jwtv3wLfWW5tVSQRWJ4GyOFeX/90DP+27T5gLnz7h+cZnkFcWjHwRz/SZiBUrVtT7XgM+F0Nff+JFy5PQT1v6kgiIgAisLgKTJk3C//zP/6Bbt24YOXLk6jqtztMIgVNOOQUvvfQSjjzyyEZ6NX2TwRB2N9AmAiIgAiIgAitJwPjm4UrsSh6kbiJQn4AiIiACIiACIiACIiACJUqgovnG5X9Fab6L68oiIAIiIAJNQkAnFYHmJcDsgh93at5RtO6r9+3bFy+88AL++Mc/NhMI/hakL11YT7fJFwEREAEREIHWRIDviVRrmnPpzLVr16544okncMUVV4RFXZtyZGaWO72ZwcxC3cyCb2aIC8dGGxeVTS84S/9HHYBrenyGLb9XE471gjtg8M3Q88r/4K6xn7mvvfUR0IxFQAREQAREQARWlsCnd0zAh8f2h5knUS7fAXfhW+2WG+Oza48Ftmkf8sRieVnM2aI1M5gl8lPU8WOdVhIBERABERABEWhaAvEm8HgV1inW443jacsvcoiaM2kBRvV9BpmajL+XA/7ODnjJHb6dMvIP6LhDW/fW/L7pDu1wwn0Hw8wAwK0L9A21tRlMPG8mXp44H3EutLW1teDc0xa+MUa5m9sL67kGOSIgAiIgAiIgAiIgAnUIzJs3D8ceeyxOOukkfPTRR3XaYqVjx44YM2YMrrzyyhiSFQEREAEREIFVIKBDREAEREAEREAEREAEREAEREAEREAEyp+AZigCIiACIiACIiACIiACIiACIiACIlD+BFrnDK+99lrMnj273uT52bt27drViysgAiIgAiIgAiIgAiLQOgkcddRRGD58ONq0aVMUQO/evXHmmWcWbVOwvAnE+57Tln4U752OivdU0w75xzxMGfE2YAaDb9nCvLZV52/jwtv3wLfWW9sbtIvA6iZQPufr8r974Kd99vFnDeBPJXAL1oA3R76AZ/tOCt9pwOcgn3e0UfE5Gi2PpZ+29CUREAER+CYEpk6dikMOOQR77713yCW/ybl07MrixjawAAAQAElEQVQR+OUvf4kZM2agf//+WHfddVfuoCbsleG5Q0FHEgEREAEREIGVI5AB3zyiVu4Y9RKB+gQUEQEREAEREAEREAERKFUCFc03MP8LSvNdXFcWAREQARFoCgI6pwg0MwFmF2Ysm3kgrfDyv//978ONMBdeeGEzz77w8S+sN/PwdHkREAEREAERaDYC/p6oPKlZ6N9yyy0YN24cfvzjH6+x65v54526mpnBrK7iArJcZJY+LbX22muDlqL/ow4Z9DvuU2zebgWQyXB3y5MnHyLoceWHuGvspwxIrYmA5ioCIiACIiACIrBSBJbdMQEfHNs/+Qim51JMpLIGNVu0w6fXHANs0x7Mu5h/UWk/5mm0lFndnM4sqa/UYNRJBERABERABERgtRGIN3/HE7IexZvG6UfLm8nTmjt5IUb0eRo1NbXZHMEzhJgg+H+3nFx9ADru0Daeulnspju0Q89R/4OMX51D8/8RoucDRRj3+HMfxcuT5rtfU0fpecf5M0b5CXJ7YT3XIEcEREAEREAEREAERCAQGDVqFP7whz/gtttuC/VixYEHHoiXXnoJ++67b7FmxURABERABERg5QmopwiIgAiIgAiIgAiIgAiIgAiIgAiIQPkT0AxFQAREQAREQAREQAREQAREQAREQATKn0ArnOGCBQswcODAejP/6U9/ihNPPLFeXAEREAEREAEREAEREIHWTYD3YQwbNgzt27cvCuKqq65Cz549i7YpWJ4E4v3OaUs/ivdKF4r3jA/5xzxMql4C9vMi3C8eiy07t8GFt++Bb623dnlC06yan0CZjaDL3/bErn324VMpzIzfbRAcL94YMRdP954Qvs+Az0U+/2ij+BxMyw/x82RocjZUVIiACIjA1yQwffp0HH744fjVr36FoUOHfs2j1X1VCVx//fWYMmUKdtttt1U9xWo/znjGUNCRREAEREAERGDlCBgMsKygTQRWkYAOEwEREAEREAEREAERKFkCFc0xMn4xNNUc19Y1RUAEREAEmo6AziwCzU2AH7EIH7xo7oG0sutvttlm4BdPb7fddiUwc/4WZIeRYcaZqmfDMiIgAiIgAiLQOgn4+6K/N7bOuTffrJ955hkce+yxzTIAM/8jv1/ZzPzv/cXFRWQpLjQbLf30orP0t+kI9O/xGbb4Xo2fiyd1wQA/N3zreeV/cPe4z9zT3loIaJ4iIAIiIAIiIAJfTeDTOyfiw2OvCR09c/LUyRB+DKjZsh0+u/ZYWKcOYL7FHIxK+zE/o6XMDGb1FS6QLcws68mIgAiIgAiIgAg0FQH+LTJ9btYpxmgp3jQeLX3eTE7NnbwQI/s+g0wtkvd1JJsZ38MNp4z4PTbr0i4JNnPZvsvGOH70n+uOwofpexj/xHNn4pVJ88MN85wb50nFedNSPAEtRT+qsB7jsiIgAiIgAiIgAiLQmgkwr7rwwgvxxz/+Ec8//3yDKPr374/q6mr893//d4N91CACIiACIiACK0tA/URABERABERABERABERABERABERABMqfgGYoAiIgAiIgAiIgAiIgAiIgAiIgAiJQ/gRa4wwHDBiAt956q97UKysrwXsy6zUoIAIiIAIiIAIiIAIi0OoJ7L333hg+fDg6d+5clMVNN92EQw45pGibguVFIN7nnLb0o3jPdBTv94ka8s/5mFS9BLzf2sxgRjkbA7ba9tv4++174Fvrre0B7SLQNATK8axd/rYnftq3K4w/lp1heG4ZFox8Ac/0mRC+04DPST4XaaPiczZaHk0/belLIiACIrAyBGbMmIEjjzwSP//5zzFo0KBGD/nOd76DDTfcsNE+alx5AlOmTMEJJ5yw8gesoZ4ZZBB2N2vokrqMCIiACIhAGRBI3j+81HoQZfBoNt8UdGUREAEREAEREAEREIHSJVDRHEMz/hHF1RzX1jVFQAREQASajIBOLALNTsB8BOY5hrnVvuYINPThxTU3gvSVUo8+P6zjvw/pVvkiIAIiIAIi0HoJmL8rWuudfjPNvLk/kGeWf8zNDGb1xRuXKS44Gy399OKz9LfpCPTr/hk2a7cifACNRe4Dzs63++Uf4O5xn7qnvRUQ0BRFQAREQAREQAS+gsCyOyfi/WP6IeM/7MrP7jN3olZs3g6fXXMMrFMHMM9i7kWl/ZiX0VJm9fM4njctM0tX5YuACIiACIiACDQBAb6Xp0/LOsUYbxKnH8U6byCn6M+dvBAj+j6D2pqQGYD9eBzFnOGU6gOwWZe2rJaK0L7Lxug5+s91xsPR++B9HrWYcO4MvDJpPjg/zpOiz7lFsc4TxDr9KMaiLysCIiACIiACIiACrZ3A008/jYMOOggXXHBBgyh22WUXPPPMMzjllFMa7KMGERABERABEfiaBNRdBERABERABERABERABERABERABESg/AlohiIgAiIgAiIgAiIgAiIgAiIgAiIgAuVPoNXN8KmnnsKAAQPqzXv//ffHYYcdVi+ugAiIgAiIgAiIgAiIgAhEAj/96U8xbNgw/OxnP4uhOnbo0KHYb7/98Mknn9SJq1I+BOL9zWlLP4r3RkfFe6dpB/9jHiYNf4tfvxe+TSb253p+W3Vqg7/ftge+td7a5QNKMylFAmU7pi5/2xM/6b03v8YgPMfohOeYP9veHDEXT/eeAD4P+dyMlj4V+vkTMVpCop+29CUREAERaIjA448/jmOOOQZ77LEH7rrrroa6hfh6662H008/HbNmzcK3v/3tEFPxzQlstNFG3/wkTXAGgyHsbqBNBERABERABFaSgPHNw5XYlTxI3USgLgHVREAEREAEREAEREAESphARfONLXwldPNdXlcWAREQARFYzQR0OhFofgLMLjJg2fxj0Qiai0Dh419Yb65x6boiIAIiIAIi0NwE+J5INfc4dP01TcDM6lzSzGBWV1xUluLCs9HSTy9CS3+bjkD/Hp9j8+/V+Dn9HDC3CKWfEj2u+BB3j/sU2sqdgOYnAiIgAiIgAiLQGIFld07EB8f29y7meZK5hVuXJ0w1W7bDF9ceA+vUAcyvmHNRaT/mY7SUmcGsruCbmXmZ7GZ5P4moFAEREAEREAERWN0E4k3e8bysR8Ubw2mjeOM4xfqcyQsx4vxnkan1/5/j27a/d5vRgb/PA6dW/x6bdWmL0tqS0bTvsjF6jj7YK9nxusdBm1mYz8RzZ+CVSfPBeXK+FP0oMqJPG8VTRDEWfVkREAEREAEREAERaK0Ebr/9dhxwwAEYPXp0gwh69uyJJ598EjvuuGODfdQgAiIgAiIgAl+fgI4QAREQAREQAREQAREQAREQAREQAREofwKaoQiIgAiIgAiIgAiIgAiIgAiIgAiIQPkTaH0zHDhwIFasWFFv4pWVlfViCoiACIiACIiACIiACIhAIYHOnTujqqoK++yzT2FTqI8dOxZdu3bFokWLQl1F+RCI9zWnLf0o3hMdFe+Zph3yz/mYVP22gzAg2WFGx7DVtt/G32/fA99ab21oE4GmJVDeZ+9y4l74aV9/XfanFmcanmKw8LNw5Fw802cC+HzkczRa+lR8DkfL4+mnLX1JBERABNIEeM9u9+7d8bOf/Qy8zzfdVujzO+J69eqFJ554AldddRW22mqrwi6qlyGBDOfEgqIviYAIiIAIiMBKEEjWy+KbB7USB6iLCNQjoIAIiIAIiIAIiIAIiEApE6hovsFZ811aVxYBERABEVj9BHRGESgBAswuzFiWwGA0hGYiUPj4F9abaVi6rAiIgAiIgAg0OwF/T1Se1OyPQnMNwMwff7+4Wd6aGczy4uKyFBegjZY+P2hIS9HfpiPQr/tn2HzjFUg+TAC3ruznCXpc/iHuHvepX0172RLQxERABERABERABBoksOzOiXj/mP6eHLELEyQqqdZs3hZfXHMM0KkDmFcxv6LSfszDaCmzfL5mVtfnFSgzo5FEQAREQAREQASakEC8uTtegvVCxRvDaXnDeNScyQsxou8zqF1RiwxTgyD/XxWv0D1l+AHYrEvbeOrSsamRtO+yMXqM/nNIajjm/NyB2poMJpzzKF6ZND/cMB/nTQ7sFy39tFKndy48azoiXwREQAREQAREQARaB4F3330XJ598Mo455pgGvxTuu9/9LgYPHowbbrihdUDRLEVABERABNYsAV1NBERABERABERABERABERABERABESg/AlohiIgAiIgAiIgAiIgAiIgAiIgAiIgAuVPoJXNcPz48bjrrrvqzfqoo47CPvvsUy+ugAiIgAiIgAiIgAiIgAgUI9ChQwdUVVXhoIMOKtaMGTNmoFu3bnjhhReKtivY8gjwPmeOOm3pR/Ge6CjeL02fdsg/52Pi8CV+KO+HdiV7uD96q85t8Pdbd8O31lvb27WLQBMTaAWn3+Fve2HX3sm/7TP+XOOUaagFI+bimd7jw3caxOcnbVR8Lkcbjs2ehDHWJREQAREggYULF+LUU0/FT37yE9xyyy0MNaoePXrgiSeewMCBA9GpU6dG+6qxvAiEb/djQZXX1DQbERABERCBJiRgMD+7S98T6xy0rxIBHSQCIiACIiACIiACIlDSBCqaY3QZJD/NcW1dUwREQAREoGkI6KwiUAoE+GEMfqCCthTGozE0B4H0o6+cszkeAV1TBERABESgVAn4e2T2A6ilOkKNq2kJmPkf/f0SZgaz4uIisxQXoqWl6KcXpaW/TUegX4/PscXGtX5GwACYhdIt0POKD3HP+E+hrTwJaFYiIAIiIAIiIALFCSy7axI+OPaakA+BqVEogoPaLdrhi2uPBTp1APMp5lhU2o+5Fy1lZjCrr/TVzSxdlS8CIiACIiACItAEBPi3x/RpWS8UbwpnjJZf5EDRnztlEUac/2xYJN/f2LkD4e3bYGY4bcQB2KxLW5TiVjim9l02Rs/7DoZ5g5nBjGIFYX4Tz30Ur05+A5w350/Rj1xoC+VH53a25SpyREAEREAEREAERKAVEJg8eTL++Mc/YsCAAQ3OtmvXrpg7dy4OOeSQBvuoQQREQAREQAS+CQEdKwIiIAIiIAIiIAIiIAIiIAIiIAIiUP4ENEMREAEREAEREAEREAEREAEREAEREIHyJ9DaZsiFtgrn/H/+z/9BZWVlYVh1ERABERABERABERABEWiUQJs2bVBVVYWjjz66aL85c+Zg3333xcyZM4u2K9hyCMT7mNOWfhTviY6K90jTDrn+DUwcvgQw7l4kDkv8YNtv4++37o51118H2kRgTRBoLdfY4cS9sGufrjDjcw5uXaBvWDDyBTzTZwL4/ORzNlr6VHxORwvf6LtBtPQlERCB1kugf//+2G233XDNNdd8JYQjjzwSjz32GG688UbsuOOOX9lfHcqPAFe4gL7Ou/weWM1IBERABJqYQHj/8DcQ/RukiUGX8ek1NREQAREQAREQAREQgdImUNEcwzP/QwnVHNfWNUVABERABJqEgE4qAiVBwHwUFvIMo5x6HQAAEABJREFUd7S3UgKWmrfptyFFQ64IiIAIiEBrJ2AOgHKjvdUSMMv/DpgZzOqLi81SXJA2rfTitPS36Qhc3eMzbL5xDTJONPlAQQaZpIIel32Ae8Z96i3ay4yApiMCIiACIiACIlCEwLK7JuG9o/t5LhTzIXZy3zOlms3b4YtrjgE6tQfzqJhjpf2Yf9FSZvXzNJ4xLTNLV+WLgAiIgAiIgAg0AYHk/zvyJ2adYoQ2Ld4QzhvEKfpzJi9Edd9nULOiNuQI8Lwg+X+TcDROGf5bbLZDW1ZKUUXHtGmXjdF91J99Kp7n+GR8d59dM6j1eU4851G8MmkeOH9yoOinOdEPR/jB0WedKqwzJomACIiACIiACIhAORK45ppr8Nvf/haPPPJIg9M7//zzMW7cOGy88cYN9lGDCIiACIiACHxDAjpcBERABERABERABERABERABERABESg/AlohiIgAiIgAiIgAiIgAiIgAiIgAiIgAuVPoFXN8N5778WYMWPqzbmyshI77bRTvbgCIiACIiACIiACIiACIvBVBPgdH7fddhuYUxbr++abb2K//fYL93gUa1es9AnE+5fTln4U74UuFO+RHvzP+Zgw7C3wa/VYZFhQHtiycxv8/dbdse76a5c+AI2wXAi0qnnscOJe+PF5e/MZh4w/59LPvwUj5uLZPhPA5ymfu9HSp+JzO1qCo5+29CUREIHWRWDYsGHYbbfdcNppp2HhwoVobDv00EPx8MMP44477sBPf/rTxrqqrcwJGAxhdwNtIiACIiACIrCSBIxvHq7EruRB6iYCeQLyREAEREAEREAEREAESpxARfONz/9i0nwX15VFQAREQARWKwGdTARKgwCzi+QDGaUxHo2iOQjwtyB93cJ6uk2+CIiACIiACLQmAnxPpFrTnDXXYgTMrE7YzGBWV7whheLitNHST4sL1m7TEbiq+2fYvF2NnyM5rZ8KsdLzig9w77hl0FZOBDQXERABERABERCBQgKf3DUJ7x/T31Mggxfw0i18M9Ru3g5fXHM00Kk9mD/FfCrtx3yLljIzmNWVnyzEaCkzo5FEQAREQAREQASakEC8iTtegnWK9XjjN20UbwynWJ8zZSGqz38WtTUZ8F3bLJTIGpxafQA279KOpypRNTys9jt+D91HH+xzMZf3Mxe88MnV1tRi0rkz8MqkeSAH8qDoR5EhfR5Fn6IfVViPcVkREAEREAEREAERKAcCr7zyCv7yl7/g1FNPxeeff150Sttssw0eeughXHDBBUXbFRQBERABERCB1UdAZxIBERABERABERABERABERABERABESh/ApqhCIiACIiACIiACIiACIiACIiACIhA+RNoXTMcMGBAvQlvsskm6NWrV724AiIgAiIgAiIgAiIgAiLwdQgw1zzvvPOKHvLhhx9i//33R1VVVdF2BUuXQLxvOW3pR/Ge5yjeEx015Pr5mDj8bZgZLDc9eoattv02Lrp1d6y7/tq5Fjki0PQEWt8VuvT6OXbtvU94DvLZFwi44zsWjJiD5/pMAJ+zfA5HS5+Kz/FoeSz9tKUviYAIlD+BmTNn4s9//nPQY4891uiEDzzwQEycOBGDBg3Cz3/+80b7qrF1EMhwmqGgI4mACIiACIjAyhHIgG8eUSt3jHqJQJ6APBEQAREQAREQAREQgVInUNF8A+SfSJrv6rqyCIiACIjAaiSgU4lAiRBgdmHGskQGpGE0A4HCx7+w3gxD0iVFQAREQAREoCQI+Hui8qSSeCRKYRBm/vvgAzHLWzODWV5cfJbiIrXR0k8vVku/02aGq3p8ho7tavyMQCb92QL3e1z+IQaN/zS0qSgDApqCCIiACIiACIhAHQLL7p6M94/pn3zEkomQy1MgT4qAms03whfXHA3r3AHMm5hLUWk/5lm0lFk+HzOr68cLm1l0ZUVABERABERABJqIQLx5O56e9ah4w3fa8oZwirE5kxdieJ9nUbOiNhzO3IDH8j9NPFXAqcN/h827tA1tJVt8xcDa7/g9HDfqz5xSyHtYhDn6cZz3xHMexSsT54E8yIWizz6FljHKD83thfVcgxwREAEREAEREAERaMEEhg8fjt///ve45557GpzFEUccgRdffBG/+MUvGuyjBhEQAREQARFYbQR0IhEQAREQAREQAREQAREQAREQAREQgfInoBmKgAiIgAiIgAiIgAiIgAiIgAiIgAiUP4FWNMNrr70WTzzxRL0ZV1ZWomPHjvXiCoiACIiACIiACIiACIjA1yVw8cUX44orrih6GO+PPfjgg3HzzTcXbVew9AjE+5XTln4UH9NC8Z7oIde/gQnD3vYJZRD6upfsGWzVuQ0uunU3rLv+2klIpQisKQKt9Do79Po5ftx7n/DdTnUQZIA3q+fg2T7jwectn8vR0qfC8zeTfR675fGMpS19SQREoDwJLFiwAKeeeip23313DBs2rNFJdu3aFQ888ACqq6vxm9/8ptG+amxdBMK3/YWidc1bsxUBERABEfhmBAwG8DtjKWgTga9JQN1FQAREQAREQAREQARKnkBFc4zQ/9zhfyzxv440x8V1TREQAREQgdVOQCcUgVIhwOyCH6SgLZUxaRxrmkDq0c8kWeeaHoGuJwIiIAIiIAKlScDfF/29sTTHplE1BwEzC5c1y1szg1leXISW4kK10dJPL1pLv9Nmhqt7fo7N2tX48X5ao7zwc7mHHpd/gEHjP6UrtXACGr4IiIAIiIAIiECewLK7J+O9o/uHgGc+ngdZVkDN5m3x5TXHwDp3APMl5lBU2o/5FS1lFo+va8MFsoWZZT0ZERABERABERCBpiLAvzWmz816oeIN37S8EZyiP3vKQlSf/xxqazIw/+F5zAszL12nVf8Om3dp65HS3ldmdO13/B66jz4Y2WlGE2ymphaTznsUr0ycB3IhH4o+WUZLPy2kNsZTVbkiIAIiIAIiIAIi0GIJfPHFF+jbty/+53/+By+++GLReXzrW9/Cv/71L9x9991F2xUUAREQAREQgaYgoHOKgAiIgAiIgAiIgAiIgAiIgAiIgAiUPwHNUAREQAREQAREQAREQAREQAREQAREoPwJtJYZvvPOOxg4cGC96Xbp0gW9evWqF1dABERABERABERABERABFaVwJlnnonrr7++wcN79OiBq6++usF2NZQGgXifctrSj+K9zmnxPmhqyL/ewIThSxBumDaDmQtwC/yg87dx0a27Yd3114Y2EVjTBFrz9Xbo9XP8pHdXR2Cu7M7npmvhiLl4rs8E8PnL53S09Kn4nI+WR9NPW/qSCIhA+RDgc7x///7Yfffdcc011zQ6sW233Ra33HILxo0bh/3337/RvmpsnQQyyCDsblonAc1aBERABERgVQgk7x9eaj2IVcHX6o8RABEQAREQAREQAREQgdInUNEcQzQkP81xbV1TBERABERgtRPQCUWgZAiYj8RCnuGO9lZKwPLzNtNvQ56GPBEQAREQgVZPQO+Lrf5XoAgAMwtRM4NZcXExWooL1qaVXryWfqeOhqt6fI6O7WoAfrjAxQ8/esWrGXS/9H0MGr8sXE9FiyWggYuACIiACIiACGQJfHL3ZLx7dD9k/Ce7h5yH+c+Kzdriy2uOhnXuAOZJMYdK+zG/oqXMiudi2csFY2bBqhABERABERABEWg6AnwvT5+ddYoxWire6E3LG8Ap+rMnL0R1n2dRs6LWu/POPYr/M+Ly/yc5bfhvsXmXtt5W8vtKD7D9jt/DcaMODv2T2fpcvUa/1jlMOvcRvDJxHsiHnCj6aY70/ZBcLkU/KrbFuqwIiIAIiIAIiIAItDQCs2bNwh//+EdcdNFFDQ59r732wjPPPIPjjz++wT5qEAEREAEREIEmIKBTioAIiIAIiIAIiIAIiIAIiIAIiIAIlD8BzVAEREAEREAEREAEREAEREAEREAERKD8CbSaGQ4YMADz5s2rN9/Kykqsu+669eIKiIAIiIAIiIAIiIAIiMA3IXDCCSfg7rvvxjrrrFP0NGeccQb69OlTtE3B5icQ709OW/pRvNc5Ld7/TA2+/g2Mr1qCTAZBLMIxPqUtO7XBRbfuhnXXX9tr2kVgjRNo9RfcodfP8ePe+4QnJ7/vKTw3/clKu6B6Np7rMx58HvO5HS19in3SIkzW05a+JAIi0PIJVFVVYffdd8dpp52GhQsXNjihNm3a4IILLsCMGTNw7LHHNthPDSJgMITdDbSJgAiIgAiIwEoSML55uBK7kgepmwgkBFSKgAiIgAiIgAiIgAi0AAIVzTdG/ytm811cVxYBERABEVhtBHQiESgdAswuMlxxq3SGpJGscQL8LUhftLCebpMvAiIgAiIgAq2JAN8TqdY0Z811ZQiYWZ1uZgazuuKitBQXr42WfnoRW/qdNjNc3fNzbLZxbTinn8atnwsuA3pc9gEGT/jUY9pbJgGNWgREQAREQAREgASW3TMF7x3d311jlgMvuMPMULt5Oyy/5mhY5w5gfsSciUr7MZ+ipcz8PAVCwWZmBRFVRUAEREAEREAEVjeBeJN2PC/rFOuFN3azzhu/Kfpzpi5C9fnPobbW//8tvG2zoACWp1f/Dpt3aYuWsX29Ubbf8XvoPvoQmHGmAEvLlpmaDCaf9yhenTTf2dSGm+YjM7KNqq1N/i8p1pHaGEtV5YqACIiACIiACIhAiyFwyy234He/+x3Gjh3b4JhPOeUUTJs2DT/60Y8a7KMGERABERABEWgaAjqrCIiACIiACIiACIiACIiACIiACIhA+RPQDEVABERABERABERABERABERABERABMqfQOuY4QsvvICBAwfWm+yvf/1rHHPMMfXiCoiACIiACIiACIiACIjA6iBwxBFHYPjw4fjud79b9HQXX3wxKisri7Yp2HwE4n3JaUs/ivc0p8X7nqnB/3oDE4a/DfB+aUuMl141/KBzG1x8225Yd/21oU0EmoeArkoCO/T6OX7SpxuMPwaEp2tSYEH1HDzXZ3z4PgM+x/m8po2KrwHRwjf6bhAtfUkERKBlEpgxYwb+53/+BwcffDAee+yxRidx3HHHgf3PP/98bLjhho32XZnGddZZBy1NKzMv9UkIZGhYUPQlERABERABEVgJApmwXhbfPKiVOEBdRCBHQI4IiIAIiIAIiIAIiEBLIFDRfIP0v44038V1ZREQAREQgdVFQOcRgRIiwOzCjGUJDUpDWcMECh//wvoaHo4uJwIiIAIiIAIlQ8DfE5UnlcyjUWoDMfPfDx+UWd6aGczy4uK0FBewjZZ+ejFb+tt0NFzV83Ns1q4GmexnDGgovwS6X/IeBk9YRldqaQQ0XhEQAREQAREQAXxyzxS8c1S/LAlmOBTCRyxrNtsIX15zFKxzBzAvYq5Epf2YR9FSZvl8y6yun71IyMmiLysCIiACIiACItA0BApvymY9ijd106eN4g3fFOtzH1qMYb2fQc2K2uT/Qr8fFY4AABAASURBVEJ6wFswgoPThv8Wm3dp2zQDb4qzrsI5N93xezhu1MHhSM6avJgh8f+GapfXYuI50/Ha5PkgL3Kj6EexP33aqHCybMFY1pURAREQAREQAREQgZInsGTJEvztb39D9+7dsXTp0qLj7dixI0aNGoX+/fsXbVdQBERABERABJqcgC4gAiIgAiIgAiIgAiIgAiIgAiIgAiJQ/gQ0QxEQAREQAREQAREQAREQAREQAREQgfIn0EpmOGDAAHz88cf1ZltZWVkvpoAIiIAIiIAIiIAIiIAIrE4CBxxwAIYNG4Ytttii6Gmvu+46HHXUUUXbFFzzBOL9yGlLP4r3MqfF+52pIf96E+OHvQ324/3R4UtkeMO0O1t12hAX3fozrLve2mt+QrqiCEQCsjkC2/f6OXY5b5/kqerPU36fgT9VQ/vC6jl4rs948HnN53q09Ck+x9PiQaynLX1JBESg5RB48803ccopp2CPPfbA8OHDGx14165dMX78eNx8883o3Llzo31XtnH77bfHDjvs0CK1snNs7f2MAFhQ9CUREAEREAERWAkCBvNeLnO5p10EVpqAOoqACIiACIiACIiACLQIAhXNMcrka679LyPNcXFdUwREQAREYLUS0MlEoJQIMLvgBydoS2lcGsuaJJB+9JOsc01eXdcSAREQAREQgdIl4O+R4ROqpTtCjax5CZglHwgwy1szg1leXKSW4kK20dJPL2pLf5uOhquO/xKbbVwbJuWngAUPMDP0uPQDDJ6wDNpaFgGNVgREQAREQARaO4FP7pmC947uj5DX5IrgILN5Wyy/5mhY5w5gPsQciUr7MX+ipcwMZvWV5mxm6ap8ERABERABERCBJiDAvy2mT8t6oeIN3bS80ZuiP2fqIlT1fga1/l8gZgbjibKFee20Yftj8y5tGW0xWtWBbrrj93DsqIN91oCZAXD5TpOpyWDi2dPx6qR5zqo23DQfGZI1WdIWCqmNbamqXBEQAREQAREQAREoSQL88o/f//73uP766xsc34EHHojZs2eD/RrspAYREAEREAERaGICOr0IiIAIiIAIiIAIiIAIiIAIiIAIiED5E9AMRUAEREAEREAEREAEREAEREAEREAEyp9Aa5jhww8/jJtuuqneVA8++GAccMAB9eIKiIAIiIAIiIAIiIAIiMDqJvDLX/4Sw4YNQ5cuXYqe+s4778Qf//hHLF++vGi7gmuGQLwPOW3pR/Fe5rR4nzM15IY3MW7YEt4ODbPkxuiswQ+2/TYuuvVnWG/9ddbMJHQVEWiAgMJ1CexQ+Qvs0rtreM7G5yvgz1+vLKyeg+f7jA/fZ8DnPJ/ntFHxNSFa+EbfDaKlL4mACJQ2AT5f+/Xrh9133x3XXntto4Pddtttceutt2LcuHHYZ599Gu2rRhEoJJABv8sb/h5R2KK6CIiACIiACDRMILx/+HsIc5aGe6lFBOoTUEQEREAEREAEREAERKBlEKhojmGa/yGEao5r65oiIAIiIAKrlYBOJgIlRcB8NBbyDHe0t1IClpq36bchRUOuCIiACIhAaydgDoByo10EvoKAmcGsuLhYLcUFbaOln17clv42HYEre3yOju1qwA8bZLLXpA9k0OOS9zFk4qfZqEwLIKAhioAIiIAIiECrJvDJvVPxzlH98nlNSG740coMajdriy/6HQnr3AHMg5gbUWk/5k20lFnxXCsN2czSVfkiIAIiIAIiIAJNQCD5f4r8iVkvFG/mZoyWN3hT9OdMXYSqPs+itsYTg0ymXp5w2rD9scWO7fInbxneNxpl+52+j2NGHez/8+NMvOQeTuh8alfUYtLZ0/HqpHkgP3Kk6Ee+tIUKx2cLtmVdGREQAREQAREQAREoOQJXXXUV9t9/f8yaNavBsV1++eWorq7Ghhtu2GAfNYiACIiACIjAGiCgS4iACIiACIiACIiACIiACIiACIiACJQ/Ac1QBERABERABERABERABERABERABESg/Am0ihkOHDiw6DwrKyuLxhUUAREQAREQAREQAREQgaYgsMsuu6Cqqgp77rln0dOPGjUKXbt2xbvvvlu0XcGmJRDvP05b+lG8lzkt3t9MDf7XmxhbtSQMLtwZnfHS5Tu26tQGF93yU6y3/jqhXYUINCMBXboIgR0qf4Gdz9sHfL4m32mQfN8Duy6onoPneo8Dn+d87kdLn4qvDdHyGPppS18SAREoTQLMyXbbbTecfvrpWLRoUYODbNOmDS644ALMnDkTxxxzTIP91CACjREwGMLuBtpEQAREQAREYCUJGN88XIldyYPUTQQAMRABERABERABERABEWghBCqab5z+x8zmu7iuLAIiIAIisFoI6CQiUFoEmF1kkk9dlNbANJo1SIC/BenLFdbTbfJFQAREQAREoDUR4Hsi1ZrmrLl+XQJmVu8QM4NZXXHRWooL20ZLP73ILf1Omxmu7PkFNts4A8ue2Yyey/cel7yHoROXZVtkSpuARicCIiACIiACrZfAJ/dOxbtH9fN8xhMYz2W8zMIwZDZvhy+vORIV23YE8x/mRFTaj/kSLWVmMKur7AlzxsxyvhwREAEREAEREIGmIRBvwo5nZ70h8UZu3thN0Z/70GJU9X0OtTWZ5HB/7zYzf4/3qgGnD/stttixrVda2v7Nx9t+p+/j2FGH+Iks4eEeHTPPnWozmHzOdLw2eT7IkTwp+g2xZ5yniCqsx7isCIiACIiACIiACDQXgRdffBGHHHIIzjzzzPClQMXGwS96e/zxx3HWWWcVa1ZMBERABERABNYwAV1OBERABERABERABERABERABERABESg/AlohiIgAiIgAiIgAiIgAiIgAiIgAiIgAuVPoPxnWF1djREjRtSb6Iknnojdd9+9XlwBERABERABERABERABEWhKAltvvTW44Ox+++1X9DJTp05F165d8dprrxVtV7BpCMT7jtOWfhTvYY7iPc1Rg294E+OGvQ3zH47MvDDz0vWDbdvgklt/hvXWX8ej2kWguQno+g0R2KHyF/hx767IPo2jCXbRiDl4vs+4cL8fXwP43KeNiq8R0cI3+m4QLX1JBESgdAjMmDEDf/rTn3DwwQeD9+s2NrLjjjsO7H/++edjgw02aKyr2kSgUQLhW4VC0Wg3NYqACIiACIhAHQLJell8A6HqNKkiAo0QUJMIiIAIiIAIiIAIiEBLIVDRfAP1P2Y238V1ZREQAREQgdVBQOcQgRIjwOzCjGWJDUzDWYMECh//wvoaHIouJQIiIAIiIAIlRcDfE5UnldQjUqqDMTOYWRieWd6aWYibJZaL11Jc4DZa+unFbul32sxwRY/P0bFdbThn7gMI/PyBq/vF72HohGWhTUUJE9DQREAEREAERKCVEvjk3ql458h+8LTF5WUmyWaIo3azjfBl/7+ionNHMO9hLkSl/Zgn0VJmSS5llrc8l5nRBJnl/RBQIQIiIAIiIAIisNoJFN50zTrFC9FGxRu4eUM3xfrsqYswpPczqF3h/9eRpAeI/T1VwOlV+2OLHdvyVC1Pq2nE7Xf6Po4ZebBz8RM6IzoJIzi3DCae9TBenTQP5EmuFH0q6ec5F2HycLeMuZvbC+u5BjkiIAIiIAIiIAIisIYJDB06FL/73e9A29Cle/bsiSeffBK77rprQ10UFwEREAEREIE1S0BXEwEREAEREAEREAEREAEREAEREAERKH8CmqEIiIAIiIAIiIAIiIAIiIAIiIAIiED5E2gFMxw4cGC9WX7nO99Br1696sUVEAEREAEREAEREAEREIE1QeD73/8+qqqqwsKzxa739NNPo1u3bqAt1q7Y6iUQ7zdOW/pRvG85Kt7LTDv4X29iXNXbPphM8l0ywQN43A86b4hLbvkZ1l1/bY9qF4ESIKAhNEpg+8pfYJfzutbpE77ewCMLq+fgud7jwOc9XwuipU/xOZ+WHxJeB9KWviQCItC8BN58802ccsop2GOPPVBdXd3oYJiHjR8/HjfffDM6d+7caF81isDKEDB2CgUdSQREQAREQARWjoDBAH6nLAVtIrCSBNRNBERABERABERABESgxRCoaI6RJn/W5J9AmuPquqYIiIAIiMDqIqDziECpEWB2ET44UWoD03jWIAH+FmQvxwVBkKpnwzIiIAIiIAIi0DoJ+P/G+Htj65y7Zr0qBMwsHGaWt2YGs7y4iC3FhW6jpZ9e9JZ+p80MV/T8ApttXAs/2s9rcCcrQ49L30fVxE+hrXQJaGQiIAIiIAIi0BoJfDLoIbxzVH+A+Q8MZlnBkNm8LZZfcxQqOncE8x3mQFTaj/kRLWWWPb6IRXYzs6wnIwIiIAIiIAIi0FQE+LfE9LlZpxhL36hNn+KN3BT92VMXoarvc8jUsLe/b3MPMpgZzhi2P7bYsS0bW6RW56Db7/x9HDv6EMAQNseTuF7P1GQw+ZzpeHXSPJAr+VL0KT4eFH0eTJ+iH1VYj3FZERABERABERABEVgTBJYtW4azzz4bhxxyCF577bWil9xoo41w55134oYbbijarqAIiIAIiIAINBcBXVcEREAEREAEREAEREAEREAEREAERKD8CWiGIiACIiACIiACIiACIiACIiACIiAC5U+g3GfIz95Nmzat3jQrKyux9dZb14srIAIiIAIiIAIiIAIiIAJrisB6662HIUOGoHv37kUv+eqrr2LffffFQw89VLRdwdVDIN5nnLb0o3iPclS8h5l28A1vYtzwtxFverbECeUPt/02LrnlZ1h3/bWhTQRKhYDG8dUEtq/8BXbp3Q3gFxoAMMCVlItHzMHzfcaBz3++JkRLn4qvGdHCN/puEC19SQREYM0T4HO0X79+2H333XHttdc2OoDtttsOt956K8aOHYt99tmn0b5qFIGvQyDD9S0y8PeEr3OU+oqACIiACLR2Asn7h5daD6K1/yp8rfmrswiIgAiIgAiIgAiIQMshUNEcQ7Xwpw9rjkvrmiIgAiIgAquPgM4kAiVHgNmFhTyj5IamAa0xApa/kpl+G/I05ImACIiACLR6AnpfbPW/AqsAwMzCUWYGs+LiYrYUF7yNln568Vv6nTYzXN7jC3RoV5t8ei1+iC2TfBjhuIvfRdXEZeF6KkqOgAYkAiIgAiIgAq2OwCeDHsLSv14Nz1RC7sIbsqJqN9sIX/Y/EhWdO4B5DnMfKu3HvIiWMiueS6XBmlm6Kl8EREAEREAERKAJCPD9PH1a1inGePMnfdoo3sBNsT576iIM7fMsalcwQ/D/2PBMgTuP5Z16p1fthy12bBuqLbRY7cPedKfv45hRh4Tz+n8BJbiIziOZFbWYfPY0vDppHsiXnCn6UfHx8O6O2LnzJKxkxfasKyMCIiACIiACIiACa4zAzJkz8Yc//AFXXHFFg9fs1q0bnn76afz1r39tsI8aREAEREAERKCZCOiyIiACIiACIiACIiACIiACIiACIiAC5U9AMxQBERAL+FjyAAAQAElEQVQBERABERABERABERABERABESh/AmU9w08++QQDBw6sN8ett94avXr1qhdXQAREQAREQAREQAREQASag8BNN92EU089teilly5din333RejR48u2q7gNyMQ7y9OW/pR8T5l2njvMu2gf72JsVVvI9yuHO53ziD5Abbq3AaX3PJTrLv+2t9scDpaBFYvAZ1tJQlsX/kL7HxeV++dPKv5egA+w/0Jv2j4bDzfeyz4OpB+XaBPsW9afhJ/nQgvEjnLmCQCIrDmCAwdOhS77747Tj/9dCxatAgNbW3atMGFF16IGTNm4Jhjjmmom+IisMoEDIawu4E2ERABERABEVhJAsY3D1diV/IgdWvtBDR/ERABERABERABERCBFkSgovnGmvzxovmuryuLgAiIgAh8MwI6WgRKjwCzC37MovRGphGtOQL8LUhfrbCebpMvAiIgAiIgAq2JAN8TqdY0Z811dRAws9xpzAxm9cVFbSkufBst/fQiuPQ7bWa4oucX6Pg9/100+Lngm7l1udf94vdQNXGZe9pLi4BGIwIiIAIiIAKti8DHgx7C0iP7wZMUhCzFghv8zObtsPyaI1HRuQOY3zDnodJ+zIdoKTODWV2hYDOzgoiqIiACIiACIiACq5sAb7pOn5N1irHCG7NZ5w3cFP05Dy1GVd/nkKkB+K5t2TIYAKdX7YctdmzrXkvem2bsm+70fRw96hCYZakZYP7DMlOTwZRzpuG1yfNBzuRN0edjE8U6fIt1d3M7Y7mKHBEQAREQAREQARFoYgI33HAD9ttvP0yaNKnBK/Xu3Rtjx45Fhw4dGuyjBhEQAREQARFoPgK6sgiIgAiIgAiIgAiIgAiIgAiIgAiIQPkT0AxFQAREQAREQAREQAREQAREQAREQATKn0B5z/Daa6/Fiy++WG+SlZWV+M53vlMvroAIiIAIiIAIiIAIiIAINBeBfv364fzzzy96+c8//xx/+MMfcNdddxVtV3DVCMT7itOWfhTvSY6K9yzTDrrhTYwbvhTI3u8Mg2/mxvDDzm1w6S0/xbrrr+0x7SJQSgQ0lq9DYPvKX2Dn87qF57U/1cOhZga4FlXPwfO9x4KvB3yNiJY+FV9DooVv9N0gWvqSCIhA0xJ49NFH8ac//QmHHHIIHn/88UYv1r17d8ycORN9+/bFBhts0GhfNYrAqhLI8EAWFH1JBERABERABFaCQLJeFt88qJU4QF1EAEIgAiIgAiIgAiIgAiLQkghUNN9g/Y8ezXdxXVkEREAEROCbEtDxIlCCBJhdmLEswcFpSGuIQOHjX1hfQ8PQZURABERABESg5Aj4e6LypJJ7VFrKgMz89yc1WDODWV1xcVuKC+BGSz+9GC79TpsZLu/xBTq2q0UmfAYh49aVPX/3i9/FsEnLsjWZkiCgQYiACIiACIhAKyLwyeCHsfTIfsmMQ67irlvmLZnNN8Ly/n9FRecOYF7DXIdK+zEPoqXM6uZMZuYnRMilkN3Mkli2KiMCIiACIiACItAEBApvqmad4qXSN2TTp3jDNkV/7sNvYUif51CzIvn/C08Nwv9lAO75fvrQfbHlTu14qpatJhx9+503wVEjDiYxZ0dyDi7UgFrnOuXsh/H6lPkgb3Kn6FN8nCj6HCJ9in5UYT3GZUVABERABERABERgdRFYuHAh+GUgJ5xwAj788MOip91mm20wYcIEXHTRRUXbFRQBERABERCBkiCgQYiACIiACIiACIiACIiACIiACIiACJQ/Ac1QBERABERABERABERABERABERABESg/AmU8QznzZuHgQMH1pvhHnvsgb/97W/14gqIgAiIgAiIgAiIgAiIQHMTuOCCC9CvX/Z7SooM5sgjj8R1111XpEWhr0sg3k+ctvSjeC9yVLxXmXbwDQswdthSsJ8XyR3OvNXZvR903hCX3Lwr1l1/7a87HPUXgaYnoCt8bQLbn/T/sNN5XflUD8fyO6OC48Wi6jl4vvdY8HWBrxXR0qf4GpGWH+LnCS8WOcuYJAIisPoJvPHGGzj55JOx5557orq6utEL7LvvvuFe3ptuugmdOnVqtK8aReCbEgjfDsiC+qYn0/EiIAIiIAKthoDBfK4ufc+sc9C+UgTUSQREQAREQAREQAREoEURqGiO0Wb8D5tUc1xb1xQBERABEVg9BHQWEShFAvxIRPigRCkOTmNaQwT4WxAvxYwzXY9xWREQAREQARFojQT8PTH9CdTWiEBz/kYEzCwcb5a3ZgazvLjILcWFcKOln14Ul36nzQyX9/wSm33Pfy/j8eHsgJ8N3S96D8MmLYO20iCgUYiACIiACIhAayHwyZCHsfTIfiEfgZfcwc3zFWzeFsv7H4mKzh3AfIY5TqFi/kNLmXlmU6DkdEYTZJb3Q0CFCIiACIiACIjAaifAvx2mT8p6VLwRmzaqpqYmd9P23IffwpA+z4VF6s0spAfmJzMLJc6o2g9b7tTOIy1/b+oZtN9lExw96hAEiKEgw6RauyKDKWc9jHlT5oOPQ/oxYJ3iYxYtfQqprbCeapIrAiIgAiIgAiIgAt+IwJgxY3DAAQfglltuQUPbEUccgdmzZ2PvvfduqIviIiACIiACIlASBDQIERABERABERABERABERABERABERCB8iegGYqACIiACIiACIiACIiACIiACIiACJQ/gXKe4YABA/DOO+/Um2JlZWW9mAIiIAIiIAIiIAIiIAIiUCoETj31VHAR2obGw3z24osvbqhZ8ZUgEO8jTlv6UbwHuVC8X3nwjQswZtjbyZ3NZjCj/IIG/KBzG1xy865Yb4N1PKBdBEqPgEa0agS2P+n/Yefe3fxg8+e8G+7huW9YXD0Hs3uPzX2fBF8n0q8d8TUlWh5KP23pSyIgAquHAJ9/V199NfbYYw/w/wUbO+t2222H2267DbznV/fyNkZKbauTAFe4QAbQ13mvTqo6lwiIgAiUP4Hw/uFvIPHfEuU/Y83wmxLQ8SIgAiIgAiIgAiIgAi2LQEVzDNf/5AGqOa6ta4qACIiACKwWAjqJCJQkAfNRmbIMp9Cad0tN3vTbkKIhVwREQAREoLUTMAdAudEuAt+QgFnyu2RmMKsrLnZLcUHcaOmnF8ql32kzw6XdP0eHtjXghxEy2THFDyh0//u7GDZpWTYq04wEdGkREAEREAERaBUEPh78MJb8pZ/nJeBHJX3Onp1kmJlkUNvxu/iy319Q0bkDmMcwt6HoU/Rj3kNLmdXNkczydT952M0sWBUiIAIiIAIiIAJNR4D/55A+O+uF4g2hjNHyBm2K/uyHFmNw72dRs7zWT5HxPMHzg+Al+cIZQ/fFlju19UhZ7GtkEu133gRHjTzEr0WWFFm6PO+qWVGLSWc9jNcnzwP583Gg6MfHh7ZQfrLczrZcRY4IiIAIiIAIiIAIrAYCl156Kfbff38888wzRc/2rW99CwMHDsTdd98d/t+oaCcFRUAEREAERKB0CGgkIiACIiACIiACIiACIiACIiACIiAC5U9AMxQBERABERABERABERABERABERABESh/AmU7w1mzZhVd6Ov3v/89/vznP5ftvDUxERABERABERABERCB8iDQvXt3DBkyBOuuu27RCfXp0wdnnnlm0TYFGycQ7x9OW/pRvBc5Ld6fTA264U2MqXobyPgelNwvnnH/B502xKU374r1Nlin8YurVQSaj4Cu/A0IbH/S/8NO5+0DPt/5GkAnvGb4ORdVz8HsPmPB1wm+dkRLnwr9/MBo/RA/3F843GHMjXYREIHVQIB502677YYzzjgDixYtavCMbdq0wYUXXoiZM2fi6KOPbrCfGkSgKQgYDGF3A20iIAIiIAIisJIEjG8ersSu5EHq1poJaO4iIAIiIAIiIAIiIAItjEBF8403+WNF811fVxYBERABEVh1AjpSBEqTALOLTPhURWmOT6NaEwT4W5C+TmE93SZfBERABERABFoTAb4nUq1pzprr6iZgZjCzcFozC75ZfctFb6n0Yrj04wK50e+8eQUu6/klOrbLwMJZ4Zaey/ceF72L6snLoK05CejaIiACIiACIlD+BD4ZOg1Lj+zveUgyVwueAZ7nZDq2RU3/v2KtbTuGRdyYxxQqnffQNzM/tL6Q2swsVZMrAiIgAiIgAiLQFAQKb55mneK1aNPijdi8MZuiP/uhxRja93nU1mSA8LZtMDNwY3nm0P2w5U5tWS0TrblptN95Exw16jC/IEkCLM3MrSGzohZTzp6G1yfPAx8HPh4U/fTjRR++0VLu5vbCeq5BjgiIgAiIgAiIgAh8DQJz5szBgQceiPPOO6/Bo/baay/wy4Z79erVYB81iIAIiIAIiEBpEdBoREAEREAEREAEREAEREAEREAEREAEyp+AZigCIiACIiACIiACIiACIiACIiACIlD+BMp3hgMGDCg6ucrKyqJxBUVABERABERABERABESg1AgcfPDBGDZsGL73ve8VHdpVV12Fnj17Fm1TsDiBeN9w2tKP4j3IafG+ZGrQjQswZtg7flIDuAeFAj/s3AaX3rwr1ttgHWgTgdIloJF9UwLbn/RL7Ny7G/gaQBlfAgDQLh4+G3P6jANfL/gaEi19Kr7GRAvf6LtBtPQlERCBr0/g0UcfxUEHHYRDDz003KPb2Bm6d++Oxx57DH379sX666/fWFe1iUCTEMjwrKGgI4mACIiACIjAyhFI1sviGwi1cseoV2smoLmLgAiIgAiIgAiIgAi0NAIVzTdga75L68oiIAIiIALfjICOFoESJcDswoxliQ5Qw1oDBAof/8L6GhiCLiECIiACIiACJUnA3xOVJ5XkI9MSB2Xmv0+pgZsZzOqKi99SXCA3Wvprr702aCn6nTevwGU9v0D7drXhjLkPKGQ/n3Dche+getKy0KaiGQjokiIgAiIgAiJQ5gQ+HjoNS464OtxYlU0/EPORTMeNUNP/L6jYtiOYtzB/iYr1mOfQUmZ1cyIzq0fQrH6sXicFREAEREAEREAEvhGBwpumWad40vQN1/Qp3pBN0Z/90GIM6fMcapbXeo7gR4QkwTOEjMurZwzdF1vu1Na9MtrX8FTa7/x9HDXyEHjixd05O1vydda1zn3KWQ/j9cnzwMeDjwtFn+LjSNHnsOlT9KMK6zEuKwIiIAIiIAIiIAIrQ+Dee+/F/vvvj5EjRzbY/ZRTTsG0adOw3XbbNdhHDSIgAiIgAiJQcgQ0IBEQAREQAREQAREQAREQAREQAREQgfInoBmKgAiIgAiIgAiIgAiIgAiIgAiIgAiUP4EyneGDDz6IQYMG1Zvdsccei1/96lf14gqIgAiIgAiIgAiIgAiIQKkS2G+//VBVVYWtt9666BBvuukmHHLIIUXbFKxLIN4vnLb0o3ivcRTvRY4afNMCjKla6ifLJHLje7if+QedNsSlN++K9TZYx9u0i0AJE9DQVguB7U76f9jpvK7J9xrwhcDPmJJcSQAAEABJREFUmnHrOxYNfx5z+owFXzv4WhItfSq+1kTrh4bXkbSlL4mACKwcgTfeeAMnn3wy9txzT4wYMaLRg/bdd19MmDABzJu22WabRvuqUQSakkD4tsBQNOVVdG4REAEREIFyI2AwgN85S0GbCHwFATWLgAiIgAiIgAiIgAi0OAIVzTHiDJKf5ri2rikCIiACIvDNCegMIlCqBPjhifChiFIdoMa1BgjwtyB7mYxyziwJGREQAREQARFwAv6+6O+N7mgXgdVCwMzCeczy1sxglhcXwaW4UG609OOCufSpTptX4PKeX6JDuwz8aD+vwR2Ezc/X/aJ3UT1pWaiqWLMEdDUREAEREAERKGcCHw+dhrf/0g/wfMPMYADcwPwns1lb1PT/Cyq27YjC3CXWY35DS5n5kQWCb2bmZbKb5f0kolIEREAEREAERGB1E+DfCtPnZD0q3mhNG8UbsSnW5zz8Fob0fR61NX4Gf9/2HZ4aAF6Y66yh+2LLndqi3LbmmM+mu2yCo0Yf5lSByDna2hW1mHr2w5g3ZT74uPDxoehH8TGlTxuF1MZYqipXBERABERABERABL6SwEcffYTTTjsNRxxxBN58882i/Tt27Ihhw4ahf//+RdsVFAEREAEREIFSJqCxiYAIiIAIiIAIiIAIiIAIiIAIiIAIlD8BzVAEREAEREAEREAEREAEREAEREAERKD8CZTrDAcOHFhvauuuuy4qKyvrxRUQAREQAREQAREQAREQgVInsNdee6Gqqgq77LJL0aEOHToUXNj2448/LtquIOotss37htPiPcaF4r3Ig29aiAeHLg33LvPecMDijh9u2waX3bwr1ttgbWgTgVInoPGtPgLbnfRL7HheN5hlXw+C8QKGRcNnY06fseDrR+FrCuvp1x36HFWhZUwSARFomACfX1dffTX22GMPDBgwoOGO3rL99tvjtttuw5gxY7D33nt7RLsINC+BDDKemPrupnlHoquLgAiIgAi0JALJ+4eXWg+iJT1szTZWXVgEREAEREAEREAERKDlEahojiGb/1GDao5r65oiIAIiIALfmIBOIAIlS8B8ZBbyDHe0t1IClp+3mX4b8jTkiYAIiIAItHoCel9s9b8CTQDAzMJZzfLWzGCWFxfDpdZaay1ESz8unBttp80rcFnPL9C+Xa2fM4PwOTc3yCQfVjju70sxYvIyb9O+BgnoUiIgAiIgAiJQtgQ+rpqOJUf0Y6rheUeSb3jp9QxqO34XNf2OQMW2HRFzFeYvVKzHvIaWMsvnP2Z1/QjRzKIrKwIiIAIiIAIi0EQE4s3S8fSsU6zTpsUbrnmjKEV/zsNvYVCf51CzIhNyAk8S3PqR/P8J/4+KM4Z0xZY7tfVA2e3NNqFNd/4+/jri0Bxn/28gYg/jqVlei8lnTsW8KfPAx4ePE0U//TjS5wG0FP2ownqMy4qACIiACIiACIhAIYHp06fjd7/7Hfr371/YlKsfeOCBePrpp/GnP/0pF5MjAiIgAiIgAi2IgIYqAiIgAiIgAiIgAiIgAiIgAiIgAiJQ/gQ0QxEQAREQAREQAREQAREQAREQAREQgfInUJYzvPPOOzFhwoR6c6usrMQOO+xQL66ACIiACIiACIiACIiACLQEAl26dEFVVRV++ctfFh3uuHHj0LVrVyxcuLBoe2sOxvuD05Z+FO81juK9x1GDblyAB4a+Dd4aznuW2T/cuOyBH3TaEJfdtCvW22Dt1oxWc285BDTS1Uxg+5N/iS7n7gO+LgQlrxT+EpHBouHPY06fsYivJbTxNYY29PcXlWg5NPppS18SARGoT2DIkCHYfffdccYZZ2DRokVoaGvTpg3+/ve/Y8aMGTj66KMb6qa4CKxxAgZD2N1AmwiIgAiIgAisJAHjm4crsSt5kLq1VgKatwiIgAiIgAiIgAiIQAskUNF8Y/a/ejbfxXVlERABERCBVSagA0WgdAkwu8iED1CU7hg1sqYmwN+C9DUK6+k2+SIgAiIgAiLQmgjwPZFqTXPWXNcEATMLlzEzmBUXF8WluGhutPTjArq0VKfNK3BZz+Xo0M5/Vw1+PoCFmYE/x134DkZMXgZta4qAriMCIiACIiAC5Ung46rpWHJEP3iCAU8z3Hqm4Y6XwGZtUdv/L6jYtiOYnzBniYr1mM/QUmZ+ZBEhtZlZqiZXBERABERABESgKQjEm6TjuVkvJt5kTfHGa4r+3GlLMLjP86hdkQHftc1CiazBmUP2xVY7t4unLjPbvNNp/+NNcOSow5y1uXws5oLBzJDxx2PKWQ9j/tT54OPEx4uiTxV7fBnjGaIK6zEuKwIiIAIiIAIiIAKRwHXXXYd9990X06ZNi6F69tJLL0V1dTW++93v1mtTQAREQAREQARaBgGNUgREQAREQAREQAREQAREQAREQAREoPwJaIYiIAIiIAIiIAIiIAIiIAIiIAIiIALlT6D8Zsh7BAYOHFhvYh07dkSvXr3qxRUQAREQAREQAREQAREQgZZEYMstt8TQoUNxwAEHFB32zJkz0a1bN7zwwgtF21tjMN4XnLb0o3h/cRT/PUGfdtBNC/Fg1Tvh/mSL4Iye4YfbtsGlN/0E622wdmyRFYESJ6DhNQWB7U/+FXY6r1u91wmDYfHw5zGnz1jw9SS+rtBGxdegaDk++mlLXxIBEUgIPPLIIzjooINw6KGHYtasWUmwgbJHjx547LHH0KdPH6y//voN9FJYBJqHQIaXZUHRl0RABERABERgJQgk62XxzYNaiQPUpRUT0NRFQAREQAREQAREQARaIoGK5hu0Nd+ldWUREAEREIFVJ6AjRaCECTC7MGNZwoPU0JqYQOHjX1hv4svr9CIgAiIgAiJQsgT8PVF5Usk+Oi19YGb++5WahJnBrK64OC7FBXSjpR8X0qVPddrccGnP5ejQLvsBhUwG/IBztobjLlyKEZM/SV1NbpMR0IlFQAREQAREoAwJfFw1HW8dcbXPzLML3xGUzTc6boSafn9BxbYdUZijxHrMY2gps7o5j5n5uevuZvVjdXuoJgIiIAIiIAIi8E0J8P8O0udgPS3eWM06LRVvvKY/Z9oS3NvnOaxYURtOkaQHXob/kwDOHNwNW+3cNrSVZVECk2q/yyb4y4hD/f+AfDCOHp6k8fHyGmqX12LKmQ9h/pT54ONFpR8/9mOMNi0eG8V49GVFQAREQAREQAREIBJ44403cNRRR6GyshLLli2L4Tp2l112Ab9o5JxzzqkTV0UEREAEREAEWhwBDVgEREAEREAEREAEREAEREAEREAERKD8CWiGIiACIiACIiACIiACIiACIiACIiAC5U+gDGd4zTXX4Omnn643M362b5NNNqkXV0AEREAEREAEREAEREAEWhqBtm3boqqqCocffnjRoc+dOxddu3bFzJkzi7a3pmC8Hzht6UfxfuKoeK8x7eCbF+LBoUsdVfb7Y9xL9gx+0HlDXHrjj7H+huskIZUi0BIIaIxNRmC7k3+FLud2RfhKg/RVPLB42POY03sM+LrC15po6VPxtShaHk4/belLItCaCcyfPx8nnXQS9tprL4wYMaJRFPvttx8mTpyIG2+8Edtss02jfdUoAs1FIHx7IAuquQah64qACIiACLQ4AgbzMbv0PbTOQXujBNQoAiIgAiIgAiIgAiLQIglUNMeo/c+g/scN/2tGc1xc1xQBERABEfhGBHSwCJQyAWYX/OADbSmPU2NrSgLpRz/JOpvyajq3CIiACIiACLQcAv4emXG1nAFrpC2MgJmFEZvlrZnBLC8ukkuttdZaiJZ+FBfWpTptbrikx5do37YWfgLf/RzwzQDzn+4XvouRU4ovxAJtq42ATiQCIiACIiAC5Ubg42GPYMkR/TybMJ+ay3evAJ6vZDpuhJp+R6Bi2w5gPhLzk7SN+QstZWZ+aF3BNzPzMtnN8n4SUSkCIiACIiACIrC6CfBvg+lzsl5MvKma4o3WUXOmLcHgvs+jZnkG5j88j3lh5qXrrKHdsNXObT1SvnupzKz9jzfBX0cdhuRhMJgZuLGsXV6DqWc9hPlT54cb5uPjx8eTKvZ4M8bjowrrMS4rAiIgAiIgAiLQOgncd9992H///XHnnXc2CKBnz5548sknscceezTYRw0iIAIiIAIi0FIIaJwiIAIiIAIiIAIiIAIiIAIiIAIiIALlT0AzFAEREAEREAEREAEREAEREAEREAERKH8C5TbDJUuWYODAgfWmtfPOO+PEE0+sF1dABERABERABERABERABFoqgf/6r//CPffcgxNOOKHoFBYuXIhu3bph3LhxRdtbQzDeB5y29KN4P3GheL/x4JsX4oGhSwGDbwYzV/CAH3Zug8tu/DHW33Adj2gXgZZDQCNtWgLbnfwr7HheN7+IubI7Xztcb1XPxtw+Y8J3GvA1h68ztFHxNSlaHk0/belLItDaCKxYsQJXXXUV9txzz6L/35fmsf322+P222/Hgw8+iN/85jfpJvkiUHIEuMIFMoC+zrvkHhoNSAREQARKmkB4//A3kPhvhZIerAbXrAR0cREQAREQAREQAREQgZZJoKI5hm1Ifprj2rqmCIiACIjANyKgg0WgpAmYj85CnuGO9lZKwFLzNv02pGjIFQEREAERaO0EzAFQbrSLQBMRMEt+x8zy1sxglhcXy6W4mG609AsX2u28RQUu6bkcm25UA35YIcMxZ/jxBXoZHHf+2xg55RNGpaYhoLOKgAiIgAiIQFkR+HjYI1h8+NVIMomkZMXTC9R2+A5q+x2BtbbriMKchHkKFfMWWsosn9+YJT6BmRlNkFneDwEVIiACIiACIiACq50A/88gfVLWiyneUM0brCnW50xbgkF9nsOKL2v9FNn8IHqeJJw1pCu22qmtR8p6L6nJtd9lE/x1xGE+Jn88/DFwhylbUM3yGkw5cyrmT5kPPn58HCn6VLHHnTGeI6qwHuOyIiACIiACIiACrYcA84ELLrgAv//97zF37tyiE99oo41wyy234IYbbijarqAIiIAIiIAItEACGrIIiIAIiIAIiIAIiIAIiIAIiIAIiED5E9AMRUAEREAEREAEREAEREAEREAEREAEyp9A2c3w2muvxYIFC+rN66STTsJ//dd/1YsrIAIiIAIiIAIiIAIiIAItncD111+PM888s+g0PvroI+y7774YOnRo0fZyDvJ+H84vbelH8T7itHh/MTXopoW4f8hShFuSM+EM7mfCfck/6LwhLrvxx1h/w3XYIIlASyKgsa4BAtud/Ct0Obcr/EXDXzP8dcNfSJLXHGDxsNmY22cs+DqTfu2JftIvfwyHy1ja0pdEoLUQGDx4MPbYY4+Q4yxatAgNbW3atMFFF12EmTNn4qijjmqom+IiUFIEDIawu4E2ERABERABEVhJAsY3D1diV/IgdWuNBDRnERABERABERABERCBFkqgovnGHf4i2nyX15VFQAREQARWgeyxjNcAABAASURBVIAOEYHSJsDsIgOWpT1Oja4pCRQ+/oX1pry2zi0CIiACIiACpUyA74lUKY9RYysHAmYWpmGWt2YGs7y4aC6VXkyXflxwN9rOW1Tg0uNXoH27DCw5q1t6Lj9f9wvewcgpn4QWFaubgM4nAiIgAiIgAuVD4KNhj+CtI/p5HpHMyYJnCKbjd5Hp9xestV1HxByEeQlVWGf+QpkZzOoKvpmZl8lulveTiEoREAEREAEREIHVTSDeBB3Py3qh4k3UtLzBmqI/Z9oSDOr7PGpWZAB/2zYWQaGKs4d2w1Y7tUX5b6U3w01/vAn+OupwIJtPGQDzH5aZ5bWYetZUzJ8yH3wc+XhS9KMKfwdYR2orrKea5IqACIiACIiACJQ5gWeffRYHHHAALrzwwgZn2q1bNzz++OM49thjG+yjBhEQAREQARFoeQQ0YhEQAREQAREQAREQAREQAREQAREQgfInoBmKgAiIgAiIgAiIgAiIgAiIgAiIgAiUP4HymuHs2bMxcODAepPq2rUr/vrXv9aLKyACIiACIiACIiACIiAC5ULgiiuuCIvfNjSfQw45BDfffHNDzWUXj/f9pi39qHj/MC3vKY4adPNCPFD1DsD7kQ0A5YWZYevOG+KyG3+M9TdcB9pEoOUR0IjXFIHtTvkVduy9L1854C8dOcFfTxYPew4v9B2L+JpDy9ehqPgaFS3HTD9t6UsiUM4Epk+fjgMPPBCHHXYYZs2a1ehUe/ToEe7d7d27N9Zbb71G+6pRBEqJQIaDCQUdSQREQAREQARWjkCyXhbfQKiVO0a9WiMBzVkEREAEREAEREAERKClEqhovoH7XzCa7+K6sgiIgAiIwKoQ0DEiUOIEmF2YsSzxgWp4TUig8PEvrDfhpXVqERABERABEShpAv6eqDyppB+hchqcmf+++YTMDGbFxcVzKS6um1ZcaJeW6rxFBS7puRybtq31MwL5DzCEKrqfvxSjpyxLKipXHwGdSQREQAREQATKhMDHwx/FW4dfDd4gFT/+GPOJTIfvorbfEVhru45g3hFzEvpUrNMyb6HM6uc2RGVmNEFmeT8EVIiACIiACIiACKx2AnxvT5+UdSrG6EfxJur0DdVzpi3BvX2ex4ovaz1H8CM8SWB+QPl/POCsIV2x1U5tvaEV7CU6xU132QR/GXFYGJ0/PP44hdItUOOP29Qzp2D+lPngY0vFxzc+5rThYC/oU+7m9sJ6rkGOCIiACIiACIhA2RK48847se++++KBBx5ocI784pCxY8diyy23bLCPGkRABERABESgRRLQoEVABERABERABERABERABERABERABMqfgGYoAiIgAiIgAiIgAiIgAiIgAiIgAiJQ/gTKbIYDBgzAZ599Vm9WlZWV9WIKiIAIiIAIiIAIiIAIiEC5EeA9LMyJG5oXF8m9+uqrG2pepfgZZ5yxSsc15UHxft+0pR/Fe4ij4r3EtINvWYT7h74D9uO30vH+8CAvftBpA1x244+x/obrNOXQdW4RaDoCOvMaJbDtyb/CDud0zb+UJF9rEMawuOo5vNBnDPi6w9eiaOlTfA1Kiwexnrb0JREoNwLz588H/w/v5z//OUaOHNno9Pbbbz9MnDgRN954I370ox812leNIlCKBMK3CYaiFEenMYmACIiACJQqAYMB/E5aCtpEoAECCouACIiACIiACIiACLRYAhXNMXJ+aTbVHNfWNUVABERABFadgI4UgVInED4jkVGWUeqPU9OOj78F2SuE34VUPRuWEQEREAEREIHWScBzJH9vbJ1z16ybg4CZ1bmsmcGsrriILhUX1aWlChfc7bxFBS45fgXat8vAz+DnNVd293Med8FSjJ7ySTYgszoI6BwiIAIiIAIiUA4EPh7+KBYffjXg+YKZwYCs3Ou4ETL9jsBa23VEOvdI++k8hb6Zwayu4JuZeZnsZnk/iagUAREQAREQARFY3QTiTc/xvKxH8UZpinVaKt5ITTtn2hLc23c2alb4/zH4+3Z4584WBsNZQ7piq53axlOXvS3lCW76401wxIjD/FEB/KFC2AzBr11Ri4fOmor5U+aBj2v6caaffvzpRyG1MZaqyhUBERABERABEShTAu+//z569eqFo446CkuWLCk6y06dOuHBBx/ERRddVLRdQREQAREQARFo6QQ0fhEQAREQAREQAREQAREQAREQAREQgfInoBmKgAiIgAiIgAiIgAiIgAiIgAiIgAiUP4FymuHkyZNx66231pvS4YcfDi4KVq9BAREQAREQAREQAREQAREoQwJcOPe2226DmRWd3RlnnIE+ffoUbfu6wf/+7//G+PHjv+5hTdo/3uebtvSjeL9woXhP8eBbFuG+IUtBamahRNbgh53b4PIbf4L1N1ynSceuk4tAUxLQudc8ge1O/TV2OK8bjD/m16fch7+4LB72PF7oO7bodxrwNSq+ZkXrR4N+2tKXRKAcCKxYsQJXXXUV9txzT1x33XWNTmn77bfH7bffHu7d/c1vftNoXzWKQCkTyCCDsLsp5XFqbCIgAiIgAqVFIHn/8FLrQZTWA1Nio9FwREAEREAEREAEREAEWi6BiuYYuiH5aY5r65oiIAIiIAKrTEAHikDJEzAfoYU8wx3trZSA5edtpt+GPA15IiACIiACrZ6A3hdb/a9AMwAws3BVs7w1M5jlxcV0qbXWWgvR0o+Ki/B23qICF/dcjk3b1vo5M0AmA/4E6/6x57+N0VM+8Tbtq4GATiECIiACIiACLZ7AR8MfxaLDrmaqkOQNni94BuH5g1c7fAe1Vx+OtbbriJhrxNwj2piX0FJm+fzFLPEJycxogszyfgioEAEREAEREAERWO0E4s3O8cSsF4o3SkfxixyiZk9bgnv6PI+a5f5/C8wNKJ6ISYJnCWcN3gc/2LktI61FJT/P9j/ZFIePOMwfnexQw2PlvtuaL2vw0JlTMX/KvHDDfHyc42NPW/i7wbofndsL67kGOSIgAiIgAiIgAmVBYOrUqfjtb3+Lf/zjHw3O5y9/+QueeuopfWFwg4TUIAIiIAIiUAYENAUREAEREAEREAEREAEREAEREAEREIHyJ6AZioAIiIAIiIAIiIAIiIAIiIAIiIAIlD+BsprhwIED683HzFBZWVkvroAIiIAIiIAIiIAIiIAIlDOBo48+GsOGDUObNm2KTvPiiy/+xnnyxhtvjC+++AKzZ8/Ga6+9VvQ6azoY7+9NW/pRvEc4rXgP8aCbF2H0kKVhuBkv2Z9fLJPxyg87bYjLb/wx1t9wbW/RLgItloAG3kwEtjvl19jhnK7+kuIvKHxRQSbx3S6uehYv9BkTvtMg/doUfb4WpcUpsJ629CURaMkEBg8ejD322ANnnnkmFi1ahIY25jQXXXQRZs6ciaOOOqqhboqLQIshYDCE3Q20iYAIiIAIiMBKEjC+ebgSu5IHqVtrI6D5ioAIiIAIiIAIiIAItGACFWti7GZW5DL+R4wiUYVEQAREQARKlYDGJQKlT4DZRQYsS3+sGuHqJWAW883Cx7+wvnqvq7OJgAiIgAiIQMshwPdEquWMWCMtLwJmSb5mZjCrKy6qS3HB3Wi5GC/FWLSdt6jAxcevQPt2/rvMc8AQ9mAMx12wFPdNXQZt35SAjhcBERABERCBlk3g4+oZWHx4P8Q8gY6ZsQp0/C4y/Y7AWtt1BPOMtGLOEfMRWsrMjy0QfDMzL5PdLO8nEZUiIAIiIAIiIAKrm0C8yTmel/WGxJul45c50J8z/W3c23c2alb4/ynwBP7ebWbwHTDg7MFd8YOd26J1bS1jtu1/simOGHG4D9YQHi/36JgZalfU4uGzpuKNqfPBxzn9mDf0u8E4TxFVWI9xWREQAREQAREQgZZNoH///ujatWv4kpBiM/nWt76FAQMG4K677gL9Yn0UEwEREAEREIHyIKBZiIAIiIAIiIAIiIAIiIAIiIAIiIAIlD8BzVAEREAEREAEREAEREAEREAEREAERKD8CZTPDIcOHYr77ruv3oROOukk7LrrrvXiCoiACIiACIiACIiACIhAuRM46KCDUFVVhfbt2xed6nXXXYcjjzyyaNtXBbfeemssXbo01238+PE5v7mceF9v2tKP4v3CacV7hwfdsgj3DX0H5j8cu3lh5qVr684b4rIbdsH6G67tUe0i0JIJaOzNSWDbU3+NLufuC/jrCnzzV5hQGgxvDXsOL/QZg/iaRJt+rYqvYdH6gaCftvQlEWhpBKZPn44DDzwQhx12GGbNmtXo8Hv27InHH38cvXv3xnrrrddoXzWKQCkSMLN6wwrfUsSCqteqgAiIgAiIgAgUJ5Csl8U3D6p4H0VbOwHNXwREQAREQAREQAREoCUTqGjqwZvV/4+q5JoNxZNWlSIgAiIgAiVGQMMRgRZAgNmFGcsWMFgNcbUQMCt8vL+qvlouq5OIgAiIgAiIQAsk4O+R9d43607DzGBmdYOqicA3JGBmud8rs8Q3q2+5uC7FRXijpR8X4o228xYVuKjnCmzaNvsBBje+I3ywIZPBsX2X4L6pn3zDUbfywzV9ERABERABEWjBBD6qnoGFh17lM/AMgbsLzBQ8T8h0+C4yVx+OtbbrCOYWFPMNKvoxD6GlzOrnLX7yXH5T6LMuiYAIiIAIiIAIrH4C8ebmeGbWqcJ6vEk6fcP0nOlv454+z6NmeS3TAnha4Nb/J8Ed33H2oH3wg53bxlO1HtuCZtr+J5vi8BGHZR87H7g/cHz83aDmy1o8dOYUvDF1Poo9/km/kBT6gXzok8c+VLIF+2RdGREQAREQAREQgRZO4LXXXgtfJHLaaadh+fLlRWfz85//HI8++igqKyuLtisoAiIgAiIgAmVFQJMRAREQAREQAREQAREQAREQAREQAREofwKaoQiIgAiIgAiIgAiIgAiIgAiIgAiIQPkTKKMZDhw4sN5s2rVrhxNPPLFeXAEREAEREAEREAEREAERaC0E9tlnH1RVVaFz585Fp3zXXXfhj3/8Y4P3yhQ7aNddd8Urr7xSp2nChAl16mu6Eu/nTVv6UfE+4Wh5vzg1+NbFuG/IOz7cDL9Bxi3cujIZ/LDTBrjshl2wQZt1QlyFCLRoAhp8sxPY9tRfY4dzutUZB7+pgHpr2HN4oc8Y8HWJr1PR0qfia1m0PAn9tKUviUBLIDBv3rxwDy7vxx05cmSjQ95///0xadIk3HDDDfjRj37UaF81ikBLI2AcMAuKviQCIiACIiACK0HAYN7LZS73Cnez4vHCfqqXMQFNTQREQAREQAREQAREoEUTqGiO0Sd/JuWfK5rj6rqmCIiACIjAqhDQMSLQEggwu+AHG2hbwng1xlUnYNbQf0ynH/0k61z1q+hIERABERABESgnAv4emXGV05Q0lxZFwKxu/mZmMKsrLrJLcRHeaOnHBXlpqc5bVOCS41dgk7a18JPAzwIzy/rAcee/jfumfgJtq0apKqbmAAAQAElEQVRAR4mACIiACIhASyXwUfUMLD7s6iQvAHMDgClCKDp8F+h3ONbariOYXxRTzD9oKTPzQ+sKvpmZl8lulveTiEoREAEREAEREIHVTYB/+0ufk3WKMdp4MzQtFW+Upp09bQnu7TsbNcv5/2L+vs3d5W/yvhvOGbwPfrBzW56q1amlTbj9TzbFESMPB1KPH13Wa76swcNnTsH8KfOK3jCf/j2Bb6xT7ub2wnquQY4IiIAIiIAIiECLITBixAjst99+GDx4cINjPvXUU/Hwww9jp512arCPGkRABERABESgnAhoLiIgAiIgAiIgAiIgAiIgAiIgAiIgAuVPQDMUAREQAREQAREQAREQAREQAREQAREofwLlMsN//vOfmDFjRr3pVFZWYquttqoXV0AEREAEREAEREAEREAEWhOB3XbbDVVVVfjpT39adNqjRo1C165d8e677xZtTwf33ntvPPHEE+lQ8MePHw/eix0qa7iI9/GmLf0ojist3idODb51MUYPWQreT8zCEieUW3dug8tv2AUbtFkH2kSgHAhoDqVBYNtTf40u5+4LZL9XygCY/7BcMuw5vNhnTNHvNOBrWHxNixa+0XeDaOlLIlCqBJYvX44rr7wSe+21F6677rpGh7n99tvjjjvuwAMPPIBf//rXjfZVowi0VAJc4QIZ+Gt4S52Bxi0CIiACItAcBML7h7+BFP4bwMxywzHL+7mgnFZDQBMVAREQAREQAREQARFo2QQqmmP45n+ooJrj2rqmCIiACIjAKhHQQSLQIgiYj9JCnuFOajezVE1uSyVg1vjjaMZ2Ks7Qivw2xDZZERABERABEWhtBMwnTLnJ7mZJ3Syx2bCMCDQZAbPkd80sb80MZnlxsV2Ki/LSUvTXXnvt3GK99DttUYFLjq/BJhvVgB9moNxBhqP34ri+S3D/Q5+wJn09AuotAiIgAiIgAi2SwEcjZmLhYVeHXCDkBfQ8J8hQm/5foN/hWGu7jmAeQTG/SCvmHLSUWT4/MUt8gjEzmiCzvB8CKkRABERABERABFY7geR9PX9a1qN4AzTFOi3FL3KIdva0Jbj3/DlY/mWtZwaeFHjJPZzNk4SzB+2NH+zcNlRbYdEip7zpTzbF4SMOD3dG8nHnoxof05ovazDtrKmYP2Ve0Rvm2Z+/GxT9qDQIxtJ1+SIgAiIgAiIgAi2DAL9Q5LzzzsNBBx2El19+ueigO3bsiEGDBqFfv35F2xUUAREQAREQgTIloGmJgAiIgAiIgAiIgAiIgAiIgAiIgAiUPwHNUAREQAREQAREQAREQAREQAREQAREoPwJlMUMP/zwQwwYMKDeXDp37owTTzyxXlwBERABERABERABERABEWiNBLbddltUVVVh7733Ljr9qVOnomvXrnjttdeKtjP4pz/9CZMmTaJbT59//jkmTJhQL97UgXj/btrSj+K9v2nxfnFq0K2LMWrwUn61HJL7ibmEXri7GD/stCEuv2FnbNBmnaYevs4vAmuKgK5TQgQ6n/prbH92Vx9R8rrD1yu+ENG+VfUsXuw7JvedBunXL/rsk5afxF/HktcuxlmXRKAUCfAe3D333BNnnXUWFi1a1OAQ27Rpg4svvhiPPfYYjjzyyAb7qUEESpWAmYXvQI7jM8vXzSyGgzUYwu4G2kRABERABERgJQkY3zxcif3qg8y8p+ure6pHmRDQNERABERABERABERABFo4gYrVMX4zq3caM4OZhbhZYkMlVyR/bMhV5YiACIiACJQwAQ1NBFoGAWYX/FhEsdGaWS43SbebWboqv8UT4G9BehKF9XSbfBEQAREQARFoTQT4nkglczZLciCzujZpVSkCTUfArO7vnJmFPN0sb7noLpVelLeY32mLClxyQi02bZeBHw3wHIib4bg+b+P+hz6JAdmVIqBOIiACIiACItDyCHw0YiYWHXo1LDt0M3ou39HhO7D+f8Fa23VEsXwiHWP+QZkZzOqKpzYzmiCzvB8CKkRABERABERABFY7gcKbl1mneCHaKN4ETfGLHKJmT1uCe8+fixVf1oLv2pYtg/ETnD1ob/xg57butda95c57059sisNGHA4zf1QNbl1wx1XzZQ2mnzUV86fMCzfMx98H/n5Q8XeGFr7RUu7m9sJ6rkGOCIiACIiACIhASRJ48skn8dvf/haXXnppg+M78MADwxeJHHrooQ32UYMIiIAIiIAIlCcBzUoEREAEREAEREAEREAEREAEREAERKD8CWiGIiACIiACIiACIiACIiACIiACIiAC5U+gPGZ47bXX4pVXXqk3mcrKSnDRsHoNCoiACIiACIiACIiACIhAKyXQsWNHVFVVgffDFEPw9NNPo2vXrqAtbD/uuONQXV1dGK5THz9+fJ16U1fifbtpSz+K9/+mFe8NHnTrYowe8g7A+4nhG28lhoWfH3beEJffsDM2aLOON2gXgXIhoHmUGoFtT/sNtj9n3/C64y9FYXhmBrjeqnoW/+47puh3GvA1Lb7GRQvf6LtBtPQlESgFAtOmTQt5x+GHH45Zs2Y1OqSePXuGPueddx7WXXfdRvuqUQTKgUCGkwgFHUkEREAEREAEVo5Asl4W30Co5Bgz/7eEu2aJddf/aZH3WZdaCwHNUwREQAREQAREQAREoKUTqFjdEzCzOv9AMLMGLmE47upPXB+j+9Wuq/Lq4X6Pqz5CVE/3e171H1DHuw268j+gPeHKDxH1v+4n+gD/e+UH+FsdvY8Tr3Rd4craXle8h7QqvV55xbuIOsn9qJMvfwdRp7h/yuVLEXWq+3m9jdMud13mytrT3T/9siWIOsP9My57C1Fnuh911qWLcdZlLlrX2ZcuQtQ57ue1EOdemtIlC3HeJQvqqLfXe1/yJqL6uJ/TxW+g7yUuWtf5F89H1AXu5zUPF16c0kXz8PeLX8ffL8rrIvcvuug1RF3sfl6v4pKLXH9PdOnfX0Fal3k90cu4/O8pXfgSrijQlV6/8sJ/I+oq9/N6EVdf6Log6gX0uyCv/u4nmotrLkjp/Dm49gIXbVYD3A44fzaiBrqf6HkMPP95XEf1dev6R9/nkNY/vZ7oWVzfN61n8K++rj553eD+DX2eRtSN7uf1FG7q4+rtCvZJ3Nw7r1vcT/QEbu2d1izc1tt1Xl63u3/7eY8j6g737zjvMUTd6f6d5z6GxM7EXefmdbf7iWbg7nNn4J6cHsW957rOcWXtIPcHnfMIoga7P/ic6Yga4n5OZ0/D0AJVeb3q7IdBDXOb6CEMP9t1litrq92vPmsqoka4P+KsKYga6X5OZ07GqLNctFmNdjv6zEmg7nObaCLuO3Mi7o86YyIeCJrgNtGDZ0zAg2eMz2mM+zmdPg5jz3DRBo3FuNPzGu9+ojGYcHpKp43BRK9PPO1BRE1yf9JpDyBqsvt53Y8pp7lOzWvqqfch6iH3E43GQ6eOxsNRp4zGNPennTIKUdPdn37KSEQ94n5eI/DoKa6TXcFWY8bJ1ZiR0kz3Z548HNRjbqMed//xk4Yhapb7s06qQtQT7uc1FE+e5Kp0BTsET1XW1dNef7pyMKhn3OY1CM/2yus595/rdS+innc/r3swu1dKJ96NOQWa6/W5J96FqBfcT3QnXvxbXv92/99/uwNRL7mf1+14+W8p/e9teKVAr3r91f+9FVGvuf/a/94C6vUTbsHr7gfr/rwTbkbUfPfzuglvnJDS8TfizQIt8PqC429A1EL3E/0Li3q6jne5XRx0PRb3TPSW20T/xFs9/4klafX4B97u6aLNaqnbpT2uQ9Q77r/TYyCod90GdR+Id13vdR+AqPfdz+tafNA9peOuwYfdXbRZ/cftf47rj6iP3P/ouH6I+tj9j4/tB1pmHWYs8+mHmdXJTdhiZjRSCyJgljxmZolND93MwmNsRluY3lroGvJOzzFj3tnD/R6eY0YVzzfzeSbzzZXJM3t5rlksv4w5ZbCXe155hYvWdUrQ0pBbntpAXnl6I/lkzCPP9Nzxq/PIhTgn5pAhf6ybQ/ZO5Y+5vJE5I+U5Y19XzBlp0znjBTFnDPnivAbzxZXJE2N+eJnnh1TIEy98GVf8/aU6OeKV2fzwqkbywn6eB0b1d7+/54JR17hPNZYPDkzlgrk80PPB+jngs/in539Ukgd63lcv/yuW+8V8L7H1c74ncIvne1SS981qNN+7I+R6j4dcL+R3zPVc9XO8GSG/y+d4jxbJ7x4JuV2S1z3ieR01HbmczvO7dE5Xlcrn8jldPo+LeV3M42hHhFxuasjlcjmc53OjPGeLGu3+aM/bomL+dn/M3Wg9V3sgpXTulsvZPH8by1wtm7eNc79+zjamIF97MJenMV+blMrVJqfytCnMz7J52lT3p3peFvWQ+3VyM8/LHvZcLOZltDEno62Xk4V8bITnYlS120Qzs/nYY55/5eS51+MnD0vlYlVF8rChSQ4W8q+hnn9RQ9wmivlXPu8ajGc813q2clAu/4o5F22Sc92D5+vkW/c0mG8lOdZdSKznWSe6PMdizvVvz62iXnL/Jc+tqFyO9b+345W/3YZ0jvVqNr96LeRVt3peRd3yFXnVTZi/kvlUkkPdgMT+C4uyeRRzqsWeO0U1lEM1lD+9E/Km6zxvogai8bzpWryfzpeYK1GeI32YVd08qb/nSVSSHzFPWvH0q/5+6O+J/l7pTm4381iuJkcE1hwBs+R3zyxvzSyV0xm4+C7FRXmjXXvttUExRkt12qICFx9fg03a1gKZDPIfa6CXwXF9luD+hz6BtpUkoG4iIAIiIAIi0MIIfDRiJhYeenXIAfjuz+EnGYGXm34H1u8IrLVdB8T8gZZiHkEbxXyDMqubk5gZTxnylOB4YZbE3NUuAiIgAiIgAiLQRAQKb1pmneLlaKN48zNVU1MDWmrO9Ldxz/lzsPzLmlyOwP7+HwdhP/vevfHDXdrxVK1XLXzm7Xdtj0OrD+N/BSWKj7QnhCv8cZ925hS8MXVe7nci/fvB34UoYkj7rFOM0UoiIAIiIAIiIAKlTeDmm29Gt27dMGHChAYHeumll4YvLvv+97/fYB81iIAIiIAIiEDZEtDEREAEREAEREAEREAEREAEREAEREAEyp+AZigCIiACIiACIiACIiACIiACIiACIlD+BMpghq+88goGDhxYbya/+MUvwEXD6jUoIAIiIAIiIAIiIAIiIAKtnMC3v/1tVFVV4cgjjyxK4rXXXkPXrl0xderUXPtpp52GW2+9NVdvyGnsPpyGjlnVeLxfN23pR/G+8LR4PzA1+La3MGrIO0huIs6Eu4hj8cPOG+CKf+2MDdqss6rD0nEiUJoENKqSJLDtab/Bdud0S16CfISZjBfc3S4e+iz+3XcM+LrF17Jo6VPxtS7acFj2BIyxLolAcxKYN28eevXqBf4f3ciRIxsdyv7774/JkyfjhhtuwNZbb91oXzWKQEshYGb1vlvQzOoMP9S8/4uXngAAEABJREFUGDtrOY676uPcumo93O+RXd8iWdvio/xaalf+Bydc5boyWd+i+LoW7+PEK/LqdcV7Yd20SreVV7wb1ks7yW3Q5e/g5CtctK5TLk/WsqBN1rN4O78+WgPrWOTWsOC6aJem10JbXGQttIXJOmiNrF9RZ+2Ki+uveZZetyK31tlFrxesWfFawfpmrza4rtllYU2zl3HZ31/Or2l24Uu5tSriOhVXNrBORb8LXiyydtncOuuWXXv+HEQNcH9Abl2K2RgY/Odz65Q1tDZFsi7Fs3XWJbshtSZZshbZU7iR649F9X4ytw5ZXH8svxbFE7iVa49R583Cba7bz6u/7lhYhyK73lixdSjuya0xNgP3cG0xKqwt9mhYf4LriyVrUEwH1xYL60+cPR1Dz5mGuutPPFx8LbGwjtjUouuH5dacOHNynXXD4loTtHXWmzgjWTPsK9eaOD2/Nlh6nYlkTbCxGH/6mGSdiUbWA6u3vsSpyRpgddeVuC+s+5VbX4LrfqXWluB6ElHJuhIj8ut8nTwit5bEjLCWRHW9tb0e43oSWc1yO+ukqrCeRNH1vCqH5taQ4JpexdaReJbrSGQV1+96Prdu1z35NSROvKfO+hFzU2t1FVs34sW/3VGwPtftqLtuxG25NSNeza4XwfW4XsutGXFLbr2IeUXX4bqpzvpbbx5/Y279rQXuL8ittXUDCteJWJxabytZI+J6vJVaY6v++hDXhbW18utDDAxraSXrQwwoWE/r2rAuRH5tiGvqrKMV14Sg/Si7ftbH2XWzVjw6F/4mkwj5zcw8nChGzSy6sq2FgOYpAiIgAiIgAiIgAiLQ4gkUrpD6tSZk1vA/Asys3j8a4sn5J9OXFqzAbWM+y2vsZ7g96FO3rjGf4o4GtczbluHOB5cldswy3JnTJ7jL/bsedJvV3W4pxu4e8wnufvDjrBL/Hq+nda/X733gI9TRg153DXrwP7iX8vZBrD/wHwzKavADH2Kw+4k+xBCvU4Ozlv7QBz7wuOv+DzHU40Pv/wBRVfe/77EPUOWxKverHng/63+AYawHvee+67733bruew/DqfvdZlXttvq+dzH8/ndR7W2J6FPvYMR9Lm8b4X3oj2Tdfdq8lmLkfUsxavQ7GBlE33Xf2x6jXYrR3j569NtuXaOX4j7381ri9SW4f9Tbbin3Ry9xfwnud0s9QDvqLTww2jVqCR6g73qQYswV/QdHLUbUGPdzGrkIY0e5Ri7G2Oh7fZyL8XEeC/7IhRhXoPFeHz9qIYKlP3IBJrjGu2jraMSbmDhigYvWNfJNTHJNdNFO8vZJI95AMU32+OTqNxA0Yj6mFGiq16dWe7x6HqYWasQ8POSxvF7Hw9Wve+z1YOkHDff68NcwLVj3q91Py9umV7+G6cNfzeo1POKxR7J12keGv4JHvZ73X/E+r3jMNewVzGD7sJcxI8jrw1zDk/pMxoa/BNpE9KmX8Zi3PVb1kltX1b/xODXMfdfjw7zumhViL4a24Fe9iFlB/3brGvYinvD6E1UvuKWS+pPZ+pPe9qT7Tw59AYnm4qmhLo895bGnqubiaWroHLcub3s6iD41F8+wbcicYJ8ZOtstNQfPevxZrwcNmY3n3H/O7bOu54Y8j6AQS/znhz6P5z0eNTv4z2H2ENdgV7TuzxnyLGYPdnmMfk4em1tHz+CFwYnmZm1SfzoXf3Ew/adB++Kgp/FvV7T/HvwUXhz0FGipl+hnRT/Rk3hp0JN4mbrXLeX+K25fGfQkGH9l0BMIutdtVq/m7Cy8em9er7lfqNfvfRyvUfc8jtfT8ti8ex7DPFrK/flFNRPz73HdPRNvhHZaaobXqZl409vfvHuGWxeta4GLsQV3P4pEM7DgHpfXFwY9goV3U49ikdcX3fWIWxftXYy57+2L757ucZfHF7N+13QsDpqGt+6iprul6E/DEm97y7XE2xI97DFqGt722Nt3PoyopfTvehi0S+96CEEeY/2dO70eNBXv3Ek95NZ1x1S86/W03vP6e3dO8fgUvOft77F+B31qMt6n7+2079/h9Ttdbj+oo0lg/cPbJwf7we2T8CF1R97+x/3/3D4R/7nD5fajRjUBH98+AR+5aPMaj09ud91WV8uyMdqg28ZhWVafuk3rM69/dutYfOr67LaxoL/ixTfADzBkYtLh1qxuTmJmHq2/mxWP1++pSKkQMLOQb3I8Zkbj9WCSIpMBf15fXIPbPe9krsn88/axnyKoSK55Z4gty+aWn2btspBf3ul5ZP0882PPKz/Jyv0xLs8l78npI+R8zx9Dfuk5ZLQht3zgP6ibVzKnpP6TzS3pJ0rnk0Pv/9DzSOoDtx+gyvNM5pVVzCGpkFN+EHJG5pbDPEdkTjnc88jh7qcV88dqzxGrPX9knljt+SFtXu94fviO55LvBjvSc8hESzHK/VGeDwZ5jhhtLl/0PHG0i7litPc1kifeH/LEJZ4fUm+5dY1eHOyDo97Cg6NdoxbjQdcYV2IXYQxzQM8Lx7jG0k9pnOd7Y13jPD8cH7QwmwcuyNqFIReckMoFJ9L3PG+i53y5XND9SYy5kjzwjWwO+CYmM++LKpr/vRFyQeZ/UzzHq5P7jZjnOd68kA8mud/rXqfmJXnf8NeDnUZLVb+Gaa7p1bSveo73Wlb0X/U8LmuH0X8l1JnnPcqcLqsZbmcMe6VefpfP516uk9895vlbTszfXKw/7vHHPacL8tgs95Nc7sUkl2PM87Ungl7wfO5F1wt40nO1J1y0T3rOlmhuyOOe9NztqbRC7jYXT3tulijxn2H+5mLO9oy3hZzNczPmavSf85yN/nOekwV5rkb7fKg/F/I25muzPR8L8hwt2jmDn8Ucjyd6FnM9d5vjuVixPC3kaIOe8dzs6ayewYve90XP0YKyudmLbv/NPMzj/6bcf8lzNcZeoh/0JF7yHOxl+rTUoCc8T6OerJOPvXrvE3jF9arnXtRr3i9Yr6dzsZiHJTnYrFwuNu/exzwHczG3cr9+DjbT86ysQg420/OspF6Yd+Vzrhmeaz3qcuu51cKgR3L5Vqh7PrUoLc+zklzrEdTNs6aH/Gqx51Rvef4UdCdj0zyvmuY51cNuXXdOC7ZObsVc6q6HUnnVQyGHWnpnYpljveO5UpJLPeT5EzUVIX/yfOk9irlTVu+7zcvzpJBHTUnypVQu9SF95k5pMXeiPGeK+VPIpbzOHOmjYCfm8qWP6uRN4/HxbRPwievjInlTPl8aD+ZJyzw/+tTzIuqzW8eF2Gdep8B3RX9vTN4kk9LM/L0zESNmRiOJwBohYJb8vpnlrZnlfifNDFyEl+LCvNHSTy/YS7/TFhW4+IRabNoWMPiWK4KD7n2W4IGHP/EG7V9FQO0iIAIiIAIi0JIIfDTyMSw8rF8YsqcOIQ/gu7/Ra/9dVPQ/Amtt1wGF+QPraTHPMPOjiognNzOaILO8HwIqREAEREAEREAEVjsB/q0vfVLWKcZo483OtFRNTU1Y6J129vS3cXffOVjxZcYzAnMhUXgPN5wzaG/8cBf/DwS07q0cZt9+1/Y4bMThCA8wspshVGuX12DamVPwxtR5RW+YT/8ewTfWKXdze2E91yBHBERABERABESg2QksXboUxx9/PHr06IH33nuv6Hh22WUXTJkyBeecc07RdgVFQAREQAREoDUQ0BxFQAREQAREQAREQAREQAREQAREQATKn4BmKAIiIAIiIAIiIAIiIAIiIAIiIAIiUP4EymGGAwYMwAcffFBvKpWVlfViCoiACIiACIiACIiACIiACCQE+L0od9xxR1iYN4nULd99911069YNo0ePDg39+/cP9quKF154AS+99NJXdfvG7fE+3bSlH8V7xNPifeLU4NvewsjBS8P9wjDznfLhGLB15w1xxb92xgZt1vGAdhEoLwKaTekS2Pa032CHc/b1AZq/Jrnhnn19eqvqWfy775ii32nA17j4mhctD6WftvQlEViTBJYvX44rrrgCe+21F/7xj380euntt98ezEceeOAB/OpXv2q0rxpFoKUSMOPre17peWSQ4dd5hzXVbudaamGdi0/rrG9x+5hluCPo02DvpP/gsrC2BdezuLPeuhYfh/Us7vL43WM+DutXcC213DoWD34Mrpd2TwPrWQzyODX4gf9k16+I9kNw/YrBDySW/pCwZkVS59oVVJXHgsLaZ++jyi3Xrai6/z0Mcw2/732374PrV4S6x6qp+95FdVi/wi39+95BWLvCYyNcXKuCddogrlfhfUbSUly3whXWrLjvbf93zNKg+7LrVtzXwHoVYU2z0W/hgbCe2RK3b+HBUS6PPUiNWuz1RGPcT7QIY0cuxhjX2PQaFe6PC2tULMytXTbe61yfLNoJXJMirRFv5tcooz/S665J7se1ySa7Pzm3LsX8OuuSTR4xP1mTIrce2Xw85D7XpkjWoZiHh8LaFK97PFHh+mNckyK3FsXw1zC92jX8VUxPiWtPPDLslbAOxaMeT69DEfxhL2NGSlyDYkZ2fbHHPD5z2Eug5XoTif6Nx8IaY//G42G9ibydlVtv4t/gOhRPhHUnXkRiX3D7Qlh74kmuPTH0BTxFuZ/YuXia604UrDfBtSW47gTts0PmINiC9SaeC2tNPB/WB+OaYM8NfT6sL/H8kOeCnT2E9efy64KFtSaeza4H9izmDHkWydoSz2Qt68/ghcGsJ/aFwU+HemKfxotcT8Jj/6aluJZEqD+FlwY9hfy6Ek96/Um8fO9TeHmQW9crLvq0XEOirmaFtb1eu/cJvDZoFl4L60k8Huzr9O95HFxTIllPgv5jyToS9z4ebLKOxEwk9jHMz64dwbW83rhnJt64Z0ZQWEPC/TfvngGuH5HTPY/WWT9iwd2PgOtGLAr2ESziGl1cP8LrYb2IaO+ajsVZveX2reyaEUvcX+J+WlyPa8mdD+fW4+LaEVyD6+27HgprciXrQzwU1ozI+XdMxbuud7LrRnCNiHe/Yp2I9++YDOoDtx/cwXW2JiVra+XWh5iMDz2eX19rEuqvDTEhrAHx8e0T8fHt7kfdNgGfuP9Jdl2IZTk7Dp/ePg6sc02I+krWzUIm47u/j6TeWMwsVzPL+7mgnFZBQJMUAREQAREQAREQARFo+QQqVucUzOr+48DM/I8RFhbrQmrzqMeRldfYD8nmtaxjSDoAcJeFJY6X7plHggxmLiSbJQYezApACFpiALfum9sgg5kLyWaJgQezSoyXIRQsDH4IDICZly4vWUGw8M1jYM0DwXU/Z3O+92DQ5d1YQW4LMY9ydyF7jNFShrCZuePyEnCLuLlvMISdhnVaD1gQwmZmQBAQLOJm4I8XCM1e+A7GzFgm/czMHZfvCH5SBSz8eMEdZl63bJQ+ks3Mg3D5juB7nD4s/HjBHWZeN8D8B/SRbGbmjst3xr2SNQb+eMEdZl4zBOsF3EWy0XNx9z5soIE7FkTPxaBFa5mU+OwAABAASURBVN6C7GZuXdxzfeDtlhV9V67NWEF+87r3DHuuD7xqWdF35dqMFeQ3r3vPsOf6wKuWFX0X2wCYGQuEzV3Awo8XvhurCF1gMHMh2cwsOGZuKdbcBSz8eOG7sQo2G8x9YwluZkYD0FJAcL2E+U+yu2ceoULAWIJbzuOxQQCNl4httIwlMm8yb0N2s8SykVGvBtd9M/MSLrdG6/IYXF71CnwLHhjzItlDyDzkAsDSD3HrfnAYAUIgKdw3gL4bdqFvZoy4EgvfzAxweekWvgUvWIMh7DTsQwEeMhfCZmZAEAB3WQTjFXOF3TzqfcyMVcBLQ3bzGIK8HoKGYLw0yoDQ7IWZwcDNstZ9jyGIvguxjdZlQGj2wsxg4GZZ677HEETf5TurAPu4jJ7Lg2YWoggWyeY+YMnuBr6FkMeMMnjpYtBlrAWLZHMfIealIWwh5DGjLIRg5o7LLLFJlKWBP16ATTCA1hB/EDYzA1xmiUVuM/DHC7AJBtAa/McdQ7KZ0XPRUgx7Feznyu5gUxAMZi4km5m546KlvAavwgtzZXewKQgedceQbGb0XLRBHvcq2M8F31gNTe6YhSLbArde9xLZOLxKN2nxCsAQGEvkMXe8RLLRczHmQuJ6k7lLuVtkN7Nc1Czv54JyWgwBs/zjZ5b4ZrRUdhpeN/+N4B7kYXMhVNzzdgQB8CpyGysu38F2xukjFDBz6/IdXoHXwM0s8czcurz0sNVtN8DMEgFwD16FATAzl1u4DaLvsqwY8z5eo0eDbDWxsPDDBnpeQWiH1wy+GT14AbAwgCZbuMkGgmEB1Gv3E/ru8Ww74F3oG8zMKwaDb1747g5g5p7LYKywTMQqADNLBLdBHgPg4aw87hUvQXnBHR4K8p4I8VAaq2AbfEusgT/wipkBvgclBRCsB30H2+EbfYQCCDH3fadPA24hDg95xH0vAZj/IGxmBlbMaI0uuJkXQR43M4+7goX7LosymLkAsHTXLQB3fEeIeQnf6NNlHF74no0aEPZQIMYRNo/B5TuSBoB+UrjvFcbdxBDClg2ENkuaDIkFYOYVGMyMFXgJbqwm1mDmggHBugHoZmVuXYjyNgDeNRE87hUD6LGAV8EtsQb+eOG7wQvk4/DNwB8vYGaA70FJ4fVsIBgWyG5ZPxwTfcSjYOYxl1nWItm8Fhwz91xewjsjWABmBgNgZokAuAevwgCYmcst3AZlfXPrQrbdazD/gW/BGuBNAAxmBsDCjxfIVhMLA6hcEGAVuS3Vzj7Zamw2ywZoXayxLWc9BpfBgGARNneBEDKYuRAVwjDzutG3xAfgHjycldcMvhnCjyFYL8A+oeaxYOEOdzYEC9/MoxYs3OMeBN8YDhV3wjFuPRxCtBTjHkhMtt3j5jE3MDN4wT2xSDYzj7tr5tblJSz8wEsXY+bWa2bmZfTdGmXwMLwMgm9GecE4GA2O0WPVLcAihN1hC1KbmUdSYpNZEqMviUBTEzCzcAmzvDUzmOXFBXkp3oxCS9FPa+2110anLSpw0Qk1+H7bTPiAHItM9sNyHsGx572FBx76JFxPRYME1CACIiACIiACLYbARyMfw4JDrsp+qNHf9cMHHJkBuNr/X1i/w7HWdh3AnIG5Am1aMaegjTLL5yBmFliYJZYVs7zPuiQCIiACIiACIrD6CcSbleOZWadY5w3OFOu0FL/IIdrnpy3B3X1nY8WXtd7d8wP+v0DwPD9w/5x7f4Mf7tLWI61+LxsA7Xdtj0OrD68zH/4/kKeGqPmyBtPOmIz5U14vesN8+veIJ2Cdoh9VWI9xWREQAREQAREQgeYjMHHiROy333648cYbGxxEz5498eSTT+KXv/xlg33UIAIiIAIiIAKtgICmKAIiIAIiIAIiIAIiIAIiIAIiIAIiUP4ENEMREAEREAEREAEREAEREAEREAEREIHyJ9DiZzhjxgz885//rDePgw46CAceeGC9uAIiIAIiIAIiIAIiIAIiIAJ1CQwcOBDnnntu3WC29uWXX+IPf/hD+M62bGilzIQJE1aq36p2ivfnpi39KN4bnhbvF6cG3bYYIwcv5Y3h4L3CsT/9H3baAFf8a2ds0GadVR2WjhOBUiagsZU4gc6n/Qbbn9PVX5sy/hqVKL5GvTX0Gfy7z4NFv9OAr3WxX7ScKv20pS+JwJogMGjQIOy55544++yzsWjRIjS0tWnTBhdffDEee+wxHHnkkQ11U1wEyoaAmYWc2iyxcWJeA8x3F3JbUjFz6zLvYMYS9FjAqwibsQyFx9x6g5kF37zJYAi7G3ALNhQwc+sys+CbtxsMYXdDG5QUHvdg7EsLeAtjtIBX4GEAHgNg5pa7WzND/HGHu3fw3eBbKADvA9/MzF0XEnnIPS8N8CbktmzFzDzuQiK20/MqvInVRNmKmbdScOtiIz26HmYV9LMFzLyVglsXfKNH18Ne891cDLgx84rLvG5mHgE9FjBL6sga+GbmFZd50Iwl6LGAmQULN8huZl5xmRnMXB4PpSHU4TYIyWaWBMwMZi4kcgMzA3wPQrKZMQCYWSK4dYXdY7RBSDa20jNzj/JG9+DGdwvWHcTNshUz9yivuwc3vluw7iBulq2YuWfwmgVFzyt0ETe20jdzz+DNBjMDYOHHC7oIm8GrXgAwcxt2S3y4dXEH2+CbAb6Dm5nBdxetC4ncAGyAbwb4Dm5m7nF3a2YeT+SONxuCzRr4ZpZUzAxmLiRyw1YEa4mBb94FjJkZzFxI5AZgYQBCHGFzN2vNwy4kYpCeVwHvZEg2d4NjZh52IVEIus8d3pbUAUOymRl8h5dBCKXRuNzCNze+uwOYmcst3Lqil7iGsLnxPXHT/d2HdzQXd7BuAFy+g5uZwXd4CTPzkIE/oB8UQjA33M0MvrsSC7h1IQmyGmRINjODuWtm8J0e3ANYCQLoG5LNzGDumhl8pwf3gFAxtwB998CNNsjbffeQgT/u5HYzjxQo1yintRDQPEVABERABERABERABMqAQMXqmoOZhVOZGczqKjQUFsnfJ8IfKviHBq+GHvwK7sRhxOU7qFAEJ3gsWAvH+l9g6fO4aP2vIF71mu/s6xdKTBJlNdS/1vE8V/Z4v2TueF4rNHnhu/fgTs/le+joBY9JtdD1Q72DN3gZxhSCoWDE5XuoNnY829gp1zdWPJDsfm4n636qhW5yfT+ee1CIsmBnV7LXPT7GvJufNZThWI97xfuyZEsSCCXn6I7vfs1sF+/GXqEWGjzAnb6fMGkLrX6M1zzuewgE6309GkrvHuJeyVq2JL1YJo+zN4WK29CRRSqQdcO5vOAZcj18/B7ycXjE+/nuDnd6Lt9ZY58gL+od7x14Gm9yL+480OV7iLgNfbwTj/eqez7eJJi7fugbimwPN757R9+zTp3jw1mybaHdDw6WBeVtHmI3Xioc607SwrbE8xB7JQohFhT7eNhd3/00XnpnLz3ItqyXNdmgGwYo9kmqrPH6nCx9jybnSxyWSefQyJ7B8T7e5K7vfqiXqesnB3h73L05HsDfDYYZijbE4vGhIRRsTuRVb3bfr5844XQeTixjLtZDICm8f3b3Bm/2SnK8V0MPWg/WHX8IhoJNibwajveCY/Vq0ePzQfZIDg2lV313LPnrMx5iwaHn8j2cA3TYkJVXfV+l45Pj/FA/VRg75+A+99AWHHou35Pre3/63pY1IVzneG/w3Xtwp+fyPXT0kF/GSz+PB2KYxycRb/Kg7+5wp+fynTWq8Pgkxg5k6DW6bpKdFZfvoe52VY/3QzlE/50IZ3Lr10vc/EzYiWI8WBZUODQUueu7k7QwTM/lu5+MRzPoltdgMFf16yY+mSUtrNNz+R6Oj9YrPIOfyD3v53G/bDgHC6+yydvouXz3inf0MH2v1DueTWzzE9F41Xd6Lt+9UvT4EPdiZRfw8q7aWwgBM8uN1MxyuWfyWFuuLXH8l8R3/9VKqqHMBmjYQEuFNhasuHxnMyOJZcB/3fx30Uv+StMkTd4p97vLdlfSO3TxVrceY+dgvGB7HTHGgPfOncv9cAytO3we0q3XHo5jNDjs4hd0E6pe+J4KeIPvjFF+Xq/5zorL9zqhWPHx8RxZ4/2TnVdN4n6gN3rJajzKOTHCXm6z7e6F9mAZo/x07OUmafNG3/1cHvX2JB4ioZ1FEvZ2VrwDvazrNd9DdxYu3/1kYU/6hEC2k/u+J/FsKFfxOv1sOw0jyYm8ZMAHQsN4znos1BlwnybUvaDPxzKI9Ww747lLMebyZoZoEusx373O2YYjsvH8WHKBxPG+vrMrlYux4vLdW5M9+KHwOq3L99whHvWreOlBDsLlXggFG1ro+diCcesx7qwGy2OopBJOzTYPJb47OS4hEk4fCm/yo/yciZO0+sG+e9y7BIcF5XVG6VJJb4+w4vLdK0mn4IcihEKQVSobCTH6IRaKEMp6+d9zBnx8NLnu7nBO3ikZhTf67lGewufjHtuD6KcUjgmd2S84dc/Ba4VwkfZsnOfglYJCrM4FUhVv9D25gIfDng0E44Xv6XZeNXdejiUcEyLB45xY42EcR7De4l299BZ32IdxniuxMc4uHmUfd9nmJrk8Y9mA92A4G+exrHo02+6RsDMaOoU4C4pRt76Htmw1OcCDvie+NwTfbdhZyV6DboixZ1LhnMJ8WXX5Hnr4EYn18Yd2r7EtJ48nvvd035vDsOgyHo5JHI8Hx633cpd9wgiC48cnLd7ou7cn1ZzjQeTeP82S906zxEKbCKxhAmbJ755Z3ppZnd/RJM+rCAv4cuFe1mkLF/PttEUFLj4hg03a8vfdzwFDdoeZ4bg+S/DgQ59AW0MEFBcBERABERCBlkHgo5GPYcGhV4fB+lu8W0P4MXfbfwcV/Y7AWtt1CLlDYb7AHCKKOQVlZjCrKz9TiNFSZkYjiYAIiIAIiIAINCGB8P9qqfOzHpW+sZk+xS9yiHbOI0txzwVzUbPc/08gvG1b7r3c/Jzn3rs3frhLW/e0A+XFoP2u7XHYiCN8UnykAZZm5tZQu7wWj5w1FW8+NL/oDfPFfr8YQ2orrKea5IqACIiACIiACKxhApdffjn22WcfPPXUU0WvvNFGG+Hmm2/GDTfcULRdQREQAREQARFoXQQ0WxEQAREQAREQAREQAREQAREQAREQgfInoBmKgAiIgAiIgAiIgAiIgAiIgAiIgAiUP4GWP8MBAwYUnURlZWXRuIIiIAIiIAIiIAIiIAIiIAL1CVxyySXgfTX1W1YtMn78+FU7cCWOivflpi39KN4bnhbvF6cG3fYWRg5+169gAPegUGDrzhviiut3xgZt1oE2EShPAppVSyDQ+bS9sf25+wHG16Zo6BuWVD2Lf/d9MPedBunXOfrxNTBa+EbfDaKlL4lAUxGYNm0aDjzwQBx++OGYNWtWo5c5/vjjQ5/zzjsP6667bqN91SgCLZWAmfnLeXGl55RhJRR0opJAeP3O8DvAEV7LGaX4Ukh2AAAQAElEQVSS7wDP9k0Fcv09Rt9N0pVOtns6wD5+Zj+3l/E6SYekN4+jYsz7eM+V7p+M3I/wc/BabvxMLJPTe8Ub6cdYYkNfvxZr8Rzsle8fal6wh5+CfakQycbc/0b9w2lC4fP1UYTzuw0n9WsWnj90DUXozx6htx8Xu4ZDky5sZjiI82Wgbn/v6HvSwcvoB5cV7+3nTo5Njg7n9/Zg2YW+y3smZWF/j4adfalQyZ7LfZ6bctdPWacDOzEclJzfQ6vh/OFcvBQVzu7n9avT5Vj8EnQ9knRYuf7eK3ugezxhOEco/DQh5hWe309ML/sYsmvo4LHsnqqyv1e9k5+h0fMnx7I/PVoq+MkF6fp53PgJfXeH1azn5076+3Ua7R8OC2P/5v392r7zcjQ8c84WHY+3+s7+7EuxGmzoHzxvzkU5wURJk7fR8dCq9A+HOh8/Nrg8W7iUF77nqt5INgz5lQIrD/nuEd8ZY18qVEOLn5fWz+07vUShgxe+F+vvJ+ee9GUH977W+RvsH87i5/Zx8drh3MEJR7Awy7/3sE6ZJTH6UmsgoDmKgAiIgAiIgAiIgAiUA4GKVZmEmTV6mJnV+Q8rLp5R7wCD9wFYmBkMgBuY/7gHMwNgyBoA5rsLoBcK1swMZi7ArQsGuMwS6y6rgDtmjNEDvModZpYIvhlg/sMSHk8sAINvBjNzC7Ckm1iDGQXAuHtBJypXNZgZuLHMyWNm5m3eYoD5D7xOL8iQbB4zSyo09IK8YvAf824ucx8eAwyg3PjursHMwI2GXhArMGQN3ANiBeZ+2L0wmJlb3xMDbgZzY2ATjK4X2YqFAJLSY2YeMa9TSDYLrV6a14O88H7wuLngm1EeMzP4nshj3D3ixgDfE7nDTl4xF3wzymNmBt8TeYy7R9wY4Hsid9jJK+aCb0Z5zMzgeyKPcfeIGwN8B7fYwQNmSZClmTECN4CFPRTGCmVINu9gxorBzOVRo4JvHmMFMPiWK9xJdoD9XO64azAgq8TLNsUgkG2Fb+wB72BmbrLKxr0WPG9y67tlhZwTPHgHg//QUuxmYARg6T640VIeg/eLIfoG//GYmVtvcMMIPdB3BzAgyAszVmLVGIGZWwq+GWD+E0twMy+CDGbmFSCW5p6ZecBAA3OXRRCSjTEXvIMZHYCleRnEmMv30MBYcJDdDEjazK0LgAEuS8RGl+8MAh5NhGQzIGkzty4ABrgsERtdvjMIeBShgmQzwHcvDGYuwK0L9F0eCzUDPASwCDEkm8d9BzxmZjAAbmD+4x7MDIAhawCY7y6AXihYMzOYuQC3LhjgMkusu6y6DGYGbkkJ0JoZzCgAxt0LcKN1+c44Qh9W4K7BgESMu+cmBMx97qFCx5Bs3sEsqZgZWxIF3+vm3VzGqLlPSwXf6+zncg9mBnMnKPgGN4BxDwXACpWrGswshM0MBmSVeB4KATOv+x4qoUfiweNm3sDdrRtwM5gbg4cAA0CHFhZ+4Ju54HEzo3G5ZcyVeF5aqMAbXfDNwB933AJmXgvK+kg2j7pjgO+J3PGdAQsBei4e63U3MMu2mMfhBUUD37yNVXhhFoMIm5nBzMB8xCzx0chmZo20qmlNEzBr+PEws/DYmlnq8S1Mbw3wPZE7vucC0aelQie2smLw07KStzDAZRYt/j979wFgRXnuf/z3rCwaGyBgAbvSFtAkGruoCAqSWLCCNSGJQRETY0Fiz72X/42dG0hyUxQUvIl6TSHmWrDHghoTjImxYBJDYtfY6Oz/eWb23TO7e3Zj2QX27PcwzzzPvHPOnDMfZ8/7LjIz8sWY6nJqN5l5SJ49lGrP0W7eFlnyNRGW52jziAUzUzyyudf12eu8PWuJp0re5pMkk5mp/hFlFj7L2j0rou4ZUUZEW2F9KutzrPcwiyeb6pKsfjNRmcxMPospD0neIjNT9idyhOTLEdHqOdoiJJmZ4hFzM5NlCyYzi0rmf6KwbGbKmn1mZtEi8z8x5QumvPYcRaSU6+so6iKlupy/2OIVks+zt7CoJF/0yRdiniVTab3Xki9H9rBUe5Zk2R/P/gIzX7K6WvI1kqJN8mRZyB/e5HPJ5A9fMIvKZGbeIGVzn2WLMYvIWr1RdY8oI6K9uD5r8+dEjoj1hUhPTausbp2ZSR4+ec4mxcNU98d8yVfWpbpWyczqoq6WZJLMTCbJzPKQ5JXiYdnM5KsUMzNTPLK5z3xSqT2WIrxJ/ogyQj7LXuc5q31dTNEWTdGWRdaorPR2s5jFomdvjMVsKV+MFsXDLG/Ik3m7t5o8Wx6+wsxr87YIydsjzLNHts6zJC9lUhbyBTNf8jDzLCmb+8wnXzCZmSTL/sgf5uELypt9KS+8NWpPMXmpiJg1Xl/fLl8bC6b8KSmn9pRTu2f5wyTzP/KHWVQeJpmZTMoj1ZEjJJmZTMojag95mJlMykL+iFrR5uGLXmYtyube5pPkM7OsRZJnnxSPaMvqmEVkjYqn5OFtPqWGeHpWR5uHZU+KFpO8ztZ76VMsRosU81jh4ZOykBTPMZ9n4Y1mXpm3R0i+xiPavDIzmZniEfMoI3ujT1FZXZZM/vBZPEc+M/MFWfbH1+STeYrwVmXrfbluajw+MjN/imVrzSyrzSxbZobAqhAwy483M6s//szyOo7XiHTD3pTTTX0jRwzYxnTJV1Zqsx4r/SPn/8gh5vGPOFRbq3Hn/UO33vuur2NCAAEEEEDgAwvwxDVI4O2fPqK/HnNZ/q8b/XN59+7zfLG2dzfp0jFaa9AWirFCjA0iRxTrWI5xRYRZPtYwK+XYoJlFysKsVGcNzBBAAAEEEECgzQXi9/hyESc3R8SFHFL+/QOvaOYFv9fyJSvjV/98YKA4CcLDP+m5s4apz049vWKqVIHeu2yuMf97bLZ76e+B8uNHWrFkhe47a67+es+f60+YT8dPHEP58/xY8YFlsc42xgwBBDqaAPuLAAJrqMCf/vQnHXnkkTr33HOb/YQjRozQ/fffry9+8YvNPocVCCCAAAIIIIAAAggggIAkEBBAAAEEEEAAAQQQQAABBBBAoPIF2EMEEEAAAQQQQAABBBBYQwR+9rOf6Sc/+UmTT3PyySdryJAhTdppQAABBD6EAE9FAAEEEECgwwmcc845mjZtWqvs9+23365ly5a1yraKG4nzdGO5mKNOEef1FiPO94244Zp/6JYbXvWXZmcJZ+eKZ1VtrfoO2ED/Of1T2rBrta9nQgABBFavQM3Xh2nQuSPy76n4ooqP49knvfTj3+rp83+ZXdMgvtsiit956bsw5eyl/j1XzFETCLSmwIIFC3Taaadpn3320S233NLipkeNGqW5c+fqO9/5jvr27dvic1fhSt4KgVYVMGt4PUEza3Dt47guYfENLRaymRf+XHltMfMw8yoLycxrSSZ/ZLPIXmSTz3yNmWcPn2RmsniKR1ak7I2WNfjcnyOvI5n5shRLqn+YVx7mrfIwMynLPve6bkn1j7whnuFNVsommZlM8oi58keUHuat+WTebjKri3zJ53WTeY6Qz7LJZ16bmcw8YrVnT7I0iyLaPFvW6nNfNvPszzEznytbk81iMdo8W12DmVeFkD/Mo2615OvkDRYzSWZReUT2kD/MQzHLwmfZ5DNvNzNf5RHZw5uyZZ9FqSxbJJ9Jvmh5+HPNTPEwb4kp6iybPPlMyrLF3J9rZoqH+XLkLMznHlbXFjkLf66Z+UrJLM+KR5QeJosln1se/hwzy9vqcr7g87xZ/kSfLA9/jpnlbZGlrN1nUSh7ZKvNmzz8OWYmX5CZZ0nmf2LKQv4weWkenv05ZhaFzDxLMv8Tk+JhPvMwb7Ao/TlmXnmYeY42XxeTl8qyN5sXJsnMFH8U2UP+yJe9iMl85mGKP5JZZI/IHvKHL/m8bjLPHibzQj43D0n+XDOTZNkfpYd54WHemk9ZJTPPHpJnD6WHeeHhk6LZfGaSzCwLr+SV8ofJF7Lw1Xn2Bm+VmWURjWam/OHZJ3lkTZF9wZPMLAspZfnD5ItZ+Oo8e4O3ysyy8JlPpvzh2Sd5+Gpl2We+KDNT/FFkD2UPk3yKWdbktU9Zk5l5Nl9lMjPlD88+SaasyaJKYcr++Aozk3wpiyi9Tk3ZohQtHpJ8hVm0emRZ/rBoliybInmYhy/7c8xMiqUsyx+mrDTJJ8XDvDIvzExmFpW8UHqYWXY/pehrzMxX5aHCw8wKS5QIIIAAAgh0KAF2FgEEEGhXAlWt+WnNrP4XBLO8Tr84jDtgpb5wwAp9fthynTB0qY7fb0kWx+27WGP3WaSxnscMWaQx+7yfxTHeNsbjmH0WK49FOsbXR320tx29zxIdneXFOsrzUfsu8ezh2znK48hYjthnqY7cN2KJjvTXRH2ELx+x7zLlsVSH+/Lh++XLkbPw9XlertH7euzn4W2jPR+WxQodtl/Ech3qy4dm9QodOrQufDnaDt1vpQ4pxtCVOjiLWs95fG5orT63X8P6c0OlrN3zZ4uxvzTKl0ftb0pxkNcHDfVlj1QftH+VUoz0uj6GraUR+3t4PtCjvt6/kw6M8LYDff2BwzrpgGGdlPIBwzppuMcBw6o9N41hwzorYrivHxYxvLP29xg2fG3PEZ011Jf3H7a254h16nLUa2u/4etkMTTLvnzAOtrXY78DPuHZw9v38eV9h39C+0QcsK72ycKX/TlRD8mW11XkIQeuq709hhy4nmePA9bTXh57e0Te68D1FbFnln2d56jrY8T62iPiwA20R13s7rk+Rmyo3T1284gcEXUpumjXAz1GlGIXr3cZ0VW7Rh7ZVVF/JnJdRP0ZX5/lkd208wiPyHWxk+edRm6knT12OmgjRZ3lrO6uTx/k4es+HeH1p0Z216cO6uEROY9PZsvR1kNRf3KU54iDemrHLHp4juipHXx5h1EbKw9fHtVTg+uXN/E6YmPPEZto0KiGMdCXB352Uw0c5fHZTTTQoyaWI0ZtppoIr2t8fc1nN9OARtHfl/t/rpf6f9Yjske/VH+2t/pFfC5yL/Xz3LdR9PHlPgdvrr6f21x9IrzePnIWW2j7zxXi4C20XYPY0pe31LYHb1mfo9724K28LY9tvK6PQ7bS1sU4eGtf3lpbRfbY6hCvs9hGWx2Sx5ae6+PQbbVFFtt49jjElz02P2Q7bRHh6zbPYjttfmgevT3Xx2Hbq1eEt/U6bDv1OtSXPTY7tI/XHr5us1g+rI82y6KvNj0soo828eWoN/HlxrHxYf0Uscnovp49RvdTT4+NR/f37OHre/hyT1/ucVh/9YhciO6jByiix+F57u55I4/uo2u00eEenrt5RB25m7dFdK3L3Q4fqK7FOGKgukQcPkhd6mJDzxGxvOERg7ThEYMbxAa+XIodtP4RDWM9X46I9vWO3EHrHbGj1juyFOt6va63ZXHkJ/WJIzwi18U6ntc58lP6hMc6R31SUa9z1KeUxZGf1tpHefi6tSO87uxtnSPXRbXnzImuuwAAEABJREFU6qN2UmeP6qM/raizOHonr3dWp6MidvIcsbPW8uW1jv6M8vDlo3dWVd1y5Kqjd8mWU22+bL4+j10kX9Yxu8o8dIwve9Rm9a6+blfVHr2bYjmP3bTymIaxwpdXjNldKz0iRyw/ZnetqIvlx+yh5b4ujz20bEzDWOrLS8fuqWUeS8fsqaizHLXHkjF7acnYUiz2uhR7a9HYPBbX5VhefOwQRSw5bh8tPm5fLTlhPy09YaiWf36YVnzhAK0cd4DMTGk8YmbZslmexaPdCpjl/w3NSjn/7yyNKzPuPM7HhxFj91msY/ddlI03x+wTOWKxYox5jC9HPtqfU4yjfAx5tMdRvo2II2OM6XHkPj7G9LHmET6WPLIuRx1xuLcd7uPLw338GHm0jxdHe53Hch1WN748zNvzWKHIh/ryoY3GkbHc8nhyZd24MR9T5uNIeZvUZBy5v+rHkKNi7Ogxqm4seZCPGSPSuHGEjwlHeowYVqWIGCNGW4wZszysU/1YseGYsbp+vDhseF5n48Nh+Xhx2PDOPj5MsXZWZ+NEHzcObRT7+RiwPmIs6LGfj/32jfB1efbxYDY+9OztaVyYjQl97DckGxOu62PE9erHhTEm3NvHicVxYRob7uljvjzW156F8eDu3h7jwt1j/Hfghtotskd99rHfbj7O29Xbds1yFx/vRXTNs4/5PuOxi8dnfFz3mRFd9ZmoY8wX4W0710WM83b2Md1OvrxTNtbbyMd+3cuO9z4d474sevi4L49P+piv6Tivp4/zPHxMF+O8HSNnsXHdeG8TDfbx22Af7+WxiQb5cooY1w3ycVvk4riuJsZ0HgN87FZ2TOdjuP51Y7h+XvfzOo/e6ls3nuvr47Y8NlfkPr4c47gs6sZsfXwMt31dneX6sduW2XhtO1/e1mM7H79tm0U+Zts2jdl8rJaN3Tzn47attbWPz7auG6tFvZUvb+VjtBQxVtvCl7f0cdkWh26jLLJ6W20eYzSvN68bo/X2cdjmHpEjYmzW28dfvbytV934bDNf3szHZ1lkY7A+PiYrxSZZW18fnzWMjX2ctrGPu7LIxl79VByP9cza0lhsQN2YbEA+Dqsbj3X3MVjjcdhGDcZhA9UtG4MNVIy/uvmYq6uPs7rEWMzrGGtFNDfu2sDHXDEO28DHVhHr+/IGXq/vsV4xfGyVxlrr+jgqG2t5W9TlxlnZGMufl42tsjHWp8uOr9b2MVXn+tgpH1v5cnWMqSJ8DNUpi518XLWzOvkYai2PlNfy8VKKKh8v5WOpzygfS+3i46tdsjrGT+XGUbU+RiqOo2IMFW2RV/i6GDOlWD5mN8X4KQ8fO2Xjp4ZjphhDLa0bNy3Nxk0+PvKx0lKPJRE+RlpSN25a7PViHxvlsZePl/ZS1Pk4aR8tPnYfLYkx0vH7aemJQ7XsxP2zcdLKcQdKg7fOxkXRf0aYWbYcgwMzi0QgsMoEzErHnJllx6JZ0xzHakTctLcYjW/oW7Ntlb45vlab9Yh/Di2ZJDOrC2ncef/Qrfe+Kx4IIIAAAgh8MAGetaYIvP3TR/TXYy7zPt0/kUVYXnupzbtprcuPVfUOWynGCcXxQbGOdTGeiDCL1zeM2JSZRcrCrFRnDcwQQAABBBBAoE0E4iTltOGoy0U6uTmd6Bz59w+8ousu/L2WL12pGBhkXXfWfZvizzdmDVOfnXqKR+UL9N5lc4353+P8v7tkZjHzLMnLFUuW6/6z5+qv9/w5O2E+jqU4fiJHlDveok11j2Jd10RCAIGKFGCnEEBgTRT48Y9/rBEjRuimm25q9uOdd955+tWvfqX+/fs3+xxWIIAAAggggAACCCCAAAK5AHMEEEAAAQQQQAABBBBAAAEEEKh8AfYQAQQQQAABBBBAAAEE1hSBqVOnNvkoG264YXbTsSYraEAAAQQ+lABPRgABBBBAoGMKnHLKKZo5c6Y6d+78sQCWLVum22677WNto/GL07m4xRx1ijiftxhxnm/EDde8pP+d/WqcDuxhvlmPfFK/mg31n9/5lDbsWu3tTAgggMCaIVDz9eEadO4ImeVfVnnyWqaXfvJb/emCX5a9pkF8B6bvxJRjj6Iu5qgJBD6uwNKlS/Wf//mfGjJkiL797W+3uLnBgwdrxowZmjNnjoYOHdric1f9St4RgdYTMIvvasmslM0sWzaz7D4mcW3CoTtKX6i7r9qJ+y9Tw/uqLdbYuvtb5PezWKRSXlx3/7QldXmx4t4WR+27REftu1hHZnmJsntZ7ON536U6Iov8PmlH7LtM6X4Wh++3TKPrlkfv2/h+Fit02H55HOo53R/tkKg94l4WB8f90bJ7oq3UwUNr6yO//1mtIn/W2/MsjfIf/c/u7zkL06j9PYZW6aChpoO8Psjrkdn9K0yRR3g9cthaGlGMuNeZR7TFPSwOGNap/v4Vw70+YHh1/X0rhg+LunPh/madld/bLM9Dh0deW0Mb3K9inbr7ma2d5X2ze1Wso32ze1J4jntURGT3LPuE0n0q8rye9s7uU+H5gPUU96WIe1REjvtSpNjzwPUV9Z7ZvSji/hQbZPcqq783hbdn96cYsWHhXmVdlO5Lkee4J0WX/J5kI7oo7keR4jMju2qXEd30GY+4F8VnRnZT5Ow+FMX7URy0Uf39KHYa2V2f9vjUQZ4P6qHIn/Q6uweFL2f3oYh8UM/8/hN1eYdRvjxqY0Ue7PVgrxvGJhpUuP/EoM9u6subamB2T7FNVDNqU9V4W82ozerqzeruJ9Yrz5+L3Ev9PfeLKNx3ol+D+05srr6f8zjYw3N2n4mDt9D2XucRtYe3bZfFlnX3m8jztgdvqey+EllO9Vbapsx9JtK9JuK+ElsesrXy2Mazx6HbaotDt9EWh0T2KNxfoveh26lJHLa94h4TvQ71nEUfbRb3lvD2zbL7SPTRpof19Ygc0bfRfSX6Kb+fRN8sp3tI9Dysn1Ld8N5eA7L7SXQ/vCbLG2X3k6hRdg+J0QO0kben+0d0O3ygIuI+El0PH6SIuI9E3D8iIruHRNy3y9fFPSNSbFB3z4j8vhGDtf4RO2QR949YP7tP1w5l7tP1Sa2b3Z9rR33iyE9msU4h19834shPa+24H1eWP63OR5WiOqt3UuSm94vYWXHfiLXq7w+xs6qO3jm7F1eVt5Vil+z+EOl+EUr318rutbWLdPSuqo3w9nL32Yp7Q6T7ay0fs3t2b63s/hBj4v4Qu2u557gnxLIxeyoiuydEdl+IPRX3gVjq7S3dFyK/F8TeWnzsEC3K7gexj5Ycv29236x0P4i4b5Z26Zv1NWZW3/eY5bX8YWY+V7ZOPBBAAAEEEOhwAuwwAggg0L4Eqlrj45pZ/S8AZnltZtkvDvGXVIfsXqX/+Lz0byes1CXHL9fFxy3TRccu0/ljltTHeccs1jeyWKLJRy/O4lzP9XHMEk1qFOccs1TFONuXzz5mmVKc5fVZY5Ypz8t15piG8XVf/vqYFUpxhtf1MXalvjbGI3JdfHVsrYpxui+fPlZKMdHr+jjWdFqjmODLE46tUopTva6P49bSKcd6RK6L8cd1UjG+4stfOa5aKU72uj6O76wvN4ov+fKXjl9bKb7odSnW0RePX0fjTvBI2esvnPAJFePzJ6yrYpzky1mcuJ5O8jixUZxw4voqxvG+nMcGOv7EDXTcSR4pn7Shjm0UY3157EldlGKM11l8vqvGnNRVx3guxtGf76ZiHOXLeWykoz6/kY5M8QWvPY74Qnc1jsO/0EPFGO3Lo7/QU1mM66nDGsTGOnRcwzjElw8Zt4lSHOz1wV/cRHlsqs99sWF89oubqRijfHnUF3spiy/10kFeHxQ5i94a+aWGMcKXR3xpc6U40OsDv7y58ryFDvhywxj+5S1VjGG+POzLWynF/l7vf/JWymNrDT25Yezny/udvI1S7Ot1fXxlW+3TKIb48pCvbKcUe3u991e2V4q9vN5r/PbKo4/2HN8w9vDlPcb3VYrdva6PU/ppt/Eeketi11P6qxi7+PIupwxQis94/ZlTByjPNdr51Iaxky/vdOpApfi016UYpE+d6jGhFJ/0+pMTBivFjl7vOGEHpdjB6x1O20F53lGDT2sYg3x50GmfVIqBXpfiU6o5zWNiKQZ4PWDip5Wiv9f9J+6kFP28ro/Td1bfiR6R66KP5z6nf0Yptve6FLto+9N30XZf9ajL23q97Vd3VTG2+epuKsbWvpzF13bX1l/dXVt5LsaWX9tDxdjCl/PYU1t8bU9tfoZHyl73PmMvNYy91euMhrGZL292xhBl8fUh2rRB7KNNvt4wNvbljb++r1L09Lrnmfsqz/upx5nFGKruZzaMjXx5ozP3VxZn7a9uDWKYup7VMLr4cpezhivFhl5vePZw5fkAbXB2MQ7U+mc3jPV8eb2zRyiLc0ZoXa/XjZzFSH3inIaxji+vc85BSrG21/UxaZQ6N4jPqnpSw+jky50mfU4p1vJ6rXM/pzwOVtW5DcN82c49RCnkdX1MPlS1DeIwrZzcMFb48orJo5ViudfLvzFaeT5cy77RMJb68tJvHKEUS7yuj/OO1OJvHKkl5x9VF0dryQXHZLH0wjFadtFYLbv4WC2/5Hit/LcTJB+AVB2+l2I8EmFmMstD/jAr1b7I1A4EzEr/zcws+8Rmlv13jf/Gn911Lf37SbVNxp0XjF1aP+78ho8pU9SPNWPc6e3F8ea/HGfGODOL5Q3GmWlsGbl+bBnjzLox5dfq8r8cVx4rTfQ4zceQKcqPJ9fSqcd61I0hT/E8PotOGu/jx4iveP6Kjx1TnOz1yT5WjCiOIb/kbV/yMWOKfOy4TjZu/KKPFbOxo+cvNBkzfqLpmNHHiSedsJ6K48UTvK3pWHGDRuPEDVscI445qYuPCz1iXNhgfNitwbjw6MK4MBsT+lgwz93LjAe7148HR2djwR4aHWNAHxMeFjmLjXWoj/uKcYgvHxJjv4gY/2V5U7U0/huVjf0206gY67Uw7iuO+fJxXvnxXtNx3pYa9uWIrdTSOC+N7SLXj+1inOdjuX0KMcTHcinycd122tvHcxF7ed6rzLiu+fFcP+1eN4bbrS5/oHGcj+WKY7idyo7fBunTpw7Sp3ysluKTXn/Sx2opdvQ6jdki71A/btuxwZhtUNnx2qc0MI3T6nIan6Xcv9w4zcdiH2x8tkujcVnD8di2Pj7bJot8XLZ1YTy2VaPx2Acbh+3VaPy1V4PxVz722lubxZjLx2Clsdc+DcZd+Zhrn2zMlY+z9v2X462NsnHWUB9nReyvbj7m6lY/1hqm4jirS2GMlY2rYowV0WBsdUCDsVU+rjowH1fFmCoiG1ON0Lo+hvpEIdbxMVSK+rGUt63dYCw1qsFYqlML46jiGMqaHT8dKhXGTiu9XuljpRQrvE5jpsjL07jJx0fLCrHU6zRWirwkGy8dqaXnpTFSXb7gaMUYKSLGScsvOU4rvnlCabjeinIAABAASURBVJxUVZX1oWZ5X2qW56yDbTQzs0YtLCLQugJmlh2Pxa2a5W1mpRxjvoh0897IxUg3+K3ZtkqXjK/VZt1XqtY3Gv+4OY9YkMZ94++69d53fYEJAQQQQACBfyHA6jVC4J8/fUR/OfpS/yy1qs069yjzurZ3N6112VitNXhLxbggjQeiTlEcP0RtVhpfmOW1b7HBeMTMoolAAAEEEEAAgTYWiN/X01tEXS7iZOaIuJBDyr9/4BXNvOD3WrrEf/ePAYKHT8r+IsBn516/v/rs1DNtmtwBBHrvsrmOvvlYHy/mA8bS8SAtX7xc9591p/56z5/LnjBf7riLtsRWrFMbGQEEKkyA3UEAgTVKYNGiRTrrrLN0zDHH6M9//nPZzzZgwAD99Kc/1Te/+c2y62lEAAEEEEAAAQQQQAABBJoI0IAAAggggAACCCCAAAIIIIAAApUvwB4igAACCCCAAAIIIIDAGiHwwx/+UHfddVeTzzJx4kQNHDiwSTsNCCCAwIcS4MkIIIAAAgh0YIHjjz9enTt3/tgCt99++8feRtpAOge3mKNOEeeGFyPOF4+Yfc0/dPPsV5SfFaz684Ojoc+ADfSf0z+lDbtUp7chI4AAAmuMQM2ZB2jgpAOz763suy6+uOriHz9+Qn+64Jdlr2kQ34XZ82vjull5xE5FWzFHTSDwUQVmzZqlvffeW5MmTdLChQub3UyXLl307//+73rkkUd0wgknNPu81bqCN0egjQTMrH7LZpZdezCuTRjxH5+X/v3EWn3zhBXZfdUuPm65Wr6/xRJNOtqjcH+L5u5tcVa6f9qYxve0WN70nml197H4V/ezaO7+aBOOrWp0X7S1svtYnHLcWsqjdP+K8WXvX1GtpvevWLvMvc/W0bhm7nf2+RM+UX/fipMK9zlreM+K9ZXuWXF8dm+zDVq8X0W6j1nkMeleFQ3uU9G1wX0q8nuXddNRLdy37PAvdP+X96cod1+K+ntTlLkvRXP3Iyvdh6xXmfuQbZ7dg6x4P4rivceGf3kLNb0fxVbN3odiv3L3GYt7T5y8beEeY9uVv69Y3Hei7v4Te47v0+CeYnuM75vdS6z+HmK+XLzvxK6n9Ct7/7D8fmFN7xvW3P0mGt4nbLBavs/Ejg3uMTH4tE9qUF0M9JzHpzRw4qfq7weW7iuRcrq/RP29v+I+YHF/iUL0Of0zje77tYu2q7vP13Zf9fqruzZ7n6+t454ScV+vBveT2KPMfb32zO/pVXc/r4b38dpLvc6I2Nvz3mpwH4m4l0RdFO/dld9DYt/SPSSy+3bt1+B+XcV7deX3j9hfG7V434jhTe/L9S/vGTEiu2dE8T5cn2hwr4iRTe+99QHvE7FWM/fZsnPL3V+r4b210n0hIq/I7g1xmBreF2J0g3tpLS3cF2JJdk+II7Q07ptVd1+IpRccrbh3VtwPYvnFx2b3zYr7QdT++4mSdzDRz6QwswZ9Uf0CBQIIIIAAAh1RgH1GAAEE2plA1cf9vGZNfyEwM8UvDGZ5jjoi3WQjbrxRLqqrq0VgwDHAMcAxwDHAMcAx8K+OgRhHxHMil4s05ojxRwozy/4nmuoeZlZXqUG7eKyxAmZN/5uZWfbfL/47m1k2Bo3//rEcudzxEW3p+In8UYPX8V3FMcAxwDHAMbCmHQOpj0ufK5aLEX1jMaK/jDDL+1AzUzzMLOtfoyYQWNUCZpa9pVkpm1l2TJrlOY7biDieI0ekYz3aoo5cs22VLjlF6tWjNnu9z2Sx9brZF7/xD/3qvnejhUAAAQQQQKBZAVasfoG3fzZPLx5zmcyyTtyzf6a8lDbvpk6Xj9Vag7dU9P9pHBB1ihgrRB05wsx8Gw3Dt5i1RY4ws0gEAggggAACCLSxQDoROd4m6sYRJzCniAs5RB359w+8opkXPqVlS1cqem0zk1mEb8mkydcPU9+de/oCU0cT2HzXLXTM/x4niz/me5+Fycy0YskKPXD2XL14z58/8AnzcUz6VrKpWGcNzBBAoKIE2BkEEFhzBB5++GGNGjVKl112WbMfKi5W9tBDD+mQQw5p9jmsQAABBBBAAAEEEEAAAQQaC7CMAAIIIIAAAggggAACCCCAAAKVL8AeIoAAAggggAACCCCAwOoXWLJkiaZOndrkg2y77baaMGFCk3YaEEAAgQ8rwPMRQAABBBDoyALbbbed3n3341837bbbbmsVxnTubTFHnSLODS9GnCceMfual/S/s1+TZX/qPoqZF6a+NRvqW9/5lDbsWu3LTAgggMCaKVBz5gEadO5ImZms/iOa16aXfvyEnrnw1vprGhS/B6NO35Epx8ujLuaoCQQ+jMC9996r0aNH67jjjtO8efNafOn48eP16KOPavLkyfrEJz7R4nNX50reG4HWEDCzspsxM5nlka5NGDkirlkYEdc0TBHX+o46MsE16TkGOAY4BjgGWjoGor9IEf1JRPQvKczy/scsz+U6KjMr10wbAggggAACFSnATiGAAALtTaDqo35gs/IDfTNr8BdV6ZeH+GUiIv2CETl+GUk56ojGy6kt2olOwgADjgGOAY4BjoGOeAzEeKClCJNYHzlFjDsi0likmM2s7BDIrHx72SfTuNoFzCwbdxb/20Yd/93jOEg56nR8RI5IbVGniLYPEYzLOvF9zPHCMcAxwDGwJhwDqR9LOT5T1MUcdTGij0x9ZuQIM8v6drM8x4JZqY5lAoFVJWCWH3tmpWxm2djPLM9x3EbE8Vwu4piP9pptq3Tx+Fpt2n2lVFur2tiJ+lmtxk3+u35138c/mSU2SyCAAAIIVKQAO7WaBd7+2Tz95ehLsz68dJKSf6joz3t3U9WlY7TW4C0V/X7q/6NuHDFuiDDLxxJmpexby8YZkSPMLBKBAAIIIIAAAm0skPr2eJuoI4p1OnE5clzIIeUnH3hFMy74vZYuWeG/62eT/8rvv/PH7/0+Rph83f7qu3PP2BTRQQU233ULHXXzsX5cOIAfE1HE8RXl8sXLdd9Zd+iv97xQf8J8Or7iOXGcRY7wV/tL82Mr6ojUHjWBAAIVJcDOIIDAGiIwffp0HXDAAbr77rvLfqJ1111XV199tWbOnKkuXbqUfQ6NCCCAAAIIIIAAAggggEAzAjQjgAACCCCAAAIIIIAAAggggEDlC7CHCCCAAAIIIIAAAgggsAYIXHnllZo/f36TTzJx4kRtsskmTdppQAABBD6kAE9HAAEEEECgwwp8+tOf1oIFC1pl/5955hk99dRTH2tb6ZzbYo46RZyzW4w4nzfihmtf0v/OftXfu1b5Hy+zqVZ9B2ygb33nk9qwS3XWwgwBBBBYkwVqzjxANZNG+HdZo09ZK/3jf36jZy74ZXZNg/juiyh+J6bvypRjC1EXc9QEAv9K4Pnnn9eECRO077776pZbbmnx6aNGjdJdd92lOJe3T58+LT53DVjJR0CgTQTMLLvmoFnDHNcojIjrF6YcdVzbMEXj633HcjHS88hcs55jgGOAY6Byj4Hi937U8d865aiLEf1IMaJ/MTOlbNawLxIPBBBAAAEEOqYAe40AAgi0O4Gq1vrEZg1/KTDLl+OXhuIvE1EXf9lIv4QUc6rT82KZqBYGGHAMcAxwDHAMdNRjII0JIieDVBdz1DHWaBwxHjHLxyZmDXNrjYXYTtsJmFn9xs2s7P8cNbPsL6uL/+3T8RA5Io6dyBFRp4jliLT8wTLfRzhxDHAMcAxwDKwZx0D0YRHF/x5pOXIxiv1k1DFGijBr2r+KBwJriIBZ0+PTLG+L4zciHc+RixHHfyzXbFulb54ibdZTPpaUZPKHz3w7XuiLk/+uX933bpQEAggggAACjQRYXJ0C//zZPP3lmMuyj+A9t8xM2R/zps27qeqyMareYStFf5/6/cZ1LMd4IcLMZNYwfEtZW+QIM4tEIIAAAggggEAbC6QTj+Ntoo4o1rEcEScwpxOZIz/5wCuaeeFTWra0VuZ/6iaZmXymb1y/v/ru7H8BIB4dXWDzXbfQMf97nOSHhvwRKcXKJSv0wFlz9eI9L2QnzBePszjuiuEvVVqOOiKWIxMIIFBJAuwLAgisboG///3v+sIXvqBTTz1V77zzTtmPM2TIkOzCInEB4LJPoBEBBBBAAAEEEEAAAQQQaFGAlQgggAACCCCAAAIIIIAAAgggUPkC7CECCCCAAAIIIIAAAgisboG//e1vmjp1apOPscsuu2T/RrDJChoQQACBDy3ACxBAAAEEEOiYAvvtt5+eeOKJVt3522+//SNvL51rW8xRp4hzd4sR54lH3HDtS7p59qvKz/81mXlIMkn9Bmyob33nk9qwS7UvMSGAAALtQ6DmzAM06NyR/mHjm8xTTNl3m+mlHz+hZy78ZZNrGqTvx9ra2vprGUQdL22co41AoJzA0qVL9f/+3//TPvvso2nTppV7Sn3b4MGDNWPGDM2ZM0cxpqhfsUYXfDgEWl/ArPBd7Zs3s+y+FnGNwmLEtQvjuoYRxTqW4/rfKUcdEcsRURNrxvXa+e/AfweOAY6BtjoG4vs+orj9tBw5RbH/KPYxUZvl/Y9Z035JPBBAAAEEEOhwAuwwAggg0P4EqlrjI5vlvxCYmcxKUfylIer45SJF+oWjmOOXk7QcNcEvxBwDHAMcAxwDHAMcA42PgeJYIdWNcxpvxPgjwsyy/4lmVhqnmJniYZbnqIn2I2BmTcad8d86RToGGh8bsZyOqagj0vKHytX8bOLFMcAxwDHAMbBmHQPRp6WI/zZRpxx19I0pR536TDNrME5S3cPM6iplfa54ILCKBcxKx2B6azPLjkezUk7HcjquIxcjjvuIAdtW6ZLxtdq0e63kU8zq/4Gzv8G4cxfq/+571ysmBBBAAAEECgKUq03g7Z8/qr8cfWl2glJ8iOi+o+/Oolc3dbp8rKp32ErR70dfH7lcxFjBrDR2MCvVsV0zi5SFWanOGpghgAACCCCAQJsIRH+eNhx1iuJJyqmOCzlEHfnJB17RjAuf0rIlK/3l2ejAc/yG71Fbq29cN1R9d+6ZtTFDIAR677qFjr75uCjzvw7yKh05K5Ys1/1n3akX73mh7AnzcVzGsRcRdQrfRDbFclYwQwCByhBgLxBAYLUK3HrrrRo5cqSuueaaZj/HGWecoXvvvVe77rprs89hBQIIIIAAAggggAACCCDQogArEUAAAQQQQAABBBBAAAEEEECg8gXYQwQQQAABBBBAAAEEEFjtAldddZX+8Y9/NPkcEydOVJwL2mQFDQgggMCHFeD5CCCAAAIIdECBww47TPfcc0+r7/ltt932kbaZzrEt5qhTxLm5xYjzxCNmX/uSbpr1qmrTyb6q9drDP0WfARvoW9/5pDbsUu1LTAgggED7Ehhw5gEaeO4I/9DxnebhX3TpO/GlG36jZy+8tew1DeK7srbw3Kh9I9l3YzFHTSBQFJg1a5b23ntvnXvuuVq4cGFxVYO6S5cu+vdd0me/AAAQAElEQVR//3fNmzdPJ5xwQoN1a/wCHxCBVhQwswZbM7MWr21cvJ5h/L124yhe7zvWxTKxZl2nnf8e/PfgGOAYaOtjIL7/U8R7RZ1y1BHF/iTquDZuhFnTfqjYUZlZcZEaAQQQQACByhZg7xBAAIF2KFD1cT6zWWnAb1aqY5tmlv2lVfziEJF+kYhcjPiFg+iU/YNUHHDgGOAY4BjgGOAY+OjHQHF8EXVx/BG1WT42iXFKCjNLZTZuqV+gWOMEzEr/rYofzsyy/3Zmlt28OP5bF//7R52iNX++2NZH/1nFDjuOAY4BjoG2PQaK/5M3+sCidyxHRH8ZYZb3n2al/tTMVHyYNVwurqNGoK0FzCwb68X7mFmkbNnMGuQ4niPi+G4u4mdhwLZVuuQUabOecfaHb0OWb9PnvkmNm7xQ/3ffu77EhAACCCCAQC7AfPUI/PPnj+rPR1/qb27eW5tnefaIsnc3VV8xVmsN2kLR70cfH7kYaVwQOYWZyawU8oeZ+TyfzEp13sIcAQQQQAABBNpCIJ1wHNuOulzEScoRcSGHlJ984BXNuPApLV+yUvJu22KWRbao82btr7479xQPBBoL9N51Cx39v8fLzLJVMTeZ16aVS1bogbPu1Iv3vFD2hPlyx2e0+YuzqVhnDcwQQKDdCvDBEUBg9Ql885vf1KhRozR//vyyH2KrrbbS7Nmzdfnll5ddTyMCCCCAAAIIIIAAAggg8EEFeB4CCCCAAAIIIIAAAggggAACCFS+AHuIAAIIIIAAAggggAACq1fgiSee0NSpU5t8iPh3gscee2yTdhoQQACBjyLAaxBAAAEEEOhoAieddJJ++tOftslu33777Vq0aNGH2nY6t7aYo04R54YXI84Xj5h97Uu6efZrUpzvm5/mK8myP/1qNtC3pn9SG3apFg8EEECgvQoMOPMADTz3oOx7LfuqM8ksm+kfNzyuZy+8tf6aBsXvyahra2tVDPkjlj1l7ZEJBELg3nvv1ejRo3Xcccdp3rx50dRsjB8/Xo8++qgmT56sddZZp9nnrakr+FwItJWAmX83+8bNLPueNrP6e1ukaxbGNQ2jjhwR1zpsHMXrfzdex3LbXnsdX3w5BjgG1qRjoLn+IPqPYkS/UgyzUj8kf5iZz5kQQAABBBDoeALsMQIIINAeBao+7oc2a/gLgJm1+BdVxV8u4heiWI4cUaxjmeCXZo4BjgGOAY4BjgGOgeaOgeK4IdWRi1H8S8yozUrjlOIYyMyKi9RrqIBZ/t/JrJTNLBt7xn/fYhSPg6jjOEq5cR3LHzLE8/lu4hjgGOAY4BhYU4+B6O8i0ueLOkWxr0y1Wd6XmuU5hgFmFolAYI0RMMuPSbNSNrNsHGiW53RMp+O9uTxg2ypd9JVabdp9pe9frYcU89qY+dK4cxfq/+57xysmBBBAAAEEBMFqEPjnzx/Vn4+6NO+gvZeu9YiPEV11ba+uWuvyMVpr0BaKvj7GvJHLRRobmOVjBbNSju2ZWaQszEp11sAMAQQQQAABBNpEIJ1gHBuPulzEyckRcSGHlJ984BXNuPAPWrZkZT4y8IFBPkbICk2+bj/13alnbJZAoKxA71230JE35RcL9KPGj6O6uacVS1bogbPu1It3v1B/wnw6/uIYLHecRlt6o2Kd2sgIINDuBPjACCCwGgT+8Ic/6JBDDtEFF1zQ7Lsffvjhuu+++zRmzJhmn8MKBBBAAAEEEEAAAQQQQOADCvA0BBBAAAEEEEAAAQQQQAABBBCofAH2EAEEEEAAAQQQQAABBFazwNVXX61ly5Y1+RQTJ05s0kYDAggg8BEFeBkCCCCAAAIdSuD000/XjBkz2myf4xzZ22677QNvP54fTy7mqFPEebnFiPN1I26Y8bJumv2a4nk+y68pU5ttSX0HrK9vTfukunStjgYCAQQQaNcCA848QDWTRmTfc/E1l13fMgrfq5dueFzPXDAnu6ZBfDcWvy+jju/IYvhL/Cszf3G0xzLRcQWef/55TZgwQfvuu69uueWWFiFGjRqlu+66S9OnT1efPn1afO4avJKPhkCrC5iVrjVoltdmVva6xnENw3LXNozrHkakdVETXKOeY4BjgGOgYx8DxT4h1cUcfUoxzBr2PdHhmVmkLMxKddbADAEEEEAAgcoWYO8QQACBdilQ1Zqf2iz/JcDMGvxFlVm+XPyFIn7ZiOXIEcU6lom1spuX4IADxwDHAMcAxwDHQPPHQHH8kOrIKczyMYhZwxzjHzOLRLRTAbP8v5+Zfehx58f/mWr+mGTb2HAMcAxwDHAMrKnHQIyP4rNFLoZZqS+NYYGZRcrCrFRnDcwQWI0CZvnxaFbKZtZgLJiO7TjWixH/ECaWU67Zbi1dfIq0aY/8HzWb75eZKftj0hcn/1233/+utzIhgAACCHRsAfZ+VQu8/YvH9OejL5N3y5L3yTEzywqpV1d1unysqgdvmf3/s9SvRx/fONKYwMxk1jDkDzPzeT6Zleq8hTkCCCCAAAIItIVA8YTiqMtFnJQckU5WjvzkA69o5kV/1LIlK/N+PT5c1n3HzPSN64eq384bRyuBQIsCm++2pY68+TjlR07dU2PByxVLluvX58zVi/e8kJ0wXzwOoy53vEabvzSbinXWwAwBBNqZAB8XAQRWtcB1112nAw44QD//+c+bfespU6bopptu0pZbbtnsc1iBAAIIIIAAAggggAACCHxwAZ6JAAIIIIAAAggggAACCCCAAAKVL8AeIoAAAggggAACCCCAwOoUuP3228vemPTEE0/M/s3g6vxsvDcCCFSSAPuCAAIIIIBAxxG48MILNXXq1Dbf4RjLf5A3SefSFnPUKeJ83GLEeeIRN8x4WTfOejU/vzeu8eLhk6KhX82G+tb0T6pL12rxQAABBCpFYMBZB6rm3JH+NWdK33eS+WR6+X+e0LMX/DK7pkF8R0asXLlSKdJ3asryR9SelHLURMcRWLJkif7f//t/2meffTRt2rQWd3zw4MGaOXOm5syZo/3226/F5675K/mECLS9gJl/N/vbmJnMSpGuYRi58fUNWea68xwDHAMcAxwDH/YYiP4khVmpvzEz74WU9UHigQACCCCAQIcVYMcRQACB9ilQ1Rof2yz/pSC2ZZbXZpb9kmCW5/hlwswUOUX8UlKsY5lYK7txCQ44cAxwDHAMcAxwDHywY6A4lkh1ZLN83GGWj0XM8ix/mJnPmdqjgFnpv51ZXpuVspll402zPMexEBE/T5FTxPJHjrU+2LHJ9nHiGOAY4BjgGFidx0Cxz0t1MZtZg7+3kT/MzOf5ZFaq8xbmCKx+AbP8uDQrZTNrcCyn47zxz1+6SXDKNdutpYvGS5t0r1Wt71r8o+Y8YkH6wqS/6fb73/UFJgQQQACBDivAjq9SgX/+4jEtOPJbUq33zVnnHG8ftUevrqq+YqyqB2+Z/T+01J+nXOz3Yyxg1nB8YJYvxxbNLFIWZqU6a2CGAAIIIIAAAm0iEL9vpw1HXS7SCcnpBOXI8x94RTMu+oOWLlnhL/cxQYwTvMp+kffZ5Ov2U7+de0YLgcAHEth8ty11xM3H+dFT9/QYd0bpefmiZfr1WXfqxbsXZCfMxzEZx2HkiHLHbbTFyyOKdSwTCCDQjgT4qAggsMoE3nnnHX31q1/VCSecoIULF5Z935122kl33HGHJk2aVHY9jQgggAACCCCAAAIIIIDARxLgRQgggAACCCCAAAIIIIAAAgggUPkC7CECCCCAAAIIIIAAAgisVoGrr766yftXV1frtNNOa9JOAwIIIPCRBXghAggggAACHUjgkksuWSV7e9ttt/3L90nn0BZz1CniPNxixPm5EbNnvKyfzHpVcWJvrb9LPD9dV6bvgA30rWk7qkvXal/DhAACCFSWwICzDtSASSP8K8+//Wo9/Isw+w70/NL/PK5nL/xl2WsaxHdpPK8YIRPLxRw1UfkC119/vYYMGaJzzz232XNyQ6FLly76j//4D82bN0/HH398NLX/YA8QaCMBs4bXHTTLl80su65xuoZh5JaieN1D6rWya0PigAPHAMdARz8GWuo3Yp2Z1d9DycwUD7M8Rx1h1nA52ggEEEAAAQQqWoCdQwABBNqpQFVbfG4zy/6CKrZtltdmVv+LRPxiQVRlHjjgwDHAMcAxwDHAMdD6x4BZadxhlo9F5A+zUu2L2WRmWWbWfgTMSv/NzCwbd5o1zPFzZWb14y2zUh3rPk7w2tb/mcUUU44BjgGOgbY7BsxKfaBZXps17DfN8mXVPcysriIhsOYJmOXHp1kpm1mDMWH6Tkn/8COWo043CU65Zru1dPEp0qY9arPXyyTflM+UPcad+zfdfv87Wc0MAQQQQKDjCbDHq07gn794TH8+6lLvh/POuNQfm6xXN3W+Yqw6Ddoi+wfeqR+Pvr1xRJ+fwsxfW4jYGzOLlIVZqc4amCGAAAIIIIBAmwikE4lj41GXizgJOSIu5JDy/Ade0cyL/6hlS1bGS+UDBZ9MJn/47Lzrhqr/zj19gQmBDyew+W5b6qib46RlU/2Q0Asz04oly/XgOXP14t0Lyp4wX+74jbb0CYp1aiMjgMCaL8AnRACBVSPwwAMPaOTIkSp3gd/0CU4++WQ99NBDGjZsWGoiI4AAAggggAACCCCAAAKtIsBGEEAAAQQQQAABBBBAAAEEEECg8gXYQwQQQAABBBBAAAEEEFh9ArNmzdKtt97a5ANMnDhRO+20U5N2GhBAAIGPKsDrEEAAAQQQ6CgCZrbKdnXBggWaP39+s++Xzp0t5qhTxLnhxYjzxSNmz3hZN856TeZ/6iaZmXymfjUb6NJpO6pL12rxQAABBCpVYMBZB6rm3IMU33vyR3wFSpb9efmGx/Xchb+sv6ZB8Xs06vQdm7L8EbUnpRw1UZkC99xzj0aPHq3jjz9e8+bNa3Enx48fr8cee0znnnuu1llnnRaf255W8lkRaEsBM2uwebN82cxk1jTSdQ3JbXftdGyx5RjgGKjUY8DMsnslmTXsX+QPM/N5aTJruFxaQ4UAAggggEDlCrBnCCCAQHsVqGqtD25m9X8hlbZpVmozy+v4pcksr80s+0Uj2gh+oeYY4BjgGOAY4BjgGPg4x4BZw/GFWWnZLK9V9zDLl82sroXU3gTMGv63M7P6sahZXsfxZFaqY7kVgvFrFd9VHEccAxwDHAPt7Rgwy/tDs4Y5+n8zi1QfZg2X61dQILAGCZjlx6lZKZtZg/Fg+jlNNwaO5VRHTjcPrtluLV00Xtqk+8psD2trPUV4kudxkxbqjgfejSUCAQQQQKBjCbC3q0jgn3Me1wtHXRrdbn5ykXfGPilr6NVFna4Yo06DtlCx/466cURfH2HWcExgZtmemOU5FsxKdSwTCCCAAAIIINA2AsUTh6MuF3HycURcyCHl+Q+8ohkX/UFLF6/w8YEPC/z38/rX+kf9xsz91G/nnl4xIfDRBHrvP5Y60wAAEABJREFUtqWOvPm4+uMrivwYk5YvWq5fn32nXrx7Qf0J8+n4jGM0f16tv6RhpE8S61NNRgCBdiHAh0QAgVUgcNVVV2n48OH69a9/XfbdevTooR/84Af67ne/q+pqLtxVFolGBBBAAAEEEEAAAQQQ+DgCvBYBBBBAAAEEEEAAAQQQQAABBCpfgD1EAAEEEEAAAQQQQACB1SgwderUJu/eq1cvnXbaaU3aaUAAAQQ+hgAvRQABBBBAoEMIzJgxQxMnTtRee+2lddddd5Xs82233Vb2fdI5s8UcdYo477YYcT5uxA0zX9GNs17zbdbWhbLLyMTr+g1YX5dO21FdunIOkeMwIYBAhQsMOOtA1Uwame9lfCV6FSnipRse17MX/jK7pkF8dxa/T6OO78xi+EuzaxwUc9RE5Qg899xzmjBhgvbbbz/dcsstLe7YqFGjdPfdd2v69OnafvvtW3xuO1zJR0agzQXMGl6H0Myy6xnHG5vldeNrGsYywTXpOQY4BjgGOAY+yDFglvclZg1zsZ+JOoWZpZKMAAIIIIBARxJgXxFAAIF2K1DVFp/crOEvBmZW/xdW8X5m+bIZ2QwDMwzMMDDDwAwDMwzMMDD7+AYx3ogwy7cVdQozSyW5nQuYNf1vaWbZuNPMsr0zs/pls9ao2YYZBmYYmGFghoEZBmbt3yDrMOtmZlZXkRBoPwJm+XFrZk3GfekfRBRvENypU6fsBsLRluqa7dbSRaeYNu0u34Ykk+Tby0LSuEl/0x0PvOsVEwIIIIBAxxFgT1eFwD9/+bheOPLS7K3y7te8+42QrHdXVV8xVtWDtsj67tRvRx+eIvr6qCNHmMVrG4b8YWY+zyezUp23MEcAAQQQQACBthCIE4nTdqMuF3HScUQ6GTny/Ade0YyL/6hlS+KUZe+3Y4qQycx03nX7qf/OPdOmyQh8ZIHeu22pI//3eD+ufBOmLHvyQlqxeLkePPtOvXj3guyE+eJxGnW54znaVPco1nVNJAQQWGMF+GAIINCWAi+++KKOP/54fe1rX9PixYvLvtWIESN01113ady4cWXX04gAAggggAACCCCAAAIIfHwBtoAAAggggAACCCCAAAIIIIAAApUvwB4igAACCCCAAAIIIIDA6hK4+uqrNW/evCZvHzcs3WqrrZq004AAAgh8dAFeiQACCCCAQMcQOPHEExXj7Pvvv1/vvfee5s+frxkzZuj000/X3nvvrfXWW6/VIW6//fYm20znyhZz1CnifNtixHniETfMfEU/mfWqlE7azYts3q9mQ106bUd16VotHggggEBHEeh/1oGqOfcgybIvxiyZTPJ45YbH9dyFv8yuaRDfoRHF79b0nZuy/BG1J6UcNdG+BZYsWaIpU6Zo33331bRp01rcmcGDB+u6667TnDlzsue3+OR2u5IPjsCqETCL7+KG72VmMssj1pjltRnZDAMzDMwwMMPADAOzD27QuD+J5RRm+XbSMhkBBBBAAIGOJcDeIoAAAu1XoKqtPrpZ018SzPI2s5ZzW30mtosAAggggAAClSFg1vJYwixfX9xbs6ZtxfXU7VPArPn/rmb5OrPm84fea16AAAIIIIDAGixg1nyfZ5avK/fxzZpfV+75tCGwJgiYlY5bs7w2a5rjZsAR6ebAkYuRbiZcs91aumB8rTbpXivV5pH/w+ZaX6zVF85+UXc88M6asOt8BgQQQACBVSHAe7S5wD/nPKYFR3xL3tN635tNWZ+b9b+bdVWny8eoetAWin479ddRN47o5yPMmo4DYifMLFIWZqU6a2CGAAIIIIAAAm0ikPXndVuOulykk47TCciR5z/wiq696I9aunhlNi7IRgj+K3q+qVp9Y+a+6r9zz3yROQKtINB7ty11xM3H54eaH2s+ZXVsesXi5Xrw7Dv04t0LshPm45iN4zRyRLnjOtritRHFOpYJBBBYQwX4WAgg0GYCP/vZz3TAAQfo+uuvb/Y9zjvvPP3qV79SXHCk2SexAgEEEEAAAQQQQAABBBD4uAK8HgEEEEAAAQQQQAABBBBAAAEEKl+APUQAAQQQQAABBBBAAIHVIvD6669r6tSpTd57hx120KmnntqknQYEEEDgYwnwYgQQQAABBDqoQJx3c8IJJ+iqq67Sfffdp3fffVdPPvmkZsyYodNPP11DhgzR+uuv/7F07rzzTr3zTun6aukc2WKOOkWcZ1uMOP82YvbMl/Xj619VXMJNdSftpuvK9B2wgS6btoO6dK3+WJ+VFyOAAALtUaD/WQeq/9kj/KP7t6J/Scb3aVzYIPLLsx/TcxfMKXtNg/iujecUwzfi37PZl2x9jjaifQpcd911WV8+efJkLVy4sNmd6NKli/7jP/5Djz76qI477rhmn1cRK9gJBFahgJnJzMq+o5ll68yaz2VfSCMCCCCAQIcSMGu+nzDL15UDMbNyzbQhgAACCCDQcQTYUwQQQKAdC1S19Wc3s/q/mPqg72VWeo0ZtRkGZhiYYWCGgRkGZhiYYfBRxhQf9DU8r30KmDX8ufige2HW8HVmLS+bsd4MAzMMzDAww8AMA7M1y+CD9n/peWb550/LZATao4CZNfjYZlb/d5FmeR03BY6IGwanHHWKdFPhgdt30vlfkTbtYdk2/eWeTdkfk8ad8zfd+et3vY0JAQQQQKDSBdi/thX4562/0YKjLvM3sayf9VlMMvPl3t1UfcUYVQ/aQtFXp3466sYR/XqEmb+uUfjGs+1FjjCzSAQCCCCAAAIItLFAnDic3iLqchEnGUfEhRxSfvLXr+rai5/WsiUrFb22WTZXtiDpGzP3U/+de3rFhEDrCvTebUsdfvPxMjMP37ZJ5n9ivmLxCj109p362z0vlD1hvtzxHW2qexTruiYSAgisYQJ8HAQQaBuB888/X4ceeqiefvrpsm8wYMAA/fSnP9U3v/nNsutpRAABBBBAAAEEEEAAAQRaU4BtIYAAAggggAACCCCAAAIIIIBA5QuwhwgggAACCCCAAAIIILB6BK688kotWLCgyZtPnDjxY9+AtMlGaUAAgQ4vAAACCCCAAAIIlAQGDRqkE044QVdddZXuvfdevfPOO/r973+vmTNn6qtf/aqGDBnyocfkt99+e/YG6dzYYo46RZwbXow4Xzxi9sxX9JPrX5fifF35wzxk2Z9+NRvo0m8PVpeu1dFIIIAAAh1SYMA5IzRg0kHZ96J/VeYGUXi8/D+P67kL55S9pkF856bv4JTjxVEXc9RE+xG45557NHr06Kw/nzdvXosffPz48Xr88cd17rnnau21127xuZWwkn1AYHUImPm4tRAf9DOYNXydGctmGJhhYIaBGQZmHcPgo/YZH/R1PA8BBBBAAIFKFWC/EEAAgfYsULUqP7xZx/jlyoz9NMPADAMzDMwwMMPADAOz1WOwKsc5vNeaJWDWJseczNiuGQZmGJhhYIaBGQZm7dtgzeq9+TQIfHQBM8tebFbKZtZg7BY3B45ofOPgdFPhlAf16aQLxkub9vBN1nr4FCnCS33hrL/qzgfejZJAAAEEEKhcAfasDQX+eevjev7wb0lZ51rrKSs8+5tu1kXVV4xR9aAtFH126p8b17Ec/XqEWcM+38x8Q8rGAap7mOVtdYskBBBAAAEEEGgjgXSCcGw+6nIRJxdHxIUcUn7y16/qmov+qKWLV2RjghgdxGuzAYMvfGPGvhrwmZ6xWQKBNhHYfPetNPqm41Trx1schDFKzY4/f7fli5frwbPu0N/ueaHsCfNxrJYLf2k2xbqsYIYAAmuiAJ8JAQRaWeB3v/udDjroIP3bv/1bs1s+/vjjdd999+mQQw5p9jmsQAABBBBAAAEEEEAAAQRaUYBNIYAAAggggAACCCCAAAIIIIBA5QuwhwgggAACCCCAAAIIILAaBJ5++mlNnTq1yTsPHTpU48aNa9JOAwIIIPAxBXg5AggggAACCPwLgYEDByrO27nyyit177336p133tFTTz2l6667Tl/72te0zz77aIMNNmh2K7fddpvSObHFHHWKODe8GHG+eMTsmS/rx7Ne823XyjcSp+p69kWv+g5YX5d+ewd17dY5GggEEECgQwv0P3uE+p8z0r8d6xj8azOrPL88+3E9d8Gc+msaFL9vo07fxSnH66Iu5qiJNVvgueee04QJE7TffvvplltuafHDjho1SnfffbemT5+u7bbbrsXnVtBKdgWBNULAzLLrGJqRzTAww8AMAzMMzDAw++gGa0QHx4dAAAEEEEBgzRHgkyCAAALtWqCqXX96PjwCCCCAAAIIIIAAAqtMgDdCAAEEEEAAAQQQWFMFzCz7aGalbGYN/tFc3CQ4Im4aXC7STYZrtl9LF4w3bdIj26TMU334Nsed86LufOAdb2VCAAEEEKhMAfaqrQT+eevjev6Iy+TdqRSdq8/MQ/6o6tVVna8cq+qBmyv66dQvR904oj+PMPNXNwrflMwsUhZmpTprYIYAAggggAACbSKQTgyOjUddLuKk4oi4kEPKT/76VV178dNaunilLPsjn3tkfbjpvJn7asBneooHAm0tsPnuW+mIm49XdgCq9DAvVyxepofOvkN/u+eF+hPm03Ecx3K54z3a/KXZVKyzBmYIILCGCPAxEECgNQV+9KMfafjw4frVr35VdrPrrruurr76as2cOVM9etT9D5iyz6QRAQQQQAABBBBAAAEEEGhNAbaFAAIIIIAAAggggAACCCCAAAKVL8AeIoAAAggggAACCCCAwOoQuOqqq7IbijZ+79NPP71xE8sIIIBAKwiwCQQQQAABBBD4KAI1NTU67rjjdMUVV+iee+7R22+/raeeekrXX3+9zjjjDO27777acMMNs03ffvvtWU7nxEYuRpxPW4w4zzZi9sxX9ONZr+en55rJzCO2ZFK/ARvosm/voK7dqqOFQAABBBBwgf7njNCASQd5Jf/OVP6I706PV/7ncT1/4ZzsmgbxHRtR/O4tfi9HHS9unKONWPMEFi9erClTpmR977Rp01r8gIMHD9Z1112nOXPmZM9v8ckVt5IdQgABBBBAAAEEEEAAAQQQQACByhdgDxFAAIH2LVDVvj8+nx4BBBBAAAEEEEAAgVUkwNsggAACCCCAAAIIrNECZpZ9PrNSNjOZlSJuFhzR+EbCaTndbLhm+7V0wXjTJt2l2vhTG9mjNopajTv7Rc399bvZ+zFDAAEEEKgwAXanTQT++avf6LnDL43OVNGdevfq75P1srJeXVV9xRhVD9xc0Sen/jjqFKn/jhxhVurfzfLaN5j1+5EjzCwSgQACCCCAAAJtLJBOCI63ibpcpJOK0wnGkef/+lVdc9HTWrJohb80Hxd4kQ0TYum8GftowGd6RhOBwCoR6L37Vjr8puMbvJf/TVA2fl2+aJkeOut2/e2eBdkJ83FMx3EcOaLccR9taWPFOrWREUBgNQvw9ggg0CoCb731lk455RSNGzdOr776assJSW4AABAASURBVNltDhkyRHfccYcmTpxYdj2NCCCAAAIIIIAAAggggECbCbBhBBBAAAEEEEAAAQQQQAABBBCofAH2EAEEEEAAAQQQQAABBFa5wH333afvfe97Td736KOP1sEHH9yknQYEEEDgYwuwAQQQQAABBBBoNYGamhode+yxuvzyy3X33Xfrn//8p5566in927/9m9K5sJGLEefRFiPOr42YNfNl/XjWa4qTw+NaMvWv8U/br//6uuzbO6hrt2pfYkIAAQQQKAr0P3uE+p8zMv/ezb9Aszq+R1+e/Ziev3BO2WsaxHdxPKcYsd1YLuaoiTVH4LrrrtM+++yjyZMna+HChc1+sC5dumjKlCl69NFHddxxxzX7vIpewc4hgAACCCCAAAIIIIAAAggggEDlC7CHCCCAQDsXqGrnn5+PjwACCCCAAAIIIIDAKhHgTRBAAAEEEEAAAQTWfAGz/Ea/ZqVsZtnNgM3yHDcNjogbCqccdYp00+Ga7dfSBaeYNu0Rr8v33czkG/OQxp39V8399TvigQACCCBQWQLsTesL/PNXv9Hzh1/qXWjej/pcqptV9eqmzleMUfXAzRV9ceqHo24c0W9HmJnMGob8YWY+zyezUp23MEcAAQQQQACBthBIJwLHtqOOiDoi6og4iTgiLuSQ8vxfv6prL35aS5eskLJu22RmikfMz5+xrwZ8pmcsEgisUoHeu2+lw28+wd8zjkQp5mbm2bRi8XI9fPad+ts9C8qeMB/He4TqHlFH1C1mJ92nmowAAqtfgE+AAAIfX+Cuu+7SgQceqO985zvNbuyMM87Qvffeqz322KPZ57ACAQQQQAABBBBAAAEEEGgrAbaLAAIIIIAAAggggAACCCCAAAKVL8AeIoAAAggggAACCCCAwKoXmDp1atk3Pe2008q204gAAgh8XAFejwACCCCAAAJtJxDnwQ4YMEBjx47N3iSWixHnhhcjzhePmD3zFf1k1hv+GpNiysJkZupfs4Eu+/YO6tqtWjwQQAABBMoL9D9npAZMOkj+xenhk3nIZGZ6ZfZjWnDRnLLXNIjv5OL3dNTyR+PsTUyrWeDuu+/W6NGjdcIJJ2jevHktfprx48fr8ccf16RJk7T22mu3+NxKXsm+IYAAAggggAACCCCAAAIIIIBA5QuwhwgggEB7F6hq7zvA50cAAQQQQAABBBBAYBUI8BYIIIAAAggggAAC7UTAzLJPalbKZpb9g2azPMfNgyMa31g4LaebD9dsv5bOH2/apHu2ybobtdVKPkWMO+uvmvvrd/KVzBFAAAEEKkGAfWhlgbd+9Rs9N/rS6DbzfrS2NqtjZr26qvMVx6h64OaKPjj1vylHW4rotyPM8r7crJTjI5tZpCzMSnXWwAwBBBBAAAEE2kQgnQAcG486RZwwHBHLkSPiQg4pz//1q7rmoqe1ZNEKHx/4q+N3bB8cxPOjPG/GPhrwmZ6+ggmB1SPQe/etNPrm47M3j2MyOzZjHOux/P2leuis2/W3exaUPWE+nhvHekTUKbKN+SyWPTEhgMDqF+ATIIDAxxS49NJLNXz48GYvOrLVVltp9uzZuvzyyz/mO/FyBBBAAAEEEEAAAQQQQOAjC/BCBBBAAAEEEEAAAQQQQAABBBCofAH2EAEEEEAAAQQQQAABBFaxwM0336yIxm976qmnas8992zczDICCCDQGgJsAwEEEEAAAQTaSCCd81rMUaeIc2WLEeeLR8y+7hX9z6zX4+xw/2S12fXYfO65Vn37r6/L/muwunar9nVMCCCAAAItCfQ7Z6T6e/gXan7tDX9yrX+h+qSXZz2m5y+cU/aaBvHdnL6rU/aX+jbilfF1nOdoI1a9wLPPPqsJEyZo6NChuuWWW1r8AKNGjdI999yj6dOna7vttmvxuR1gJbuIAAIIIIAAAggggAACCCCAAAKVL8AeIoAAAu1eoKrd7wE7gAACCCCAAAIIIIBAmwvwBggggAACCCCAAALtScAsv/GvWSmbmcxKETcRjkg3Fm6c4+bDETXbr6XzT6nSpj3y10qWTZHk2/vi2S/qrgffFQ8EEEAAgUoQYB9aU+Cf//eEnj/8MkV/afI/3m+aRZaqenfT2leNUfXAzRV9cPS5xRx1iuivI8xMZg1D/jAzn+eTWanOW5gjgAACCCCAQFsIxEnAabtRl4s4aTgiLuSQ8vxfv6prLv6Tli5ZKe/YY/Isf5jiz/nX7qMBn+npy0wIrF6B3rtvpcNuOt6PSykbYlrkbKYVi5br4bPu0N/uWVD2hPlyPw/RprpHsa5rIiGAwCoX4A0RQOCjCrzwwgs6+uijdfbZZyvGeOW2c/jhh2vu3LkaM2ZMudW0IYAAAggggAACCCCAAAKrSIC3QQABBBBAAAEEEEAAAQQQQACByhdgDxFAAAEEEEAAAQQQQGBVC0ydOrXJW3br1k2nnXZak3YaEEAAgdYRYCsIIIAAAggg0BYC6VzXYo46RZw3VIw4Xzxi9nWv6H+uf13mH8rq5pHMl/vVbKDLvz1YXbtV+xITAggggMAHEeh3zkhFmPk3aUwR8cXq8crsx7Tgwjn11zQofi9Hnb6zU473i7qYoyZWjcCiRYs0ZcoU7bfffpo2bVqLbzp48GBdf/31mjNnjvbZZ58Wn9txVrKnCCCAAAIIIIAAAggggAACCCBQ+QLsIQIIIND+Bara/y6wBwgggAACCCCAAAIItLEAm0cAAQQQQAABBBBotwJmln12M5NZw4ibCUekGwynnG5CnJZrtl9L5403bdzdN1VbK8XkIa/jHzp/4cy/6K4H3/GVTAgggAAC7VqAD99qAv/8vyf07GHf8i7TO8y6/jL6zAht2kWdrzhG1QN6K/ra1O+mXOybo44wa9iHm1n2Wc3yHAtmpTqWCQQQQAABBBBoG4GsP6/bdNTlIk4WjogLOaQ8/9ev6kcXP60li1f4r9NpjOAb8jJ+0T7v2iGq2aWnNzAhsGYIbL7H1jrspuP9eM0/jw9r41DNFpYvWqaHz7pdf7tnQf0J8+l4j2O+3M9FtGUv9lmx9kUmBBBY1QK8HwIIfCSBG2+8UcOHD9dPfvKTZl8fFye56aabtN122zX7HFYggAACCCCAAAIIIIAAAqtEgDdBAAEEEEAAAQQQQAABBBBAAIHKF2APEUAAAQQQQAABBBBAYJUKfO9739N9993X5D1PP/109evXr0k7DQgggECrCLARBBBAAAEEEGh1gXSOazFHnSLOky1GnD8bMeu6V3TD9a8rTg3PIp146wv9Bqyvy/9rsLp2q271z8sGEUAAgUoX6D/pIPU9e4TS93Bt6ZtWL89+VAsu/EV2TYP4Lo4ofkfXv8a/k6MOq8Y52oi2FZg5c6b23XdfTZ48WQsXLmz2zbp06aI4D/exxx7Tscce2+zzOuQKdhoBBBBAAAEEEEAAAQQQQAABBCpfgD1EAAEEKkCgqgL2gV1AAAEEEEAAAQQQQKBNBdg4AggggAACCCCAQPsTMCvdBNgsr81MZg0jbiocETcgLka6CXHKNduvpfPGmzbuYVJMHlGYWSxq3Jl/1d0PviMeCCCAAALtV4BP3joCb/3fE3p29KVS1keaZ58ixXKvrlrn6rGqrumt6HdTP5tytKWI/jnCzHxTDUP+MDOf55NZqc5bmCOAAAIIIIBAWwikE31j21GXi3SycDpxOPKTD76mH138Jy1dvFLRa5uZzCJ8Syadf+0+qtmlpy8wIbBmCfTeY2uNvvkEWfwx/2xZmMxMKxYt1yNn3a6F976QnTAfx34c75Ejyv18RJtvJZuKddbADAEEVpkAb4QAAh9OIPq3SZMm6aijjtLzzz9f9sU777yz7rjjDsXzyj6BRgQQQAABBBBAAAEEEEBgFQvwdggggAACCCCAAAIIIIAAAgggUPkC7CECCCCAAAIIIIAAAgisOoH3339fU6dObfKGffv21amnntqknQYEEECgtQTYDgIIIIAAAgi0rkA6t7WYo04R58cWI84riph93Sv6n+vfkGV/6j6TmRem/jUb6LKpg9S1W7UvMyGAAAIIfBSB/pMOUv9zDpKy71bVPUzx55XZj2nBhXPKXtMgvrPTd3jK8eKoizlqovUF7r77bo0ePVonnnii5s2b1+IbjB8/Xr/5zW+y83A7d+7c4nM74kr2GQEEEEAAAQQQQAABBBBAAAEEKl+APUQAAQQqQaCqEnaCfUAAAQQQQAABBBBAoA0F2DQCCCCAAAIIIIBAOxUwM5lZ9unNStnMsnazPMfNhSOKNxyOOt2MOOWBfTrpvPGmjTfyTdZ6qFbxD5yz0he/cOZfdM9D73rFhAACCCDQDgX4yK0g8M/bfqtnR19atyXvJ72vrJukTbtonavGqHpAbxX72ahTpP44coRZ3leblXJs3MwiZWFWqrMGZggggAACCCDQJgLx+2/acNTlIk4OjogLOaQ8/8HX9MOLn9bSxSuUxgWl10rnXzNENbv0TJsmI7DGCfTeY2sdetPx/ndA/tHiL4FqfZwb4YvLFy3Xw2fepoX3vlD2hPnSsV73mnidh780m2J9VjBDAIFVKcB7IYDAhxB47LHHdOCBB+o///M/m33VV77yFd1zzz0aNmxYs89hBQIIIIAAAggggAACCCCwigV4OwQQQAABBBBAAAEEEEAAAQQQqHwB9hABBBBAAAEEEEAAAQRWocCVV16pP/zhD03eceLEierRo0eTdhoQQACBVhJgMwgggAACCCDQigLpnNZijjpFnBtejDhfPGL29a/qhuvf8E9Sq/yPlzHV1qrfgPV12dSB6rZR52ghEEAAAQQ+hkC/SQep39kjG2whLm/gX756ZfajWnDhL8pe0yC+u9N3ecqxkaiLOWqidQSeffZZTZgwQUOHDtUtt9zS4kZHjRqVnYM7ffp0bbvtti0+twOvZNcRQAABBBBAAAEEEEAAAQQQQKDyBdhDBBBAoCIEqipiL9gJBBBAAAEEEEAAAQTaTIANI4AAAggggAACCLR3AbP8xsBmpWxmMitF3GQ4ovENiNNyp06dspsVD+zTSeedUqWNs/PQ617vQJaF6Qtf/4vueegdX2JCAAEEEGhfAnzajyvwz9t+q2dGXyrzP6qLrPb+tmqzrlrn6jGqHtA7609Tv5py9MER0e9GjjDzVzcK+cPMfJ5PZqU6b2GOAAIIIIAAAm0hkE7sjW1HXS7ipOCIuJBDyvMffE3XXPInLVm00l/q/XY+ySwK0wXXDlHNLj19HRMCa7ZA7z221mE3nyD5oSt/ZIdwZI8Vi5bpkbNu18J7F6h4/MfPQUS5n5do85dmU7HOGpghgEAbC7B5BBD4oALf/e53NXz4cM2dO7fsS+KCvT/4wQ/0ne98R+utt17Z59CIAAIIIIAAAggggAACCKweAd4VAQQQQAABBBBAAAEEEEAAAQQqX4A9RAABBBBAAAEEEEAAgVUl8Oc//1lXX311k7fbY489dOqppzZFdaUxAAAQAElEQVRppwEBBBBoPQG2hAACCCCAAAKtJZDOZS3mqFPE+bDFiPNlI2Zf/6puuP515efXmsw8JJmk/jUb6PKpg9Rto86+xIQAAggg0BoC/SYdpH5nj6zfVHzfKvvuNb06+zEtuPAXZa9pEN/h6Ts95dhI1MUcNfHRBRYtWqQpU6Zov/3207Rp01rc0ODBg3X99ddrzpw52meffVp8LisRQAABBBBAAAEEEEAAAQQQQACByhdgDxFAAIHKEKiqjN1gLxBAAAEEEEAAAQQQaCMBNosAAggggAACCCBQEQJm2T9hllkpm1m2bJbnuNlwRNx8OCLV6ebEkSMG9umkb4yv0sbdpfiHzbUulEVtNtcXzviL7nnwHW9lQgABBBBoNwJ80I8l8NZtv9WfDrs0OkbV+h8vfIqqVrbphlrn6jHqPKC3on+NvrSYo04RfW+EWd43m5VyfEAzi5SFWanOGpghgAACCCCAQJsIxO+9acNRR8Ry5BRxMnBEXMgh5fkPvqYfXfwnLX5/hT+9ti58iBCV//58wTV7q2aXnr7EhED7EOi9x9Y69KYTsg/rh3CefR5H9/L3l+qRM2/XwnsXlD1hPv2sRPaX5H+flDbiDandSyYEEGhrAbaPAAL/UuC1117Tl770JY0fP15vvfVW2eePHDlSd955p8aNG1d2PY0IIIAAAggggAACCCCAwGoV4M0RQAABBBBAAAEEEEAAAQQQQKDyBdhDBBBAAAEEEEAAAQQQWGUCV111lV599dUm7zdx4sQmbTQggAACrSrAxhBAAAEEEECgVQTSOazFHHWKODe8GHG+eMTs61/V7OteV3Y6bJxMq1qvPfxT9Ruwvi6fOkjdNqr2JSYEEEAAgdYU6HfuKPU9e6RvMr5zPfyLOH1nvzrrUb1w0Zyy1zSI7/L0vJR9I9l3dzFHTXx4gZkzZ2rffffV5MmTtXDhwmY30KVLF02ZMkWPPfaYjj322Gafx4qCACUCCCCAAAIIIIAAAggggAACCFS+AHuIAAIIVIhAVYXsB7uBAAIIIIAAAggggECbCLBRBBBAAAEEEEAAgcoTMMtvGGxmMmsYcdPhiHQj4ubywD6ddN4pVdqkh7++jsjMvPLwadyZf9G9D73ry0wIIIAAAu1BgM/40QX+efvv9Ozoy+Tdn+R9ocmkCK+rNuuqT0wdq+r+vRR9aqdOnRrkaEsR/W+EmcmsYcgfZubzfDIr1XkLcwQQQAABBBBoC4E4qTdtN+qIWI6cIk4CjogLOaQ8/8HX9KNLntGSRSu8X5fM/8Rc/jCPC2fso5pdenrFhED7Eui9x9Y69OaTZBZHsjx7KGrTikXLNO+s27Xw3gVlT5hPPzOR5Y/IEV5mU7HOGpghgECbCLBRBBBoWeC2227T8OHD9YMf/KDZJ55//vm69dZbteOOOzb7HFYggAACCCCAAAIIIIAAAqtTgPdGAAEEEEAAAQQQQAABBBBAAIHKF2APEUAAAQQQQAABBBBAYNUIPProo5o6dWqTNzvkkEN09NFHN2mnAQEEEGhNAbaFAAIIIIAAAh9fIJ27WsxRp4hzw4sR54tHzL7+Vc2+/g0pzqfNT6OVZNmfAQPW1+VTB6nbRtXigQACCCDQNgL9zh2lvmcflH3vZl/FJpllM71y/Tz9+aI5Za9pEN/p6Ts+Zfkjak9KOWrigwncddddGj16tE488UTNmzevxReNHz9ev/nNbzRp0iR17ty5xeeysiRAhQACCCCAAAIIIIAAAggggAAClS/AHiKAAAKVIlBVKTvCfiCAAAIIIIAAAggg0AYCbBIBBBBAAAEEEECgggTMrH5vzPLazLJ/0GzWMMcNiIs3JE515HTz4po+nfSN8VXauHu+2VrVeuHhU5RfOOMF3fvQO97GhAACCCCwhgvw8T6iwFu3/05/OvRb2Yk90f1F/5f6Q9usiz5x9RhV9++lYv8ZdYrU30aOMGvYH5tZ9snM8hwLZqU6lgkEEEAAAQQQaBuB4om7UaeIE34jYjlyRFzIIeX5D76mH178Jy1+f3kMDXycIM8xQvDRgk/nX7O3aj7To20+NFtFYBUI9N5jKx1y4/F+XPux7cd0/Cx45cd6rZa9v1SPnHmbFt67oOwJ8/Hc+FmJiDpF+tixnGoyAgi0iQAbRQCBFgT+/d//XSNGjNBvf/vbss8aMGCAfvazn+mSSy4pu55GBBBAAAEEEEAAAQQQQGANEeBjIIAAAggggAACCCCAAAIIIIBA5QuwhwgggAACCCCAAAIIILCKBK6++urs38o3frvTTjutcRPLCCCAQGsLsD0EEEAAAQQQ+JgC6ZzVYo46RZzrWow4Xzxi9qzXNOv6N/LfBWrjRFr/IJ7iXNp+A9bT5VMHqdtG1d7IhAACCCDQlgL9zh2lPmeNiK/f+msbZIW/6SvXz9MLF/2i7DUN4rs9fden7C/Jv9e9iDZPTP9C4JlnntGECRO0//7765Zbbmnx2aNGjdK9996r6dOna9ttt23xuaxsIkADAggggAACCCCAAAIIIIAAAghUvgB7iAACCFSMQFXF7Ak7ggACCCCAAAIIIIBAqwuwQQQQQAABBBBAAIFKEzAzmVm2W2albGZZu5kpbkCcIt2guHHu1KlTdjPjmj6d9I1T1tImPfz1MimiLsm3Ne7rf9G9D70jHggggAACa7IAn+2jCLx1++/0zGGXKvo7M4uUh7zetIs+cfUYVffvlfWXqd9M/Wmxn021mb+uUcgfZubzfDIr1XkLcwQQQAABBBBoC4HiCbtRl4s46TciLuSQ8vwHX9MPL3lGSxatlJnJ6j+ceW264Nq9NXCXnvWtFAi0V4Hee26jQ2860Y9ryQ91ZQ8v4khfsWiZ5p11mxbeu6DsCfPlfp6iLduGz4q1LzIhgECrCrAxBBAoJ/CnP/1Jo0eP1nnnnVduddZ2/PHH684779TBBx+cLTNDAAEEEEAAAQQQQAABBNZcAT4ZAggggAACCCCAAAIIIIAAAghUvgB7iAACCCCAAAIIIIAAAqtC4NZbb9WsWbOavNW4ceOyG581WUEDAggg0KoCbAwBBBBAAAEEPo5AOle1mKNOEeeGFyPOF4+YPes1zbrudZm/uZnPPXxSNPQfsIGumDpI3TaqFg8EEEAAgVUj0G/yZ9Xn7JH+NWxK38dZ4QuvXv+o/nzRnLLXNIjv+PSdn3J84qiLOWqiocD777+vKVOmaOjQoZo2bVrDlY2WBg8enP392Zw5czRkyJBGa1n8YAI8CwEEEEAAAQQQQAABBBBAAAEEKl+APUQAAQQqR6CqcnaFPUEAAQQQQAABBBBAoJUF2BwCCCCAAAIIIIBAxQqYWbZvZqVsZjIrRbohcbpZceOcbmZc06eTzv2KqcdGtb5Nj5g8VFvrU62+cMYLuvehd3wdEwIIIIDAGinAh/rQAm/d/jv96dBLvZ/zl9b1d3FyT4Q23UCfmDpGnfv3UvSdqb9MOdpSpL7WrNT/muW1bznrlyNHmFkkAgEEEEAAAQTaWCDrz+veI+pyESf7RsSFHFKe/+Br+sHFf9KS91f4q/Pfh+NXY1/wqVYXXLOXBu7S02smBCpDoPeeW+vgm05Q/XGeCs/L31umeWfepoX3Lih7wny5n6toSzLFOrWREUCgFQTYBAIINBGYPXu2hg8frltuuaXJumhYd911dfXVV2vmzJnq1atXNBEIIIAAAggggAACCCCAwJotwKdDAAEEEEAAAQQQQAABBBBAAIHKF2APEUAAAQQQQAABBBBAYJUIxL8fbPxGn/jEJ3Taaac1bmYZAQQQaH0BtogAAggggAACH1kgnaNazFGniHPDixHni0fMnvWqrr/udcWJs7X+7vH8uLBMrS/067++Lr+6Rt02qvY1TAgggAACq1Kg3+TPavuzRvhXsn8hx5eyR/Yd7V/Yr1z/iF648Bdlr2kQ3/XxvGLE547lYo6ayAXiXNr99ttPkydP1sKFC/PGMvMuXbpoypQpevzxxzV27Ngyz6DpAwvwRAQQQAABBBBAAAEEEEAAAQQQqHwB9hABBBCoIIGqCtoXdgUBBBBAAAEEEEAAgVYVYGMIIIAAAggggAAClS1glt9I2KyUzSy72bBZntONidONihvndDPjgX2r9Y1T1lLPjUyKyUN12zCZxp3xZ9370DvigQACCCCw5gnwiT6cwFu3/05/Ouwyefcm7+o8e0/nhc9lm3bRev91rDr376XoIyOi70w56hSpjzXzVzYK+cPMfJ5PZqU6b2GOAAIIIIAAAm0hkE7UjW1HXS7iJN+IuJBDyk8+9Lp+cMkzWrJ4pRTdtvfdZpaVMbvwmr01cJee4oFApQn03nMbHXLTSb5bpjjWFY849j1WLFqmR8+6TX+/74WyJ8yX+/mKtthERLGOZQIBBD6+AFtAAIGSwJIlS3TGGWfo2GOP1YsvvlhaUaiGDBmiO++8UxMnTiy0UiKAAAIIIIAAAggggAACa7YAnw4BBBBAAAEEEEAAAQQQQAABBCpfgD1EAAEEEEAAAQQQQACBtheYMWOGbr/99iZvFP+mcMcdd2zSTgMCCCDQ2gJsDwEEEEAAAQQ+mkA6N7WYo04R54YXI84Xj5g96zVdf92bMv9TN8nM5DP1H7C+rri6Rht17yweCCCAAAKrR6Df5M+q79kHKb6X5Y/4ipYs+/ParHn680W/KHtNg/jOT31AyvJH1J6UctQdOebOnavRo0frxBNP1Lx581qkGD9+vJ544glNmjRJ1dXVLT6Xlf9agGcggAACCCCAAAIIIIAAAggggEDlC7CHCCCAQCUJVFXSzrAvCCCAAAIIIIAAAgi0ogCbQgABBBBAAAEEEOgAAmaW7aVZKZuZzBpG3KQ43bC4cU43NR7Yt1qTT6lSz418k7URtdk/bI7SlzTujBd038PvREkggAACCKw5AnySDyHwzzvm6+nDLvVXeO+WT/LOzqda2aYbar3/Gqvqfpsp9Y3FPrPYl0YdYdawvzUz37ayflh1D7O8rW6RhAACCCCAAAJtJFA8MTfqchEn90bEhRxSnv/Q6/r+xc9oyfsrfFzgU61/wNrS78MX/mgvDdylpzcyIVCZAr333FoH33SCH/zZ5LO6499/Fpa/t0zzzvw//f3eBWVPmC/3cxZtSapYpzYyAgh8ZAFeiAACdQIPPvigDjjgAF155ZV1LU3TGWecoXvuuUe7775705W0IIAAAggggAACCCCAAAJrrgCfDAEEEEAAAQQQQAABBBBAAAEEKl+APUQAAQQQQAABBBBAAIE2FojzRaZOndrkXbbccktNmDChSTsNCCCAQBsIsEkEEEAAAQQQ+AgC6ZzUYo46RYz1ixHni0fMnv2arr/uDX/H2rqQsqq2Vv37r6crrq7RRt07+zomBBBAAIHVKdB38me1/Zkj8o8QX9ReRYp49fp5+vOFvyh7TYP47k99Qcr+0uyaYcUcdUeLZ555Jvv7rmHDhumWW25pV3ff5wAAEABJREFUcfdHjRql++67T9OnT9c222zT4nNZ+YEFeCICCCCAAAIIIIAAAggggAACCFS+AHuIAAIIVJRAVUXtDTuDAAIIIIAAAggggECrCbAhBBBAAAEEEEAAgY4iYGbZrpqVspllNx82M6UbFEcu3si4WKcbHQ/sW63Jp3RSz+6Sb8An347k2UOmcV/7s+57+B3xQAABBBBYUwT4HB9U4K075uuPh17qvZn5SzzySYq+crMuWu+/xqq632ZKfWKxnyz2oVFHmJm/tGHIH2bm83wyK9V5C3MEEEAAAQQQaAuBOEk3bTfqchEn9UbEhRxSnv/Q6/rhJc9oyaIV8o7dw6es+zZfNF10zd4auEtP8UCg0gV677mNDrn5JFnsqM9iGBsRDcvfW6pHz7pNf79vQdkT5sv9vEVbbCqiWMcygQACH1WA1yGAQAj813/9l4YPH55dZCSWG8dWW22l2bNn6/LLL5eZd2qNn8AyAggggAACCCCAAAIIILBGC/DhEEAAAQQQQAABBBBAAAEEEECg8gXYQwQQQAABBBBAAAEEEGhrgSuvvFK/+c1vmrzNxIkTtfnmmzdppwEBBBBofQG2iAACCCCAAAIfViCdi1rMUaeIc8OLEeeLR8ye/bqun/mGlJ1GFLOIfHFAzQa6YupAbdS9s3gggAACCKwZAv2+8Tn1OWuk8u9tT/617ZPi8dqsefrzRb8oe02D6ANSn5ByvCbqYo66I8T777+vKVOmaOjQoZo2bVqLuzx48GDNmjVLc+bM0d57793ic1n5YQV4PgIIIIAAAggggAACCCCAAAIIVL4Ae4gAAghUlkBVZe0Oe4MAAggggAACCCCAQCsJsBkEEEAAAQQQQACBDiVglv/zZbNSNjOZ5RE3Kk5RvKFxsU43PB7Yt5POPaWTenaT4h8217pkrc9q5TOPcV9doPsefsdbmRBAAAEEVrsAH+ADCbx1x3z98dBLs+em/sy7NO/nJNtkQ607dYyq+22m1BcW+8dinfpSs7x/NStl+cPMfJ5PZqU6b2GOAAIIIIAAAm0hEL+3pu1GXS7iZN6IuJBDyvMfel0/uOQZLXp/hY8J8t93Y3yQhc8u+OGeGrhLj7RpMgIVL9Brz631uRtP9L8M8sl/JOLvgvxHIdvv5e8t1aNn/p/+fu+CsifMl/u5i7bsxT4r1r7IhAACH0WA1yDQwQX+8Y9/6MQTT1RcfDcuTFKO4/DDD9cdd9yhMWPGlFtNGwIIIIAAAggggAACCCCw5gvwCRFAAAEEEEAAAQQQQAABBBBAoPIF2EMEEEAAAQQQQAABBBBoU4GXX35ZU6dObfIen/70p3Xqqac2aacBAQQQaBMBNooAAggggAACH0ognYNazFGniHPDixHni0fMnv2arpv5en4qbG28ZVxRxguf+vVfX1dcXaONNqqOFQQCCCCAwBok0Pcbn9P2Z470T+Tf27UeXsUU3/uvXf+I/nLRL+qvaVD8/o86nlOM9LpijrqSY+bMmdpvv/00efJkLVy4sNld7dKli6ZMmaLHH39cY8eObfZ5rPgYArwUAQQQQAABBBBAAAEEEEAAAQQqX4A9RAABBCpMoKrC9ofdQQABBBBAAAEEEECgVQTYCAIIIIAAAggggEDHEzDLbzRsVspmJrNSpBsXF29mXKzTjY8H9u2kc0/tpI27+2vrKPPK5BvUF7/2gu57+B3xQAABBBBYvQK8+78WeOuO+Xr6sMvkPVj2ZMsqU6SqzTbUev81Rp37babUB0a/WKxjOSL1oWYms4Yhf5iZz/PJrFTnLcwRQAABBBBAoC0E4sTctN2oy0WcxBsRF3JIef5Dr+sHlzyrxe+vUPTaZtlcdUkX/mgvDdq1Z9o0GYEOI9B7r230uZtO8p8F81AesqxY/t4yPXbWbfr7vQvqT5hPP1fxs1Xu5y/aVPco1nVNJAQQ+BACPBWBjizwi1/8QsOHD1dclKQ5h7gIyU033aQ+ffo09xTaEUAAAQQQQAABBBBAAIE1XoAPiAACCCCAAAIIIIAAAggggAAClS/AHiKAAAIIIIAAAggggEDbClx55ZX661//2uRNJk6cqHXWWadJOw0IIIBAWwiwTQQQQAABBBD44ALp3NNijjpFnL9ajDivNWL27Nd03cw3ZWay+rczr039a9bXlVNrtNFG1fVrKBBAAAEE1iyBvt/4nLY/66Dse9vSR/PvdHnLq9c/or9c9IvsmgbxnR9R7AtSH5Gy/BG1J6UcdaXF3LlzNXr0aJ144omaN29ei7s3fvx4PfHEE5o0aZKqq+kPW8T6GCt5KQIIIIAAAggggAACCCCAAAIIVL4Ae4gAAghUmkBVpe0Q+4MAAggggAACCCCAQCsIsAkEEEAAAQQQQACBDipglv8zZrNSNjOZNYy4iXHczLhcpJseD+zbSZNO6aQeG+WYtar1wsMnL/TFry7Q/Q+/EyWBAAIIILB6BHjXfyHw1h3z9cdDL81OzKnrvrw3i6pWVZtsqPX/a6w699tMqe8r1y9GW/SbEWYN+1Mzyz6BWZ5jwaxUxzKBAAIIIIAAAm0jUDzxNupykU7iTSf0Rp7/0Ov6/iXPaNH7y31coDxqfXzg4ZMu/OGeGrRrz7b50GwVgXYg0HuvbfTZG0/0MbT/fMSPhv+UxM+XL2nZe0v06Jn/p7/fuyA7YT5+xuLnKnJEPK9cpN2OdakmI4DAhxLgyQh0WIGLLrpIBx98sJ566qmyBjvvvLPuuOOO7CIkZZ9AIwIIIIAAAggggAACCCDQfgT4pAgggAACCCCAAAIIIIAAAgggUPkC7CECCCCAAAIIIIAAAgi0ocDvf/97TZ06tck7HHDAAdmN0ZqsoAEBBBBoGwG2igACCCCAAAIfUCCdc1rMUaeI81aLEeezRsy+4XVdd92b/i61yp7rVT7Vqv+A9XTl1TXaaKPqvIk5AggggMAaK9D3G5/TdmeOUG3jT+gNr173iP5y0S/KXtMg+obs+7+2rh/wHJuItmKOuhLiT3/6kyZMmKBhw4bplltuaXGXRo0apfvuu0/Tp0/XNtts0+JzWfmxBdgAAggggAACCCCAAAIIIIAAAghUvgB7iAACCFScQFXF7RE7hAACCCCAAAIIIIDAxxZgAwgggAACCCCAAAIdWcAsv/GwWSmbmczySDcwjhw3NS4X6UbIA/t20uRTq9VjI8lfLfk8JsXDt/fFr72g+x9+J5YIBBBAAIFVLsAbtiTw1h3z9cfDLpO8vzLLezGZL/rMNtlQ6397rKr7bqrU5xX7w2IfGXWEmcmsYcgfZubzfDIr1XkLcwQQQAABBBBoC4F04m1sO+pyESftRsSFHFKe/9Dr+v4lz2rx+ytl2R/53CP6cI+LfrSnBu3aUzwQ6OgCvffaRp+76SRlPyBSXcp/ala8v1SPnfV/+vu9C8qeMF/u5zHaVPco1nVNJAQQ+JcCPAGBjicQF+H97Gc/q4svvrjZnf/KV76iO+64I7toSbNPYgUCCCCAAAIIIIAAAggg0G4E+KAIIIAAAggggAACCCCAAAIIIFD5AuwhAggggAACCCCAAAIItKXAVVddpUWLFjV5i4kTJzZpowEBBBBoOwG2jAACCCCAAAIfRCCda1rMUaeIc8OLEeeLR9xww+uaOfON/C3MZOYRSyYNGLC+rry6RhttVB0tBAIIIIBAOxDoe97B2v7Mkf5JTebzbIrvdo/Xrn9Ef73oF2WvaRB9ROozUo7XRl3MUbfXeO+99zRlyhTtv//+mjZtWou7MXjwYM2aNUtz5szR3nvv3eJzWdlaAmwHAQQQQAABBBBAAAEEEEAAAQQqX4A9RAABBCpPoKrydok9QgABBBBAAAEEEEDgYwrwcgQQQAABBBBAAIEOL2CW/zNms1I2M5nlkW5kHLl4w+NinW6IXNO3kyafWq3u3Wrd1aO2Vtk/cK7L4776vO5/6G1fx4QAAgggsEoFeLNmBd68Y77+cOhl3l/5U+r6K+/BpJhtvIHW//ZYVffdVKmvK/Z/xTr6yQizvP80K2XfctavRo4ws0gEAggggAACCLSxQPb7aN17RF0u4mTdiLiQQ8q/e+h1/fclz2rx+yv81f57bTYwyIcHsY0Lf7iHBu3a09cxIYBACPTeaxt99saToqyPGE778FrL31uqx878lf5+74KyJ8zHz1S5SBuKdakmI4DABxDgKQh0MIFrr71Ww4cP1y9/+cuye96zZ0/94Ac/0He+8x117dq17HNoRAABBBBAAAEEEEAAAQTanQAfGAEEEEAAAQQQQAABBBBAAAEEKl+APUQAAQQQQAABBBBAAIE2E7j77rv1wx/+sMn2jz32WI0aNapJOw0IIIBAmwmwYQQQQAABBBD4lwKNzzGN5WLEueHFiPPFI2bf8LpmzHgjOzk8znWtf42/Y//+6+mKqwZoo42qfYkJAQQQQKA9CfQ972Btd+YIxfd6+pKPOuLV6x7WXy76ef01DYr9Q9TxnGIU9zvai8vtqZ45c6aGDh2qyZMna+HChc1+9C5dumjKlCn6zW9+o7Fjxzb7PFa0gQCbRAABBBBAAAEEEEAAAQQQQACByhdgDxFAAIEKFKiqwH1ilxBAAAEEEEAAAQQQ+FgCvBgBBBBAAAEEEEAAgRAwy29EbFbKZpbdrNjMFDc0TlG82XGxTjdGrunbSZMndFaPjSTfgE/m2acsmb54xgt64OF3xAMBBBBAYNUJ8E7lBd6680n98bDLpeijPKIws1hU1SYbaoNpY9W576ZKfVz0e8U6liNSH2nmr20U8oeZ+TyfzEp13sIcAQQQQAABBNpCoHiCbdTlIk7SjYgLOaQ8/+E39P1vPqsli1YoGxT4zDzkD/O4+Ed7afCuPb1iQgCBokDvvbbR5276vDfFT4qynxoz82xa8f4yPX7W/+ml+16oP2E+/dzFz165n89oU92jWNc1kRBAoBkBmhHoKALvvvuuTjvtNH3+85/XSy+9VHa3R44cqTvuuEPjxo0ru55GBBBAAAEEEEAAAQQQQKC9CvC5EUAAAQQQQAABBBBAAAEEEECg8gXYQwQQQAABBBBAAAEEEGg7gauvvrrJxs0s+3eJTVbQgAACCLShAJtGAAEEEEAAgZYF0rmlkctFnJ9ajDhvNWL2Da9r5sw3JR/ny1LKiwED1teVVw1Q9+6dxQMBBBBAoH0K9D3vYG1/1kH+4eO7Xcq/7qM2vXbdI/rrRb/IrmkQfUJEsa8o159Em/yRspftYpo7d65Gjx6tE088UfPmzWvxM48fP16//e1vNWnSpOxaai0+mZWtLsAGEUAAAQQQQAABBBBAAAEEEECg8gXYQwQQQKASBaoqcafYJwQQQAABBBBAAAEEPoYAL0UAAQQQQAABBBBAoF7AzLLarJTNTGYNI25yHDc7Lhfppsg1fTvp3FM7q0e3bJNSrU8RdcW4rz6vBx5+p24lCQEEEECgjQXYfBmBt+58Uk8deqmvyToo1ZNa/oMAABAASURBVHry3spzrWyTDbT+t8eoc99NsxNWyvV5qS36xQizhv2lmfm2lfWjqnuY5W11iyQEEEAAAQQQaCOB4om1UZeLdJJuOmE38vyH39B/X/KsFr+3wscE/uFqPfz32FqPqC784Z4atGuPKAkEECgj0GuvbfTZm07K1sSPT/az5z8/MdZe/u5SPXbmrfrHfQuyE+bjZzB+7iJHZM/1JzbO2cZ8Fu2emBBAoGUB1iLQIQTuvfdeDR8+XN/+9reb3d/zzz9ft956q3bcccdmn8MKBBBAAAEEEEAAAQQQQKCdCvCxEUAAAQQQQAABBBBAAAEEEECg8gXYQwQQQAABBBBAAAEEEGgjgZ/85Cf62c9+1mTrEydO1K677tqknQYEEECgDQXYNAIIIIAAAgi0IJDOKS3mqFPEeanFiPNVI274nzc0Y+abiufFNWRU63MPn2tA//V05VX91b175xbemVUIIIAAAu1BoM95B2vbr4+Ir3f/zs9S3Ux67bqH9deLfl72mgbRd0QfUYzY31gu5qjX1Hj66ac1YcIEDRs2TLfcckuLH3PUqFG6//77NX36dG299dYtPpeVbSbAhhFAAAEEEEAAAQQQQAABBBBAoPIF2EMEEECgIgWqKnKv2CkEEEAAAQQQQAABBD6yAC9EAAEEEEAAAQQQQKChgFl+Y2KzUjaz7ObFZqZ0g+PI6cbHjXOnTp0UbTV9O+ncCZ3VYyPJN+BTaTsm6Ytfe14PPPyOV0wIIIAAAm0rwNYbC7x155N66tDLZP5HEeZzD0Vft+mG2nDasercd1OlPi36tRTFPjDqCDPzlzYM+cPMfJ5PZqU6b2GOAAIIIIAAAm0hkE6sjW1HXS7ipNyIuJBDyvMffkPf/+ZzWvz+CnnHrqznrpuZL134gz00eNce4oEAAi0L9NprG4268ST/qZHSEDjLJi17d6keP/P/9NJ9C8qeMF/u5zXaVPco1nVNJAQQaCDAAgKVL3D55Zdr+PDhevjhh8vubE1NTXZh3ksuuaTsehoRQAABBBBAAAEEEEAAgfYvwB4ggAACCCCAAAIIIIAAAggggEDlC7CHCCCAAAIIIIAAAggg0FYCV199dZNN9+zZM7tpWpMVNCCAAAJtKsDGEUAAAQQQQKA5gXQuaTFHnSLODS9GnC8eccP/vKFrZ7wh8w2bZXPFQpQDBqyvK68aoO7dO4sHAggggEBlCPQ9/xBte+ZIxfd8fdTt2mvXPaK/XvTz+msaFPuNqFOfknK8LOpijnpNivfee09TpkzRsGHDNG3atBY/2uDBgzVr1izNmTNHe+21V4vPZWVbC7B9BBBAAAEEEEAAAQQQQAABBBCofAH2EAEEEKhMgarK3C32CgEEEEAAAQQQQACBjyjAyxBAAAEEEEAAAQQQKCNgFievSGalbGbZspkp3eg4croZcuPcqVMnRVtN304655Rq9ehWq/iHzfUhf9RKX/zqc3rg4bd9gQkBBBBAoM0E2HADgTfvfFK/P/SyrC36Jck7pJg8bOMNtOG3x6q6zyZKfVn0Z+Ui+sEIs1IfaZbXsXEzi5SFWanOGpghgAACCCCAQJsI5H17vumoy0WcjBsRF3JIef7Db+i/L3lW77+3PPvd1WcxQsiGCTG78Ae7a4fdeuYbZo4AAv9SoPfe2+qgG0+KH6XsubU+1s4Kny17d4keO/NXeum+BfUnzKefx/iZLPdzG23+0mwq1lkDMwQQKAlQIVDBAn/4wx90xBFH6Mwzz9SyZcvK7ukJJ5ygO+64QwcffHDZ9TQigAACCCCAAAIIIIAAAhUhwE4ggAACCCCAAAIIIIAAAggggEDlC7CHCCCAAAIIIIAAAggg0CYCcWO0Bx98sMm2J06cqO23375JOw0IIIBAmwqwcQQQQAABBBAoK5DOIS3mqFPEeajFiPNTI2b/zxu6ZsYb2fnhcUprPD/OEY+G/v3X05VXDVD37tVl35NGBBBAAIH2K9D3/EO07RkjFd/7WdTvSq1eu+5hvXjxL7JrGkRfEVHsQ7Ln15aujxkvjbZijnpNiJkzZ2ro0KGaPHmyFi5c2OxH6tKli6ZMmaInnnhCY8eObfZ5rFiFArwVAggggAACCCCAAAIIIIAAAghUvgB7iAACCFSoQFWF7he7hQACCCCAAAIIIIDARxLgRQgggAACCCCAAAIINCdglt+o2KyUzUxmecQNj1OUuylytKUbJw/sV61zTu2snt39tTIptqH0MH3pqwv0wMNvpwYyAggggEArC7C5ksCbdz6pPxx6ubw3yhrNovLwaa1NN9SG08aqus8mSn1Y9GflIvWBZiazhhEbNrNIWZiV6qyBGQIIIIAAAgi0iUA6kTY2HnW5SCfjphNzI89/+A399zef06L3Vyh6bTOTWYRvyaSLfrCHdtitpy8wIYDAhxHovfe2GnXT52Xxx+pemf1smZa/u1SPn/krvXTfguyE+fjZjJ/HyBHlfn6jrW4r2Qn4qSYjgEBJgAqBShX47//+7+zCJDfffHPZXVx33XU1depUzZgxQ7169Sr7HBoRQAABBBBAAAEEEEAAgUoRYD8QQAABBBBAAAEEEEAAAQQQQKDyBdhDBBBAAAEEEEAAAQQQaH2Bt99+O/u3ho23XFNTowkTJjRuZhkBBBBocwHeAAEEEEAAAQSaCqTzSIs56hRx/mkx4rzUiNn/84aunfFmnM3qkW/XLE5sNQ0YsL6uumqAunevzlcwRwABBBCoOIE+Fxyi7c48SPLv/vj2V/YwxZ/XZj6kFy/+RdlrGkSfkvqYlOOlURdz1Ksr5s6dq9GjR+vEE0/UvHnzWvwY48eP129/+1tNmjRJcc20Fp/MylUmwBshgAACCCCAAAIIIIAAAggggEDlC7CHCCCAQKUKVFXqjrFfCCCAAAIIIIAAAgh8BAFeggACCCCAAAIIIIBAiwJmlq03K2Uzk1nDiJsgxz/0LRedOnXK/hHwwH7VOufUzuq+kW+ytla1nvIpqlp96fTn9cDDb+dNzBFAAAEEWlOAbdUJvHnnk3rq0MuzPih6n2jOe6RaWc/1tcG3x6hzn02U+q7o14p1LEdEvxdh1rA/NLPYZNZPZoXPzPI2L5kQQAABBBBAoA0F0gm08RZRl4s4+TYiLuSQ8vyH39D3LnlWi95brhgk1PoGSq+VLvr+7tpht57eyoQAAh9FoPfe22rkjSfJ/yoo+xmLIvsZ8x+4Ze8u0eNfv1Uv3beg7Anz2fP8hY1z+hzRnmoyAghkAswQqDiBP//5zzrhhBN08skn6+WXXy67f0OGDNGdd96p0047rex6GhFAAAEEEEAAAQQQQACBChNgdxBAAAEEEEAAAQQQQAABBBBAoPIF2EMEEEAAAQQQQAABBBBoA4Err7xSzzzzTJMtT5w4UV27dm3STgMCCCDQxgJsHgEEEEAAAQQaCaRzRos56hRxbngx4nzxiBt+/IaunfGmby2uIBNninvpU7xuQP/1dNVV/dW9e7W3MCGAAAIIVLJAn/MP0TZfG6FST1C3t97w2syH9OLFPy97TYPoW6LPKEa8MpaLOepVGU8//bQmTJigYcOG6ZZbbmnxrUeNGqX7779f06dP19Zbb93ic1m5ygV4QwQQQAABBBBAAAEEEEAAAQQQqHwB9hABBBCoWIGqit0zdgwBBBBAAAEEEEAAgQ8twAsQQAABBBBAAAEEEPjXAmb5jYvNStnMspsbm5nSDZAjx02Ry0W6eXJN304659TO6t7NXy9TTPksr7/81ef1wMNviwcCCCCAQGsKsK0QePPOJ/XUYZdHKe++5D1PXntlG2+oLtOPVec+myj1WeX6s2iL/i7CzGTWMGKDZhYpC7NSnTUwQwABBBBAAIE2EUgnzsbGoy4XcdJtRFzIIeX5D7+h733zOS16f6W/1PvtfMr6eJ/p4h/soR126+nrmBBA4OMI9N57W4266fOS/4zJHzFMNl+IWP7eUj1+5q/00n0Lyp4wX+7nOdp8M9lUrLMGZgh0aAF2HoHKErj++us1dOhQXXfddc3u2BlnnKE777xTu+++e7PPYQUCCCCAAAIIIIAAAgggUFkC7A0CCCCAAAIIIIAAAggggAACCFS+AHuIAAIIIIAAAggggAACrS3w/PPPa+rUqU02O2TIEJ188slN2mlAAAEE2l6Ad0AAAQQQQACBokA6V7SYo04R54YXI84Xj7jhx2/qmhlvSiZ/mMzMsxTzmpr1ddVV/dW9e7V4IIAAAgh0DIG+Fx6qbb8+UqrrDxQP7xR80uszH9bfLv5F2WsaRB+T+pyU46VRF3PUbR3vvvuupkyZomHDhmnatGktvt3gwYM1a9YszZkzR3vttVeLz2Xl6hLgfRFAAAEEEEAAAQQQQAABBBBAoPIF2EMEEECgcgWqKnfX2DMEEEAAAQQQQAABBD6kAE9HAAEEEEAAAQQQQOADCpjFP12WzErZzLJlM1O6EXLkuDlyuUg3VB7Yr1rnTOisjbrVSj6pttaTFzF5fOn05/TrR94RDwQQQACBVhJgM3pr7u/1+0Mvjy7HNbzfyfoeL2Pqub66TDtGnftsotRXFfuxYt8WdYRZqQ80y+vYlJlFysKsVGcNzBBAAAEEEECgTQTSCbOx8ajLRZxsGxEXckj5dw+/oe9e8pwWvbfCX+q/jPpvpnWTjxlqdfH3d9cOu/XwdUwIINAaAr323lYH3fj5bFM+HM+zz+Onb/m7S/T412/VS/ctKHvCfLmf62jzl2dTsc4amCHQUQXYbwQqROCVV17RV77yFR1//PF64YUXyu5Vv379dOONN+ryyy9XdTUX4SqLRCMCCCCAAAIIIIAAAghUpgB7hQACCCCAAAIIIIAAAggggAAClS/AHiKAAAIIIIAAAggggECrC1x55ZV64403mmx34sSJTdpoQAABBFaJAG+CAAIIIIAAAvUC6RzRYo46RZwbXow4Xzxi9o/f0I+ufUPZOatxsqpK15Pp3389XXlFP3XvznlH9dAUCCCAQAcR6HPBodrmayN8b71fyPoGZX1F9CuvzXhQL17087LXNIi+Jp5TDN+IvzbrZOpztLVVzJw5U/vvv78mT56shQsXNvs2Xbp00ZQpU/TEE09o7NixzT6PFWuAAB8BAQQQQAABBBBAAAEEEEAAAQQqX4A9RAABBCpYoKqC941dQwABBBBAAAEEEEDgQwnwZAQQQAABBBBAAAEEPoyAWX4jY7NSNjOZ5ZFuiBy5eOPkYp1urDywX7UmTVhb3bv5J4jXy5RNkXz5S6c/p18/8o54IIAAAgh8fIGOvoU35/5eTx56ecbgXYxn8y4nQqraeAN1mT5GnftsqtRHFfutYh39W4SZyaxh+EaztsgRZhaJQAABBBBAAIE2FogTZ9NbRF0u4iTbiLiQQ8q/e/gNfe+bz2vx+yu8D5fM/8Q8kkm6+Ae7a4fdenjFhAACrSnQa+9tNfLGz8ssftLk2UNRm5a/t1S/OfNUAU1qAAAQAElEQVRWvXTfgrInzJf7+Y421T2KdV0TCYEOJ8AOI1AJAv/7v/+roUOH6nvf+16zu3PSSSdp7ty5OuKII5p9DisQQAABBBBAAAEEEEAAgUoVYL8QQAABBBBAAAEEEEAAAQQQQKDyBdhDBBBAAAEEEEAAAQQQaF2Bhx9+WNOmTWuy0dGjR+vwww9v0k4DAgggsCoEeA8EEEAAAQQQyAXSuaHFHHWKODe8GCtWrMjOQZ394zd0zYy3pLrzVRWnqvrMPGoGrKerruynHj06iwcCCCCAQMcU6HPhodr2jIO8V/CewdzAwyyb6fWZD+lvF/8860+ij4m+JXKK1Ael7K9W1MUcdWtGnDMbf1d14oknat68eS1uevz48frd736nSZMmKa6P1uKTWbnaBfgACCCAAAIIIIAAAggggAACCCBQ+QLsIQIIIFDJAlWVvHPsGwIIIIAAAggggAACH0KApyKAAAIIIIAAAggg8KEFzCx7jVkpm5nM8ogbI6eIfxRcLtINlmv6VeucCWure7fYZK2UT/k/cq6t1ZcmPqsHH3k7VhIIIIAAAh9doEO/8s25v9eTh1xeb+DdS1bXeqdjG2+gDacdo7X7bKrUN0W/VaxjOSL1bWZ5f2dWyrFBM4uUhVmpzhqYIYAAAggggECbCKQTZGPjUUcU61hOJ9imE24jz3/kTX33kue06L3lPiLwX0Wz30V9FkueLvr+btpxt56xKQIBBNpAoPeQ7TTiJyfFT5z/HZD/DOZVFFr27lL95uu/1Mv3Lyh7wnz8XKeIj1as03JkAoEOKsBuI9CuBd59912dccYZ2YV0n3rqqbL7svHGG+u///u/dc0116h3795ln0MjAggggAACCCCAAAIIIFDhAuweAggggAACCCCAAAIIIIAAAghUvgB7iAACCCCAAAIIIIAAAq0scNVVV5Xd4mmnnVa2nUYEEEBgFQjwFggggAACCCDgAnGOqCcVc9Qp0nniKcd54hE3/ORN/WjGW/nrSheS8U3Vqv+AdXXVFf3Uo0dnX2ZCAAEEEOjIAttfeKi2/toI7y9yhazLqM3r12c8pL9d9LOy1zSIfif1RSnHq6Iu5qg/bjz99NOaMGGChg0bpltuuaXFzY0aNUr333+/pk+frq222qrF57JyjRHggyCAAAIIIIAAAggggAACCCCAQOULsIcIIIBARQtUVfTesXMIIIAAAggggAACCHxgAZ6IAAIIIIAAAggggMBHEzDLb2xsVspmJrOGETdLjpsml4t0c+WaftU6Z8La6t7NpHySmdWF9KXTn9ODj7wtHggggAACH1Wg477uzblP6clDr/A+pc7AVF9Xbbyhukw7Rmv32VSpTyrXX0Vb9GcRZuavbxjyh5n5PJ/MSnXewhwBBBBAAAEE2kIgnRgb2446oljHcpxUGxEXckh5/iNv6ruXPKfF76/M+/V4URbRh5su/sFu2nG3nlkLMwQQaDuB3kO208gbP6/8J6/ufXzBJy1/b6ke//ov9fL9C8qeMB8/3ynilcU6LUcmEOh4AuwxAu1X4LbbbtPQoUN15ZVXNrsThxxyiObOnasvfelLzT6HFQgggAACCCCAAAIIIIBA5QuwhwgggAACCCCAAAIIIIAAAgggUPkC7CECCCCAAAIIIIAAAgi0psDPf/5z/fjHP26yyZNPPln77rtvk3YaEEAAgVUjwLsggAACCCCAQJwbGgrFHHWKODe8GHG+eMQNP3lTP7z2zfz81LjGi4dPioYBA9bX1Vf0V48encUDAQQQQACBEOhz0WHa5oyR0U0o9ReKixp4vD7zYf3t4p+XvaZB9EGpT0o5thd1MUf9UeLdd9/VlClTNGzYME2bNq3FTQwePFizZs3SnDlztNdee7X4XFauaQJ8HgQQQAABBBBAAAEEEEAAAQQQqHwB9hABBBCobIGqyt499g4BBBBAAAEEEEAAgQ8owNMQQAABBBBAAAEEEPgYAmaWvdqslM1MZnmkGyVHjpsnl4t0w+WaftU6e8La2qirVOtbjX/cnEcsSF+a+KwefORtX2BCAAEEEPjQAh30BW/O/b3mH3KZ732tavPOJetkoraN11eXaUdr7T6bKvVFxX6q2HdFHWGW929mpewbz/q9yBFmFolAAAEEEEAAgTYWiN8X01tEnSJOoI2I5cgRcSGHlOc/8qa+c8mzWvTeCn95jBE8vMqnWl38/d20424980XmCCDQ5gK9h2ynETd+Pvu7oAZv5uP35e8s1eNn/FIv37+g7AnzxZ/zqFOk7cRyqskIdBgBdhSBdigQ39fnn3++RowYoUcffbTsHlRXV+s///M/9dOf/lSDBg0q+xwaEUAAAQQQQAABBBBAAIEOI8COIoAAAggggAACCCCAAAIIIIBA5QuwhwgggAACCCCAAAIIINCqAlOnTm2yvQ022EATJkxo0k4DAgggsMoEeCMEEEAAAQQ6uECcUxQExRx1ijg3vBhxvnjE7J+8qR9c+2Z+/RjfQDw/LioT15IZ0H89XX1FP/XoUe1rmBBAAAEEECgJ9LnoMG39tRHeZdR6HxKRJ5/r9RkPauHFPy97TYPoi6KvKUZsNZaLOeoPEzNnztT++++vyZMna+HChc2+tEuXLpoyZYp++9vfauzYsc0+jxVrsAAfDQEEEEAAAQQQQAABBBBAAAEEKl+APUQAAQQqXKCqwveP3UMAAQQQQAABBBBA4AMJ8CQEEEAAAQQQQAABBD6ugFl+o2OzUjaz7GbIZqZ0w+TIxRsrF+t04+WaftU6e8La6t4tf71vRCZ/1M2+PPE5PfjI297AhAACCCDwYQQ64nPfnPuUnjz0CnlXlO1+lmPmfcpaG2+gbtPHaO0+myr1QcV+qVhH/xVhZr6thhEbNrNIWZiV6qyBGQIIIIAAAgi0iUA6ETY2HnVEsY7lOIk2Ii7kkPL8R97Udy55TovfXylFt+19t5mlUpd8f3ftuFsP8UAAgVUr0GvIdhp54xf8Tc2jboqfTY8V7y3Vb77+S718/4KyJ8zHz3uKeGWxTsuRCQQ6igD7iUB7E7j//vs1dOhQ/du//ZuaewwZMkRz587V2Wef3dxTaEcAAQQQQAABBBBAAAEEOpQAO4sAAggggAACCCCAAAIIIIAAApUvwB4igAACCCCAAAIIIIBA6wn88Ic/zP4dYuMtTpw4UYMGDWrczDICCCCwygR4IwQQQAABBDqyQJwLWtz/WC5GnBtejDhfPOKGn7ypH177lsz/1E0yM/lMNQPW09VX9FOPHtXigQACCCCAQDmB7S8arW3OOEjRb8gf0YVIlv15fcaDWnjxz8te0yD6pGI/FbUKj8bLhVVNyjhfdvTo0TrxxBM1b968JuuLDePHj9fvfvc7TZo0KbueZ3EddfsR4JMigAACCCCAAAIIIIAAAggggEDlC7CHCCCAQKULVFX6DrJ/CCCAAAIIIIAAAgh8AAGeggACCCCAAAIIIIBAqwiYWbYds1I2M5nlETdOTlG8qXKxTjdgHti/s846tbO6damVamvlc8+x+ahq9eWJz+rBR96OBgIBBBBA4IMJdLhnvTH3Kc0/9PKsD4neIwC8S4kk67G+ukw/Rp2330Sp7yn2R8U69V1meX9mVsqxMTOLlIVZqc4amCGAAAIIIIBAmwgUT3yNOkXxhNmoI+JCDinPf+RNTb/kOS16b0X8qplFzLLX+ye9+L9304679fCKCQEEVodAryHbacSNn/e/A4q/C/LwAXz28+l5+TtL9Jsz5ujl+xeUPWE+PS9+3lMdOe1HsU5tZAQqVIDdQqBdCUyZMkVDhw7VPffc0+znjouS3HXXXdp7772bfQ4rEEAAAQQQQAABBBBAAIEOJsDuIoAAAggggAACCCCAAAIIIIBA5QuwhwgggAACCCCAAAIIINBKAsuWLdPUqVObbG2bbbbRhAkTmrTTgAACCKxCAd4KAQQQQACBDiuQzvmMXC7iXNFixPniETfc+JZ+cO1b7hZXkolQfl2Z2loN6L+urr6in3r0qPb1TAgggAACCDQvsP1Fh2mrrx6YPyHvTvL+xFten/GgFl7887LXNIi+qVy/FW3+UqUcdbl4+umns7+PGjZsmG655ZZyT6lvGzVqlO6//35Nnz5dW221VX07RbsU4EMjgAACCCCAAAIIIIAAAggggEDlC7CHCCCAQMULVFX8HrKDCCCAAAIIIIAAAgj8SwGegAACCCCAAAIIIIBA6wmY5Tc+NitlM5NZw4ibKRdvrlys042YB/bvrLNP+4Q26havlWTyR8wipJMnPqsHH3nb25gQQAABBP61QMd6xhtzn9KTh12R7XT0GpZ1Ij43qarn+ur2nTFae/tNlPqcYj9UrKO/ijAzmTWM2LiZRcrCrFRnDcwQQAABBBBAoE0Eiie8Rh0RbxQ5RZw0GxEXckh5/iNvavolz2nx+yvlHbuHT1n3bb5o+ub3d9OOu/UQDwQQWL0CvYZspxE3jZP/ZCqG2HmYYmH5u0v1mzPm6OX7F5Q9YT59B0SWPyJHeJlNxTprYIZARQqwUwi0D4HHH39co0aN0uTJk7V8+fKyH3qHHXbQz372M02ZMkXx9zVln0QjAggggAACCCCAAAIIINAhBdhpBBBAAAEEEEAAAQQQQAABBBCofAH2EAEEEEAAAQQQQAABBFpL4IorrtD8+fObbO7000/Xpptu2qSdBgQQQGDVCfBOCCCAAAIIdEyBdK5nMUedIs4NL0acLx5xw41v6QfXvCmZ/BGzCGWLNQPW19Qr+qlHj2rxQAABBBBA4IMI9Ln4cG39tZFSXNBAylLes0hvzHhQCy/+edlrGqxcuVKpz0pZ/ojaU7YucjHeeeed7FzZYcOGadq0acVVTerBgwdr1qxZmjNnjvbaa68m62lojwJ8ZgQQQAABBBBAAAEEEEAAAQQQqHwB9hABBBCofIGqyt9F9hABBBBAAAEEEEAAgX8hwGoEEEAAAQQQQAABBFpZwCz/58tmpWxmMssj3Ug5cty0p1ykGzIP7F+tM0/trG5d/EPWeqg2++OzmPTl057RQ/PejhUEAggggEBLAh1o3Zt3/UHzD708OxEmuo4sarO51GM9dZ1+jNbefhOlvqZcPxRt0U9FmOX9l1kpB6eZRcrCrFRnDcwQQAABBBBAoE0E0gmvsfGoI4p1LMfJshFxIYeUf/fIG5p2yXNa9H5+Iq3iN8q64UHUF39vF+24W4/YFIEAAmuAQK8h2+mAn3w+fjx9XO+p/udVWvHuUv3mjF/o5fsXlD1hPr4HUsgfxdoXfXuxsagIBCpUgN1CoB0IXH311Ro6dKhuvfXWZj/tySefrLlz5+rggw9u9jmsQAABBBBAAAEEEEAAAQQ6rAA7jgACCCCAAAIIIIAAAggggAAClS/AHiKAAAIIIIAAAggggECrCPz973/X1KlTm2xrl1120SmnnNKknQYEEEBglQrwZggggAACCHRAgTjnM3a7mKNOa0/UmQAAEABJREFUEeeGFyPOF4+44Sdv6fvXvBlniCvN4kpkUQ/ov56uvryPevSojk0TCCCAAAIIfGCB7S8era2+eqA/33uVWg+vYop+6Y0Zv9bCi39W9poG0VfFc4qRXlfMUc+cOVPDhg3T5MmTtXDhwmgqG126dNGUKVP029/+VmPHji37HBrbqQAfGwEEEEAAAQQQQAABBBBAAAEEKl+APUQAAQQ6gEBVB9hHdhEBBBBAAAEEEEAAgRYFWIkAAggggAACCCCAQFsImOU3QjYrZTOTWR7phsqR4ybL5SLdmHnQgLV15oR1tFG3+KSm+OOzmOSb05dPe0YPzXs7VhIIIIAAAs0IdJTmN+/6g3536OW+u9FbREgmKfqLqp7rq/t3x2rt7TdR6mPK9T/RFv1ThJn5axuG/GFmPs8ns1KdtzBHAAEEEEAAgbYQiBNf03ajjojlODE2IpYjR6xYsUIp/+6RNzX9mwu0+P2Vil7bLJurLumS/95Vn9y9Z2yKQACBNUig9z7b68Abv+A/q+bhH8w85DP/4V3x7jI9ccYcvXz/grInzBe/D+JVsRwRdUSxjmUCgUoSYF8QWJMF/vjHP+rII4/UV7/6Vb39dvm/099iiy107bXX6rvf/a569OixJu8Onw0BBBBAAAEEEEAAAQQQWG0CvDECCCCAAAIIIIAAAggggAACCFS+AHuIAAIIIIAAAggggAACrSNw5ZVX6u9//3uTjU2cOFHV1dVN2mlAAAEEVqUA74UAAggggEBHE0jndhZz1Cni3PBixPniETfc+Ja+f+1bMjNZPZp5baoZsJ6uvryPevbsXL+GAgEEEEAAgQ8jsP3Fh2vrr43M+hVLL/Q+R97yxowH9feLf1b2mgbRZ6U+LGX5I2pPuvPOOzV69GideOKJmjdvXjQ1G+PHj9f8+fM1adIkxXXPxKOiBNgZBBBAAAEEEEAAAQQQQAABBBCofAH2EAEEEOgIAlUdYSfZRwQQQAABBBBAAAEEWhBgFQIIIIAAAggggAACbSZglv8zZrNSNjOZ5RH/wNjMsn9oHDdbLhfpBs2DBnTWmaeuo426yh+1HlLMa7OZ9OUJz+ihR8rfMCh7MjMEEECgYwt0iL1/464/6LeHXJ53EN5L1HrEjkdXYT3WV7fvjFHn7TZW6lvK9TvRFv1ThJnV91lmeR3bM7NIWZiV6qyBGQIIIIAAAgi0iUA6wTU2HnVE1MUTYqOOWLFihVKeP+9NTf/m81r03op4ejY6yF7rv0z6pEu+t6s+uXvPbB0zBBBY8wR67bO9DvjJ5xU/r9kPcMyyBWn5u0v12zPm6JUHFpQ9YT5+1iPi+yD2LOqIqCOKdSwTCFSIALuBwBor8P3vf19Dhw7VTTfd1OxnPOqoozR37tzsYibNPokVCCCAwP9n7zwApKqu//89M4uABVGKgmA3lkUTjfqLvUTFaAKaKKDGJEals1iSqPmnCvaCIIIilhQFo9LUGDUWqkpRwUZdjV2ErYAoZf7ne9+83cfugnR3Z79v7veec88t792P630zb94bREAEREAEREAEREAEREAEREAEREAERCD3CWiGIiACIiACIiACIiACIiACIiACIiACuU9AMxQBERCBrUDgjTfewMCBA6vt6YwzzsAFF1xQLa6ACIiACIiACIiACIiACIjAZiaQGC5+pjNp6cfis6BJrVq1Kjw7OuKxEtz7QImPlEFo616UMjjwgG0x8Lb90KLFNlFIuQiIgAiIgAhsJIF9/voz7H5Ze/6awZojZIDFD07Bx38dG85LPFet8nMUbaxwfspkz1NuZ8+ejd69e+PUU0/F6NGj1xyvSunMM8/ExIkTMWTIEOy+++5ValUUAREQAREQAREQgTpCQIcpAiIgAiIgAiIgAiIgAiIgAiJQLwik6sUsNcm1ElCFCIiACIiACIiACIiACIiACIiACIhA7hPQDEVABL5dAmYWDsCs0poZzCKlUqng06bTadSkvLy8EM8/cBv8pncj7LyTRWN6bmahvxt0K5iLl18t86iSCIiACIhAfSNQ9MI7mHnW7X5O8JmbCwYzo4N0i+2x893noeE+LRGfU2o63zDG8xFlZqG/WaXlYGZGE2RW6YeAMhEQAREQgW+VgHaeuwT4sGs8O/qx+DBs0mc5flCWdtbUYgzpV4gvl66G+YtjmGdmnrv6Dfs/fO+o5h5REgERqM0EWp+wL9o/+mtk/zdGvPn/yVi55Cu8fsWTWDipsMYH5pNrROzTxmMk/TgmKwIiIAIisHkJfPDBB/jVr36Frl274rPPPqtx8O233x533HEHHnnkEey33341tlFQBERABGICsiIgAiIgAiIgAiIgAiIgAiIgAiIgArlPQDMUAREQAREQAREQAREQAREQAREQARHIfQKaoQiIgAhsDQK8N3HFihXVdtWnT59qMQVEQAREQAREQAREQAREQAQ2P4F4xPhZzqSlH4vPiCfF58SpEY+VYtgDJQjPl5rBzAXfDDjowO0w6LbvoEWLbTygJAIiIAIiIAKbTmDfa8/BHpedHgbyU02wcMdPPyj+2xR88texNf6mAc9hPKeVlZXhxhtvxGmnnYYhQ4ZE/deSH3zwwXjooYfw5JNP4thjj11LK4VFQAREQAREQAREoG4Q0FGKgAiIgAiIgAiIgAiIgAiIgAjUDwKp+jFNzXItBBQWAREQAREQAREQAREQAREQAREQARHIfQKaoQiIQC0gYGbhKMwqrZnBLFIqlQo+bTqdRk3Ky8sL8fwDt8GVvRphp6ZABq5MBrzp2Y0XgG595uDlV8u8RkkEREAERKC+ECh64R280fE2Pw/wnOCz5gnCzxI8P6Sab4+dhnZBw31ahvNI8hwTn1viGM9DlFl0fjKrtD5qOFfRUmZGI4mACIiACNQeAjqSHCXA83k8NfoUy7Sx+DAsxR9yiO2sqcW469pCLFuyypv7ewR/b+BOyNmv3z1H4ntHNWdIEgERqAMEWp+wL07716/XOFK+7adWln+F1y9/AgsnFdb4wDz/n4/FAZJ+XKaVREAEREAENj+Bhx9+GCeffDL+9re/rXXwU089Fc8//zz69u271jaqEAEREIEEAbkiIAIiIAIiIAIiIAIiIAIiIAIiIAK5T0AzFAEREAEREAEREAEREAEREAEREAERyH0CmqEIiIAIbHECzz33XI33L/7yl7/E6adH/5DbFj8I7UAEREAEREAEREAEREAE6jeBMHs+00knaenH4rPhSfF5cWrEoyUYdn8x+HA4f1ssbs/nSg/af1sMuvU7aNGiAYeWREAEREAERGCzEdj32nOwx2Wnh9+2jE5CnvvJh+ehogcn45Nrx9X4mwb/+Mc/wjWnP/zhD/j444/Xejw77rgjbrjhBsycORPnn3/+WtupQgREQAREQAREQATqEAEdqgiIgAiIgAiIgAiIgAiIgAiIQD0hkKon89Q0aySgoAiIgAiIgAiIgAiIgAiIgAiIgAiIQO4T0AxFQARqCwEzC4diVmnNDGaRUqlU8GnT6TRqUl5eXojnH7gNftO7MXbeKerrHZkAQ9i695mDl18tDb4yERABERCB3CZQ9OI7mHnW7TDzk4DLE+Aus3SL7bHz3V3QcJ+W4DmEis8vSZ8xnn8oM4PZmoJvZuZ5lMwq/SiiXAREQARE4NsnoCPIRQJ8ADaeF32KZf6IA32KPsUfcojtrKnFuKtfIb5ctgoIp21zY+DGvP+w/8P3jmrOoiQCIlCHCLQ+YV+c9ujFQPb9OP9/NkSvVUu+xhtXPImFkwprfGCe6wXFdQK+0afcDSnph4AyERABERCBTSKwaNEi9OzZExdccAEWLFiw1rH+/Oc/49lnn8WRRx651jaqEAEREIE1CagkAiIgAiIgAiIgAiIgAiIgAiIgAiKQ+wQ0QxEQAREQAREQAREQAREQAREQAREQgdwnoBmKgAiIwJYnMHDgwGo7adCgAXr37l0troAIiIAIiIAIiIAIiIAIiMCWIADEz24mLf1YfOYzKT4vTo14rBTDHiwF+Dypxca8aMg/cDsMuu07aNGiAbSJgAiIgAiIwJYgsM+152CPy3/kQxvAFBQyFD0wCZ9eO67iNw1eeOEFdOnSBZdccgmmTZuGdW09evTArFmzcPXVV8PMoE0EREAEREAEREAEcoOAZiECIiACIiACIiACIiACIiACIlBfCKTqy0Q1zxoIKCQCIiACIiACIiACIiACIiACIiACIpD7BDRDERCBWkXALLrZ2KzSmlm4CdnMkEqlgk+bTqdRk/Ly8kI8/8BtcEXPhtipKXzLIJMJxrMode8zFy+/WhoVlIuACIiACOQkgaIX3sEbHW9HOAVkTwRZg1SL7dDs7vPQcJ+W4bxR0zklPt/QUmaV5ySzyCc4M6MJMqv0Q0CZCIiACIhA7SCgo8g5AvzhhnhS9CmW+SMO9Cn6FH/IIbazphZj8LWFWLZkVeJzon9m9HcMfM/w17uPwPeOas6hJBEQgTpIoPUJ++KURy7yI8/+f+0fAILndmXZcrxx+RNYOLGw4oH5eH3gGsF1g6LvA/ga4T29H32KdbSSCIiACIjAphEYM2YMTj75ZAwdOnStAx1++OH4z3/+g7/85S9rbaMKERABEaiRgIIiIAIiIAIiIAIiIAIiIAIiIAIiIAK5T0AzFAEREAEREAEREAEREAEREAEREAERyH0CmqEIiIAIbGECDz/8MJ566qlqeykoKADvYaxWoYAIiIAIiIAIiIAIiIAIiMBmJ5BJPL/JwfkMZ1J81jMpPg9KPfxYCe55oCQ8AwpkQqKhc+AB22LQrfuhRYsGHFISAREQAREQgS1GYJ9rz0Hbvu15+vFzkhs/JUXnI6DogUl494q/4be//S06duyIJ554Yp3HccYZZ2DChAm466670LZt23W2VaUIiIAIiIAIiIAI1DkCOmAREAEREAEREAEREAEREAEREIF6QyBVb2aqiVYjoIAIiIAIiIAIiIAIiIAIiIAIiIAIiEDuE9AMRUAEah8BMwsHZVZpzQxmkVKpVPBp0+k0alJeXl6ItzuoIa7o1Qg7N015Hx/WXPDMx6LXo89cvDq1jK4kAiIgAiKQYwSKX3oXb5w1IMzKV36YhdwtkG65PZrdfR622btFOF/E5w2eU2I/Ps/QUmbmfdcUBzczmiCzSj8ElImACIiACNQaAjqQ3CLAH2+IZ0Q/Fn/EIemzzB9yiO3MqcUY3O89fLlsNfzEjnDmzmbmpX53H4HDjm4BbSIgAnWbwG4n7odT/3Wx/1/t/2dbNBczd1wry7/CG1c8gYUTC5FcH7hOUMk1JPZpo1H44D2fvI9LsiIgAiIgAhtC4KOPPkLPnj1x9tln480331xrV/547vPPP4/27duvtY0qREAERGBtBBQXAREQAREQAREQAREQARHIHQK8NvtNyp3ZaiYiIAIbQkBtRUAEREAEREAEREAEREAEREAEREAEcp+AZigCIkp+f1UAABAASURBVCACW5rAwIEDq+2iVatW6NWrV7W4AiIgAiIgAiIgAiIgAiIgApufAO8L4qi0NYnPeybF50GpEY+VYNgDpTDvbBZyRAXgoAO3w5237YcWLRpAmwiIgAiIgAhsDQL79jsXu192OszMhUjwzYDVo99G43+u/Vlab4V27drh73//O8aNG4djjjkGPCcyHlv6kgiIgAiIgAiIgAjUdQI6fhEQAREQAREQAREQAREQAREQgfpDIFV/pqqZViGgogiIgAiIgAiIgAiIgAiIgAiIgAiIQO4T0AxFQARqOQEzC0doZjCrVCqVCmXadDqNmpSXlxfi7Q5qiMt7NcROTQ0I/0ZbJnuDs1sPdO01G69OLQv7USYCIiACIpAbBIpeehevdbjNV3mu9dHyHx5qyWSQar49dh7aBQ33bhHOE/H5gueSpM8yzzOUmYXzjlmlJSkzowkyq/RDQJkIiIAIiEBtIqBjySEC4ZyenQ99ikXaWPEPOvCHHOjTzpxajMH9CrFs6aroM6G/L8h+RPTuGVx79xE47OgW7iuJgAjkAoHWJ+6HU/71a///PZqN/y8fOZ6vLP8Kb1wxDgsnFoLrQ7xO0FLxWkLrzX0M/1yRGCCOs04SAREQARFYPwL33Xcfjj/+eAwdOnStHfbZZx+MGDEC/FHdJk2arLWdKkRABERgHQRUJQIiIAIiIAIiIAIiIAIikAMEeA2WWp+psB21Pm3VRgREIGcIaCIiIAIiIAIiIAIiIAIiIAIiIAIiIAK5T0AzFAEREIEtSoD3KU6dOrXaPgoKCrDXXntViysgAiIgAiIgAiIgAiIgAiKweQlk7/cJz25yZJaT4nOeSfE5UOrhR0tw9wOl4PPhQXzuMwg46IBtMejWfdGieQMOKYmACIiACIjAViOwT79z0bZv+3BeC+cz7pknKj9jndPgIPTe5khG1hCfoe3Xrx+mT5+OLl26VPRlI46RtPQlERABERABERABEajDBHToIiACIiACIiACIiACIiACIiAC9YhAqh7NVVNdg4AKIiACIiACIiACIiACIiACIiACIiACuU9AMxQBEaitBMys4tDMIt/MYFapVCoVyrTpdBo1KS8vL8TbHdQQl/dqhJ13sjBunBv8ZUC33rPx6tSyUKdMBERABESgbhMoeuldvN7xdp+EcZV3IZKfQ9Itd0Czu7ug4d4twvkhPk/wHBL78XmFljLzcaoIvpmZ51Eyq/SjiHIREAEREIHaRUBHkysE4gdVOR/6FH3+iAN9ij7FH3KI7cypxbir33v4cunqivcFZgZPgAH97j4Shx3dHNpEQARyi0DrE/fDqY9e7JMyhP/f3aNjZlhV/jVmXvEEFk4sRHK94LpBcT2h6LMbfYo+lfRZlkRABERABGom8MYbb+Dcc8/FJZdcgvfee6/mRh698MIL8cILL4QfKvGikgiIgAhsJAF1EwEREAEREAEREAEREAERqMsEeN2VqjoHxqpqXW2q1qksAiKQawQ0HxEQAREQAREQAREQAREQAREQAREQgdwnoBmKgAiIwJYjUFRUhEGDBlXbwSGHHIJevXpViysgAiIgAiIgAiIgAiIgAiKweQnwPiCOmMlkaMByUnymMyk+/0k9/FgJ7nmwDBZeoSvMDJ7hoAO3w6Bb90XLFttAmwiIgAiIgAh8GwT26Xcu9rjsR+B5CRWbga9ztzkIvRseWRG9+OKL8corr+CKK66odh7kOZENq1rGJBEQAREQAREQARGomwR01CIgAiIgAiIgAiIgAiIgAiIgAvWJQKo+TVZzTRCQKwIiIAIiIAIiIAIiIAIiIAIiIAIikPsENEMREIFaTcDMYGbhGM0qrZmFuJkhlUoFnzadTqMm5eXlhXi7gxrisl6NsNNOKcQbHwPKMPNAt17v4tWppe4piYAIiIAI1FUCRS+9i9c63A6EtT3jJjhugVTz7dBsaGc03LtFOC/E54fkuSM+n9BSZhbOM2aVlmzMjCbIrNIPAWUiIAIiIAK1j4COKCcIxA+ocjL0Kfr8EQf6FH2KP+QQ21nTSjC4/3tYtnRVeI/Az4BsGwnoN/QIHHZ0cw4liYAI5CCB1ifuh1P+9evw8Ltnvg745wRfCPhJYWX5V5h1xTh8MakQyXWD6wcVrRMZ0CeauEyfYplWEgEREAERqJnAjTfeiOOPPx6PPfZYzQ082qxZMwwZMgR///vfsfvuu3tESQREQAQ2gYC6ioAIiIAIiIAIiIAIiIAI1FkCVa+3shyrpknFdbFNtmEsWZYvAiKQYwQ0HREQAREQAREQAREQAREQAREQAREQgdwnoBmKgAiIwBYkMGDAABQWFlbbQ0FBAXbYYYdqcQVEQAREQAREQAREQAREQAQ2H4E17uvxYVlOis9yJsXnPqkRj5XingfK2AMZf7kTEvsedMC2uPPWfdCyxTYhpkwEREAEREAEvi0Ce/c7F20L2q+xe/6mQcazcxschJv3/RmefPJJ3HLLLWjdunX4DYP4vMdzWlLJQRhPluWLgAiIgAiIgAiIQJ0ioIMVAREQAREQAREQAREQAREQARGoVwRS9Wq2mmwFATkiIAIiIAIiIAIiIAIiIAIiIAIiIAK5T0AzFAERqBsEzCwcqFmlNTOYRUqlUoiVTqdRk/Ly8kK83UENcUWvRthppxS4mWc+DCJr6N57Dl6dWupRJREQAREQgbpGoOild/FaxwHgug4u7J6Zi/PIa7E9WtxzHhru3SKcD+LzAs8Zsc9zCcu0lJn3riKOZWY0QWaVfggoEwEREAERqJUEdFB1n0DygVT6FGfFh1npU/Qp/pBDbGdNK8Hgfu9h2ZLV3tzP20xBIUP/e47AYUc39zolERCBXCbQ+sT9cOqjlwB8/x797w83YHFl+VeYecUT+GJSIZLrB9cRiusLRR++0afcDSnph4AyERABERABPPfcczjppJNwzTXXoLy8HGvbzjnnHDz//PPo0aPH2pooLgIiIAIbRECNRUAEREAEREAEREAEREAE6hYBXl+NFR95shz732TZl21oY7FMxWVZERCB3CGgmYiACIiACIiACIiACIiACIiACIiACOQ+Ac1QBERABLYUgTlz5mDQoEHVhj/55JNx8cUXV4srIAIiIAIiIAIiIAIiIAIisPkIxPfy0FJVxWc4k+LzntSIx0tx94OlAB8K9cxc8M1c+Qduhztv3RctW2zjJSUREAEREAER+PYJ7NO/E9r2PR3Z01Uw/E0Dnrd+8NkO2OOZz2r8TQOeA6ueG+MyfKPvRkkEREAEREAEREAE6hwBHbAIiIAIiIAIiIAIiIAIiIAIiED9IpCqX9PVbLMEZERABERABERABERABERABERABERABHKfgGYoAiJQhwiY8dZlwKzSmlkom1XaVCqFdDpdo/Ly8kI8/6CGuLxXI+zU1JDhKwPPXRk6GXTvNRuvTi2FNhEQAREQgbpDYPFL72JGh9u5mIPLeVjYPeM6n2q2HZrd3QXb7NU8nAfi8wHPF0mfZZ5HKLPKc4tZ5JOGmdEEmVX6IaBMBERABESgthLQcdVxAskHUelTnFLyAVb6FH/IIbazppXgzn7vYemSVd7cP+/5e4NsCu8Z+t99OA47qrnXKYmACNQHAq1O3A+n/Oti///fE5cEnzQ/O9BdWbYcMy8fhy8mFdb4wDzXHYrri3fzzxz+SYOdWXCxzo2SCIiACNR7AkVFRfjNb36D0047DS+99NJaeey1114YPnw4Hn30UXz3u99daztViIAIiMAGElBzERABERABERABERABERCBOkSg6nVVlilOgTYpXputqmR9VZ9jxGJd7MuKgAjkBAFNQgREQAREQAREQAREQAREQAREQAREIPcJaIYiIAIisMUIDBgwAGVlZdXG79OnT7WYAiIgAiIgAiIgAiIgAiIgApuPQHwPT8JWPKfJWNV7g/i8OPXwY6UYen+pt/Vj4cOgyGRfwIEHbIs7b90XLVs08EolERABERABEag9BPbp3wltC073A8qet/wc5snPZxkU3z8Rn107tsbfNOD5kOfFpHyQ0C9p6UsiIAIiIAIiIAIiUEcI6DBFQAREQAREQAREQAREQAREQATqGYFUPZuvphsIKBMBERABERABERABERABERABERABEch9ApqhCIhAXSNgZuGQzSqtmcEsUiqVCj5tOp1GTcrLywvx/IMa4rJejbBT05T3QdjMDHGhR+/ZeHVqKbSJgAiIgAjUfgKLX3oXr3cc4Et4tI57DmSzdPPt0WLYeWi4V/Ow/sfnAZ4jYj8+b9BSZgazNQXfzMzzKJlV+lFEuQiIgAiIQO0loCOrywT4YGp8/PQplpMPrtKn+EMOsZ01rQR39n8fy5as8vM6YP5iTmMA+t19BA47qrl7SiIgAvWJQKsT98MP/3UxzHwlYKLgmWtl+VeYdcU4fDGpsMYH5rn+UFxnyIw+RZ9K+ixLIiACIlDfCIwYMQLHH388brvttnVOvUePHpgwYQIuvvjidbZTpQiIgAhsOAH1EAEREAEREAEREAEREAERqCsEql5Pjcu0sXgtln7S0q8qtkmKDFimjVW1HMdlRUAE6iIBHbMIiIAIiIAIiIAIiIAIiIAIiIAIiEDuE9AMRUAERGDLEJg0aRLuueeeaoN36tQJZ511VrW4AiIgAiIgAiIgAiIgAiIgApuHQHzvTtJmMhmwTFW9H4jPi1MPP16Kux8sA8xg8C2bmZfyD9gWg2/dFy1bNPAKJREQAREQARGofQT27t8Jbfv+yM9afuay6PjM3HEV3z8Rn187tsbfNOB5kefHpNib5aSlL4mACIiACIiACIhA7SegIxQBERABERABERABERABERABEahvBFL1bcKaLwBBEAEREAEREAEREAEREAEREAEREAERyH0CmqEIiECdJGBm4bjNKq2ZwSxSKpUKPm06nUZNysvLC/F2+Y1wWa9GaLqjgVsmwzwr93v0ehdTp5VlAzIiIAIiIAK1kUDR+Nl4reMA+LIdHu70LPjMUs23Q4t7uqDhXs3Duh+v/8lzQ3y+oKXMLJxHzCot521mNEFmlX4IKBMBERABEajdBHR0dZZA/AAqJ0Cfop98YJU+xR9yiO2saSUY1O89LC1fybcEfHvgCu8WwEC/oYfj+0c351CSCIhAPSTQ+qTv4ORHfh3WBa4rGS4MlF8YWlG2HDMvH4svJhXW+MB8aO/tuN4QXVymT7FMK4mACIhAfSIwd+5c/PKXv8T555+Pt99+e61TP/LIIzFmzBgMGTIEbdq0WWs7VYiACIjARhNQRxEQAREQAREQAREQAREQgTpBoOp11LhMS/H6K5X0WaZeuPM1fD63CPSriu1rUgyFdbEvKwIiUIcJ6NBFQAREQAREQAREQAREQAREQAREQARyn4BmKAIiIAJbiMAdd9xR48h9+vSpMa6gCIiACIiACIiACIiACIjAphOI79lJWvqZTCY841n1HiA+L06vJy+/AAAQAElEQVSNeLwUQx8oC2084xOg4RlxZgcdsC0G37ovWrZosOkHqBFEQAREQAREYAsS2Lt/J+xW0L5iD376q/CL75+Iz68dW+NvGvD8mDxf0mfHqpYxSQREQAREQAREQARqNQEdnAiIgAiIgAiIgAiIgAiIgAiIQL0jkKp3M9aEIQQiIAIiIAIiIAIiIAIiIAIiIAIiIAK5T0AzFAERqLsEzCwcvFmlNTOYRUqlUsGnpdLpNKoqLy8vxNrlN8JlvRtjp6Yp7xOGBQwI8qxHr3cxdVoZtImACIiACNQ+AkXjZ2NGhwF+YOYrtsvPA3B5Qrr59mh5Txc03Kt5WO/jdT95PojPEbSUWTSGWaX1wX1Iowkyq/RDQJkIiIAIiECtJ6ADrJsE4gdPefT0KfrJB1XpU/whh9jOnFaCQf3fx7Ilq8M5vOLMHc7hhv53H47vH92cQ0kiIAL1mEDrk76DH/7rkmrrhMGwqvwrzLpiHL6YVFjjA/NcjyiuO0RIn6JPJX2WJREQARHIZQKDBg3C8ccfj7///e9rnSavxfzxj3/E+PHj0bFjx7W2U4UIiIAIbCoB9RcBERABERABERABERABEaj9BKpeP2V5beI12Fj8LuiFu17HS0Nm4l9XvoSF84orrt/GbZI2HpNE6NNSSZ9lSQREoO4R0BGLgAiIgAiIgAiIgAiIgAiIgAiIgAjkPgHNUAREQAS2BIHRo0fj8ccfrzZ0r169cOyxx1aLKyACIiACIiACIiACIiACIrDpBKreq8NyLNrk/T70eY8QNWJUGYY8UAbzQzDz3OUJDOQfsB0G37oPWrZoAG0iIAIiIAIiUBcI7HNdZ7QpOJ2nMYTzGQ/aT29wFd8/EZ9fO3at98TyfJkUu8ZiPPZlRUAEREAEREAERKC2EtBxiYAIiIAIiIAIiIAIiIAIiIAI1D8Cqfo35Xo/YwEQAREQAREQAREQAREQAREQAREQARHIfQKaoQiIQB0nYGZhBmaV1sxgFimVSgWf/7jQ2pSXlwfWtctvhL69GqHpjgZkMi5Pbjz3Ygbde76DqdNKoU0EREAERKD2ECgaPxvTO9yODF++dsfWF26kmm2HlsO6oOFezcM6H6/3XPOTPss8X1BmFs4bZpUWvpmZ51Eyq/SjiHIREAEREIE6QECHWAcJJB80pU9xGvzxBvoUfYo/5BDbmdNKMKjfe1hWvsqb+7uD8B7B3ZAy6D/0+/j+0c1DSZkIiIAItD7pOzjpkYv9E0UVFn5NaGXpcsy6fCy+mFRY8cB8vN5wzeE6RNFnb/oUfSrpsyyJgAiIQK4RmDx5Ms4880z07dsXn3/++Vqnd8YZZ2D8+PG49tpr0ahRo7W2U4UIiIAIbAYCGkIEREAEREAEREAEREAERKCWE6h63ZRliodNy+utSfGabKwX73oD44fM8uu5GSycV4JHrxyPz+cWVVy/jftxnKqKx6elWE8riYAI1EkCOmgREAEREAEREAEREAEREAEREAEREIHcJ6AZioAIiMAWITBw4MBq4+60007o1atXtbgCIiACIiACIiACIiACIiACm04gvkeHtgYhvt8ntvF9Qg8/Xoq77i/lz37x52NcGfczboGD9t8Wd96yN1q2aLDpB6gRREAEREAERGArEtj7us7Yrc/pfj6LzmvIGj/Jofj+Cfj82jHhntj4fBifH2lrOo8yxsOPLX1JBERABERABERABGohAR2SCIiACIiACIiACIiACIiACIhAPSSQqodzrudT1vRFQAREQAREQAREQAREQAREQAREQARyn4BmKAIikAsEzCxMw6zSmhnMIqVSqeDTptNp1KS8vLwQb5ffCH17N8ZOO6WyY9IYohfQo+e7mDqtlEFJBERABETgWyZQNH42pncY4EcRrdK+7Pt6DZgZ0s23R8th52GbPZuF9T1e53kOSPos8/xAmfk4VQTfzMzzKJlV+lFEuQiIgAiIQN0goKOsawSSD5jSpziH5IOp9Ck+vBrbmdNKcGf/9/Hl0tVAOG0bzFwADMB1Qw/H949u7p6SCIiACFQSaH3Sd/DDf13iAa4Ubpi4drhWlX+FNy8fiy8mFYYH5uP1hpbi+kTRZzf6FH0q6bMsiYAIiEAuEFi+fDn+9Kc/4YQTTsC///3vtU5pl112AX8s96mnnsIxxxyz1naqEAEREIHNR0AjiYAIiIAIiIAIiIAIiIAI1GYCyeul9JPiNVaKMVoq+R3Q+LtnYcI9b4bpmX/r45dvsWhBCUb9diIWzisO12/j9uxLcayk2JllWirpsyyJgAjUFQI6ThEQAREQAREQAREQAREQAREQAREQgdwnoBmKgAiIwOYnMGzYMIwfP77awAUFBTjwwAOrxRUQAREQAREQAREQAREQARHYNALxvTlJSz/W6tWrwXt8YvHeH2rEqFIMeaCcdwjBM/A+ITNz35B/4LYYfMve2KXlNtAmAiIgAiIgAnWRwN7Xd0bbgh8hnOCArDHwVXL/RHx+7ZhwTyzPjzwv0saKz6GxhW/03SC29CUREAEREAEREAERqF0EdDQiIAIiIAIiIAIiIAIiIAIiIAL1kUD0rz3Vx5nX1zlr3iIgAiIgAiIgAiIgAiIgAiIgAiIgArlPQDMUARHIGQJmFuZiVmnNDGaRUqlU8GnT6TRqUl5eXoi3y2+Egl6N0bSpARkOm3FD0Qd69HgHU6eVRgXlIiACIiAC3wqBxeNnY1qHAdl9c432BTtKSDXbDi2HdUHDPZuFdT1e32PLc0B8PqClzCycJ8wqLXwzM8+jZFbpRxHlIiACIiACdYaADrROEUg+WEqf4gT4UCp9ij4VP7BKO2t6KQb1fx9Ly1ch4+8L/IOcd/P3CV5gsf/Q7+P7Rzf3mJIIiIAIVCfQ6qTv4OR/XezXgnzd8AWEa00kYGXZV3jzirFYNLmwxgfmo3aZ8GMzHDku06dYppVEQAREIBcIjB07FieccAL69esX1sS1zekXv/gFJkyYAP4w7traKC4CIiACm52ABhQBERABERABERABERABEai1BGq6TspYVfH7H4rf/VArV67E+HvexPihb0bf//gM+b1PrC8WlGD07yZi4byicK2CfSiOESu5D+/u47A3PV4SrvSjiHIREIFaT0AHKAIiIAIiIAIiIAIiIAIiIAIiIAIikPsENEMREAER2MwEvvzySwwcOLDaqPvttx969epVLa6ACIiACIiACIiACIiACIjAphHg/TocIWnpxwr39axeHZ7JpM/7fagRo8pw1/3l3pX39LiiFO73yd+/Me68eW/s0nIbr1cSAREQAREQgbpLYK/rO2O33u3DBDJ+rqNDQ5XcPxGfXzsm3BMbnyNpY8Xn0tiGvtlBGGNZEgEREAEREAEREIFaRUAHIwIiIAIiIAIiIAIiIAIiIAIiUC8JpOrlrOvxpDV1ERABERABERABERABERABERABERCB3CegGYqACOQWATMLEzKrtGYGs0ipVCr4tFQ6nUZV5eXlhVi7/Ebo23tbNN0p5WNG/S14CGP07Pkupk4rhTYREAEREIGtT2Dx+NmY3vEOmL/gazxAz2iQ13x77DKsCxru2Sys5/G6Hluu+/E5gJYyM5itKfhmZp5HyazSjyLKRUAEREAE6hIBHWvdIZB8oJQ+xaPnw6j0KfoUf8ghtrOml2JQ//exbMlq+IndBSCcvg1mhuuHHo7vH90c2kRABERgXQRanfQdnPzopfCVA750VAgGrCxdjjcvH4tFkwtrfGCe6xPFdYn7oE/Rp5I+y5IIiIAI1DUCH330EXr27ImzzjoLU6dOXevh5+fn4+GHH8bf/vY3fOc731lrO1WIgAiIwJYgoDFFQAREQAREQAREQAREQARqJ4Hk9VH6NYnXVquK3wVNGPYWJt7zNuAXbc38Yi1AF/SCPLa4sAyjfzcJC+cVVVy/jcfivujTxoJv9N2ElPRDQJkIiECtJqCDEwEREAEREAEREAEREAEREAEREAERyH0CmqEIiIAIbG4Ct99+O955551qwxYUFKBFixbV4gqIgAiIgAiIgAiIgAiIgAhsPIGq9+KwnBTv5aFi8R4hasToMtx1f1l2x+HOIPAmIXrtDtwOg2/ZB7u23AbaREAEREAERCAXCOx9Qxfs1ud0GE90PiHarIvS+yfis7+OrnZPbHzuTJ5X6Xv3ilS1XFEhRwREQAREQAREQAS+JQLarQiIgAiIgAiIgAiIgAiIgAiIQP0kwH/lqX7OvH7OWrMWAREQAREQAREQAREQAREQAREQARHIfQKaoQiIQA4SMItuXzartGYGs0ipVCr46XQa9GmrKi8vD4y1y2+Egl6NseOOAG9ozjivoEzI0bPHO5g6tdSjSiIgAiIgAluLwOLxszGtwwAuzMj4yxdo3zW9DFI7b4uW93RCwz2bgWs5xfW8JvEcQJlZOC+YVVofMMRoKTOjkURABERABOouAR15HSHAz13xodKnWOZDqPQp+hR/yCG2s6aXYmC/97GkfJW/NYg+r/FtQpBn/e86DN8/uhmHkkRABETgGwm0Ouk7OPGRi/0zR0i+rngXLi1uVpYux5uXj8WiyYUVD8zH6xHXJK5TFH1v7n39s0q4jsSSj5fwo4hyERABEagbBO677z4cf/zxGDp06DoP+Morr8SECRNw3nnnrbOdKkVABERgCxHQsCIgAiIgAiIgAiIgAiIgArWQAK+ZxocV+7RJ8ZpqLF5zpVauXInxw97CxHve8WutPoJfX2Ufv9LqZV57pefKxhcXlmHs1ZPxxfzicP2WY1DxuLTsH8tHDOPQUozTSiIgArWegA5QBERABERABERABERABERABERABEQg9wlohiIgAiKwWQl88MEHGDRoULUxjz76aPTs2bNaXAEREAEREAEREAEREAEREIGNJxDfg0Nbk3gPT1ag5f091IhRZRh8Xxmyj3L6AWTc95Kngw7YFnfevDd2adnA40oiIAIiIAIikDsE9r6hC3brfbpPyM97vB/WPSaeQ8semIjPrx2zXvfEsn2suD+tJAIiIAIiIAIiIAK1gIAOQQREQAREQAREQAREQAREQAREoJ4SSNXTedfTaWvaIiACIiACIiACIiACIiACIiACIiACuU9AMxQBEchVAmYWpmZWac0MZpFSqVTw0+k01qa8vLxQ1y6/ES7rsx2a7piChVEBM3ouT716vYPp08qgTQREQAREYMsTKJowB9M7DoT5C74WW8UuDelm26HV8PPQcM/mYf1Oru/xms71n3Faysx8mDUF38zM8yiZVfpRRLkIiIAIiEDdI6AjrgsE+DBpfJz0KZb54w30KfpJ8QcdZk0vxcD+/8PSJavAs7ZZyJE1uG7I93H4Mc05lCQCIiAC602g9cn748R/XQLjy7wb5T58cVlZuhxvXT4WiyYXhgfmk+sSfa5XFH3vGf4BKZbpU0mfZUkEREAEajOBN954A+eeey4uueQSvPfee2s91BNPH0Fi/QAAEABJREFUPBHPPvssbr31Vuy8885rbacKERABEdiyBDS6CIiACIiACIiACIiACIhAbSNQ0/VQxpLitdRY/O4n1sTh72DyvbMBvz7rl2YBdyps1vcqmHnu8hxF75XjiWumYOG8oorrtxwvHp82uW/4xrKbkJJ+CCgTARGohQR0SCIgAiIgAiIgAiIgAiIgAiIgAiIgArlPQDMUAREQgc1LYMCAAVi4cGG1Qfv06QM+Z1qtQgEREAEREAEREAEREAEREIGNIhDfe5O09GPx3p1KrQ739/DenhGjyzD4/vJwHxDvAYp2buAr/8BtcdfNe2PXlg2isHIREAEREAERyDECe93QBa17nw4znvmyk3MfMJTePwELrx0Tzpk8h/K8SRsrPsfGFr7RdxN+44BWEgEREAEREAEREIFvl4D2LgIiIAIiIAIiIAIiIAIiIAIiUF8JpOrrxOvlvDVpERABERABERABERABERABERABERCB3CegGYqACOQ0ATML8zOrtGYGs0h8IN/MwoP56XQaNSkvLy/E8/MboW+fbbHjjgZuGWTcuDzR7dHjLUyfVuoxJREQAREQgS1FYPGEOZj6kwG+7EarsDtMYXepnbfFrvd2wTZ7NAvrdrx+x5ZrPNf92NI3s4pzglnkczAzowkyq/RDQJkIiIAIiEDdJKCjrvUE4gdIeaD0Kfp86JQ+RZ/iA6mxZk0vxR393seS8pVsHt4bsC0y/n7BP69dd9dhOPyY5qFOmQiIgAhsKIHWJ++PE0de7EuKLyi+rsBXmbDGuF1R+iXevGwMFk0uDA/Mx+sS1ymK7Sj63C99ij6V9FmWREAE6haB0tJSzJw5M+f1yiuvoLi4GE2bNl3rf6AddtgBN9xwA1588UWceuqpa22nChEQARHYKgS0ExEQAREQAREQAREQAREQgVpFoOp1UJaritdQk4qvtU4c/g4mDnvH58Prs5GJrtG676nPuJ+hYNw5frXWo/H1W48zsGhBKZ78/cv4Yn5xuH6bHD/2k8cRuoUx6MXjRb5yERCBWkhAhyQCIiACIiACIiACIiACIiACIiACIpD7BDRDERABEdiMBGbMmIFBgwZVG7FDhw7o0qVLtbgCIiACIiACIiACIiACIiACG0eA9+OwZ9LSjxXftxPbVatWhXt7Hh5VhsH3lXtXPhvuci9KGeQf0BiDb94bu7RsEIWUi4AIiIAIiECOEtj7xvPQuld73ga75gwzQMl9E/D5taPDeZPnUd5rSxsrPtfGlgPQT1r6kgiIgAiIgAiIgAh8KwS0UxEQAREQAREQAREQAREQAREQgXpLIFVvZ14PJ64pi4AIiIAIiIAIiIAIiIAIiIAIiIAI5D4BzVAERCD3CZhZmKRZpTUzmEVKpVLBp6XS6TSqKi8vL8Ty8xuhb5/t0XRH7wvzcV2eItfQs+c7mD6t1ONKIiACIiACm5vA4glzMK3DHQDXbxjcuM9kSDfbDq2Gd0HDPZqF9Tpet2PLdT1e42kpM46xpuCbmXkeJbNKP4ooFwEREAERqKsEdNy1m0D84CiPkj5Fnw+b0qfoU/GDqLQzp5fijv7/w9Ilq2H+Yh/zzMxz1/VDDsPhxzT3iJIIiIAIbDyBVj/cHyf961LA1xX45itMyA2GVWXL8dblY7BocmGND8xz/aK4fnkn0KfoU0mfZUkERKBuEVi5ciVyXQ0aNECTJk3W+h/mnHPOwYQJE3D11VevtY0qREAERGBrEtC+REAEREAEREAEREAEREAEag+B5PVP+jWJ106T4vc/1MTh72DisNk+GYuUNfDrtGaGgnE/Q5t2LbCbq2DcOR42hJfFzQ2LC8vw1O9fxhfzi8P1W46b3Bf95DF5z3ANl5ZiHa0kAiJQ+wjoiERABERABERABERABERABERABERABHKfgGYoAiIgApuTwIABA8DvBaqO2adPn6ohlUVABERABERABERABERABDaSQNV7bVhOiu/JWaaleC8PNWJMOQY/UA6E+34MZi74ZkC7A7bDnTfthV1bNvCAkgiIgAiIgAjkPoG9bjwPu/U+PUzUT4XBwh0/PaLs/on4ot+YcE8sz6VVxfNsUlHnKGc88pSLgAiIgAiIgAiIwNYnoD2KgAiIgAiIgAiIgAiIgAiIgAjUXwKp+jv1ejdzTVgEREAEREAEREAEREAEREAEREAERCD3CWiGIiAC9YSAmYWZmlVaM4NZpFQqFfx0Og36tFWVl5cHxvLzG6Kgz/ZosqP5mBmAyYVMxlMGPXq8jenTSr1OSQREQAREYHMRWDxhDqb+5I6wzvJhklgeQKpZY+x6b2c03KNZWKfj9Tq2XLtjcY2nzCys+2aVlsdqZjRBZpV+CCgTAREQARGoywR07LWYAM/r8eHRp1jmw6b0KfoUf8ghtjOnl+KO/u9jafkqb+6fx/jhLHj+Mc0/n11/12E4/JjmHlESAREQgU0n0Ork/XHiyEvWGChcDvLIytLleOuy0Vg0ubDigfl4veKaxXWMou/N/WOMr1m+TtGnWEcriYAIiEBdIrDXXnth+PDhePTRR/G9732vLh26jlUERCC3CWh2IiACIiACIiACIiACIiACtYRA8rpn7NMmxWumSfG6KjXxvncx8d7ZPhO/ChuupdJGRb/AioKxP0Wbdi08EKXd3O8z7hyv4rVXj4XmzDJYNL8ET10zBQvnF4d/2IfjJ/dJP3lM3juMQ0uxjlYSARGoVQR0MCIgAiIgAiIgAiIgAiIgAiIgAiIgArlPQDMUAREQgc1G4Omnn8ZDDz1Ubbxf//rXOOWUU6rFFRABERABERABERABERABEdhwAvE9NrQ1iffoUPG9O7SrVq3CiNFluHN4GfiIOG8Tqujrh5C/f2PcedOeaLXLNl5SEgEREAEREIH6Q2CvG89D697ts/ez8n5YP1XS+MmyZPh4fP7X0eE3DXg+5fk1qYpzqbdN+qTHMq0kAiIgAiIgAiIgAluZgHYnAiIgAiIgAiIgAiIgAiIgAiJQjwmk6vHc69nUNV0REAEREAEREAEREAEREAEREAEREIHcJ6AZioAI1CcCZhama1ZpzQxmkVKpVPDT6TTWpry8vFCXn98Qfftsjx13TAHmyeU5zAwGoGePtzF9Wql7SiIgAiIgAptKYPGEOZjaYSC4wJoZzLKCId1sO7S6twsa7tEMXKMpruGxpc/1Pbb0zbL9Exa+mZnnUTKr9KOIchEQAREQgbpNQEdfWwkkHxClT/FY+YApfYo+FT98SjtzeikG9v8fli1ZDX9LAHhmLvhmrhuGfB+HH9PMPSUREAER2HwEWv1wf5z4r0uB7OcFrjcGA1yryr7C25ePwaLJheGB+eS6RZ/rGUUfvtGn3A0p6YeAMhEQARGoxQR69OiBCRMm4OKLL67FR6lDEwERqJ8ENGsREAEREAEREAEREAEREIHaQKCm652MJcVrpUnx+x9q4n3vYuK9s/2qa3Ym4XqsX4f1xGDfcT9Dm3YtspWVZjeP9R53DpsgkblvWFxYhn9fMwVfzC8K12+5n+S+6SePDb6x7CakpB8CykRABL5lAtq9CIiACIiACIiACIiACIiACIiACIhA7hPQDEVABERg8xEYOHBgtcEaN26M3r17V4srIAIiIAIiIAIiIAIiIAIisOEE4ntrkpZ+LN6bkxTv3aFGjCnHnfcvAXh/kMXGvGhod8C2GHzTXmi1yzbQJgIiIAIiIAL1kcBeN56P1r3b+9QNYAoKGcrun4Av+o1Zr3tieT6Gb1Wth5REQAREQAREQAREYCsR0G5EQAREQAREQAREQAREQAREQATqM4FUfZ58vZq7JisCIiACIiACIiACIiACIiACIiACIpD7BDRDERCBekfAzMKczSqtmcEsUiqVCj5tOp1GTcrLywvx/PyGKOizPXZsYkCGw2bAG5yD68WePd7C9Gml7imJgAiIgAhsLIHFE+bg1Q53eHdfXaPka2603qaabYtW93ZGwz2aIV6bq67b8XpOS5lZWOfNKq0PHmK0lJnRSCIgAiIgArlEQHOplQT4+Sk+MPoUy6tXr44+W2UyoJ8Uf9Bh1owyDLzuAywpX+XtvIe/R/A3CP6xLDjoP/hQHH5MM69QEgEREIHNT6DVyfvj+BEX+8CZsO5Ea5f7vmatLPkSb18+BounFIYH5pPrF322pej7AL6GRf3oU6yjlURABESgthI48sgjMWbMGAwZMgRt2rSprYep4xIBEajPBDR3ERABERABERABERABERCBb51A1eucLFcVr5Emxe9/qAn3vYsJw2bzax+//hpPhd//uDz1HftTtGnXIq6oZtsc3BK9xp0T+mczb+MdfbTFC0rx1DVT8MWC4nD9lvtLHgP95HF6x3ANl5ZiHa0kAiJQCwjoEERABERABERABERABERABERABERABHKfgGYoAiIgApuJwN///nc888wz1UYrKCjAoYceWi2ugAiIgAiIgAiIgAiIgAiIwIYRiO+pSVr6seJ7cmgp3rNDjRhdhkH3lWfvz8lEt/q4oZO/f2MMvmlPtNplmw07GLUWAREQAREQgRwjsNdNF6BVr9N4evRzppuMnywpn2fp8PH44toxFffE8vzKc22s+FwcW+/iY3h/dxhzoyQCIiACIiACIiACW4eA9iICIiACIiACIiACIiACIiACIlCvCaTq9ezr0eQ1VREQAREQAREQAREQAREQAREQAREQgdwnoBmKgAjUTwJmFiZuVmnNDGaRUqlU8GnT6TRqUl5eXojn5zdEQcEO2LFpCt7Jk48BwACXoVePtzF9Wgm0iYAIiIAIbDiBxRPm4NWOA8N6Cs+zyV3DkrwV+Kznd9Bwj2aI1+Sq63W8jtNSZgazNQXfzMzzKJlV+lFEuQiIgAiIQC4Q0BxqH4HkA6H0KR4lHyalT9Gn+KBprFkzynBH/w+wpHwV/MSOcObOZual6wYfiiOPbQ5tIiACIrAlCbQ+5QCcMPJSX3V85bFoT2buuFaWfom3LxuDxVMKa3xgnusbxfWNPelT9Kmkz7IkAiIgArWFwIknnojx48ejY8eOteWQdBwiIAIiUI2AAiIgAiIgAiIgAiIgAiIgAt8ugeT1Tfo1iddGk4q/A5p4/2xMuncO/DIrwMutzFzmYuCycT9Fm3Yt8E1bm4Nbove4c7yXAfFgoA8UFZbh6WumYNGC4orrt8ljoZ88ZvjGspuQkn4IKBMBEfhWCGinIiACIiACIiACIiACIiACIiACIiACuU9AMxQBERCBzUVg0KBB1YZq27YtevXqVS2ugAiIgAiIgAiIgAiIgAiIwIYRiO+lSVr6sXgvDsX7g2JLf+TYJRh0/xKY784s5ODtPVT+Adti8E17odUu20CbCIiACIiACIgAsNdNF6B17/bgKdPM3LoIxoDS+8bji35jwj2x8bmWNlZ8To4tu9FPWvqSCIiACIiACIiACGxJAhpbBERABERABERABERABERABCx9mtUAABAASURBVESgfhNI1e/p15vZa6IiIAIiIAIiIAIiIAIiIAIiIAIiIAK5T0AzFAERqMcEzCzM3qzSmll0Y7PbVCoVfFoqnU6jqvLy8kIsP78hevfeDk12AHhjc8ZHjhTlvbq/henTSjyqJAIiIAIisL4EFk2Yg1c6DPSFlSlaT+HGE4pXL0NByWPo0/9qjBo1KqzFXKO5LlP047WbljKrXOPNIp/HYmY0QWaVfggoEwEREAERyBUCmkctI8DPTfEh0adY5kOk9Cn6FH/IIbazZpRhQP//obx8pb9B8HcFmQzfHrjP3hlcN/h7OPLY5ixIIiACIrDFCbQ65QAcP/KSaB3yvfmS5LknX55WlHyJty8bjcVTCmt8YJ7rHMX1zXuAPkWfSvosSyIgAiJQGwicfPLJaNSoUW04FB2DCIiACKyNgOIiIAIiIAIiIAIiIAIiIALfIoHkdc3Yp02K10ST4vdA1MT7Z2P8Pe9mr5X6JPyCayZcffXc/cvGno027Vp4xfql3Q5uiV7jzvHvkPyCrff3Udz35MVFC0rx9O+n4IsFxeH6LfefPCb6yWPmHlmmpZI+y5IIiMBWJ6AdioAIiIAIiIAIiIAIiIAIiIAIiIAI5D4BzVAEREAENguB2267DTNmzKg2VkFBAdq2bVstroAIiIAIiIAIiIAIiIAIiMD6E6h6Dw3LSfEenKR4jw41Ykw57hhexjuDImUy0U09bvL3b4y7btoLrXZpsP4HopYiIAIiIAIiUA8I7HnTBWjVq332PttwV6yfPznxDEqHv4Qvrh0d7olNnntjP3l+ps9esaqW47isCIiACIiACIiACGxGAhpKBERABERABERABERABERABESgnhNI1fP515Ppa5oiIAIiIAIiIAIiIAIiIAIiIAIiIAK5T0AzFAERqO8EzCwgMKu0ZgazSKlUKvjpdBr0aasqLy8PjLVr1wgFBTtgxx1TsDAq3NJz+Xi9e7yNGdNLoU0EREAEROCbCSyeOBdTOw7ydTRqa8Ez0JRkvsSVS8fg09VlKC0txVVXXYUBAwYgXo+5Jsfi2k2ZGczWFHwzM8+jZFbpRxHlIiACIiACuUNAM6lNBJIPgNKneHx8eJQ+RZ/iDznEdtaMMgy47gMsKV+FcNb2c7eZwRNgwPV3HYYjj20ObSIgAiKwNQm0OuUAnDDyUl+GDGE94s7dMTOsLF2Ody4bg8VTCisemI/XNa5tXO8o+uxGn6JPJX2WJREQAREQAREQAREQgW8ioHoREAEREAEREAEREAEREIFvi0BN1zMZS4rXQpPi9VJqwv2zMWHYbL/GyuusLk7Cr7EarevycT9Dm3Yt3NuwtNvBLdFrXCf4wDB/hWRedGfxglL85/dTsGhBcbh+y+NIHhv95LHDN5bdhJT0Q0CZCIjAViSgXYmACIiACIiACIiACIiACIiACIiACOQ+Ac1QBERABDadwBdffIFBgwZVG+jQQw9Fz549q8UVEAEREAEREAEREAEREAERWH8C8b0ztDWJ994kxXtzqBFjyzHwviWw8ILnLjNmaHfgtrjrpr3QapcG0CYCIiACIiACIlCdwJ43XYBWvdoDPHci3gx8ld03Hov6j1mve2KT526OwjKtJAIiIAIiIAIiIAJbhoBGFQEREAEREAEREAEREAEREAERqO8EUvUdQL2YvyYpAiIgAiIgAiIgAiIgAiIgAiIgAiKQ+wQ0QxEQARFIEDCzUDIzmFUqlUqFcjqdxtqUl5cX6vLbNUKfPtujSRMLY2WQcevy5A56dXsTM6aX0pVEQAREQATWQmDxxLl45Sd3gA+GZJdPX03pZVC8ehmuXDIan64uW6P3gAED0LdvXxQXF4PrNtdrWsrMwjpuVmnZ2cxogswq/RBQJgIiIAIikFsENJtaQ4Dn9/hg6FMs80cc6FP0k+IPOsyaUYbb+/8PS8pWwt8YIONvDdg2EnD9nYfiyGOacShJBERABLY6gVanHIDjRl7ia1NYnHyd8itCvlBxjVpRsgxv9x2NxVMKwwPzyfWNPttQ9Hng9Cn6VNJnWRIBERABERABERABEVgHAVWJgAiIgAiIgAiIgAiIgAh8KwSqXsdkuap4DTQpfv9DTXxgDiYMm82vf8I11tCPs+DlVreXj/0p2rRr7t7Gpd0OboGeY8/xztkB3fOLuL4vYPH8Ujz9+yn4YkFxuH7L40keI/1wPNnrvezKMi2V9FmWREAEthIB7UYEREAEREAEREAEREAEREAEREAERCD3CWiGIiACIrAZCNx+++344IMPqo1UUFCAbbfdtlpcAREQAREQAREQAREQAREQgfUjEN8zk7T0Y/Gem6R4Tw41Ykw5Bg5f4jvJgC8ED2C//P0b464b90SrXRp4VEkEREAEREAERGBtBPa6+edo1fO0NaozXqJK730Ji/qNWa97Ynn+9W7hPJy09CUREAEREAEREAER2KwENJgIiIAIiIAIiIAIiIAIiIAIiEC9J5Cq9wTqAQBNUQREQAREQAREQAREQAREQAREQAREIPcJaIYiIAIiQAJmRhNkFvlmBrNKpVKpUKZNp9OoSXl5eSGe364R+hTsgB139P4wH9fgQ7n15E7v7m9hxvRSLyiJgAiIgAhUJbB44ly80mEguHCa+foJ3wwwf6V33hZf/f4IlDRcgZq2kSNH4qKLLsLMmTPB9Zoy855VxL5mRhNkVumHgDIREAEREIGcI6AJ1Q4C8QOgPBr6FH3+iAN9ij7FH3KINXNGGQZc9wGWlK/25n7eZgoKGW6461AceWwzr1MSAREQgW+PQKtTDsDxj3QF+PkiWp5g/oKXV5V+iXcuG43FUworHpjnGsf1juL6R9GHb/Qpd0NK+iGgTAREQAREQAREQAREoEYCCoqACIiACIiACIiACIiACGx9AlWvX7JcVbz2mRSvj1ITH5iD8ffMDgdtnpuZX1J1uQ8Drhj7U7Rp15ylTVKbQ3ZBj7GdwDHBLbsfukULSvHM76dg0YLiiuu3yWOln5wP+7BMSyV9liUREIEtT0B7EAEREAEREAEREAEREAEREAEREAERyH0CmqEIiIAIbCqBt99+G4MGDao2zGmnnYZf/epX1eIKiIAIiIAIiIAIiIAIiIAIrB+B+F6ZpKUfK77XhpbiPULUyHFLMPD+JYju3zE3BvhmrnYHbou7btwDrXZp4CUlERABERABERCBbyKw580/R6te7eEnVHDj+TRW2fCXsLj/mIp7Ynke5jk5VnzOji37009a+pIIiIAIiIAIiIAIbC4CGkcEREAEREAEREAEREAEREAEREAEUkKQ8wQ0QREQAREQAREQAREQAREQAREQAREQgdwnoBmKgAiIQAUBM4OZhbJZpTWzEDczpFKp4NNS6XQaVZWXlxdi+e0aoXefHbBDE/iWAW9uptzxlEGvbrMwY3qp1ymJgAiIgAjEBBZPnIuXfzLQ10m4smsnKzNAaqfGaD28M44753Q8/fTTyM/PZ001TZo0Cb/4xS8wZsyYsGab2RqWHcyMJsis0g8BZSIgAiIgArlIQHOqBQTC56HscdCnWORDovQp+lT8ACntzBllGND/A5SXrfLm/qYAriiF9ws3DP4ejjymmdcpiYAIiMC3T6DVKQfg+JGX+gcaT75WhSNy6wkrS77EO31HYfGUwvDAfHK9o891kKLPfvQp+lTSZ1kSAREQAREQAREQARGoRkABERABERABERABERABERCBrUwged2Sfk3iNc+k+P0PNeGBOXjpnnf9mx/eH+LXVP3YK/q7f8WYs9GmXXP3Nk9qc0hL9Bjbyb9f8vEy3KcruBksml+C/1wzGV8sKArXb3l8yWOmX3Fs3te7+Ti88kvPjz0bi0rKRUAEtjABDS8CIiACIiACIiACIiACIiACIiACIpD7BDRDERABEdhkAnfccQeWLVtWbZw+ffpUiykgAiIgAiIgAiIgAiIgAiKwfgR4/0yyJctJxffYxPfe0FIjxi7BgHvLEW6xCbfc8L6dDOjmH9AYd92wB1rvuk1yaPkiIAIiIAIiIALfQGDPm3+OXXu291bZ86qfWD35+TaD0mEvYlG/0eGeWJ6fqyp5/qbvg1SkquWKCjkiIAIiIAIiIAIisHEE1EsEREAEREAEREAEREAEREAEREAEkBKDXCeg+YmACIiACIiACIiACIiACIiACIiACOQ+Ac1QBERABKoTMLMQNKu0ZgazSKlUKvjpdBr0aasqLy8PjOW3a4Q+BU3QZMcUvJMnc+spGEPvbm9ixvQSaBMBERABEQAWTZyLlzsMArhGBhnMXADSO2+L3e7rjEa77wyusXvvvTeeffZZdOzY0Wurp/fffx8XXHAB+CMtZhaN45YtzYwmyKzSDwFlIiACIiACOUpA0/q2CSQf8KRP8Zj4kCh9ij7FH3KI7cwZZRhw3QdYUr4KPGtbNqcxH+CGwd/Dkcc0c09JBERABGoPgV1POQDHjbwUZlyp4NYF+oaVpcvx7mWjsXhKYcUD8/G6x7WP6yFFH77Rp9wNKemHgDIREAEREAEREAEREIEEAbkiIAIiIAIiIAIiIAIiIAJbk0DyemXs0ybFa51J8XooNeGBORg/bLYfrvnVU5fBrcuvq5oZrhx7Ntq0a47NvbU5pCV6juvkwxrMXJEHc7t4QSmeuWYKFhcWh+u3PM7ksdNPzs27hB9JpaVYRyuJgAhsaQIaXwREQAREQAREQAREQAREQAREQAREIPcJaIYiIAIisGkEXnrpJQwfPrzaIOeffz5+/OMfV4srIAIiIAIiIAIiIAIiIAIi8M0E4ntjaGsS762h4ntuaKmR45bgjvuWANl7dcAbdTwzGA4+oDHuunEPtN51G2gTAREQAREQARHYcAJ73vxz7NqzfXRmDedYwMwdV9nwl7C435j1uic2eW6Hbyy7URIBERABERABERCBzUBAQ4iACIiACIiACIiACIiACIiACIgAkBKEHCeg6YmACIiACIiACIiACIiACIiACIiACOQ+Ac1QBERABNZCwMxCjVmlNbNwU7OZIZVKBT+dTgeftqry8vLAWH67RujdZwc0aWIIWwbIUPDM1bvbm5gxvSRUKRMBERCB+kpg0cS5eLnDQJ++r41MLi6WfBAktXNj7Da8ExrtvjPitZXrK/377rsPv/3tb71f9cS+V111FS6//HJ8/fXXoYFZdi32klml70UlERABERCBXCaguX2rBHhOjg+APsUyf8SBPkU/Kf6gw6zXyjHgug9RXrbKPzn55yjvxLbB8/cK19/5XfzfsZv/H37x3SiJgAiIwCYTaHXqgTh2xCW+fmX8o43LvbB+uV1RsgzvXjYKRVMKwwPzyfWPPtc6ij4PhD5Fn0r6LEsiIAIiIAIiIAIiIAJZAjIiIAIiIAIiIAIiIAIiIAJbjUBN1ykZS4rXOJPi9z/UxAfn4qV7ZkeXTP2I/Wsfz7PFTAaXjzkLbdptue+AdjukJXrBOicnAAAQAElEQVSM6xSu3XLH3D9Ff/H8Ejx99WQsKiwO1295vMk50E/OkX1YpqWSPsuSCIjAFiCgIUVABERABERABERABERABERABERABHKfgGYoAiIgAptI4I477qhxhN69e9cYV1AEREAEREAEREAEREAERGDdBOJ7YpKWfizeU5MU77mhRoxdgtuHL4nu08lkEO7RyWb5BzTCXTfuida7bLPunatWBERABERABERgnQT2vOVC7NLztOg86y15fg535fo5t/TeF7G43+j1uic26uc9/Zztw0TnbzqSCIiACIiACIiACGwKAfUVAREQAREQAREQAREQAREQAREQASeQcinlMAFNTQREQAREQAREQAREQAREQAREQAREIPcJaIYiIAIisC4CZhaqzSqtmcEsUiqVCn46ncbalJeXF+ry2zVC74Im2KGJwTt5MoQXxwLQp9ubeG16iXtKIiACIlD/CCyaOBcvdxgU1kV4HpIB8DUyvdO2aDO8MxrtvjPiNZVrbtL/wx/+gPvuuw9r2wYPHozOnTtj3rx5FU3MuIOKohwREAEREIEcJ6DpfXsE4gc8eQT0Kfr8EQf6FP1Y/DEHatZr5bj9ug9RXrYKFl7sBZgZAMMNg7+H/zt2y/3DL9AmAiIgApuBQKtTD8RxI7vCzGAV45n7hpUlX+Ldy0ej6OXCGh+Y5/pIcX1kV/oUfSrpsyyJgAh8ewT4/+Pw4cPRrVu3oO7du+OVV17ZqAPi+6DkWH379l3jesZGDapOIiACIlCPCGiqIiACIiACIiACIiACIiACW4cAr4ck98RyVfHaZlK87kFNeHAuXrxnNuDXTYMAGKKN9oqxZ6Ntuy3/HdBuh7RE97Gdwo7DobjH/ZsZihaU4pmrJ2FxYXGN1285r+R8vesaP3LKOsYkERCBLUNAo4qACIiACIiACIiACIiACIiACIiACOQ+Ac1QBERABDaFwKOPPoqxY8dWG4L3ZB511FHV4gqIgAiIgAiIgAiIgAiIgAism0B8L0zS0o8V30tDS/EeIWrkE0sx4L4l4d4gMwNcntwC7Q7YFkNu3BOtd2kAbSIgAiIgAiIgAptOYM9bLkSrnu3hZ1yYhRxwQ7ds+EtY3G/0et0Ty/M7fKtqPaQkAiIgAiIgAiIgAhtFQJ1EQAREYHMQ4GcUKROeYRQHcdDfgP4G9DegvwH9DehvYHP9DWyO92kbMkZqQxqrbZ0joAMWAREQAREQAREQAREQAREQAREQARHIfQKaoQiIgAh8IwEzC23MKq2ZwSxSKpUKPi2VTqdRVXl5eSGW364RevXZATvsgOjLcmS/IAh7AHp3nYXXZ5RmSzIiIAIiUD8ILJ40D1M6DAqT9VXRbcYXSU9uUk0boe39ndFo950Rr6VcY5N+vPaed955mDRpEvbYYw8fo3p64okn0LlzZzz77LNh3a7eQhEREAEREIEcJqCpfUsEeENQvGv6FMv88Qb6FH2KP+QQa9Zr5bit/wcoL13pzfkOgXLXE70b7vwu/u/YZl5SEgEREIHaT6DVqQfimBGX+lWgKsfqn3lWFC/Du31HoWhKYcUD81wLuS5SmYyvei767B2X6VMs00oiIALfLgEzQ4cOHbDzzjuHA+H/m0899RQWLVoUyhuSvfbaa3j99dcruvzoRz/CvvvuW1GWIwIiIAIisE4CqhQBERABERABERABERABEdgKBHjtI94N/ZrEa5pJ8bonNeHBOXjx7tkIF0z92if7suBXQuFFXDHmLLRt1zwefovbNt/dBd3GdPJ9+xH4NVtPwfcMi+eX4j9XT8KiwuKK67fJOdHn8cfiwdKnpZI+y5IIiMBmI6CBREAEREAEREAEREAEREAEREAEREAEcp+AZigCIiACm0Rg4MCB1fq3aNECvXr1qhZXQAREQAREQAREQAREQAREYN0Eqt4Dw3JS8T00vDeIPi01ctwS3HZvOW8N4q04roz70T067fZvjCE37oHWuzRY985VKwIiIAIiIAIisEEE9rjlQuzSo33FeZf36/L+XA+g7N4Xsbjf6PW6J5bn+uSOq5aTdfJFQAREQAREQARE4BsIqFoEREAENpgAP4NU1QYPog4iIAIiIAIiIAIiIALfSCD5nusbG2+GBqnNMIaGqLUEdGAiIAIiIAIiIAIiIAIiIAIiIAIiIAK5T0AzFAEREIH1I2BmoaFZpTUzmEVKpVLBT6fToE9bVXl5eWCs3cGN0bugCZo08b4wgGMgu7nfu+ssvD6jNBuQEQEREIHcJrB40jxM6TAIvhqGiVrwDDTpnRqj7f1d0LDtTojXUK6jST9ec2mpI444AtOnT8epp56KmraZM2eic+fOuPfee2uqVkwEREAERCBnCWhi3wYB3sQT75c+xTJ/vIE+RZ/iDznEdtZr5bj9ug+xpHwV+J6AmZkF1wDceOf38H/HNnNPSQREQATqDoFWpx6I40Z29QPmSuaGKaxthpUlX2L25aNQNKUwPDAfr4e0FNdLij670afoU0mfZUkERODbIdCyZUt07NgRZtH/5wsXLsS///3v8P/1+h7RokWLMG7cOKxcuTJ0OfDAA3HCCSdUjBmCykRABERABNZBQFUiIAIiIAIiIAIiIAIiIAJbmkDyemTs0ybFa5lJ8XsgauLf5uLFe+YCvHxCAcFlbu79ZuxZaNuuObb21uZ7u6Db2M7IXtZxa/AM3IoWlOKZqydhUWFxuM7DeSTnRj85d/ZhmZZK+ixLIiACm4OAxhABERABERABERABERABERABERABEch9ApqhCIiACGw8gSFDhmDy5MnVBigoKMB+++1XLa6ACIiACIiACIiACIiACIjA2gkk732hX1XxvTPxPTW01MhxS3Hb8KUwf4VkgFnIcPABjTHkxj3QepcG0CYCIiACIiACIrD5Cexx64XYtWd7+MnX5clPwZ570VB+74so6j9mve6Jjc/7yG4sZ10ZERABERABERABEdgAAmoqAiIgAhtGYF2fPVgnZSAGYqC/Af0N6G9AfwP6G9DfwKb+DdT0Di05Zk31myOW2hyDaIxaSkCHJQIiIAIiIAIiIAIiIAIiIAIiIAIikPsENEMREAER2AACZuEO5nADM7uZWfDNIptKpUI5nU6DPm1V5eXlgbH8gxujV0ET7NDE4N+YI8MBg+hl0PvSmXh9emmIKBMBERCBXCWwaNI8TP7JIF8G/cvS7CQjL4NU08Zoe39nNGq7E+K1k+tn0o/XWlrKzMI63LRpUzz99NPo1atXdtQ1TWlpKbp27Yo//OEPa1aoJAIiIAIikLsENLOtToA37cQ7pU+xHP+QA8v0k+IPOsx6rRy39v8AZaUr/T2C9+BHJP/ExPZ0b7jzu/i/Y5t5hZIIiIAI1D0Cu556II4deWn2WpB/+slUakXRMrx72eMomlIYHphPro/0wzro7elz5nGZPsUyrSQCIvDtEjjiiCNw+OGHVxzE1KlT8fbbb1eU1+XwvdAzzzyDhQsXhmZNmjTBWWedhcaNG4eyMhEQAREQgfUgoCYiIAIiIAIiIAIiIAIiIAJblEBN1yEZS4rXMJPiNQ9qwt/m4vmhs/34/BsfT/71j/t+uTTkwJVjOqJtu+bZ0tY3bb67C7qO6Rx2zPlUHJkfa9H8Ejx79UQsWlAMzo3zoU2KfWJxEPq0VNJnWRIBEdhEAuouAiIgAiIgAiIgAiIgAiIgAiIgAiKQ+wQ0QxEQARHYSALl5eUYOHBgtd4HHnggevbsWS2ugAiIgAiIgAiIgAiIgAiIwNoJxPe80Nak+N6Z+F4aWmrEuCW4bfgSHzgTyY0ncIx2+zfCkBv3QOtdGgBeqyQCIiACIiACIrBlCOxx6y+wS/fTwu2wGZ6IfTe0dMuGvYCi/qPDbxrw3E3F53VanrNrkg8Rzue0kgiIgAiIgAiIgAisNwE1FAEREIH1JBB/Dkk2j2Oxjevismzlb9iJhVjob0B/A/ob0N+A/gb0N7C+fwN8T1W1LWNJsT5Z3lx+anMNpHFqHwEdkQiIgAiIgAiIgAiIgAiIgAiIgAiIQO4T0AxFQAREYEMJmFnoYlZpzQxmkVKpVPDT6TTWpry8vFCXf3Bj9CpogiZNUvDePi5zC9YD6NNtJl6fXuJlJREQARHIPQKLJs3DlA6DwPXOzGjAjV56p22x+/2d0ajtTojXTK6pSZ/rLWO0lJn3rKJBgwbV+GMt3A913XXX4cILL8Rnn33GoiQCIiACIpDDBDS1rUsgeZMOfYpHkHzQk34sPgxKzXqtHLdd9yGWlK8G/LwOA4I8M9eNgw7B/x3bDNpEQAREoC4T2PXUA3HMyK6+qvnKZkBY7qIMK4u/xOzLRqFoSmHFA/PxWknL9ZSiD9/oU+6GlPRDQJkIiMBWJ8BrFR06dMDOO+8c9r1ixQqMHj0aJSUlobyu7O2338bLL78cmpgZTjnlFOyxxx6hrEwEREAERGD9CKiVCIiACIiACIiACIiACIjAliNQ9fojy1XFa5dJ8fsfasLf5uKFu+f49VC/KAqDX/oADL4ZzAy/GdMRbds19/K3m9p8bxd0G9s5HBPAYwPcAJ4VLSjDs9dMxBcLisA5cl60SSV5wDeW3YSU9ENAmQiIwEYTUEcREAEREAEREAEREAEREAEREAEREIHcJ6AZioAIiMDGErj99tsxd+7cat0LCgoq7u2sVqmACIiACIiACIiACIiACIhANQLxvS5JSz8W75mhT0vxXhpq5BNLcfvwpYAxeRY5zHHwAdtiyA27o/UuDcBNEgEREAEREAER2LIE9rjtF9ilZ3tYfEp26ynstHzYiyjqPyb8pkF8LqeNxfN8UuzEctLSl0RABERABERABETgmwioXgREQATWh0D8eSNuyzLFMm1S/NySLMvPQAzEQH8D+hvQ34D+BvQ3oL+BDfkbqPp+qup7LpapeEz6m0upzTWQxql1BHRAIiACIiACIiACIiACIiACIiACIiACuU9AMxQBERCBjSJgFt2+bFZpzQxmkVKpVPBpKf6jT1WVl5cHxvIPboyeBU2w/Q48lOyXA8ggJDe9u87E69O/+R+HYm9JBERABOoKgUWT5mHyTwYh4+tc/AWeu+HwU00boe19ndCo7U6I10qul0nFaystZRatv2aVloOZGfr06YP//Oc/2HHHHRmqpn/+85/o1KkTXn311Wp1CoiACIiACOQMAU1kKxLguT3eHX2K5eTNPfQp/pBDrJmvleHW6z5EWdkqf4/g7wzCGwXv6S4/IN0w6GD84Lhv/x9+8SNSEgEREIFNJtDqtINw9IhLubzxEpCvez5kWO+AlcXLMPuyx1E0pTA8MB+vk1w3Ka6rFH3v5X2j60n0KdbRSiIgAt8egZYtW+JHP/pRuEbMo/jkk0/w3HPPhf9fWa5JZWVlGDduHFasWBGqDzroIJxwwgkVY4SgMhEQAREQgW8ioHoREAEREAEREAEREAEREIEtRKDqdUeWq4rXLJOK2zp/3AAAEABJREFUr21O/Ps8PH/3nHBk7MMLo/waKFwc9ew3ozugbbva8x3Qbt/dBZeO7uSHyWuvftjh2q1nftBF80vw7FUTsGhBEThXzpE2Kc4xlvde45oQ44xJIiACm0RAnUVABERABERABERABERABERABERABHKfgGYoAiIgAhtFoLCwEIMGDarW9/jjj0f37t2rxRUQAREQAREQAREQAREQARGomUB8j0vS0o/Fe2Xox/fO0FIjn1iKW+9dggyH9YxtMiy5327/xhhyQ1vstus2rKUkERABERABERCBrUBgj1t/gV26tw/3s0bn5min9MuGPY+ifqPDbxrw/F5VbJMUe7KctPQlERABERABERABEVgHAVWJgAiIwDcSiD9nxA3jMm1S8WeWOBaXZVeHZx3FQRz0N6C/Af0N6G9AfwP6G/imv4H4fRQt29JWFd+TMUYbq2o5jm+MTW1MJ/WpCwR0jCIgAiIgAiIgAiIgAiIgAiIgAiIgArlPQDMUAREQgY0nYGahs1mlNbPwDzKZGVKpVPDT6XTwaasqLy8PjOUf3Bi9+u6IHZqk4J3go7j1ZC4v9ek2C69PL4E2ERABEcgFAosmzcPkDnfClzf4cgnjyx0DkN6pMfZ4oAsatd0J8RrJdZI+RZ/ra2zpmxnM1pQPFWK0VPv27fHGG2/giCOOYLGaJk6ciE6dOuGRRx6pVqeACIiACIhALhDQHLYWgeQNOfQp7jt5Uw99ij/kENuZr5Xjtus+QnnZKph3MPPc5QkM3Djou/jBcbXnH36BNhEQARHYDARanXYQjhnZlcsc4vUOiNa/lcVfYs5lj6NoSmHFA/Pxusm1k+srRR++0afcDSnph4AyERCBrU7gqKOOwiGHHFKx30mTJmH+/PkV5aTD/2efeeYZfPjhhyHctGlTnHvuuWjUqFEoKxMBERABEVhfAmonAiIgAiIgAiIgAiIgAiKwJQjw2kU8Lv2axGuVSfF6JjXh7/Pw36FzeOUzGiK+GOqXQhn87ZiOaNuu9n0H1ObQXXHp2M7gMQZFGeC2eEEZnrt6IhYtKArXbznP5NzpJxnBN5bdhJT0Q0CZCIjABhJQcxEQAREQAREQAREQAREQAREQAREQgdwnoBmKgAiIwMYRGDBgAIqKiqp17tOnT7WYAiIgAiIgAiIgAiIgAiIgAjUTqHpvC8tJxffGxPfM0FIjn1iKW+9dCguv7NgWldod0BhDbtgdu+26TbaCRhIBERABERABEdhaBHa/7RfYpXt7mPHcnN1r8A3l976Aov6j1+ueWL4nyPYOpmo5BJWJgAiIgAiIgAiIwBoEVBABERCBdRNIfq6gvzbF1yVp11e8bimtqvi8JxZiob8B/Q3ob0B/A/obqB9/A+t6r8S/gbie77voJy19iu/gYkufqlpmbGOU2phO6lMHCOgQRUAEREAEREAEREAEREAEREAEREAEcp+AZigCIiACm0jAzMIIZpXWzKIbnN2mUqngp9Np0Ketqry8PDCWf3Bj9Cxogh12MB8zA0TJDZ0M+nSdidenl3idkgiIgAjUXQKLJs3DpJ8MiiYQLW/uZ8Av7mzHRtj9/k5o2KYp4rWR62PSj9dSWsrMwjprVml9wBCjpcyMBnvuuSemTp2KCy64IJSrZh988AG6dOmCm2++uWqVyiIgAiIgAnWdgI5/qxDg+TzeEX2K5fhmHpbpU/ENP7SzXi/Hbdd/hLKyVZWfgzLRGwWaGwYegh8c14xDSSIgAiKQcwR2Pe0gHD2ia/hM5JnPL/p8xAVxRfEyzLnscRS//F54gCK5ftLP+CJJ0feO3j3uy5KP4PWRp1wERODbINCgQQOcffbZaNq0adj98uXLMW7cOHz55ZehnMzmz5+PSZMmhZCZ4cwzz0SrVq1CuaZsxYoV4RrHTTfdhIKCAnTr1i3oN7/5DYYPH44FCxaENaGmvskY15BPPvkEDz30EP7f//t/6N69exinR48e+POf/4xRo0Zh4cKFyS7yRUAERKB2E9DRiYAIiIAIiIAIiIAIiIAIbHYCvH5QdVDGkuI1yqT4/Q814e/z8N+hc0J3/+YnWL9y6dZLnn47ugPatmvu5dqZ2nxvV1w6unN0yPADrjjMDBbPL8FzV0/E4sJicO6cL21SSUbsyjItlfRZlkRABDaAgJqKgAiIgAiIgAiIgAiIgAiIgAiIgAjkPgHNUAREQAQ2gsCrr76KwYMHV+v505/+FOecc061uAIiIAIiIAIiIAIiIAIiIALVCcT3tNDWpPjemPheGVpq5BNLceu9S33ADKKXuyFl0G7/Rhh6w+7YbdcGIVKRyREBERABERABEdiqBPa4/Zdo0e00P1fHu+W9sS5P5cNeQFG/0eE3DXhuj8/5sa3pfQFjHCm29CUREAEREAEREAERqEZAAREQARFYB4Hk54nYT1r68ecS2vjzCu36iH2k1eH5R3EQB/0N6G9AfwP6G9DfQP35G1jX+yT+HbA+aenH4vuvWHwbR592cyq1OQfTWLWHgI5EBERABERABERABERABERABERABEQg9wlohiIgAiKwOQmYWRjOzGBWqVQqFcrpdBr0aasqLy8PjOUf3Bg9Cppg+x1SgIUEM4sEoG+3WXhjRql7SiIgAiJQ9wgsmjwfkzsODmtaOHqD+wCzdNPG2PPBzmjUZifEayLXxaQfr6G0lJl51zUF38zM8yiZVfpRBPjnP/+Jv/71r3Gxmr3qqqvQq1evGv9BvmqNFRABERABEagTBHSQW55A8oYc+hT3yht46FP0k+INP7NeL8et13+MstJVMH9lE8wMnuHGQYfgqOOaQZsIiIAI5DKBXU87CMeM7Aaue/CNSyBg4bWyeBnmXPY4il8uDA/MJ9dR+lxfKfrwjT7lbkhJPwSUiYAIbFUCrVq1wplnngkzC/udO3cuxo8fj+T/m0uXLsWoUaOwfPny0Obwww/HMcccE/yastmzZ+MPf/gD7rvvPhQWFuKrr76qaFZeXo5p06bh5ptvxm233YZFixZV1FV1uL9//OMfuPbaazFhwoTQNj4urimfffYZnnnmGfzpT3/CyJEjK46v6jgqi4AIiEBtIqBjEQEREAEREAEREAEREAER2LwE4msF8agsVxWvIyTF73+oif+Yj+fvngteFeGlEYs8z82HM/xuTAe0bdfc/dqd2hy6Ky4Z2zk6bk4kHC7nABTNL8FzV0/EogVF4UdwOO8kC/pJXuzKMi2V9FmWREAE1o+AWomACIiACIiACIiACIiACIiACIiACOQ+Ac1QBERABDaGwIABA2rs1rt37xrjCoqACIiACIiACIiACIiACKxJIL6XJWnpx4rvhaGleK8M9ciTy3DL8KVAuKXGYOZCtB18QGMMvWF37LZrgyiQyOWKgAiIgAiIgAhsfQJ73P5L7NK9fXbH5tYVJSy59wUU9x8dftOA53iK5/xY8XuC2HrniuelGWNZEgEREAEREAEREIGqBFQWAREQgQ0hwM8WVPw5pCbLzyo1aeXKlZDEQH8D+hvQ34D+BvQ3oL8B/Q3U/DcQv38in9hPWr4Hq0l8L8c4LZX0Wd4YpTamk/rUegI6QBEQAREQAREQAREQAREQAREQAREQgdwnoBmKgAiIwGYhYGYV45hFvplFDyNlbSqVCuV0Oo1vUrtDtkWPgibYfntDJgNXJpLvhRe1Cy59HW/MKPGSkgiIgAjUHQKLJs/HpJ/cGa1nXNzABY5rHJDasSH2eKATGrXZCXl5eTWuk1xHuX7SUmYW1lWzSksaZkYTZFbph0Aii//xukRoDXfIkCE499xz8e67764RV0EEREAERKBOEtBBb2EC/JwS74I+xTJvmqZP0Y8V3+Az6/Vy3HLdRygrWenN/b0B3x/Enr9fuHHgwTjquGYeURIBERCB3Cew62kH4egRXaOJckl0j4ZaUbQUc/o+juKXCysemF+9enX4B6Vouc5S9L1b4nMXS/zcxVEiX7kIiMDWJ3DUUUfhkEMOqdjxiy++iM8++6yiPHnyZBQWFobyzjvvjA4dOoRrIyGQyPj/+bRp0zB48GCUlJSEGl4j2WuvvXD88ceD+2nZsmW4XsLKefPmYeDAgfj0009ZXENcL0aNGgXum+OaGdiXY3CsQw89FNttt13ow3oeM9uzXwgqEwEREIHaSUBHJQIiIAIiIAIiIAIiIAIisBkJ8JpAcjiWq4rXCpKKvwOa8I/5eHbI7OhapX//E/q59auVIfa70T9B23bNk8PXar/N93bFxWM6++HzWmvGZ+KWybV4XjGeu3oCFi0oCtdsySDJhH6Yv3/3RcuJxraqz7IkAiLwjQTUQAREQAREQAREQAREQAREQAREQAREIPcJaIYiIAIisMEEnnzySTzyyCPV+nXt2hUnnXRStbgCIiACIiACIiACIiACIiACaxKI72dJWvqx4ntg4ntjaKmRTy7DzcOWABlPLs/D/UF02x3QCEOv3x277dpgzZ1FJeUiIAIiIAIiIALfEoHdb/8lWnY/zffOM7aLKSiD8nueR1G/UeE3DXj+r6r4vUFsfZBw7k9a+pIIiIAIiIAIiIAIZAnIiIAIiMBaCfBzRVxJvybxM8mswpWgZi5YESx9Ki7TUrNYv1Z9jVkLatD8r/HmRukrvDV/4/S296uu5Xh7/rr1jtevVfOW45019KWXI70770tsjGZ7v0otw+x566853nbdWoo582rQ3KWY6/G5tBukJZg3d+M03/tVVznmz123Fnj9N2pOGRZUUaGXN0bveb/35pRiQ/W+91m7SvD+nJr1P49XaHYJgk+7ThXjf7OL8cEm6EPvW6kifDh7/fSRt/tGvbsYH8120Wb1sduN0Sfe75N3F2FD9an3Wbu+wKfv1qzPPF5N73yBz9aphV6/EJ+/s3Fa6P3W1OdY+M436wtvs376DF+843rblbWL3N9wfYrFb2+cirxfdX2CorfXrWKvr6a3PkGI0a6hj1H8VqQStxujUu9XqY9Q+tb6q8zbrlsfouytGvTmhyjfKH2AJW9unJZ6v+r6H5a+uW4t8/q1atb/EOpog97HslmRvnS7MVru/ZbPeg8bqq+8z9pViK9m1ayvPf71zEJUWPrfqAX4euYCrEhopY8Tl+lTLNPGist8/0Ul35vxPRvLtFTSZ3lDldrQDmpfFwjoGEVABERABERABERABERABERABERABHKfgGYoAiIgApuPgJlV/MNKZhYGNrMQM4ss/zGmpNLpdPiHnGKbl5cHiuV2h2yLnn13xA5Nor5mbjmq8TEnQ9+uM/HGjOgfeWJYEgEREIHaTGDR5PmY1GGwH2LG5cnXNMAXNE/ppo2w5wOd0ajNThVrINdBKl4TuXayTEuZGczWFHwzM8+jZFbpR5HqeefOnfHaa69h3333rV7pkaeeegqdOnXCf/7zHy8piYAIiIAI1F0COvItSSB50w19ivtL3qxDn+IPOcSa9Xo5br3+Y5SXrQLCadDQlRIAABAASURBVJsZFRVvGnQIjjquGbSJgAiIQH0isOtpB+Hokd2A7OcZGoMBrpXFyzD3ssdR/HJheGA+Xk+5vlJcfyn68I0+5W5IST8ElImACGw1Ag0aNMDZZ5+Npk2bhn2WlJSA1xz4//Gnn36K559/PsR5HeSnP/0pWrZsGcpVs/fffx8jRozAihUrYGY44ogjcNNNN+Hqq6/GBRdcgF/96lfo168f/vSnP2HPPfcM3RcuXIiHH34YX375ZSjH2XvvvYdXX301FJs0aYI+ffrg2muvBcfgWN27dw9j//jHPw77YkO2Zz/6kgiIgAjUTgI6KhEQAREQAREQAREQAREQgc1FIHk9kX5N4rXIpHitg5rwj/n479A54ZqCmYEvZHP49rsxHdG2XXP36lZqc+iuuGRsFz9ozsjgU4JPz2Uonl+K/149AYsWFIFMyIE2qSRD+Maym5CSfggoEwERWAcBVYmACIiACIiACIiACIiACIiACIiACOQ+Ac1QBERABDacwB133FGt0w477IDevXtXiysgAiIgAiIgAiIgAiIgAiKwJoGq966wnBTvgWE5vieGlhr55DLccu9SINxEExnPvWg4+IDGuPv63bHbrg1Q86aoCIiACIiACIjAt0lg99t/hZbdTvNDWPOeWD+RY8mwF1Dcf1TFbxrwvUBSfF+QlA9SkRivKMgRAREQAREQAREQAQiBCIiACNRMIPnZIemzNcsUP4fQnn/9V/hBwVc4+rIVrq9x7OUrcNzlK3H8latw/BUrcaJb6qTfrMZJv1mFk7P6odsfXrkSkVbhFG93ipdPDVqB066MdGqwX3s5Uvsrv0b7K7/C6dQVX+FHbn90xXJE+hJnXEEtd0t9iTO9fOblkf3x5csQ6yfu/+TypeiQVUe3HS9bgg6ujpeVI9ZZ7lNnuz27bzlof9q3DLF+5v7P+pYiUgnO6esqcLk9t6AYQX2L0SmoCJ37ujzexctdCuhHot+lYDHOC1qE8wtcfSJd0OcLxPq5+z/vsxBBvRfiQvcvpA36HL/oHemXbn/Z+zP8iur1GS5ye1GvT0H9Kmsv6vUJfp3VxW4v7vkxqEvcxrrU/Ut7foSua+hDL0fq1vNDdOv5AboH/Q89erp6ROrZ431E+p9b6n308liv7u+jt9ve3d8D1cdtpEIUdKcWoG93V7cFKHD17TYfsS5zn7rc7eVd5+MKt1d0nQfqyq5zsabm4DddXZfOwW/d/vbS2Yj1O/d/13U2rsrqardXX/ournJdfek7iHWN+9dc+jZ+T13yNv5f0FtuI/3hkrfwh0vejHTxm/ij+390+6egWfjTxZH+7PbPF8/EX6hfz8Rf3f7112/gLy7aSK/j2l9Tr6Hfr10XvY5+rv4XvYZY17l/3UUzEPSrGbje/esvmo7rfzUdN1w0rUI3un/jRVNxE/Wrqbi5Rr2KW37l+uWruNXtrb98BdRtv3wZsW53//ZfTsEA6hdugyZjwC+oKbjDy3e4P5C6cBIG/cLl9s6gibjzwqQmYPCFrp9PwF1u7/r5eFBD3AZdOB5D3R964Uu4m/r5S152/+cv4u6s7nF7z89fwDDqghdwr9t7L3ge1PAL/os1dP5/cZ/H7nN7f9BzuP/85/BAhZ7Fg+e7znsWf3P7t/OewYOuv533H8T6u/t/P+9p/IPq8h/8M+hpt5Ee6vI0Hury70idn8LDXVxuR1BdnsSIrEa6HdnlCTxCdX4C/3L7L9o1NA6PdqbG4rHOrk5j8XjQGLeRRnUag1GdRmO0a9S5boNGYfS5ozAmobHujz3ncYw71+X2iaDH8MQ5ST2KJ89x/exRPOX2qZ/9C9S/f/YIIv0LT3vs6XMewX88VqmRXh6JZ34WawSe/Znrpw/juZ+53P436CH896fUw26ph/C8l58/+yG8EPRPt//Ei2fH+gdeOtt11t8x/mwXbdDfMP6sSBPcUhPdTuz4N0wKehCTO1IPuE2ow/2Y0tHl9mWq4314ucN9eMVtpOF4taPLY1M9NrXDcES6122kaR3uxbQOwzCd+skwzAi6x+09eO0nse523/XjoXj9J64f3403goa6HYqZHg86cwhm/djl9s2gu/DmmUkNxltnus64E2+f6XL7TkLvuh9pEGafkdRAzDmDusNtpLln3IG5PxqAeWe43M4Puh3zf3Q7FgR/QNb38um3o9DjhaffhveCbnUb6f3Tb8X77W/B/0530QbdjA/ar6kPvfzhaTfho6w+dvvxaTeC+iRrPz71Bnxymsvtp0HX49NTr8dnp7mCvQ6fn+Y69TosdLuQNqg/Fp7aH19UqB8Wneo6pR8WB12LolOov7r9K4pP+WuwRT/8a/CL3ZYE/QUlP/wLSmOd/GeU/dDltjzoTyg/mfqj20hLTv4jlpz0Byw92XXSH7Es6A/40mOV+n9epn6P5Se6Tvo9vgq6xu01+PqkrE68GitOcrldWaOuwsoTfoeVx/8Wq074LVYe9xusPPZK1xVYcczlWHH0Zfj6qL746gcFWDX3o/BbCXwPVlWosrG+Smi9i6n1bqmGdYeAjlQEREAEREAEREAEREAEREAEREAERCD3CWiGIiACIrAFCJhZGNWs0poZzCqVSqWQTqcRW/pJ8R96Yjn/kG3Ro2BHbL+9gRexMxw5m7Hct+tMvDGjhFFJBERABGotgUWT5/uX1YMr1zEeaVjLgNSOjbDXg53RqM1OiNc+rn/0KfrxWklLmdkaa6qZccQQC45nZlHM3W9Mhx56KF577TWcccYZNbZ966230KlTJ9x999011isoAiIgAiJQBwjoELcYAX4uiQenT7G8evXq6NyfyYQbd1jmDznEdtbr5bjluo9QWrLS23mPjAuZ8PIMN9xxMI46rhmDkgiIgAjUOwK7nnYQfvDwpT5vXxd9HY3W1shfsXgp5vR9DMUvF4YH5uN1lZZiW4q+D+BrbNSPPsU6WkkERGDrE2jVqhXOPPPMiusXb7zxBt555x0899xzKCkpCQd09NFH47DDDgt+1WzFihV44oknsHTp0lB13HHH4aKLLkKTJk1COZm1bt0aXbt2BS3j8+bNw7Rp0+hW6P3338fy5ctD+dhjj0V+fn7FsYWgZw0aNMDpp5+Ogw46yEsI7RcsWBB8ZSIgAiJQKwnooERABERABERABERABERABDYLgeR1xNinTYrXIJPi90DUhH/Mx3ND5vDrHvgFSk9+jTJ7VPw66HejO2D3dnX3O6DdvrcrLh7d2efns4lSxTwXzyvBf68ej6L3SsL3Y+SRZEQ/yZBYWKalkj7LkgiIwFoIKCwCIiACIiACIiACIiACIiACIiACIpD7BDRDERABEdhAAg888ACef/75ar0KCgpw8MEHV4srIAIiIAIiIAIiIAIiIAIiUEkgec8K/aqK73mJ74WhpUY+uRQ337s03B8EZG+kcUO/3f6NcPf1bbHbrg0qd1TVU1kEREAEREAEROBbJ7D7gIvQotupPH3zbO7ndT+kcD4HltzzAor7jQq/acBzP98TJFX1PQPL3jukpB8CykRABERABERABOovAc1cBERABNaTAD9HJMXPHyzz8wjW+IlpFlxRgplF4n4MMH8xR7zF9Qa4CzfgZsEz0DAOz8wMBt88s+AZgoFvrEvKQ6wzZpSBuWcGMyq4cA/wHPFmgFeHzMxgiDYLnoHGc7cGMxfg1gUDkvKiJw8ZzFyAWxcMoGjgG+uCADeoCAfPS0wueKWZweCbZxY8QzDwjXVJeYh1xowyBlxxm8j1GlaYWw8wGeBNQmZmMESbBc8QDHxjHRW5HvY6zxHLi17tRYOZC3DrggEUDXxjnSuEPObJg/AiPReTC97GzGAA3MD85V5I4OZBM3PPYOZyjynyDPAEbqyj3HfjYVaYWw8wGcA4MzODIdoseIbYgHUUQBfmL/dgZgBcnmjgZTODAXAD85d7IYGbB82MHmgiDzB/MadhHJ6ZVURR4RmijXUusMYtw5Gi3MOschnMDNxoDOaugb47gHlywQNmBkO0WfAMsQHrKIAuzF/uwcwAuDzR0Dez4BrgNpvTwDfWudwDTUUY9FxMLnilmcG8YaQoDwGPgXUuwGDmAmAAzELuDoDgGswM3GgM5q6BvjuAeXLBA2YGA7LKelkD1lEAolA291iIREXAa83Mc3qUAV7yEMLmjhljAE3kuQ96Lk+RazBzATDAlc0j4wGDmQEwmLkAGACzkLsDILgGMwM3GoO5a6DvDmCeXJ7DzGBAVlkva8A6F3yLQobwCjGDFyK5Y2aeR8XY81A24JFQ8KK5EG1mXmCvrIGXzQzm1ZGyeWQArwuCwcwFwACYhdwdAHQ9MwuOewzRN2RDDEQCYy7APcoAelkD72DGQojC4leIWRwEGA8xeq7gG7KGAfcN3BijF8QC3PNEA8/MWKBH0TeEkAHByRYMfHkIgJkBMGQNAPoGbszNy3CFevhmWYWYeY5IoYGXDcgG3LLgBvCQRWK7IMADgGdmBm7MzUKOrAEdM8bcBUAvKMTc8xSCnpmxELcxRhBCBgQnWzAYuDE3CzmyxsPmvrkFmJuFHFmTDcI385greAi+524BGAB2oACEoudGMebyFFUw5oJvRmUrsoYRmLEGYF6hEPOSp1DhmRkLqNj4Hozi+7DY0o8bJP04tjE2tTGd1Kd2E9DRiYAIiIAIiIAIiIAIiIAIiIAIiIAI5D4BzVAEREAEthQBs+hitVmlNTOYral0Oo1UKgXaqsrLywvx/EO2RY++O2KHJikYD9gzC56BF7kv7zYTb8yI/oEoVksiIAIiUJsILJo8H5POuguZ1Rn4Eoh4/aKfbtoIez/YGQ13a4p4zeNamPTjNZKWMvMRqojzNTOaILNKPwTWI9thhx3w1FNP4bLLLquxdXl5OXr06IFrrrmmxnoFRUAEREAEajcBHd2WIcDPI/HI9CmWaWPxZp2keBP1rNfLccv1H6OsdDXg5+1w5s5mBsONgw7G0cfX3X/4BdpEQAREYDMQaNU+H0eN6Oaroq+Mlh3Q10y4VhYvw9y+j6H45cLwwHxynaUfr8G07ElL0aeSPsuSCIjA1iNw5JFH4qCDDgo7XLFiBfiDs1OnTg3l1q1b4/TTTw/XhEOgSvbBBx9gwYIFIbrzzjvj1FNPXWtbNmrWrFkYjz7/v58xYwaWL1/OYhDflwXHs2XLloFt3K2WGjRogEMPPRS8drLHHnugcePG1dooIAIiIAK1hYCOQwREQAREQAREQAREQAREYNMJ1HSNgLGk4uuQtBSvM1AT/rkAzw2dC/g1TU9uDWYuwC1w1egO2L1d3f8OqM1hrXDxmC4+qZA88zlm51k8vxTPXfUSFhcWI2ZDm1SSJXxj2U1IST8ElImACFQjoIAIiIAIiIAIiIAIiIAIiIAIiIAIiEDuE9AMRUAERGBDCKxcuRIDBw6s1mWvvfZCz549q8UVEAEREAEREAEREAEREAERqCQQ36tCW5N4zwufrqgnAAAQAElEQVTjvDeIPi31yFNf4uZ7l8F8KLOQIyoABx/QGEOva4Pddm2AdW2qEwEREAEREAERqB0Edh9wEVp2Py06lftpnad2N2BgybAXUNx/VPhNA74H4PuBpPg+oSbBN8bdKImACIiACIiACNRzApq+CIiACGwIAX6OSCr+/IFMYpRMxoseYArycoh5G5a9FlTwGcvWsw3lISaPuokaedi7eMQdj7jPRM8VYllLP5b3jnbjdZEDr3Jlx/FwKLOOYiFYHzvUZdtxHJeXQh6aeL0P5IlRl/f1PFsfKn0QT+5W8GItyxyACn4UrGgTxvGYp8rxonF8Z56iaNTdBwiOx7yfV3qK/DCejxFVx+2qjxO6sZGLfbxFlLwLy0Ecx+Ujh9yb+n7oesQH8NzLIWfQ+3vn0ChywxihXbbMOorNvId39uT92YZizMV+3iNKbMs6KtQxHILuRH19EE/u+9jsy1pvGmLeKEoMcgzKK92wNb11tvMGFe3c8bYe8c7Rfnyf9FnhYizamee+P5aDoi5sQc8rI8PBovp4HI97Yiw0CmOEgDf1NnSDvMJH86A3c5/HQHmMfT3iHquynhuvZsC7ZMdhLGoVYl4ZJY97wFPUznfnrUKwhnpv4wN77s08d987VrZjT49le3tV5HkotPGAJ++XaOcDhVho4M2jtt7GHS96S9ZkPY95Yw/E9bH1kA9EFsHLNmdbxkLRM2/NVh5mgfLWbjzgKa5lLATd8RRcr/N9e+7HE+VeE/p4RjcYOhX74568TxRjgfK+HvPc2zP3mCf2YTsf3OMh4DaqD7tnhSu08/5e6Yn1Li9HbXwE9z0PyZu7TdR7o9DfK4Jl2xDz/WVjXnSP3bJe1vjOPPlYXrtGHsbwRkwu75ltR8/FevZhXZD3roi5z127wvF4u5AS7YLLela4Qjv2dwU/G6to53E/AN9x6BQytlujPtsnbscu7FBTO2/KKpcfqzf03EOJ3GPxOF6xjv2Fqopx3PFuHIeeKzEOXY9Ur/cd8Bi9wqu9b2jolvGK4X2mHvfkbTzIulCIiqF/HGM8au4NfRwve9Frva37noddZQPuexsvrJGzXVAYImTcxzeNE8bmWN7QUxjbM4aDoVN1nLDfsC/v4Zb1oR3HCXv2ksc5AI2HQzRq53UsZStCjH40FGu8G/dQtV2o8qDXeXvPfVjPY9+td2TyNt42qvU8Ksb7YbMQ9CzEaCnu37uFGBt52cOM+Ji+H/fiFL//omV7inW0FP3NodTmGERj1CoCOhgREAEREAEREAEREAEREAEREAEREIHcJ6AZioAIiMAWJWAWbl+GWaU1s1A2M6RSqeCn0+ng01ZVXl5e+Eec8g/ZFt0LdsR2O1i4ks5L4RQvjq9ancFlXV/HGzNKoE0EREAEahOBLybPx4SOg7F61WouV/5Fni9h/HLPS6kdG2HPBzqh4W5NEa91VddArpOM0VJmFtZNs0rL+ZoZTZBZpR8CG5gNGDAAQ4cOXWuvG2+8Eeeffz4++eSTtbZRhQiIgAiIQK0joAPaAgSSN93Qp7gb2vgmHdpYfJCTmvl6OW6+7mOUlq7y5hm+OfB3BpHrBdw4sB2OPq7u/8MvPiMlERABEdhkAru2z8cPRnSN1kmO5ssmDQMripZhbt/HUPxyYY0PzCfXY/ZhmaJPJX2WJREQga1DoFGjRjj77LPRpEmTsMOlS5dixYoVaNCgATp06IBmzdb+PmjBggVYvnx56McfpW3evHnw15Xtvvvu2HHHHUOTTz/9FMXFxcFntvPOO4frLPQnT56MZ555Bl9++SWL1XTcccfh1ltvxe9//3vQr9ZAAREQARGoHQR0FCIgAiIgAiIgAiIgAiIgAptIoOp1Q5arKvndD31+/0NN+OcCPDtktl++9AuZTEEZhP5+XL8b9RPs3m7t1z68SZ1KbQ5thV+P7uLz9W+4MpXzdBeL5xbjv1eNx+LCIsSMaJMKXLwxLSce26o+y5IIiMAaBFQQAREQAREQAREQAREQAREQAREQARHIfQKaoQiIgAhsEIHbbrsNM2fOrNanoKAArVu3rhZXQAREQAREQAREQAREQAREICIQ36+StPRj8V4X+rw3iD4t9chTy3DjsCXI8P4gH4pt4kK7/Rth6HVt0KbVNl6zzqRKERABERABERCBWkSg7YCL0KLbaX5Kr7wnNtwk69mSe55Hcb/Ha/xNA75H4HuBpDgtlpOWviQCIiACIiACIlAvCWjSIiACIvCNBPj5IRYbxz4tP3NQ/kmFVZHMwJdncNflJXcsqvWcnitKAC3ljpl5juxmbl1MLrCO8iiTwdy4QowWcBfGlzuGeKPnYgoymLlYbYAnhM1jYMkDdM0MZi5EW+QZwOQC6yh4IVhEm/sIMc9Z5b6ZeY6wRZ6BAc8j6455wIw5spu5dTG5wDrKo0wGc+NizMViZAxmLq8NyX3AouQGXjYzGAA3oAU3FljyAF0zg5mLda7IM4DJBdZRCIWQg5vHwJKH6Zr7ZswRtsgzeBhho0t5wMw8D1GYmTsuJpcHPBnMo0wWPAO8nRltcGF8edmQ3dyHx0Ji0MtmxiLcwJDdWGDJA8F138w8j+ojz8CAh90azFwwwMUc3DwGL4fkQXPHjDnCFnkGD1fIq71oMHMh2szMHReTyys9GcyjTBY8A9guKOvCYOZCdnMfsCi5oWNmjFQI3DwGRsxzl+cwMxiizYJnoPGwW4OZC7EQbR5DEILx3C3bIGxm5tblCVkxZF4wY+7VnsyMOTyM4MJg5kK0RZ7Bg1nFxhC9EDYzc+vy5BXBN7PgWih5xuQxBCEYz90aDNFmRs/F5IKXzQyVr6gdPBYJwXjulq3ouVgPcweggW8MmRciecCTmTGHhxFcGMxciLbIM3gwq9gYohfCZmZuXZ68IvhmFlxjiVmw7nicFTRwx8w8R9jMzK3LUwh62czcjeXVnswMCIqM57DwoudinZeZggCEEKJWhmgzo+dicoH1HqMbKcrhsUjegiFY9uVlAGbGzAXAXWZmFlwD4C64mXkpCNmYuXUh2szMHZcnUJ6ZGfOsvNqTmQFBANxlZu4Y4LmLdfTiAIAQgmVfCJuZAUGR8dyLBgMisY4ebZDHWekxC/IyADNj5gLgLjOz4IRi1oWZxyjAffhmiF7uejIz5vBgJHfMjHlWCJuZAUEA3GVm7hjguYt17mUNuAWfMYoNPWjmThBA47lbgwGRQtBLtBSAyBiil5cBmBkzFwB3mVnkhJzV8M3MAArIGkP08jIAMwPg8kRD38zczcoQNjN3grzoLipa0HOFOgMNDGELvheMshCCmTtBXnYXsOwLFRvfe8Xi+7FYFQ3cYczNJqXUJvVW51pIQIckAiIgAiIgAiIgAiIgAiIgAiIgAiKQ+wQ0QxEQARHY8gTMLOzErNKaGcwipVKp4KfTadCnraq8vDwwln/ItujRdydsv0PKx/T+MGQTMhnDFd1m4o0ZJdAmAiIgArWBwBeT52PS2UOA1YAvefAVK5I76aaNsdeDndBot6aI1ziuc0nFayItZWYwW1Pwzcw8j5JZpR9FNi7v3r07nn/++bX+o3sjRozAueeeiylTpmzcDtRLBERABERgKxPQ7jY3geSNNvQp7iN5g07sr1q1quIhzpmvl+OW6z9BWdkqhLO2n7vNLOsDNw08GEcflzv/8AuZSCIgAiKwqQR2bZ+Po0Z0C8P4khks3DEzrCxehnl9H0Pxy4UVay3X3XgN5voc++zIMkWfSvosSyIgAluHQNu2bdG+fXv/X9kqdnj00Ufju9/9bkW5qsP/Xz/++OOK8EcffQRen3jooYewLv3nP//BV199FfotXboUpaWlwWf2ne98B23atKGLFStWYPTo0bj88svxl7/8BWPHjsWnn34a1pbQQJkIiIAI1AkCOkgREAEREAEREAEREAEREIFNIcDrD8n+LFdVfL0xtrweSU345wI8O2SOdzfw5Rn8EqbLS+5cPfon2L1d7n0H1OawVrh4TJeKeRoJeOYJRfOK8fxVE7C4sAjkRU60SSX5elewTEslfZYlERCBmICsCIiACIiACIiACIiACIiACIiACIhA7hPQDEVABERg/QnwXsdBgwZV63DEEUegZ8+e0CYCIiACIiACIiACIiACIlAzgar3prCcFO9xYTm+54WWeuSpZbhx2DIYXwbPXUbHcPABjXH3dW3RptU2+OZNLURABERABERABGobgbYDLkKLbqcBPLcj3gx8LR32Aor7jQrPHfM9Ad8rJMX3DUnFvWkZp5VEQAREQAREQATqIwHNWQREQAQ2jAA/P8RKfuZAJjkOC64oAZmMJ1dFE69IdvCiNwm1tF4Mvnd066UoedHH8AZe9LgXwxhxyUPuerVH12zHlkFe763cTdR7zFMIV2Qe4Dh+0J68bbYi8lgZBzziDT3iY4YUV7j1aJSCH5i5x+S93Hil5yG568NELv3gMfOCzyak4HpPb0g3qqXn8sRyRTt3kvuLjswbeYraVY7jw3nrEK3MvB3jPnlP3jZbE3msjAMe8YYeCYHYVtuf7yF5PN7L21e29mrfj4c8+XAsusdR2MbF5GKjGsdhHXu4Zf/Q0x0vMuqi5/LkBa/2I/B6+jRxmOUgDzDuDX2X3jYEQ8k9Vrph8kZrHg+DlLfhLLIm9GRbVrmiEb3SkxdZ7fsJXrCVYXouTxyOlWvuL1tBw+5ufTfu+R7c8aL7TPRcnljiDjkOfYYo+hXygHf34prjeCnEwrG4Fx9PcD3zbp57Cp295Clq6z09xqLXeoieyxPLHuBQkesxT5HPCooByn0ed3C9hY8acg+79cQKygOsC24I03N58qoo4sfjTigyTD8U6HggqvZR3PEio15Nz+XJC44xqmdlHKIfTcYjnkI7z3jcrItCUe5hhoJ8N5H1nLVuvJqey5MXPBTtj0UveIieyxPLHvBjouftvFARDoN7yZOHvYHXh1jUnGEPRocdHM9CMGoX3BCi5/IUxvEx1pyXN/IUxbyRp9DOMx/Ja+L9ZStoQtTjWZ+GYjjq4yVPPoSHPOL7dCcUveSuV3rKBnwgD3mBdRXh0MdLnrzKG3htiEXNGfbghs+fg9U4Dkd0eWIT7sX3yF2EYuR7pacQ9Cw7TLbeA55q5JhtyK5rjBMFuCv29HEYiIrfPI538ZQd2j1PoTv3QHnZU+R5hSffQYjE0CpCjIaBPOIpbhf1XfN44mbeJR4mNGe3KEbP5SlUeBbNJTuOl4NXUe+96Hu8pv15ODRntka9d2MKx0OHSoxDNyg0cM9TGItZiHHESKErY0FeYltvt8b+WMcY6yhv5kXmwVSEsu0qgxwlrg3NnVsm/DYCufD9GG1VRS03Lee/trRpI6h37SKgoxEBERABERABERABERABERABERABEch9ApqhCIiACGwlAmYW9mRWac0MZpFSqVTw0+k06NNWVV5eHhjLP6Qxuvdtiu13MB8zuiDOnBe+csRV1gAAEABJREFUV61ajSu6vYGZr5V4nZIIiIAIfHsEFk1ZgIln3YXMytV+EBn/ws6NJ65XqR0bYa8HzkWj3ZoiXtu4viUVr4W0lJmFddKs0vpwIUZLmRnNZtPJJ5+M119/HUcddVSNY06ZMgWdOnUK/9hejQ0UFAEREAERqD0EdCSblQA/e8QD0qdYTt6UQ5+KH9qknfl6OW65/hOUla4MdxDxnh/2DfIBbrqjHY4+rpl7SiIgAiIgAlUJ7No+Hz8Y0c0/W/mnqmgBDT7X0BVFSzGv72MofrkwPDC/2tdgrru0FNtQ9DkufYo+lfRZlkRABLYOgf322w/bbrttxc7y8/PDteGKQBXnq6++QklJSUX0888/x4QJE75Rr7zyCpYvXx76rVy5EhwnFDxr0qQJzjnnHNB6MSSuCfwx3H//+9/4y1/+gr59++LOO+/EjBkzKsYJDZWJgAiIQG0koGMSAREQAREQAREQAREQARHYaAK8JhB3pl+TeI0xKV6HpMb/cwGeGTIn7u6W1zHD10GeZXDVqB9j93a5+x3Qboe2wq9Hd4mu2XL20fTdAxbPK8LzV41H0XvF4UF38koypJ9kzU4s01JJn2VJBEQAgCCIgAiIgAiIgAiIgAiIgAiIgAiIgAjkPgHNUAREQAQ2gMDtt9+OTz75pFqPPn36YJtttqkWV0AEREAEREAEREAEREAERIC39GQqMPD+lKqK72mJ73WhpUY+tQw3DlvmfTPgyx230XgH798Id1/XBm1aNWD4m6UWIiACIiACIiACtZLA7nf8Gi26npo4Np71KWDpsOdR3O/x8JsGq1atCvfG8n1DrKrvKViOB0r6cUxWBERABERABESgHhDQFEVABERgAwjwc0NN4mcOrPGT0ywYHv1LE6z8bwuseL5lhb52/+vnd8FXWS13u/yFXUF96TZSKyx7gWqNpS9k9XxrLHlhtwqVu1/+QhuUZVXqtvTFtoi0O0pejFTstvjFPVBEvbQHFrtd/NKeiLXI/UUv7YUvslroduH4vUF9Pn4fxPrM/c/G74tPqQn74hO3n0zYD7E+dv/jCd/BR0H748MJrokutx9MPACx/uf+/yYeiPezes/te5MOAlXoNlI+Fkyi2mH+JNfkSPMmH4xYc92fO/kQzKGmHILZbmdP+S6od6d8D7Hecf+dKYfiberlQ/GW27dePgyx3nT/zZe/j1lZzXQ785XDQb3xyhGI9br7r79yJF6jXj0SM9zOePX/EGu6+9Nf/QGmBR2Fqa+6ph6FV92+OvVoxHrF/VemHoOXs5ridsq0Y0FNdhvpOEyaRh2PidNc0yNNmH4CYo13n3rJ7UszTsCLbl+ccSKoF2achDV1Mp6f4XrtZPzX7X9f+yGo59xGOgXPvhbpGbfPvH4qqP+8fhpiPe3+06+3x7+pN9rjKbdPvXE6Yj3p/pNv/AhPBJ2BcW+4Zp6BsUFnuo00ZuaZGDPzxxhNzfoxRrkdNesnoB53G6kDHptFdcSjs1xvdsS/gs5yG+mRN8/CI2+ejZHUW2djhNsRb/0U1MNv/QyxHnL/obfOwT+pt8/BP9z+4+1zQf3dbaRO+NvbkR50++A7nUE98E4XxLrf/fvfOQ/3Ue+eh+Fuh797Pqh73Ua6AMPedc3+Oe551+X27qALcffsSEPdDp39Cwyh5vwCd7m9a84vQQ12G+lXuHMOdREGzXHNvQgDg37tNtIdc3+NO+ZejAHUvItxu9vb512C24IudRvp1nmX4tZ5XXELNb8rbg7q5rYbbpofqztunO9a0B03uL1hQQ9Q1y/oiVjXuX/dgl7oTxX2Qr+g3m5749rCWH3w10LXewX4S6HL7Z+D+uLP7/XFnyp0Gf74nuv9y/AHt394/3JQ/89tpCvw+/epK3HN+67/XYmrg37jNtJV//sNrvrfb/E76oPf4rduf/vB7/CboKvcRrryg6tw5YdX44oPXG4vD7oGl394DS6r0O/R90PXR79HgduCj/4f+gT9wW2k3h/9Ab0/+iN6UR//ET2D/uT2T+jxcaw/o/vHrk/+gm4fu9x2Dforun7yV1xaoWtxySeuT6/FxW4v/rQfqF+7jdQfF31KXYdffer67Dr8Muh6t9fjF5/FugEXfub6/Ab8POhGXPA5dZPbSOd/fhPOX3gzzvvc5bZL0C3osvAWdK7Qrei00PXFrTjX7blf3IZzgm53G+lnX9yOn30xAD+lFg3A2UF34KxFSQ1Ex0WuxYPQYZHL7U+C7sRPFt+JH1doMM5c7CoajDPcnlF0F6gfuY00BKcXuYqHon2Ry+1pQXfjtOK7cWqF7sEpxa6Se/DDoGE4uYS61+29OKkkq9LhOLHE5faEoPtwQmlS9+P4UlfZ/TjO7XFlD+DYoAfdRjqm7EEcU/Y3HE2V/w1HBf0dPyhP6h/4v3LXkn/iyHKX2yOCHsIRSx7C4bGWPozvL3G5PSxoBA5bOgKHVmgkvrfUtewRfHepy+0hQf/CIcv+hYMr9CjaLXN9+Sjygx7DQV9Sj7t9HAd+mdXyUTjgS5fb/YNGY//lo/GdCo3BfstdX43Bvm73/Wos9gka5zbS3l+Nw95fP4G9vnK53TPoSezxdVJPYfevXSv+jbZZtXHbZsXToHZzG7TyP2i9wuW2VdAz2HVlUs9il5WuVc+h5UqX2xau9H5tYGZIbvH7Mb4Hi/3YJtttqp/a1AHUv3YR0NGIgAiIgAiIgAiIgAiIgAiIgAiIgAjkPgHNUAREQAS2JgGz6OK1WaU1s3BR28zCP+5kZkin08Gnraq8vLxQn39IY3QraIrtd0iBm3lmZmGs1aszuKLrG5j1WuU/BuXVSiIgAiKw1QgsmrIAE866C/D1COa7za5P7iGvaSPs87fOaLRbU8RrGtc6+hT9WKlUKqyHZgazNQXfzMzzKJlV+lFk8+Rt27bFlClT8Mtf/rLGAT/++GOcf/75uOGGG2qsV1AEREAERKB2ENBRbD4CvOEmHo0+xTJtrNWrVyMpPrQ58/Vy3HrDpygrXeXN/bzNFGThPH/zwINx9HHNvE5JBERABERgbQR2bZ+Po0Z2hy+cLk/mgsHMsLJoKeZf9hiKXy4MD8wn12H68RpNC99oKXdDSvohoEwERKDeEDjggAPw+9//HscccwwaNGhQbd4rVqzAW2+9hWHDhuF3v/sdnn322bDOVGuogAiIgAjUAgI6BBEQAREQAREQAREQAREQgY0jUNP1QcaSiq8z0lL8/oca/88FeHboXN+xwS9WItroA57j6tE/we7tcv87oN0Oa4WLxnSBX66NBM6eDAxF80rw39+9hKL3isN3aORGhkklWcM3lt2ElPRDQJkI1HMCmr4IiIAIiIAIiIAIiIAIiIAIiIAIiEDuE9AMRUAERGB9CcyaNQuDBg2q1vyMM87AhRdeWC2ugAiIgAiIgAiIgAiIgAiIABDfi0Jbk3hPC+PxPS601MinluGmYcsQ3RZjbgzcmB9yQGPcfV0btGlV/dkktqlJiomACIiACIiACNReAm3v+DVadDsNfsIHPLMgesCyYS+guN/j4VnjVatWhXtj+f4hFt9H1CT4xrgbJREQAREQAREQgXpEQFMVAREQgbURiD8fxLZqO8apis8a/I3ruFEmA75YTBmwyUr5GBJSYlCFgXl53TL/45MMYiAG+hvQ30Dyb2DTT8wGjWHYagwQfX+ccRunivdffM+VVVxXk+V7tpri3xTztx7f1ET1dYiADlUEREAEREAEREAEREAEREAEREAERCD3CWiGIiACIrDVCZhZ2KdZpTUzmEVK+bfcZoZ0Og36tFWVl5cX6tt9d1t0LWiK7XdIgRfFeXE7ErBqVQaXd30ds14rgTYREAER2JoEFk1ZgAlnDUFm5Wr493L+zZ3v3R2uT+kdG2HvBzuhYesdEa9lXOOSPssU10DKLFofzSqtjxjWTVrKzGi2qB588EFcd911a90H/6G87t27Y+nSpWttowoREAEREIFvjYB2vJkI8HweD0WfYpmWN+fElj7FBzWpma+X45YbPkFJyUr/7BI+vYT3CPT4huHGAfk4+ridOZQkAiIgAiLwDQR2aZ+P/3u4a7SOhoXUXbeesGLxUszv+yiKX17g14ZWBXE9jhWv07TcDS1Fn0r6LEsiIAK1m8DPfvYz3HPPPRus7373u9UmttNOO+EXv/gFBg4ciKuuugrHH388mjZtWq3dV199hVGjRmH06NH+No4rT7UmCoiACIjAt0lA+xYBERABERABERABERABEdgIAlWvC7JcVfE1Rn7vQ5+WGv/PBXhmyFy/SMkdZ7LXC9z6N0JMV4/6MXZv14yV9UJtDmuNX43qEjiQAidNlgRUNLcY//3di1hcWBR+6JT8yDIpto1V2Zeej5DRtZiIhHIRgBCIgAiIgAiIgAiIgAiIgAiIgAiIgAjkPgHNUAREQATWm8CAAQPw9ddfV2vfu3fvajEFREAEREAEREAEREAEREAEKu9B+f/snQeAFEX2xr83uwgSzIoEc0DJwXjmeOqZBTxzPAMq5vOvngkFMaCIimIOiEgwJ1BUvDNgQjDd6YGCngGQXXJYlvm/r3p6t3d2QDK7s19vf/VeVVdXd/2mQ01NdS/HqJAHbVIcy8J4PLaFlhr4ymz0fGA2hwR5IWFN96MRMi2b1cH93ZuiaaNaXCCJgAiIgAiIgAjkCYFNep+ODc460GvDe74rHTUD2FaY3W8Eim4cGt5nUFpaGsbGsh0Ri3mS8kLC+NqkpS+JgAiIgAiIgAisXAIqXQREQASqEwF+h4j3l362kHz1tJlHLc4uKwIiIAIiIAIiIAIisBwELEfLKtkWY9GMJy395VVqeQvQ+mUE5IiACIiACIiACIiACIiACIiACIiACOQ/AdVQBERABGosATMLdTcrt2YGs0ipVCr4BQUFoE+brcLCQjCtZZu6OLvrOmjQIBXWMWMZXrwBpaVpXHL25xj7WbEnaBYBERCBlU9gyvvj8O5RfZEuXQi/KLkA+PWIQeE6a2LLxzujduO1EV/DeB1LKr7m0VJmBrOKgk9m5mE0m5X7UcrKC6+66ioMGTIkXJtzbYX/dK9jx4748ssvcy1WmgiIgAjUVAKqd54QiAfasDr0qdjnA5iM08biA5rUmNEzcNvNv2BacSl417ZMSGNewC29W2K3PWvOP37xKmsWAREQgeUmsPFBLbHz02fDzK+knCl44CqZOhvjLhqKog/Ged9QaVB8baaNr9e03BFaij6V9BmXREAEqg6BNdZYA/Xq1SvboaKiojJ/RTnsp9lyyy1xwgkn4JZbbkHv3r3RpUsXtGzZsqw/hNeJUaNG4ZdffllRm1U5IiAC+UFAtRABERABERABERABERABEaiGBPg9P7nbjGeL/YpJ8fcfauRT4zHsvu/g3ZKRgOAyNPeufO5QbNqy5v0G1LRDY5z6/HFOAGEyM7cun4u+K8ZbV7yDqd8XhRedkmOSLf0kf/FPeC0AABAASURBVF+x7GWn2T7jkgisBgLapAiIgAiIgAiIgAiIgAiIgAiIgAiIQP4TUA1FQAREoNoQGDFiBB577LFK+3vyySfj4IMPrpSuBBEQAREQAREQAREQARGo6QQ4LiXDIBjGk4rHrsRjWmipga/MRs8H5wBmMPiUCcxjrZvVQb/uTdG0US1foFkEREAEREAERCDfCGzS+3RscNaBftf3O79FtTNzxzX7gRGYdtOz4X0GbDOwLZFUsp1BP1o7CrPjUapCERABERABERCBFUxAxYmACIhAtSEQf0egXZSQTlaHESqZJl8EREAEREAEREAERGBZCKQrNrTCexDiNhnLo5+09FeEUiuiEJVBApIIiIAIiIAIiIAIiIAIiIAIiIAIiED+E1ANRUAERKBmEzCzAMCs3JoZzCKlUqng8x8u0afNVmFhIZjWok1dnNV1HdRvYOGFv2mOPaB8C6ULFuKSs0Zj7GfFHtMsAiIgAiuPwOT3x2HkkX2x0K870Y9xfiHymb/bFaxTB1s+1gl1Gq+N+NrF61csXucoxmkps+h6aFZuufdmRhNkVu6HhFUQHHPMMfj888+x3Xbb5dza66+/js6dO+OVV17JuVyJIiACIlDzCKjG+UAgurdHNaFPMRY/eMl47POhzFhjRs/ArT1+RnHxAjYJIsVfWLydcMudLbDbnjXvH7+QnSQCIiACy0tg44NaYqcBZ2X6gjhk0i+s0ZUW83+fif9eOARFH4wre2Ce1+b4Wp28bnM/GKfoU0mfcUkERGDpCHz22WdLt8IS5mZ/ScOGDcty//DDD5gzZ05ZfGU4a665Jtq0aYMLLrgAl156KerVqxc2M336dPz444/BVyACIiACEQGFIiACIiACIiACIiACIiAC1Y1Ash+Qfi7FfYqxZT8jNfKp8Xj93v94lb1f0ufQNemxeL7y2b9g05Y19zegpu0b45Tnjgs42HsLAspwmvptEd664h0U/VAcHn4nz5hvbJOfBQthnJZK+oxLIrBqCWhrIiACIiACIiACIiACIiACIiACIiAC+U9ANRQBERCB6kPgzjvvrLSzfH71/PPPr5SuBBEQAREQAREQAREQARGo6QSSY07S6XT5c4npyOe4FeaJx7LQUgNfmY2bH5wT8nvAUTBhKAyDVs3qoF/3pmjaqFZNx6v6i4AIiIAIiEBeE9jkrjOw/lkHRO0Ar6k3Hzz0OQ3MvP9NFN80tOydBmxTJMX2RbZ8zTAzPTgKREAEREAEREAEVhIBFSsCIiAC1Z8AvzfEQoVXUDNCVf86qgYiIAIiIAIiIAIisLoJmFVuV8VtMNqVtX+plVVwjStXFRYBERABERABERABERABERABERABEch/AqqhCIiACIgAzKLObLNya2Yh3czAf+hEFRQUBJ82W3wRAdNatKmLs7quiwZrFfj6AIwzA0NpaRqXnfM5xn5WDE0iIAIisDIITH5/HP559P1Ily7k5Qdmfv2BgaZw3TWx1WOdUKfx2oivWbxuJX3GKV7zKDOuW1HcbzOjCTIr90PCKgxatWqFTz75BIcffnjOrX7zzTfo3Lkz7r333pzLlSgCIiACNYqAKlvtCSQH2tCnWCnaWMmHL+nzhQ5jRs/ArTf/gmnT2D4wGFeiwj3ccGvvFthtz5r7j1+IQhIBERCB5SWw8UEtsfPT5wDh2orMZODfgqmzMO6iISj6YJz3DZWGfyTFa3Ss+BpOyxVpKfpU0mdcEgER+GMC//znP3Hcccfh2muv/ePMy5ijWbNmoX+Fq0+cOBHjxo2ju1h99913uOyyy3DVVVeBL7udMmVKyD979mw8++yz6NGjR1g2YcKEkL6ooGnTpthkk03KFs+cObPMlyMCIiACEAIREAEREAEREAEREAEREIFqRSBX/x/TkmJfIuO0FH//oUY+NR7D+n4LM/M6m9tgosDTrnr2L9i0pX4DatqhMU59/ng4oQybyMAZTf22CCP+/jaKfigOfbfkSsZJkX0sXxP0aamkz7gkAquMgDYkAiIgAiIgAiIgAiIgAiIgAiIgAiKQ/wRUQxEQARGoJgSefvppvPLKK5X2tmvXrthxxx0rpStBBERABERABERABERABGoygeRYE/rpdDqMRYl9jlmhH49hoaWeeXUObn5wDszhmRnMKEaA1tutiftvaoymjWp5gmYREAEREAEREIF8J7DJXWdgw7MOhHlFvUngoc8eoT+73whMu+nZ8E4DtiHYtkiK7Yxs+dphZnpwFIiACIiACIiACKx4AipRBERABPKIQPjukE5UiH2cSCYklskVAREQAREQAREQARFYKgJsa2W3rJgWF0KfSsbpJ9MYX1qllnYF5c9NQKkiIAIiIAIiIAIiIAIiIAIiIAIiIAL5T0A1FAEREAERiAiYWXDMyq2ZwayiCgoKkEqlQLsotWhTF3/rug7q1U+B4w/SIWB3eRolJaW49KzPMPbTorA9BSIgAiKwoghMfn8cRh51H0pLFvCqEynt1x5Xwdp1sOWjHVGn8drhn9PF16/CwsJK1zNe4yizitc/Mwu7ahZZRszKfcZXh+rVq4cXXngh/AO9XNvnP9E7//zz8fe//z3XYqWJgAiIQI0hoIpWbwLJgTT0KdaIlg9bxpY+xQcxqc9Hz8AtN/+CacWlnp3fTCh3OXsb4ZY7m2O3PfWPX4hDEgEREIHlJbDxQS2x84CzKxTj38hC31DJ77Mw7sLBKPpgXM4H5uPrOC0LoKXoU0mfcUkERCA3gY8//hinn3469txzTwwcODB3phWUutlmm2HTTTcNpS1YsABDhw7F77//HuK5gjlz5oQX3M6YMSPkmz9/PtinwbxrrLEGfvnlF0yYMCEs++ijj8LLu7gsl1jWtGnTwiL27TRp0iT4CkRABESABCQREAEREAEREAEREAEREIHqQyC734/xbPF3H6bxdx/6tNTIAePxWt9vK4wN8Z9+Qn8kgyuHHoJNW+o3oPhoaNK+EU5+9q8eTRNPRv67mUOb+p/fMeLytzD1+6mIGdMmxc8glhdSoe+G6UyTRGBVEtC2REAEREAEREAEREAEREAEREAEREAE8p+AaigCIiAC1YXAXXfdVWlXGzVqhPPOO69SuhJEQAREQAREQAREQAREoCYTiMeY0MZKWo5VYZxjg+jTUgNfnY3uD8wO413SHPriAfO5Qatt6+D+G5tgk8Zr1GS0qrsIiIAIiIAI1DgCTe86A+v/7cBoPCsbBaGN4M0F92fd/waKbxqa850GbGNE7YhoDG3SJ0TGaSUREAEREAEREIEVS0CliYAIiEB1J8DvCrFYF/9GQRPJDPyLIgpFQAREQAREQAREQASWhwDbVZYogG0wRmkp+itDqZVRaA0sU1UWAREQAREQAREQAREQAREQAREQARHIfwKqoQiIgAiIQIKAWdSlbVZuzQxmkVKpVPALCgpAnzYp/rMlimkt2tTFWReui/prpZJbgJeE0tI0Ljvnc4z9tCixTK4IiIAILDuBye+Pw7tH34/0goXhOmNeVJBfvwrWqYOtHuuEOo3XRnyN4nUqVvJ6Rp8yM5hVlBcZ0mgpM6OpMrrtttvw4IMPLnJ/uPzYY4/Fjz/+uMg8WiACIiACeUxAVavGBJIDbOhTrA5t/HAlbSy+zIH6fPQM3Hbzr5g+rRQIt22DmQuAAbi1d0vsvqf+8Yuj0CwCIiACK4xAw4NaYuenzykrj9dbXnRpF0ydjfEXDUHRB+O8b6g0KL520yav6yyAcYo+lfQZl0RABMoJjBw5Eqeddhp22mknPProo+ULVqK35ppr4uCDD0atWrXCVn7++Wfcc889+Omnn0I8GRQVFeGxxx7DN998E5K5DtdlGUxgf83OO+8MM14tANZn+PDhKCkp4eIKmj17NgYNGoRffvklpG+66abYZJNNgq9ABERABAAIggiIgAiIgAiIgAiIgAiIQDUhkN3fx3i22G9I8Xef2NIfOWA8Xr/3O0Q9CYCZey6fPQJc9exfsFlL/QaErKnpDk1w8nPHA44ryAOzKFL0bRHevuIdTP1+KmLWtEklPx/4xLibMCf9kKBABFYuAZUuAiIgAiIgAiIgAiIgAiIgAiIgAiKQ/wRUQxEQARGoFgT69OmDUaNGVdrXrl27Ysstt6yUrgQREAEREAEREAEREAERqKkE4rElSZtOp8E4xTEqtBwbRJ+WGvjqbPR4YC5HucADcKiLwdw3tN6uDvp1b4JNGkfPNkGTCIiACIiACIhAjSLQtM8Z2OCsA4GogZAx5tYw5/43Me2moeF9BmxTsH2RFNsdScEnxt2E9gmtJAIiIAIiIAIisMIIqCAREAERqLYE+D2BSlYgxNMVUjxSIcHjmkVABERABERABERABJaFQBqV21Wh/bWYwv5o+WJWLVuU/G9KZYlylpaA8ouACIiACIiACIiACIiACIiACIiACOQ/AdVQBERABEQgm4CZhSSzcmtmYUCzmSGVSgW/oKAg+LTZ4j9sYlqLNnVx5gXroF79FOKJ3eZpDxYsWIjLzxmNLz4rjhfJioAIiMAyEZjywXiMPOZ+LCwp9fX585xfZIIHpNaqja0f64Q6jddGfG3i9Sn2eU1jnKJPmVm4zpmVWy8upNFSZkZT5XTmmWeGf5LXsGHDnPvGf5DXqVMn/POf/8y5XIkiIAIikL8EVLPqSiA5iIY+xbrED1YyHvt86DLWmM9n4taev6K4eAH4/SMav+PtBI+wpXDLnS2w+57rsShJBERABERgBRNoeFBL7PT02V6qX3f9AuyX3nAt5jW7ZMpMjL9oCIo/HF/2wDyv3fG1nHli3wvw9bwMFsCIi8vdaBYBEcgQeOGFF3DUUUdh7733xmOPPZZJXXWmVatWOPLII0M/Mbf6888/46abbsI111wD7s9TTz2Fnj174qqrrsLnn3/OLKF/5bDDDgPXDQmZoE2bNmjdunWIlZSU4Nlnn8Wll16K3r17g+VQt956K/7+97/js88+C/lq166Ngw46CPXq1QtxBSIgAiIAiIEIiIAIiIAIiIAIiIAIiEB1IJDdz8d4tuJ+wtiyH5EaOWA8Xr33O+95RBDry3UZY1fiVUMPwWYt12eylINA0w6NcfKzxxOXL/VfzQgteGlM/c9UvP33t1H0QxHInbxpkyLrWL5a6MOlpZhOK4nAyiegLYiACIiACIiACIiACIiACIiACIiACOQ/AdVQBERABKo+geLiYvTp06fSjnJ8ZJcuXSqlK0EEREAEREAEREAEREAEaiqB7DEljEeKnh3k2BTG47EqtNTAV2ejxwNzHVs6khuf4WuhdbPa6HdjE2zSqJYv0ywCIiACIiACIlBTCTTtcybWP/OAMC42GhLrLQV32GaYff+bmHbT0LJ3GrDNkRTbH0klGTI9GZcvAiIgAiIgAiKwPAS0rgiIgAjkD4Gy7woVXknNCJU/9VRNREAEREAEREAERGB1ETCr2K4qa39l7dCi0rOyLXHn6KGTAAAQAElEQVS0/D8pLfEqyliJgBJEQAREQAREQAREQAREQAREQAREQATyn4BqKAIiIAIikJOAWdS5bVZuzSz8cyYzC//QKZVKoaCgIPi02SosLAzLW7ath79duC7qNUiBk3ngRYB2wYI0Lj9nNL74rNhTNYuACIjA0hOY8uF4jDzmfqRLShEuLB6YCz4Vrl0HWz/eCXUar434msRrVdJnnOI1jTLztbPkRcHMaILMyv2QUMWCPffcE59++in22GOPnHs2atQodO7cGf3798+5XIkiIAIikJcEVKlqSSA5mIY+xYrQxoofruSLHOjTjvl8Jm7t+SumFbN94Pdtn0F5YK5b72iO3fdcj0VJIiACIiACK4lAw4NaYccB5/hV16+8BvBrlFnklEyZifEXDkaxf5/jdTu+ftNS8TWeFj7RUu6GOemHBAUiUAMJPPHEE9h3331x5JFH4vnnn19tBMwM++23H04//XQ0aNAg7AfP0UmTJuGDDz7Au+++i++//z78wzgurF27No499lgceOCBfl3wawITM6pVqxZOO+007LjjjmXL5s2bh2+++SaUw7LGjRuHkpKSsMY666wDviC3TZs2Ia5ABERABAIBBSIgAiIgAiIgAiIgAiIgAlWeAPsO4p2kn0vsJ0yK/YjUyAHj8Vrf/4K9Ct4t4dZcgJkBMFz93CHYrOX60LR4Ak13aIyTnz8eIDcKgPkffCr6tghvXf4WiicUhz4dck9+FvSTn5mvAsZpqaTPuCQCK4WAChUBERABERABERABERABERABERABEch/AqqhCIiACFQDAr169QLHNWbv6gUXXIC11lorO1lxERABERABERABERABEaiRBJJjSehXUDodxqcwLR6jQks989oc9HhgbmAWjWsxcHiLh2iz3Zrod1MTbNK4FjSJgAiIgAiIgAiIQNO7z8QGZ/G5ZWdhBjOXu5xn3/8mpt00FGxfUBwHmxTbIdniehTTaSUREAEREAEREIHlJKDVRUAERCAfCaQTlfJ+zjSSCYllckVABERABERABERABJaKAPtlF9ey4vKlKnAJM0f/RWkJMytbbgJKFQEREAEREAEREAEREAEREAEREAERyH8CqqEIiIAIiMCiCZhZWGhWbs0sGticsAUFBUilUqBdlFq2rYczu66LevUNHJCQ9p7zSGmUzC/FZWd/ii8+Kw7bUyACIiACS0pg8gfj8fZR96N03gLwmuIXGF81XGVQsFZtbPVYR6zZeG0UFhaWXaNiP3ndok+ZVb7GeYHhukdLmRlNlVeTJk3CP8c744wzcu7rr7/+ipNOOgk33XRTzuVKFAEREIF8I6D6VD8CyQE19CnWgpYPU8aWfiw+bDnm85m45eZfUFTE9kH8xcPXdBfeWLjlju2xx176xy9ORLMIiIAIrHQCGx/cCjsMOJuXX78Cu+G1mPItl0yZifEXDkLxh+PCA/PxtTy28XWe1rP7dz7/rhe++DHGsjIFRVGFIlAjCEyfPh19+vRBhw4dcMopp+Dtt9/G4ib2gRx++OGLy7JClpkZdtxxx9DHcNppp2HLLbdEvXr1ysquXbt2SDv22GNx8803Y5999qnQ11KW0Z0111wT7Mu49tprseeee6Jhw4aoVauWL4lmltuiRQucffbZYXvbbbddtEChCIiACGQIyIiACIiACIiACIiACIiACFRtAnF/X3IvmZYU+wgZp6X4+w818unv8eq930V9hd7jyDzea+he1F949dCDsVkL/QaUZLs4v0mHxjj52eMDTyfoHL3PNZox9T9T8dblb6F4QnF4yTr587NIKvD3Pltabie22T7jkgisaAIqTwREQAREQAREQAREQAREQAREQAREIP8JqIYiIAIiUNUJfPfdd2FMZ/Z+cozk3/72t+xkxUVABERABERABERABESgRhKIx5PQ5hLHojA9HptCSz3z2hzc1G8O0hlqzMPxLUxo1awO7r+pMTZpVP68USabjAiIgAiIgAiIQA0m0KTPmVj/zAPCuFi2HeJ2BNsQc+5/A9NuHBLeacC2BtsgSYX8mTGxSZ84GaeVREAEREAEREAElp2A1hQBERCBvCSQfDW1GfiXl/VUpURABERABERABERgFRNgu8pW8Ta5uRQDabkIaGUREAEREAEREAEREAEREAEREAEREIH8J6AaioAIiIAI/AEBs6iL26zcmhnMIqVSqeAXFBSAPm1S/CdTcbxl23r424XroX6DAl8HGVlwFpSk8fdzRuOLz4qhSQREQASWhMDkD8djZMd+SJeUIrqgAPBLCoPCtetgmyc6Yc3GayN5HYr95PWKPmVmMKso+GRmHkazWbkfpVT98KGHHsKtt966yB295pprwBfKzJgxY5F5tEAEREAE8oCAqlDNCCQfgKRPsQq0fIgytvQpPmBJjfl8Jm7p+SuKi0vBu7aZhy6fwYRb72iBPfbSP36BJhEQARFYhQQ2PrgVdnz6HL8MG+LrcXA8UjJlFsZfOATFH47L+cB8fL2n5S7TUvSppM+4JAL5SuDHH3/EjTfeiHbt2uHCCy/EZ599ttiq1qlTB+eccw4+/vhjnHXWWYvNGy/cbLPNcMcdd6Bfv35Bbdq0iRctseV2d9llF1xxxRUVyurTp09I23fffVGvXr0/LM/M0LhxY5xwwgno1q0b7rnnnrBP3DfuY9euXdG+fXvUqqUXdf0hTGUQgZpHQDUWAREQAREQAREQAREQARGowgSy+/MYzxZ/92Eaf/ehT0uNfPp7vHrvd2Dfopn3NSIWwvSP5/6CzVrqN6AAYymCJjs0xsnPn+BrRDwdK2eYGab+ZyrevvwtFP1QhPizoE2Kn1UsLyS8NJWWYjqtJAIrgYCKFAEREAEREAEREAEREAEREAEREAERyH8CqqEIiIAIVHkCHM84ffr0Svt5wQUXVEpTggiIgAiIgAiIgAiIgAjURALx2JGkpR9r4cKFYawJxwZxPAot9cxrc3BTv7nIjGaJ0Jm5NbTerg4euKkxNm2kZ4ociGYREAEREAEREIEsAk3u/hvWP/NAmBmsbBk9w5x+b2J692dzvtOAbZG4jRJbrk4/aelLIiACIiACIiACS01AK4iACIhA3hEI3xXSyWoxQiXT5IuACIiACIiACIiACCwLgTRyt6tCG2xZClzCdVJLmE/ZFklAC0RABERABERABERABERABERABERABPKfgGooAiIgAiKwJATMOHgZMCu3ZhbiZoZUKhX8goKC4NMmVVhYiDjeom09nNl1XdSrnwrd52n2oVMASuaX4u/nfIovPivymGYREAERWDSByR+OxztH90PpvAXhgU4PEF1UgIK1a2ObxzuiTqO1kbz+xNchXrOSPuNmFq5jZuWWWzczmiCzcj8kVKPg8ssvx/PPP4811lgj514/9NBDOOaYYzB27Nicy5UoAiIgAtWfgGpQnQgkB9TQp7j/tPFDk7Sx+DIHasznM9Hz5l9QVLQgtAv4NYPrsJ3A7x239mqOPfZaj0VJIiACIiACq5hAw4NbYYcBZ/kl2a/OvCi7wjUaaZRMmYHxXQeh+MNxOR+YZz5e82m527QUfSrpMy6JQD4R+PLLL3HZZZehXbt2uPbaazF+/PjFVq9hw4a44oorMHr0aNx3331o27btYvNroQiIgAjkHwHVSAREQAREQAREQAREQAREoKoSyO7HYzxb7Aek+LtPbOmPfPp7vHLPd96b6LXL9C16T2OI0/7j2UOwWQv9BuR0lmlu0qExTnz2eOdJmuFntrK+3N///Tve+ftbKJ5QjPgzoU0q+TlyBxinpZI+45IIrBgCKkUEREAEREAEREAEREAEREAEREAERCD/CaiGIiACIlC1Cbz33nu4//77K+1k586dcdRRR1VKV4IIiIAIiIAIiIAIiIAI1DQC2WNGGE+KY0/S6XR4npA+xwhRA1+bg5v6zXVc/LcOlLthTqN1s9rod1NjbNKoVkhRIAIiIAIiIAIiIAK5CDS9529Y74z9EY2KTeTwhNn3Dcf0m4aGNgjbHmyHJJVsr9BPrB2NrU0myBcBEaiWBHhuS/5dK34uQzZc33VMrOxjQuXrGMvPY6Ba3gi10yuWQIVXVDNCrdhNqDQREAEREAEREAERqIkEzFZPuypVE2Gv0DqrMBEQAREQAREQAREQAREQAREQAREQgfwnoBqKgAiIgAgsMQGzqLPbrNyaGcwipVKp4BcUFIA+bVKFhYWgmNaibT2ceeF6qN+gwNfxXTCU2ZL5aVxxzmh88VkRNImACIhALgKTPxyPd455AAvnl8IvHzDz0OUzCteug20f74g6jdYuu+bwuhMreX2iT5lZKMOs3HK7ZkYTZFbuh4RqGBxxxBH47LPP0LJly5x7/8Ybb6BTp0548cUXcy5XogiIgAhUawLa+WpDgA8qxDtLn2Kclg9NxpY+xQcqqTGfz0TPnr+iuHghzP8yM8wMHuC2O5pjj730j1+gSQREQARWI4GGB7fGjk+fC16X4RMv0YCFvwW/z8L3Fw5G8Yfjcj4wH1//aeETLeVumJN+SFAgAtWcwL/+9S+ceeaZaNu2LXr16oXff/99sTXadttt0aNHD4wePdrbRD2x3XbbLTa/FoqACIhA3hJQxURABERABERABERABERABKokgWT/Hf1c4u8+SfH3H2rkwB/wyr3/hXckcnbrfYreuWgA3OCaZw/BZi30GxCWc2q6YxOc+NwJoZSIrTlfCij6z1S8ffkIFE8oBj8jfi60SSU/UxbCOC2V9BmXRGC5CagAERABERABERABERABERABERABERCB/CegGoqACIhAFSfQu3fvnHt43nnn5UxXogiIgAiIgAiIgAiIgAjUJALJsSL0s8UxJ0wrLS0tG4vC8SjPvD4X3R+YC3BQEDhuxYVoat1sTdx/Y2Ns2qhWlKBQBERABERABERABBZDoMk9Z2H9Mw8IOSyEHrjjM+bc/wamdx+a850GcTuFbZWkfO0wMy04CkRABKoNAZ63SVWbHdeOikA+EVBdRCBPCSTvL/TztJqq1uIIpBML02nwL5EiVwREQAREQAREQAREYBkJsH2dbGotYzFLvVpqqdfQChUIKCICIiACIiACIiACIiACIiACIiACIpD/BFRDERABERCBpSNgxqHLgFm5NbMQNzOkUqngFxQUBJ92UWrRth7O6Lou6tZPARykwJ50CmnMn1+Kv5/9Kb74rAiaREAERCBJYPKH4/H20f1QOq/ELx3R8Cb+GOcRpBrUxtaPH4M6jdZGYWEh4utP0o/TeL2izMqvYWaRz+2ZGU2QWbkfEqpx0KJFC3z00Uc4+uijc9bi22+/RefOnXH33XfnXK5EERABEaiuBLTf1YNAuKdndpU+xSht/JAkbSy+zIEa8/lM9Lz5VxQXlXp2fqmg/GsGY/5d47Y7tscee+kfvzgOzSIgAiKw2gk0PLgVdhhwdrQf0eXae4Kia3bJlJkY33UQij8cr3jTyQAAEABJREFUl/OB+eT9gAUwTtGnkj7jkghURwKvvPIKOnXqhD322AMPP/xwOBcWV48dd9wR9957L0aPHo0rr7wSjRo1Wlx2LRMBERCBvCegCoqACIiACIiACIiACIiACFQ9Arn67ZiWFH/7YZyW4u8/1MiBP+Dle771SnlnImcXx4cwL0eM/GPowdishX4DckArZG66QxOc8OwJUZ+t/8YWODtzdzH137/j7cvfRPGEorIXr/OzSirK758MV/A9YtxNmJN+SFAgAstBQKuKgAiIgAiIgAiIgAiIgAiIgAiIgAjkPwHVUAREQASqMoHnn38eQ4YMqbSLXbp0wZ577lkpXQkiIAIiIAIiIAIiIAIiUJMIxGNEaHOJY02YzrFB9GmpZ16fgxvvn8OhQa40wl+aIdC6WW30u7ERNmtcqyahVF1FQAREQAREQASWk0CTe87CemceELUrGGbGxLItMqfvcEy/aWh4jpttEbZLkmKeXOIuMZ1WEgERqLoEeJ7GWtRexstl/XsXv3tJ0XdRcVgpHHSe6TzLt2NgSe4ti8qj9DwjkHxVtRn4l2c1VHVEQAREQAREQAREYLUQYLvKVsOWU6thm/m0SdVFBERABERABERABERABERABERABEQg/wmohiIgAiIgAstBwCzq+jYzmJUrlUqFeEFBAejTJlVYWAiKaS3a1sOZF66HevVT0Z4YjYF/C0rS+L9zP8OXo4uZKImACIgAJo/6Hu90fBAL55eG64RfetwCZoaCtepg2yc6Ys1Ga5ddY3idia839GPx2kSZ+dUmS/DJzDyMZrNyP0qp/uGaa66JoUOH4v/+7/9yVmbevHno2rUrLr300pzLlSgCIiAC1ZCAdrkaEOAA/Xg36VOM0/IhydjSp/gAJTXm85no2fM3FBeXAuG2zYCKorfdsT322FP/+AWaREAERKAKEWh4cGvsMOBsRNdtN37Z9hmcSn+fhe8vHIziD8flfGA+vh/QMj8tRZ9K+oxLIlBdCDz11FM44IADcOihh+Z8KWx2Pfbff3/0798fH330EfjC2Lp162ZnUVwEREAEaiIB1VkEREAEREAEREAEREAERKCKEcjur2M8W/zdh+LvPrGlP3LgD3j5nu+8Ruw9dHF2wcxnw7XPHoLNWug3IAe0QuemOzbBic+dEBibOWuWboDPKPr3VLxz+QgUTyhC/FnRJpX8fOET427CnPRDggIRWDYCWksEREAEREAEREAEREAEREAEREAERCD/CaiGIiACIlClCfTu3bvS/q2zzjo477zzKqUrQQREQAREQAREQAREQARqEoF4bEjS0o/FMSb0OTZo4cKFZc8PPvP6XNzYbx5g5vI5GAP/2jSrg343NsZmjWtBkwiIgAiIgAiIgAgsLYEm95yF9c44ILQrQlPDALMQYM59wzHjpqFlbRK2VZJiuyUp+MS4G8SWviQCIlB1CPDcpLL3iGnZys6juAiIwEojoIJFIO8IZN9TGM+uJNOo7HTF84xAOlkfRqhkmnwREAEREAEREAEREIFlIZDG6mlXZf5b0rLsstYBxEAEREAEREAEREAEREAEREAEREAERCD/CaiGIiACIiACy0LAzMpWM4t8MwsDms0im0qlQrygoAD0aRelFm3r4YyL1kfd+ilE/ensVqeA+fMW4oqzP8GXo4vLtilHBESgZhKYPOp7vH10P5TOLXEAab9cRD/AMUw1WAPNnuyINRutjcLCQmRfb5LXIfqUWXS9Miu3XnC4dtFSZkaTt7r55pvx6KOPLrJ+d9xxBzp27IgJEyYsMo8WiIAIiED1IKC9rOoEkoPU6VPcZ1o+HBlb+hRf7ECNGTMLPXv+hqKiBd428DXYMHCPLQU3uLXXdthzr/V9gWYREAEREIGqRqDhIW3Q4amzfbf8qp12uceZ1/wFU2bghwsHYdqH43M+MM88vB/QxuvEfhynlUSgqhOYPXs2+vbti5122gknnngi3nzzzT/c5WOOOQYvvfQS3njjDZxwwgl/mF8ZREAERKBmEVBtRUAEREAEREAEREAEREAEqhKBZJ8d94vxbLGfLyn+/kONfGYCXrrnO66Wkf8IFM2A9ydeM/QgbNZivcwymRVNoMkOTXDCsyc46kzfbczeNzT131PxzmUjMG1iMfjZ8fOiTSr5OfsqoRxaistoJRFYdgJaUwREQAREQAREQAREQAREQAREQAREIP8JqIYiIAIiUHUJPPjggxg5cmSlHbzwwgvRvHnzSulKEAEREAEREAEREAEREIGaQiB7TAjjSXFsCePxWJPS0tLw7OAzr89Bt35zo/El6cwgFTdAGq2a1Ua/Gxths8a1agpG1VMEREAEREAERGAlEGhy79lY94z92bzwFoab0OYIDQ7MuW84pt80JLRL4nYK2y2x2H5JKrl7TE/G5YuACKw+AjwfqeQeMB6L6bGfy8bnvOzC8IyAOIjDij0GxFM88+MYyHX/iNOy7zOMx0rmidNk84hAhVdWM0LlUf1UFREQAREQAREQARFYTQTMVk+7KrWa6psfm1UtREAEREAEREAEREAEREAEREAEREAE8p+AaigCIiACIrDMBMwMZhbWNyu3ZhbSzQypVCr4BQUFwadNqrCwEBTTWrSthzMvWh9166cAZMoA3ANK5qfxf+d8ii9HF0OTCIhAzSQwedT3ePuYB7BwXing1xcP4FcKcCpcqza2e7IT6my8Vtk1pcCvO7F4LUr6jJv52lliWWZGE2RW7oeEPA1OPfVUvPfee2jSpEnOGg4dOhQdO3bEO++8k3O5EkVABESgWhDQTlZpAhycHu8gfYpxWj64EFv6FB+YpMaMmYWePX9DUVEpzAzGlYLMfcNtd2yPPfdaP6QoEAEREAERqJoEGh7SBh0GnBOu2xbvol/T4SklU2bihwsHYdqH43M+MB/fH2jhEy3lbpiTfkhQIAJViMDPP/+MHj16oF27djjvvPPw8ccfL3bv2K9x+umn491338WQIUNw6KGHLja/FoqACIhAjSWgiouACIiACIiACIiACIiACFQZAsn+Ofq5xN99mE5L8fcfauQzE/DSPd95L6H3Gob+QlaLPjwNuPbZg7FZi/WgaeUSaLJjExz/3AngRxAE/wx8kwyL/jMVIy8bgWkTi8ML/vi58TNMip9tLF8tekk7HRfT3WgWgWUjoLVEQAREQAREQAREQAREQAREQAREQATyn4BqKAIiIAJVlMC8efNw1113Vdq7bbbZBl26dKmUrgQREAEREAEREAEREAERqCkEkmNB6C9K8RgT2tLSUgwaNhfd+s0Lo1LMDAgC4G7r7erggRsbYbPGtaBJBERABERABERABJaXQJN7z8Z6Zx7AZgbMvLHh8hDwYO59b2DGTUNzvtOAY2NztW2Qmbgs48qIgAisJgLZ5yHjFHeHlso+lxlPinmkdBjzLw7isMKPgbSYiml+HAPJ+wb9RX2uyfsP/VjMH/uyeUQgnagLr3dIJiSWyRUBERABERABERABEVgqAmw/r46WVWqp9lKZKxBQRAREQAREQAREQAREQAREQAREQAREIP8JqIYiIAIiIALLT8DMQiFm5dbMYBYplUqB4j+pii39XGrRth7OuGh91K1nmcF/CMMW2Mk+f24prjz7E3w5uihsT4EIiEDNITB51Pd465gHUDq3xK8J/pNb2hW8NAoa1EazJzqizsZrobCwEPG1JenHabwGUWbR9cms3JKmmdEEmZX7ISHPgz/96U/hnw3us88+OWv6ySefoHPnznj88cdzLleiCIiACFR1Atq/qkuAbf147+hTjNPGA9xpY8UvdBgzZhZu7vkriooWePZ09P3BvWhO47Ze22HPvfSPXyIeCkVABESgahNoeEgbtB9wtn/Ly9pP/+o3f/IMfH/hM5j24ficD8wn7xdcm3GKPpX0GZdEYHUT+Oabb3DFFVegXbt2uPrqq/Htt98udpfWW289XHLJJRg9ejQefvhh7LHHHovNr4UiIAIiUNMJqP4iIAIiIAIiIAIiIAIiIAJVg0CufjmmJcXffhjnbz/0aamRz0zAi3d/FwaN+S9Abr2j0HsPIx+4ZuhB2KyFfgNaVZ900x2b4rihJ/hvcf5R+OfA7fJzY+z3b6bgncvexLQJxYg/Q9qkmDdW+br0vIQw/ifyFYrA0hBQXhEQAREQAREQAREQAREQAREQAREQgfwnoBqKgAiIQFUl0KtXL3z11VeVdu+CCy7ARhttVCldCSIgAiIgAiIgAiIgAiJQEwhwbEhcT/rZiseScGwQfVrqmWFzcf39czPjUjJjSTieJA203rYOHujWCJs1rhUXLSsCIiACIiACIiACy02g8b1nY53T9/f2hzc4vN3hoTdCWGwac+4bhuk3Dcn5TgO2YbLbOIxzTSrpMy6JgAisOgLZ518cp80lns/SwjD+XxzEYVUdA9qOjrV8PwZ4v2EdaZPi3ZBx2ljZ8ThdthoTSL662gz8q8a10a6LgAiIgAiIgAiIQJUhwHaVrYa9Sa2GbebLJlUPERABERABERABERABERABERABERCB/CegGoqACIiACKwgAmZRF7hZuTUzmFVUQUEBUqkUaJMqLCwsS2vRth7OvHgD1Ktf4OsDBsDMQ9e8+Qtx1Tmf4cvRRdAkAiJQMwhMHvU93u74IBbOWwC/GCBMfkkADIVr1cF2T3ZEnY3XQvI6kvQL/LpD8dpDmRnMKgo+mZmH0WxW7kcpNSNs1KgR3nrrLZx99tk5Kzx58mSceuqp6NatW87lShQBERCBKkxAu1ZFCSQHotOnuKu08WB22lh8mQM1Zsws3NzzNxQVlTI7/Obus8Hgkwe399oee+6lf/ziNDSLgAiIQLUh0PCQNugw4BzfX4uu5+7Bv5uZGRZMmYkfLnwG0z4cn/OB+eR9g6sxTtGnkj7jkgisDgIffvghzjnnHLRr1w633norJk2atNjd2GKLLXDDDTdg9OjR4MtiW7Vqtdj8WigCIiACIhAIKBABERABERABERABERABEagCBLL74xjPFn/7YRp/96FPS707aCJevOe/7BoEDInJPGq49tmDsHkL/QaUALNK3KY7NcXxz57gn0Fmc95vC8YMKPr37xh5+ZuYNrE4vASQnyM/06T4WceCT/TdhDnphwQFIvDHBJRDBERABERABERABERABERABERABEQg/wmohiIgAiJQJQn8+OOPuOuuuyrt26677oouXbpUSleCCIiACIiACIiACIiACNQEAvHYD9pc4hgSpsdjSmipZ4bNxQ33z4Pxz+Chi2NSXG22q4MHbtwYmzWuBU0iIAIiIAIiIAIisKIJNOl7DtY74wDA2x3g5G0RwMLfvPuGY2b3oTnfaRC3a9i2yRZ8YpobzSIgAquRQHwe0lLxeUubFL+TxHH6UmnZdU8sxGIlHAM6vkp1XOXbcZW8h8R+bHn/SYq3RcZppTwlkE7WixEqmSZfBERABERABERABItaucoAABAASURBVERgWQiksXraVall2VmtQwKSCIiACIiACIiACIiACIiACIiACIhA/hNQDUVABERABFYkATMLxZmVWzODWaRUKhX8goIC0KdNqrCwEHG8edt6OOOi9VG3Xip0r0eDVbyj3ed5c0tx5dmf4KvRRWF7CkRABPKXwORR32NExwexYG4J0n7+hwsCq+t+QYPaaPbEMaiz8VpIXj/i60jS8ppDmUXXI7Nyy+LMjCbIrNwPCTUwuP/++3HHHXcssubXXXcdTj/9dEybNm2RebRABERABKoWAe1NVSQQtfGjPaNPMUbLgeyxpU/FA/jHjJmJHj1/Q9HUBWDbgG0E5g3yAm67fTvsuZf+8Yuj0CwCIiAC1Y5Aw0PaoMOAs8FrenyRp0+VTJ6BH7oOxLQPx5U92Mf7QyzmoU/LitNS9Kmkz7gkAquKwOuvv46//vWv4Mtd+/Xrh3nz5i12023btkXv3r0xevRoXHvttdh0000Xm18LRUAEREAEkgTki4AIiIAIiIAIiIAIiIAIrG4C2f1wjGcr7sfjbz/0aamRgybi+T7fetdg2vsIvSZpV9mcxrVD/4zNW+g3oDIkq9hpslNTHPfsiZmt8sNx+czf66Z+MwUjL3sD0yYUg59pLiWPAxbCOC2V9BmXRGDxBLRUBERABERABERABERABERABERABEQg/wmohiIgAiJQNQnwmctJkyZV2rkLLrggPB9faYESREAEREAEREAEREAERCDPCcRjPpKWfiyOIaHPsUH0aalnhs3FDffzGas0+EdMYRhKOo1W266BfjdsjM0a12KyJAIiIAIiIAIiIAIrhUDjvudg3dP3j8pmQ8Q9GmpO32GY2X1ozncasE3D9k1SvioYT1r6kgiIwMonEJ973FLs0ybF8zYWv49QjNNKpWXXOrEQi5V3DIit2ObvMZC8n9BPKnkvSt6nsn3GpWpOoMIrrBmhqnmdtPsiIAIiIAIiIAIiUAUImK2edlWqCtS9eu6C9loEREAEREAEREAEREAEREAEREAERCD/CaiGIiACIiACK5yAWdQZblZuzQxmkVKpVPALCgpAnzapwsLC8JIDpjVvWw9nXLwB6tVPhXUAlgG4wfz5aVx17mf4anQRNImACOQngUmjvsfbnR7GwrkL/LQvP//NDIVr1cH2/TtizY3XQvK6Efu8vlC8ltBSZiyjokjOzGiCzMr9kFCDg4svvhgvv/wy6tatm5PCo48+iqOPPjr8Q8KcGZQoAiIgAlWJgPalyhHgwPR4p+hTjNNyAHts6VPxAwxjxszCzT0nobioFOB922/dkYmc23tth7320j9+gSYREAERqMYENjqkDTo8fa7XgNd2ZC739A0lU2ZiwoWDMO3DcWUPkfI+ESu+f9DCJ1rK3TAn/ZCgQARWEoHp06fjwQcfxH777YeDDz4YzzzzzB9uaa+99gK/a48ePRoXXngh1l577T9cRxlEQAREQASyCCgqAiIgAiIgAiIgAiIgAiKwWglk978xnq24L4+//dCnpUYOmogX7/7O+wOjvkD+/gN3EQW4buhB2LyFfgPCap6a7NQUxz17on8q/HBcPnsE8A+s6N9T8e7lb2DahOKc/bf8vJPHA3xi3E2Yk35IUCACiyKgdBEQAREQAREQAREQAREQAREQAREQgfwnoBqKgAiIQBUk8Nlnn6FPnz6V9uzwww/HcccdVyldCSIgAiIgAiIgAiIgAiKQ7wSyx3ownlQ8VoRjg+jTUoOGz8MN988HLBp4YrCAimHrZnXwYLdG2LxJrZCmQAREQAREQAREQARWJoHGfc/BemccgExzBGyesE1Cze07DDO7D12iMbFsAyExZccTi+SKgAisQALJcy32aZPid5Gk+J0kqQULFoTznFZaADEQg5VyDPh5pnJ1bOXTMcD7COtDm1TyfkM/eT+iz1tgbLN9xqVqTCCd2Pd0GvxLpMgVAREQAREQAREQARFYRgJsPyebWstYzFKvllrqNbRCIKBABERABERABERABERABERABERABEQg/wmohiIgAiIgAiuHgBmHLgNm5dbMQtzMkEqlgl9QUBB82qQKCwsRx5u3rYfTL9oAdeulAA5iYE97UBpz5yzAVed8gq8/L4YmERCB/CIw+aMf8Fanh1AyZ56f+ukyuYNU/VrY7sljUKdhAySvF0k/vobwekOZlV+DzCKfxMyMJsis3A8JCvCXv/wFn3zyCdq2bZuTxltvvYVOnTrhueeey7lciSIgAiJQVQhoP6oWAQ6gifeIPsU4bTxonTZWPMB9zJiZ6NHzN0wtKvUmQfhS4N8RfE26SOO225phr730j1+ciGYREAERqPYENjqkDdo9dXa4znt3kF/lvUrheg+UTJ6BH7o+g2kfjgsP0vI+Ed8zaJP3E18r3DOYRp9K+oxLIrAiCYwePRpXXHEFWrVqhbPOOgv83vxH5fPFr88++yzeeecdnHrqqX+UXctFQAREQAQWQ0CLREAEREAEREAEREAEREAEVh+B7H43xrPF/ruk2LdHvTt4Ip6/+7vQD8h1vFOPc+gfZHDd0D9j8xb6DWj1fboVt9xkp6Y4dugJnuidtpxd/MD42U39ZgrevfwNTJ9YDH7W/Hxpk2K+WF6Ir8oC6PmnzQ7hyFUoAoskoAUiIAIiIAIiIAIiIAIiIAIiIAIiIAL5T0A1FAEREIGqSODOO+8Mfd/Z+3beeedlJykuAiIgAiIgAiIgAiIgAnlPgGM/4krSzxbHijAtHjtCSw0aPhfX3TcXaaSBME6EnisNtNq2Nh7stjE2b1IrLlpWBERABERABERABFY6gUZ9z8E6p+3v22GbhIK3VVzeVpl77+uY2X1IzncaxO0dtnmS8oLCzLTgKBABEVjpBOLzjTYWz1GK8TZnz0bDzrOx8bFz0OS4eWh6/Dxs4tr0+PnY/IQS13xseWKJaz62OtF1wjxs7domaC62PSFSs+PnYLsTXMfPxvYZNT9+FpofNwst3LY4biZaBs1Aq+Oo6Wh9nOuv09Hmr9PQNqN2fy0G1f7YIlAdjp0Kage3O1Kdf8dOQVOwc2dqMnbpHGnXzpOwa6dJ+FPQb9itE/Urdu/0K/bo+EvQnm737Pgz9nLtTR3zP+wT9BP2PYb6Efsd4zr6R+zvdv+jJ+KAoAk48GjXUT/gz0e73B501Pc4OKNDjhoP6i9HjgN16JH/xWEZHX7kdzj8iO9whNsjjvgWRwb9B0cd4Tr83zj6CJfbY4K+QcfDv0Gnw78O6nzYV6COdfvXw74EdZzb4w79AscHjcUJh1JjcOKhrr+MwUl/+TzoZLcn/2U0Tgn6DKf+xXXIpzjNdXpGZxzyCagzD/4Yfwv6CGcdHOnsg0fh7ING4ZygD3HuQdQH6HKQ68/v47yDXG7Pd13w5/dAdT3wX+j653/hwgP/GXSR24sPfBfUJW4vOWAkLg16B5cdQL2Nyw9w7f82/h70Fq7YnxqB/9vftd+buHL/N3GV26v2ewNXZ/SP/YbjGmrfYbg26HVct2+k6/d9Ddfv8xpuCHoV3fahXsGN+7j2fhk3ZdTdbY+9XwJ1894vguq51wugbnF7617Pg7rN7W17Pofbg55Frz2pobhjT9ceQ3HnHkOCervtvcdg3OXqs/sg9NljEO7e/Zmge9zeS+02EH13d+32NO4LGoD7dxsAqt9uT6Hfn57CA0H98eCfqCfx0J9cuz6BhzN6ZNfH8WhGj+3yGKjHd3kUTwQ9gid3idTfbf+dH8ZTQQ9hwM7Ug3h6Z9dOD2LgTg8EPeN20E79QA3e8X5QQ3a8D9RQt89SO/TFczu6drgXzwfdgxd2iPTiDnfjxQ5346WgPni5A3UXXungat8br7pey+j19neCGtbuDgxv72rXC29k9Ga72/Fm29sxwu2ItrfhraBb8XZb6ha809bV5haMbNMz6F23/2xzM6h/te4B6r3W3UG97/YDqtVN+DDoRoxqRXXDR60ifdzqBnzc8gZ8EnQ9Pm1JXYfPWl6H0S2uDfrc7ectrsEY11iq+T/wRdDV+LI5dRW+au7a/ip87fbr7a/EN0H/h39v79ruCvxne5fbb7f7O6jv3P53u8tBjWt2GajxzS7F9xn90OwS/LDtJZgQdDEmbktdhB+3dW1zIX7a1uX2f0Fd8fM2XfHLNhcE/br1+aB+c/vb1udhkmsytVUXTAk6F79vRZ2DqVu5tjwHRVueHVTstnjLszAt6G+YvqVri79hxhZnYmZGs7Y4A9TszU/HnKDTMHfzSPM2PxXzNjsV813zNj0Z813zNjkR85qegHlNqOMwZ+NjMbthZ8zZ/WLv9kqH35bT3qZMCpryk4AlqmUG/iVS5IqACIiACIiACIiACCwjAbarbBnXXZ7VUsuzcg1eV1UXAREQAREQAREQAREQAREQAREQARHIfwKqoQiIgAiIwEokYBZ1iZuVWzODWaRUKhX8goIC0KdNqrCwEHG8edt6OO2i9VG3fgowIMgDM8O8uQtx1dkf4+vPi6FJBEQgPwhM/ugHjOj0EErnlPBMh5m54DIUNKiN5v07oU7DBkheJ5J+fO3gtYUy4/oVBZ/MzMNoNiv3oxSFMYHtt98eH3zwATp37hwnVbDjxo0Ly3r37l0hXREREAERqEIEtCtViAAHose7Q59inDZ+aIo2Fl/mQI0ZMxM9ek5GUVEpeNc2CyGiCHDb7dth773XgyYREAEREIH8IdDwL23RbsA54CW/TJnqLZgyExMufAbTPhyX84H55H2FqzBO0aeSPuOSCCwvgSFDhqBjx45o3749br31VkycOPEPizzppJMwYsQIvPDCCzjqqKP+ML8yiIAIiIAI/CEBZRABERABERABERABERABEVhNBLL72xjPFn/7YRotxd9/qJGDJ+L5Pv9F5pcfmLnn8hlw9/qhf8bmLfQbEKrY1HTnTXDs0BPBzyh8Vu6Y+Qfmtuib3/Hu5W9i+sTi8LIqfs78zJPisRALPtF3E+akHxIUiEBFAoqJgAiIgAiIgAiIgAiIgAiIgAiIgAjkPwHVUAREQASqHIFhw4ahf//+lfbr9NNPx4EHHlgpXQkiIAIiIAIiIAIiIAIikM8E4rEdtItTPGaElho0fB6uu28+YAYDEE30DW2a1caD3TbG5k1qRckKRUAEREAEREAERGAVEmh837lY5/QDvI3ibROLNmzmjmtu32GY2X1IzncacGzsotpDLIXLaCUREIEVTyD7/GI8WzxH+V2EW585B6Bm0M4GZrhmzkl7WkKz3aeYx5fNcIV1mEZ5fEbGhnVnLyxfv4IflTOLeV2z5mTyxT5tJv8sL3Mm48F6Pk+fFfIvxCxPm+U+y5nF9KC0p3OZK8QTtiz/QsxmmfFylkHF8diGtFLPG5Ux29ODPD3Y2fEy2lJwH5ge23Kfy7lN2qSYVq45obxSxHa2xyN/YSJtIWbPKvV9KleUpzTkob9I+XpzqEy5Ub4FYNrcWW58gBbvAAAQAElEQVQrpHt5TAv5uWwB5oblbpnmYnxusJ422/N4/rm0rrnus3zGy3xPox/SMnmCv4j0eZn0eZ43+LNLQH/uLLeuUBbz+PJkOfMyy+aF/My7AExjGUGen+VEaSWIy4vjzDPfy4ji8bolURksM7MszpO09GNxffpJO2/WfERpkaU/f1ZJSJufWRbZeHlsS1Di253vKvF8JW7nB8vl833Z/KwySjB/pqe5SjxfnJd+CdMoTy/xckqCzeT19GTeBVzmaSUz54VthHWZRjE9WF/m/oJZbl0L3C/JWPosgwppns6yFoTyPL9b5gnLMj7L4fJgPX/w42W0THOV0s8o+ExzMX+Ih2VzEZcTp5XbuaBfOpOWmufx2M5DKMfLi5bPyyzj8lhMSypOj+zCTLm05ZqH2Ge59JM26XPZIjVjrpczJ6OM72lpF9dJ+7YX+sU5WL+oL6QyaVweljGvK+35mEYb5HnTQXMRrC+Py6mwPKTPKc8T1vF4nB7bTDpmzg554elUOr0wtB15H6LS6TRi8Z5En5ZK+oxL1ZRAOrnfjFDJNPkiIAIiIAIiIAIiIALLQsBb0suy2nKvk1ruEmpkAaq0CIiACIiACIiACIiACIiACIiACIhA/hNQDUVABERABFY2ATMLmzArt2YGs0ipVCr4BQUFoE+bVGFhIeJ4i3b1cdpFG2DNugaEcQze7Z4ODubOXYirzvkYX39eHLanQAREoPoSmPzRDxjR6SGUzp4fKhHOcj/XaVP110Dz/h1Rp2GDsmtDfI2IbXwtoaXMLFxnzMotCzYzmiCzcj8kKKhEoE6dOnjmmWdwzTXXVFrGhAULFuDiiy8OYlwSAREQgapFQHtTVQgkB5rTp7hvtPEgddpYfICKGjt2FnrcMhlTixaErwJsF3Cd8MXAI7fd1gx7761//EKWkgiIgAjkG4GGf2mLtv3PKXuIyS/7mSqmUTJ5BiZe+AymjxofHnriPSO+h9DyXhFbrsQ4RZ9K+oxLIrC0BH744Qf07NkTbdu2RadOnTB06NA/LKJBgwa44IIL8Omnn+KJJ57Avvvu+4frKIMIiIAIiMCSElA+ERABERABERABERABERCB1UEgu5+N8Wyxn46K+/BoqZGDJ+L5Pv8t//3HK8B1+RtQ2jsDrx9yIDZvod+AHEuVnJvuvAmOHXoiPy7fP//A+KFFHqZ+PRnvXv4Gpk8sRvKzpx+Ln3UsXy30A9NSTKeVRKAyAaWIgAiIgAiIgAiIgAiIgAiIgAiIgAjkPwHVUAREQASqHoE777yz0k7xmcvzzjuvUroSREAEREAEREAEREAERCCfCcRjOpKWfqx4XAjHBtGnpZ4ZPhfX3jcPaf9DmmFMKY1W266BB7ttjM2b1IoTZUVABERABERABERglRNofN+5WOf0/dlaCdtm+yYMkk0Dc+8dhpndh+R8pwHbPMybFAtgPGnpSyIgAiufAM+9pHiOJrca3jjpQfTqSTpc6hYGM4MH8LDM0s8kR2lMCDnc4QL3I2PueRYAjFN0ggWXmS+ATxnrC9zzOOAu6JsZzAyAhT+EyeARlwXDwBBNZgYzFyIxlZ5HEQSfzJWJmBnMXHAFC3oM4NFgYfApBDBz6zKz4FtmiUc9zohFFuYRn7nAfTOPuzz0GOAu6MMdnwFY+KMNMgC+gAY+uQv6ZgafmQL3goV7nOELDD554LM78CSLBLcu+EQvuJ4/sggGPpn5UspTzMxTQI8BQpRJFEIAM1oL1swtgBAaLeCRSMEB4Hk8cMMMBgMiueOzRwwhCwzRROtioss9uEGwnsHM4DM9mIcIoXs+wxfQwAOfwcnM4DM8hJl5koF/HgCMGwCXz+BkZh510boQxWhgZsHCDTKTGSMGs4w83T3AOIeADgD3AU+mNZiZRwwGuMxFC9DhouCAk3lgMDN4AA9hZjAgkjseBTwWW/pgxOVzFAXgWWFmLvqRpRdkQGaB2zCDk5nB3DEzmBk9mP9Fs4E2CNFkmYiZe5TH3YMbny1YdxBPFiIeel64zBeYGYyWoTseDTFGEQKDmblrMABmBgOCGHgUcCe29MGIy2ePGgyI5I7PHjGEZTCAYsTlcxRFNJkZl8LMrTHNwD94HLAw0yAzmUfMfTODmQsut55EDx5EQjT50uCYGeAy+F+wHnWfcxB8MlcmYuYRl88wM5gvMoYGeNQDn933EIA7THT57FFjSiTzKHzyBT7TiRQihsi49VTO5kGQL/A5xAzmNp4tPEuVvB/R59LY0pfyiEDy4w/HQoWEPKqoqiICIiACIiACIiACq5aA2eppV6VWbTXzZGuqhgiIgAiIgAiIgAiIgAiIgAiIgAiIQP4TUA1FQAREQARWCQGzqHPcrNyaGcwipVKp4BcUFIA+bVKFhYWgmNaiXX2cfvGGWLN+Cr6SzwZODOfNWYirz/kEX39exCRJBESgGhKY/NEPGNH5YZTOLvG955kNhNCvF4UNaqNF/46o07BBuCbE1wVaitcPitcKWsrMYFZR8MnMPIxms3I/SlG4OALdunXDk08+ucgsvXv3xlFHHYXvv/9+kXm0QAREQARWOQFtsEoQSA46p09xx2j5oFRs6VN8mQM1ZuwsdL9lMqZOLYWFP64FmBkAw+23N8Pee68HTSIgAiIgAvlLoOGhbdF+wLmAX/t59UeYDPwrmTwDEy58BtNHjc/5wHx8f6HlarQUfSrpMy6JwJIQePPNN/G3v/0NrVq1wpVXXokxY8b84Wqbbrop/vGPf2D06NHo06cP2rdv/4frKIMIiIAIiMBSElB2ERABERABERABERABERCBVU4gu3+N8Wzxd5+k+PsPNXLwRDx/97iwz+ahhR4/wMwAGG4YeiA2b6HfgFDFp6Y7b4Jjnz0R4OdGAeAnyLDo6yn45+VvYPrE4vDiKn7uyWOBfvJ4gU+Muwlz0g8JCkSABCQREAEREAEREAEREAEREAEREAEREIH8J6AaioAIiEAVI9C/f38MGzas0l517dpV40ErUVGCCIiACIiACIiACIhAPhPIHsvBeFLxWJB4jAgtNeiNebju/vng0BIzc2swgjKg9bZ18FC3jbF5k1pMkURABERABERABERgtRJodN+5WPf0A+DNFJiFEHBDd17fYZjZfUjOdxrE7aBk2wiJiemJqFwREIEVSCA+v2hj8ZxMiunxJtN0GFDwwGfQutIZPzJpT4mW0InT6EepIcVL83x0XT6HxbGFF+hzyBOt4y5zZDLQZFKY6llYFlPdRilc7OluPNnn4AfLJC88qlvu/J4l5M8EvjtRPq4frZdZwgRmpqUy22Zu5vDNhHXjLFwcZfPQZ+bhski+FtN8pWA8MbZeSCZrWUq0NBOl8QQWH8T8XowneZlRSvCD65l9DuUFyyWemTmZGFlPZGZmSIhuWJLJz7zLxcMLC2UyoLhNT+N+UL4ZN9yKm5CesVyQI39Y3ZdxkZsoyvU8wrTM2kxxeYrPgZXHmJnR4Cbyx/UL65Zl8Fzu++wOl3AfXVzPxUSP0URiRiqK+aYY8RyeNy6fKVwcLAPKc0ZpjET54/1lSrTMQ0aoTH7uEeXFu/H1mMWX+xzlcMdnpvpyNyHVU3wO5QcbLaJLr8xGjq/kjs9cllzdF3g03qbbsBNRKsMgrkeFCEuIImRBMdnXpInExVQUC+WHtVi2i4vchKX0PQMXe9xjPkcRL5GZXExyUzkbU7iQlsr4zBtHQ1JUshfLMj3ChUGRn8yfSYmW+gKfPYmlUO5yCV2KUZeXylT/KNyLVgi+L/LZM/ocMniMs+eiifJ4/rDYLRPpJ/NGfkiN8nsCs5I7UymuF8QI5Xm8sj4z4luLTJxaltUL5OzxTAb3fKUozZN8zqQw1V3fsM90MnLjczq9MDxHFd+L0lEmL4fbjkqJ0zy75nwgEH2sUU388/ZPOvIVioAIiIAIiIAIiIAILBcBtpuTTa3lKmwpVk4tRV5lzRCQEQEREAEREAEREAEREAEREAEREAERyH8CqqEIiIAIiMCqI2BmYWNm5dbMYBYplUoFv6CgAPRpF6UW7erj9Is2wJp1LRq84iWz852d8HPnLMDVZ3+Mr0cXeapmERCB6kRg0kc/4M1OD2HBrPmIBiv5mR3NKKhfC837d0Sdhg2wqGtDnM5rCGUWXV/Myi15mBlNkFm5HxIULBGBE088ER988AE222yznPmff/55HHPMMXjrrbdyLleiCIiACKxqAtre6ifAtnq8F/Qpxmk5QD229Cm+zIEaM3YWuvecjKm/L/DsbCF448A9zlzn9tu2xd576x+/kIckAiIgAvlOYKO/tEW7/uf498WsmvqtoWTSdEzoOhDTR43P+cA87xm8v9BybVqKPpX0GZdEIBeBadOmoV+/fthnn31wwAEH4KGHHsLMmTNzZa2Qtueee+K+++7DF198gRtvvBFbbbVVheWrOrL22mujpmhVs9X2REAEVj8B7YEIiIAIiIAIiIAIiIAIiMCqJZDdr8Z4ttgvlxR//6FGDvkRz/X5b2bsV/QbUBQipN0w5ABs3kK/Aa3aT3TZt9Zk501w7NATw2cXfY4ehpcVAb9/NRn/vGw4pk8sDi+v4uefPCboJ48b7gXjtFTSZ1wSAREQAREQAREQAREQAREQAREQAREQARHIfwKqoQiIgAhUNQK9e/eutEubbLIJunTpUildCSIgAiIgAiIgAiIgAiKQrwSSYzjoL0rx2BBaatDwebj2vnngg4HptBsPuK67aL1NbTzUrSE2b1IrX7GpXiIgAiIgAiIgAtWQQKP7zsXap+4XxsV66yWavfHCNsy8e1/HzJuG5HynQfaYWOanYgRJP06TFQERWDEEss8vximel1RyK+HNkwyCPAjvonQLA10PI+sR8xUpeOAz4GlBYMxC6IlgMoxeLGPUI27jhVEK4DZOMgD0DfwD4BEzA2AwM5RNdF1mDAALf249bmZ0YOYWmYmuy4wBYP4XQo/TdwMzA6cQhsBjTAs+A0PZnwFmHgAIoQc+e8RDn90BfElwad0xM/c81VxA8OFpQfDEIPhkYDIMoA2C+R8Aj5gZAIOZIZrc+gxXSKL1iBuYGfgHWlfl/AaE2QMAZobwR+uCT+byRIYA0zzBYIDLYpnHuAzwFITJkwCmRQ4AC3/Bmoe+zA3cgBP9EIkc0DcY4Ap5PPAZQQC4BB4xmEcyAif6brmMLsUoxbRMfjNf4GkIcYQpJHmyeZp5igXroS8wM09BSEE8Mcllnsok2iDPa2ZMQsYgxBgxAIx5gtG6zNwL8iWGMAXjab7Y4x5z30LEQ2OSwZMiMepixDKWPsCYy2d4Zp9pEKLgZO4b4AvM3IKTW58BQ0gyerEM4c8XmBnCFFtGmOQyzxVF6bk8j5kxCWaRjSIehqgHYfYABrNYcB9hMoaeDjoZa1EEZgYPOEcC4CkeWJkF88AAV3Azln6UCp/MU2ncckGImSdwNsRJ5tFIBnMfvsCMnivYkMhk8TCpWQAAEABJREFUgEnwKVjzqMvzmBk8AjO34OTWZwR5EGbzqMvzmNECZgZOIQyBx5jmvsEYgZkh/BlgZjAgCPHkaVFCtMQstgDdKAafDOYhPNFn9zwWOcEPLpNCDLDwB8AXmFmw9FE2WXiGivcg3o9ixYsZj33ZPCHgh0FZTfyYMFhZVI4IiIAIiIAIiIAIiMCyEzBvV9myr77Ma6aWec2au6JqLgIiIAIiIAIiIAIiIAIiIAIiIAIikP8EVEMREAEREIFVTMAs6iI3K7dmBrNIqVQKVEFBQZmlH6uwsBCx37xdfZx+8YaoWy8F83oEeTnw2Ny5C3FNl0/x9edF0CQCIlA9CEz66Ae8dewjKJ1dAj+NgRD4me1zYYM10OKpjqizUX3wOkDF14LYT1476JsZzCoKPpmZh9FsVu5HKQqXhsAuu+yCUaNGhX96mGu90aNHo1OnTnjkkUdyLVaaCIiACKxKAtrWaiaQHGhOn+Iu0caD02lj8WUO1Jixs9DjlskoKloAhNu2wczAiWGv27fD3nvrH7+QhyQCIiACNYXARoe2RbsB58JvCCib/KbgMxZMnoGJFw7E9FHjcz4wn7zvcF3GKfpU0mdcEoGYwKeffoq///3vaNWqFc455xy888478aJF2lq1auHkk0/Ga6+9hpEjR4b11lprrUXmX1UL1l57bWy99dY1Ro0aNVpVaLUdERCBqkFAeyECIiACIiACIiACIiACIrAKCWT3pzG+KGX/BjRyyI94rs9/wX4+M0P5nycB6Db0z9i8hX4DchTVam6y8yboPPTE8s/T4L7LP+Op3/yOf142HNMnFocXWPG3wPi4iG3y+IFPjLsJc9IPCQpqMgHVXQREQAREQAREQAREQAREQAREQAREIP8JqIYiIAIiUKUI3HnnneBY0uyduuCCC7DZZptlJysuAiIgAiIgAiIgAiIgAnlJIDl2g3624vEf8ZgQWmrQG/Nwzf3znUk0kMSCYWBo06wOHuq2MTZvUsuXaxYBERABERABERCBqkWgUb/zsM7p+/tOse0CxO0YM8P8vq9jVo+hOd9pwHZRdluJcWSmpJ9JkhEBEViBBHiOxeL5GItp8WbSdDwYeO1aeOfOdfBO77Vd6+Dt3uvgrd7rYkTQeniz93oYcdf6eDNoA7zhlhrudnifDUAN67MhqNf7bATqtbsb4tWgjTK2IV7x+Ct3b4yXgxrhpbsb4cW7G7ttjBfvaYwX3H/B7fP3NEGZ7m2K5+5x3bsJns1oqNshrqH3boohfTfF4L6bBQ1yO6jv5njGFex99LfAwL5b4OmgLTHgvi3xtGvAfVvhqYz6u+1//9Z4Mmgbt5GeuH9bPNFvWzzuesz1qOuxfs3wKPXAdniE6rc9Hi5Tczz8wPZ4yPXgA81BPfBAC/SjHmzp1vVgK9wf1BL3edp9D7VCX9d9D7V22xr3PtQm6J6H2uJu6uE2uPvhyO/jts/D7XDXQ66H26N3UAe3HXDnwzu4OuCORzqg1yM7BN0e7I64/RHXozvhtqCdcavbW1y3ProzbnmM2gU9H9sFN1OP7ooe1GN/Qo+MurulbnpsN9z4eKzd0e1xag/c8LjriT1wfdCebiNd98ReuO7JvXCt65on9wb1D7eR9sHVT1L74qonI1355H64qv9+oP0/t9QV/fcH9ff+ByDoqQNxeUaXuaUudXvpgD8j0kG4ZMBBuHjAwbgo6BBcOOCQ4F/ocfpdPd716b/ggqBD3R6K858+LOi8gYeiy8DDgs51e+7AwxH0zBE4J+hInP1Muc4adCTOGnQU/vbMUTjT7ZnPHI0zqEHHuHW5PT2j0wZ1xGmDO+LUQZ1w6uBIpwzujJMzOsntSUOORawTh/wVJw79K05we/zQ40AdNyS2x+OvQ1xDT8CxGfEZljI9exI6PXui6yR0dP+YZ09G0HOn4OiMjnJ71HOn4ki3Rz7vNug0HPH8aTj8udNx+POn47Dnz8ChrtjS/4vH//LCmTjkedcLf8MhQWfh4BfOwkEvUmfjz24PDDobB77oeukcHPCi66VzsX9QF+z3Upfg0+7rPrXPS+dh76Dz3bpevgB7BZ2PPd1Se7zcFbu/0hV7uHZ/5UL3L8Rur1yEP1GvXoRdXX9y7frqxe5fjF3c7vLqJdj5tUuw06uXYmcX7Y5ud3ztMuyQUYfXLkeZXv872mfUzm3b169A0LD/Q5uMWg+7ElQrt62GX4lgh12FlsOvQothVwc1H/4PNB/2D2zvNtZ27m83/Bo0o964Ftu6mr1xndtI27xxPbZ+83ps9eZ1LlrqBmz5pmtEN2wRdCM2H+F6M9Jm7lObjrgJmwR1R9MR3bHJWz3QNOhmNHmL6oHGbhu/fTOoRm/3BLXx27egIfXOrdgo6JbIvn0rNnzntqAN3r4NG7xzO9YP6uW2F9Yb2QvrZrTOyDtA1X/oUiCd9tlvLoimdHpheH4qnUlP2iiHwrwjUP7xe9UYodzVLAIiIAIiIAIiIAIisFwEvKW9XOsv68qpZV2x5q6nmouACIiACIiACIiACIiACIiACIiACOQ/AdVQBERABERgdRAws7BZs3JrZjCrqIKCAqRSKdAmVVhYWJbWvF19nHbxhlizXgoc1hB1wrvn85xZC/CPcz7B16OLwvYUiIAIVF0Ckz76ASM6P4KSmfPCuVwepFFQfw206H8M6mzUAMnzn9eFOB5fK2gps4rXEzMLlTeLLCNm5T7j0rIRaNiwIYYPH47zzjsvZwFTp07FGWecgeuuuy7nciWKgAiIwKohoK2sTgIcdB5vnz7FOC0fkIotfYovc6DGjJ2F7j0n4/ffFyDt7fu4fcD8jN5267bYe+91WZQkAiIgAiJQwwhs9Je2aPPk2V5r9gS5/MbAewXvESW/TceErk9j+qhxOR+YZx7eb2i9AL/HcH0vgBFXnO6uZhHAoEGDcPTRR2OHHXbAbbfdhh9//PEPqWyzzTa49tprMXbsWDz++OM46KCD/nAdZRABERABEVhRBFSOCIiACIiACIiACIiACIjAqiKQ3Y/GeLbYD0fxd5/Y0h855Ec8e9d/EX778Y49rsf99p66kHTDkAOxeQv9BkQm1VFNd9kUnYae6J9l1O/KMHzG/llP/XoK/nnZcEyfWBxeYsXjgcdGUswbi/WnT0slfcalmkpA9RYBERABERABERABERABERABERABEch/AqqhCIiACFQdAlOmTMFdd91VaYfatWuHLl26VEpXggiIgAiIgAiIgAiIgAjkI4F4zAbt4hSPBaGlBg2fh2vumw+kwwgSt2EO40pabbMGHrx+I2zepDAfkalOIiACIiACIiACeUKg0f3nYe1T9wuNmNCkYUvGHbZu5t3zGmZ1H5LznQYcG7uodhPRcBmtJAIisOwEcp1HTMslnpPJLYU3UHrgM/ZoXQu7t1oDu7fOrd08vVy1sVvrcv3J/UWrDnZtnVAb97O0i8d3abMmsrWzp1VWXezcJtJObhelHdvWw45tXLRZ2sHj5aqPHdpWVAePV1YDdGjbAO2z1c7TMmrntl27tbAotfVl5VobbduVq437ubUOWrdztXfFln5CrdyPtC5ata+olh6vrPXQsv16aJFLHTw9o+Zum3dYH7m0vadX1AbYvkOk7dwuWhuiWQfXDq7Y0s9oW7eRNsK2O1TUNh6vrIbYZodIW7utpB0bYmvXVjtujEVpS19WrkbYcseK2sLjldUYm++Y0E4ZnzajzdxutlMTlKvc39TTK6opNt0p0iZuF6mdN0HTnVy0i1ATT4+0KZrsXK7G7ufWZmi882ZolNQumTita+MybY6Nd6mohh6vrC3QcJdIG7ldlDbcdUtsuIuLNksbeLxcW2GDXStqfY9X1tZYf9etsV62/pRJc7tu0DZY90+5tY6nl2tbrPOncq3tfm41w1p/cu3mii39hBq432C37ZBL9T29srZH/d22R73FafftUXf35ovUmr6solpgzd0j1XG7aLVE7d1de7hiSz+jNdxGaoU19qgohMnAv+CGwLxLLB2en8p1bwpZEgHzJKJyqyMBS+40I1QyTb4IiIAIiIAIiIAIiMCyEDBbPe2q1LLsbI1eR5UXAREQAREQAREQAREQAREQAREQARHIfwKqoQiIgAiIwGojYBZ1lpuVWzODWaRUKhX8goIC0KdNqrCwEHG8ebv6OO3iDVG3Xgq+ttfJQwsGc+eU4poun+Cbz4s9QbMIiEBVJDD54wkYcewjWDB7PszM5XtpgPlfQf010PKpY1BnowZInvc8/+N4fI2gpcx8zSzBJzPzMJrNyv0oReHyErjnnnvQp0+fRRbTrVs3nHLKKZg6deoi82iBCIiACKw0Aip4tRFIDiinT3FnaPlgVGzpU3yZAzVm7Cx0v2UyphaVAvF9O9y+Dfzrdeu22Gef9aBJBERABESg5hJoeFg7tO1/brgvhFuFAWYhwIJJMzCx60BMHzUu5wPz8f2HFj7RUu6GOemHBAU1isD48ePRo0cPtGnTBsceeyyee+45LMl0wAEH4JFHHsHYsWNxww03YLvttluS1ZRHBERABERgRRJQWSIgAiIgAiIgAiIgAiIgAquEQHb/GePZ4u8+TOPvPvRpqXeH/oRn+4wDvCsvksHMwMlg6Db4AGzeYl1GpWpMoOkum6Lz0JNCDcxDM4MZBRR9MwXvXf4GZvw4LbzEiscFj5GkeOzE8tXDC69oKabTSjWYgKouAiIgAiIgAiIgAiIgAiIgAiIgAiKQ/wRUQxEQARGoQgR69eqFCRMmVNqjCy64APXq1auUrgQREAEREAEREAEREAERyDcC2WM1GE8qHvMRjwGhpQa/OR/X3F8C45+ZY3FFM1pvWxsPd2uILZrW8nTNIiACIiACIiACIlC1CTTqdx7WOX1/RE0ac+vK7PK8e1/H7B5Dc77TgO2kZLuJfma1YLLjIVGBCIjAUhOIz6XYsgD62WJ6rDQdD3ymJ4mACKxMAipbBGoMAd5VqKjC6fTC8NxUOp0Oz0XRRkuiMI7HNkpVWK0JlH/88A8d/slX6+po50VABERABERABESgqhBgmznZ1FpV+5VaVRvKl+2oHiIgAiIgAiIgAiIgAiIgAiIgAiIgAvlPQDUUAREQARFYvQTMLOyAWbk1s2hgs9tUKhX8goIC0KdNqrCwEHG8ebv6OOWiDVCnLotMg53xHoQBD3NmLcA1536Ebz4v5kJJBESgChGY/PEEvNn5EZTMnO+nbHTupvlLmitVrxZaDeiIOhs1QPJ8p0/x/I+vDbSUWfk1xCzyWV0zowkyK/dDgoIVRoAvrXnttdew1lpr5SzziSeewNFHH41PP/0053IlioAIiMDKIqByVw+B0CbPbJo+xSht/JAibSy+zIEaM3YWbuo5Gb9PLQ3tAw+4mrftadK4/dZtsM8+6zEiiYAIiIAI1HACGx3WDm36n1N+q/DvkqCcy4JJMzCx60BMHzUu5wPzyfuRZ/cyoomd/KEAABAASURBVO+k9Ckup5VqDoE33ngDZ5xxBlq1aoWrr74aY8eO/cPK169fH3/729/w1ltvYfjw4TjttNNQp06dP1xPGURABERABFYOAZUqAiIgAiIgAiIgAiIgAiKw8glk95sxni3+9sM0/u5Dn5YaOfQnDLnrO99J78Tj7PKOOZ+9b8479m4YvD+2aLmeL9ecDwSa7LIpOg09yT9Z/5kv7Z9xkNfMP/ffv5qEf102DNN/LA4vs+LxwWMlKR5DsXytcJzQUkynlWomAdVaBERABERABERABERABERABERABEQg/wmohiIgAiJQVQh888036NOnT6XdOeCAA8KY0UoLlCACIiACIiACIiACIiACeUYgOUaD/qIUj/2gpQa9MQ9X952HdPwXxo2k4VG02mYNPHxDQ2zRpFae0VJ1REAEREAEREAE8pnAxvefh7VO2S+MZw1torLKpjH3nlcxq/uQnO804NjYkD/THor9eHXGY19WBERgxRPgOUbxXEyWHt5E6YHPyWT5IiACK4GAihSBmkAgup94WOFdx1bedky0BWsCjxpbRz8Eyurux4LByqJyREAEREAEREAEREAElp2AebvKln31ZV4ztcxr1swVVWsREAEREAEREAEREAEREAEREAEREIH8J6AaioAIiIAIVAECZlGXuVm5NTOYRUqlUqAKCgrKLP1YhYWFiP0W7Rvg1Is3wpp1U/ACMorMnFmluPbcj/HN50XQJAIiUDUITP54At489lGUzJqXOWWj89589wrqr4HWT3dE7Q3rI3meJ/3ktYG+mXk5FeVFhTRaysxopJVI4KCDDsJHH32EHXbYIedWRo4ciY4dO2LIkCE5lytRBERABFYCARW5Ggjwwad4s/Qpxmn5QFRs6VN8mQM1Zuws3HTLFEwtKgXv2mYeunwGE3rdti322Wc9aBIBERABERCBmMBGh7VD26fO5W0C8f0CfvugFkyagR+7DsT0UeNyPjAf349oWR4tRZ9K+oxL+UegqKgI9913H/baay8ceOCBeOSRRzB79uw/rGjLli3RvXt3jB07Fg888IC3T/b5w3WUQQREQAREYKUT0AZEQAREQAREQAREQAREQARWMoHs/jLGs8XffZjG333o01Ijh/6EoXf91/cw03nnJurPM5gZbhx8ALZoqd+AHFBezU122RSdhp4UPmMPYKxdCICpX03Ge5cNx/QfixEfK7RJ8ViKxVXp01JJn3GpxhBQRUVABERABERABERABERABERABERABPKfgGooAiIgAlWGwB133JFzXOn5559fZfZROyICIiACIiACIiACIiACK4tAcmwG/VziOA+ODYot/cFvzsc/7iuBhb/M3pnHXK22rY2HuzXEFk1rZRbIiIAIiIAIiIAIiED1IdDogfOxzqn7w8zbNmW7Td8w/97XMLvHkJzvNGBbKVdbKi6Cy2JfVgREYNkIxOcRbVIsLTse0jJBmlYSARFYmQRUtgjUCALR/SQN3nPKKxzFmUbF6Yvy4+Wy1ZhAdCBkKsAIlYnKiIAIiIAIiIAIiIAILDMBb1kv87rLs2JqeVaueeuqxiIgAiIgAiIgAiIgAiIgAiIgAiIgAvlPQDUUAREQARGoKgTMLOyKWbk1s2iAc8IWFBQglUqBNqnCwsKytBbtG+CUizdEnTUN4DgHV9rFyOxZJbjmnI/wzedFYXsKREAEVh+BSR9PwBvHPoKSmXN5eobTFX6ycjBaqn4ttBpwDGpvWB/J8zvpx9cCWsrMKl0zWDszowkyK/dDgoKVRqBZs2Z47733cPzxx+fcxg8//IDOnTujV69eOZcrUQREQARWLAGVtqoJ8H4eb5M+xTht/FAibSy+zIEa+8Vs3NhzMn6fuqCsfcB1ojYCcPut22KfvfWPX8hSEgEREAERqEhgo8PaoXX/c/2W4Z1A/t2SXzJpeEMpmTQdEy94GjM+Gp/zgXnea3hPomWptBR9KukzLuUHgU8++QSXXXYZWrVqhS5duuDdd99dooodeuiheOqppzB27FhcddVV2GKLLZZoPWUSAREQARFYFQS0DREQAREQAREQAREQAREQgZVJILufjPFsxf1s/N2HPi317rP/w5C7/pvZPe/DCx14Hg1uGt0G7Y8tWuo3ICeSl3OTXTZFx6EneXdt5vF6fu6Zmk79ajLeu2w4pv9YjPiYoU0qeZxxNcZpqaTPuFQTCKiOIiACIiACIiACIiACIiACIiACIiAC+U9ANRQBERCBqkGAY0sfeuihSjvDZyYPP/zwSulKEAEREAEREAEREAEREIF8IhCPyaBdlDi+g2ODYkt/0BvzcHXf+Y6C40Qodzmn02i1zRp4pNtG2KJJLQBMlERABERABERABESg+hHY+IHzsdYp+3E0dGbnOTDW5fO8e17D7O5Dcr7TgG2mRbWrWBCX0UoiIAIrlgDPLSq71PBGSg98zl6kuAiIwAoloMJEoCYRMPCvvMYW3oXF+1BSXM44rZRnBCxZH0aoZJp8ERABERABERABERCBZSFgtnraVall2dkau44qLgIiIAIiIAIiIAIiIAIiIAIiIAIikP8EVEMREAEREIEqRcAs6jw3K7dmBrNIqVQq+AUFBaBPm1RhYSHieIv2DXDaJRthzXop+Eo+GwCDmWHu7IW4rssn+ObzImgSARFYPQQmfTwBI/76GBbM5EObBkSzW0NhgzXQekBH1NmwPgoT53XSj68BtJSZwayi4JOZeRjNZuV+lKJwZRNYY401wj9FvOGGG3JuioMO+c8Wu3btGl7injOTEkVABERgRRBQGauUAK/v8Qaz/fhhRNpYfJkDNfaL2bix52RMLVoI87/MDDODB+h127bYd+91oUkEREAEREAEFkVgo8Paoe1TXcD7BnziLQSw8Fc6eQYmXjAAMz4an/OBed6zeG+iRWZalJ9ZLFNNCQwcOBBHHnkkdtxxR/Tq1Qv/+9///rAm66+/Ps4//3y89957eOmll8AXt5rZH66nDCIgAiIgAquYgDYnAiIgAiIgAiIgAiIgAiKw0ggk+8q4EcazFfev8Xcf+rTUu8/+D0Pu+m/op+O65h4oA2huHHwAtmip34CQ51OTXTZFx6EnIXSr+WdvMK+xhbDoq8l4/7JhmP5jcRg/wuOGx1BSyePNVwwvwKKluIxWqiEEVE0REAEREAEREAEREAEREAEREAEREIH8J6AaioAIiEAVIXDnnXfm3JPzzjsvZ7oSRUAEREAEREAEREAERCBfCGSPxWA8WxzXEY/xoKUGj5iPq+8vQRgQ4oFZNDbEALTetjYe6bYRtmhSy2MAFIqACIiACIiACIhANSaw8QPnY51T98/UgK0dVzRj/r2vYXaPITnfacA2VHa7KlNIMFwWHAUiIAIrnED2+ZXmFjzwmZ4kAiKwsgioXBGoUQR4V6HiSqcrPP8Up8rmMYEKH79//kgm5HG9VTUREAEREAEREAERWMkE2K+zOlpWqZVcr7wqXpURAREQAREQAREQAREQAREQAREQARHIfwKqoQiIgAiIQNUjYGZhp8zKrZnBLFIqlQp+QUEB6NMmVVhYiDjevH0DnHLxhqizpoUBL2HYQzqEmD2zBNed+xG++bwobE+BCIjAqiMw6eMJeOOvj2L+jLngGQkPw+y/nqXq1UKrp45BnQ3rI3k+J/343KelzKLrg1m5ZW3MjCbIrNwPCQpWKYFrr70WTz/99CK3effdd4d/vjhu3LhF5tECERABEVgeAlp31RHggJh4a/STih9CpI3FlzlQY76YjW49J+P3qaW+ujcK2DiIPW/D97p1G+y797qeolkEREAEREAEFk9gw8PaoU3/c6NMvKW4R0MtmDQDE88fgBkfjc/5wDzvW7xH0SblRYSZacFRUO0IfPHFF7juuuvQokULHHfccXjhhReWqA7t27fH7bffjrFjx4LfXf/0pz8t0XrKJAIiIAIisHoIaKsiIAIiIAIiIAIiIAIiIAIrh0B2vxjj2WK/GsXffWJLf+SzP2FQ7//Cf+7xX3/YSwf3aV0+3zhof2zRUr8BrZxPruqV2mTXzXDMkJP8IODsB0A4KiI79cvJeP/SYZj+YzHiY4g2qeRxx9oxTkslfcal/CWgmomACIiACIiACIiACIiACIiACIiACOQ/AdVQBERABKoCgaFDh+L555+vtCtdu3aFxpNWwqIEERABERABERABERCBPCKQHINBP5c4noNjg2JLf/Cb83HVvfM5KAQcK0QnrOtsWm5TG490a4gtmtTyWDQrFAEREAEREAEREIHqTqDhA+djrVP282rwTXppNn9CO4htoPl3v4rZ3QfnfKcB21DMky0vKMxMD44CERCB5SbA8ympZIHGiAc+05NEQARWEgEVKwI1hUC4n/C9x1Sm0lEfmTcTMw7vSZlFMvlKIBwImcr5sWCwTERGBERABERABERABERgeQiYt6tseQpYxnVTy7heTVxNdRYBERABERABERABERABERABERABEch/AqqhCIiACIhAFSVgFnWhm5VbM4NZpFQqFfyCggLQp02qsLAQcbx5+wY49ZKGWLNeCr52RlHFZ88qxfXnfoxvPi+KEhSKgAisdAKTPp6AN//6GBbMmJfZlrl1+VzYYA20fboj6mxYH8nzOOnH5zwtZWYwqygvMKTRUmZGI61mAn/961/x4YcfYquttsq5Jy+99BKOPvpovPnmmzmXK1EEREAEloOAVl1FBJIDy+lT3DRt/PAhbSy+zIEa88Vs3NhzMqZOLQXCbZsBFUV73boN9t1b//gFmkRABERABJaYwIaHtUPr/ucCme+DNNGdBSidPAM/XjAAMz4an/OB+eR9Cz4xTrkb5qQfEhRUWQLz58/HgAEDwnfN1q1bo1u3bvj666+XaH/5/XTIkCH49NNPcemll6Jx48ZLtJ4yiYAIiIAIrFYC2rgIiIAIiIAIiIAIiIAIiMBKIJDdH8Z4tvjbD9NoKf7+Q4189icMvms8Qt9cCDI7yA47T71x0H7YoqV+A8pQqTGmya6b4ZihJyXqy4PD5XPR15Px/qXDMOOnaYiPJdqkeKzFYiH0aamkz7iUlwRUKREQAREQAREQAREQAREQAREQAREQgfwnoBqKgAiIQJUgcOedd1bajw022ABdunSplK4EERABERABERABERABEcgXAsmxF/RzieM4ODYotvQHj5iPq+4rATguyCLjIcz/Wm9bG4922whbNClEYpIrAiIgAiIgAiIgAnlBYOMHL8Dap+zvrR6DBwjNoSjA/Htew5weQ3K+04BtqVxtLWQmLsu4MiIgAiuJQJrleuAzPUkERGDlEFCpIlBjCIT7STqNiu248njF9BqDpeZVNBwIcbUZoeK4rAiIgAiIgAiIgAiIwLIS8Jb1sq66XOullmvtGrWyKisCIiACIiACIiACIiACIiACIiACIpD/BFRDERABERCBqkzAzMLumZVbM4NZpFQqFfyCggK3nYmRAAAQAElEQVTQp02qsLAQcbx5+/o45eKGqFPXwGEPVCjcY7NnleD6Lh/jm8+LoiSFIiACK43ApI8n4I3jHsf8GXP97Is3wzMyjVTdWmgz4BjU3qAekudv0o/PdVrKLLoemJVblmpmNEFm5X5IULBaCey88854//33cfDBB+fcj7Fjx6Jjx4548MEHcy5XogiIgAgsGwGttSoIJAeW06e4Xdr4oUPaWHyZAzXmi9no1nMyfp9aGrUP2DRwLwyscf/2W7bGfvusx6IkERABERABEVgqAhsd3h6tnjzH1/G7Ch+Oco8z700LJk3HxPOfwoyPxud8YJ55eM+ijdeJ/ThOK1VNAp999hmuvPJKtGjRAieccAKee+65JdrRRo0a4ZJLLsEnn3yCoUOH4phjjlmi9ZRJBERABESgqhDQfoiACIiACIiACIiACIiACKxoAsk+MZbNeLbifjT+7kOflhr57E8Y1HscEPfN+e8+LCNSGjc+sy+2bKXfgCIeNS9ssutmOGboyYmK+wHC2VX01SS8f+nrmPHTNMTHFC3F4y+29CkWEttsn3Ep3wioPiIgAiIgAiIgAiIgAiIgAiIgAiIgAvlPQDUUAREQgdVP4L777sN7771XaUe6du2KZs2aVUpXggiIgAiIgAiIgAiIgAjkA4Hs8ReMZ4vjNjg2KLb0B785H1f2LQHzegCknQblTsuta+Hh6zfEFk0KPTE5yxcBERABERABERCB/CHQ8MELsNYp+4V2EJtBZe0ir+L8u1/FnB5Dcr7TgG0q5s2WrxZmpgdHgQiIwDIR+KNzKLyh0gOfl6l8rSQCIrAkBJRHBGoaAQP/ymtt5a68mkGgwkfOCFUzqq5aioAIiIAIiIAIiMDKJGC2etpVqZVZqbwqW5URAREQAREQAREQAREQAREQAREQARHIfwKqoQiIgAiIQLUhYBZ1qpsZzMqVSqVCvKCgAPRpkyosLEQcb96+Pk65ZGPUqevrw7zu5qEFO3tmCW7o8jH+PabI45pFQARWBoHJn0zEG8c/jpIZc2FmMG7EA3OvoN4aaDewI2pvUA/J8zbpx+c4LWXma2YpFOlptJSZ0UhVjMBGG22EV199FRdddFHOPZs2bRrOOuss/OMf/8i5XIkiIAIisNQEtMJKJ5B82Ik+xY3Sxg8b0sbiyxyoMV/MRreekzF16kKYGYwrBZn7hl63boP99tE/fglIFIiACIiACCwTgY0Ob49W/buE+4rFJfg9B55SOnkGfjz/Kcz4aHzOB+aT9zH4xDjlbpiTfkhQsFoJzJo1C48//jgOO+wwdOjQAT179sR///vfJdqnXXfdFX369MEXX3yBXr16hfWXaEVlEgEREAERqFoEtDciIAIiIAIiIAIiIAIiIAIrlEB2/xfj2eJvP0zj7z70aal3nv0Jg+8aDzPLyHfNAPM/+HTToP2wZSv9BuQoavTcZNfNcPTQkzMMDDw8/JBxayj6ajI+uPR1zPhpGuJjK2np89iLBZ/ouwlz0g8JCvKHgGoiAiIgAiIgAiIgAiIgAiIgAiIgAiKQ/wRUQxEQARFYzQQ4JvWuu+6qtBfbb789unTpUildCSIgAiIgAiIgAiIgAiKQDwSSYy3o5xLHa3BsUGzpD3mrBFfetwDGPw78cPkMj6LVNrXxaLeNsFXTWqg0KUEEREAEREAEREAE8oxAwwcvwFqn7s9mEMwMHnB2C8y/+1XM6TEk5zsN2LbK1fZCZuKyjCsjAiKwFASW5NxJszwPfKYniYAIrAwCKlMEahwB3lWouOJJP06TzWsCyY88nQb/8rq+qpwIiIAIiIAIiIAIrCIC7OtJNrVW0WaRWlUbqu7b0f6LgAiIgAiIgAiIgAiIgAiIgAiIgAjkPwHVUAREQAREoOoTMLOynTSLfDODWblSqVSIFxQUgD5tUoWFhYjjzdvXx8kXb4Taa7LYNNhZ7wHgPfazZpTg+nNG4d9jirhQEgERWIEEJn0yEcP++hjmT5vrp1x07vlpF849q1uINk8fg9ob1EPyfE368blNS5mVXwPMIp+7a2Y0QWblfkhQUOUI3Hnnnejbt+8i96t79+446aSTMGXKlEXm0QIREAERWBICyrNyCYQ2dWYT9ClGaeOHDGlj8WUO1JgvZuOGnpMxdepCz55oH3iMjYRet2yN/fZZN8QUiIAIiIAIiMDyENjo8PZo1f9cdv9ULMa/mC6YNAM/nt8fMz4al/OB+eT9jCszTtGnkj7j0qon8OGHH+Kyyy5DixYtcOqpp+Lll19e4p047rjj8OKLL+L999/HBRdcgPXXXx+aREAEREAEqi8B7bkIiIAIiIAIiIAIiIAIiMCKI5Dd78V4tvjbD9P4uw99WuqdZ3/CoN7jQ38cl0fyffP+OP9FCDc+sx+2bLmeJ2gWAaDJrpvhqCEnOYpwgCDthgGPm9+//A0fXPo6ZvxUjPgYo02K+WJ5Ib4qC6DnvziGwiJfYf4QUE1EQAREQAREQAREQAREQAREQAREQATyn4BqKAIiIAKrm0CvXr3wn//8p9JuaKxpJSRKEAEREAEREAEREAERyBMCHHsRV4V+LnG8BscGxZb+4BEluOLe+WG8BscFcT2PcEbLrdfAIzdsiC2b1oqLrmAVEQEREAEREAEREIF8JNDwwQvQ4OR9vT2U5kBWt8F4VdOYf/crmNNjSM53GrCNxbZUtnzFMDM9OApEQARWKIHwpkoPfF6h5aowERCBcgLyRKAmEYjuJx5WeBeyx2sSBNUVSH7kfixYhQRoEgEREAEREAEREAERWEYCbFfZMq67PKullmflGrSuqioCIiACIiACIiACIiACIiACIiACIpD/BFRDERABERCBakLAzGBmYW/Nyq2ZhXQzQyqVCn5BQUHwaZMqLCxEHG/RYS2cfMnGqFM3BV8po8jMnlmKbl0+xr/HFEGTCIjAiiEw6ZOJeOP4x1EyY250yiFz7nrxBfVqod3AjqizQT0kz9Okz/Ob5y8tZZZZP2G9KJgZTZBZuR8SFFRZAueeey6GDRuG9dbL/XL//v3746ijjsLHH39cZeugHRMBEajyBLSDK5FA8gFB+hQ3Rxs/XEgbiy9zoMZ8MRvdek7B1KKFAG/bfu82s+AyuOOWbbDfPutCkwiIgAiIgAisKAIbHt4erft3CcVZCD1wx28/KJ08Ez+dPwAzPhqX84H55H3N1wLjFH0q6TMurXwCRUVFePDBB/HnP/8Zu+66K/ii1QkTJizRhlu3bo1u3brhq6++woABA3DYYYct0XrKJAIiIAIiUOUJaAdFQAREQAREQAREQAREQARWEIHs/i7Gs8XffpjG333o01Ijn/sfBt/1Pdjv5t1vbj30iM+AuzcN2g9btdJvQNBUgUDTP22Oo4acDB4j0bFiMHPBUPTlJHxw6euY8VMx4mONluIxGFv6FHyKrbuhP5dWyhsCqogIiIAIiIAIiIAIiIAIiIAIiIAIiED+E1ANRUAERGC1Evjhhx/Qp0+fSvuwxx57gM9CVlqgBBEQAREQAREQAREQARGo5gSyx1kwni2Oz+DYoNjSHzyiBP/XtwRhhIfBrcvoGFptswYevWFDbNW0FhYxKVkEREAEREAEREAE8pZAw4cuxFqn7AewbQRkjIF/JXe/gjk9huR8pwHbWtntMMaRmZJ+JklGBERgOQmkub4HPtOTREAEVjwBlSgCNYpAdD9JZz3LFKXWKBA1vbIVPnJGqJoORfUXAREQAREQAREQgeUn4C3t5S9kGUpILcM6NXAVVVkEREAEREAEREAEREAEREAEREAERCD/CaiGIiACIiAC1Y2AmYVdNiu3ZgazSKlUClRBQUGZpR+rsLAQsd+iQwOcfHFD1FnTvMw0wNlFZ+b0+bjh3I/w7zFFvkyzCIjA8hCY9MlEDD/uccyfNpenF9KZ84wPEqTq1ULbp49BnQ3qIXl+Jv3kOU3fzMrOebPI5/6ZGU2QWbkfEhRUeQIHHnggPvzwQ+yyyy459/Vf//oXjjnmGAwaNCjnciWKgAiIwOIJaOnKIsD7eVw2fYpx2vihQtpYfJkDNfbLOeh2yxT8PrW0rH3AdYK8gDt6bo399tE/fnEUmkVABERABFYwgQ0Pb49W/bv4d1N+OXVxDkpjwaTp+OmCAZj58ficD8zzPsV7Gi13i5aiTyV9xqWVQ+Ddd99F165d0bx5c5x11lkYPnz4Em2obt26OOmkk/D8889jzJgxuOaaa0IZS7SyMomACIiACFQTAtpNERABERABERABERABERCBFUEgu5+L8WzF/WT83Yc+LfXOc//DM73HI+1/3Bfveov64tKe4pGbntkXW7XUb0BkI1Um0ORPm+OoISf7MePLwjHjBw1d19QvJ+GDS1/HjJ+KwWMuKR6fjNPG8lW8nGj9bJ9xqToT0L6LgAiIgAiIgAiIgAiIgAiIgAiIgAjkPwHVUAREQARWL4FevXrh999/r7QT559/fqU0JYiACIiACIiACIiACIhAdSfAsRZxHejnEsdlcGxQbOkPHjEf/9e3xFdNg3/uuEUYr9Fq61p49IYNsVXTWkxehJQsAiIgAiIgAiIgAvlNoOFDF2Ktk/eNKhmGtLLVRAEld7+COT0G53ynAdtcudpkUUFReyv2ZUVABJafQHhjpQc+L39hKkEERCAHASWJQE0kYOBfec2t3JVXMwhU+MgZoWpG1VVLERABERABERABEViZBMxWT7sqtTIrlTdlqyIiIAIiIAIiIAIiIAIiIAIiIAIiIAL5T0A1FAEREAERqJYEzKLOdbNya2Ywq6iCggKkUinQJlVYWFiW1rxDA5x8ycaos2YKMJ9dyJQze0YJunX5CP8ZUwRNIiACy0Zg0icTMfz4J1AyfW5UgJ9jfoqB51lBvTXQ7uljUGeDekiel0k/PodpKTPzVSsKPpmZh9FsVu5HKQqrC4FtttkG//znP3HyySfn3OUff/wRxx57LG699dacy5UoAiIgAoskoAUrhQAfFowLpk8xThs/TEgbiy9zoMZ+OQc33DIFv09dCL+xu3z227fB//w+fkfPrbDfPvrHL9AkAiIgAiKw0ghseHh7tOzfxcs3+O0Hfvtx0Tcs+G06fjr/Kcz8eHzOB+aT9zn4xDjlbpiTfkhQsEIITJo0CX379sU+++yDvfbaC3fffTd+/fXXJSp7l112wW233YavvvoKTzzxBI444oglWk+ZREAEREAEqiEB7bIIiIAIiIAIiIAIiIAIiMByE8ju32I8W/zth2n83Yc+LfXOc//DoLu+D/tgsIwFzCyo+6B9sVVL/QYETYsl0ORPm+OooafADxqfDZwYGgzFX07Ch5e+jhk/FYPHXFI8Fikem7G4Ln1aKukzLlVTAtptERABERABERABERABERABERABERCB/CegGoqACIjAaiTw0Ucf4Z577qm0B0cddRQ6d+5cKV0JIiACIiACIiACIiACIlCdCSTHUtDPJY7H4BiNvLthuQAAEABJREFU2NIf8lYJ/q/vAsDgk7kxt3ALtN6mNh69YSNs1bQWFjtp4XITmDlzJk4//XTssMMOQXzubuzYsctdrgpYsQS++eYb7LvvvuEzOvLIIzFlypTl2sDs2bNx7rnnhvL42b/77rsVyvuj5RUyV9MI68y6U2TBOlfTqmi3qxgBHVtV7APJk93Z6KELsdYp+yE0lDwwMw8RpgV3v4q5PYaUjYlleyupXG2zsKIHXOZGswiIwAogkGYZHvhMTxIBEVjRBFSeCNRIAryrUHHlk36cJpvXBJIfeToN/uVrfdkvw/4Z9tMsifbcc08cffTRuOGGG/Dhhx9iwQLvZ85XOKqXCIjASiGwovvcV8pOrqZCr7/++rLfDvi+xdW0G5U2W5M+s6r6GVT6UKpxAvtFk02tVVWV1KraUHXejvZdBERABERABERABERABERABERABEQg/wmohiIgAiIgAtWXgJmFnTcrt2YGs0ipVCr4BQUFoE+bVGFhIeJ48w4NcNIlG6P2moa099qHznt33MWs6SXo1uUj/HtMUdieAhEQgSUnMOmTiRh+/BOYP22On1s8o1ycXam6hWj39FGos0E9JM/HpB+fu7SUWXR+m5Vb7o2Z0QSZlfshQUG1I8Bj4PHHH0f37t0Xue9XXHEFzjvvPA3UWiQhLRABEcgmoPiKJ8A2c1xqts+HCZlGG4svc6DGfjkH1/ecgim/l1ZoH8DbB/Cg181bYf9914uLlhUBERABERCBlUZgoyM6oOWT5/L24/ckN7wXUb7FBb9Nx0/n98fMj8fnfGA+vs/RevYwL8oPCxUsM4ERI0aEl9E0a9YsfA985513lqisDTbYAGeddRaGDx+ODz74AJdddhk233zzJVpXmURABERABKovAe25CIiACIiACIiACIiACIjA8hFI9nGxJMazxd9+mMbffejTUiOf/xnP9B7vfW3sZEv7rz4ud30OaTcO3BtbtVyXxUoi8IcEmvxpMxwx+ORw7PiRFB1PIQSmfvEbRl36Omb8VAweg7nEYzQWN0aflkr6jEvVj4D2WAREQAREQAREQAREQAREQAREQAREIP8JqIYiIAIisDoJ3HnnnTk3f/755+dMV6IIiIAIiIAIiIAIiIAIVFcCyTEU9HOJ4zI4Nii29Ie8VYK/31sCjguKA47voN9y6zXw6A0bYqumhX+IRRmWn8D48eMxbty4soJmzZqF119/PYy5KUuUIwLVkMBvv/2Gbt264T//+U813Hvt8uII6LPNTYf32WHDhuGOO+7InUGp1Z7ARg9diPon7ev18FZT5v2WHgn37JK7X8acHoNzvtOAx0auNhrXpbiMVhIBEVg+AsbVPfCZniQCIrCCCag4EahpBML9hO9FpsoqH1LLYnJqAIHkR+7HgsFqQKWXrIqzZ8/GxIkT8dJLL4HjMA4++GDwOzG//yxZCSs2F7fL7es7eTnXefPm4YknnsCgQYPKE+WJgAiIwGII6LqxGDhatMIJmLerbIWX+scFpv44S43PIQAiIAIiIAIiIAIiIAIiIAIiIAIiIAL5T0A1FAEREAERqOYEzKIudrNya2Ywi5RKpYJfUFAA+rRJFRYWIo4379AAJ1/SCHXqpuBrw4xhBGjm9BLc1OUj/GdMUZSgUARE4A8JTPpkIoaf8CTmT5sT5fVzCrAwF9avhfZPH406G9RH8jxM+vE5S0uZGcwqCj6ZmYfRbFbuRykKqzOBq666Cs8880z43HPVo2/fvjjyyCPx7bff5lqsNBEQARFIEpC/ggkkHwCMfVqKg1hjS5/iyxyosV/OwfW3TMHvU0vBu7ZZCBFFgDt6bo3999U/foEmERABERCBVUZgwyM6oGX/LuAtqUzcut+iFvw2A/87/ynM/Hh8zgfm4/sdLcXVYpvtMy4tOYGffvoJvXv3xm677Yb9998f999/P4qLi5eogH333Rf33nsvvvzyS/Tr1w8HHHDAEq2nTCIgAiIgAnlBQJUQAREQAREQAREQAREQARFYDgLJvi0Ww3i2+LsP0/i7D31aauTzP2Ng7/G+mnlfm0UWhtDn5rHuz+yDrVut555mEVhyAk132xxHDjkFfiRlBLcuP7CmfjkJoy59HTN+Kq7Uf8tjlMcnbSz4RN9NmJN+SFBQnQhoX0VABERABERABERABERABERABERABPKfgGooAiIgAquNwCuvvIKBAwdW2v5ZZ50FjlGttEAJIiACIiACIiACIiACIlBNCSTHTtCPxerEPsdfxOIYIWrIWyX4+70LAOOIDmQm+oZW29TGYzdsiK2aFmbSF2u0cDkJ8HN6/fXXMWvWrPBeLb6zh0X+61//wi+//EJXEoFqR2DevHm455570KlTJ7zzzjvgNajaVUI7nJOAPtucWEIin4c+9dRTcfXVV2P69OkhTUF+Emj48EVocPJ+iFpOUR3NzB3Dgrtfwbybh1QaE8vrIMX7frZ8xTAzPTgKREAElplAmmt64DM9SQREYMUSUGkiUOMIhPtJOo2K7bSQWuNY1OgKV/jIGaFqNJFFVr6oqAjXXHMNbr31VixY4H3Pi8y54hfoO3llpuyTO/bYY9GnTx/MnTu3cgaliIAIiEAWAV03soAoutIJeEt7pW8j1wZSuRKVliQgXwREQAREQAREQAREQAREQAREQAREIP8JqIYiIAIiIAL5QMCMg5cBs3JrZiFuZuEBpVQqhYKCguDTJsWHl+J48w4NcNIlG6N2XQsDZcqHRqQxc/p83NhlFL4dWwRNIiACiycw6dMfMez4JzCveA7Kz6NonYK6tdB2wFGos0F9JM+/pJ88Z+mblZ/TZpHP0syMJsis3A8JCvKCQOfOnTFq1Cg0a9YsZ334Qp2jjz4aw4YNy7lciSIgAiIQEVC4IgkkB5TTTyp+aJA2Fl/mQI35cg6u6zkFU34vDe0DthG4rje8wYReN2+F/fddd0XuqsoSAREQAREQgSUisOERHdDiyS5+S0pH4lq8UfkNquS3afjpvP6Y+fH4nA/M817Gex5tUiyCYhqttGQEXnvtNZxxxhnYdtttcfHFF+P9999fohU33XRTXHTRRfjnP/+JESNGoEuXLmjYsOESratMIiACIiAC+URAdREBERABERABERABERABEVhWAtn9WIxnK+4H4+8+9Gmpd57/GU/fOT783hOCNDvXvK/N+9e4PzcN3Adbt1qPriQCS02gyW6b44ghp4SjKTqy/CjjMeaa+sVvGHXp65jxU3F40TOPy1g8funTxuLG6dNSSZ9xqboQ0H6KgAiIgAiIgAiIgAiIgAiIgAiIgAjkPwHVUAREQARWH4HevXtX2nj9+vXD2NRKC5QgAiIgAiIgAiIgAiIgAtWUQHLMBP2k4vEWtBwblNTgt0pw+b0LwJFBSIcwQyCNllvVwqPXr4+tmhZm0v7IaPnyEuA/xvr0009DMVtssQV22mmn4P/888/417/+FXwFIlDdCMyYMQNvvvkmZs+eXd12Xfv7BwT02S4a0GeffYavv/560Rm0JK8IbPTwRah/8r7enoqqFbWo0mDC/Ltextybh+R8pwHbZsk2W+xHpfjq3jaLfVkREIGlJ2BcxQOf6UkiIAIrlIAKE4GaSsDAv/LaW7krr2YQqPCRM0LVjKp37doVn3zyySL19ttv4/HHHwffJV27du0Ahd95hgwZgttvvz18JwqJqyDQd/LKkN955x389NNPlRcoRQREQAQWQUDXjUWAUfJKI2C2etpVqZVWo3wpWPUQAREQAREQAREQAREQAREQAREQARHIfwKqoQiIgAiIQN4QMIs6283KrZnBrKIKCgqQSqVAm1RhYWFZWvMODXDixRujTt0CGAl5YMEzzJxeghu7fIRvxxZxiSQCIpCDwKRPf8TwE57E/Glz4acg4vPHPG9BvVpoP/BorLlBfSTPu6Qfn6O0lJnBrKK8qJBGS5kZjZSnBHbcccfwcOlhhx2Ws4ZfffUVOnbsiPvvvz/nciWKgAiIAIRghRHgA4BxYfQpxmk5cDa29Kn4pQ5jvpyDG26Zgt+nLoSFP3jo4j3cdUfPrXDAvutCkwiIgAiIgAisLgIbHtEBLfufB/h9CWWTgX+lk6bjf+f3x8yPx4eHQ3h/430uVnz/o+WqtBR9KukzLlUkMH78eNx6663YYYcdcMghh+CRRx7BnDlzKmZaROwvf/lLyP/ll1/izjvvxO67776InEoWAREQARGoEQRUSREQAREQAREQAREQAREQgWUikN1/xfiiFPeN0VIjX/gFA3t/D+9Iy8jcujzBXN0H7oOtW60LTSKwPASa7LY5jhh8sh9RPKoAM2PgFij68jd8dOnrmPFTcei/Zb8tj02KxzHjtLHgE303YU76IUFB1SegPRQBERABERABERABERABERABERABEch/AqqhCIiACKwmAo899lj4J4PZm+fL6du0aZOdrLgIiIAIiIAIiIAIiIAIVEsCybES9HOJ4y049iK29Ie8VYK/9y2FmZULBni81dZr4LEbNsDWm9TCEk/KuNwE+E+0vv/++1BOixYtwj/M4nt6mPD6669j5syZdKUaSKBu3bq47777yv7J2p577pl3FFgnngMU68o6510lVSEREIG8JbDRwxdhrZP3g7ekXFHoDrxZhQV9Xsa8m4eEMbFsg7E9llSutlsMistiX1YERGDpCKSZ3QOf6UkiIAIrkoDKEoEaS4B3FSoGkPTjNNm8JpD8yNNp8C+v67sUlWvQoAHYn3nVVVeB4zQ23XTTsrVfeuklvPfee2VxOSIgAiIgAvlBYPvtt8dbb70Vfrd4/vnnscEGG+RHxXLU4vrrrw/15O8XJ598co4cSlpeAuwHTTa1lre8JV0/taQZa2o+1VsEREAEREAEREAEREAEREAEREAERCD/CaiGIiACIiAC+UXAjIOYAbNya2YhbmbgA0pmhoKCguDTJlVYWBiWMa3FDmvhhIsbovaaKcB78dMMKPdnTJuPG88dhW/HFkGTCIhARQKTPv0Rw45/AnOLZvOMQfRDmJ84HkvVrYX2Tx+FOuvXQ/J8S/o8T3kO0lJm5eewWeRzi2ZGE2RW7ocEBXlJgD/Kv/jii7jsssty1o8Pnp577rm48sorcy5XogiIQM0moNqvGAK8r8clZft8WJBptLH4ICE15svZuL7nFEz5faGvzpY12wahmR3aCnfcvCUO2Ff/+AWaREAEREAEVjuBDY/ogBZPdqmwH7xrpT1Y8Nt0/O+8JzHz4/E5H5iP74O0cQGL8uPlNd3yO95JJ52ErbfeGldccQU+/fTTJULSrFmz8N2P+V9++WWcdtpp4EM9S7SyMomACIiACOQ1AVVOBERABERABERABERABERg6Qkk+7C4NuPZSv72Q5+//1AjX/gZA+4Y56t5B5rPCEqH33/4S1D3gXtj61br+nLNIrD8BJrsvgUOH3xy5jDzg807bn3moYapX/yKjy59DTN+Kg79t+C0v2kAABAASURBVDxOKR6ntFTyuObeME5LJX3GpapNQHsnAiIgAiIgAiIgAiIgAiIgAiIgAiKQ/wRUQxEQARFYHQTYl9y7d+9Km958883RpUvF8cWVMilBBERABERABERABERABKoJgeQYCfq5xLZxPOaClhr8Vgkuv3cBkI7GBpWthzRablmIx67fAFtvUmupKCjz8hHg58J/lMLPiyXtuOOOaN26NbbYYgtG8d133+G///1v8BWIgAiIgAiIgAhUPQIbPnwR6p24rzev0r5zLs5BaZTc9RLm9RgcxsTyns/7fVJlbbFE28wLCTOXBUeBCIjAUhEIb7L0wOelWk+ZRUAE/piAcohATSQQ3U88rPCuZI/XRBg1uc7Jj9yPBYPVZBqLrPs222yDG2+8Eeutt17IM2/ePDz66KOYNm1aiCsQAREQAREQAREQgWwC5u0qy05cBfHUKthGdd6E9l0EREAEREAEREAEREAEREAEREAERCD/CaiGIiACIiACeUjALOpyNyu3ZgazSKlUKvgFBQWgT5tUYWEh4niLHdbCiZdsjDp1U07KIrnxGTOnl+CmLqPw7dgiT9csAiJAApM+/RHDTngS84rn+HkG8FwxDw1AYb010GHgUaizfj0kz7OkH5+TtJSZwayivKiQRkuZGY1Ugwjcdttt6Nev3yJr3LNnTxx//PGYNGnSIvNogQiIQI0joAqvAALJB/xin5biQ4KxpU/xAUJqzJezcf0tU/F70UIg3LbNjYETwztv2RoH7Kt//EIekgiIgAiIQNUgsOERHdCy/3nwGxY48X7Fr560pZNm4H/n98fMj8fnfGA+vh/SUlw/ttk+4zVR//nPf9C9e3e0atUKRxxxBPr37595McHiaayxxhro1KkTBg4ciC+//BI9evRA+/btF7+SloqACIiACNQ0AqqvCIiACIiACIiACIiACIjAUhJI9l1xVcazxd99KP7uE1v6I1/4GQPu/B5m5qu6fAblgZmhx8B9sHUr/QbkcDSvQAJNdt8Chw8+BWZ+sLl8BtxlUPTFb/jo0tcw46fi0H/L4zUWj2v6tLHgE303YU76IUFBVSWg/RIBEaiBBHiNlrL+kUri5d1iIzY6BnQM6BjQMbCoY6AGNhtUZREQgfwhoJqIgAiIwGoh0KtXL4wZM6bSti+44AI0adKkUroSREAEREAEREAEREAERKC6EWBfYrzP9HOJ4ys4Nii29Ae/VYLL+5YCHKhhsYmcVluvgcdv2BBbb1ILSzkp+3IS+OGHH/DZZ5+FUjbYYANst912WHfdddGhQwdwmjNnDoYPH75Ez+4xvyQCIiACIiACIrDqCWz06MVocNJ+vmG2rZBpbplbw4I+L2PezYPDmFi2ydg+SypXWw6ZicsyrowIiMASEkgznwc+05NEQARWHAGVJAI1kkB0P4nGNpYDiFLL4/LynkCFj5wRKu9rvUwVbNGiBc4+++zwvwJYwFdffZVz/AaXSSIgAiIgAiIgAiLgLe3VAiG1WrZabTaqHRUBERABERABERABERABERABERABEch/AqqhCIiACIhAvhIws1A1s3JrZmFAs5mFH/PNDAUFBcGnTaqwsDAsY1rzHdbCCRdvjDprGoB0PLtNY0bxfNzUZRS+HVPkyzSLQM0mMOnTHzHsxP6YVzwngEj76UKHpqBuLbR/+kjUWb8ekudX0k+lUuG8o6XMrOycNYt8lmdmNEFm5X5IUFBjCJx11lnhQdONNtooZ52ffvppHHnkkRg1alTO5UoUARGoaQRU3+UlkHywj35SfDiQcdpYfHCQGvvVHFx/y1RM+b0UoW3AhoG3qTlQhm6vm7fEAfusA00iIAIiIAIiUNUIbHBEBzR/oovvVnTX4n2M9y7e80p/nYafz++PWZ+Mz/nAPPPwnkiblBcWZqYFp4YFQ4YMwbHHHhteJPSPf/wDX3755RIRaNeuHW688UZ8/vnnGDRoUCiD/QlLtLIyiYAIiIAI1DACqq4IiIAIiIAIiIAIiIAIiMDSEMjup2I8W3E/Fy3F33+okS/+gqfu/D5sjj1o8N9/OAd50H3Anti61bphuQIRWNEEmuy+BQ4ddLIfdn70hY5bboEOUPTFb/jo0lcx83/Fof+Wx20sHt/0aWOFNdkBTMfFdDeaqzQB7ZwIiEBNIcBrcqyaUmfVUwREQAREQARWNIH4Xkq7ostWeSIgAiKwcgmodBEQARFY9QR+/fVX3HXXXZU2vOOOO6JLF44phiYREAEREAEREAEREAERqNYEkv2E9HOJ4yo4Nii29Ae/NR+X9y0N4zQ8iOY0TRqttqqFx6/fAFtvUrgMbLTK8hIYMWIEpk6dGopp27YtNt100/CengMPPBBrrrlmSP/Xv/6FX375JfiLC2bPno1zzz0XO+ywA/iulilTpoDHyPjx49GtWzewTC6jDjnkENx8882YMGFCziL5HOAee+wRytp3333xzTff5MyXTOS2uB2WTz3xxBPJxUvkv/vuu2GbXP/6668P68yaNQt33303uM9Mp1gXbmtR+x9W9CBZHtmQkScvcl7a/Cxo3rx5GDx4MI4//njsvPPOYf/3228/XH311eH5S3JhvmUR95f7zTpT3L/FlcP8r776Kk4//XTsueeeYV+4Hnktzf789ttv4Od30kkngXVhGdROO+0UPgeWNWbMGPA6k70/3EfmPeigg/DTTz+FxdOnTwfLYjrFPGGBB/SZRrGurIMn55zJkscij93DDz8c3B+ut9tuu+GEE07AU089hWnTpuVcN05Mbo91ZDq3+dJLL4UyWFZcJjm+/vrr4GfMfMsj7jfPJZYdH9ss95VXXqmwXX5ufB/TZ599Fs7feJtkzWsBl8X7uKi88Tq5LLfJOrFuXJ/7Q8XHyKI+V5YVs1vSz5brxFqeYyouI2mT9UjyuOSSS5bpvFuwYAE+/PDDcN4eeuihZecy2ZATj99FHV88fnjsMm+fPn3KdvPll18uOwe5nPnKFmYcHtMTJ04M17jOnTtXOG95PeG1nMc7r+PMm1lNpooS2PDRi1H/xH3ZwPLzlzuZdutyd8FdL2Nej8FhTCzbZjynk+Lnmy1fLcxMD44CERCBJSIQ3mjpgc9LlF+ZREAElpSA8olATSZg4F85ASt35dUMAhU+ckaomlH1ZanlPvvsgy222CKsyu8977zzTvhuFBJyBPnwnZzf2/jdnd/hk31W/G7fsWPH8L3/xx9/zFH73Enkxn6grl27VuibYz8d09hHQ2651mafMPsT2E/Bvok4D/ssmEZdf/31cfISW26T61Jxnxr7bemzjqwrl3Ef2T9DHsnC2ZfDfrDsPtRceZPrJX3WeVn7b1jOa6+9VtZXc9RRR2HSpElMXqzYn8N+HdaNfZHksNgVciwkb67PvkH2ETIL+8p69+6N5PFCdux35Tv9eEwx3x9peY6VRZXNPvfsY5n9b0va/5osN7l/7GMjB5bFPk4e41yezL88fvKz4nb+6LP6o/zJ5fFnx8+F/bbcf9aD26ElGx7fPM6XtA48V/v27Qseizy2WBZ/A+FxwWVLWk6cj/v75ptvgtcIlhOXyXJ5bLE/mL8dMF+8Tmy5vaW5bvA4JhOWzfW4flwWbXI5j3+m8fzlZ0J28bHA6wavCex35fWE+ZZE8THKenIfKPpJdrw2MZ2ivyTl5srD/WcZVK5y4uXkwXqzjBV1frOsmiCz1dOuStUEuMtcR60oAiIgAiIgAiIgAiIgAiIgAiIgAiKQ/wRUQxEQAREQgbwmYBZ1vpuVWzODWaRUKhX8goIC0KdNiv9ILI4332EtnHBJI9SpWwBYmD0wmBlmTpuP7ueNwrdjiqBJBGoqgUmf/ohhJ/bHvKLZEQI/N8ws+IX1aqHDwKNQZ/16SJ5XST8+B2kpMwvnl1m5ZWFmRhNkVu6HBAU1jsABBxyA999/H7vvvnvOun/wwQc4+uijMXDgwJzLlSgCIlCDCKiqy0WAg8XiAuhTjNNy4Fts6VN8YJAa+9UcXHfLVEyZuhB+Y0e4c2cC89idN2+JA/ddF5pEQAREQAREoKoS2PDIHdD8yfP8rmWIv4KaGRhZ8Os0/Hxef8z6ZHzOB+bj+yMtfKKl3A1z0g8JeRp88cUXuO6667DNNtugU6dOGDRoEJZkWmeddXDyySfjhRdeAAet/+Mf/8D222+/JKsqjwiIgAiIQE0moLqLgAiIgAiIgAiIgAiIgAgsMYHs/inGs8XffZjG333o01IjX/wFA+78HuZ/3GBkDSHqpsfTe2Ob1utBkwisTAJN99gShw0+BeyyhR93FgILmyz+YhI+vvQ1zPxfcei/jY9fWh7TsaVPcaXYZvuMS1WMgHZHBEQg7wnwmkxlV5RpUhpiIAY6BnQM6BjQMbCkx8Ci7qXZ6YqLgAiIQJUkoJ0SAREQgdVA4I477sD//ve/Sls+//zzUadOnUrpShABERABERABERABERCB6kSA/Yrx/tLPJY6n4Nig2NIf8nYJLu+7kKMyYMZxGS7OrtZbr4HHr98AW29SGBe9dFa5l4vAzJkzwX9YxEL4nh7+gxC+J4vxrbfeOjzPR//nn38G/xkO/aVRSUkJ7rnnHhx33HF48cUXMXXqVMQT/7nR0KFD0blz5/APqPjPV+JltMntT58+Hf/85z+ZvFj98ssv+OSTT0Ke9dZbD/zHNyGyHMHXX38N/gOpxx9/vMI/ZGJdWCfuP/951dL8Y53l2J1Kq/Ifd5122mm45ZZb8O2334ZxTsw0bdo0DPt/9q4DMKpii54JoSuEplJFQLqISrPRxYLSREARQVBRQD8CFkQFUZEOAvZGR4oISBMbIGIBASlWmkjvNXTy75nNbF42mwIksEnu5p25d+6UN3PevJL7ynz5JTipDidtIoe0pxR4PJg3bx4aNmyIl19+GStXroR3Ih/ylZT2sMzAgQPtxFPklRPWsC+u3Ty2cOywrnbt2uHJJ5/Enj17XHKKSk6aw//vW7VqBY5d7hdsD1fK7f/XX39hyJAhuOeeezBx4kS4NKYnBJbje7CvvPIKqLMu5qckj3wvlhM4MY325MKGDRvs+7d8d5d1c32sm9uA7+M+/vjj4DbgvkmOyXXnzp3tu7rB8nIMMi/riA9LliwBJ2Rin9g3rsvldWOE27V9+/Ygvy7tfCTXkdxjivxwm7h+ePngJFLc71599VUcPXo0SU1nfS1atADHF8f29u3b/fsyK2AfuC+48cXJvLjPMe18wO363HPP+Y9xnBiP63J18hy+efNmO97ZPvbJm+7yqQwtBvJ98jQubVVHrrmkXXLdZYyBEZXBqWEzcfyNyXZ8cfvyOOUFx1UgWJSgnVKhDCgDiTMQxSwSyEJNoQwoA8qAMqAMJAMDPKsQriqvDsCZVaZdBrybPCoK/Eu7nT3/ntEvWLlyZX9F/J/a61/yJ4iSFv4n5//q/J+d/7sH+qz4v9/GjRsxSnyb9957L/r37x/LZycUxFnU7tqkAAAQAElEQVToM6I/l34gfqvbyx112rp06QKuj77TOBVcIAP9TPTb0n/FPrKvXDXbSP8MfXj8Th3/n2Wf6H+jHyzQh8q87O+4cePsezasIxiSY6xce+21KFCggK2ezxatWLHC6gkFa9euheP5qquuQvny5RPKnmga+Zg8ebL9jt/YsWOtD46+ARYkd/RN0bdFvxfvH9AeH8gruUuuscKx3Lt3b9u2wLFM/xt9mM4/lhT/66ZNm0Bfo2sf62dfWBe3J+30ee7evZvmkAfvt9AHS78t289+sNGU5Ibjmz5LN16YFgz04Y4ZM8Z+a//jjz8G7zG4MUDfO8cFv8OfVB8kx5S7N/D888/bb/yzHlcn28CxRX8w7x3wWMT9l/YLBbbniSeeAI9d5M6NBR43eEzguKLfmse3hNpErnnM4X0hjlHW6/JTP1vuXNnkktwWybV/J1ebUkM95M17qXWh2hx2oVak61EGlIG0xYD2RhlQBpQBZUAZUAaUAWVAGVAGlAFlQBlQBtI+A9pDZSCtMGCMfXwZxsRIY4yNG2PAF5iMMeALTNQpvQgPD7dptJWtlAMPPH0FsmQNA5361rnPhyckcmj/Cbze4Sf8/VvMy0rQnzKQThjY8et/mPvgWBzbFwnZJRC9g4gehQzZM6LSp42RJU92ePcnr+72PUrCmJh91BifTiqNMRQWxsTo1qBBumWgePHiWLBggX0wIxgJfCmMD5W88cYbwZLVpgwoA8qAMpAIA7zmdVmoE4xT8sEsJ6kTfBCKWLnmKF7utxe79py21wQS2EsEFwx+4yrUq52LVSkuMgO6emVAGVAGlIGEGcjXqBLKjOngz2T/742Ondp+AFs6jsGRJeuDvjDvzpOULEJJUCe8OuNpBSdOnMD48ePtB18qVKgAPpjPlxGS0j9+mGfQoEFYsWKFffmkQYMGSSmmeZQBZUAZUAaUAWVAGVAGEmFAk5UBZUAZUAaUAWVAGfAyEOiXYpxgHkqC930oed+HOiWxYMY2jB28QW79RMltnygWsbp9WESifcbXwNUV9B6QJUaDFGeg4K3FcPek1tHDTwagdeD6xube37ZjSZc5OLxlv/XfescxxzbjlA5sLHVKwqszrlAGlAFlIDUwkBbaGHj8ZdyB/XO6SjnfyXlPeVAedAzoGNAxoGMgvjEQeN5k3IFlnK5SGVAGlAFlQBlQBlIfA9rilGFg1apVePPNN+NUfuedd9oJ9eIkqEEZUAaUAWVAGVAGlAFlQBlIRQx4fYLUg4HPUfDZICepT/7uJLq+dRpR0lcLuT8V/ZAGyhfPhFG98qJE4XBJ1eViMMAJVzgBFtfNyYMqVapE1eKSSy7BHXfcYXUGc+fORWIT/jCfA98P5DdaOLkUxwIn3qpXr56dVIaTFPE7XMzLNE42M336dEb9CFz/Tz/9lOj6V69eDU6czUquv/56FC1alOo5gxNHde/eHbt27bLfFytWrJh937FWrVrIli2brZftHz16NPg+IyfOscYLFLBdXbt2BSeo4beWXPvIM/lmM7g/cvId9uNsth/LJhU8HnAbclKoffv22WLcvtzOnCjo7rvv9k9slVB72L5nnnkGn376qX1WixXlzJkT5Jv1NGzYECVLlrTfcWMa8fPPP8fh/vLLL7fj7K677kL27NmZDRkzZkTt2rWtnXUxj01IYsAJlB577DFwfa4IOSbXrI/vwGbOnNkmcfIgjgdOqJbYmOA7sJxkimPNyxnrZf22QgmY/sorr2Dv3uT5Lh0nv3ruueewbt06y6fbVuTajW1uK058Nm3aNHBiJvbd28aaNWvC9Zl5p06dim+//VZaG3fhGOE47Ny5s92fmMNbF8dI4cKF7X7GtOXLl6NTp07gJGKMO3C7ke+kbtvkGlNu/ZRr1qwBJ7LiNmHc2w+33cjHjBkzwImjmCchkDM3BpiP9XGcc7yzr9wm3A+YRnB8cWxx7DBO8BtsN910kx3f5cqVo8miSJEi1sZ6mM58NkGCbdu2gZNecf1sr5hw2WWXgX1g/sBtwjzsE4/p3J7MrwhdBvJ+8jSyt6xln83m9uI1mL0Yk+DUm1/geJ/J9jjLcxi3rRc2v1yveaXrKW1OV6kMKAPxM2C/bCmBLPFn0hRlQBlQBpQBZSCJDNjzCb+bTPjLWKs/pko6YMC7yWUsGJh00Onz6yJ9g64G+tB27tzpon7J/4lT+//k/L9u2LBh4P/s/N+OPkL6WPh/Pf+/9/oVmD5p0iQwP8v5ifAo9Be3b9/e+oxoZn3O50hfBX0W9F0wjb4R+np++eUXRv2gv6hu3brWJ0HfhEugz4JtIq677jpnPidJv0iPHj2sn4nrq1Klil0fJeOs9Pjx43jrrbdAn5TzgzGNediGypUrW78Y85KP999/H3zuh/FAJMdYYZ358+fHLbfcQhXcHgsXLrT/n1tDPAH94keOHLGpNWrUgNdnaI1nEfD/+k8++QQDBgwAfUz0A3KMkA/yQn5YHdv25ZdfgpywDG2BSI6x4q3z4MGD6Natm38sM419db6qqlWr+n3ybDv9rx9++CHi87/S98X63Db1jmXuHwUKFOAqrL+3V69eOHr0qI2HasDtwO1BHyy3j9t23C+5j7J/bLvbL+nDZDwQrIffdRw+fLgdA0x3dXnHATnu06cPvv/+e2aJF6wv8N4AxxH95ayP8G47VsRjMn3d//33H6MWLJNSxw36wulrps+ZPJEv8uYdB2wE7228+uqrWL9+PaNxwLHGccf7QTxmMIOXO/rYeXwkd/xe5sSJE5nlgoHbIrn27wvW6BBZkZHrKnMR2hJ2Edapq1QGlIHUz4D2QBlQBpQBZUAZUAaUAWVAGVAGlAFlQBlQBtI+A9pDZSBNMWCMzwVvTIw0xsAYH3jzxhhjb9xS580WL/jwu4uXrZQDD3TJj6zZMvjLG8hPgkMHTuKNTr/gn5W+l1nEqosykOYZ2LlsM+Y9NB7H9/Fmt+wIsoCQIDxbRlT6tDEy584G737k1d0+R0kYY2BMbJBEYwyFhTExujVokO4Z4Njhwxv9+vWLl4sXXngBjz/+OPggT7yZNEEZUAaUAWUgFgN8EMgZAnU+PEYbpQMfZiJWrjmKnv32Yvee0+BZ2xgJBbKAhiFvFEe92jrxC0Ljp61QBpQBZUAZSAID+RpVQtkxHXkagz2fsYyc3iA4vf0gtnYaiyNL19sH8nkudOdGSne+pGQxIj6daakZy5YtAz8mU6JECbRs2dI+kJ+U/vCBev6/9tVXX2HRokXo0qULrrzyyqQU1TzKgDKgDCgDyoAyoAwoA0ljQHMpA8qAMqAMKAPKgDLgZ8Drm6KRcYdAf5bzdVES82dsw7ghG+kWA8RRJu4x2J/ogMEbE2rg6gp6Dwj6u6AMFLy1GOpPesizTiOj0UAC7Fu1HUu6zsHhLfut/5ZjnOB45rinTukA+VEXYRevbg0aKAPKgDIQ2gyk+tZ5j7vUCXaKMiHweK44Yz8ipjwoDzoGdAzoGEifYyCh8yTT3PmU0sHZXVylMqAMKAPKgDKgDKQaBrShKcTA4MGDceLEiTi18yPCcYxqUAaUAWVAGVAGlAFlQBlQBlIRA15fIPVgoG+Zz1I4SX3KdyfR7a0zMPYvusPRzwhdUyITRvfKgxKFw6MTVFxoBrgd+R7eyZMn7ao54REn1LGR6IC2vHnz2tgff/wBTupjI0kIOKnW4sWLkSNHDrz22muYO3cuOGEMv9sycuRIO8m7mwCK4+aLL74AJ/nxVn3DDTf4JzTiROXxTbzCMhxznIiJdfH7MZzsnd/6Ytq5YvXq1diyZQvYTk6EzgmyXnrpJTtBEt9j5PuPXBfrnzZtGqZPn071goHfviFnBQsWtJNZcUIZto88z507106YxIlz2KCff/4ZnIiH253x5AQn+Xrvvffs/WbWW7NmTfteKLcztzcnUJom/LBt3vZwsiLmd+CkUkuWLLFR5nv99ddBnjkhFetheU5OxO1811132XwMOAnWP//8Q9WiVKlSYP6nnnoKuXL5nkXMmjUrHn74YWtnGvPYzEkI9u7dC05IxLHA7BzTbJN3TH/88cd2MjFOGsQxwXHI/nGbsEx84CRfrD+QM27D2bNn47HHHgPrY/m///7bTkhF/XzBfZn7E/cxThDnthX7xTZzEiSug/3o27evXW9g3oEDB9rtTLvLO3PmzKDfZOKEU6yHY5b94cRdc+bMgVsvx8jnn39ujwtly5ZldeDETCxz+PBhG2fA7cbtl9Rtm1xjiusmuK04LikZL168OMaOHevvB7cbj2WcPJBjePfu3cwWL1gPv3VFXpiJE62RF45zjnf2ldvk66+/BiflcsdoTvrG9bj9OVOmTGjVqpUd33Xq1GFVFpxoi3UQTGc+JrDchAkT/JNZsV62Y9asWf7jtNsmXI/bxizLSfM4SRd1RWgzkG9kV1z6YB0YY2D8TTWiG5we9gVO9J1in4nl+ZP7uhccI4FwVdDudJXKgDIQnIEomiWQhZpCGVAGlAFlQBk4Lwbs+SQqCrGvw6zV1asyPTAQa5MzQqSHjp97H6+44gpceumltgL6zwL/R08r/5PT50JfAjvK/+/ffPNN0CfF/+vpD6BfgT6mRx991O9jYn6WYxkvtm7dCpYjN7Rfd911mDJlCpxPlL4K+izoS6pZsyazgHnpv2FZa5CAvPM5Ga6fvgkx2YU+C9qIhg0bWtu5Bs6nRh8hfRVvv/229YtQvv/++36fMn0oPXr0sD6QwLzvvPOO9UXR98t2MC/9fbGPt7B9pN/kfP03XIcxBrfccgsyZszIqPW379ixw+rBAo5d+tiZlj17dluW+rni0KFD+O677+z66b/y+l7JHbet1w/0zTffwLtt3XppS46x4uo7deoUhg4dCvqZaaNPl75Hbg/62zhm3nrrLesrZrvpd6Mf45NPPgF9xSzjBbcVy9P/SXu+fPmsb41+T47jXr16gf5q3regr/fAgQNw90mYPxTBbffTTz/ZpnF/dtuO/eE+Sj8r7xMwA/dLrw+TNgdy7Hz59NPSn81jAo8V5JnjgMcQ7uPkkWPQlQ0mN2zYAPoZuT2Yzn2bbaO/nPUR3Hbz588H28ptx3zbt2+3Y5E6kZLHDecLp9/5008/9R/Tesk44D2dnj17wrWLfk+OO7YpEDzWcNzQTu6824H95Dagj7t8+fLW58Z7ZMx7ocAxkhz794VqbyitJwoX57oqLJRI0LYoA8pAamFA26kMKAPKgDKgDCgDyoAyoAwoA8qAMqAMKANpnwHtoTKQ9hgwxthOGRMjjTEwxgfeeDHGgC//UKf0Ijw83KbRVrZSDtz/9BXIlMWAN3atiz86OLjvOF7v8BP+WbkP+lMG0joDO5dtxtwHx+LoniNyq4s7gUAW9jtDtnBUmtgYWXJng3f/8epuX6MkjPHtj8bESNZljKGwMCZGtwYNlAEPA88++ywmT55sH0jxmP0qH1Ro1KgR/vzzkZKl8QAAEABJREFUT79NFWVAGVAGlIHgDPA616U4nZLgQ1pOUif4YiCxcs1RvNx3L3buOQ25QJDrZRFRcoEgkAVD+hRDvdoRrmqVF50BbYAyoAwoA8pAUhnI26gSyozpKOc233nNnefkTIdT2/dja4cxOLJkvX14l+dEnh8d3HmTkuA6nQzUGU9N4MsPo0aNwh133AG+AMCXOv77778kdeG2224DHxpfvnw5+FJF3bp1k1ROMykDyoAyoAwoA8qAMqAMnC0Dml8ZUAaUAWVAGVAGlAEfA16fFC2MB4I+Ldqcj4uSWPDFdowdvMH6x8RDRrcYXWSsRhCFN8ZXx9UVfB/cFYMuysAFZaBQ9eKoP6m1Z50ySrkI9v22DUu6zMbhzfut/5ZjnOC45linTunASqhTEl6dcYUyoAwoA6HLQOpumfd463RKL9wxm1Jxxk7AoDwoDzoGdAzoGNAxEGwM8PxJO2UwuKsGpjldpTKgDCgDyoAyoAykFga0nSnBAD8ozQ/5Btb90EMPgR8RD7RrXBlQBpQBZUAZUAaUAWVAGUgtDHh9gNQd2H6n05fowGcpiMnfnUTXt85INk6bQIjKJSoK5YuFY1TP3ChROBz6u3gMbNu2DYsWLbIN4ORBnJDbRjwBJz+qVKmStXACHE4Wxe1rDUkIOGnKiy++aN8b5DeBvEWuuuoqOykTJ2an/d9//8XmzZup+lG0aFFcf/31Ns53EF17rSEg4GThK1assFbW7dptDecRcCJ0TlBz9dVXx6qFfeNkQ/z+DBO4D3CiHU6uw/iFAif24iRIlStXtt9Ac+sNCwtD8+bN0b59e//kXpzAiRPyuDzJITkJ0Lhx40DJ+qpWrQpOnHP55Zcz6ge3f4MGDcBJcZyREwvt37/fRg8fPoxZs2bZe9g0PPjgg+CYZDnGveB47dy5M4oXL27NnISI49lGUiCYOXMm/v77b1sz+R4+fDhq1arl59UmSMB2cbx7xwQnleKEWJIc7xIfZ/y+Vtu2bcHJllzhH3/80T5/6eLnIzm2g22r/Pnz45FHHonVv/jy5smTB61bt/Z/o2njxo3ghFnednFscOI1bifayU/v3r39E7HR5sD19OvXD5S0LV++HF9++SXVs0ZKjKmvv/7aPxZ4fBwyZAiCHRvoD/Lue/E1funSpVi7dq1N5sSE3bt3D8qLMQY33nij3S42swQ8Xh49elS0s1+4v8yfP98W5D7G/alixYqxjiE2UQLuy/wWF8e+RMF9NnDSRNoVoclA3pFdkL1lrVjPaoOxKODU0Bk48cZk+0wsz+08j3nhrvO80vWSNqerVAaUgbgMGJokkIWaQhlQBpQBZUAZSAYGDPgXU5GJUaFqumAg1iZnhEgXPT/nThpjYIyx5fm/zqlTp6zugrTyP/nq1atBvyn71ahRI+s/MMbXb9oI+jHbtGmDatWqMWrzr1ixwuou4P95Y8eOBX2stNFfRb8H/R+Me0FfQa9evcA8tLPMp59+mmw+K9aZFHD99FnQJ+fNX65cOTRt2tRrsm0Nlpd+5BYtWvjz0k8T6G9J7rFSvnx5lCpVyq6TfsPffvvN6sECfvf8r7/+sknXXnutv5w1nGNAXxD9VvRfcWx4q6Gvr0ePHrjsssuseceOHXDrtwYJUmKs/PLLL6CvWKq3vrGhQ4danyjbSpsD28t2s/1M4z2LkSNHItAn/+uvv2Lx4sW2WI4cOTBgwAA7Bowx1saA5fm9Q/pzWS9toQ62uVOnTnjssccQ2OayZcuC9wmcD4/+bPoyvX2in9bry7/77rvB/gfuQ4H7uLeOQJ3r2LVrlzVfc801eOqpp5AtWzYb9wZsO+8PNGzY0G/m/sbx5DekoEJ/s9fv7FZljAF58B4HeHyMjIx0WazkGOM3Mnk+oaFDhw5Bt0OBAgUwYsQI+x1N5rvQIM/cP7ifBI6RpOzfF7q9obI+Y2KODReyTWEXcmW6LmVAGUgjDGg3lAFlQBlQBpQBZUAZUAaUAWVAGVAGlAFlIO0zoD1UBtIoA8b4nPHGxEhjjL2pb4yxLy4YY5AhQwarU3rBFytcvGylHHigS35kzhYm5QEYLhKIcmj/CfTp+BP+WbkP+lMG0ioDO5dtxtxW43Bsb6SMegh84192IWTIlhGVJzZGltzZ4N1vvDpvKnJ/oiSMMTAmNiA/Y4yEvsWYGN1n0VAZiMsAH9bhS298cCduKjB37lw0btzY/4BIsDxqUwaUAWUgvTPgfZiKuhd8cIlxSge+EEisXHMUL/fbi117z8DIn10MYIwNMPSNYqhXOwL6CyEGtCnKgDKgDCgDZ8VA3kaVUHZsJ8jJDfzxFAcY+3d6xwFs6zQGR5asD/rCvDt/UnqB6B9t0WqqED/99BO6dOkCvgjRpk2bJH+Io0SJEnj66aftB4bmzZuHJ554wv/SQKrouDZSGVAGlAFlQBlQBpSB1MiAtlkZUAaUAWVAGVAGlAFhIND/xHggeO+HNt73oU5JLPhiO8YO3gBjxBdmAdEF8P36jq+Bqyvk8kU0VAYuEgOFqhdH/UltotduAC4CyJjdv2oHlnadjcNb9lv/Lce3A8c8dUoHyI+6CLt4dWvQQBlQBpSBUGQgFbfJe5x1OqUXPFYHA69VgtnVdsZOrqA8KA86BnQM6BhIH2Mg2PmQ51Fuf0oveMnAOCXh1RlXKAPKgDKgDCgDykCIM6DNSxEG+OHzwIr5Liw/+Bto17gyoAwoA8qAMqAMKAPKgDKQWhjw+v6oe0HfoQP9i15MmX8K3d6OAp+3kECEgfsrXyITRr+SB1cXyQj9XVwGOLEQJxhiKzg5DN/Zo+4Fv+njnYSdkx1xQidvnoT0G264ATfffHO8WbjOQoUK2fRDhw4hcFJprr927dr2G17M9P3334OTT1MPxJIlS/zlud5cuc7/WTR+y4jvPXJC9MD1Mc7/+5jOSV0Y5+T6nHSL+oUCJ8oP+m0caYAxBk2aNAEnlZIoOBEPtyH15ML69evh+syJgji5zCWXXBK0emMMOJ6KFi1q3ymtUKEC3EQ6nKiMY4FcEpx8yRgTtB4ac+bMaeugTmzevJki2XH48GHMnz/fXy+/NcT9xW8IUDgm2rVr528b9zG+RxuQzR/NmDEjWrZsifg4Y31ucjYW4jYMnISM9nMBJzaKb2wXlW3EybFcvQnlvfLKK+3EXMxLvvbs2UPVD04SxuMNDVdccQVatWplvyXGeDCwTQ8//LBN4nmGk0i5cWKNSQySe0yxDd99951/7ZwUimPVb/AoxhhwMqv49k2X9dixY3biNk7MVbNmTRQuXNglBZUlS5ZE1qxZbdrOnTv9+481nEVAbrjduD1Y50033ZRg6Xz58sH1NdixOsHCmnjRGcg7sisufbA25GIMsIEcW30LTr/5BU70nWKfieW1HPc5L7zXfk5H9I/xaFWFMqAMBDAg/wkBEsgSkKJRZUAZUAaUAWXgXBngWYVw5T26M6lM2wx4N3lUlFxqeA1pu+sp1bu08j/5qVOn/BTRLxPf/2qZM2cGfQ/0QZQpUyaOL2rbtm32W26sjD6+Rx55JE4epjnQl/Xoo4/6/RT029Jv5dJTWtJv27x583jbSH8o87AdlAnlpW8kIX9Lco8V+ty8vhh+P+/EiRNsaixwW9IvefLkSWu/5ZZbwO1oI+cR8Ft/9PUZI86BIPXQX1SqVCl/SqDfNbnHCv0Rs2fPhutnYv5XYwwaNWoE56Ndu3at3z/NRpM3+hNdffQzJ+Sjq169OmrUqMGiIQ/2gz5HY4JvO6bze/quI/Rl0qfp4l5fPo8F9EvT/+zSvZL7OI8DPB547V6dHGfKlAnFihUD/fX33HOPld48Xt0Yg2uuucZv4jEjuXzd/krjUcgL/c7Bko0xqFq1KuirZ3owvyvvgfD+D9OLFy+OBg0awJjg24HctW7d2l8fy1wonO/+faHaGWrr4XHjYlxZhYUaEdoeZUAZCH0GtIXKgDKgDCgDyoAyoAwoA8qAMqAMKAPKgDKQ9hnQHioDaZkBY3w3V4yJkcYYe9PFGGNfGjLGgC8R8SYvpRe8seXiZSvlwANP50emLCb6YU26+gng4L7jeKPjT/hn5T7oTxlIawzsXLYZc1qNw9E9R8ARbxFlQ4RlDUflTxshS+5s9oUdt7949x23b1ESxhj/PmiMTydnxhgKC2NidGvQQBlIgAG+0Llw4ULw4Y9g2f7880/ce++9ePvtt4Mlq00ZUAaUgXTNAB9gcQRQJxin5Mt+TlIn+OAd8duao3ip317s2nNGsvuuC3ihYDW5ThjyelHUqx0habqEEgPaFmVAGVAGlIGzZyBvo0ooPbqDLSinOJ+UkOe8U9sPYGvH0TiyZH3QF+bdeZRSioCSoE54dcZDDfv27cMHH3wAvhBy4403gh885YPYibWTvgE+fD5y5EgsX74cgwcPTvDjP4nVp+nKgDKgDCgDyoAyoAwoA2fHgOZWBpQBZUAZUAaUAWUg0O/EOEFmKAne96HkfR/qlMSCL7ZjzKANvO3j92fRL2YhFbwx7lZcXeH8P7gsVemiDJw3AwWrF8NdEx+S8SoeWy4CGbiyRGHvyu1Y2mUWDm3eb/233nHOsc84pQMbQ52S8OqMK5QBZUAZCDUGUmt7vMdX6oHg8TkYeJ2iOG3PacqD8qBjQMeAjgEdAzxXunFAPRi851heNzBOSXh1xhXKgDKgDCgDyoAyELoMaMuSn4GJEydi5syZcSp+6qmn7AeC4ySoQRlQBpQBZUAZUAaUAWVAGUgFDHh9ftQDQR8ibfQrUqckpsw/iS4jTtvnLCSQnkaJECAK5YqFY0zP3Li6cEbo7+IycPz4ccyZM8ffiFq1aiFbtmz+uFfhZEmcNIS23bt3Y8mSJVSThNKlSyc4KREnh4mIiEiwrooVK6JgwYI2z8aNG/H7779b3RuwP4sWLbImTkjDSX2MOf9vDHG9lSpVsvXGF3DSGJeH+8Ivv/wSX9Zkt+fNmxe33npr0HqdkZPNuPbR9uOPPyLYhFJMOxf88ccfOHjwoC3KSZdKlChh9fiCAgUKYMqUKZg8eTK6d+8Oxpn38ssvR+/evTFjxgwLN+aYFgx83zRLlizBkpLVtnXrVmzatMnWycm5+F6sMQmPLfaFEwbZQhJwTPD4KGqchRMtXXnllXHsXgO3szeeHDonNatQoUK8VbFdHDvMkFheTjzmJkdi/kCsWLECR44csWYeT9w2t4Z4Ah47XL85sdKOHTviyRm/mdshOccU28C2cI0cC97JqmgLBCe9Smz/bNCgAcaMGQNO9NatW7fAKuLEE+M6ToF4DFdffTWGDx9u/Vljx45FYsdhfvON4yCe6tScChjIM7Irsj9QS1rquyazz29HwV6jnR4yHSfemOx/fojnMi94vRcIqcgutFtFA2VAGYjFgL1SkECWWHaNKAPKgDKgDCgD58KA73wiYaz/RSUeXZmKdMKAd5PLWDAw6aTjKdfNtPI/+ezhVCwAABAASURBVBVXXGHnQSBT06dPx6hRo3D48GFG46BJkybWB0FfBHVvhrVr12L79u3WRL9c8eLFrZ5QULRoURQqVMhmYVn6bm3kAgT58uVDQm3MlSsXnG8rsbyJ+VtSYqzQZ0T/Eqlas2YN/vvvP6qxwO/0/frrr9ZGf9ott9xi9fMNuH3pt4qvHvrsE0pP7rGyZ88ekAO2h/4nfpPQmISPceSOfkaWoQ+D/lfqxIEDB0CfNXXOV1CtWjUYE3999HvVrVuX2UMevI+T0LZhB7xji75M+jRpJ8iL8+Vz/+G9DdrjQ6lSpUDEl06fcJs2bTBp0iR88803CDyuBCvH+zfB7Clp47gqWbJkgqu49NJLwXzxZeL8BBxrTK9cuTLoP6ceHzg+E+IuvnLnaz/f/ft8159ayxvw78K3PuzCr1LXqAwoA6mcAW2+MqAMKAPKgDKgDCgDyoAyoAwoA8qAMqAMpH0GtIfKQJpnwBhj+2hMjDTGwBgfeIPPGAO+LEKd0gve3GOcsmzlnHigSwFkzhrb5S414eC+4+jb8Sf8s3If9KcMpBUGdi7bjLkPjcexPZHgODfSMQvuM9kyouqkxsiSOxu4f3A/Iby626coCWMMjIkNqdLaKAljDIVCGTgrBnhDferUqXj++eeDljt69Cg6duyIZ599Nmi6GpUBZUAZSI8MeF/QC9T50BJtlA6nT/s+nPvbmqN4ud8+7N5zJpo2nrsFvgVD+1yF2+voxC/R5ISS0LYoA8qAMqAMnCMD+RpXRpkxHeV/V18F/LdVTns2cmbHQWzrNAZHlqwP+sK8O59S2gISxKdLUkgsfICZ/z/xxY3HHnsMCxYsSFK7+BGRHj162A8DTZs2Da1bt/a/XJGkCjSTMqAMKAPKgDKgDCgDykByMKB1KAPKgDKgDCgDykA6Z8DreyIVjDvwng91J3nvhzolsWDmDowZvBEQ55csMMb4APkZoO+46ih5bW6J6KIMhA4DhWqUQP2JbQAjiwCecbt/5Q4s6zYbR7YcsP5bjneC4927L1AnID8nRbUfTKVUKAPKgDIQggyk+iYFHm8ZJ3ic9oLHbIdTp07Z4znj1BWnoBwoBzoGdAzoGEh/Y8CdBykD4c6hPKcGghcPtFEqlAFlQBlQBpQBZSDVMKANTQEGhgwZEqdWfmS9Q4cOcexqUAaUAWVAGVAGlAFlQBlQBlIDA16/H/X4QH8ifYiUxJT5p9DlrSjwOQvwx2cuYOzfNcUzYswreXB1kYxMUVxkBtavX4/Vq1fbVnCS7JtvvtnqwQJ+d6VOnTr+pLlz58Y7iZQ/U7TCyUai1XMWnKCJk/6wgpMnT2LRokVxnr/x9ocT1xQrVozZzxucoCVPnjwJ1mOMgXfSe06qw2/RJFgomRL5v2c87Yu1Bk424wycjCsyMtJFz1v+/vvv/joKFiyIbNmy+ePJrRw6dMhOBjV69Gi0adMGc+bMSe5VxKmPfO3fv9/aua8kNimSzSjB9ddfL6FvYR1HjhzxRQJCjm9OLhRgTvFo5syZk7ytOJET859Lo3j+4KRgruzff/+Nfv36oU+fPgnik08+gduPOGnXrl27XBXJKs9mTG3btg179+6164+IiADHg40kEJQuXdo/CV8C2eJN4n1bjp+vv/4ar7zyCv73v//BTdIVb6FkSOB247jnJHNvv/223d+oJ0PVWsVFZCDvqG7I3rK2vS6TUxd8MKByeugMnHxjsv8ZKl7fecExEQhE/2iPVlXEwwD3W07cmJ4QDxXpxiz/EQESyJJu+qwdVQaUAWVAGUg5Bnznk6gAX4jPCiDlVqw1hxYDsTY5I0RoNTGttSa1/E9eqVIlv2/y+PHjGDFiBGrXro1mzZqB/9PTb8q+JLZ96L/h/4HMt2PHDgwdOjRB3w19O8OGDQP9ByxDv+3mzZupXhDQV5U1a9Ykret8fFtJWQH5PVv/Df3XzmdLf1Mwvwv99/Q1sw38Bl9SfFHMmxiKFCli58tILF986ck9Vnbv3u0fR+Ry/PjxiY49jr9Vq1b5m7hlyxacOHHCxnfu3AnnS8yRIwfoQ7cJCQSFChUC/X0JZLnoSRzvHAeJNYTjxPWFY4s+TVfmbH359PVzvLjy5yK5XTZt2oSZM2eC3/Z/8cUXz6Wa8yrDcUA//LlWwvspHGOuvNf372yBkussWrRooDnF49xenMcjxVeUxlYgV9oXpUdhF2WtulJlQBlIxQxo05UBZUAZUAaUAWVAGVAGlAFlQBlQBpQBZSDtM6A9VAbSBwPGGNtRY2KkMQbG+BAWFmZ13vSgTulFeHi4veFJW9nKOXF/l/zInDXM1snAPk4hwYG9x/FGxx/xz0rfCwBMUygDqZWBHcs2Y3arcTi6my8m8faWDHLpDMMMWcNRdWIjZM6VDd79w6u7fYmSMMa3vxkTI6U6u+9REsYYCoUycM4MvPHGG/jggw/iLT9gwAA0b94cfOgm3kyaoAwoA8pAOmDA+2Ke0ykJPtTpJHWCH3MgVv5+DC/334dde07z/aVopqKvE+QiYfDrRXF7nVzRdhWhxYC2RhlQBpQBZeB8GMjbuDJKj+4oVch5L0ogGheeM09v34/tnUYjcumGoC/MMw/Pp5SEK0dJOBv1iwU+DP/WW2+BH9ipUaOGfSmEL6kn1p5LLrkE999/PyZOnIhly5bhtddew3XXXZdYMU1XBpQBZUAZUAaUAWVAGUgxBrRiZUAZUAaUAWVAGUjPDAT6mRgPBP1UBO/7OEl9wcwdGD1ovdz/kRs+QqIN6QcjJN537K0oea3eAxIqdAlBBgrWKI67JraR8SuN45glqAr2/rYNS7vOwuEt+63/luOe4Ljn/kGd0kGKxPrYFu20KZQBZUAZCC0GUmdr3DHVK6kTPB4T67edxlNvHcP/3j4hOI7O75yw6PLuSXR99xS6SLyroJvEiWdEPvPuCTg8K/qz7x4H8dw7x+HDMTz/Tmx0l3j3d46CeEGkxduR6BGAF98+AoeXRPfhMF5+W/CWwyH0fCsGvd46CIdXRH9lxEH45AH0HhGDV0fsh8Nror82Yh8shu/D66K/TinoM3wvHN4Q/Y3he+DQV/S+w3aj7/Dd6CfSof+wXfBigMQHDNsJYuCbOzFQ9IFv7sCgAAyW+OA3t4MYItJi6DYMfVNAabEVbw6NwTDRhw3dAmK4yOFDtsAnN2PEkBi8NeQ/OLwtug+b8PbgTXjHg3cH/wuH90R/b/BGOLwv+vuDNoD4QKTDh6J/KNeyDh+J/tGgdfiYGCjSYi0+GRgbIyU+cuA/IEaJtBjwN0bHwl8YMyAGY0X34U+MGyDo7/AHxvePwYT+v8PhU9H96LcGE6MxSeSkfqvhMFn0yf1WwWGK6FP6rsKUvivxmQdTRZ/a9zc4fC76531XgJj2xgo4TH9jObyYIfEZbywD8YVIiz6/YmYsLMWsPj7MFhmDJZjTR/C6wy+Y+3oMvnz9ZzjME92P137CV9H4WuTXr/0Ih29E/+a1xXD4VvRvX10M4rtXf4DDfNHnv7oIDgtEX/Dq91hI9BYZje9Fft97IRwWib6o9wIQP7yyAD+I/sMr87E4AD++8h2In0T60etb/PyKgNLiG/zSKwZLRF/S62sQS0Uu7fk1fPIr/NrTh2Uil/WcB4floi/v+SUsXv4SK0RfQSn47eW5cFgp+sqX58BhleirXpqD1S/PxuqXYrBG9DUvzYLD76L//tJMEH+8OBN/iP7Hi1/gzwD8JfG/XpyBv73oMR3/xMI0rO0Rg3Wi+/A51vcQvOAwFRte8GGjyI0vfAaHf0X3YQr+7T4Fmzz4r/tkOGwWfXP3SXDYIvqW5ydh6/MTY2GbxLc9/ykctou+/fkJIHY8NwEOO58bDy92SXzXc+Ow24tnx2JPAPY+OwYO+0S3eGY09j8roLQYhQPP+HBQ5MFnRsLhkOiHuo2ET36Cw91icKTbx3CIFD2y20ew6PoRjop+VOQxiw9xrKsPx0Ue7/oBHE6IfqLL+zjRVfD0ezgRjZNPv4sTnd+xOP6/t3FCcOypt3DmzBkLnmO98F5B0O6Nq64MKAPKgDKgDCgDociAtim5GRgxYgR+/vnnONU++eSTKF68eBy7GpQBZUAZUAaUAWVAGVAGlIFQZ8Dr56MeDM5fSMlnJYgp80/i6bfO+J6PiLJPCdlJLxmUK54RY3rlwdWFw0O9++mmfd9//71/EmlO6NSwYUNwsqj48P777/u5+eOPP7By5Up/PCEle/bsCSUnKc0Yg3r16oET3LAAJ0PiBLrUHbz9ueOOO8D3E13a+cgsWbLYb4MlVgcnCHJ5uF9wv3HxlJTkhN9kiruO2Ja8efPi0ksvtcajR4+CEynZSDIE3ro4uUwyVGnvR3Ccvffee+jYsSPuvvtuVK1aFbVq1ULr1q3BycU4ARaPPcmxvoTq2OyZuIwTJ2XKlCmh7P40jkFOLkbD/v37/RNQMe5FUreht0xy6Gxf7ty5k6OqBOvgeHMTbjEjJ3uaOnUqEsPs2bNx5Ai/TQacPHkSx44dY/FzBvfL8x1TbAPrYSM4kRaPD9QTQq5cuZJ8PDpw4ADY71dffdVO0lenTh1Uq1bNjn9OjvXFF1+Ak3YltL5zSeM+vGTJErtftW3bFnfddZfd3+rWrYv27dvj448/BicLdH0/l3VomdBhIO+obsjeshYvz+yzsfZ8FX3ddnroDJx4Y7J9JpbHV25zL5g3EK5ntDtdZXAGuB+lF/DYH5yF9GM17KoEslBTKAPKgDKgDCgDycCAAf9iKjLRqop0w0CsTc4IkW56f04dPXToENy1KX00Cf0fn5r/J6d/p3PnzqB0RPF/Of7/wf/pmzVrBn737amnnsLXX3+NyMhIly2WpM/GGejLmTFjRqL+G+ZhXlfu8OHDTk1xmVTfTHI3JLnGSubMmXHnnXf6m7do0SIcP37cH+f/5fPmzbN+Uo5f+ms4f4U/w3ko9AueR3Ek91jZvXs3uL+yTfQDfvvtt4mOPfoW16xZwyIW9NvRx8UIJfmjzr569w3agoF5mDdYWqjYOA44bhJrD4913D+Yj8cC8kGdvpsTJ05QtUiqLz+p+Vgp7zVx27zwwgto0qQJqlevjptuusnqvXr1SvAYxPIphaRyF9/6edzctm2bTeZcGOTYRhIJihUrlkiO5E8O9XGc/D1OnhqNuTjXVTEzESVPP7QWZUAZSOsMaP+UAWVAGVAGlAFlQBlQBpQBZUAZUAaUAWUg7TOgPVQG0hEDxvic88bESGMMjPGBN2WMMfZlHuq8WeoFX6Jx8bKVc+L+LgWQOWsG8GdsYKQu4NC+E+jX6Wf8s3IvrQplIFUysGPZZnzZegKO740EDORnYIwRCYRny4gqkxohc65s8O4XXt3tQ5SEMcaWNyZGsjJjDIWFMTG6NWigDJwjA4888oh9WKBAgQJBa5g0aRIaNWqEH3/8MWi6GpUBZUAZSOsM8KEu10fqXvDhL8YpHfhSmiYsAAAQAElEQVRgHLHy92N4uf8+7Np9xnded5XA2L8hfa7CHXV04hc/LaGmaHuUAWVAGVAGzpuBvI0ro/SYTjCG577o6kQHDE5tP4BtnUYjcumGoC/Mu/MrpReI/tEWrV5Q8c0336Bdu3YoXLgwOnXqhJ9++ilJ6+dHWF577TUsXboU48ePtx+poN8sSYU1kzKgDCgDyoAyoAwoA8pAyjGgNSsDyoAyoAwoA8pAumUg0L/EeCB474c2SoL3f4gFM3dg9OCNwh39XkYkxOMFQHxfxhj0G38rSl6r94Cgv5BmoGCN4rjz09Zw45YjWYYvjPzt/207lnWdjcNb9lv/Lce/g9snKB0gP+oi7OLVrUEDZUAZUAYuNgOpcP2Bx1LGA+GOzR/OOY0P55zCR3PP4GPBJ1+egcW8Mxj1FTByXhRGWUicNsFoQvI5OcbqpzFmHnHGJ788jbEWp0T6MO5LkXNPYdyXJwWUxEmMl/iEL09YOX7uSUywOCHyBD6dGyM//fI4Jkqctolzqcdg0hzRBZPmHsOkOccwmVIwec5R0QW0CaYwLqD8TORncyIxZXYkKKeKTklMnX0EU+cIJO1z0f0Q2zQbP4xps2NjusSnzzqE6bMFImcIqFPOEJvFrIP4wo8DVp/J+MwDmDkrGtH6rFn7MUtsFjP3Y7Zg1sx9VlL3YR/miC0GezF35l5rmyv2uV9I3GIPvhT55UyRxBd7MM9J6l/sxjyLPfhK5FczdsNC9K8FX32xC18TM2LkN6J/M2MnfNgVLXfiW7F9J6D8dsYOfCeYP51yOyh9oL4dC2Zsx3zBgunbQSz0y21YOF0wbavIrfh+GvVt+H666IJFAuqLpm2BD1vxg+T9ITr+w+ebsXgasSVaUvfhR7H/+Pl/8GEzfhI9Bpvw87T/xCby89j4ReK/TP0XPmzCEuqf/4slxNSNfrlUdB82gPJXxj/bgF+JqSKjsUzkMrH55Hos+4xYh+WfEetFEuuwQuIxWIvfPluLFVPWiRRMWYvfLP7ByikCSVv5mUjq0VglctWUv2Ex+R+slvjqyX/DYspfWCNYLelrRK6ZLPFo/C7y98l/gvhj0l9WWl1sf07+A38IKIm/Jv2BPwWUFpN/x1+Tfsffgr9EpyT+mbTG2nxyDf6ZuNpirdjXTlyDtZNWW6wT+zrRrZy4CusE68W23spVWD9xJTZ8KpD4BgvqArFtlLSNn/4GH1biX7H9O/E3kcQKbPp0hdUp/ZiwAv+J/b8Jy2HxKSVty7FZ9M0TlsFhi+h+jF+GrTb+K7aOF0yIwTbRt41fikBsH78E28W+fcJSkUuwQ+Je7Bz/C3aM+wU7vRj/M3YRYtsl6bvGSTwau0X68BN2j/0Je8b+jD3jRFr8iL3jBGLfK/G9Y6n/iH0iif1jF4u+GD75o5XUD4z9QfQfcGCMQPSDlAJKi7GLcFBwaIxIASVxeMz3OCQ4PPp7ULdy9EIcEZsP1BcicvQCAeVCHJX0SIkfDcCx0fNxTGw+UBeMmo/jfnyH46O/w4lR0bD6tzg56ltrOyn2k6JbjPwWp4hR34gUUBIjv8FpkadHfg2HM6J7EfXJ1zgz8itECc58Mg8WH4v8+Euc+WguTn04B2fGSJ4zvom7eG5151tePnh1F6dUKAPKgDKgDCgDykCIMqDNSlYG+GHvoUOHxqmzfPny6NChQxy7GpQBZUAZUAaUAWVAGVAGlIFQZ4D+PtdG6sFAHyGfDfLiswWn8PRbUTBS2BgJBcb4ZPnimTC2V25cXTgc+gsNBjiBNN//O9fWcBIeTlLNMXCudZxtuRIlSuDqq6+2xTZs2ABO/m4jEhw8eBCLFy8WDeBE95UrV7Z6cgQXY4KW5Gg3AioxxsAYE2A9/2hkZCQ4qc/51+Srgcec77//HnfffTdatWqFDz74AD///DO2b99un8/y5fKF/PaPm8jIZ0mZ0E2QdLa1X3rppciaNevZFtP8ycxAco6pzZs3J3PrfNXxGPbiiy+iXr16ePnllzF9+nRwkj76nXw5fGHmzJnBYyEnrPJZzi/k+ZzfyrrtttvwxBNPYPTo0Vi5ciV27txpJ5dztfMbb5zoK1cufd7XcZLaZZ5R3ZD9wdrgWcEYCS2kV6KeGToDJ9+YbI+5PM9znHjBfSoQUtIutFtFA2VAGUAUOZBAFmoKZUAZUAaUAWUgGRjgWYVwVUXrLqoy7TPg3eRRUXK94TWk/e6fSw/5fzz9mCybM2dO5MuXj2ospJX/yatUqYIxY8agYcOGoP8gViclcvz4ces/ff7553HHHXfYvOfq85Lq0uWSEmPl2muvBX2cJJT+bvqDqBP0hy5fvpwqihYtirJly1pdg8QZ2L17Nw4dOpR4xlSWI0eOHEGPY0ntxtGjR7Fr166kZj+rfFu3bkX79u1xzz33oE+fPpg3bx42bdoE3j/wVpQtWzaUKlXKa0p1+iWXXAL1k6a6zZZog+nXvBhXVmGJtkwzKAPKgDLgYUBVZUAZUAaUAWVAGVAGlAFlQBlQBpQBZUAZSPsMaA+VgfTGgDHGdtmYGGmMgTE+8CF2Yww4YRl1Si/Cw8NtGm1lK+dEiy75kTlLGOj0t85/USgP7DmGfh1/wtpV+6A/ZSC1MbBz+RbMeWg8IncdRpSMaTvAJeDYzpAtI6pMbIgsubLBuz94dbfvUBLG+PYvY2IkOTHGUFgYE6NbgwbKwHkyUKdOHfBlwZo1awatiS8ONm7cGOPGjQuarkZlQBlQBtIqAzyfu75RJxin5Mt8TlIn+KIfsfL3Y3ip317s3HVaskfJNYJANN8ShSGvF8UddSJ8UQ1DkgFtlDKgDCgDykDyMJC3cWWUGt1R/ksOqE/+fz61dT+2dRyFyKXrg74w786zlCxNSVAnvDrjKQW+9DJ48GBcf/31qFu3Lj7++GOcOHEi0dVddtllaNu2Lb744gv89NNP6NGjR6p/SDvRTmsGZUAZUAaUAWVAGVAGUhkD2lxlQBlQBpQBZUAZSJ8MBPqVGCfIBqUXvO/jvQe0cNYOjBq0AXLzR7Lz/o84unyLmKLQd9wtKFlBPwYq5OiSChgoVLME7vi0tR27djRH2VD8uVHYu2Irfu06C4e37Lf+W7cfUHIfcZI6Afk5Kaqtk1KhDCgDykAoMJCa2+A9trIfjPMY7AXtDlFyFLeLXJ/IwVgWq4hJpG+R6xhZRJcwTrpkFLPUEp0uEVkYEchi0xlQpySo8xxiJVviU9hWKSzrEJuYpFZGpYREGEoZJlJIVJZgdlsq3nIsy1KyBqmKeQXWKFKMVnU1S4Rt8oPpBO1OenXaCNq8oI110kadkvDa/HZpOtMEYmIOaSdtEhMb2yIxsfl6YUMJJEnM0gefYstJwEXsskgeCaPLST6m0GYhcUraCKdTEtZGJRpWSMB1iWC9hGsbsxNSK82iMpPErHCSSdbga5PUJYsYJV26KoVkCZYuWZgu4PqYm1IqkfySJkWszaVLpUy3oI2gzUmvThtBmxe0EbQ5aXVZk5WyXr9ddNoEYpI2MQ9tEhMb2yExaa40lCaBZJK4KN50a2RO2kXa7KyLikiXbqMSp6SNEF0sUshX1ipSt5XR6XaFtEneGDsjAll82USRxaUzO8v5JK1MlDXRIJBFjBKX1frLi2L7LImySLpdmEOqYl4BEwS2NgnEEpNOu4NYJTlWOdYdY/PVbW2uDGWscpKHNoJ2J53OeDTExNbL+lhGYtF2to/rEIukSygNkCSbyWe3OSRuFwkkLnlEkbqoSJwlRY0pJ/WIjSkiZGGi2ER4y1GXRCukMp90Bl9lPpuU89UlSnS6L1ms0SbR7ApsmyVRFluWySwSf7rNIaunlFwsKLAxCcQi9UpVtFlIlJKCsLrkoiS8NqfT7kAbwbiTXp02gjYvaCPYJoE0WBZZr3TO9plphKRJMTbYpovCHBQifRlsusRcObFKDHaiD55bafeC6QRtlAplQBlQBpQBZUAZCG0GtHXJy8CgQYOwbt26OJU++eSTiIiIiGNXgzKgDCgDyoAyoAwoA8qAMhDKDHh9fNSDgT7CwOeEpiw4hf+NOAM6EsUF6fM9iqOR5csXC8eYXrlxdeFw6C90GPjzzz/t5CtsUebMme0kQwULFkRiyJ07N4tY/PLLL9i4caPVL0TASVXcd144DjmBDMci183+/PXXX1RRqVIlcKJqG0mGgBNhJ0M1F7yKwBVyfyQC7ecbz5o1K4JNnnYu9bJ948ePR7du3eDlnd9ju+KKK1CrVi08+uijeO+99/Ddd99hxowZqFy58rms6qzK8NtXZ1UgOvO+fftw+PDh6JgKx8BTTz2FpUuXnjWqV6/uqkiyTO4xVahQoSSvO6kZt23bhscffxxz5861zx+6cpyYsEyZMmjSpAl69eqFqVOnYsGCBejZsye43+E8f5zkr3///hg4cGCsCdF4TuAxtF69euC2GjVqFObPn4+xY8eiRIkS57lWLR5KDOQZ1Q3ZHqgF7icS+K7jeCEnF3Snh07HiTcm2THJcy3Pu16wTCBc32h3ukplID0zYNh5CWShplAGlAFlQBlQBs6LAXs+4XeVCX9N1gp/VJW0z4B3k8tYMDBpv8/n0UP+b7J69Wp/DfQt5cmTxx+nktb+J7/88svx0ksvWf/BJ598gnvvvRf8rhv76kVkZCSGDx+OESNGyL+D9h9Bb7LV77777rP23dDf89BDD9nyaS1IqbGSP39+688mXwcPHrTfOqdO8NvmO3bsoGr9oqH6DFJyjxX63+gn43g6G7zzzjvIli2b5Stv3ry49NJLrZ6WgmPHjsXy451t3+hTTC5fvnfdv//+O9q1a4dff/3Vvmvg0ng/qUKFCmjRogX69u2LWbNmWT9j+/btXZZUKbmv7tq1K1W2XRsdPwNGrqtM/MkplhKWYjVrxcqAMpAWGdA+KQPKgDKgDCgDyoAyoAwoA8qAMqAMKAPKQNpnQHuoDKRLBozxueiNiZHGGBjjQ1hYmNX5Ugl1Si/4soeLl6mUAy26FkCWrCwDKUcYBjiw9zj6dfwRa1ftg/6UgdTCwM7lWzD7ofE4ticSvgENQIY0gwxZM6LqxIbIkisbvPuBV3f7DCVhjIExsQH5GWMk9C3GxOg+i4bKQPIwUKxYMXz77bdoH89DA3xI5sEHH8Rrr72WPCvUWpQBZUAZCHEG+JCra2Kgzpf4aKN0OH36tH3Rb+Xvx/BS/33YuecMwNO2nLuNMVZlMPT1q3BHHf3gGUL7p61TBpQBZUAZSEYG8jaujNJjOtkajQ0lEEVOjzi9/QC2dxqNyKXr7XmU51N3bqV051tKKWWX+HSbmIzBnDlzwP+BChcujK5du2L58uVJqp0fXBk8eDCWLFmCjz76CHyYP0kFNZMyoAwoA8qAMqAMKAPKwIVmQNenDCgDyoAyoAwoA+mQAa9vid1n3MHrj6LufFWUxIJZOzByED/uTOcWSxu59WMgARf0H38rSlbIBf0pJ2yUswAAEABJREFUA6mJgUI1S+DOiW1kDMtYjg4hP2MM9v+2Hb92mYnDW/Zb/63bL7g/cL9hnNJBisX6QA7ttCmUAWVAGbjIDKS61QcePxmPDzwWezto5FhuFyNWOZbLQkVMYvAtkAhi2WHsnwQ2DfJz6aDRRoxVGfUpkJ/YaLBCAlkYhS8QEW2IFuCPuk03MMZAAtgfVUjASLSdAhJEW2Hkz5dsANpFQCAL+DOGmoExBhJAQvDnl2I3xojdAFaKAKhCLDDG+ABANAGlwNqdZIrokipmCUUXxRjaHcQGQEw+QOyMANRAlaBiJSRdAPkZAVVrl8AYWoyYDCTg4pMSpWKshaFh1AcAthjERlA46XTwx4hAFrCAlc4ukjaIURYKsUQv0QYrGIhZhHGZWE4gCyCBge9nYEQxMMZAAi4i7QL+jBE7DIwxkAASgj+/FLsxRuwGsFIEIKrEASuNMTCAwAgoBbQZJ43HLjYAxoiNgEgLsQEwRuJGJAyMMeDPQP4MYKMSyALA2D/IzwgkAmuXwBhaDPgnARcwsGZRrN1JI0kCyM+lQ9J8iyTIQt3awF+0wQoJZIlJl4ithFLyioAvEbBSDLLA5gEgumEA+dEmkAWwAezPly4hbQJZAGMX8GeMRMRgjEiBhDSLxQoYIxaBgQGshP0ZI3HRjDFiFogO+KQBYIyJDQAGgJjhkwbGCAAwNIBIAW0SMRIzxoA/Y3XARiUwxlrAEPIzAolAzGBgDC0G/JOAi9hlMZCfkbiJkaLa7LSKDkqBbxGDLNR9dsgv2hAtbBp1p9jKxCCLNfmCgHJMjDa5dJYTyAJngvyMjUjIBIEsoMnA9zOGmoExBhJAQvDnl1676LHsktEYA2MEogM+aQAYY2IDgAEgZvikgTECAAwNIFJAm0SMxIxhKDYAolowMIZ2HyA/Q0ggZrh0UWDkL3phFDYdtBq4HzX+j8NzKsFzLtMoCeoKZUAZUAaUAWVAGUgVDGgjk5GBtWvXYtiwYXFq5POxjz32WBy7GpQBZUAZUAaUAWVAGVAGlIFQZsDr56MeDPQNOj8hJfHZglPoPCLKehQl4AJjxKMouKZ4JozpmQslC4eHctfTXdu43WbPno2TJ0/avt9+++2YPn16ksCJoziRFAvu3bsX33zzDdULhptvvhmcNIYrXLlyJfhtF+oLFy60/eH3iDhJOL/fRXtygJO5cH9IrK6NGzf6s3Dibk6i7TecpbJ58+Ykl+D2DJI5jmn79u3+yYE4WVSmTJni5DkXgzEG5B3Rv02bNkVrZy82bNiAsWPH2uevWLps2bIYN24cfvzxR8ycORMDBgyw3/m54YYb7ARO3C48LjFvSoKTTrn69+/fjxMnTrhogvLAgQP+CY842ZqbgCrBQmkwkfsC9wnXtZ07dzo1xWVyj6ksWbL4xzuPP5x0K7FOHD9+3B6fguXjGJ4wYQL+/vtvm0yuOnXqhPnz59vj65gxY/DCCy/Yd6+LFCliv8vGMoQtcB4BJ+T64osv/GO0Zs2a+Pzzz7Fo0SJMnToVffr0ASftK1eunH/ytKQeb86jWVr0AjOQZ/QzyN6yNuTiDfzJIV2EkahB1NAZONV3sj0mc9vzeOsFx2EgpLBdaLeKBspAOmYgin2XQBZqCmVAGVAGlAFl4LwYsOeTqKhY7yEB1npe9WrhVMZArE3OCJHK+nABm7tt2zYsXbrUv8by5csjR44c/jj/b0mr/5PzW+7XXHMNunfvDvqB6WfgN97oW3V+U/5/x7T169f7OaH/ykXo10qqD8yVSasyJceKMQZ169ZFxowZLX0//fQTDh8+bP2P33//vbVlz54d1apVs3qoBMk9VrhvZs2a1XaP/rZDhw5Z/VwD7gNurJNP3stIrK6EfHiJlT2fdPaXfsak1ME2Hj16NNGskZGR4DGQGckr+aVujIH3vkBSffnkkOWDgW3ityN37dplk7muV155BYsXL8a8efPw8ccfo1u3bnac894S7yWcOnXK5k1NAX373nF/5MiRJDXfe4xNUgHNdNEYkCvti7LusIuyVl2pMqAMpFIGtNnKgDKgDCgDyoAyoAwoA8qAMqAMKAPKgDKQ9hnQHioD6ZcBY4ztvDEx0hhjH2g2xtgH+I0x4E1A3nCi9MLdIKQsWzknmj2dH5kyh9lHa6L4bAUB4MCe4+jX8UesXbVPYrooA6HNwM7lWzC79QQc3X0k+qExGciycGCHZc2AGyc3QpZc2exLJm5/4D7gdLevUBLGxOxTxvh0MmCMobAwJka3Bg2UgWRmwBiDd999174gGF/VL730Eh599FEk5QGJ+OpQuzKgDCgDoc4AH0p0bXQ6JcGHO52kTvDFPmLl78fwYr992LnrtH2OnNe6zGshFQ59rSjuqBMhmi6hzYC2ThlQBpQBZSC5GcjbuDJKj+kY6/9nd548tXU/tnUchcil64O+MM/zKM+3lATb5mSgzvj5gA8W8wMO/IjKXXfdZT+kkpT6ihYtCn6A4uuvv8a3336Lp59+GvzwRFLKah5lQBlQBpQBZUAZUAaUgYvFgK5XGVAGlAFlQBlQBtIbA16fEvvOeCDohyJ438dJ6gtm7cDIgRvt/R8b8PkQ8NVnq6DfuFtQskIuVqtQBlIdAwVrlsAdE9uAP9+IllFOB66M8f2/bcevXWbi8Jb91n/L/YLgfsH9hzqlg63DlqXm6vHpGioDyoAycHEYSDtrdcdaSh5/HeL0UA7m9lDMQHQ5GksWq4iUhSohx3lfmtioWxt1gdUZEBJ36TZqAzFSCmRhsh9WkWS7SKIsfhN1G5HrKL8uGUUXiyhcJCJ52HwRXGgUSbu0mAkCWSRiF0+61MIEgS+3J93aJJ25re5LYz4L2ghJt3EnaYs2kPtoVVJ95eUGqCy0Mu6kJIsqi1VYThTpA0PmE+nqFWt0q8QoixSSJMnkV2wOSfEtYhaD6H7FpzMqml2szoCwFqlPpI3aIDoiuiy2PidtRJLtIkZZYplsRIyy2CwMRI/pg0Qkj68PvtX6sji7SEmUxSZKjMksIVJqoUESKcQgdoaS1doknVGri030aIvdBuSZ5WKBeaMN3nQp6qvbpjODr75YdkYkF8tR9eWKzmfL+az+Nvii0hZRJN2nML8rSbvEbZQBITZZBxdqFtbMgLAWKSTSRm0gES6iy2LLOumPBKRbe7SNOvMzSoju+uBWxOYzG5MJX7qETBDIYrNKUSZLVmpMl6gkMiaa2BlKVrFJ6ItLoiw2QUr4pBjIswhfXELq1iZlZRE6fblpl2Rbl0v3x0Wx6VLASsnFPGIWjSFbIZLpAsZ8tVKjXSQLSlpMORokjYuokiSaKN4aGRWrlLaLL/AbPVGPjeUZ9YI2C1YmCbL4olSibTS4qDPRRt1K6RHTCWvj6hmhXaR0QBYabW5mkRQREkqyEO2xi1kWHxeSLjoTmc2n+jTWxzy+mK2a2aQqKSOJsvh0KcQ8fkgCy4nZl18UpklmG2dN3nRJ9tn95aR+n8UXSmFJkmJit4qovhQWZYRViy4ZPfYzktedU7k+6pSEZJYyzE9NoQwoA8qAMqAMKAOhzYC2LjkZGDRoEPjR88A6+ZxsoE3jyoAyoAwoA8qAMqAMKAPKQCgz4Px8bCP1YKBPkM9AOEl9yoJT+N8I+gbF3xjtT7Qx8SeWuyoco3tGoGQR38Q1rFsRGgxwIvjly5fbxnBiIU4wZEzSvtFzxRVX4LrrroP7ffPNN0jK5Dku//nKwoULg5NRsx72Y/Xq1eCE7JzImrarrroKlSpVopps4CQ4iU04xP3h999/96+T70vym0l+w1kq7FNSi2zZsgX79gV+fyxu6T///NNvZPsuvfRSf/x8lZIlS/qrYHs4wZDfEEThMaZnz57ge6lt27bFzz//bHPxnVM3URC35YABA1CqVCn7vTabISDgt3w4DgLMyR7luI+IiLD1cjImN3mSNcQTsI+rVq3yp+bOnRuZM2f2x9OTwn2BY871mftKQpNGuXzJIZN7TOXPnx/clmwb91OOB+oJge9ic6wGy8OxNH/+fH9S+/bt0aZNG1xyySV+W6DCMZ/YMSmwTGCcx6wvvvgCnKCLaZUrV0bv3r3BY6wxwc8H3GZcN/Mr0hYDeUY/g+wP1PJ1ihdyck3HYxjV00Om41TfyfaZWI4bXgd6YfPJdZ9X+ioCaHO6SmUgPTJgj6YSyJIeu699VgaUAWVAGUgRBgz4F1O1ARATUy0dMBBrkzNCpIN+n2MXFy1ahK1bt9rS9IFWr17d6i5IT/+T08/A/r/55pt47733kCNHDksD/bp///231RnQH0dJrFu3Drt376aa7pHSY4Xf7ytatKjlmbzTl0Qf6x9//GFt1157rfWR2kiIBMk9VvLlyxdrXP7zzz/n1dPLLrsMrJOVHDx4EEnxaZFz7hMscyFBv6Hz0SW2XvoE//3338SyYfPmzdizZ4/Nx/3dcUEDxxslwT4n5ss/ceIEEtoef/31F5YuXcrqwGPtiy++iPr16yNTpkzWFizYuHFjMHNI27JmzYpChQr527hmzRq/Hp9Cbt15KL48ag8dBoy5ONdVYaFDgbZEGVAGQp4BbaAyoAwoA8qAMqAMKAPKgDKgDCgDyoAyoAykfQa0h8pAOmfAGJ+z3pgYaYyBMT6EhYVZnS8nUKf0Ijw8HC5etnJOtOhaAJmzsAyknADyM8CBPcfRv9OPWLsq8ZdwpIQuysBFYWDn8i2Y3XoCju46DBm2MMaGIoEM2cJx0+TGyByRFd5x79XdPkJJGGOkbGywY8YYCgtjYnRr0EAZSEEGunXrhs8++wy8GR9sNR9++CEaNmwIvoAWLF1tyoAyoAykZga8L9w5nZLgS3tOUif4Qh+x8vdjeLH/PuzacwZyYhfIIqdvA/mT8/jQ14vijjoR0F8qYECbqAwoA8qAMpAiDORpXAWlxnSSug3k9Ag5PQqoG5zedgDbO45G5NL1QV+Yd+dfSgLyc1LU835hftq0aWjatCmKFy+OHj16wL0owLoTAh/Kfuedd7BkyRIMHz4cderUSSi7pikDyoAyoAwoA8qAMqAMhBID2hZlQBlQBpQBZUAZSFcMeH1J7DjjgeB9H9ooCd7/IRbO3omRg/4VX5aUFHeWVejcgrF//cbegpIVckmiLspA6mWgYM0SuP3T1nZMG+mGMTYExYGV27Gs60wc2XrA+m+5fzi4fYbSQYrH8tnSTptCGVAGlIGLwkAqXqn3+Ol0Sgcei6nH6aIcwtvfkxWP3ZPNj0ejdcpHG2SDD9nxSAOBpD1yj0jR21l5Cdo1iI22DS5F24aX+CD6wwLaKB9ueCl8yIE2DQOR09pai711w5xweIh6o5x4qGEEHqIkRG/VKAKtGubyQfQHBa0a5cKDXjTOjZaE2Fo2zoWWjXLjAUHLRnlEChrH4H7RY5AX9zcm8qCFSC+aS7x5k3xwaEa9cT40I5pchmaC+8R2n5WXgbJptN703stB3NtEZEefN2sAABAASURBVJMrQGlxL/Ur0IRSQEk0ljxW3psfjT1oJLpF0wJoJGjocG9BNGwquLcAGhCiN4jGPSJ9KIR77hM09eFu0e9uWhg+FEJ9sd99X2HUj4UiuOs+orBIogjutPErRRKMi2x2Je7w4r6iuF1A2+33XYnbm0nc4irUa+ZB86twm4C228R+W7NisGheDHUDUMfGi6NOc4cSVq8t8drNS8CiRYys1eJq1JK4RfOrUVNQq0VJ1LSQuKRTryHxGveXBFFdZPX7S4G26mK/tUUpVBfcen9p3Cr2WwQ+WRq3iM3h5vvLSLwMbhYbcZPEbxbc9EAZ+FBWZFnceH+0fEB0QbUHysEHxn16VbFVbSm6oOoD5VHFi5bR8ZbXoHIAKkXHKSu1rAAfrsENot/wYAX4cC2uf/Ba0a+18vqWIltWtPp1Yr/uwYpwqEi9VUVQVnzwOlS0+nW4VvRrH7xepKCVxC2uR4VWXtyAax4SiO0aC+pEJZRvJZC08g9RVkI5SrFRlnuoMsq1EoitrEVllBVb2YeqoAxl68oo05p6DEpLWunWVeFDFZSK1ilLik5ZqnU1lBRcLaAkqF/d5kZc3fpGlKAUUBLFaRMUb3OTpN2E4m1uFtyEYhIvLij28M3w4ipJL9bmFlwlsijxsOiCooIrBT55K65sK3jYhyIiizxcHT7cisKMt62Owl5IeqG2NeBD9WjJeE0UbEvU8Ml2NVGAEJtP1kL+trWsLb/Y8reTuEVtXNEuAI/44peL/fJ2dWDxSB1cJrhcQHnZI3Vt/LJ2dZGPkHi+R25DPpF5BflEz0s8ehuczCN6HrH5UA+5H6mHPI/WQ+5HbxdQErcjl8RzPSaSoP7oHdYWIXqE6BaP3Ymcj90Rg0cZvxM5xJ5D9Esfu0v0u3CpxIlLJE7bJe3FJrjksfq4pH19ZKcUZKducTeyt78b2aL1bKJnjQZ1QE6URgDfj5o7p/K86uBLjRsyPa5VLcqAMqAMKAPKgDJw0RnQBiQbAz/++CPefffdOPXdd999aNKkSRy7GpQBZUAZUAaUAWVAGVAGlIFQZcDry6PuwPY6nb5BBz4jRHy28DQ6j5Bc1o9oxKNoGLGyfLGMGNsrN0oVySg2XUKNgR9++AFu0mpOyl26dOkkN5Hfw6pXrx7CwsJsmQ0bNmD16tVWvxABJ42588477fo5Jn/66SewDZzQhuuvXLmyf3JuxpMDrJ8TLyVUFydxcTzw2zM33XRTvNnJ/bFjx+JN5yTbbsKceDN5Ejhh/m+//eaxAAiIceKiBQsW+K033ngjjDH++Pkq5cuXR/bs2W01nPAnsUmI9u3bhz///BM7d+6076ca42sLebSVSFCuXDlcfvnlosW/cD1r166NP0MypRQoUADcV1gdJ4yaP39+rGe+aA8E+8Z3aZ39+uuvt9+Tc/H0JitVqmQngGK/+U7yypUrqSaI5cuX47bbbkODBg3QoUMH/6R9CRYKSEzuMcWxULJkSbuWpIwFTt7F8WILBAkOHDgA7vNM4mRcPIZRjw88/y5evDi+5CTb2S43CRgL8ZiQLVs2qvGCxzgeb+LNoAmpmoHco59BtgdqAfZwbGCMAL7fmSHTcarvZPtMLMcgz79euOtFr/SVRKLHSpdPpTKQFhmIYqckkIWaQhlQBpQBZUAZSAYGeFYhXFVRgFNVpg8GYm3+KPAvfXT87Hu5Zs0a8DvQriT/37722mtd1Mq08j/5oUOHMGzYMLRq1cr6UBL77jX9GqVKlbIcMKCfjpKgnzhv3rxUrR9m0aJFVk8o+O+//8Dvbd999922DfT7JJQ/Naal9FiJiIhArVryP7mQc+TIEaxYscL6Tnfv3i0WoGbNmsicObPVQyVI7rGSL18+cGyyf/Q5zJw5E/RfMR4fTp06hRdeeAG8X8HntMaPH+/PmjNnTlx33XU2zvrmzp0L5reGIAF9GvThnTx5Mkjq+ZncvYv4auHx6mx8bt9//32ifeEzbUePHrWrvOaaa3DFFVdYnQGPhblz56Zqv5NPf76NxBNwH2cb40nG/v37wXHLdPrzK1SoQDVeREZG2m9QxpshRBOMMahWrZq9N8Um0vfP+y7U4wPvXSTGb3xl1X7hGeBxwHupdaFa4LvbeqHWputRBpSBVM2ANl4ZUAaUAWVAGVAGlAFlQBlQBpQBZUAZUAbSPgPaQ2VAGYB9gBnyM8ZICBs3xvglX2Qi+GKTk9QdwsPD7UsblGWrRKB5lwLImNnYB5rtjYDoYP/uY+jfcTHWrtoH/SkDocbAjuVbMOuhCYjcdVjGLsBhy5tZjIRlCceNkxohc0RWcJwHjn3G3b5BSRgTsw8Z49PZZ2MMhYUxMbo1aKAMXAAG+LAHX3LlgwzBVvfVV1+hcePGmDVrVrBktSkDyoAykCoZsOf06JZT94IPujFO6cAX+YiVvx9Dj377sHP3GbkksFcH0RcJrCwKQ167EnfWiWBEkQoY0CYqA8qAMqAMpBwDeZtUQcnRHex5MkpOmTy3ysnTrvD0tv3Y3nEUIpeuD/rCPPPyHEzphS0sAW0ikrzwIeKePXuiePHi9n+bzz77LElly5Yti2effRb8oAQfqn/88cfhXvJIUgWaSRlQBpQBZUAZUAaUAWUgJBjQRigDyoAyoAwoA8pA+mEg0G/EOEEGKL3gfR/6oCiJhbN34uMBGyRrFOjPin5IRPxb4tySSN+xN6PUtbkkXRdlIPUzUKjW1bj909YysjnEZYzLoJdFIsD+FduwrMtMHNl6wPpv3X5CyX3ISeoE2XAyUGdcoQwoA8rAhWIgta+Hx1KC/fBK6jz2EkxziOJRXA7h/dtnxztPX4K3LS4VeSneetohB0Y87UGXnBjuwTDRfYjAm128yIWhXQRdfRjSNTccBosegzwY1NWHgSIHdssLhwGiD+iWD0R/kT5chn7dBM8IomVf0fs+czmIN0T6cAX6POPBs/nx+jMCSsFrfhTAq896URC9nxU8VxCviHzluUJw6CV6r+cKw6Gn6A4vP18EDi+J/tLzV8LhRdFffL4oenjRvShesLhK5FXo3t2hGJ7v7sELxfFcdwGl4NkXSsDhGdFjcDW6vSDoIRDZtUdJOHQRvUuPUnB4WnSis8jOL5ZG5x4Ckf+zKIP/vVgGT/lRFk++6MFL5dDJg46i+1AeHV7y4ho88ZLgZR8ef7kCHNqLHoNr8djLMXi0Z0U4PCL6Iz2vg0M70dv1vB5EW5EWva7HwxY3iPShTa8b0KZXJbSOhcp4qJfgFR9aifShCh58xYuqaPlKDB7oXQ0O94vuw424v/eNaOFB81dvQvPeApHNLG5Gs1d9uE/kfa/eAqKpSIvXbsG9ot/72q1waCJ6k9eqo3Es1ECj1wSvx6Dh6zVBNBAZg1q45/UY3N2nNhzqi16/Tx043CW6w5196sLijbq4w+I2kT7c/sZtuP2Nehb1RFr0rYfb3rgdt/WNQV3R6/a9A3Vi4U7U7ivoJ7DyLtTq50NNkTGojxr9YlC9/92o3k8g8laLe3Brfx9uEelDA9zcPxoDGuAmi4YifbhxQEPcOKCRRTWRPjRG1QGCgTGoInqVgU1AVBbpw72oNNCDQU1xQzSuF+nDfbh+0H24zoOKg5rBYnAzXGvRXKQPFQY3R4XBLSyuEelQXvTyQ+6HQznRyw15AERZkT60RJkhgqGCaFl66IMgSomMQSuUHOrBmw/h6qECSkGJN1vDobjoMWiDYm8KhrXBVSKvGvYwHIqKXnRYWxBXinQoMqwdigyPQWHRCw9/BEQhkT48ioLDPRjxGAp4kF90H9rjihFePI7LRwjeehyXWTwh0od8bz0BHzog71vReLsD8oie5+2OcMgteu63O8Ehl+i53n4SEcQ7MTKn6DnfeQpEDpE+/A+XvuPBu52Rud2dcsqUs6X9R0dUWeS0CZ5PHXiO9UKy6KIMKAPKgDKgDCgDqYABbWLyMTB48OCglXXs2DGoXY3KgDKgDCgDyoAyoAwoA8pAKDJAH59rF3Uv6AtknJLPBnnx2cJTeGr4GYgXEfZBIfElUmf+cldlwNheuVGqSLirWmUIMRAZGYnvvvvO36IbbrgBuXLl8seTopQvXx5XXXWVzcrxMW/ePHB8WMMFCCpWrIiCBQvaNS1fvhz8ngsns+EE9JzsxyYkY8DJazhhmJukO7BqThw0ZswYbN++3SaRHzdZkTVIwAl2IiIiRAO2bdsGTn5vI0ECvot5NhNlcRuMHDnS1uuq80qmT5gwAevWrbNmbrvrr7/e6skVcNIw972dgwcPgnyQl2D18zjBd003bOCzhkCZMmXA91AD83LynIQmeeL2GDFiBLi+wLLJHb/kkktwxx13+Kv9/PPPkdBkauz7Rx99BNdHbv8bb7zRXz49KtzG3NbsOyfSGjp0aLxjlnm4fbnfcRK6rVu34tixY8iRIweTzhnJMaY42RontON30NiQxMbCggULkjyhFY9j7C/rjQ+sb86cOfEln7Odxy/um/FVwOPWu+++C267+PKoPfUzkGfMs8jaoqZ0RK7q7LWdqLJwbJwZMg2n+k6253ue83lu8YJ5AiFF7UK7VTRQBtIZA4b9lUAWagplQBlQBpQBZeC8GPCdTySM9a1lg/OqVAunPgZkCPgbLWPBwPijqsQw8M8//+Cll14C/QC00mf48MMPg//TMx4Mqfl/cvaLPij6E+lDmTt3rrjso4J109oOHTqE3bt3Wz1jxowoUaKE1RkUKVIElSpVompB38yaNWusHiygD4x+wC1btljf6IEDB5AzZ85gWdOMLaXGyq233ur3ffHb5s6HX6BAAVSrVi3k+EvusZIpUybceeedcD63n376CRMnTkxwLC9cuBD0lXFf37x5c6zvGhpjQH8u93+Sx3zMTz0YOM657wRLO1tbtmzZ/PcvWJZ9ic/PTR8ov+VIHwvzJgWJ9YV+a/osWRf3cd4z4RwPjBNFixZFlSpVqCIp9z7GjRvnP57aQgkEvP/E40B8WegjmjJlCn799df4soS0ncdH3l9hI3nc5X0O9onxQHDbvvfee5bjwDSNhyYDRq6rzEVoWthFWKeuUhlQBlInA9pqZUAZUAaUAWVAGVAGlAFlQBlQBpQBZUAZSPsMaA+VAWUgmgFjfC57Y2KkMQbGxAZvgvEGI6UX4eHhcPGyVSLQomtBZMqaIbp2CqkHBgf2HMfATj9i7aq9NCqUgZBgYMfyLZjTZiKO7j4io1TGqoFIgYz/DNky4qbJjZA5Iiu849yru32CkjDGwJjYgPyMMRL6FmNidJ9FQ2XgwjFw3XXXYf78+WjWrFnQlf79999o0qQJ+AJh0AxqVAaUAWUgFTHgfdAoUOcDZLRROvAFPmLl78fwYv/92LXnDHjWNsaG8EWAoa8XxZ11fC+vQ3+pgQFtozKgDCgDykAKM5C3SVWUHNMRPGUaY0QKuE4DnN52ADs6jkLk0vVBX5h352NKFiHi05kWDHxZHxatAAAQAElEQVQI/p577kHp0qXRu3dvrF+/Pli2WLasWbPivvvuw6hRo/DLL7+gX79+SO8fJ4lFkEaUAWVAGVAGlAFlQBlIfQxoi5UBZUAZUAaUAWUgnTDg9R2xy4wT1HnPhzolwfs+TlJfMHsnPh640fqvAHFeyULh0w36jb0Fpa89uw9FQ3/KQIgzULDW1bj90zYwRga8hTRYVMBg/4qtWPb0Fziy9YD133r3F7cvUTpAftRF2MWrW4MGyoAyoAykPANpZg08hnrBYzDjlN5OGjlec/HaVFcGlAFlQBlQBpQBLwM8Wxq/gRrPqYFwGbx2Z1OpDCgDyoAyoAwoAyHHgDYomRiYMWMG+EHiwOo6dOiAGjVqBJo1rgwoA8qAMqAMKAPKgDKgDIQkA/TpuYZRDwbeY+OzQU5S/2zhaTw1XEoaE3O7zeoG1xTPiLG9cqNUkXDJoEsoMrB27Vr/xOWc/KVmzZowxpxVU3Pnzo3KlSv7y/Adwo0bN/rjKa3ky5fP/74iJ63mJCtcJycY905YRVty4eeff0avXr2wY8eOWFVygpzXXnsN06ZNs3ZOuNWmTRtwkh9riA44URMnRWKUE2gPHDjQPzk8bQQnzJo+fTpYH/PQllTwvc/u3btj06ZNLOIHJxZ688037bueNPL7TS1atMDll1/OaLKB/W7ZsqV/IrV58+bZ91HJj3clPJbwf2pOfEOd7WnatCkuueQSm61ChQpWMuDESBMmTADzMe7AYxUncuP/4Nwuzk5JDinjQ1Im6Iqv7O23345rrrnGJnNSqSeffBKcFCqwfewzt6EbE+wjv0NUqFAhWza9BtzG3Dc4VsgBx2znzp3Bbcm4F9zPuL+57csyLMs6vPm8enzbNiXG1C233IKqVava1XMsdOvWDWwrx6Y1SsBxwbHOsZDQ/pw/f37//sh8Q4cOxX///Sc1xF4iIyMxcuRIO4Eh92uXyvUQLh5Mso3eMszDY1Tx4sWpWvDY89VXX8WZVI11s2+PP/54nPfLE9vfbMUapDoG8ox9DtkeqAVj/6Kbb68TDM4MmYZTfSfbZ2J5TUhwjDhwHwhEdA1xxpazq1QG0jIDdspVCWRJy93UvikDyoAyoAxcIAZ855OogOuqqAu0dl1NyDDgGwjRzWGEiI6mY8H/Q/bv34/FixeD/rEHH3zQ7yOjX6Zdu3aoWLFiHIbSyv/kmTJlwp133gn2lZ387LPPMHr0aAT6Aph28OBBDB482O+X5DflSpUqxSQLzoHQqlUr0P9LA30KwfweTKMPbNCgQfD6wJo3bw76QZkeH+jP5TaLLz0U7RdirBQrVgzly5e33V+5ciXoG2WkUqVK4PqphxJSYqx4fW70Nbz11lv48MMP44xlptEvS7+bG+f01bG8l6Ny5crZfYM25qO/kf46lqeN4Fik7+uZZ54B9w/akgNVqlTx75PclvwWY6AvbevWrXjuuefw66+/ntUq2Rf2nRwE6wv3We67rPSmm27CzTffTNWPwG3H/rMd9Mn6M4nCfZzrcfdfxBR0KVy4MPLmzWvTuF4eF4JxeeDAAfTv399+k9/bbvqXbOEEglA5bvDY2Lp1a7tt2Yf4xii57NWrl/UZJ9AtTQoxBqJwca6rwkKMB22OMqAMhCwD2jBlQBlQBpQBZUAZUAaUAWVAGVAGlAFlQBlI+wxoD5UBZcDLgDHGRo2JkcYYGOMDb5AbY8CbX9QpvQgPD7dptJWtEoHmXQogUxbnludtAd+NgX27j2FAxx+xdtVe6E8ZuNgM7Fi+BbPbfIrInYekKTHjlKM1LEs4bpzUEJkjssI7vr262xcoCWN8+4sxcaWswC7GGCs1UAYuJgMRERHgBJkvvvhi0GacOHECfImva9euQdPVqAwoA8pAamCAD6q5djqdkuCDSE5SJ/hQFbHqj+N4sf9+7Nh92j7awusC5kWUaLIMfe1K3FknwlWtMlUwoI1UBpQBZUAZuBAM5G1SFSVHdZRTpvx/LedNOW3CnkwlOLVNzq0dRyHy1w3+F+Z5/nXguZY6JcH2OhmoM06sWrXKPhhesGBB8GMuiT2AzTIEXxbgQ8d8GWbSpEl46KGHkD17diYplAFlQBlQBpQBZUAZUAZSNQPaeGVAGVAGlAFlQBlIDwx4fUbsL+MOzr/kJO/7UKckFszeiY8HbmQx8VjReyWQRSJii0K/MTeh9LW5RNdFGUh7DBSsdTVum9BaOiaDXhY37sWA/b9tw7KnZ+DI1gPWf8v9huB+w/2LOqUDy1CnJLw64wplQBlQBlKWgbRXO4+jXvC46+0lD9u+47bXqroyoAwoA8qAMqAMxDAQJadKe8a0Jmo8nxI8x1qjBNQJUXVRBpQBZUAZUAaUgZBnQBuYXAwMGTIkTlV8r5CTD8ZJUIMyoAwoA8qAMqAMKAPKgDIQggx4fXrUg4G+QD7j4CT1zxaewpPDo32H7j03278olCsWjrE9c6FUkXBr0SA0GeDE7Jy4ha0rWrQoSpYsSfWsUbduXWTNmtWW46Qu33zzjdUvRGCMQc2aNZExY0ZwwuzIyEi72lq1aoGTWttIMgb8HhK/fTR//nw0adIE/N+vT58+VtarVw98/5L7CfO0b98enNwncPWcuJzvarLNTNu0aZN9d7NNmzZgXZxgqHbt2nj11Vdx7NgxJGWyLNZDXHHFFbjsssuwevVq3HfffWjTJqbO2267DePGjYNrH9vfsGFDFkt2sN/sP3lg5bNnzwb5cXy98MILuOOOO2wfOUkR8zRq1MjmoU7UlO3qxiTbPGLECFuGZckTZf369XH//ffj999/t9ub62VZgrxSesF3XPmuLG0cLz169ADrYX1//fUXzUlCzpw58fzzz8PVxUmM+G0h9snV17ZtW9sf75gg5w888ID91lySVpSGM9166612v+F39NjNdevWoWXLlmjcuDF69epl94U2bdqgQYMG4P7GPBxPHFcsy7gXSdm2NWvW9B/nkmtM8TjDbc6J2dieXbt2oWPHjnb/4z7MNI6L3r17g8cndwxh3kDQn9S0aVM7aRTT1q9fD8bJA8cowXHFfZn7A/edMmXKgPs98x8+fBh79uyhGgslSpTw18lJxh599FHL75gxY8BvXzEzx2a+fPmo2onU2G4eH9y24HGJ62XftmzZAuZ1E9Gx0ObNmykUaZCB3GOeQ9b7a8q9Yte5KFEEspwZPA2n+k6K9Uws9y2HYNeUUtguTLOKBspAOmHAfhFTAlnSSY+1m8qAMqAMKAMpz4AB/2LWY2JU1dIHA7E2OSNE+uj6sGHDwG+bBUPlypVBX+VTTz2Fr776yv6/QlboU3jkkUcQn18mLf1PXqNGDTjfCX0Hw4cPh/ufnr4Fgv6FO++8E86PS//Gww8/DPq8yJdDqVKlrA+M6bQ5vwd9cvQdsC76++j3mzx5svU7Mh/9fPRpUg+E8/fR/tlnn1n/EOuZPn06TSGPlBor3o5nzpzZ+rxpow+TPiX6kjm2jQnNfT25xwrHHMeYGy+8J/Xee+/FGstMp9+Nfln6Z8kXfXS0szzjDvRBdurUCVWrVrUmckp/3d133w36vwj6wuj74jhPyIdnKziL4KabbsJ1111nS9Bn8v777+Ouu+6yfmn6D5s1awbuMz///DPYfvrpbOYkBBwX7Ds5YB3sB+HtC6thvd26dQPHFuNeuG3n0tgO+mSfeOIJ60N0+7jzc3Od3vJenfeZeDxwtl9++QU81rAO7ufsL4/DzMNjBvORmxw5clDFzp07rQ/VRjyBGwc0hdJxg/0g72yXd4zSl8r+8ljL7Un/Ns9DHFfMqwh9Boy5OMfasNCnRluoDCgDIcGANkIZUAaUAWVAGVAGlAFlQBlQBpQBZUAZUAbSPgPaQ2VAGYjDgDE+570xMdIYA2N84M0YYwx4Y5A6pRe8UePiZatEoHnXgsiUla55KQ8D/hge2HMcAzv9iLWr9tKkUAYuCgM7lm/B7DYTcXTXEUDGtQQw8gf5hWfNiJunNEKWiKzwjmuv7vYBSsIYKR0AqSrWYoyJFdeIMnCxGeADBh999FG8zRg8eLB94Wrr1q3x5tEEZUAZUAZCkQHvC3VOpyT4cJmT1Ak+lESs/OM4evTfjx27z8hVgRHAB57DBW++fiXurBMB/aUyBrS5yoAyoAwoAxeMgTz3VkWpMZ0AOW/C/+M51eD0tv3Y2XEUjv66wb6AwnMvz8MO7vxMSbC4k07nBxtGjRplH3avUKEC+vfvj6T8v5InTx60bt0afLCaD1737NkTFStWZLUKZUAZUAaUAWVAGVAGlIG0woD2QxlQBpQBZUAZUAbSPANeXxE7y3gg6GuizfmeKImFc3bhk0H/wrCgwFhNQmMj6D/2ZpS+NpdEdFEG0i4DhWqXRL0JbWDdtxz7kMBGgAO/bceyp2fgyNYD1n/LfcmB+xR1SgeyRJ2S8OqMK5QBZUAZSDEGUmHFSTlGujxOerspR2vwkA39KQPKgDKgDCgDykA8DBgYY/xp1HhODYQ/gyrKgDKgDCgDyoAyEPoMaAuThYEPP/wQ/EhvYGVPPvkkypUrF2jWuDKgDCgDyoAyoAwoA8qAMhByDNDH5xpFnQiM83kGBz4jREz9/jSeHAHxGxJGpACGEZQvlgnjeuZCqSLh0F/oMrB3714sWbLE30BOChUREeGPn43CyaWvvvpqfxFOHMX6/YYUVsqWLQtOgu1Wc/nll+Pmm2920WSVnIzmtddeAyek4QRafI9y6tSpoGScK+PkQny3slWrVjBG9gsaA8DJmv73v//5J9zhfrV69Wqwru+++85OcsMJd7p06WLf2eQ3lwKqCBotXLgwXn/9dTsxva0zoE4WYr2c7IgT/vAbT7QlN4wxYP/JVa5cvmcGyQ95Yh/nzZsHN0b4HTVOJvTss8/a70+5tuTOnRvksWjRos5ky7Csq4MTAjHxmmuuwciRI9GmTRu4CYg2btwITn7EdIesWbPi3nvv9fN+6NAhuPp+/fVXly1JkhMjvfPOO/7Jm1iIfXL1rVy5Euwz7RwTXbt2RWAfmZZeYYyxk+7xm0xujPBc899//4GTSXEbc5/gOCZHjsMHH3ww6H6VlG2bEmOKbcufPz+GDh0aayxslPHHies4HjgumI8TVXFisUsuuYTRoODkXNx3uF8wA/tPHsgH4cYV+eBkhm+99Rbc8ZfjnetlOS/4njgnQKSNHP/+++/2WPP555/j8OHDNNvJxV566SW4bUEj3yt324LHpQMHDoDHotq1a2Ok7G+cCIz5CNbJtlJXpD0Gco99Dtla1LQdMzAiBVwEUUOm41TfyfaZWI4BjjEveG0ZCKnALrRbRQNlIB0wEMU+SiALNYUyoAwoA8qAMpAMDPCsQkRXBa/ubCrTNAPeTR4VJSPAa0jTPT/rzhUtWhT8//nRRx+N5XsKrCit/E9O398rr7yC22+/3f4fz35GRkbi559/tv4Ar3+Bafny5cOgQYNQvXp1RuOAFthaGgAAEABJREFUfgD6PcijS6RPjj4P1kV/n/OB0Z/x0EMPgX6w+PyOtWrVsn4I1sX/I+mjZj2s7+jRozSHPFJirAR2ulq1aihQoIDfTF9k+fLl/fFQVJJ7rNDnNnz4cLBe+qTYZ+9Y5phxfjem0XfPscpyjAeCPrk33ngD9erV8+8bHMv0fxH0hbEM94k+ffrE4p/2cwXXSz+3d/ux3Ww//Yfr168HfSlMZ/sLFSqU5FXRn3fbbbfZ/Gw/+0FQt0YJqlatCvqx4+NFsoD7Zd++ff2+Qe++6fZxbgP61h9++GEWCQpjDB577LFYxx8eH1gH93P29++//7Z+JPoh6Rvu168feE+HFe7ZswebN2+mGgu1QvS4weMcj3ctW7b0jymOUfpS2V/ny+X9JN4r4Rh1HeM4c7rK0GOAfsuLcWUVFnpUaIuUAWUgFBnQNikDyoAyoAwoA8qAMqAMKAPKgDKgDCgDykDaZ0B7qAwoA8EZMMbYBGNipDEGxvjAG1rGGPDGNXVKL3hzx8XLVolAsy4FkSlLmH3gIkruDMgC3iTYv+sYBnX6EetW74P+lIELzcDOFVsx++GJiNx5yI5HCaQJUXachmXOgJsmN0TmnFnsAzAczxzXBHXCjX1Kwhjf/mFMjJQK7X5DSRhjKBTKQMgx0LZtW3z77bcoUqRI0LZ99tln4EM8ixYtCpquRmVAGVAGQo0BXmu6NjmdkuADZE5SJ/gQF7Hyj+Po0X8fduw6LcV91wWiyPUB5FIhCkNfuxJ31jm3jwOwHsXFY0DXrAwoA8qAMnBhGcjTpCpKju4Ya6XWHySWU1vlXNthJCJ/3WAfdOY5mOdjB3eepiSkiD0PL126FE8//bR98LxNmzb4+uuvmZQo+PJG//79sXjxYvCjDU2bNo31v3qiFWgGZUAZUAaUAWVAGVAGlIFUw4A2VBlQBpQBZUAZUAbSNgPOV+R6yXgg6GOizfmcKIkFc3biwwEbrZ+JfirWwXxi4IL+Y25C6Wt9H/JlmkIZSMsMFKxdErdNaCM3QNlLuSfKB/rkjqho2L9iG5Y9PQNHtu63/lvuU9yHKLnPOEmdsDXY8tSkSo/us2ioDCgDykDyM5BWavQeRwN1F3d9jZLjNBcXV6kMKAPKgDKgDCgDgQzI2dLz/wj/9w88nwaW0LgyoAwoA8qAMqAMhDYD2rrzZ+DEiRN2crfAmkqUKIEOHToEmjWuDCgDyoAyoAwoA8qAMqAMhBwDXh8fdQc+u0AwTsnnGrz4bOFpdBomXkIuFj7/oYQof1U4xvWMQKki4SHXX21QbAb4LuGGDRuskRNn33TTTVY/l4AT2NSsWdNflPWyfr8hhRWunxMiudVwEpUrrrjCRZNd3nLLLZg0aRI4Eflll11m6+d3kji5N9/PnDNnDurXr5/gO5b8jlKLFi3spFveelgZ62zWrBkmT54M5mFe2pMKTgY1fvx4cHLwwoUL+yeeYb1cFyee4URc/MZTUus8l3zGGDuZ0rRp0+x7q2wXJyBjXewTJ7Bie2bMmIF27drZ708xzQuWGT16NJ599llQDyzPCYfGjBmDjz/+2E4cxonI3LbnOFy3bp23OqtzsiBOpFS2bFn7bTdrlIATLYk4q4V9eP/99+17tZxUjRyzb6wkW7ZsqFChAjgJE8dE8+bN/duC6QrYfYQTbnHip969e1u+cubMCfdzHHbr1g1ffPEFEuMwKduW4yi5xxTby7Hw3nvvWV8Rj6dsO+3u2MCJ9z755BNwn6Q9PnC/7NSpE8aOHWsnysqdO7c/K+v0jinux5w8isc8l+n777/HqVOnXNRKHiP5DvgDDzwAL78HDx7E7t27bR4GbPeUKVPACRG5L7HttFMy3rp1a/D7WKyLk3KVKVMGXD/zrF69Gt6JxWhTpC0Gco97Hllb1ASvD8GHrOw1oGhyDzlq8Oc49cYk+0wsrxl5/egFywTCsUO701UqA8nBAI/FyVFPctdhv4wpgSzJXbXWpwwoA8qAMpAOGbDnE/mfW/6p8vcesFboL2UZoA8gZddwFrV7N7mMB6NjwE8e//fl/6wtW7a0Phv68SpXrgxjjD9PMCUt/U9OX8Brr72GTz/9FPSf8TvYzq/GvpMj+gH69esH+u7ID+3x4frrr7d1DR48GCzn9VewXvpb6E+gn48+Sdriqyt//vwYPnw47rjjDtDX4fJt27YNR48eddGQlikxVgI7TN8L/UDOTt6dH8bZQlEm51hh//LkyQOOUzeWCxUq5Pfp0g9Ln9w999yDjz76CPx/kHGWiw/k8PXXX7f+ZPpzuS8wL+ui347jl/4xL/dMP1+wXR9++CG4D5Ejt49Qcl3sI9OZ72zWxX2d/aG/21sv+8X+8XuQI0aMAHlMqF5jDG699VZ7POA9Dt7roE+QZbif8huT9ME///zzyJIlC83xgm169dVX8dZbb9njBdviMlPnWGZ/Z86caf2fuXLlAo/ZzMNjwI8//hjtf6LFh1A+bnAbdu7c2R4jGzRoAO/xkfcLeA+E5yHeV/L1xhdmz57dp2gYkgwY8O/CNy3swq9S16gMKAOpkAFtsjKgDCgDyoAyoAwoA8qAMqAMKAPKgDKgDKR9BrSHyoAykAADxhibakyMNMbAGB94488YY28qUudNLy94s9fFy1aJQPOuBZEpc5iUBwwAYyQU7Nt9DAM7Lca61fugP2XgQjGwc8VWzHp4IiJ3HoYMRtifDEnAIEOWcNzyWSNkzpnFvnzlxrFXujFPSRhjYExsQH7GGAl9izExus+ioTIQWgzwRbEFCxagbt26QRvGF1gbN24MvlwI/SkDyoAyEMIMeF+gczolwZfwnKRO8AU9YuUfx9Gj/37s3H0GsKdtI8KAP4ZDX7sSd9WJeSGXdkWqYUAbqgwoA8qAMnARGMjTpCquHt0RckIFfzyfOpzeth+7Oo5E5K8bgr4w787Xhw8fBl8u4gd2qlSpgjfffBN79uxhdQmCD6s/8cQTmDVrFvh/zjPPPAM+tJ1gIU1UBpQBZUAZUAaUAWVAGUjtDGj7lQFlQBlQBpQBZSANM0B/kbd7jBO0UXrB+z7ee0AL5uzExwM3WTeVkdCwkMAY0QT9x9yE0tfmEosuykD6YaBg7ZKoO6GNdNjIXiFCQmqyS+Dgb9uwostMHNm63/pv3f5EyX3NSeoESzsZqDOuUAaUAWUgmRlIU9V5j5+uY8FsPEbLodplUakMKAPKgDKgDCgDcRjg2dL4rU7jedXBn6iKMqAMKAPKgDKgDKQGBrSNycDAoEGDsGbNmjg1Pfnkk3CTDcZJVIMyoAwoA8qAMqAMKAPKgDIQIgzQr+eaQj0Y+PxC4HNCU78/jU4jpCQfgBBHoU/4lHJXhWPsyxEoVSRcMugS6gxw0u1ffvkF/M4JJ4yuWLHieTWZE1GzLoL1sn5WyMlh3nnnHbsepnGiGNrjw9nmD6wnY8aMuOuuu+z3ugLTkjOeN29ecFKX2bNn2779/PPPGD9+PDix2NlM3MKJnLz1kCPWyQnv3WQ/XBcn4mIauSRH3r5wcpxvv/3WtsOlsw0PPfQQPv/8c3B7sCzr5bq4Tm/5QJ31sx6WIQK3WWLpgfWxLeRl3Lhx+OGHH2w72SZOCJbU9jRr1gzBynfv3t1ODmSMHIdkxZxQh31mu/ne63XXXSfW2IsxBpzUbPTo0eB2Y17ixRdf9Gdkn2kjyAX77E8MUIwxKF++PDjREjlm31hu4cKFdiKphg0bghwEFIsVPZv1seDZ5meZYPCOHY4xjrVg+WhjGvOwbxxvLEt7MJxNXpYnv9xvOYnUN998Y8cI1+M4bNGiBTg5FPMmBGMS37Ysz/Ul55hinQS/kcaJnIYNGwa2nX3gGOOxoX79+uBkUOSN/DEtvrFljMHVV19tx9S8efPi8BE4przH3z59+tjvubE9XnAMdunSBV5+v/766zjvhZPn9u3bgxOdse1sJyXj9Hnx3XJXr7cvnLDLm+byqExbDOQe9zyy3V9LOiXHXC4WBsYYYMg0nO432T4T664feS3pEOxaUyqyC9OsooEykAwMvP322/b7fjx2JUN1yVZFFGuSQBZqCmVAGVAGlAFl4LwYsOeTqCjv5LhSn7WK1CUlGRg+fDhuu+0262tJyfUkqe5Ym5wRIkklU10m/h/P/6H5P2pSwP99+U3np59+2vps+P96UjttTNr5n9wYg2LFioH+s6lTp/r9cuSQHNF/UadOHeuvSAo/nAeBPimW8/or6O+j347+hMT8jm49zPfaa6/5/SdsE9uYO3dulyVJku1hWYJjhGMlvoJePwZ9XPRfnU9eY5J/rMTXHvLCbRVf+rnYe/Xq5fc50beUWB1nkz85xwrbZUzMWOa24/973Ob0w9LH3LNnT1x77bVI6r5uTIw/l/uCq4t+ZXJBPxrHB9fFNErG2ZbzgeOF33vkfsO6KekT5fZlOutnG5hGcIzTlhDYb/okvfWyX/RX029tjPhtEqrAk8a+05dPf6bjmX7OwYMH2+OpMQbe9lH3FPerbBN98DxesC3sC0GdNvaXvlIWMMbg5Zdf9o9HftfSmLhtTuy4kdg+nlg62+LF2eQ3xjdG2Q/v8ZH3Czp37ozA8ZM1a1bkyJHDu7qz0hPbHxNLD1zZ2eYPLJ8W41G4ONdVYWmRTO2TMqAMJDcDWp8yoAwoA8qAMqAMKAPKgDKgDCgDyoAyoAykfQa0h8qAMpAYA8b4biYZEyONMfaBZmOMvXFojE/yxlWGDBnsC0ZO8sac08tUiUDzboWQMbOxtwd8DzXLjQJZ9u88hoEdf8C61fugP2UgpRnYsWIrZrb5FEd2HEKUjD87ILlS0cOyZMAtUxoic86s9mURN369Y9mNdUrCmJh9whifzuqMMRQWxsTo1qCBMhCiDBQtWhRfffUVOnbsGLSFu3fvtg8z9O7dO2i6GpUBZUAZuNgM+K4xfa1wOiXBF++cpE7wxTxi5R/H8EK/fdix67Tn+oCPtRDAkFeLoH7dCF/FGqZCBrTJyoAyoAwoAxeLgbz3VkOJkfz/gudUgfzvLYucb6Nwass+7OzwCSJ/XR/nhflFixbZ/0sKFiwIPvDMj/QkpQ933HEHRowYYV/o4AvQ/KhGUsppHmVAGVAGlAFlQBlQBpSBtMCA9kEZUAaUAWVAGVAG0ioDvL/j7RvjDrzfQ52S4H0fJ6kvnLsLHw341/qjrF9KKqIUYW39R9+IMhVzMapQBtIdA4XqlETdCa39/bb7hgSyYP/yLVjR5QtEbjtg/bfe/crtc5QOrIQ6JeHVGVcoA8qAMpB8DKTdmnjsJNhDJ6n7wQO0P6KKMqAMKAPKgDKgDMRmgCdKwmelFng+ZZzw5dBQGVAGlAFlQBlQBkKbAW3d+TKwZcsWvPnmm3GqufHGG9GhQ4c4djUoA8qAMqAMKAPKgDKgDCgDocSA149HPRjccwxO8jmhzxaeRsfh0hP3IRlxFFoVUShXNAPG98yF0leGSy2WkzsAABAASURBVAZdlIELy8DevXvtpNZca5EiRVC6dGmqCigFyoAyoAwoA8pA8jKQa9zzyNqiJuTyD/Y6UAJ7LSmriRr0OU73nWyfieW1I68jvbD5XP5oKcXswjSraKAMJAMDnFCwWrVq6NatG44dO5YMNZ5/FfYLmRLIcv6VaQ3KgDKgDCgDyoBlwIB/VgVDw0BxARj4+uuvUbVqVTzzzDM4fvz4BVhjPKuItckZIeLJq2ZlQBlIdQxs3LgRv/zyi203/d2FChWyugbKgDIQGgwsXLgQ9erVQ9u2bTF16lTxk8lN0wSatm/fPmzatMnmyJEjB/Lly2d1DUKTAWMuznVVWGjSoa1SBpSBkGJAG6MMKAPKgDKgDCgDyoAyoAwoA8qAMqAMKANpnwHtoTKgDCSJAWN8znxjYqQxBsb4EBYWBiJDhgx+Sd0hPDwcTi9TJQLNuxVGpsxhvvJgHdIMA+zfdRyDO/2I9av3iUEXZSBlGNixYitmt52EyJ1HOPogwxiQ8WeMQYas4bh1SkNkzpkV3nHr1b1jnboxBsbEBuRnjJHQtxgTo/ssGioDoc8AJ8wcNGhQvA3t2bOnvYl/5MiRePNogjKgDCgDF5oB7wtzTqck+NKdk9QJvpBHrPzjGHr0P4Cde6IgJ3bYM3d0YCT25qtFUL9uBPSXihnQpisDyoAyoAxcVAbyNq2Gq0d1krOqnFmNrynGiCI4vW0/dnUchchf12PPnj145513UL16ddStWxcffvghkvI/R8mSJdG1a1d89913mDNnDjp27IjChQv7VqShMqAMKAPKgDKgDCgDykD6YUB7qgwoA8qAMqAMKANpkgHe3/F2jPFA8L4PbbzvQ52SWDh3Fz4c8C8gfihjDAwAEaCE/AaMuQllKuYSTRdlIP0yUKhOKdSd8LAlwO4bEsgCyM5yYMU2LH96BiK3HbAfPOX+RXD/4j5HndIB8qMuwi5e3Ro0UAaUAWUgORhIz3XYA3R6JkD7rgwoA8qAMqAMJMSAnCjl/xiXQ2JW1f9LLA0aKAPKgDKgDCgDqY8BbfF5M8D3Anfs2BGnHj5jy/dl4ySoQRlQBpQBZUAZUAaUAWVAGQgRBrw+PeqEaxp1gs8rOPAZBmLqojPoNMLA/llfoQFEGmNQ7qqMGN8zF0pfGQ79KQMXg4GffvoJGzZssKuuU6cOcufObfV0HygByoAyoAwoA8pACjCQa9zzyNqiJi8FwcAYAwP5SRA1+HOc6TfZPhPLa0h3TekkrzUDISXtQrtV0kHAvvI7D+3btwfx+OOPg9cz59J18uyt63//+x/++eefc6kqzZWhH79UqVIYM2bMRe9bFFsggSzUQhqRkZF44oknUKlSpSSD3y9p0qQJXnnlFfz222/gPp9cnfzjjz9Qu3Zt25ZGjRph9+7dyVW11hOiDCS2zRNLP9tuBY55TuR5tnVo/tBiILnHSGj1ztsanlUIANbs1a1BgxRmYODAgeC1xtixY1N4TfFU793kUVHgXzw51awMKAOpjAH+zzhv3jzs3bvXzkVx9913I3PmzKmsF9pcZSBtM5AlSxYcOnQIK1euxMSJE7Fv3754O8x9+quvvoJ71rB48eLImzdvvPk14eIzwG3mvdS6UC0Ku1Ar0vUoA8pA6mVAW64MKAPKgDKgDCgDyoAyoAwoA8qAMqAMKANpnwHtoTKgDCSdAWOMzWxMjDTGwBgfwsLCrJ4hQwZ745XSC34QwsXLVIlAs26FEJ7JwN4o4J0CAlHYuzMSAzv+gHWr9tr1aaAMJCcDO1ZsxayHJ+Lw9oPRYy/KSgkQljkMt0xugMw5s8I7Xr16mIxzjmNKwhjf+DcmrnTtNsY4VaUykOoY6NKlC6ZOnYpLL700aNs/+eQTNGjQAKtXrw6arkZlQBlQBi4kA7yudOtzOiXBl26cpE7wBTFi5R/H8EL/A9i++4xcEshFqX1IWGoSFXJ9OvTVwqhfN0IMuqRmBrTtyoAyoAwoAxefgTxNq6HEqI5ydvW1hedmnmtpOLVlH/6+fwialLkJzz33HJYtW+bLlECYMWNGNG7cGB999BF++OEH8KWjmjVrJlBCk5QBZUAZUAaUAWVAGVAG0joD2j9lQBlQBpQBZUAZSHsM+HxIMf1iPD6cPn3afoiNklg4dxc+6P+v3P8RLxTv/xBSlS0vcsDoG1GmYi7RdFEGlIGCdUqizvjW4q7ls1TcZwjqUdi/fCuWd56OyG0H7AdPea/VgfsTdUoHskmdkvDqjCuUAWVAGThfBtJD+WDHTjkqy8E5PfRe+6gMKAPKgDKgDJwrA3K2lP/9XekoUdw51Ukx+ZdgNn+iKsqAMqAMKAPKgDJw0RnQBpwfAytWrMCwYcPiVHLPPfegZcuWcexqUAaUAWVAGVAGlAFlQBlQBkKFAa/fjroX7vkESoLPBzlM/f40OgwTH6HvyQewnARyfy0KZYtmwPieESh9ZXiodFPbkcYZOHXqFA4fPmx7SX327Nn23UeO2yuuuAJ33nmnTdMAUA6UAWVAGVAGlIGUYiDX+O7I0rymXBLKNaLcR+b9Y7lUlNVF4cygqTjdd5J9JpbXkzxHe8FryUBIQbvQbpU0Hhhj7HflcufObXvKfs+aNQu7d++28bMJ+N2I5cuX+4vwWqhEiRL+eHpXNm3ahIceesjyvWrVqotGh+GaJZCFWppDZGQkyPUXX3yBdu3aoVWrVtiwYUOq7+f69evRvXv3c9o3U33ntQPKQAowcPz4cYwePRqTJk1KgdrTV5W+84mEck3BnvsgcZ+i4QVk4N9//7XnvYYNG174bwZ7N7mMBQNzAXuuq1IGlIHkZODEiRPgNTXrpBw1ahTGjh3LKMqVK4eqVataXQNlQBkIHQboeylSpIht0Lp16zB06FAcOXLExr2Buwb+4IMPrJnf9mzUqBEyZ85s4xqEJgNGrqvMRWha2EVYp65SGVAGUhcD2lplQBlQBpQBZUAZUAaUAWVAGVAGlAFlQBlI+wxoD5UBZeAsGTDG59I3JkYaY2CMD2FhYVbPkCEDqFN6ER4eDhcvUyUCzZ8pjExZwnytMBQG/Nu/6xgGP7kY61ftpVGhDCQLAztWbMWstpNwZMdhO85k2MIHgwxZw3HLlIbInDMrvOPUq7sxTUkYI6M1AAj4GWMCLBpVBlIfA5xQc+HChbjhhhuCNv7bb78Fb8zzwfagGdSoDCgDysAFYIAvirnVUPeCL9kxTunAF/CIlX8cwwv9D2LH7jPgWdsYCQWygIY3X70S9etGQH+pngHtgDKgDCgDykCIMJCnaTVcPaoTT7MwRs67EHAR5Dhq8Hr4jSgXlifB1l577bXo0aMH+H/KlClT8PDDDyNPnjz2BfwEC2qiMqAMKAPKgDKgDCgDykBaZ0D7pwwoA8qAMqAMKANpjAHe3/F2iXGCNkoH3v/hfR8nqS+YuwsfDNgE634S35MxBsYIACsHjr4RZSrmgv6UAWUghoFCdUuj7viHZR9BNGSfid5vDqzYhhVPT0fktgP2g6duf6PkvugkdQLyc1JU9d+SBIUyoAwkFwNpth7vcZOdDIzLURkw0J8yoAwoA8qAMqAMxMuAkVOl8afGaD5T4LnVZ9VQGVAGlAFlQBlQBkKUAW3WeTIwaNAg68sNrKZjx46BJo0rA8qAMqAMKAPKgDKgDCgDIcOA14dH3Qv3XAIlnw3yYuqi0+gw3Fj/oHG9MaIJyl0Vjgk9I1D6ynCXolIZSHEG9u/fjwcffBCVKlVCtWrV8PLLL+PgwYN2vU2bNkWhQoWsrgGUAmVAGVAGlAFlIEUZyDW+O7K1qAVjDIx/TUZ0Awz+HGf6TbJ+VF5b8jrTC++1qNNdFYw7PS3Lyy67DJwo1hjhSzq6c+dOzJ4923Im0SQtu3fvxowZM3Dq1Cmbv0yZMqhRowaM8dVpjRpYBvj9vgoVKthrR2u4wEEU1yeBLNTSPP766y+0b98ea9asSZV93bdvH1599VXcf//9+OOPP1JlH7TRykCoMTB//nw0b94cw4YNw7Fjx0KteamuPb7zSZR7lyi6/T5rdETFBWaA12TXXHMNevbseeHWHGuTM0JcuNXrmpQBZSD5GFi3bh3uvvtu6/OuXr06RowYgePHjyNjxoz2mjRnzpzJtzKtSRlQBpKFgdy5c4Pf58yQIYOtjz6devXqoW3btujTp48FnyW87bbbMHz4cLtPc84N+oK4n9tCGoQsA3KlfVHaFj2b0EVZt65UGVAGUgUD2khlQBlQBpQBZUAZUAaUAWVAGVAGlAFlQBlI+wxoD5UBZeBcGDDG99CsMTHSGGMfpjXGgDdpjPFJ6rzB40V4eDhcvEyVCNzXrTAyZha3vX0OgwEB7Nt5DIOfXIz1q/ZCf8rA+TKwY8VWzGo7GUe2H7JV2VEmgSwIy5wBt0xugCw5s8I7Pr16WFiYHbeUhDExY94Yn86KjTEUFsbE6NaggTKQihmoWLEivvnmGzzwwANBe8GHcRo3bmwfWg2aQY3KgDKgDKQgA94X4wJ1vlxHG6UDX7wjVv15HC8MOIjtu08DclEQZWEDUH+zdxHUr6sPE6bgpruAVeuqlAFlQBlQBkKJgTxNq6H4qE5yvvWdd915mCfky5ENb2S6GeXC8sRqco4cOdCiRQuMHj0afGmuV69eqFy5ss3Dc71VJPDqEtVFGVAGlAFlQBlQBpQBZSBdMaCdVQaUAWVAGVAGlIG0xECgn4dxgn3kPR/qBHXe93GS+oK5u/DBgH8lK/1P9DpRjfL5o0QdMOpGlKmYSzRdlAFlIJCBgnVLoc74h+m2lZ3Ht9/InmSz7V++FSs6T0fktgP2453e/c7tj5QOLESdkvDqjCuUAWVAGTg3BtJ+qfiOl/Z4bIO0z4H2UBlQBpQBZUAZODcG5H8Y338ztrieNi0NGigDyoAyoAwoA6mUAW32+TAwb948jB07Nk4VDz/8MG6//fY4djUoA8qAMqAMKAPKgDKgDCgDocCA9x4ZdYLtonTgcwoOfEaImPr9aXQYxm+7+PyDfr9gVBTKFQ3HhJ4RKH1lOKtSKAMXjIFMmTIhIiIizvo4iUrTpk3tN7riJKZLg3ZaGVAGlAFlQBlIeQYixndHluY1A+4k+64aowZ9jtN9J9lnYnlt6a41nXTXoV7pWkyb09Oy5PccKlWq5O/iL7/8gjVr1vjjCSnk9Msvv8TOnTttNn4volGjRsiaNauNaxCcgVdffRVlypTB1KlTg2dIISv/q4IEsqTQGlKu2qeeegpLly5NEIsXL8YHH3wATnzsWrJ37168++67iIyMdKZUI7dv347vvvvOHr9STaO1ocpAiDMwf/58bN68OcRbmdqaZ+TUYgC4dnt1Z1N5oRno3bs3ypYti88//zzlVx1rkzNCpPxqdQ3KgDKQ/Azw/7nA/+X4fX5+E7B27drJv0KtURlQBpKFAT4r+PLLLyNbtmy2vuPHj2PlypXW50C/w88//+z/n5ibCzZ5AAAQAElEQVR5nnzySXTr1s3O0WELaBCyDBhzca6rwkKWEW2YMqAMhAYD2gplQBlQBpQBZUAZUAaUAWVAGVAGlAFlQBlI+wxoD5UBZeCcGTDG59w3JkYaY2CMD7wBS2TIkAFOUncIDw+H08tUiUDzZwojU5YwaY+BVAL+RMO+nccw5KkfsWH1PpoUysA5MbDzt22Y1W4yjmw/BO/4op4hcwbcOqUBsuTMam8sunHpHaNuDFMSxhgpGhyI/hljojUVykDaYSBnzpwYN24ceOM+WK/4wsX//vc/PP3008GS1aYMKAPKQIow4H0hzumUBF+oc5I6wWMVserP4+je/yC27zoDI392MYAxNsCwV4ugft2c0F8aYUC7oQwoA8qAMhByDORpWg1Xj34ScvIVyCKnYAklapDfZEffTLegXFgeVKlSxf4Pwpe7P/zwQ/ADN3wRgOd1nucJyM9JUf0TuVFXKAPKgDKgDCgDyoAyoAykIwa0q8qAMqAMKAPKgDKQZhjw+nrYKcYdnF+IkuB9HyepL5i7Cx8M/E+K0eEk8C0Qx5MsBgNGVUOZinE/rgz9KQPKgJ+BgnVLofa4NpCdRhYDA8DeRoXBgRXbsKLzdERuO2A/GMj9z4H7KXVKB8iPugi7eHVr0EAZUAaUgbNlIB3n5/FYDsXpmAHtujKgDCgDyoAykBgDBsYYf6YYzW9SRRlQBpQBZUAZUAZSCwPazvNiYMiQIXHKZ8mSBR07doxjV4MyoAwoA8qAMqAMKAPKgDIQCgx4nyUI1Bkn+DwCweeDCOqf/3AGHUaEQRyDAEysv/LFMmJCrwiUvjIc+lMGLjQD/B+ME6lxshSuu0CBAnj22WfRq1cvXHLJJTQpyIBCGVAGlAFlQBm4QAxEjO+OrM1rQi4YARsY8MfQDP4cZ/pNss/EuutMXms68FqUYH5Kgjrh1RlPi8iQIQMaNGiA3Llz2+6dPHnSTha7f/9+G08oWLNmDX788UebxRiDunXr4sorr7RxDRJm4M8//8S9994LTqa5bt26hDMnU2oU65FAFmppDpkyZcJ1112Hd999F40aNfL3b+nSpVixYoU/fi5KmTJl8O2334J1TZs2DXnz5j2XarRMKmJAt3kq2lja1IvMAM8qUYC/FYz7I6pcRAb++OMPNGnSBA888ADWr1+fci3xbvKoKPAv5VamNSsDykBKMpAjRw6ULFkSmTNntnNNFCtWDK+//jqefPJJ+z3/lFy31q0MKAPnzoAxBvXr18ecOXPw0ksvoUKFCnD3rlgrdf5/w7kEvvjiC7Rq1Ur3aRKTCkC/pPdS60I1We7MX6hV6XqUAWUgNTKgbVYGlAFlQBlQBpQBZUAZUAaUAWVAGVAGlIG0z4D2UBlQBs6PAWP46DJgTIw0xti4McbejDXGgA/vhoWFWUndITw83G8rXSUC93UrjPBMsJO08caBRVQU9u6IxKBOi7Bh9T7oTxk4WwZ2/rYNXzw8CYe3HfI97CNjSkaZ1U2mMNw6uQGy5MxqbywGG5tu7FISxsSMcWNidG+7jDHeqOrKQJpj4JVXXsEnn3wSb7+GDh2Kxo0b47//OKlCvNk0QRlQBpSB82aAD5y4SpxOSfBFOiepE3zRjlj153F0738A23edluL2qpOXB3J9IEKuFd58pRDq180pabqkFQa0H8qAMqAMKAOhyUDuptVQfGRHOQHLwlOyNFNOxfacfIXJhg/yN8Bnr72Fp556CqVLlwbP5w7uPE9JSFHrU6IknI26QhlQBpQBZUAZUAaUAWUgfTCgvVQGlAFlQBlQBpSBtMFAoF+H8UDQR0Qb7/tQpyQWfrkb7w/YFO1s4idhxOnExSIKA0ZWRdnrcqUNorQXykAKM1DottKoNa6N9bvKLhQtrYYDy7dgRedpiNx+0H7w1O2HlNw3naROsKlOBuqMK5QBZUAZOBsG0nNeXt3YG2npmQTtuzKgDCgDyoAykCADcrbkgyfRefgfTLSqQhlQBpQBZUAZUAZSGQPa3HNnYNy4cZg7d26cCvjB7RtuuCGOXQ3KgDKgDCgDyoAyoAwoA8rAxWYg2PMEtBHu+QNKgs8HOXz2/Wk8/iYfExJPoPULin9QbqYxLHtVBkx4OQKli2S42N3T9adTBji56LPPPouFCxfaSUBnzJiBZs2a2cmRUoqS6tWr23Vx0tF33nkn1gQuKbXO861XyysDyoAyoAwoAxeSgYgJLyBLsxqySl4xCngZyRivJQdOxem+k+wzsbze5LWnF7w2JSS7XeLTbWIaDC677DLceeed9vui7N7WrVvx1Vdf2WeLGQ+GgwcPgtdAJ0+etMlly5ZFjRo1/HVYowaJMjBx4kQ7yWbfvn0TzXu+GeyXMyWQ5XyrCunynLD0/vvvR+7cuW07OUYXL15sdQ2UAWVAGVAGko8Bez7hd5mNQUyt1hoTVe2iMzBhwgR7rdGvX7+UaYt3k8t4MDApsx6tVRlQBlKcgUsvvRRDhgzBDz/8gF9++QWTJk3CbbfdZuefSPGV6wpSFQPZsmUD71HwXgXBexepqgNptLHZs2dHw4YN8fHHH/vvXXH78D7WmDFj0LJlS+TMqd/gRir6GbmuMhehvWEXYZ26SmVAGUg9DGhLlQFlQBlQBpQBZUAZUAaUAWVAGVAGlAFlIO0zoD1UBpSBZGDAGJ+L35gYaYyBMT6EhYXZG7EZMmTwS+oO4eHhcHqpyjnR7JkiyJg5DEbaZiH1QGL7dh7DkCcXY8PqfdCfMpBUBnb8tg0z203Gke2HIMMIsIEdWciQORw1P2uILBFZ4R2HXp3jl+OTkjDGwJjYQMDPGBNg0agykDYZaNOmDebPn49ixYoh2G/atGn2xj5v5AdLV5syoAwoA+fLQLCX4Wgj+BKdk9QJvmBHrPrzOLoPOIjtu84Acto2DAhjoxj2ahHcfVsE9JemGNDOKAPKgDKgDIQwA3nuuxHFR3WC/Xea52Miur2Z9h7D7g6f4OiyDUFfmHfne0qCxZwM1BlXKAPKgDKgDCgDyoAyoAykaQa0c8qAMqAMKAPKgDKQBhjw+nbYHcYJr877PrTxvg91Jxd8uRvvDdgkWcXBJCFg7J8EoO9p0OhqKHtdLuhPGVAGks5AodtKo/b4h2FsERMtJSI71cEV27Cy8zREbj9o/bfe/ZH7KOOUDlIq1oc+aadNoQwoA8rAWTKQrrPbI7FJ1xRo55UBZUAZUAaUgUQYMPJ/i/HnidH8JlWUAWVAGVAGlAFlIHUwoK08DwaGDh0ap3ShQoXQoUOHOHY1KAPKgDKgDCgDyoAyoAwoAxebAe+zA06n9ILPHxDuGSHqny86gyeGiwfQCNgJK4z1D5YrGo4JL+dE6SszMEWhDCgDocuAtkwZUAaUAWVAGbjgDERM6IEszWva60ZeShppgTESCszgqYjqN9k+E+u99nTXprwOdboUS3fPxN54442oUKECu26xaNEirF271uqBAXn68ssv8d9//9mkiIgI3HfffciSJYuNa3B2DHDsde/eHTfccAPmzp17doXPIncU80ogC7U0jfz586N48eL+Pu7evdvu+36DKsqAMqAMKAPnzYA9n0RF8ZrJU5e1euKqhgIDvPZ9/vnnUalSJfAaLlnbFGuTM0Ik6xq0MmVAGVAGlAFlQBlQBtIlA3KlfVH6HXZR1qorVQaUgVTCgDZTGVAGlAFlQBlQBpQBZUAZUAaUAWVAGVAG0j4D2kNlQBlILgaMMbYqY2KkMQbGxEZYWBiIDBkywIvw8HAbpyxdJQL3dSuM8EwGfCzDdxNBNFn2bo/EkCd/wIbV++z6NFAGEmJgx2/bMLPdZBzaetCOpZggCmGZM6DGlAbInDMLOO7cePTqYTJeaackjIk9no0xdvXG+CQjxsTojCuUgbTOQI0aNfDdd9/hzjvvDNrV5cuXo3Hjxhg1alTQdDUqA8qAMnCuDPBFL1fW6ZQEX1pykjrBh4uJlX8ex/P9D2DbztP+SwPmtdeccr059JXCuLtuTle1yjTDgHZEGVAGlAFlINQZyHPfjSg2spN9act3bva1mPqpLXux+4mPcXTZBvvSLM/pPL87MA91SoIlnQzUGVcoA8qAMqAMKAPKgDKgDKRVBrRfyoAyoAwoA8qAMpDaGfD6dNgXxgnqXv8Pbc5HREnMn7sT7/XfBP8NIBayEbkBJMvAUVVRtmIua9VAGVAGzo6BgreVRs1xbWwh2Z2sFGeuyCjsX7YFKztPQ+T2A9Z/y32V+yQl91UnqRNSSIr6a4mlM02hDCgDykDiDGgOe4mjNCgDyoAyoAwoA8pAPAzw/w3Clxyj+eIaKgPKgDKgDCgDykBqYUDbea4MDB06FEuXLo1T/Mknn0TRokXj2NWgDCgDyoAyoAwoA8qAMqAMhBoDfLbAgc8cBILPJExddAbthxvfMwdR0V5AK6JQtmgGfNozJ8pcGR5qXdP2KAPKQBwG1KAMKAPKgDKgDFwcBiIm9ECW5jXsynkZyetP8KEsRgZ+hqh+k+wzsbz29F6PMp8XtoJ0FGTMmNF+Sy4iIsL2+tixY5gxYwaOHj1q495g7dq1WLRokTUZY1C/fn3kz5/fxoMFJ0+exC+//IJ+/frhqaeeQvv27S26deuGDz/8EOvWrQO5D1bWa2OerVu3Yty4cejRowcef/xxW88TTzyBnj17YurUqdi5c6e3SKrSly1bZr/1165dO2zbti3Z225YowSyUEvTyJYtGy6//HJ/Hw8cOIDjx4/743/88Qdq165tJ0Lu1asXOLa+/fZbNGvWDFWqVMHNN9+Mxx57zI5zHie8+Rs1aoTdu3f766LiTWd9tJ06dQoLFy609VSvXt2uq2rVqnjggQfsGD5y5AizxcHo0aNt3latWuHgwYM2ffPmzbjjjjusne3m+mxCEoPIyEhwP+HEz648+8wxx36yv0yjbNmyJWbNmhWLr8RWQ26/+eYbu3/XqVPHtpP1Uec+Tx7IR2L1MJ1tnT17Ntq2bQvHm7curofrY96EcL71kGNyxXUH2+bB1s12TZ482W5jbmuWJQc8Xq1evdqOs2DlzsXGdc2dOzcOT/Xq1bPHx99++w0cu+dSd2CZXrKPsC/kg7ww/d9//0Xv3r3B9TGN+02DBg0wfPhwBI5t7i+8x3nXXXfZsZFQXtYdDNyeX3/9tR1jrId1cL0EOeZ44bhhvsDyXD+3IfPOnDnTnzxs2DDbHtrZR39CgLJjxw68/fbbaNq0Kdx2pWScdtYfUCTeKLcJz5/c79z4dnVx3w/kLt6KQirBwMB4WuTVPWZVQ4KBX3/91Z5PHnnkEWzfvj152hRrkzNCJE/VWosyoAwoA8qAMqAMKAPpmQFjLs51VVh6Jl37rgwoA4kwoMnKgDKgDCgDyoAyoAwoA8qAMqAMKAPKgDKQ9hnQHioDykCyMmCMz9lvTIw0xsAYH8LCwkBkyJDBL6k7hIeHgzpl6SoRuO+ZIsiYWcoiGkaaK9i7iAd2pwAAEABJREFU4yiGPvkDNqzeKwZdlIHgDOz4bRtmtpuCw9sOwRgjkHwGMPIXliUcNac0QOacWcDxxnFHeHXvWKVujJSMB4j+GWOiNRXKQPpioEiRIuBDrXyIOljP9+7dizZt2iChh1eDlVObMqAMKAPxMcCXQ1ya0ykJPsDuJHWCL9QRK/88ju4DDmL7rii5IjCC6FrkHM7Ym68Wxj235Yw2qkhTDGhnlAFlQBlQBlIFA3nuuxElRj0JY3hmjm6y1Q1Ob92HPR0+wdFlG+J9YZ7nfV4HECztZKDOuEIZUAaUAWVAGVAGlAFlIA0yoF1SBpQBZUAZUAaUgVTNgNeXw44w7uD8PpTE6dOn7YemKIkFX+7CewM2i19JShrAyB/Er0SNGDS6GspWzAX9KQPKwLkzUKheGdQa1wZ2/2Lo9jEDHFi+BSs7T0Pk9gPWf+vdT7kfM07pwFZQpyS8OuMKZUAZUAYSZEATIYdh6E8ZUAaUAWVAGVAG4mNA/kmx/6/40iXmUzRUBpQBZUAZUAaUgdTFgLb2nBjgO3ycHCOwcMWKFdGhQ4dAs8aVAWVAGVAGlAFlQBlQBpSBi86A93kB6vGBzx3wGSFi6qIzaD/MyC0zAX2BAmMMIChXNCM+7ZkTZa4Mh/6UAWUgFTCgTVQGlAFlQBlQBi4iAzkn9EDmZjUgV5IwxoZAtMCgqYjqN9k+r85r0UAEXrci+kd7tJpmRf78+VG/fn0YQ7KAv//+GwsWLIC370eOHMHUqVNx7Ngxy0OlSpVw8803Wz1Y8Oeff+LFF1/ERx99hPXr1+P48eP+bIcOHcKSJUvQv39/DBo0CLt37/anBSpc35gxY9C7d28sXLjQ5nXt4jbkJLZffvklXn75ZXz66af+9gXWkxriH3/8MUqVKoVhw4Yla3OjWJsEslBL04iMjMTWrVv9fcyXLx+yZs3qj3sVjiOOreeff96OUY4njtNly5Zh7ty5sca/t1xC+s6dO/HEE0+gS5cuYD1sD/Pz/17uV0OGDEGjRo2wePFimi84Tp48iX79+uHxxx+37WN/2QjKv/76Cz179kTLli3x+++/0xwvyN3PP/9s+/Lcc8/Z/hw4cMCfnzr7SB5atGiRaH08Htx77712P165ciUcb6zQ1cX1NGvWzLab9mBIrnqC1R2f7b///sPDDz9seeU25rZmXrabx6a2bduiR48eOHjwIM3nBfaP44fH1kCeeD+R62vXrh3at28faz84r5VGF+bY4fGc22DGjBng+pjE/Yb73KhRo/DAAw+A44jjY9asWWjSpAnGjh0L7heQnzdv06ZNExwXrGPevHlo2LAhuI9yPLEe1iFV2YUckwce/zl+yI9NOM+A42/gwIFo0KABeFzeuHGjfZ+G1XL7Mk47+zdx4kR7XcG0+EB+uE06d+5sxy/rZ15XF4/55CO52s+6LwyiAHjPLF79wrRA13L2DHA/5rXG8OHDz75wYAnvJo+KktHgNQRm1rgyoAwoA8qAMqAMKAPKQFIZ4P9DF+PKKiypDdR8yoAykP4Y0B4rA8qAMqAMKAPKgDKgDCgDyoAyoAwoA8pA2mdAe6gMKAPJz4AxxlZqTIw0xtgHdY0xCAsLs3qGDBmsTulFeHg4GKcsXSUCTbsVQXgm2Ac0eDMBUXI7QbBneySGPrkYG1bvhf6UgUAGdvy2DTPbTcGhrQdlyERFQ3LJ8DGZw1Bj8j3InDMLOM443givznFKGyVhTMwYNiZGlxr9izHGr6uiDKRXBt58803wofH4+v/KK6+gdevW4EsV8eVRuzKgDCgDiTFgrwmjMzmdkuBD905SJ/jwOrHyz+N4vv9BbN95RkrL9YG9whTVLlF4s3ch3FM3p41pkPYY0B4pA8qAMqAMpB4Gct93I4qN7CRnatdm+WeeMRGntuzF7ic+xtFl6+1LbzzH83zv4K4DKAnW4GSgzrhCGVAGlAFlQBlQBpQBZSBtMaC9UQaUAWVAGVAGlIHUy4DXh8NeMB4I+oBocz4hSmLhvN14t/9/QJTc/xEfks+VJIrExYhBo6qibMUIVqtQBpSB82SgYL0yqDmujdTC/S16PxPB/e7Asi1Y2XkaIrcfsP5b7rPcRym57zpJnZBKZLdlYWqyt9p91qdrqAwoA8pAQgyk9zQ5AstBM72zoP1XBpQBZUAZUAYSYkDOlp7/L2L+60iojKYpA8qAMqAMKAPKQKgxoO05NwY4+dG///4bp3CnTp1wySWXxLGrQRlQBpQBZUAZUAaUAWVAGQgVBtxzBK49jBN81sCLz384g8eGSS7xATKdQLRe9soMmNAzB8pcGS4ZdFEGlIHUwIC2URlQBpQBZUAZuNgMRHz6IjLfV0MuKeXOslxX8nlYCjEAA6fgTN+J/mdieV3K608vXPtpC6Y7W1qTN954IypUqODv1nfffYft27f74z/88APWr19v47lz50aDBg3st0WtwROQtyVLlmDEiBHYv3+/TeE3H6+66ipUr14dXM9ll11mv1vKxH/++Qf8xt22bdsYjQVun6lTp4LrZr3GGLAs62Bd1113HbJnz27LMJ1tZn6Ws8ZUGBw6dAj/+9//cOutt2LhwoXJ0gP7JU0JZEmW+kK5Eo6jjRs3+ptYokQJ/1jzG6OV77//Hu+9956NFStWDA0bNkSVKlWQK1cu3HvvvUHHt80cT7Bp0ybw3s3y5cvt93hdnXfffTcKFCjgL7Vv3z68+uqr/v3JJbCtTZo0Qe3atZExY0Zr5vi+6667QHv9+vWRM+e5f0eN+8j7778Pt49ky5YNtWrVsv1mW7mfcqXkr3PnzlizZg2jccB6Jk+ejC5dumDXrl02nWVZBzlkfwsXLmw5YCLre/zxx/Htt98yGgd//fUXevTo4a+L7apatartM+srWbKkf1ts2bIFzz//PFgmsCLakqOewHoTirP/Xbt2xd9//2376zioV68eeJxkWR6P5s2bh+7du+Pw4cM0nTXIOevgduE6WQG/qVu+fHnLUyDnHIMcixs2bGDW8wbXP2bMGLu/8F0S9o195PZhn7n9uRJun379+mH69Ono06cPIiMjLQ8ub9GiRZnNgv0YOHBgUE7c+l588UVwf2GBzJkz23MU9wWCY4RjhWkE6+P3UP/77z9GLVimbt26lqMiRYpYG4Ny5cpZG+vheYQ2B26jZ555Bp9++qm9VqCd6+G+wvz/Z+88AKsqsjf+nYSAFGkWFBRR/4oidhTFslZEqaKurKgrdlgB18WyrgU7qCi2dW2IbdeKil1RKbquipWOSEInCQQSIBAC5D/fvMzLS08gpH4398w5M3dm7szvtsnceXOp6Wc468f3uC+//LJrYuQwqJCwXDxuPCbkxGuDx4sSe19gvNtuu63QfaFQhtUkIPI8ca57LucVyfnzPLKqMYGMjAwMGTLEt8v4LNzqosYecncuGGyrs1JCERABERABERABERCBPALm2lWW5600K67S9qQdiUD1J6ASioAIiIAIiIAIiIAIiIAIiIAIiIAI1H4CqqEIiIAIVAoBs0iXv1meNjOYRYQDiszMD5CjzUFhsVKvXj2/jfqAo5vj3Ov3QkJ916Xv0rhMADAfIG15Jh4Z8l8kTk+DFhEIBJJ/WYb3L38La5ZlIHLKGGg4F/E7xOOkN3tih2Y7gOdXOO9i7XBOUlPMzCUvLIhZzCzGJ1ME6jYBDh595513/MD0oki8+OKL6NmzJ3799deiNitMBERABEokwAH3IUKwqSn8AUPQtCn8EQDl19lZ+PsDa7B8xRbAP7YNZk4QWR69c0/0PG3rf7QSyaVauSqMCIiACIiACNRoAi3POxb7vjDY1yHyxDYgsmLL0lVYOeh5rP9xvv8RHJ/1fO4HCe0BagrcErQzi/0xHLdJREAEREAEREAERKCGEVBxRUAEREAEREAERKBWEIjtu2GF6C8o7PthWOgLoqZM+nQFnrx/EczYeWROuxzMCbyDh144Bh0Oa84AiQiIQAURaNP1QJz0ygAg97oDLzeKMzJ+Wopp176DzOXpvv+W1y6vVWpew0HTpsAtQTtT/beEIBGBwgQUIgL5CJi733LNFyiPCIiACIiACIhADAE+LS3qz7OiQTJEQAREQAREoDoSUJlEYJsJzJ4923/4qGBGp59+Oi677LKCwfKLgAiIgAiIgAiIgAiIQLUjwPEDsRLGGFBT3v56C654xNyrMoNzEBm2QNtwULt6ePX2puiwVz1oEYFqTEBFEwEREAEREAERqIYEmr12C3b440nwDUwgVxn834NvIWfk635MLNuqbJdSU+AWaooz69SakJCAs88+G82bN/f1Xr16NT744APPadmyZfj88899OOd27Nu3L3bddVfvL+gkJSXhP//5D7Kzs2FmOOqoozBy5EjcdNNN6N+/Py655BLcdddd4IeO27Vr55OnpKTg3//+N9avX+/9wUlMTMS3337rvU2bNsXgwYNx5513gnkwr6uvvtrnzQ8pm5mPx/hM5z012Pnqq6/whz/8wdc5PT19m2riP0vtHLduUz7VPfHatWvx0EMPIS0tModt48aNcdhhhxVbbH4AmRtvvfVWvPbaa6D+5z//iffeew+HHnooN5VLOP/i/Pnz0aFDB7z66qt4/fXXfZ7Dhw/Hu+++i9tvvx0NGjTwefJj3x9//LG3g9OlSxfcfPPNGDBgABo2bOiDW7Ro4T/SzPC//e1viP1guI9QDmfNmjX43//+51NcccUV+Oyzz/DAAw/4MrKsY8eORZs2bfx2MrznnnuiLH1grvPdd9/5d1dZWVk+pGPHjnjzzTfz1fftt9/GK6+8gn333dfH4YfSR4wYgTlz5nh/cPibhJdeeim6n7POOgsfffQRnnjiCc+Cx4T3Bn5gvW3btj4Zy8Y0TOsDnEObYdzmvNjafJi2PEIGPI/IjWUO59G9994LHt9hw4ZFjznvTSzj1jxfZsyYAfLj/jiPbteuXT0nHjOeGzzHyJznHc8/1mHhwoU+Da8L+rdFeO58+eWX4HOCx4R1Yx1ps87XXHMNWC7ug9fB3XffTdOfW7Fx33jjjXzXwaxZs4qct5T3cD5H+HxmRr179/bn65gxY/x5wTqT98SJE/0+wnW1fPlysJxMQ9lxxx3BsjH+IYccwiAvp556ajQf5u0DncNj8/TTT0efO8yXz51wrdx8883+muE5ynPMJQHLyOPAd7r0FxQeM54jvBZ4/MeNG4fh7p5A4X2BHLkfpuN9gdtpV3eJPE9yQGZ5ZY2E5vllVXcCU6ZMwYknnuifMzxPy13efIecHkq5c1ECERABERABERABERCBAgRcS7tASOV44ypnN9qLCNQEAiqjCIiACIiACIiACIiACIiACIiACIhA7SegGoqACIhA5REwiwxuNcvTZuYH2JqZH3hlZoiPj/c2daxw0C791Acc3RznXt8WCfUN8OM0nONWuGXlskw8MvhrJM1Y5Xxa6zqBlF+X473L38SapQYcC48AABAASURBVOn+XOFp4gd75eQgrkE8TnqzJ3Zo1hA8r3h+UWLtuLi46DlJ28yi56xZxC7I2MwKBskvAnWeAAepcrBr586di2QxadIkMA4HlBYZQYEiIAIiUAQB/0zPDQ82NYWD24OmTeGPLSjT5mzE3x9Yg2UpmyPtAzYQXKOS8Wk+csce6Hlas9yca4tSPURABERABESg5hNoed6x2HvsNbk/4nJPba5ecrB5cRrSBj2PDT8l+h+C85nP538QPudpU1NII+iCNv0SERABERABERABEaiZBFRqERABERABERABEaj5BGL7bFgb+imxNv2U0AdETZn06Qo8ef8iRo32IeW4/iP3GsiF5WDU2KPR4bDIpIIuQKsIiEAFEmjT9UD84eVLXI7uonNruO7cxYj0H5dg2tC3kbk83fffsq+W1yw1r+WgaVNcJi4ZM6HlXun6CzliyxUBESABiQjkJ+DvmN7JHy6fCIiACIiACIhAIJDj/kXJe1jmWWG7tAiIgAiIgAhURwIqkwhsOwF+qGbdunWFMvrLX/5SKEwBIiACIiACIiACIiACIlAdCIQxAwXLwvAgHGNAGffVZlw+mjFz+/9cx59b/XiDg/aKx6u3N0OHveoxgkQEqjEBFU0EREAEREAERKC6Emj22i3Y4bw/RIrHhqZ/68y2pwt64E2M3KkThg4d6j96es0114D9roMGDcLAgQO9XH311bjqqqtATaFdG+TRRx91AIped999d3Tv3t3P0cgYP//8M2bOnInPPvsMq1evZhC6dOmCI444wtsFnezsbLz33nsI/donnHACBgwYgKZNmxaMitatW+PKK6/0mht/++03fP/99zSjkpSUhA0bNnj/8ccfj4MOOihaNh/onISEBHTr1g0dOnRwPvj4v//+u7fpsDyVddwWL17MXVaoPP7442jfvj2effbZrc7Xz6jpHLdudR7VNSH/t0xOTgY/mn3hhRfi22+/jRb1zDPP9OdMNKAI4w9/+AMYzyyPzg477ODn0S0ieqlB++yzD0aOHAnq2Mhmhh49eqBfv37RYF5fmZmZUX9lGJyHlfc7Xnvho+Nhv7yG+DHyli1b+qC5c+diwoQJ3g4Oyzt27Fjwo+YM43yUPEfbtm1Lbz7Zb7/9MHr06CiLtLQ08APo/A1CiJienu7vMfS3atXK33MbN25Mbz5hXsOGDQOvd26YMWMGVq5cSdNLReXjMyunQ17kdtRRR+W7P5H1+eef7+tEm9mOHz8eiYmJNMssZP30008jfJy7T58+uPPOO8H9FsyE513s+ffTTz/hk08+KRhtq/ysA++lvXr1ynd9mBn69u2Ljh07RvMtKW7Xrl1x5JFH+rh8ZhT14Xyed/wYPiMdfPDB/jndqFEjevMJ98PycO7TsGHevHlg/1Pwl0fPnz8fH3/8sU/CvFnfiy++GHnXit8EnqM33HBDtB48Nh988EFkYxEur4+HH37Y38vN8u41ZobTTz8dvHeFZLzueJ0Ff/XWBv6FMi5ZshQ33XQTrr/+elx33XW49tpr/bHjPYdtrNj21dWujUUhY8lV/j5RVg5Lly4NyCtMP/bYY/78HDNmTPnytNjo9FBiw2SLgAiIgAiIgAiIgAhsDQGzqmlXxW1NYZVGBGolAVVKBERABERABERABERABERABERABESg9hNQDUVABESgkgmYRTr/zfK0mcEsIhysZGZ+YBbt+Ph4xEq9evW8n/qAzi1w7vV7IaFBHFwGEQFgANKWr8ejQ75G0oxVzqe1rhJI+XU53rv8LaxdusYhcGdGZIWZIX6Hejj5rZ5o0HQH8HwK51msHc5BaoqZ+bRmeRpuMTPnRlazPDsSIlcERCAQOOSQQ/yPMTggNYTF6qSkJJx99tngQNPYcNkiIAIiUBSB2IHywaam8Mc1QdOm8McblGlzNuKmB9ZgWeoWuAe7E7f6x7c5r+HRO/ZAr9ObodYtqpAIiIAIiIAI1BICO/2xC/Z5YbCrjQFcvXgHmxanYeXAMdjwU6L/iBSf/WwHBAntA2oK3BK0M7f6h3hMKxEBERABERABERCBakFAhRABERABERABERCBGk4gtq+GVaE/CPt4aFNTQt8PNWXyZyvxrwcWs8soImZOOzGXk5OHxh6Ngw5v4TxaRUAEtheBPc7ogD+8PADu4ssVd/G5axFuyfhpKab/9R2sT87w/bex13G4tqmDuCT5+mwZzjCJCIgAAEEQgQIE3N0W/t4LLSIgAiIgAiIgAkUTMJhZdFOeFQ2SIQIiIAIiIALVj4BKJALbSGDKlCl45plnCuXypz/9CbEfsigUQQEiIAIiIAIiIAIiIAIiUA0IxI4RoF1Q3vlvDi4fHQpq4B9cHyD1QXsn4NXbm6HDXvEhgrQIVF8CKpkIiIAIiIAIiEC1JtD0tVvQ4Lw/AAa3GMycOIvr9dgbu46dhOeffx784Olzzz2HZ5991gv7ZoM8/fTTqE3y4YcfsvrFytFHH40OHTr47dnZ2Z7Pd9995/2tW7dGt27d/DyiPqCAs3DhQvz+++8+tGXLlv7Dxpwb0gcU4ey0004+P27i/ww//PADNmzYQK8X/sbAG87JzMwE4ziz0JqQkIDDDz8cO+64I/baay80bNgwGufHH3+stOOXlpYW3W9FGsnJybjyyis9q6lTp5Y76xymcI5badUoefTRR9GpU6dihedr9+7dce+992Lx4sXRuu2///7485//XOy5GiKecMIJfg7T4N9Wfe6552L33XcvMhszQ+fOncHzlRFSUlLA85p2ZclBBx3k3zGZWZG75HbWIWz88ssv85Vx3rx5mDlzpt/Mj6BffvnlaNKkifcX5ZAFP/Id6szzl/eJEJe/R6DQz/tN7PXPsFjhfWm//fYD70Ms56ZNm6KbmQeFAduSD9OXVy688EKwPEWlMzP07dsXHTt29JtTU1NBBt5TRmfOnDn45ZdffOzddtsNF110UYnnLJkPGDDAxyeTCRMm5DuGfsNWOG3atPH3ILPC5w7PgX322Seaa0lxGzRogAMOOCAaN/Z8YCCPX/369cH8mjVrhp49e4Ka24oSM8PBBx8c3UTG69evj/rLY3z99dcI93EeMx47s5j6xmTGOp9zzjlo3rw5ODdrq1atsHHjxpgYeWafPn38eZsXkmeZGY499tjoc6sq7gt5pSmvxacKJZIuLW0lXnnlFbz00kt48cUXMXbs2GLbV7WpXVXZdQnnaIR6xbnLly8H7+lnnnkm2B4rU855hx+ukYYc91emdIokAiIgAiIgAiIgAiJQIgH2f8U2tUqMXIEb4yowL2UlAjWagAovAiIgAiIgAiIgAiIgAiIgAiIgAiJQ+wmohiIgAiJQFQTMIgORzPK0mcEsInFxcYgVDr6NlXr16vkBkQxrf3RznHN9W8QncMwGh2zkyYql6/DI4K+QNGNVVVRT+6xiAsm/Lsf4y99ExpJ08KxwZ0hYYQmGk9/sgQZNd/CDEOPj4/05FXtu8RxkODXFLHJ+mhXWoapmFkxpERCBYgjwRw4vvPACbr/99iJj8CXxddddhyFDhhS5XYEiIAIiQAK8V1BTgk1N4Q8HgqZN4Q+yKNPmbMSN92dgacpmMA5cK4GrF+c8MrwNep3ejNnWOlGFREAEREAERKA2EWj5xy7Ye+w1eY9yjjSluEpuXpyGlQPHYMNPif4jUmwDsD0QhG0A2tQUlyS3XUDLZZmTm1HEK1cEREAEREAEREAEahQBFVYEREAEREAEREAEajKB0FcT6kB/QQn9OqHPh5oy+bOVeGLkQt/Pw+4d9vDkpQVGPX8UDjq8RchaWgREYDsSaHNGB/zh5QGus9XtxF2QvBbp4fit1VMXY9rQt7E+OcP33/Ka5jVMzXhB06a4HPx1TU0JYbQlIlCXCajuIlCQAO+xYAOo4Ab5RUAEREAEREAEcgm4p6X7/yTXo8dmACEtAiIgAiJQrQmocCKwrQQeeuihIrMYNGhQkeEKFAEREAEREAEREAEREIHqRoBjBCihXLQpb3+9GQNGbQ7BgOv7cz2AXndoF4/XbmuKDnvF522XJQLVmICKJgIiIAIiIAIiUP0JNHv9VjQ490RXUNfq9G1PZ+au12NvUHK9Uo7ADjvsgLPPPhtNmzZ1PmDdunXIzs5GQkICevXqhZ122smHF+X8/vvv2LBhg9+09957Y+edd/Z2SU7btm3RrFlkrqhly5Zh1aq8OUdbtmwJs8i8kF9//TU++eQTrF+/vsjsTjjhBDz44IO4+eabQbvISDU88NNPP0Xnzp3x97//HZs2bSpzbTxB57i1zGlqakTON3rKKafgsccew+67715iNTiX4l577VVinPJsbNiwIfbff/8Sk3CfjFdipO248eSTT45eb8XthtdPuP4TExORnJwcjTp9+nR/T2BAhw4d0L59e5olyhFHHIF27dr5OCtWrMDs2bO9TYf3G17ntPlR6zvuuANz5swBf5PAsFjhh9b5UfHx48fj7rvvzvdB9YrKJ3Z/ZbF5jyOvkuLyQ/GdOnWKRvnmm2+K/VB8NFKM8fPPP0eZd+zYMV+9Y6LlMw844IDo/bfgMcwXsRweHuuS7v+8l4fsSotLJiFuQc1nzSWXXILXX38dn3/+Ofr27VswSiF/48aNC4WVN4Af7//pp5+iyU466SQULGd0Y67RtWtXTJgwAWPGjMFFF12E+vXr527JU7zeDznkkLyAIqxGjRqhQYMGRWypvkH+ecLnMyVaTB8a9cmomQTY1jr66KN9e4q/FSuxFrGH3J0LBisxujaKgAiIgAiIgAiIgAiUjYC5dpWVLWqFxoqr0NyUmQjUXAIquQiIgAiIgAiIgAiIgAiIgAiIgAiIQO0noBqKgAiIQJURMIu8AjDL02YGs4hwACQlPj4eQdMOUq9ePdCmbn90c5x7/V5IqO/SIkikaiuXZeLRwV8haUbegNzIFrm1mUDyr8vx3hVvYc2SjNxqmtNO3BpfPw6njuuFBk13AM8fnkeUWDucc9QUM4NZfnEZ5lvNLJ9fHhEQgZIJDB8+HGPHji02EgfA8wcbCxYsKDaONoiACNRNApycIdQ82NQU/vgiaNoUDgKmTJuzETc+sAbLUreAT20z7yLiAR69Yw/0Oj3ygy7UvkU1EgEREAEREIFaR6DlH7tg7xcGRx7l7rHOR7tTYMDmxWlIGzgGG35K9B+RYluA7YIgob1ATYFbgnYmYm36JSIgAiIgAiIgAiJQQwiomCIgAiIgAiIgAiJQYwkU7I+hv6Cwb4dhoa+HmjLps5X45/2LXLeQRcQiGMyc4eShsUej4+EtIoFyRUAEKoVAmzM64MSXL3H7MnddOuVcWu6SRMaPizF96NtYn5zh+295bfNapuY1HjRtClMHXdCmXyICdZCAqiwChQjwHututYXCFSACIiACIiACIhAI8GlpwaPHZpSEDBEQAREQgWpMQEUTgW0iMG7cOLzzzjuF8hg8eDCOP/47sQIHAAAQAElEQVT4QuEKEAEREAEREAEREAEREIHqQCB2bEBseRhOYRg1hXZUzFyfn8E50CICNYyAiisCIiACIiACIlBjCLj2pmtwmplz8xfa8nvlcwT23HNPnHHGGTDLo9OlSxcceuihbmvRK9v5S5YsiW5cvHgx/vOf/+CVV14pUT7++GNkZWX5dOvWrUN6erq36ey///7YY489aCI7Oxtvv/02/vrXv4Jz37377rtYtmyZH8vsI9Qhh3NuUspa5RxGdI5badU6admyJfiBbZ4b7733Hu6//37stNNOpdZzxx13xM4771xqvLJGaNq0KXbZZZeyRq/0eGX5EDkL1apVKzRv3pwm0tLS/HXmPc6ZO3eucyPrvvvuC364POIr3m3WrBn222+/aITExMSo3aRJE3Tv3t3PVczAmTNnon///jjppJNw0003+Y+rr169mptKlIrKp8SdFLFxt912K9O51rFjx2jq5cuXIzMzM+ovyeB9dd68edEo5D9y5Ejce++9Jcrzzz+P9evX+3S8p6ampnp7WxwyLut9Z4cddvDzTG/L/kpKu3HjRixcuBDvv/++P09uueWWkqKXadvatWsR5kvl3MX/93//VzDdVvnLcl/gPYx8t2oHVZTIP09ycgrM7eRDq6hE2m1FE+D1Tikx33yHnB5KiSm0UQREQAREQAREQAREoAwEXEu7DLEqPkpcxWepHEWgJhJQmUVABERABERABERABERABERABERABGo/AdVQBERABKqWgFlkYK5ZnjYzP2DXzPxgOg5g4sCNoGkHqVevnh+cRX1A5xboe/1eiE8wcNgGBVxycrBy2To8NuQrJM1IY4iklhNI/nU53rviLWQsTvfnQqS6PCNyEN8gHqe81RMNmu4Anjfx8fHRcyjY4VyjppjlnZNmEZt5mhmVF7M82wfIEQERKBOBP//5z5g0aRL4Q4miEnAwfK9evTBx4sSiNitMBESgDhLgjwpCtYNNTQkfgqAOwg9FUKbN2Ygb7s/A0pTNcM1D30ZgmuB5dHgb9Dq9Wci6FmpVSQREQAREQARqJ4GWf+yCdmMHu0d6TkRYTXYBuKf9psUrsXLgc9jwU6L/4TXbBKGNQM22QNC0fVI2FGg4CWHO1CoCIiACIiACIiACNYSAiikCIiACIiACIiACNZNAwX4Y+imsDXWshD4easrkCWn458hFrm+IseF6hSJCH9M99PxR6Hh4ZPIwhklEQAQqj0CbbgfhxJcv8dcl98quW3bBUq/+YRGmDx2H9ckZvv+WfbW8pql57QZNm+LTMzENJyHMmVpFoA4SUJVFoBgCvMEWs0nBIiACIiACIiACfFBSIiTyrIhfrgiIgAiIgAhUPwIqkQhsG4GHH364UAb8CM2gQYMKhStABERABERABERABERABGoKAY4VoPQ+1vDstbGlZo+fE7fOSNqE8+/IwMwFm2MjyBaBakpAxRIBERABERABEagJBNL/eBey3pjkihozn4HzcX0AibjfCW1JfgL77bcfGjVqFA086KCD/Lyi0YACRlZWFlavXh0NTU5OxuTJk0uV//3vf9iwYYNPt2nTJjAf73EOP5x87rnngtp5/cr/KZYtW4YPP/wQw4cPx9ChQ/HYY4/hhx9+iObjI9ZC56yzzvL1vPvuu/1cr2Wtop9h0zluLWuSahNvyJAhmDp1aony6aefYsyYMejfvz9atWpV5rJzjlJKmROUEjEhIQENGjQoJVbVbS5r+XbYYYcoR/4mgNclS71+/XqkpqbS9LLrrrt6XZpjZvmu4ZSUlHxJzjzzTHTr1i1fWGZmJiZMmICbbroJp512GjiPJa/zhQsXgveAfJFzPRWVT252ZVINGzb08+GWFpnv+HbccUcfjRwDUx9QgsO4scxZ/3HjxqE04f1x3bp1Pufs7OwKuTe2bdvW51fZDp8lrO/NN9+Mvn374sQTT0SXLl28zWcAzxOeL9taLp7rFObDj/G3aNGCZoxsnVnW627rcq/qVAb+5ZXC8kxZNZZA9+7d8eOPP+Kuu+4qvQ75Djk9lNKTKYYIiIAIiIAIiIAIiEDJBMyqpl0VV3KxtFUE6ggBVVMEREAEREAEREAEREAEREAEREAERKD2E1ANRUAERKAaEDCLvAwwy9NmBrP8wgGOlPj4eMRKvXr1vJ/6gM4tcM4Ne6FefZcWueLygbNXLM3E40O+RtKMNGipvQSSf12O964ch4wlGTDjOeDqaoC5v7gG8Tj1rZ5o0HQHP9gxnEc8d4IdzjFqiplLWUDgFjNzbmQ1y7MjIXJFQATKQ4CDYT///HP07NmzyGS//vor+vTpg+eff77I7QoUARGoOwRifzwRbGoKB78HTZvCD0RQps3ZiBsfWINlqTmuRWDgo9scNjPnOnnsjj3Q6/RmLqQWr6qaCIiACIiACNRiAi3/2AX7vDAE/iGPsBj4t2VxGtIGPocNPyX6j0ixbcB2QpDQfqCmMHXQBW36JSIgAiIgAiIgAiJQrQmocCIgAiIgAiIgAiJQAwnE9sWw+PRTaLMPhzaFdujboaZMnpCGJ0YuAtz7HjMDFypalIfHHo2OhzdnsEQERKCKCLTpdhBOfPlSv3del9Fr1BkZPy7B9KHjsD45w/ffxl7n4bqnDsJMaFNTYm36JSJQZwiooiJQHAHeaIvbpnAREAEREAERqPME3IPS/R8SMDhfMKVFQAREQAREoHoSUKlEYBsIPPXUU/jqq68K5TB48GAccMABhcIVIAIiIAIiIAIiIAIiIAI1kUCvY3Lwr2s25RadPX5OXB+gwTBzwSb0uzPD6c2526VEoJoSULFEQAREQAREQASqPYH08+9C1puT4JqZTlxr07c54ZcHkIjUASfhsssuw+WXX44rrrgCV155Ja6++movAwcOBGXQoEGoTVLcPHEeSjV02C9+880347jjjgM/pFywiNnZ2Zg+fTqefvpp3HDDDfj000/9uOYQ76ijjqq047fTTjtheyytW7fGmDFj8P777+Owww4r9y5ymMI5bqUlqaMEmjZtil122WWra8+x//y9wNZksOuuuxabrFGjRhg+fDjuu+8+tGvXrsh4S5cuxQsvvIC+ffvi0ksvxcKFCwvFq6h8CmVcAQFmkedPBWRVZ7LgMb/qqqv83Kb33nuvv7fzuGdmZuZjwOPevn37fGFb40lNTUVGRkbxSbWlCAJ8qlAim3baqSUuvvhiXHLJJf46DW0rHsfa3raqzHZiy5YtI8Ar2G3Tpo2fK/i9997DoYceWrbc8w4/kJMD/pUtoWKJgAiIgAiIgAiIgAiURID/f8c2tUqKW5Hb4ioyM+UlAjWVgMotAiIgAiIgAiIgAiIgAiIgAiIgAiJQ+wmohiIgAiJQXQiYmS+KWZ42M5hFJC4uDrESHx+PWKlXr573Ux/QuQX6Xr8X4hPgB3DwZQMHc1BSl6zDY4O/QtKMNL8/ObWLQPKvy/HuFW8hfVG6O9w5EWEV3dsmqx+HU9/qifo7NgDPk/jccyjW5jnGcGqKWeT8M8vTzM7MqLyY5dk+QI4IiMBWEdhjjz0wfvx4XHvttUWmT09P94Mxb7vttiK3K1AERKD2E/BtutxqBpuawh92BE2bwo++UKbN2YgbHliDpSlbXOoc3z50htOurZiTg0eHt0Gv05syqFaLKicCIiACIiACtZ1Aiz92wd5jB8dUM/Lcd10C2Lw4DWlXP4cNPyX6H1uzjcD2QpDQjqCmMJOgC9r0S0RABERABERABESguhJQuURABERABERABESgphGI7YNh2ekPwr4b2tSU0KdDTZk8YSUeH7EI7nUPX/o4zf4gmhE9akwndDy8ObOViIAIVDGBNt064PiXLnHvaN316Tpt3Rq5Zt0FnP7DYkwf+hbWJ6f7/tvY6z3cA6iDsCq0qSmxNv0SEagLBFRHESiKgLvDuoZQUVsUJgIiIAIiIAIiECHgnpbuf5CIrcdm4CAtAiIgAiJQfQmoZCKwtQT40YqHH364UHJ+4IgfDii0QQEiIAIiIAIiIAIiIAIiUIMJ9DomB/8ctNF1+Ln+P+REtOsH5FiCGYnZ6HdHOmYu2FyDa6ii13YCqp8IiIAIiIAIiED1JrD6j3ch6/VJrp3p1hxX1ty2Js1N1/bGtUu/xsiRI/HAAw9g1KhRYN/s6NGj8cgjj+DRRx/FY489hscffzyfPPHEE6jp8pe//MXB2P7rOeecg6eeeqrccmgRH51t0aKF/6gwj82NN96IE088Ec2bNy9UiaysLIwbNw5vv/22H+vMCGeddValHTN+PBcVvAwdOhRz5871H1Te2qz9TJvOcevWZqF0tYDAhg0bsGbNmq2uiZn5+YSxFcvChQtLTMV5Y08//XS8+eab+PTTT3HrrbfikEMOQYMGDQqlmzZtGgYOHIjExMRC2yoqn0IZb2MA+zko25gNhgwZgqlTp5ZbeM/c1n1XZvqZM2fisssuww8//AD+PiXsmx8+53nRr18/jBgxAh988AEmTpwIfmA+xNlavdNOO6FJkybFJteG/AQizxPnuvtC2NK6dRvcc889/tjcf//9ePDBB/O1rdiuosS2rWp6m6oqyt+6deuAvMI05w9mW+PPf/5z+fJ0p0A0gTsXDBb1yhABERABERABERABEdh6AubaVbb1ybc6ZdxWp1RCEag9BFQTERABERABERABERABERABERABERCB2k9ANRQBERCBakXALPJKwCxPmxnMIsIBcZT4+Hg/eI86VurVqwf6qQ/o3ALn3NAO9erHwWWQKxG1cmkmnhj6NRbMXAUttYdAyrRkvHfV21izJCP3kBtoOBdxDeJx2rieaLBjA/D84HlCibXj4uL8+UNNMTOXPL/ALWbm3MhqlmdHQuSKgAhsKwH+iIU/kigun7vuugsXXXQR0tPTi4uicBEQgVpIIPbHB8GmpnCAfdC0KZs3b/Yfh5g2ZyNueGANlqVsAfxj25wycKH76PA26H16U3pru6h+IiACIiACIlAnCLT4Yxe0GzsY7oEPOMe80AK2LEnDqoHPYcNPib6dwPYC2w1BQnuCmgK3BO3M6A+0aUtEQAREQAREQAREoJoSULFEQAREQAREQAREoEYRiO17YcHpL05CXw41ZcrnaXh85BK47h/4oRvOMWNvEIMMD4/phIOPaAEtIiAC1YfAHmd2xAkvXeqvWXPFMjNnO3F2xo9LMH3oOGxIyfD9t+y35bVOzftC0LQpLkm+PtsQxnCJCNQBAqqiCBRJwN9RrchNChQBERABERABEfAEDPzzpnPMiVYREAEREAERqMYEVDQR2GoCDz30EObMmVMo/TXXXIOdd965ULgCREAEREAEREAEREAERKAmETAzmJkvspl5u2fnLXh8YBacD86BC3ZizjbMSNqEP92ZjlkLNkOLCFRDAiqSCIiACIiACIhANSaQ0e9ubHxzMlzjElzYzgTM/2UP6YXs685GUYuZ+WCziPYeOWUiUL9+vQAPAwAAEABJREFUfTRu3Dgad9Wqip8nlHNP7rPPPujfvz9GjhyJ0aNHY9CgQejYsaOf25Q757jkb7/9FsuWLaO3xspJJ52Er776ytcxluvWVCiHiZzjVlqSOkogKysL69evL7X2mZmZ0eunYcOGaNq0qU9De5dddvE2nZSUFKpShb8rWLt2bTRe27Zto3ZRRsuWLdG7d2+MGTMGU6ZMwRtvvIGBAwdi1113RViSk5N9OK/3EFZQV1Q+BfON9bNusf7i7OXLl2PNmjV+c/PmzcH7pfeU4jRo0ADNmjVDWMrKPMSviZrn6XPPPYfU1FRffJ5/d9xxB/773//i008/9efFsGHDcNppp6FVq1b+3r9p0yYfd1sczl9MYR48Xws8wxgsiSGQ4+2cfL8LAiKhfpOcGkHg5JNPxtdffw3OH9yoUaPylznfIaeHUv5slEIEREAEREAEREAERCA/AdfSzh9QSb64StqPdiMC1ZiAiiYCIiACIiACIiACIiACIiACIiACIlD7CaiGIiACIlD9CJhFBiyb5Wkzg1lEOKjJzMABtLSpY6VevXp+G3X7zi3Q9/q9UC/B4AfzcCwHBTlIXbwWjw2eggUzK35wr9uZ1komkDwtGe9eMQ7pi9Ijh9odZz+gMicHcfXjcNpbPdBgxwbgeRHOl1g7Li7OnzfUFDOLnnNmEZtVMjMqL2Z5tg+QIwIiUGEEhgwZgvHjxyN2oHZs5i+//DJ69OiBn376KTZYtgiIQC0l4J/puXULNjUlfOiBOgh/1ED5dU4WbnhwLZambHGtP5eBax+wocCBKDQfub01+nTN+3GCi1GLV1VNBERABERABOoOgZbnH4e9nh/sKhx56ruuAd8WYNth86KVWDXwOWz4cb7/iBTbDKENQc04QdN2meT7sVgIY7hEBERABERABERABKofAZVIBERABERABERABGoOgYL9LPRTWANqCvtpYoV9OZTJn6fh0RGLXFT3xsetznCvgFxfEDuCnOehMZ1w8BEtnKVVBESguhFoc+ZBOP6lAdE+W17r/jJ2TsYPizFj6DhsSMnw/be8/nnNUzNe0LQprFvQBW36JSJQewmoZiJQNAF3K3VtoqK3KVQEREAEREAERIAEXN+B/2+Eth6bEQpyRUAEREAEqi8BlUwEto7AggUL/Id8CqY+/vjj/QeMCobLLwIiIAIiIAIiIAIiIALVjYBZ0fO4mJmfAyaU1yziN4voHkdvxiNXZvqOP7438+MJcscSzUjchPPvSMesBZtDcmkRqCYEVAwREAEREAEREIHqSiD9/Lux/vVJufMM5ESK6VUO1v/lLGz8a2+UNFdhJIHc8hIg01atWkWTJSUlYf369VH/9jAaNmyIQw89FIMHD8bf/vY3NG7c2O8mIyMDixbxNwveW6Oc5s2b44knnsCXX36J4447rkLKbszFOW6lJamjBNasWQO+iyqt+osXL8bKlSt9tKZNm+abS3L//ff34XR+//13ZGa6/+XpKUHS09ORmJgYjbH77rtH7dIM3lf23ntvXHbZZXj77bfRs2fPaJKZM2eCdYoGlGBUVD4Fd7FkyRKsWlX6fMizZ8+OJm3bti123HHHqL8kg/PuMn6IwzqvXbs2eGulnjNnDqZOnerrlpCQgFtuuQXdu3dH/fr1fVhRDp83RYWXJ4zPjzZt2vgk/O3LvHnzvB1xinZTUlJw7rnnolevXrjtttuQnJxcdMRaG2rgX171LM+UVa0JtGjRAv/85z/xxRdfoEuXLltf1nyHnB7K1menlCIgAiIgAiIgAiIgAhECZlXTroqL7F6uCNRhAqq6CIiACIiACIiACIiACIiACIiACIhA7SegGoqACIhANSVgFnk5YJanzQxmEeEAODPzg59pc2BZrNSrVw/0U7fv3AJ9b2iHevVd178BoDjHzLByyTo8PngKFswsfdAbtFRbAsnTkjH+ynFIX5weKaM7xu7wwswQ36AeThvXEw12bACeDzwvKLF2OIeoKWbm05rlabjFzJwbWc3y7EiIXBEQgYomwEHSHNTHCYaKyvurr75C7969MW7cuKI2K0wERKCWEPATLOTWJdjUFA5yD5o2hR+AoPw6Jws3PpiJpSlb4B7s8E/uXMec77Hb26BP12aoM4sqKgIiIAIiIAJ1jEDL849Du7FD3FPfPfktUnkzZzjZvHglVv9lDDb8NN9/RIptB7YjgoT2BTWFqYMuaNMvEQEREAEREAEREIFqQ0AFEQEREAEREAEREIEaQiC2r4VFpp9Cm300tIOw7yZWJn+ehsdGLnFRXV+P6/3h6jyA6/cxMzw8phMOPqI5tIiACFRfAm3O7IjjXxzgLlvLFVdWA8z9pU9djBlDx2FDSobvv+U9gfcAat4XgqZNgVuCdmbuRKu0JCJQiwmoaiJQDAFjuHdoSERABERABERABAoTMJhZNDjPigbJEAEREAEREIHqQ0AlEYGtJDBq1KjoB1Vis7jmmmvytYVit8kWAREQAREQAREQAREQgepMwCx/T56Z+bZtmBuGOkiPozfj4Ssy4WLAzOAct0b0zKRN6HdnOmYt2AwtIlBtCKggIiACIiACIiAC1ZJAer97sOGNSXAtSZh5F8hV6wedhezr+vj5L83Ma7ZHzQxm+QVFLGZWRKiCYgm0b9/ezxfJsIULF+L333+nWaL89ttvGDZsGG6++WY8/PDDWLFihY+fmZnp56e79957/bYFCxb48OKcPfbYA3vuuWd089q1a6N2TTGuuOIKzJ07F4MGDarQIucwN+e4lZakDhOYMmUKNm3aVCwBju3/5ptvsH79eh/n4IMPxm677eZtOh07dkTjxo1pYubMmZgzZ463S3J+/vln8H7AOC1btsT+++9P08t///tfXH/99ejRoweGDx9e4u8JGjRogJNPPtmno5ORkRGtS0Xlw3zLI6mpqfjll19KTJKWloZJkyZF4xx77LH+mRMNKMXo1KkTEhISfKxZs2bh119/9XZJzk8//YTTTz/df5ie95OlS5eWFL1abVu9ejXWrVvny9SqVSsccsghKGnhs+L7778vKUqZtjVs2BCHHnpoNC6vA+btA4px5s2bhyVLloB8+SzjOVpM1FoanOPqRXHKr7G2D5BTDQlceeWVvq0xcODAbS9d7CHPyQH/tj1T5SACIiACIiACIiACIsD/zWObWpVFJK6ydqT9iEB1JaByiYAIiIAIiIAIiIAIiIAIiIAIiIAI1H4CqqEIiIAIVGcCZuaLZ5anzcwPNjOz6KBnDnymxMfHI1bq1avn/dTtO7dAn2F7oV6CIce9deCgjvACYsWSdXh88GQsmJkGLTWPQPK0ZLx7xTikL0qHP7jwB9ibcQlxOH1cdzTYsQF4HoTzI9YO5w41xSzvHDOL2KRiZlRezPJsHyBHBERguxHgQO2PP/4Yl1xySZH7WLRoEc455xxwcqIiIyhQBESgRhNgey1UINjUlPBhB+og/PAD5dc5WbjhwXVYkrLZtQnYNmDrz+XkTNdgwKO3t0afrk1dQN1ZVVMREAEREAERqIsEWpx/HPYaO5g9Bb767BOKGMCmhSuxeuAYbPhxvv+IFNsQoU1BHdveoM10QRe06ZeIgAiIgAiIgAiIQHUgoDKIgAiIgAiIgAiIQE0gENvHwvLSHyS2X4Z2EPbdUCZ/noZHRyx2r3vcSx/X2ePfAEVMH/bwc0fi4COaM1uJCIhANSfQ5qyOOO7FAf59rruc3TXM1V3Qrkc3/fuFmDHkLWxIyfD9t7wX8B5AzftF0LQprGrQBW36JSJQ2whsa302btwIToRZEyUxMXFbq1+r04e2Ua2upConAiIgAiIgAttEwD0t/T8gkUz4H0jEkisCIiACIiAC1Y+ASiQCW0Ng6tSpeOyxxwolPfvss3H++ecXCleACIiACIiACIiACIiACFR3AmaRuV3MLDrXkJn5+YbMIprzxMRKj6M3YdRla/14BOe41fUE+n7BHMxIzEa/O1Zj1oLN0CIC1YGAyiACIiACIiACIlD9CKw+/26sf32ia0dyXKsTtiW9AOsHnons6/r4uS05n2Foh5pZtI1qFmm7wi1mebbzai0jgb322gtt27b1sTdt2oS33noLK1eu9P6inPXr1+ODDz7AmjVrfDyOkWzcuLGPWr9+fSxbtgwLFizw27777jt3bHP8tqIc5pWenu43ca7KNm3aeLsmOEcddRQ+/fRTPP3009hll10qvMjGHJ3jVlqSOkxg0qRJmDx5crEEZs6cibfffttvT0hIQNeuXf190wc4p3379jj00EOdBaxbtw7PPvss1q5d6/1FObyG//WvfyE7O9tv7tSpE3if8B7n8Fr96quvsHz5cnz77bcobaxxUlKSSxVZmU+TJk28p6Ly8ZmVw+FvI8aOHevvVUUl4/b//Oc/+P333/3mvffeG0cccYS3y+p06NABBx54oI9OjqNHjy52f4zE48HjsmrVKv9h+g0bNqBp05o5X19mZibCfZ11Kyj8Hcqbb76JH374oeCmrfKfeuqpaNmypU/LPCdOnOjtohxyfuWVV6Ln9sknn4zmzZsXFbVWhvnniWsruU6/mPr50Bi/zOpE4Oijj8Znn32Gp556CjvvvHPFFC32kLvzwWAVk69yEQEREAEREAEREIE6TsBcu8qqgEFcFexTuxSB6kRAZREBERABERABERABERABERABERABEaj9BFRDERABEaj2BMwirwjM8rSZwSwiYfBz0BwQHSscSEc/9QHHtESf69shoUEcXGqY0Y0gWLEkE/8c8hUWzEyLBMitEQSSpyVj/FVvI2NxZLC0O6iu3Aa4Nb5BPLq+3QP1mzQAjz/PA0qszfOGYdQUM4NZfoFbzMy5kdUsz46EyBUBEdjeBPhjiueffx533HFHsbsaNmwYrrnmmmK3a4MIiEDNI8CB8aHUwaam8EcJQdOm8IMPlF/nZOHGUZlYmrIFfGqbGcwoLjcDHhveBn261swfE7gabO2qdCIgAiIgAiJQZwm0OP84tBs7BK4ZANckiHBwHtqbF69E+l/GYMOP8/1HpNiWYLsiSGhvUFOYOOiCNv0SERABERABERABEahiAtq9CIiACIiACIiACFR7ArF9Kyws/QWFfTMMo2Z/TZApX6zCoyOXwHXtMCngOngM5rRbnRo9phMOPqLuTHQELSJQCwi0OasjjnvpUl7JoOMuZfjFXd8ZPyzGjCFvYUNKhu+/DfcE6nCPoA7CdLSpKbE2/RIRqEUEKqQq4fla03SFVL4WZ2L5bqa1uKKqmgiIgAiIgAhsNQE+LS2aOs+KBskQAREQAREQgepCQOUQga0i8NBDDxWZbtCgQUWGK1AEREAEREAEREAEREAEahoBM4NZRDhHDMXM/MdWOXdMkB5Hb8JDl62Diwy/GF0D/2YmbcKf7kjHrAWbGSgRgaokoH2LgAiIgAiIgAhUMwKr+92DDW9M9u1G18x0GjAzOtgwsBs2/sWZwAkAABAASURBVLW3b3uyHUph+5OaYmZ+m5mLD0TSIbKYRcIiPrmlEWjYsCHOPPNMJCQk+KhLly7F448/jsWLF3t/rLNq1SqMHTsWs2bN8sFMw7TMgwGcc7Jz587R4zFp0iR8+umn0Y8tM06QzMxMvP7661i2bJkPatu2Lfbcc09vV2enfv36uP/++/Hdd9/h9NNP325FzWHOznErLUkNIsBzOz09d67WCih3VlYW7r77bnz88cfg2P6QJcfvf/vtt+B8kGlpkTl9u3TpguOOOy5E8bpBgwYYMGAAOLckA5iG77Lmz59Pbz757bffcO211yJsa9myJfr37+/nlg0RO3TogAMPPNB7U1NTMXz48Gh8H5jrsHyTJ0/29wwG8d7Na4bXEP0VlQ/zKq+wfn//+9+xcOHCfEnJ+pFHHsELL7zgw1nmfv36oVWrVt5fVqdJkya45JJLQPZMw/2RK/nSHyvJycmeIY8Lw5mGaZkH/TVBeO8OHyfnuThq1ChkZGQUKjqvC94/+YyJPZc5vr5Q5AIBy5cvB8+pAsHYZ5990K1bNx/MPO+55x68++67+a4Vbly3bp2/dwfOu+22m3/2cVtdEf88yckpwNGH1hUENaaevA88+OCD4Pl62mmnVWy58x1yeigVuwvlJgIiIAIiIAIiIAJ1kYBraVdJteOqZK/aqQhUGwIqiAiIgAiIgAiIgAiIgAiIgAiIgAiIQO0noBqKgAiIQM0gYBYZuGyWp83MD6Y1Mz/gmYPRwkBo6ljh4Fv6qQ84piV6D9sL9eqbH+iTN7QjB6mL1+KJwVOwYGZkwCC0VGsCydOS8e5Vb2P1wnTkHcdIkePqx6PruO6o36SBH6DJ40/hOUBNiT1naJvlnVNmEZu5mRmVF7M82wfIEQERqFQCt912G1588UV/XRe14yeeeALdu3dHYmJiUZsVJgIiUIMIxA5sDzY1hYPag6ZN4YB5yq9zsnDDg+uwOHkz2EDIcY0Exo0I8NjtrdHn9KY1iERFFVX5iIAIiIAIiEDdJtDi/OPQduxg3xfknHzthE0LV2D1oOew4cf5/iNSbFOwfRGE7Qja1BSSDLqgTb9EBERABERABERABKqOgPYsAiIgAiIgAiIgAtWbQGyfCktKf3HCPppYmfzFKoy+b3GkX4eJvbgXQf6FEPDws0fg4COa+1A5IiACNYtAm7M64tgXBxR5fWdMXYQZQ97C+pQM33/LvlreG6h5/wiaNoU1D7qgTb9EBGoHAdVCBEohwCZSKVG0WQREQAREQATqLgE+KCkRAnlWxC9XBERABERABKoPAZVEBMpP4KOPPsJ//vOfQgmvuOIKVPgk/IX2ogAREAEREAEREAEREAERqFgCZvnndjGz6BxDZnk254rh/DGUWJv+Hp03Y9SlayMF852B/MwBBZiRlI1+d6zGrAWbI9vlikCVENBORUAEREAEREAEqhOBVf3uwYbXJ7kisfFI8UNbwXGpG67uhqy/9gbbmbHCNmismOW1Vc3M5aV1awkcfPDB6NOnj59jlHksXboUd999N2699VaMHTsWr7zyCkaMGIGbb74ZP//8M6P4/xl69uwJpvUBuc6hhx6KQw45xPuys7Mxbtw4/O1vf8Po0aN9Pszr/vvvxw033IAff/zRx+OHbrt164bGjRt7f3V1+vfvj7lz5+L666/f7kX0Z7Rz3Lrd96UdbDuBVq1aoXnz5j6jtLQ0DB48GMOHD8eoUaPA68lv2EonISEBGRkZuOWWW/x1ynwpvXv3xl/+8hekpqb6nPfZZx8MGzYMvJ58QIxz2GGH+bhh28yZM9GvXz/88Y9/xF133eXLevbZZ4Pn+O+//+5TNmrUCDfddBMOOugg7w9OkyZNcNVVV0X3E/Jiepbr3nvv9fcKzk953XXX+bIzbZcuXXDSSSfR9FJR+fjMyuHww++77rorpk+fjvPOOw+XXHIJWGZe16effrq/T/F3E3ze9O3bF+RcjuyjUU844QQMGjTIP8sYSK7kG8uJ++7VqxcmTpzIKP4eTLZM6wNqiNOuXTt07do1WtrvvvvOf1yf9SdbnmMXXHCBj/PGG2/4eIcffjiaNo3MTZiSkoLMzEwfHuvsv//+Ue9bb73leTK/d999NxpuZrjyyivRuXNnH5aVlYW77roLfKbwmcX4LAfL9+GHH/o4vA54bu65557eX7ccA//y6mx5pqxqQeDCCy/0bQ22nbZLgfIdcnoo22VPylQEREAEREAEREAE6hQBs6ppV8XVKcqqrAgUJCC/CIiACIiACIiACIiACIiACIiACIhA7SegGoqACIhADSJgFnlZYJanzQxmEeGANDPzg8Roxw6Qpl2vXj0/2Iz6gGNaos/17ZBQPx4G5ErEWrFkHf455CssmJkGLdWXQPK0ZLx71TtIX5QOd9hh7g9ODEC8O65dx3VH/SYNwOPN40+JtcM5Qk0xM5jlF5eVD6OmmBmVRAREoIoJXHTRRfjyyy/RoUOHIkvCwaz8EcYXX3xR5HYFioAIVH8C/OFbKGWwqSn8IULQtCn8wAPl1zlZuGFUJpak5MDcn18NTtExPHb77uhzemSAPeraovqKgAiIgAiIgAigxfnHY6+xgwH+fx9pHsD45/xbFq1E+qDnsOHH+f4jUmxbsJ0RJLQ/qClwS9DO9D/cp5aIgAiIgAiIgAiIQJUS0M5FQAREQAREQAREoBoTiO1LYTHpp8Ta9If+GGr20VAmf7EKj45YAteNAxhXOk7ocTJ6zJE45MgW0CICIlBzCezR/WB0eXGAu6Lzrm04H9c1PyzCrCFvYX1Khu+/3bJlS1SH+wZ1ELiFtlN+jbV9gBwRqOkEVH4RKI0Ab6WlxdF2ERABERABEaizBNyD0ncwRAA4X8SQKwIiIAIiIALVjYDKIwJbQeChhx4qlIofJuIHJAptUIAIiIAIiIAIiIAIiIAI1CACZvl78swMZubnFzKLaM4bw3llgg7zy3Q/ehMevGwtXAIALl2MzErahD/dsRqzFmyGFhGoEgLaqQiIgAiIgAiIQLUhsLrfPch6fRJccxHwjoEL3Q1Xd0PWX3v5OSzZ5gzCtmesmBnM8sSnz/XTppgZlaQMBMwMp556Ki699FLsuOOOPgXHBKekpOCbb77B5MmTkZiYCI4r5kZ+PPn8888HP6hslp9zQkICBgwYgKOOOsofI8bPysrCrFmzfD7M6/fff0d2djY3oXnz5mDf+qGHHur91dE56KCD8M477+Dll1/GXnvtVSlFzOFenONWWpJqTqBFixbo06eP/9+ZReW18/777+O1115DUlISg7Zabr31Vpx++uk+/dKlS8F8KbR9oHM6d+6MJ598ErvvvrvzFV7NDOeddx5GjBgBlpUxeD3Pnz8f7777rs9z0aJF0Wu8Xbt2+Ne//oVTTjmFUQsJ9/fAAw/ky4vpWa5x48bh008/BRkwIe/dvXr1Aj/E3qhRIwZFpaLyiWZYBoMffb/nnnvQpk0b/zuJ6dOng2XmXJuZmZk+B97jrrnmGgwbNszPr+sDy+mYGS644ALcddddxXLivvk7LmZNNvzgNz/+bZb/vsrt1VnMDFdeeSXOOOOM6DXA+/53333n2fIcmzt3rufN849MRo4ciVatWvlqrVy5EosXL/Z2rHPyySdjn3328UHk9P333/v8eH6tX7/eh9Np0qQJeD7269fPtx/gAtPS0vx5yGPLcrA8Lhi77LILRo8eXey5zTi1W/hUoYRaxtohTLoqCHTs2NHfj1966SW0bdt2+xUh9pDn5IB/229nylkEREAEREAEREAE6g4B9qPFNrUqq+ZxlbUj7UcEqiMBlUkEREAEREAEREAEREAEREAEREAERKD2E1ANRUAERKCmETCLDPwyy9Nm5gfTmpkfXMUBdUHCIOmgww/0qNsf0xK9r98L8fXjwJcQfBkBWs6TumgtnhwyBQtmpEFL9SOQPC0Z71z1DlYvXO0/sMdjFxmkk4M4dzxPH3cWGjRp4AcnFjz29MfFxfmBcNQUs7xzyCxis9ZmRuXFLM/2AXJEQASqlMDxxx/vB7FycHlRBZkxYwZ69+6N5557rqjNChMBEajGBPhcD8ULNjWFP9AImjaFg+Apv87JwvUPZmJJ8haX3DXoctt1ESsHj922O87u2sxtq5urai0CIiACIiACIhAh0KLfCWj7/DWRLiA2FFybge0LmpsXrUT6oOew4cf5/kd6bGOwvRGE8WhTU5hj0AVt+iUiIAIiIAIiIAIiUNkEtD8REAEREAEREAERqK4EYvtQWEb6KbRj+1toU9gvQ6E95ctVGH3f4tzxIS5FmMjFaReI0c8dgUOOaO42aBUBEajpBNp0PxjHvjjAVcP12PIad/23fnXejKkLMXvoW9iQssb33/L+EO4TvJ/QTx3EZeJuES4hDScMd0qrCNQKAqqECJREwI+lzbv9lRRV20RABERABESgjhJwT0v//0ak+npsRjjIFQEREAERqH4EVCIRKC+BF198ERMmTCiUbMiQITjssMMKhStABERABERABERABERABGoCATOLFtPMonMLmZmfX8gsojlvTBDOKRMrnF+ox9Gb8cCANeAPylwPIaLi+gpnJmbjT8NXYdaCTW67VhGoXALamwiIgAiIgAiIQPUgsKrfPVj/+iTXTnTl8S+Rc1uMzs68sis2Xtfbz1nItiXbmkHTpoS2KLVZ/naryzG6mlnUllE2AmaGo446CnfffTcGDBiAffbZB40bN44mbtCggQ87//zzcd999+Hkk0/2/zdEI8QYDRs2xGWXXYbbbrsNJ554Ilq1aoWEhIRoDOZ70EEH4aqrrvL7O+CAA6LbqpsxfPhwTJ8+3c+xV5ll82ewc9xambvVvraSgJnhwgsvxF133YU999zT/x/NrDjuPikpieZWS5MmTXDPPff4j5YfccQR4LXIzJo1a4YzzjgDY8eOxeOPP46ddtqJwcWKmeGEE07A+++/76+7Qw45BMwjJGjZsqXP75///Cdef/11dOjQIWwqUnfp0sV/rPrOO+8E82L6EJH363bt2uHPf/4z3nrrLX8vaNSoUdicT1dUPvkyLcXTvn17/Pvf/wbf7cUer1133dUfR340/uKLL/bz65aSVYmbzQxdu3bNxymWOZmQ3bBhw/Dee++B91c+30rMtJpu5HnK8/+JJ54Aj2lsPWkzbOTIkf7843nbokULHHjggb4269evxzfffJPvNyncsPvuu+Oxxx5Dt27dQFYMoyxbtgxMQzsIt5Mjz91zzjkHrVu3jl6HvGZ4zG+//XZ/PvJZF9LVJR15njjXnZd59Xb+PI+sKiJwxx13YNq0aejVq9f2L0HsIXfngsG2/z61BxEQAREQAREQARGoAwTMtausCuoZVwX71C5FoLoQUDlEQAREQAREQAREQAREQAREQAREQARqPwHVUAREQARqJAGzyCsDszxtZjCLCAeIUTjILmjaQcLAaer2x7REn+uOU04HAAAQAElEQVTboV5990rApQcssjqVumgdnhz6FRbOXAUt1YdA8vQUvHv1u0hftBo8ZAYDnOFcxNePxxlv90CDJg384MSCx5z+cE5QU8zMJc8vcIuZOTeymuXZkRC5IiAC1YFAmzZt8Pbbb+Ovf/1rkcVZu3YtLr/8ctxyyy1FblegCIhA9SOQk5MTLVSwqSn84UjQtCn8oAPl1zlZuH5UJpambPHpDea0k8iKx29vjbO7NnVhdXZVxUVABERABERABGIItOh3AtqOHQz/775zzAyWu33zopVIH/QcNvw4339Eim0NtjuChPYINYXJgi5o0y8RAREQAREQAREQgUokoF2JgAiIgAiIgAiIQLUkENt3wgLSH4R9LrE2/eyPCTL5izSMvm8JzFzvjRPnwnngNYBHxhyJQ45o7iytIiACtYVAm+4H49gXBgDumndOZPUXvSFj6iLMGvomNqSu8f234Z5BzXtJ0LQpcEvQzkSsTb9EBGooARVbBEokYDBwhRYREAEREAEREIFiCJh7VFp0W54VDZIhAiIgAiIgAtWBgMogAuUiwL7Phx9+uFAafsRk4MCBhcIVIAIiIAIiIAIiIAIiIAI1mYCZwSxPOG8MhfPJlCQ9Om/GA5etg0vpJJeAywdOZi7YhAvuSMcsp3O3SIlAZRDQPkRABERABERABKoBgdV/uhcb3pjsmoVsKYYC0TZsuKorsv/WByW1M9kWpZi5NDESzcmFBbuu6r322gsPPfQQnnrqKS+HHnpouVHssMMOOOaYY3DjjTfmy+vRRx/1YaeccgoaN25car5m5j/A3L9/f9x55514/PHHfZlYNpZxyJAhOOKII5CQkFBqXlUR4eyzz8aMGTPAD0ZXxf79zGDOcWtV7L5c+2zUqBGefPJJTJ061cvFF19crvSlRT7wwAPxxRdf+Lzfeecd7LzzziUmKS1+adsLZl7W+Lw/nXHGGX6uxu+++86Xl0wuuOCCglmW28+8jz/+eDz99NP4+uuvfd6ff/457rnnHnTs2NHfV8uaKT+G3q1bN4wZMwbMg2WkfPrppz6/o48+Ovrh9NLy5LE/66yzfF5Mz3wo3377Ld58800MHjwYe+65Z2nZYFvzKe0YxW7nucr98T7Gc5Vza4bj9eGHH+Laa69Fq1atSiwz0zMf1pVy4oknlho/cIplPnnyZM+uX79+aNasWYl5lHXj8OHD/fnBcrF+JaXjdsajMN22xuV5yo/r83kRW0/aDDv11FPB84/7MTPcdttt0bLyPauZcVM+4bG4++67QVYsJ2XcuHFo2bJlvnjBs9dee+Hvf/87xo8fj3Bcec288sor6Nmzpz/XQtxYHXuOlOU+w/sQ47E81PTH5lcd7RxfqJwCv/WJhPpNciqdQN++fTFz5kx/LVTazvMdcnoolbZ37UgEREAEREAEREAEai0B19KukrrFVcletVMRqBYEVAgREAEREAEREAEREAEREAEREAEREIHaT0A1FAEREIGaS8AsMhDKLE+bmR/oZ2Z+gJ6Z+UHTHHRVcPB0vXr1/Dbq9se0RO/r26FeggHI8asz3JqD1EVr8M8hk7Fw5irn11rVBJKnJ+Odq97G6oWr/XHKCYfLaUuIwxlvd0f9xvXB4xqOeawdzgVqiplFzxmziM06mhmVF7M82wfIEQERqHYE+MOJxx57rNhycTA4B5unpaUVG0cbREAEqp4AJxwLpQg2NSV8qIE6SPjwy7S5G3H9qPVYkryFLTmfBdNEGgvAo7ftjrO7NvXhdddRzUVABERABERABAoSaNHvBOz5/GD/IzC2HVzXQm6UHGxZtAIZg55D1k+J/iNSbHeENgg14wdNmwmDLmjTLxEBERABERABERCByiGgvYiACIiACIiACIhA9SMQ22fC0tFflLCvhcJ+mCBTvlyFh+5b4t//MA3f/fg+HOe4FY88dwQOOaI5s5WIgAjUMgJtehyCY18Y4Grlrna3+huBc3gvyPh+IWYNeRMbUjJ8/+2WLVuimtvppw7iMvH9wNQUhlNLRKDmElDJRaBkArxtultmyZG0VQREQAREQATqNIEc96j0T0xPIc/yXjkiIAIiIAIiUE0IqBgiUD4Co0aNws8//1wo0TXXXIOyfMCkUEIFiIAIiIAIiIAIiIAIiEA1ImCWN+eLWX47zBtDHSTMNUMd5psJusfRm3H/ZetcH2FuBTlpDX2uo3BGYjYuGL4asxZsyt0oJQLbm4Dyr8kE1q1bB85zc9ZZZ6FTp05ejjvuOFxxxRXQ3DalH9nJkyd7ZmQ3cOBAZGZmFpuI473mz5+P++67D7169cLRRx/t03bu3Bl9+vTx4dzOeMVmog0iIAIiUAyBVX+6F5mvTQJcu5D3EdcszI2Zg8wrTsfG63r7uSpj25a0Q9uzoDYzP6chMzHLs4OfWiICW0Ng7733xr///W+MGzcOHTp02JosKiSNMRfnuJWWRAREQAREoEwEFKlkAgb+5cWxPFNWpRHYZ5998J///AdvvfUWDjzwwErbr99RvkNOD8VvkSMCIiACUQKzZs3CKaec4vsF2adYFunatSsuuugiPPXUU0hOTo7mJUMEREAE6goBs6ppV8XVFcCqpwgUIqAAERABERABERABERABERABERABERCB2k9ANRQBERCBGk7ALPLywCxPmxnMIhIGRofB0tSxEn6gR93+mJbofcPeiE9wrwYsF0xuPisWrcW/hk7BwpmrcjdIVQWB5OkpePfq8Vi9MD2y+9zjw8MVXz8OZ77TA/Ub1wePZ3x8vB80H2vzfGA4NcXMoueKWcRmxmZG5cUsz/YBckRABKotAU5I9P7772P33XcvsowcUNijRw/88MMPRW5XoAiIQNUS4I/gQgmCTU0JH2igDhI+/DJt7kZcP2o9liRvgfm/3Fz8M9zw2O27o2/XprmBdVip6iIgAiIgAiIgAkUSaNHvBOw1dgjM2JIIUcwZhs2LViBj0LPI+inRfzyK7Y/QFqGObafQdokQdEGbfokIiIAIiIAIiIAIbHcC2oEIiIAIiIAIiIAIVDMCsX0lLBr9lFibfva1UEL/C/WUiavx8IiliPTUAGYG/2eAM/Doc0fgkCOaQ4sIiEDtJdCmxyE45oVLwWs+IgYzA5c1Uxdi9tA3sSElw/ffxt5Dwn2FOgjT0KamxNr0S0SgRhFQYUWgFAL+TumdUiJqswiIgAiIgAjUWQIW/d+CCIyORAREQAREQASqGwGVRwTKQSAlJQWjR48ulIITXQ8aNKhQuAJEQAREQAREQAREQAREoCYSMMvryTOzaB+fWcQ2i2jOJUPh3DJBwrwz1JQeR2/C/Zeug0sBM3M4nHB1MnPBJlxwx2rMctpt0CoC25eAcq+xBJYtW4YBAwbghRdeAP8vDxXJysry95UddtghBElvI4HMzEzcdddd6Nevn/8I4dKlS8GxYsyWY00XL17sw7n9xhtvxMqVK7lJIgIiIAJlIrDqT/dh/euT3L3bRXftQjODOZPOhiu7IvtvvaPzGbIdGdqXsZptzyBmBrP8wuwoZkYlEYGtInDDDTdg7ty5+NOf/rRV6SsyUQ4zc45baUlEQAREQATKQkBxSiHApwolRIu1Q5j09iTA/6fZ1uD/1ttzP8XmHXvIc3LAv2LjaoMIiIAIlINAWloaZs2ahWeeeQa9evXC3XffDfY3liMLRRUBERCBGk2Av6XPqYIaxFXBPrVLEagWBFQIERABERABERABERABERABERABERCB2k9ANRQBERCB2kDALDKo2SxPm1mhQdBhgHTswGnaYVA1dftjWqLX9e0QX8+Q495K+JcTznAmUhauwZNDJmPhzLTagK3G1SF5ejLevvodrFqwCuAB8ZLjjlMO4hLi0O3t7qjfuH50sHx8fHw+m8efYdQUMyt0jhCKmVF5McuzfYAcERCBak+ge/fumDBhAk466aQiy/rNN9/4QTdvvvlmkdsVKAIiUDUE2OYKew42NYU/vg2aNoU/xKVMm7sRwx7MxOLlm11y1y5wjQQ2EZzHrTl47Lbd0LdrU2drFQEREAEREAEREIHiCTTvdwL2fH6wa0kUiOMaFpsWrkD6wGeR9VOi/4gU2yBsjwQJ7RRqCnMIuqBNv0QEREAEREAEREAEticB5S0CIiACIiACIiAC1YlAbB8Jy0U/hTb7VmhTaFPY70LZtGkTpkxcjYfuXezHhOS4Phq35trufZDzjH7mMBxyRHNmJREBEajlBNr0OATHjB3g7gGuou6GwPuGuw04fw7Sv1uI2UPexIaUDN9/G+4l1IwXNG2Ky8Gno6aEMNoSEahJBFRWESiNgGsxRcbZlhZR20VABERABESgzhJwT0v3/0WoPv/HCLa0CIiACIiACFQXAiqHCJSHwKhRo7BkyZJCSa655ho0bNiwULgCREAEREAEREAEREAERKCmEjDLmwPGzPycMayLWcTmXDKxwjlmgnBOoWBT9+y8GSMuXRsZR8D+whz3is1LDmYmZuOC4asxa8EmZi8Rge1GQBnXTAIcc/TSSy9h/vz5vgK873To0AF9+/ZF79690alTJzRq1Mhvk7NtBNauXYvrr78e48ePB8eCMTeyPfnkkz1vavoZzu1ffPEFBg4ciGXLljFIIgIiIAIlEkj7071Y//pE1wh0a247kPd4Z2LD5adj43W9o3MYFmxLsj1J4TMgiFmkTWoW0bE7N7NYr2wRKDOBrl274vvvv8fIkSP9+VjmhNsxoj+bnePW7bgXZS0CIiACtYuAalM8Af88YVuJEo3mQ6M+GduPQLdu3TB16lSMGDECbN9uvz2VknPsIXfngsFKSaDNIiACIlB+Avz9+jvvvOP7G9nvWP4clEIEREAEah4Bc+0qq4Jix1XBPrVLEagOBFQGERABERABERABERABERABERABERCB2k9ANRQBERCBWkPALPIKwSxPmxnMIhIGSAfNgSWxEgZXUx9w7E7ofcPeqFc/LpreSMo5qYvW4l9Dp2DhzDSGSCqJQPL0ZLxz9XikL0h3e3QHwq3Ilfj68Tjzne6o37i+H5wcjiuPZbB53GlTU8wMZvnFZezDqClmRiURARGogQT4w8gPP/wQl156aZGlX7p0Kc477zw88MADRW5XoAiIQOUS4I/fwh6DTU3hj2yDpk3hwDnKtLkbMWzUeixJ2QL4x7bBzAkAA/D4ba3Rt2tTZ2kFIAgiIAIiIAIiIAKlEGje7wS0HTvEx2JbIhi0tyxagYxBzyLrp0T/ESm2RdguCRLaK9QUpg26oE2/RAREQAREQAREQAS2EwFlKwIiIAIiIAIiIALVhkBs3wgLRX8Q9qnE2vSzvyXIlImr8dB9/EiNuXc+TgxOO3HvgeDkkWcPx2FHtoAWERCBukOgTc9DccwLA1yFzd0GnEQsZwMZUxdi9tA3sSElw/ffhnsKNe81QdOmuKSRyftpOAlhztQqAjWFgMopAqUS8HdKKzWaIoiACIiABEEFIAAAEABJREFUCIhAHSZg4F8AYMGQFgEREAEREIHqQ0AlEYEyE5gxYwYeeeSRQvHPPPNM/PnPfy4UrgAREAEREAEREAEREAERqOkEzPL36JkZzPKEc8rECueaCRLmoQm6Z+fNuP+yTLgMnLjVnICOYVZSNvrfsRqzFmyCFhHYTgSUbQ0lkJ6ejp9++ila+kGDBuGFF17AzTffjFtvvRVXXnlldJuMrSfAcV1PP/00vv32W58J7+39+/fHZ5995ucLIm/OG0T/4MGD0aBBAx9v/vz5uPfee5GZ6e7vPkSOCIiACBQmkPan+7Dh9cluA9t+gGtOOjEvWVeejo1/6x2dzzC0HUObMmjel4KYRdKaRTTcYmbOhc8TWkRgKwgMGTIEn3zyCTp16rQVqbdfkhxm7Ry30pKIgAiIgAiUTkAxSiDgnyc5Ofl+5wP40BJSaVNFEPjrX/+Kjz76CEceeWRFZLdteeQ75PRQti1LpRYBEajdBJo2bYqXXnoJU6dOLVEmTJjg+2xbtMj7Tfr333+Pd999t3YDUu1EQAREIJeAa2nnWpWr4ip3d9qbCFQXAiqHCIiACIiACIiACIiACIiACIiACIhA7SegGoqACIhA7SJgln+ws5n5gc9mER0GSgcdBlEHHQZZU7c/dif0ur4d4uuZHwjkh37kOqkL1+CpoVOwcGZa7QJYTWuTPD0Z7wwcj1ULViPyssgdCLeyuHH14nDWO91Rv3H96GD5+Pj4fDaPN8OoKWaW77wwM2blw7zhHLNImDO1ioAI1FACDRs2xHPPPYe77rqr2BrccMMN4A8pOdl7sZG0QQREYLsS4I9uww6CTU3htRk0bUr48Muvczfibw9mYvHyza6thoiwpcBB3C7DR2/dDX277ugsrRECckVABERABERABMpCoHm/E7DHmMFsVUTE9T+45oVra+Rg84JUZAx8Bht+mu8/IsV2CdsnQUK7hZrC/QVd0KZfIgIiIAIiIAIiIAIVT0A5ioAIiIAIiIAIiED1IBDbJ8IS0V+UhH4V9rME+WpSOkbdu8T1xzClewfklOuicX01znYdNY88cxgOO7K5C9UqAiJQ1wi06XkoOr8wwN0feFdw9wQHIGIBGd8twOwhbyArdY3vv+X9hfcVat5/gqZNcUmj+RS06ZeIQPUmoNJVFwKbNlXzD32Em2R1AaZyiIAIiIAIiEC1IsAHJSVSqDwr4pcrAiIgAiIgAlVPQCUQgbITGDVqFLKysgol4G/mCgUqQAREQAREQAREQAREQARqCQGzyJwwZnnazPy8MWYGzi0TK5xzJgjnFKIddI/OmzHy0nV+IEKO7yx0jjOci5mJ2eg/fBVmLajm7wahpWYSUKlrKgGOF1i/fr0vPj801blzZ3//8QFyKozA/Pnz8fHHH0fzO++88zB06FA0aNAgGkaD/osvvhhXXXWVv/8zjB/++vnnn2lKREAERKAQgbQ/3Yf1r09C7HyGrvnn2oM52HDF6dh4Xe/oHIahzcj2Y6yEtqZZXhvULGJzh2ZGpeeDpyBnawlcdtllW5t0u6bzZ7dz3Lpd96PMRUAERKD2EFBNSidg4F9ePMszZW03Apdeeul2y7vcGec75PRQyp2LEoiACIhAIQLNmzdH7969MWbMGOyzzz7gwt+ajh8/Hmlp+rYEeUhEQARqNwGzqmlXxdVurKqdCBRDQMEiIAIiIAIiIAIiIAIiIAIiIAIiIAK1n4BqKAIiIAK1kIBZ5GWCWZ42M5hFJAyaDjp2QDXtMNiauv2xO6HXDXujXv04lx4RgQFOUhauwdPXTsHCmXpRi+24JE9PxjuD3sOqpNVwhxDm/uCEdnxCPM56tzsSGiVEB8vHHkPaPM5B0zZzORQQuMXMnBtZzfLsSIhcERCBmkzglltuwcsvv4wddtihyGo8+eST6N69O37//fcitytQBERg+xHI8b9+i+QfbGoKB8UFTZvCDzRQfp27EdePWo8lKTkAn9vu0R1RBv49futuOOeMptASQ0CmCIiACIiACIhAmQm0uOBE7Pn8EN+u8G0MA8y8g80LV2DNoGex4af5/iNSbJuwnRIktF+oKXBL0M7M90Ep+iUiIAIiIAIiIAIiUKEElJkIiIAIiIAIiIAIVAMCsX0hLA79FNoU2qEvhTr0r1B/NSkdD967BK4zxq2uPwYA3SCPPns4DjuyObSIgAjUXQJteh6KY16ITDAV7g1euz7ctVMXYc6QN5CVusb338beY8K9hzoIKdKmpsTa9EtEoNoSUMGqDYHk5GR06tQJn3zySbUpU76C8AaZL0AeERABERABERCBPALuQen+jwh+5wumtAiIgAiIgAhUDwIqhQiUkcDEiRPx/PPPF4p90UUXoUePHoXCFSACIiACIiACIiACIiACtYmAWaRnzyxPmxnMIsI5ZmKFc88E4ZxCtIPu0XkzRly6zqd1jltdHjDA5TUzaRMuvGM1Zi3YBC0iUKEElJkIiECJBL7++uvoR7hat26N/v37g/f1ohKZGfr27YuOHTv6zdnZ2fjvf//rbTkiIAIiEEsg7YL7sP71ST7IYE474eok68qu2Hhdr+h8hqGtyHZjrPBeRDEzf18yM5hFBG4xM+fCh0GLCNRCAjmsk3PcSksiAiIgAiJQGgFtLwMBPlUoIWqsHcKkazWB2EOekwP+1er6qnIiIAKVTmDPPffEueeeG93vwoULMW/evKhfhgiIgAjUVgL87XxsU6uy6hlXWTvSfkSgOhFQWURABERABERABERABERABERABERABGo/AdVQBERABGorAbP8g5/NzA+ENotoDpyOldiB1bTDoGvq9sfuhJ7X7434eoYc95YiMgjEG0hesAZPDZ2MRbNW1VaUVVqv5BkpGDdwPNISV8ERj/DnQXA+S4jDme+cifqN6kcHy8fHx+ezeYwZRk0xs3zngZn5+plFND1meTb9EhEQgdpBgD/i+/zzz3HooYcWWaGPP/7YT2o0YcKEIrcrUAREoOIJcABIyDXY1BR+iCFo2hR+9IXy69yNGDZqPRYlb3FtA9dCYNvAKdc8cNnl4LFbW+GcM5o6W2ssAdkiIAIiIAIiIALlI9D8TydijzGDwTaGb2r4NgctYMuCFVgz8Fls+Gm+/4gU2yhsrwQJ7RhqCvccdEGbfokIiIAIiIAIiIAIVBQB5SMCIiACIiACIiACVU0gtg+EZaGfQju274Rh9LNfhbJp0yZMmbgaD9yzBOyPcS+B3Mq+GI7SceLMR545DIcd2ZxZSURABOo4gdY9D8XRYwe420Xk/uBuEf6ewXtL+ncLMGfIG8hKXeP7b8O9hprbg6ZNIcqgC9r0S0SgOhJQmaoXgR9++AHdunXD5ZdfjuTk5GpTOHeHjLSrqk2JVBAREAEREAERqG4E3NOSY0Fyi8X/K3JNKREQAREQARGoFgRUCBEoK4FRo0YVisrf1A4aNKhQuAJEQAREQAREQAREQAREoDYSMIvMEWOWp80sOrcM55qJFbaXg3BOIdpB9zxmC+4bsDY6BsH1Irp3bq730PUlzkjciP7DV2HWgk21EaPqVEUEtFsREIHiCXBs6cyZM6MROnXqhN133z3qL8po0qQJGC9sW7t2bTClRUAERMATWPmn+5D52iS4Fp7357h2nmvw+XXD5adh43W9onMYhjYi24uxEtqWZgbaZnltT7jFzJwL3x6FFhGopQT8We4ct9bSGqpaxRFo1KgRnnzySUydOtXLiSeeWFxUhYuACMQQkFkygcjzxLm57ahIbOePGHLrCoHYQ+7OBYPVlZqrniIgApVI4OCDD0bTppG5irOzs7Fy5cpK3Lt2JQIiIAJVQ8Bcu8qqYNdxVbBP7VIEqpqA9i8CIiACIiACIiACIiACIiACIiACIlD7CaiGIiACIlCrCZhFXimY5Wkzg1lEOHA6VmIHWNMOg6+p2x+7E3resA/qJcS8MjDArUhduAZPD52MRbNWQUvFEUiekYJ3Br2H1UnpMDNYbtZmhrh6cej+zlmo36g+eHx4vCixNo8tw6gpZgaz/AK3mJlzI6tZnh0JkSsCIlCbCHTp0gUfffQR+vbtW2S1Zs+ejV69euHpp58ucrsCRUAEKo5A5AdwkfyCTU0JH1ygDsIf51J+nbsRw0atx+LkLeBT28y5Xlxeznz81t1xzhmRAXUuRGseAVkiIAIiIAIiIAJbQaD5BSdij+eH5Gt3uCYHGLBl4QqsHfQsNvw0339Eim2V0Hahjm3X0IZbgnamnwiKWiICIiACIiACIiACFUhAWYmACIiACIiACIhAlRKI7ftgQein0I7tL6FNYX9KkCmTVuPB+5aB/S5enMNXQAwwZz/27GE47Mjm0CICIiACgUCbXoeh89hLEblXwGmjA+ci4/sFmDPkDWSlrvH9t+GeQ837UtC0KXBL0M5U/y0hSKozge1Wtl9++QVXXXVVVN59991yXw8LFizAdddd5/O45ZZbkJ6evt3KW90yfu6557D//vvj8ccfrxZFM94RrVoUpdRCzJo1C6eccoqfhJ8T8ZdFunbtiosuughPPfUUkpOTS91HeSJMnjw5WpaBAwciMzOzPMkVVwRqDIHYa69Pnz5YsWJFjSl7dS+o7iPV/QiF8pl7WlrwODtqyhABERABERCB6kBAZRCBMhF4/fXX8f777xeKO3jwYBxzzDGFwhUgAiIgAiIgAiIgAiIgArWVgFmkr88sT5sZzCLCOWdihXPRBAnz1ATd85gtGHHperjEMOQuzMf5ZiVl48LhqzBrwabcDVIisE0ElLiGEeC7Y75D5jvtbt26YfHixb4GGRkZ/v01wymMw7h+Y4yzbt06cCzGpZdeihNPPDH6Xprvv//xj3+A4zY4rikmSSFz+PDh0XQvvvhioe0FA0qLH/teK+THsr/33nvo378/jjvuOL8/apb7448/RlZWVsHdFOlnPMZnOqYnG9ab40qmT59e6pgUji9t164d2rZti2bNmuGoo46CWfTOXOQ+FSgCIiACJRFI6z8C61+fDPN/uTH9fcWw8YrTkP233tH5DEPbMLQZgw5tSjMDbTOXW67ALWbmXMAsoqFFBGopgRzWyzlupSURAREQAREomYC2lkIg8jzJKfB/YiS0lKTaXJsI5Dvk9FBqUwVVFxEQgepAYJdddkHTpnnzFaempuYrVmn9qfkiO09p8Qv2v27atAkc78W5z8vSX8rf6d13331+rvSjjz462lfLvttXXnmlTv1uz+HWKgIisJUEXEt7K1NuW7KYr/lsW0ZKLQI1h4BKKgIiIAIiIAIiIAIiIAIiIAIiIAIiUPsJqIYiIAIiUPsJmEUGQZvlaTPzg6PNzA+g5iDqIGGQddBhEDZ1+2N3Qo8b9kZ8PUO+JQdITsrA00MnYdGsVfk2ybN1BJJnpODtge8hbT55utdDOU5yszLHv/u7Z6F+o/rRwfLx8fH5bB5PhlFTzCx6zM0iNrMzMyovZnm2D5AjAlvv4BwAABAASURBVCJQKwnsvvvueOutt/C3v/2tyPqtX7/eT0D997//vcjtChQBEdh2AjnuuR5yCTY1hT9IDpo2hT/MpUz7LRvDHtqARclbwCxcE8xp5+Z6HrtlN5xzxo4ha+l8BOQRAREQAREQARHYWgLNLzgRbcYMibY7XOsDyHU2L0jF2kHPIuvnRP8RKbZZ2H4JEto11BSWIeiCNv0SERABERABERABEdg2AkotAiIgAiIgAiIgAlVHILbPg6Wgv6Cwz4Rh1OxHCfLV5HQ8eO8yl8x1urg19L3wFZALxKPPHIbDjmxOUyICIiAC+Qi07nUYjn7+Uh/G+ws7b3kb4X0k47skzBnyOrJS1/j+23DvoWbcoGlTmEnQBW36JSJQfQhUXkm++OILzJs3r/J2WAv2xEn9+YE9Tlg/ZcqUKq1RuB9WaSG2487T0tIwa9YsPPPMM34iq7vvvhv8CMF23OV2z5rPpk8++QQPPfTQdt+XdiACIrBtBPixEn4AhZPvbVtOSl21BPgblZxoEfKsaJAMERABERABEahCAtq1CJSNwMMPP1wo4m677YZBgwYVCleACIiACIiACIiACIiACNR2AmaROWPM8rSZReea4dwzscI5aYJwTiHaQfc8ZjPuG5DJ4Qe52HL7E11H4sykbFw43L2rWrApd5uUCGwtAaWrKwT4Lnj8+PE488wzcdddd+HXX3/N936b77/5rviyyy7z890sXbq0ytDMmTMHF198Me644w7Q5nsxFoaa5b7lllvAj0txG8OLkx9//NHHY3ymY3rG5Xt9fvTq0ksv9Sw4xw/Di5L69evj6quvxrhx4/D55597fkXFiw1LT0/H999/Hw065JBDorYMERCBuk1g5QUjkPnqJAch0q5zzTpnc81B1mWnYOPfekfnMAxtQrYPYyW0Jc3Mz11pltfWhFvMzLnw7U9oEYFaTsCf7c5xay2vqaonAiIgAhVBQHmUjYCBf3lxLc+UVTcI5Dvk9FDqRtVVSxEQgcojkJKSAvYhhj3usccewdzuOjs7G/fff7+X0Acc+kv/+9//wizvvsfwO++8E+edd56fQ53x2c/MQrKvlf2zHDfWs2dPvPbaawjbuF0iAiIgAgUJmOXdXwpu257+uO2ZufIWgWpJQIUSAREQAREQAREQAREQAREQAREQARGo/QRUQxEQARGoIwTMIi8XzPK0mfmXmmbmB1KHgdXUsQOuaYfB2NTtj90JPW/YB/H1Yl4duDzMDCkL1uCZoZOxaFYatGw9geQZKXh70PtIS1oFGNxiMHPirLiEOPR49yzUb1QfPB7x8fGgxNrhGFJTzFzaAuKy8nlSU8yMSiICIlCHCDz44IN4/PHHi63xiBEj0K9fP6xYsaLYONogAiJQfgJFfTCBYRQOGguaNiV8+GXab9n426j1WLR8C4x/Buc64TPcyeO37YZzz9gRWoohoGAREAEREAEREIFtItD8ghOx5/NDAdfuABfXFgHM/21ZkIq1A59B1s+J/iNSbL+wHRMktG+oKXBL0M5ErE2/RAREQAREQAREQAS2moASioAIiIAIiIAIiEAVESjYv0E/JRSH/ST0U2iH/hPqryan44F7l+VGNbgOl1wxmBkeffpQHHZkM2gRAREQgeIItO59GI56foC/Z7g7h9MupgHm/tZ8vxBzhryOrNQ1vv829h4U7knUQeAW2k75Ndb2AXJEoDoQqMQybNiwwU+ivm7dukrca+3Y1ZQpU3DiiSdiyJAhWLNmTZVUyrhX79Co3cJ25TvvvIPrr78ea9eurZGVnT59Oi655BL84x//QEZGRo2sgwotAnWFwMSJE3H++efj0UcfBZ+VdaXetbOeBjOLVi3PigbJEAEREAEREIGqI6A9i0AZCDzxxBP43//+VyjmNddcg/32269QuAJEQAREQAREQAREQAREoC4QMIv09JnlaTPzfYFmVuL8QmHemqB7HrMZ9w7IhEsMwOXhJHfFrKRNuGj4KsxesAlaRGCrCShhjSPA+0OXLl3Qt29fnHXWWWjcuLGvQ0JCAk455RQfzm2Mw7jcuGnTJjz22GO4++67wY82MYxzZXXs2NHH79q1K3bddVcGe/npp59w2WWXYebMmd5fmc7PP/+MwYMHIykpyc/nFVvGli1bRovC7XfccQfS0tKiYbHGjBkzcNNNN/l8GF6wvsyL47jGjx8PfqSKcSpCyPq5557DtGnTfHatW7fGMccc4205IiACdZvAyv4jkfn6JLAtR8eMbTv4ZeNlpyF7WJ/ofIa8f/O+VVA4lyHFzHyb0szlkStwi5k5FzCLaGgRgVpOIIf1c45baUlEQAREQARKIqBtZSTApwolRI+1Q5h0rSYQe8hzcsC/Wl1fVU4ERKBKCPC3O+F3Xk2bNsXuu+9eaeV47bXXwN8+sc8h9L1St2nTBmeeeWa0HPxN0bBhw8D+U/ajcgP7VNmXzP7nzp07o1GjRgz2fc6jRo3Cs88+C/aP+kA5IiACIlCAQI5vWxUIrARvXCXsQ7sQgWpFQIURAREQAREQAREQAREQAREQAREQARGo/QRUQxEQARGoSwTMIoOizfK0mfnB0mbmB1RzcHUQvgiNlTAom7p9l53R44a9EVfPwPEh/uUFX2A4SU5Kx9NDJmPRrKJ/oAItJRJInpGCcQPfQ9p8x8/DZfQc/zE8c7x7vHMm6jeqDx6HcHxibR4/hlNTzPKOsVnEZo5mRuXFLM/2AXJEQATqDIG//OUv+OCDD7DnnnsWWWcOjunevTu+//77IrcrUAREoHwE2GYKKYJNTeHAsqBpUzg5N2Xabxtx3aj1WLR8i0vu2gW+BQbvMs3jt7bCuV13dNu0FkdA4SIgAiIgAiIgAttOoNkFJ2KPMUMiGbHPwllUlM0LUrF24DPI+jnRf0SKbRi2Z4KwzUKbmuKS+r4OakoIoy0RAREQAREQAREQga0loHQiIAIiIAIiIAIiUBUECvZr0E9hWahDnwg1JfSbcCKBKZPScf89S30/CeP6tz+usyXHiQvEo08dgsM7NWdWEhEQAREokUCb3oej05gB7tbh3if7ewjvKM5wN5Q13yZhzpDXsCF1je+/jb0X8d5DP3UQ7og2NSXWpl8iAlVNoLL3P3/+fEyYMMFfX5W979qwP07iv//++2PMmDGVXp0cjqxxt8JK3/E27pATaL300kuYOnVqicLz8tZbb0WLFi2ie/z+++/x7rvvRv01yfjxxx+r5AMONYmRyioC1YXAxIkTsXjx4upSHJVjmwi4p6X7nyFkUQMfm6Ho0iIgAiIgArWQgKokAqUR4ETUo0ePLhSNk0IPGjSoULgCREAEREAEREAEREAERKAuETCLzCFjlqfNrEzzC4X5a4LudewW3HPJOofP9Sfmvn/Loc/1Lc5M3Ij+t6dh9oJNLkSrCJSfgFLUPAL169fHRRddhJtvvhlDhgyJvq9u2LAhBgwY4MO5jXEYlzXkO+xXXnkFHKNE/6mnnoqPPvoIY8eO9fHvvfdeP+/NE088gV122YVRkJqaijvuuAMpKSneX1nO5MmTkZaWhpNOOsl/XCq2jB9++CGuvPJKP0cbyzN37lx8++23NPMJ099zzz0+H27Yd9998fLLL+er73vvvYfBgwejQYMGWLFiBaNts3BMKhm++uqrPi/mfe2116J169beL0cERKDuElh5wQhkvjqRg0rhmnAOhGvXOYNtuo2XnYrsYb2j8xmGNiDnMIwVzmVIMTN/HzTLa1vCLWbmXPj2JrSIQB0h4M9657i1jtRY1RQBERCBrSeglKUT8M8Ttqko0eg+NOqTUQcIxB5ydy4YrA5UWlUUARGoTAIzZszAs88+G91lu3btip2PPBqpAg32nTZv3hz8rVnoe6Vmn+Yee+zh98R+To4J++6777yfv5l68MEH8fHHH4N9yex/Zj/oZ599Fu1jZd/z888/jy+++MKnkSMCIiACBQmYa1dZwcBK8MdVwj60CxGoTgRUFhEQAREQAREQAREQAREQAREQAREQgdpPQDUUAREQgTpHwCzyisEsT5sZzCLCAdaxEjsAm3YYnE3dvsvO6HnDPqhXj2nh8qAYHaQuyMAzQydj0aw0aCk7geQZKRg36H2sSlqNCFAADimd+IQ49Hz3LNRvVN8xrwceDwqPBTWFxy5o2mYGs/wCt5iZcyOrWZ4dCZErAiJQ1wicddZZ+OSTT3DKKacUWXUOeunZsydef/31IrcrUAREoGwEYj+KEGxqCgeMBU2bwo+/UKb9thF/G5WFxctz4B7sAMz/wS3m5PFbd8O5XXd0ltYSCGiTCIiACIiACIhABRFodsGJaDNmCFyDBFzYrcA2CWXLglSsG/gMsn5O9B+RYluG7Zogob1DTWH6oAva9EtEQAREQAREQAREoJwEFF0EREAEREAEREAEKp1AbN8Gd04/hXbBPhH62V8SZMqkdDxw3zJGjQg7Wtjp4jpaaD729KE4vFPzyDa5IiACIlAGAm36HI6jxl7KOwliHGcb1n63EPOGvo6sFWt8/224J1HzvhU0bQrcErQzEWvTLxGBKiRQJbvmBEDz5s2rkn3Xhp0uX74cl112Gc4880z88MMPlVYl483QKm13lb6j5s2bo3fv3hgzZgz22WcfcOH9fPz48dEPCTBsa+TEE0/E1KlTvTz55JNo1KjR1mSjNCIgAnWYgO4jNeXgm3taWrSweVY0SIYIiIAIiIAIVBUB7VcESiUwatQoFNVfc80110Q/PlhqJoogAiIgAiIgAiIgAiIgArWYgFmkx88sT5sZzCLCOWlihXPVBAnz2ATd69gtuHfAeriUcA5XmJmzDbOSsnHh8DTMXrAJWkSgnAQUvQ4QSE5OBj/exHfZrG7fvn1xzz33oGXLlvRGxczQuXNn8ENOYdvvv/+Od955JxqnsgyWY/jw4WjVqlW+XfKeeOmll+Kkk06Khn/zzTeFxlVNmDABc+fO9XHatm2Lhx9+GPvtt5/3B6dBgwa4+OKLcdVVV4H34hC+tXrt2rW49dZb8dJLL4GseT8fNGgQTj755K3NUulEQARqCYGV/Uci8/XJcI03cHG3W6fMeQ0bLz0F2cN6R+cz5H2O949Y4T0qiJn5e5ZZJL2ZgYtZfs0wiQjUBQI5rKRz3EpLIgIiIAIiUDwBbSkDAf88yckp8D+mDy1DakWpNQTyHXJ6KLWmdqqICIhAFRHYuHEj2NfKvteBAwdGf2/EPspLLrkETZo0qdSSnX322TjqqKPy7bNhw4a+r4KBnAP9o48+oun7kUePHu37ZNk/4QNzHZY/to81OzsbY8eOjdYvN5qUCIiACHgCrqXtdWU7cZW9Q+1PBKqWgPYuAiIgAiIgAiIgAiIgAiIgAiIgAiJQ+wmohiIgAiJQNwmY5R8sbWb+BadZRPNlZqzEDsamHQZpU7fvsjO637AP4uINOTnwAmqHNiUpA88MmYRFs9KcT2tpBJJnpOCtQe9e5sXtAAAQAElEQVQjLXGV4+ggBpDOjKtn6PHOmajfqD7IPT4+HpRYm8eMYdQUs8jxNMvTLIOZUXkxy7N9gBwREIE6S+DAAw/Ehx9+iMsvv7xIBvxR5fnnn4+RI0cWuV2BIiACJROI/RhCsKkp/AFt0LQp4cMv037biOtGbcDC5Ztdy8A1Ctjg8laOay8Aj93SCuedsWPJO9dWAIIgAiIgAiIgAiJQkQSa9/8DWj83xGXJNgnF9QnR59oqm5NSsPbqp5H1c6L/iBTbNWzfBAntHmqKS+baNa6dQ8NJCHOmVhEQAREQAREQAREoJwFFFwEREAEREAEREIHKJVCwH4P+IOwLibXpZz8JhfbkiavxwIhlrl8k0q8SKTn7SJy49bGnDsHhnZpHguWKgAiIQDkItO59OI4cMyD35uJuKD4tdQ4y/peE34a8jqwVa3z/Le9H4b7Eexb91EGYlDY1JdamXyICVUOg8vbK8ZmcDIh73LBhA8aNG4d169bRK9lKAh9//DE6deqEm266yd+HtjKb8iXjLbB8KWpc7D333BPnnntutNwLFy4s8gOI0QgyREAEREAERCBKgA9KSiQgz4r45YqACIiACIhA1RHQnkWgZAKclJqTOxeMddJJJ/kP5xUMl18EREAEREAEREAEREAE6ioBs8icMmZ52syicwxxbppY4Zw1Qfi+lHbQPY/dgnsGZHqU7Ev0YwhyaAGzErNx4e1pmJ20yW+XIwJlI6BYdYHAL7/8ggULFviq7rbbbrjooov83Fk+oAjnoIMOwoUXXhjd8uWXX2L16tVR//Y2EhIS0L9//2I/esV74jHHHBMtRmpqKtavXx/1Z2ZmgmUOAf369UPr1q2DN582M/Tu3Rusc74N5fRkZGTghhtuwGeffeZTcqzL3/72N1xwwQX+fu8D5YiACNRJAiv6j8S61ybBt9sQabdFVA6yBpyMTdf38ffk2DYf7YLC9qKZIWizSHsSbjEz50L3G2ipiwT82e8ct9bF6qvOIiACIlAOAopadgIG/uXFtzxTVt0gkO+Q00OpG1VXLUVABLaOAPsG2efK32oVJ126dMH555+PV199Fey/5J74P37Pnj3BbfRXljRs2BDHHnsszIq+v/G3rpwbPTs72xfp7LPPRocOHbxdlGNm6NOnTzTOvHnzMH369KKiKkwERKCOEzAr+r6zvbHEbe8dKH8RqFYEVBgREAEREAEREAEREAEREAEREAEREIHaT0A1FAEREIE6TMAs8rLBLE+bmX/5aWZ+oDVfxAYpOCCbP0ZhGHX7Ljujx437Ij4hzqVHROAWA1IWrMGzQydh8exVLkBrcQSSZ6birUHvY1XiKjhsMPOu00Cc49rj3TNRv1H96GD5+Pj4fDaPE8OoKWbm0uYX7tvMqLyY5dk+QI4IiECdJ8Af8T3zzDO45557imXByZevvvpqbNqkH18XC0kbRKAAgcgP4SKBwaamhA8oUAfhoDPKtN824rpRWVi0PAfuwY68J7c52/DEra1w3hk7QksZCCiKCIiACIiACIhAhRNo3v8PaDNmqG+XhC4GMwOcbFmYinUDn0bWz4n+4y1s24S2DnVsO4g23BK0M3MnEqAlEQEREAEREAEREIFyEFBUERABERABERABEahEArF9Gdwt/UUJ+0IooX+EevLEVXhg5HLXB+JSsjsFznFiTuDk8WcOxeGdmkOLCIiACGwtgTZnH4FOzw9wdxQDXJ+tcwDQBtZ8m4TfhryOrBVrfP9t7D2K9zH6qYPALbSd8mus7QPkiEBlE6jE/bVo0cJPtM5xstzt/PnzMWHCBPcMz6FXsg0ERo4cif33399PHrUN2ZQtqbv9lS1izY518MEHo2nTpr4SnOhq5cqV3pYjAiIgAiIgAiUTcA9K/z9DJJbzRQy5IiACIiACIlDVBLR/ESiFwEMPPYT09PRCsf7yl78UClOACIiACIiACIiACIiACNR1AmaRnj+zPG1mMIsI56iJFc5dE4TvSmkH3fPYLbj7kky4lDAzOMetET0rKRsX3ZGG2Qs0DwW0lI2AYtUJAt999x22bNni63r00Udjjz328HZJzgknnICdd97ZR1m8eDGSkpK8XRlOy5Ytsddee5W4q1C2oiIlJycjMTHRb+I7fL7L955inGbNmoH1LWZzqcH8YNc//vEPkDMjc58ck/HHP/4xcn9moEQERKBOEljRfyQyX5sE11KDmXeddiicmX3pqdh0fZ/oHIahrcd2X6yENqKZ+TkpzczlERG4xcycCx8GLSJQBwnksM7OcSstiQiIgAiIQHEEFF4OAnyqUEKSWDuESddqArGHPCcH/KvV9VXlREAEqoRAo0aNMHjwYAwbNsz3DVRmIfhbvdatWxe7S/4WasaMGX57w4YNceyxx5ba78A+0Y4dO/o07IsOfaU+QI4IiIAI5BLgb+Njm1q5wdtdxW33PWgHIlCNCKgoIiACIiACIiACIiACIiACIiACIiACtZ+AaigCIiACdZ2AWf7B02bmX2iaRXQYfB107MBs2mHQNnX7Ljuj+w37IC7e/OSm/kVGrpOclIFnhkzE4tmr6jryIuufPDMVbw18H2mJq0BkXnKcS3E8e757Jho0qu9fiMfHx4NC5tQUHp+gaZtFjp9ZnuaOzYzKi1me7QPkiIAIiEAMgZtvvhn//ve/0aRJk5jQPPOpp55C9+7dMXfu3LxAWSIgAkUS4ACPsCHY1BQODguaNoUffaFM+20j/jpqAxYu3+LaB5F2gXNzs8rB47fsivPO2DHXL1UaAW0XAREQAREQARHYPgSa9f8DWo8Z4torkfzZtgF9ruGyOSkV665+Clk/z/cfkWIbh+2dIIxLm5rCHIIuaNMvEQEREAEREAEREIHSCGi7CIiACIiACIiACFQWgdg+DO6TfgptCm0K+z4ooV+EesrkdNw/Yjm2bM4Bh4XQcZZL5lwX8PjTh+DwI5s5v1YREAER2DYCrfscgSPHDHBdtq7D1t1f3F3G2W513jX/S8Rvg19D1oo1vv829l4V7l/UQVgS2tSUWJt+iQhUJoHK3tdhhx2Gzp07R3c7adKkCp9YPjs7Gz/++CMeffRRXHfddbjqqqu80GbYL7/84q/VaCFqiTF//nz86U9/wjnnnINZs2Ztl1qFe992ybyaZbrLLruAk1aFYqWmpgbT6+HDh6NTp0445ZRTPG9OinXPPffgxBNP9OFnnXUWRo8ejRUrVvj4kydP9uFMM3DgQPCjAX5DrhO7/cUXX/ShjPPee++hf//+OO6443x66ksvvRQff/wxsrKyfLxYh2mYP/fD8z1se//99316hnM744VtW6NZr3/+858499xz/TXNfHlt089wfoShpHy5f5aD6fr06eM5LVy4EH/96199XfmhirPPPhtksW7dOs+rPPFRYCGrzz//HEOGDMGpp54aZUGbYeS/aVPJH88p7zEvUIQyecllwoQJvpw8h8iBjCgsK4/9hx9+6HkUlyHrwvgU8mM85lvec4npCgrbOF999ZUvXzjXeU5eeeWVYDi3F0xTUX7WgXUng7Bv1rFr167gBzimT5/u/h10DbNSdrg9zgXukuf8aHfN9+rVC+G48ZiVVDZeRzz/WQ9eo8yHwmuXYRSedwyjxB5bXg9kwvAgvPfznhSbjuc10/EYBW68Vi+44AK88sor4PUV0hfUsfmxnCxvwTix/vLG57Hgvay4Y8rn9fY8p2LLXrF2Tr5zsfSzsmL3rtxEQAREQAREoDgCCheBkgj873//A/+XKxjnvPPO8//3FQyXXwREQAREQAREQAREQAREAH4uIbjFLDLXjJn5MLOI5lw1scI5bIKE+W2C7tUlB3ddsi7St8jxCE6cx+Weg5mJG3HR7SsxO6nk9xguslYRgBDUfgJ8P7RkyZJoRfkRJjOL+oszWrVqhbZt2/rN69evx7Jly7xdGQ7fve+449bP48GypqWl+aI2b94crIv3lOAccMAB4D24hCjFbvroo4/w7bff+u0tW7b07/2PP/5475cjAiJQdwmsuPB+rHttkm+iRZpq7k2wM9yKrEtORvb1vaPzGYY2Xmj7Bc37EsXM/D3KzKLtR7jFzJwLHwYtUQL77rsv6orwg5HRitdRw18FznFrHSWgaouACIhA2QgoVtkIRJ4nzs1tZ0VSOX/EkFtXCMQecncuGKyu1Fz1FAER2I4E+L/+brvthtNOOw0jRozwv++56KKLfN8AKnlhOYqb65xF4W8AVq9eTRP8bQHnRr/33ntRmkybNs2nocM+6Y0bN9KUiIAIiECUgLl2lUV9lWfEVd6utCcRqHICKoAIiIAIiIAIiIAIiIAIiIAIiIAIiEDtJ6AaioAIiIAIOAJmkVcOZnnazGAWEQ7AjhW+sI2VMHibun2XndHjxn0RnxD7SsHlA0NKUgaeHTIJi2evcnvVGggkz0zFuEHvIy1xlaNEVpEtZs6uF4fe489E/YYJ/oV4fHy812RNm8JjEzRtM4NZfmGOZkblxSzP9gFyREAERKAIApxc+bPPPsORRx5ZxFbg008/RY8ePfDJJ58UuV2BIiACQOxHD4JNTeFEr0HTpvCjL5Rpv23EXx/KwqLkHPdchxOLCNxiwBO3tMJ5Z2z9j4ZdLnVtVX1FQAREQAREQAS2I4Fm/f+ANmOGwjVTYOZdwCmaWxauQObAZ5D183z/YRq2ddjuCRLaQ9QUuCVoZ+ZrT9EvEQEREAEREAEREIESCGiTCIiACIiACIiACFQKgdi+C+6Qfkqw2e9BPzUl9IdQT560Gg+MSHZ9HgYzJ0wUtLMff/oQHH5kM2dpFQEREIGKIdD67CNw5JhL4W468Hcd86Z31n63APMGv4asFWt8/23sPSvcx6iDwC20nfJrrO0D5IhA5RCo9L1wvOZZZ52FXXfd1e973bp1GDduHDjBvA/YBofX0axZs3DLLbfgqaeewowZM8D8Q5a0GcYP2t15551YsGBB2FSrNHl26NABrGNFV8zc3Y9rRedbHfNLSUlBenp6tGh77LFH1C5oLF26FAMHDsTbb78NfnCB25mefm6jv7wyZ84cXHzxxbjjjjtAOysry2dB/euvv/rzvH///n6b31BJDif8eu6559C9e3eMGTMGSUlJ/rnH3bONTj/De/XqhUcffRQsL7eVJtOnT8fll1+OKVOm+DR8ji5atAhvvvlmvuMQ8ilrfN4X+HGGPn364MYbb8R///vffPnxGDPsuuuuQ79+/TBz5sywixI1j2tFHnOWk2NIe/fujZtuusmXk+cQOYSCsKw89rfddhvOOeccfP/992FTiZrnT0WcSwsXLsRll12Ga6+91pcvnOs8xj/++KMPHzx4MDhBXIkFKufGWDasOxmEfTMrfuyD424vvfRS/OMf/0BGRgaDCwnz2R7nAvN94403wA+jvvzyy+C5EY4bj1koG59Na9euLVSu7RnAc4jnKc9vHqPAjdfq3Llz8fDDD4PXBq+BEZTS/AAAEABJREFU7VmOovLm+ct9k0txx5Tn21VXXeWZFpVH9Q3j09KixcuzokEyREAEREAERKAqCGifIlAigYceeqjI7YMGDSoyXIEiIAIiIAIiIAIiIAIiIAIRAmaRHkCzPG1mMIsI56yJFc5lE4TvTWkH3atLDu4esAEuMfxidA38m5WUjYvuWInZSZsYKBGB4ggovA4Q2LBhA5KTk6M13XnnnaN2SQbvNY0bN45GSU1Njdrb22jYsKGf32tr98M6h/dvrVq1wg477FBqVi1atEBJH70qLgO+T5swYQLC/vgO+5BDDikuusJFQATqCIEVF96Pda9O8u0y18xDRAw0sgecjM039PH3udi2He1YCW1CMwNtM3PJIwK3mJlz4cOgJUqgadOmaN68eZ2SaOXrqJHDejvHrbQkIiACIiACRRNQaBkJRJ4nOeA4z7wkkdA8v6xaTyDfIaeHUutrrQqKgAhsAwH+L/rSSy9h6tSpxQp/l/D+++9jxIgROO2009CoUaNt2OO2JWX/Q0k58Pcda9as8VGys7PxxRdf+N/x8bdnJQl/f+cTOYd9tPwtkTO1ioAIiECUgGtpR+3KNOIqc2falwhULQHtXQREQAREQAREQAREQAREQAREQAREoPYTUA1FQAREQAQCAbP8g6nNzA+sNotoDsCm8AVp0LSD8EcztKn377Izut+wL+LiLTd7DhZx4tbkpHQ8O2QiFs9Oy91Wt1XyzFS8Neh9rJy/yoHg6x+KM7nGA73Hd0P9hvWLHSwfjgU1xczyHTczY04+zBvOMYuEOVOrCIiACJRK4JhjjsEHH3yAc889t8i4v/32Gzjx7b/+9a8itytQBOoygdgB1MGmpvAHtEHTpnCSWsq0edm4dtQGLFq+BXDtpxwvro3gDGfiiX+0wnln7FiX0W5F3ZVEBERABERABERgexNo1v8P2H3M0NwfkblWC1cvOdiclIJ1Vz+Njb8k+o9psM3D9k+Q0C6iprCsQRe06ZeIgAiIgAiIgAiIQNEEFCoCIiACIiACIiAC259AbJ8F90Y/hXbBvg762Q8SZPKk1bh/RDI2b/GdJr4fxVmR90Eug8eeOhhHdGruLK0iIAIiULEEWp99BI58boDL1N11Iqu790TeQa/5NgnzBr+GrBVrfP9tuHdR8/4WNG2Ky8Tfv6gpIYy2RAQqh0DV7IUT0HOMFMfIsgRz587FpEmT8l0PDC+P8PqZOHEinnjiCaxevdonNTPsvvvuOO6443Dsscdi1113jY7/XL58OUaNGoUff/zRx62Nzu23346DDz4Y48ePr7Dqudueu+dVWHbVOqPp06cjTHLFCbx4LhVV4PXr1+Pee+/F/Pnz/aRdJ598Mnr06IHWrVv7c69Dhw5FJSsx7Oeff8bgwYORlJSE+Ph4dOzYEX379kXXrl3RsmXLaFpuv+OOO5CWljeOnNdVly5dfPyDDjooGrdt27Y+jPlwO+NFN5bRyMrK8hOUPfnkk/45x2ScqIx1Zr7UzZo1Y7Df/uKLL+Kee+4BP5LgA4txUlNTceedd/p6sH6sJ4X2mWee6a/j2KRljc/7whtvvIHrrrsOTMM8OD58n332Qe/evf1x2nPPPcEwbiPPq6++2k9oRn9xUtHHnOXkBHG33HILVq3iGHigQYMG4IckyJXSuXNnf36FMrE+PPaLFi0KQUXqbTmXYjNctmwZhg0bhmnTpvlgMovlyPOdGziR3fDhw0FG9G+rFMUm9poI1xr3w3bWp59+ir///e9Yu3Ytg6LCfLbHucB8n3/+eTzwwAP+PI+9Ho4++mh/HFkIlu2TTz7B008/DaZhGIXHmRP+8RjzGmUYhdcuwyiHH344g8otCxcuxDXXXIOffvrJn+NFHS9mynPurrvu8vcw+re3sP48Ttdee230uix4TGOvS5af9UhMTNzeRavA/HPAv5Chf3YGj7QIiIAIiIAIVBkB7VgEiifw3nvvge3lgjH4/9FJJ51UMFh+ERABERABERABERABERCBAgTMInPOmOVpM/PvJc3M99GyXz0I+0SD8H0N7aB7ddmCuy5ZD7/4zkX2NlKAWYnZuGj4SsxO2uQ3yxGBwgQUUhcI8L0Tpbx1rV+/PsK73PKmrer4ixcvrrQiJCcnI7yXatWqlX/nX2k7145EQASqJYEVF96Pda9OcmVj48xJZPXv/jf++Q/YdEOfYuczZDsvtAGpzcy3Dc0s2laEW8zMufBh0CICdZyAvxqc49Y6TkLVFwEREIGSCGhb+QgY+JeXxvJMWXWDQL5DTg+lblRdtRQBERABERABERCB7UnArGraVXHbs1LKWwSqFQEVRgREQAREQAREQAREQAREQAREQAREoPYTUA1FQAREQATyETCLvHwwy9NmBrOIhAHZYZA2dVHCH+rt32Vn9Ljp/xBXz9w+csUptyIlKQPPDZmExbPzJm90kercmjwzFW8N+gArE1cDBOMc8wLHLQ59xp+J+g3rgzzJOWjaFB6PoGmbGczyC9xiZs6NrGZ5diRErgiIgAiUToA/8uPESNdff32RkTdu3IiBAwfixhtvLHK7AkWgLhLgpK+h3sGmpvAHykHTpoQPv0ybl42/jtqARclM7Z7bXCmgY3jiH7vivDOacKOkPAQUVwREQAREQAREoFIINOv/B7QeM9Tti20XgN0QBvfnjJwFqVh39VPY+Eui/3gG2z9sBwUJ7SNqCtwStDP9xALUEhEQAREQAREQAREoloA2iIAIiIAIiIAIiMB2JhDbV8Fd0V+UhP6O2P6PKZPTcf/IZGzZkuN6S1xq119ixn4TwCk8/tQhOLJTc2gRAREQge1FoHXfI3HEmMsA86tzDGYGLmu/S8K8wa9h48q1vv92y5YtUc37HP3UQZiGNjUl1qZfIgLblUAVZn7EEUegc+fO0RJ8+umnSEpKivrLa8yePRtvvfUWsrOzfdK9994bd9xxB4YPH46LL74Yl1xyCe666y7ccsstaN26tY+TlZWF//znP1i0aJH310Zn+vTp6N27Ny666CIsWLBgm6vo73Te2easqnUGM2bMwLPPPhstY7t27bDnnntG/bEGz7n09HQceeSRePvtt/HAAw/48+6dd97Bbbfd5sctx8Yviz158mSkpaXhpJNOwvjx4zF27FjcfPPNuPfee/Hhhx/iyiuv9BOCM6+5c+fi22+/pemFH27g8Wb8U0891YfROeSQQ3weDOd2xmN4WYXPJ14vrBfTNGrUCMOGDcMXX3zh68x8WffPPvsMd999N5o2bcpovryvv/56ie8neS1mZGTgrLPOAvNnPSms6+WXXx59xvoMnVPW+N999x0eeeQRML5Lho4dO+LNN98Ey3PrrbeC9wces1deeQX77rsvoyAzMxMjRozAnDlzvL8op6KPOT8gQbZsI3B/vGbJccyYMdFj9sQTT2DixIlguRs0aMBoWL58Ob788ktvF+dsy7kU8iS/Bx98EPPnz/dBu+yyCx577DG89tprvjzD3X2Wxy0cd14PZOQjb6PDY/jUU0+5//22+JxOOin/NRH2HcuF18O4ceN8/OAwn+1xLqxZs8Yfg4SEBAwePBg8brwOeD3885//9Ncv7w2hHJ9//jmWLl0avNhxxx1xzTXX+OPMazRs4LXLPCg8H0J4efSvv/7qj1mHDh3w6quv5jvv3333Xdx+++0I51Jqaio+/vjj8mS/1XF5f+U1xvMqLi4OXbt2xUcffRS9z/GY8rpkmVl27mjhwoX+uly7di29NUAs333LakCJVUQREAEREIE6QEBVFIESCDz00EOFtvKDgIMGDSoUrgAREAEREAEREAEREAEREIGiCZhFegLN8rSZ+b5CM/PvddgnGoRz2wQJc98E3avLFtw1YANcYgAuDy+0gNlJ2bj4jpVOb4IWEShEQAF1gkC4j5S3suvXrwffCZU3XXWIv8cee1RaMTZs2ADO+cMd8p1348aNaUpEQATqKIEVFz6Ada9OgmuOAd4xr5yL7AEnY/ONZ/txQWzXhbYc7YLCe7eZ+TahmcEsInCLmTkXPgxaREAEkEMGznErLYkIiIAIiEBRBBRWTgJ8qlBCslg7hEnXagKxhzwnx7U3YgNqdc1VOREQAREoRIB9rfzdwNSpU1EeefLJJ8HfEBXKUAEiIAJ1mgB/a1gVLau4Ok1dla9TBFRZERABERABERABERABERABERABERCB2k9ANRQBERABEShMwCz/4Goz8wOtzSI6dmA27diB27EDumnv32VndL/x/xAXDz9gJMe92YhIDpIT0/HskIlYPDutcCHqQEjyzFS8Oeh9rJzv6u+hsNKRgTUWb+gzvhvqN6xf7GD5wJ6aYhY5PmZ5mjmaGZUXszzbB8gRAREQgXISuP/++8EJPotLxu1//OMfkZKSUlwUhYtAnSDAAR2hosGmpnDS46BpU/jxF8q0edm49sENWLg8t9HkWlC5q1M5ePzmXfDHbjuGrKXLQUBRRUAEREAEREAEKo9AswtPwu7PDWFnENjlQYPtH9fCwZakVKy76l/Y+Eui/3gU20BsDwVhPNrUFJY66II2/RIREAEREAEREAERiCUgWwREQAREQAREQAS2J4HYPgruh34KbUro06CmhH4P6imT0zFyRLLrD8nx/SXsM2HaII/962Ac2akZs5GIgAiIwHYl0PrsI3D4swNy70W8Jzlxe+T9aM3/EjFv8KvYuHKtu19t9h+t5T2M9zRuD5o2xSVz+bDnl5brCebNLWLKFYHtSqAqM4+Pj0e3bt3QsmVLX4x169Zh3Lhx4KTzPqAcDidg5wRE2dnZPtWBBx6IoUOHolWrVt4f63CyomuuuQatW7f2wRkZGfj000/9deoDyulwn8wjOTkZSUlJmDVrFn788Ud8/fXXmDhx4lbJN998U85SlB795ZdfRvv27fHggw+WHrmEGP5Ol3e7KiFmzdvESfx///13z2jgwIFIS0vzlWjQoAEuueQSNGnSxPuLcjjp/9VXX42ddtopupnjkXfYYYeov7xG586dMXz48ELnMceUX3rppTjppJOiWfKcCc+TaGAFG/Pnz8e///1vnyuZsGz9+vXzY7N9YK7DevPavuWWW8B4DH7ttdeQmJhIs1jZbbfdcMUVV+SbFIx1TUhIKDJNafEzMzMxduxYZGVl+fTk+fjjj6Nt27beH+vst99+GD16NPbZZx8fzGP/0ksv+We4DyjCqchjPmHChOjHNg4++GAMGTIkH4ewe7Lt1asXevfuHYIwb968fG2I6IYYg3Xn8Sp4TyTfspxLP/zwA/773//6HPmRiwceeADM0yxvLD3LVvC4+wTb4PDYvfLKK/mOYVH14L7JhedP2N1HH32E1atXe+/2Phe4/6uuugoXX3xx9Jz3O3YO7wn/+Mc/sOuuuzofwGfFnDlzvF0ZDs/pkSNHRs/tsE8zQ48ePcBrOIT9/PPPIKvg3x6ax/Tpp58Gn5vMv0+fPrjzzjujbRS2X74AABAASURBVAGGBSlY9p9++gmffPJJ2FzNdU6+67KWPjar+TFQ8URABERABAoSkF8EiiMwZswYTJw4sdDmwYMHg/+fFNqgABEQAREQAREQAREQAREQgWIJmEX6zc3ytJlF5xhif3Ks8H1pEPbZ0w66V5ctuPOS9W5frr/R/yoeznWSk4NZiRtx8fAVmJ20yW3XKgJ5BGTVDQJ8Bx373m/FihVlqjjHNnBcRojMsRPBLq/muI7U1NTyJtvq+Kwz75/MgO/bOEaEdknC91Ksc0lxStvWvHlz1K9fv7Ro2i4CIlBLCaReeD/WvjrRt8GCk+MM1xzDxj+fhM039PFjZmLbcLRjhfcuipkhaLNI+xBuMTPnwrcXoUUERMAT8FeFc9zq/XJEQAREQAQKE1BI2Qn45wnbXJRoMh8a9cmoAwRiD7k7FwxWByqtKoqACNRkAhXd/8rfgDRs2NAjYd/qmjVrvC1HBERABLaVgLl2lW1rJluRPm4r0iiJCNREAiqzCIiACIiACIiACIiACIiACIiACIhA7SegGoqACIiACBRDwCzyCsIsT5sZzCLCgdmxEjuAmz/OozCMev8uO6P7Tfshvl6cS49cMW+kJmbguSETsXh2ZMJJ1JEleWYq3vzLB0hLXI0IEAAOCZ04x+ns985Ewg4JIL/4+Piopk0h+6BpmxnM8gvcYmbOjaxmeXYkRK4IiIAIbB0BThTMiUY5UWVRObzxxhvo3r07vv3226I2K0wEaj2B2Impg01NCR9EoA7CDyZQps3LxrWjsrAoGTD++We30eN8wBP/2BXnd9sRWraKgBKJgAiIgAiIgAhUMoFmF56E3ccMRaRJY047yS3DlgUrsO7qp7Dxl0T/AQq2hULbiDq23USbyYIuaNMvEQEREAEREAEREIFcAlIiIAIiIAIiIAIisN0IxPZNcCf0U4Id26dBO/R3UE+ZnI6RI5NdP0gO2EPC/pKIOJ8znnjqEBzZqRmzkoiACIhApRBoc04nHPHcpbn3JHcvcnul625JWPO/RPw++FVsXLnW3bc2+4+L817Gexvve0HTprik+T8UypliGSgRge1HoMpz3nXXXdG7d2+YmS/L3LlzMWnSpHzXgt9QirNkyRIkJSX5WJz4neOtwuREPrCAs9NOO6Fnz55+PCk3zZkzB5wknvaPP/6IAQMGoF+/fujVqxdOP/10HH/88TjyyCPRoUMH7L333thtt93QrFkzP9E7J3unzTBuYxzGZZqTTz4ZWyPnnXcei1Lhwgnub7jhBhxzzDGYMGHCVuVvMHBFDVsyMjJw0UUXoVOnTsVKly5dcP755+PVV19FZmamryHHFfNc4TYfUIzDY7/vvvsWs7X8wQkJCejfvz+aNGlSZGKOieZxDBtTU1PBSb6Cf3vozz//HGlpkTHqf/jDH3DiiSeWuBvGOeGEE3wclu+rr77ydnFOx44d0bp16+I2FwovLf68efMwc+ZMn65x48a4/PLLi+XJSLvvvjuuvvpqkD39U6dOxcKFC2kWKRV1zPnRCd5HOIaU9xKeb9RF7tQFmlm+j3CSbUnHnvXZlnOJbRTeL1hOt3t069YNBx10EM0ihecFj32RG8sZOH/+fEyfPt2n4jG86qqrij2GZoauXbuiXbt2/j59yCGHRK/jyjgXevToATN3f/Slze/w+dC+ffto4OLFi6P29jbOPfdc8Nwuaj9mhs6dO0fP+ZSUlCizouJXRBift7/88ovPilx4X+b9zAcU4bDsfCZzE9vOPBfD/Zlh1VcM/Avls2BIi4AIiIAIiEDVEdCeRaBIAmznP/zww4W2/d///R8GDRpUKFwBIiACIiACIiACIiACIiACpRMwi/QImuVpM4NZRPjuqaBwvhsK+0tjda8uW3DXgCy4lE5y9+3ygfPNSsrGn4evxOykTdAiArkEpOoIgUaNGqFNmzbR2vJ9Gt/pRQOKMfhecenSpX4rx1O0bNnS21vjsE9h3bp1W5N0q9LwnVEo7+rVq6PjO0rKjO8aS3qPWlzaAw88EF988QX4vvjJJ58EeRcXV+EiIAK1l0DqhQ9g3WuTYcaWWKgnbcOmASdh8419/Liz2LYb7SCx7T0zA/1mLn2uwC1m5lz4fUCLCIhAlEAOLee4lZZEBERABESgMAGFlIOAf57k5BT4bYIPLUcuilrjCeQ75PRQanytVAEREIFaTKCi+1932WUXNG3a1BPjb4J+++03b8sRAREQgW0l4Fra25rFVqWP26pUSiQCNY6ACiwCIiACIiACIiACIiACIiACIiACIlD7CaiGIiACIiACJREwyz/Y2sz8wGuziOYA7VgJA7mDjv2h3v5ddkb3G/8PcfEGDhvxP8LhoCJXgJTEDDw3ZCKWzFnlfLV/TZ61Am8M+gAr56+CQ4AIEFdvB8Ycn7PHd0PCDgnRwfLx8fGIFTKnn5piFjkeZnna5eaPFTXFzKgkIiACIlBhBDgh6ocffojTTjutyDz5w0BODsqJhYuMoEARqKUEfBsnt27BpqZwMtegaVP4oQTKtHnZGPrgBixcvsU1DTgcxAkbCl6Ax2/eBed32zE3Z6nyE1AKERABERABERCBqiDQ7MKTsNtzQ1z/R6Rt47o+couRgy1JKVh31b+w8ZdE/xEptonYPgoS2k3UFCYMuqBNv0QEREAEREAEREAEADEQAREQAREQAREQge1DILZPgnugnxJs9mfQT00J/RzUkyevxogRydi8KdIzkuPeBOWuvs/k8X91xJGdmjEriQiIgAhUKoHW5xyJw58b4O9F3DHvUhTaGd/Mx++DX8XGlWvBe1nsvS3c76iDMA1takqsTb9EBCqWQPXI7aijjkKnTp2ihfn000+RlJQU9ZfFYPwNGzb4qO3atcOee+7p7ZKc/fffH7vttpuPkp6ejoULF3p73rx5GDt2LF577TW89957mDBhAr7++mv8+OOPmDVrli9bcnIyMjIywEmVfKIa5nz33Xfo2rUrrr76anCS/3IXP9zkyp2wZiXgRP6DBw/GsGHD/Djkkkrftm1b7LhjxY1H4scL9tprr5J2iZ133rnE7RW5MTMzEz/99FM0yxNOOKFUJhyfffTRR0fTMP3GjRuj/oIGr0mmKRhenL+0+PzQRfjoRIcOHdC+ffvisoqGH3HEEeA9hAErVqzA7NmzaRYpFXXMExIScMkll+D111/H559/jr59+xa5v9jAxo0bx3pLtLf1XOL9kfc+7oRj7Y855ph84+oZHiv8zUNxY2Fj45XF5n55r2VcHkN+hJR2cdK6dWu8+eabeOONN/D3v/8d9DPu9j4X9t57bzRrVvz/ovXr1y9xO8u4PYQfbuF1UlLevG8xXklxKnLbzz//jHBdduzYMXqMStrHAQccEL3fJSYmlumDLiXlVznb+KCkRPaWZ0X8ckVABERABESg8glojyJQNIGHHnoIbC8X3HrNNdeAH9YrGC6/CIiACIiACIiACIiACIhA2QiYmY9olqfNzPevmxnY3x6E70ZoU1PYzx6re3bZgjsHbOAQKfiFv5Wnz3U8zkzciIuHu/cZSZv8Jjl1nYDqX5cI8D0s7x2sM9//L168mGaJwnEP/LgTI/E9Gt930i5KwviJorYxLCkpCXxvQ7syhOUN7734/nDixInRcVpF7T8rKwuMU9Q2hYmACIhAaQRSLnwAa1+dBHejcWsOW165SXKQfckfsPmGPn7MTGybjXYQ3p9pU5uZb/uZ5bUF4RYzcy58+xBaREAE8hHwV4dz3JovXB4REAEREIFAQLr8BAz8y0tneaasukEg3yGnh1I3qq5aioAIVE8Cld3/ussuuyD0r/K3re+//z7Yh1oSnU2bNuHmm2/2vz3jb1z+/e9/lxRd20RABOooAbOqaVfF1VHeqnZdI6D6ioAIiIAIiIAIiIAIiIAIiIAIiIAI1H4CqqEIiIAIiECpBMwiLyPM8rSZwSwiHLAdKxzEHSuxP9Tbr8vO6H7TfoiPj6Q1o3ZFMCAlMQNjhkzEkjmrXEDtXZNnrcCbf/kAaYmrYfwzV1cnZoa4enHo+143JOyQEB0sT5aBIW2yDpq2mcEsv8AtZubcyGqWZ0dC5IqACIhAxRDg5LIffPABrrjiiiIz5GSyf/rTn3DfffcVuV2BIlDbCMR+xCDY1BQOGguaNoUfSqBMm5eNa0dlYVEyYP4PkYXPcCdP/GNXnN+t4ibbjmRex1xVVwREQAREQAREoMoINLvwZLQeMxRmbOmEYtA25CxIReZV/8LGXxL9R6TYNmI7KUhoP1FTmDrogjb9EhEQAREQAREQgTpOQNUXAREQAREQAREQge1AILYvgtnTTwk2+zHop6aE/g3qKVPSMXJkquv3cLFd34hzwV4R53DFE//qiCM7Ff/BRcaXiIAIiMD2JND6nE44/NlL/S54mzJvAWaGNf9LxO+D/4ONK9e6+9hmxN7jwn2POgjcQtspv8baPkCOCFQUgWqSD8dx9urVCy1btvQlWrduHcaNG4f169d7f1mcRYsWRaNx4vcddtgh6i/OaNy4MfbYY4/o5uXLl0ftumI888wzuPrqq8GxaeWqc7jJlStR9Y/Mc3G33XbDaaedhhEjRuDjjz/GRRdd5Mcho5SlXbt2/p5fSrQyb+YEWzvuWH3GOK1duxZLliyJlv/DDz/EvffeW6p8+eWX0TS8xjIzM6P+ggYZFgwryV9a/Llz50aT77vvvmjUqFHUX5zRrFkz7LffftHNJX20gvs3q5yLYePGjeAkb5xo7aabbsItt9wSLWNpxraeSykpKUhNTfW7adq0KXiNeE8JDu+tzZs3LyFG2TbNnDkzGrFNmzZlOobRBDHG9j4X+HEU3j9idlktTB4vHv9qURhXCLZp582b56zIyuMycuTIUu8jzz//fLRNkJ6eHj0fI7lUV9fdG2LuD85XXQuqcomACIiACNQVAqqnCBRBYOnSpRg9enShLccccwwGDhxYKFwBIiACIiACIiACIiACIiAC5SNgFukZNMvTZubfJ5mZ/xAs57mhsI85VsK8OEH37LIFd16SBZcaZgbAidNmhtlJ2fjz8BVOb4KWOk5A1a9TBDp16oS9997b15nvYV966SXwg0w+oAhnxowZePnll6NbTjrpJLRo0SLqpxE+AEV72rRpSEtLo1lIuJ933nkHHNtRaON2CmjQoAF69Ojh753cxdtvv43Yd4kMi5VJkybh+++/jw2SLQIiIAJlIpBy0QNY99okuGYW6JgZDG5xzuZLTsbmG/r4cURsu4W2Gu2Cwjaemfn7lpnBLCJwi5k5Fz4MWkRABAoRyGGIc9xKSyICIiACIlCQgPxbQYBPFUpIGmuHMOlaTSD2kOfkgH+1ur6qnAiIQLUkUJX9r/Xr18eZZ57p+ykI53//+x9ee+01cHw//UXJ5MmTwX5W9hMvXrwYO++8c1HRFCYCIlDHCfA+EtvUqiwccZW1I+1HBKqSgPYtAiIgAiIgAiJ74fJaAAAQAElEQVQgAiIgAiIgAiIgAiJQ+wmohiIgAiIgAmUjYJZ/8LWZ+YHYZhHNgdsUDugOmnaQMOiber8uO+OsG/eDxcO/MM3hmw4KcrB8/mo8N/hLLJm9qmwFq2GxkmetwBuDPsCK39MidXd15sse5wEsB33Gn4GEHRLyDZYns8AxsKWmmEX4m+VpuMXMnBtZzfLsSIhcERABEahYAhwU8/TTT/vJLIvL+eabb8YVV1yBrKys4qIoXARqPAH/TM+tRbCpKfwQQtC0KfzoC2XavGwMfXADFi5ng4jDaynRjPDEzbvg/G5NcgOktpaA0omACIiACIiACFQtgaYXnozdnhviekJCOSJtHwZsWZCKdVc9iY2/JPqPSLGNxPZSkNCOoqYwh6AL2vRLREAEREAEREAE6i4B1VwEREAEREAEREAEKppAbB8E86afEmz2X9BPTQn9GtRTpqTjvvuSsXlTpB+E8eA6Q/gmiGNlHn/yIHQ6ats/LsmySERABERgWwi0PrcTDnt2gB/CxjsW8/L3LHezWvNNIn6/5j/IWrkGvLfF3usYh37qING0NJww3CmtIlChBKpTZrvuuit69+7tx9OyXHPnzvUTBZXl3Oc4qtWrVzOZl4KT1PvAIhwzQ6NGjaJbVq2qneNtoxUsYLRr185P8P/WW2+VayImtsFcU6xAbtXf27RpU/CjB1OnTkVx8u233+L999/HiBEjcNppp+U7P0qrIccolxanPNsbNmzox0CXJ832jLty5UqsXbs2uotvvvkG48aNK1UYLyRav359iR+dKC/DkuJzX6mpqWHX4D0m6inBMDPwXAlRUlJSgllIl7T/QpHLEZCcnOy5cqxo3759ceKJJ6JLly6gPXz4cEyYMAGZmZllznFbz6VNmzb5tgt32KRJE7Rs2ZJmicI4jFtipDJs5L5DtLZt2wazXLoyzoWKqGu5KlXGyAkJCeDHUMoYfbtHK3gsFi5c6M/10u4lH374IcIHZLKzs7Fhw4btXtZt30GO+58g/EfAHoxtz1E5iIAIiIAIiMC2EFBaESiKwEMPPQR+ILDgtr/85S/g79sKhssvAiIgAiIgAiIgAiIgAiJQfgJmkTlqzPK0mfl3ombmP7TC+W6ChPlwqPkeIlb3Om4Lhl+yIdL3mOP6H53wXSplVuJG/Pn2VMxOyoaWuktANa9bBPg+7s9//rO/j7DmfN9y0003ge8a6Q/CewTfgw8bNgz8UBPD99lnH/Tp08ffi+gP0rFjRzRu3Nh7f//9d4wePbrQe8n09HTcfffd/r26j1iJzvHHH4/OnTv7PbIurBPrxjr6QOdw/NX48eN9GfleyQWVe+WHrTp16gTKKaecglmzZpU7DyUQARGomQRSLnoQ616d5F/wuqaWb3fxHuNaXth08R+w6YbefixPbBuNdqyEdp2Z+Xu0WV7bD24xM+ei0D0YWkRABKIE/FXiHLdGw2SIgAiIgAjkEZBVPgKR54lzc9thkdTOHzHk1hUCsYfcnQsGqys1Vz1FQASqEYGq7n+N7V9lP+oTTzyBZ599ttDc5tz28ccf+z5W/l6PCNkvy/S0JSIgAiIQS8Bcu8piAyrJjquk/Wg3IlCVBLRvERABERABERABERABERABERABERCB2k9ANRQBERABESgHAbPIKwmzPG1mMIsIB3GbmR/ATTt2gDft2B/q7Xfczuh+0/6Iizf4xSsD/1IS0zFm6JdYMjvNb6otTvKsFXjzLx9i5fxVvp4Ola+amau143DOB2eh/g4JxQ6WD0ypKWYuXQFhhmZG5cUsz/YBckRABERgOxL4+9//jv/85z9o3rx5kXvhIJnu3btj9uzZRW5XoAjUZAL88Vsof7CpKRwMFjRtCj+MQJk2LxtDR2VhIedc9o9tg5kTl5k5+ectu+L8bk2cpXUbCSi5CIiACIiACIhANSDQ9MKTsfuYobklYWvHSWQFFqxA5lX/wsZfEv2HGNhWYrspSGhPUVOYSdAFbfolIiACIiACIiACdZKAKi0CIiACIiACIiACFUogtu+BGcf6abPfImjaoT+DesqUdNw3IgWbt7iUrv8DMLhXQACcdvL/7J0HYBZF+safF0EUEBRBBMspClg4Pf9HsYEFRECl2bBQxMJJ07vTEz0L9nKCqAhiOxUR21nBwmFBAQX0VERpAhERCCV0kCSa//vMZr98CQmEmoQ8m33mfWd2dnb2t7PzTfbbb3fw4/XRoGH+36tCkwiIgAgUAYFa5zXEn57q5j1UtHEzA4KANRPnYk7vl7Bh2epw/Ta5z4v7QdpY8Im+mzAn+yFBgQjsYgQaNmwIPkA93q3Ro0cjJSUljhZoeW5QBWbYxIJ99tlnE0t33UXXX389ZsyYgYsuumiLd9Jg4AxNIlCMCbBP4Ofs1lRxv/3225rVtnmdBQsWoHv37jjnnHNwzz33gH3gvHnzNnqpRoUKFVCvXr1t3l5hC1i6dClWr15d2OzbLd+6des2ekHJ1hReEtvC1uxnaVinZO2j+UelJaqc4yWS5IiACIiACIiACIhAkRL49ttvw0v88lbi7LPPxqWXXpo3WXEREAEREAER2GkEtCEREAER2BUJmEVXCM1yrJnBLBKfeZNXu+22G6jkZwsx3uak33H7ZenwlV0+mwsMDNNTMtC137JgoUkERKBUEGjRogUuueQSsA/hDn/yySdo06YNunbtGr5vvOmmm8Dn0vTs2RNLlixhFlSvXh39+vVDzZo1Qzw5OOqoo9CsWbNE0rvvvouWLVuC9xfw+0uWy22OHDkyPAuH8UTmneDwe1LuU+3atcPWuE/ct/PPPx933nknuIz1veOOO8J3rOxDYzZhBQUiIAIisAkCSzo/iLUvjfUcHFsBPlSD8c+d37qcgt9uaFfg8ww5TmN/E8vMQt9s5iVkCz6ZmYeAWWRRiiftughsikAWF3rgMz1JBERABERABLaJQPR5kgXeS5pTUJSaE5e3yxPIdcgZoXb5vdYOioAIFDMCRX39Nb6+Wrdu3UCGv98fOnQozjjjDPA6K68Bx9dYb775ZqxatSrk4/VYpnP9kLAFgbKKgAjs+gR8pF0kO1mmSLaqjYqACIiACIiACIiACIiACORHQGkiIAIiIAIiIAIiIAIiIAIisNMImEU3YZvlWDMLN2ebWbiBO76hm5Y3eSeLPzJhnLbOidXQqm8dGL91CPeRMKCA1Dkr8Uyfj/HL9DTsClPqtKV4tccoLJ0d7Q/3kgr75vt/7siWKFe+bOJmeTJKVsySljLLYW4W+SzLzGiCzHL8kKCgpBNQ/UWgRBDo2LEjPvjgA/DB1vlV+MMPPww/tnzvvffyW6w0ESiRBJJvkI59WooPZI4tfYo3jVFTZ2fimv4bMG+Rjwp8BuUB89MddFM1XHhmpRLJRJUWAREQAREQAREQgYIIVL70NNR4uo8v5u2vPurhHOTxlMVY3/1xZExJCS+R4piJ46dYHCfRp6W8kFw/VovTmF6CpaqLgAiIgAiIgAiIgAiIgAiIgAiIgAgUAwJ5rzMwnqz4GgUtFV/HoB03bhXuuTfVr2/woofvjBv4d0CcPYbHhhyNBg2r0JVEQAREoFgRqHVeA/zpqW6hTuzzEn2X92NrPp+Dub1fxoZlq71/+w3JfR/zMk4bi4XQp6WSfcYlEdiVCPBeTz6MvmrVqmG31q5di9dffx3r168P8YICMwv33ha0fFPpqampGy0+8MADwZfdXXnllejTpw/69u2L22+/HQ888AAGDRqEp59+Gi+++CLefPPNcH/Xp59+ii+//BLff/895syZg0WLFmHlypVIT08P37/wvN1SzZ8/f6N6bY8EPox/4sSJuP/++1GuXLmtKtK7stCtbdXKWmmXIFC5cmUMGzYstHu2/cKK50y1atV2CgMzA+8Tx1ZM8+bN24q1tm2VH374AZdffjm++uqrMDaIS2N/eMwxx6Bjx4647777MGrUKPDFHd27d4+z7HDLY7bXXnvt8O3k3cCee+4ZXkCSN31L42ZWotoCStHEz9jC9h9ffvllos9p2rRpCaCU5ZcuwidmqGuOF6IKREAEREAEREAERKDICfTv3z9cm8xbET7MOW+a4iIgAiIgAiKwEwloUyIgAiKwyxIws7BvZjnWzMJ3nGYWrmPzew2K35nGlj6fKZRs25z0O/p13RC+r8vyi4+8GulfSvo1SWDa3HR0vW0ppqdkQJMIiMCuT4D9Q+/evfH3v/8d8cuXeN/l1KlTw70Wo0ePxuLFixMgjjvuuHC/A180lUhMcljetddei2bNmiVS161bh48//jiUx3JZ/gEHHICBAweC32MmMu4kp2bNmmHb3Jd4kykpKXjrrbfA/U1Li55HxpdY3XHHHahUSc8YiTnJioAIFExgcacHsXrEWB9P+eDKwzDTdSejUxP8dkO7xPMM2VdybJaseOxGa2ZhbGeWM9aDT2bmIcL4D5pEQAQ2SSCcLR74vMl8WigCIiACIiAChSdg4F9Ofstx5ZUOArkOOSNU6dh17aUIiEDxIcBrCtcW8fVXXl999NFHcfrpp4frF6TDa8D8nRl/v5d8jZXLeB2W14K5HuNbKGUXAREoBQTMimZcVaYUsNUuioAIiIAIiIAIiIAIiEAJIaBqioAIiIAIiIAIiIAIiIAIiMDOJWAWfTlhlmPNDGaReEN3spJv+qbPL25jW/ek6mh9Y13YbuY74TJX5GHx3FX49zWfYMH06Ecqnlwi59RpS/Fqz3exdM4KOCRw4l4aDGV8v88b2RLlypdL3Cy/22675fLJkmm0lJnBLLfgk5l5GM1mOX6UorDkE9AeiEDJIdCoUaPwwNYLLrgg30rzgdHnnHMOBg8enO9yJYpASSLAB53H9Y19Wip+wQFtLP44mJo6OxN9+m/APD6PnZ/b/OimYOFv8E3V0bHlzn8AcbwvsiIgAiIgAiIgAiKwIwlU6XQ69n/6mjDu8QBhOBQF+D1lMdZ1H4KMKSnhQa0cO8VjKdrkcRZ91jO2eX3GS55UYxEQAREQAREQAREQAREQAREQAREQgaImkHytgXVhnIr95GsU9OPrF7Tjxq/GPfctxu+/m2e3cN0DRtcDv/4xeMjRaNCwiidoFgEREIHiSaDmeQ1x7JPdYOb9FgzZBu5hzRdzkNL7JWxYtjpcv03uA9lPMk4bi3tIn5ZK9hmXRGBXIrDffvuhVatWMLOwWzNnzsTYsWOxqXZfvnx57L333iE/g+XLl9NsVjzX1q9fn8jHbTNy4oknYtiwYXjiiSfw8MMP495778Wtt96K66+/HnwRXrdu3XDRRRehbdu2aNGiBZo0aYI///nP4EPyDz30UNSoUQOVK1dGuXLlWFyxEPftySefxAcffICGDRtuU53CkQnBNhWjlUsYAbbpPffcM9Sa583q1auDX1wD1rV69eqJ6iW/2CKRmI/D/0XWrFmTWHLwwQcn/B3lbNiwIbxoY8mSJWETZH377bdjFXipDwAAEABJREFUwoQJ4SUVzzzzDK677jo0b9489C+8Bz4zMzPk3RlB/HsFbots4pdmMF6QuE8ZGdv2ciEzA/cV2dO8efOyvS0zJaktbNmeFc/c/AxmO8mvdvy8rlKlSmJRYc/LaIWSFlpiLMOaGwNJBERABERABERABIoJgTFjxoTrHnmr07VrV7Rs2TJvsuIiIAIiIAIisBMJaFMiIAIisGsTMIuuFJrlWDML1xLNLFwT53VxKn4uDi0VX6uPbZuTfke/rht8Xbiyy4BPBkxLyUDXfksxw62naBYBEdjFCbDPuPDCC/Hee+/hr3/9K4488khUqFAh7DWX1apVC+eee264FsB7IBgPCwsI+F0l75F4+umn0bRp00RZ7Ivq1q2Lf/zjHxgxYkS4P6KAInZ4Mvdh6NCh4IuneH9HvL9xHfld67///W8cdNBBO7wu2oAIiEDJJ7C4c3+seWls2BGDuXVxdmV2PgW/922feIZhPBZjfxOLfS19WjMLYzozg1kk+GRmHiKkQRMAQRCBTRPI4mIPfKYniYAIiIAIiMB2IMBPFSouKtmP02R3aQLJhzwrC/zbpfdXOycCIlBsCRSH66/77rsv7r//frz00kvh2vGBBx4IXtsgNF7f4PVXPuec14h5HZZxLttyaQ0REIHSQIC/+U0eau2sfS6zszak7YiACIiACIiACIiACIiACGyGgBaLgAiIgAiIgAiIgAiIgAiIQBESMMu5SdvMws3aZhZu6OaXn7H4hWh+4s3hdU+qjlY31IH5tw/84gP+zYfP4cGnqbNX4Ok+H+GX6WkoiVPqtKV4pce7WDqbD2b1vcpy+Q6GG2d8f89950yUK18ucbM8GZEJLUV+saVvlsPYLPLJxcxogsxy/JCgYNcgoL0QgRJGgA+hffnll3HDDTfkW3M+cJYPluYDpvPNoEQRKAEEwrglu56xT0vxYeuxpU+x3VNTZ2egT/8N+GmRjwg4NgjygjhM8HHCoJuqoWPLSp6gWQREQAREQAREQAR2XQKVO52OGk/3gQ9/OIfrQB6EHc6auxjrrhqMjClzw0ukOIbieCpWPM6ipbhSbPP6jJcoqbIiIAIiIAIiIAIiIAIiIAIiIAIiIAJFSiD5GgMrwjgV+7w+wTgtFV+3oB03fjXuvmcRMjNzvgPi10DZFz8wePBRaNCwCsDCJBEQAREoxgRqnd8QxzzZza/fsj/zivp32e6F+OrPZyOl90vYsGx1uH6b3BfG/SNtLF/bL/16AXRcTHejWQR2SQInnHACjjnmmMS+ffjhh5g7d24inp+T/OD2BQsW4Ndff80vW660tWvXYuHChYk0PsQoEdmFHN5bNnPmTFxxxRXbZa+ifmy7FKVCShCBvfbaC7yXkVXOyMjAN998Q7dYiy+giCs4e/ZsrFu3Lo4WaFeuXJmrv6lZs2aBebfXghkzZuDLL78MxZUrVw4333wzzjrrLOy+++4hLb8gJSUlv+Qdkrbffvsljv2qVauwaNGizW7nl19+QVratv9mIfkYsszNHUOOj2677Ta0bt0a3bp1w8SJE0Ndk8spzm0hVLaEBzyHOK7Nbzf4W46DDz44seiHH37AmjVrEvFNOiVuoX9ahgsZUcVzRvFRXKEIiIAIiIAIiIAIFCWBAQMGbLT58uXLo0ePHhulK0EEREAEREAEdioBbUwEREAESgEBs+gZNmY51szyfb4Qr6kmK35+TmzbnJyF27psAK+NB5FfuBiZhWlz09HltqWYkZLBVEkERKCEEahWrRrefPPN8B3iRx99hCOPPHKze1CxYkVccsklGDZsGD799NOw7qRJk/D222/jxhtvDGWY2WbLYQY+l+vYY48FryHEZfF7txdffBEXXHABKlSowGxo2rRp2A6/6+zcuXNISw6Slw8ZMiSxXnKeZH9L8rOOJ598Mh555JHE/sZ15HetvNZBbuTH+hVm+3FdkuvB9VlOvExWBERg1yKQ2ulBrB7xSbg9nXvGMRUY8zFVZqem+L1vu8TzDOMxWPL4LPbZJ5kZYmtmYXwHn8zMQyTi0ASIgQhshkA4azzweTM5tVgEREAEREAENk8gfJ5wTEYlsofURExOKSCQfMi9LRisFOy0dlEERGBLCfA6IK8H8noiLeNbWkZh8vP6QVFcf02um5mhdu3a4doxr0Xz2ir3O76mzN9ksI6sa/J6W+QrswiIQKkgYD6usiLY0zJFsE1tUgREQAREQAREQAREQAREIB8CShIBERABERABERABERABERCBoiBgZjCzsGmzHGtmId3Mwo3d/MIzVnzjNy1vDKdiv+7J1dH6xroos5sB0QwzOoYlc1fh330+xoLp2/5APezEadG0pXil57tYNnc54LsSAu6TR8rsVgbnjzwT5cqXy3WzfMxkt912Q5kyZRBb+mYGs9yCT2bmYTSb5fhRisJdhYD2QwRKKoH77rsPjz/+eIHVf/DBB3HeeecV6uGqBRaiBSJQBASiH8BFG459WooPgo0tfYovfaGmzs5An/7p+GkRYPzjZ7fLZybgsZuq46KWlaBJBERABERABERABEoDgcqdTkeNZ67xURFg5qOjIAAGZKUswfrujyNjytzwEimOpTiuihWPt2gp+BRbd8ODoGhLmlRfERABERABERABERABERABERABERCBoiOQfG2BtWCcin1el2CcloqvV9COn7Aad9+b6tcxmNvl1zkQRB8YMuRoNGhYxSOAAhEQAREoCQRqnd8Qxz51OeDXa4NCEEXWfD4HKb1fwoZlq73f+w3JfWLcT9LGgk/03YQ52Q8JCkSgGBDgw374oJ82bdpsdW3KlSuH9u3bY++99w5lrFq1Cu+88w42bNgQ4vkFhxxyCPbYY4+wKCUlBT///HPwNxXMmjULixcvDlkqV66Mgw46CLvSdNJJJ+GTTz7BoEGDUKXK9hs/Gfsx25VIaV8KQ4DnSP369RNZP/zwQ6Slbfp+dH5O8UUKzZo1Q9u2bcPLF9LT0xNl7GiH9eWLLridH374ATNmzKC7SX3zzTeYN29eyFO1alXUrVs3+DsyWLFiBdauXRs2UaNGDRxzzDHY1LRu3TpMnjx5U1m26zL2H8cdd1wok2OV999/H5mZmSGeX8Djzr4nI2PbXyqUfAx5/H766af8NplIW758OaZPnx769mnTpsHMwrLkcopzWwiVLcbBmjVrNnneh//px4/f5B40aNAA/JxnJh6jKVOm0N2kvv76a5xxxhng2KJHjx5YsGDBJvMXj4UG/sV1sdiRFQEREAEREAEREIEiJjBixAi89957G9Wid+/eaNiw4UbpShABERABERCBnUlA2xIBERCB0kLALLpiaJZjzQxmkfhMnLzi83Ko+Dk6sW1zchb6dfXvXrhuAqCXA8P0lHR07bcUM1K2/Xp9omg5IiACIiACIiACIrCLEEjt3B9rXvrUR00cO0U7ZWbuGDI7NcHvfdvlep4hx2J5FY/ZzCw849DMYBYJPpmZhwhp0JQgIEcENkcgixk88JmeJAIiIAIiIALbRCB8nmRl5Xl2UkjdpnK1cgkjkOuQM0KVsH1QdUVABESghBFQdUVABEoHAR9pF8mOlimSrWqjIiACIiACIiACIiACIiACeQkoLgIiIAIiIAIiIAIiIAIiIAJFSsAs983aZhZu3DaLbHyzd2zz3gwe/0CPts5J1dHqhrow/xaCt5XwQXqAfxXikcVzVuKZPh9h4YzlRbq/hd146vRleKXnu1g6ZzmyvP6+G76qOx6xMobzR56JcuXLFXizPHmRFS1lFvE0y7FeYGBNS5kZjbRrEtBeiUCJJtC9e3d88MEHqFOnTr778Z///AdnnXUWPv/883yXK1EEihuBaIwS1Sr2aSk+LDi29Ck+IJaaOjsDvfunI2URxzcuHyAwLwcLPkTAYzdWw0UtK0UFKxQBERABERABERCBUkKgcqfTsd/T1/iQyMdHPijy2X3ufBZ+n5uKdVcNQcaUueElUhxTcXwVi2Mp+rRUWIsF0HHFae6WlFn1FAEREAEREAEREAEREAEREAEREAERKCICea8jJMfpx9cgaKn4OgXtuPGrcNe9qeC7JLPi+odrFB7zefBjR6FBw8TLa+McsiIgAiJQ7AnUPL8hjnmiG2/h87p6h+bfcTOS5XbNhNlI6T0CG5atDtdvk/vG5H6TPuUF+LVflkHPSwn9ZOQrFIGiILB27Vq88sor6Nq1Kw466CA0btwYd9xxB7777rttqk7NmjXDfVBm0f2c3E4mBwkFlHrwwQfjsMMOC0t//fVXjBo1CuvXrw/x/IJly5bhnXfe8XFHZlhcr1491KhRI/glPahUqRIefvhhjBs3DqeccsqO2Z2cbmjHlK9SiyWBFi1aoGLFiqFus2fPxuOPP544h0JinuCHH37AG2+8gZUrV+KXX37BHnvsgd133z1Prh0X5Xl97LHHhg2wD3nqqaewZs2aEM8vWLhwYdinjIzoRTgNGjTAH/7wh/yy7rC0devWBV4FbYBjgddeew1fffVVQVm2e7qZoWXLloljP3bsWHz66acFbuf777/H+++/X+DyLVmQfAxXrVqFYcOGFdjmyGbkyJGYO3du2MSRRx6Jo446KvjJ5ZSUthAqXgwCfjbuvffeoSYrVqzAN998E/z8gmnTpmHChAn5LUqk8Zjw2DCB59rAgQPBc4/x/MRz9qmnnsLy5cuxYMEC8DO+cuXK+WUtZmn8oKSiauV4UVyhCIiACIiACIiACBQVgQEDBmy06QMOOAA9evTYKF0JIiACIiACIrCTCWhzIiACIlCqCJhF34Ga5VgzC8+9MTPw2Tix4ufl0FJ8plCybXNyFm7rsgE51yF5J0IUmzY3HV1vW4IZKdF3H9AkAiIgAiIgAiIgAiKARZ37Y82IsU4iGjdFIyf4eCoLmZeejKwb2xf4PEOOw+JxGq2ZhbGbWc5YDj6ZmYcI4ztoSiYgXwQ2SyCcPR74vNm8yiACIiACIiAChSNg4F9OXstx5ZUOArkOOSNU6dh17aUIiIAIFBEBbVYERKCUEDArmnFVmVLCV7spAiIgAiIgAiIgAiIgAsWcgKonAiIgAiIgAiIgAiIgAiIgAkVPwCz6ssIsx5oZzCLxhu9k8WbwZCX/UK/OydXR6sZ6KLNbtK6HXo7vowGL567Cv/t8hIUzlntC8Z1TZyzDKz3fw7I5K2D8M6+ry+jvVgYXjDoTZXcvm7hZfrfddkOyypQpE+K0lJmvmUdeIsyMJsgsxw8JCnYxAtodESj5BPgQXT6gmja/vfnf//4XHn49fPjw/BYrTQSKDQE+cDeuTOzTUnyhQWzpU3zpCzV1dgZ698/AT4sA45/RuvgZ7hp8U3Vc1LISNImACIiACIiACIhAaSRQudPp2P+ZawEfF8GnyBj4h5TFWN99CDKmzA0vkeLYiuOsWPH4i5by1UvwS6RYe0kEREAEREAEREAEREAEREAEREAERGBnE4ivKdoF4+YAABAASURBVMTbZTxZvA7BOC0VX5+gHT9hNe6+bwkyMwBe0+D1DAPcDyEGDzkKDRtVQc4kTwREQARKFoFaFzTCMU9280p7v8aODhb+PMDaz+fgp94jsGHZ6nD9NrmPjPtN2lheiK7fEoJUZAR++OEHPPjgg2jVqhWqVq2KCy+8EM899xzmz5+/Xet0wgkn4JhjjilUmeXKlQv12WOPPUL+adOmYeDAgeFlwSEhKWA9Bw0alFjGFwk3b9483G+alK1EupdddhlmzpyJPn367Nj6244tXqXvGAJpaWnYsGHDVhd+9NFHh/MsLuDNN9/EXXfdhbVr18ZJwfLzavLkybjpppvAbTLxsMMOQ7t27ejuNJUvXx48JypWrBi2OXHiRPCllnPmzAnx5GDWrFm49tprES9j33bJJZeEe9ST8+0I/6CDDkK1atVC0eTVv39/rFq1KsSTg5UrV+KBBx4A+y+OFeJl/H8q9neUTT72bEP9+vXD22+/jeR68LiT8fXXX59v/bembjyGPA60XH/06NG44447NmpzrAfrM3To0FAn/m7gvPPOQ6VKlbgauH5JaAuhstnBokWLco33spN3uqlSpQqOOuqoxHafeuopTJo0KRGnQ/4TJkxAYY49j0nXrl3DMeG6POd47vEcZDxZqampYFubOHFiSOZx5LosIyQU68A/KMOYP6qkxyJHoQiIgAiIgAiIgAgUIYGHH34YX3755UY16NWrFw499NCN0pUgAiIgAiIgAjuXgLYmAiIgAqWPgFl05dAsx5oZzCLxWncsPkeHPi1VtmzZ8N1mbNucnIVbu6TDVwbg67tiOz0lA5f1W4oZbqFJBERABERABERABEo5gdTO/bH2pbEIwyUPzDh2iqK/X9oUWTe2D/eKJI+56MeKx2S0ZobYmnk5LvhkZh4CZpGFpiQCckVg8wSymMUDn+lJIiACIiACIrAdCPBThYqLSvbjNNldmkDyIc/KAv926f3VzomACIhAkRNQBURABEoLAf6WLHmotbP2u8zO2pC2IwIiIAIiIAIiIAIiIAIisAkCWiQCIiACIiACIiACIiACIiACxYyAWXTztpmFG7nNIssbvpMV3xge2/gHerR1TqqOljfUhfm3EeGLEH4TkuWBa9HsFXim94dYMCOtmO15VJ3U6cvwco93sWR2Wnh4XU79gSzLwgUjW6Ds7mUTN8tz/8tm/0iRPhnFlr5ZxM8sx3JLZkYTZJbjhwQFux4B7ZEI7CIE6tSpg1GjRqF79+757tHy5ctx6aWXhofr5ptBiSJQxAT4uR5XIfZpKT4MNrb0KT6kmPpudgZ69U/HT4t8PAPePksL91w+vnms7764qGX0wOa4fFkREAEREAEREAERKG0E9up0OvZ7KvulLmG4FI2b6GbNXYz1Vw1GxpS54SVSHGNxvBUrHofRUmQX27w+48VWqpgIiIAIiIAIiIAIiIAIiIAIiIAIiMBOJ5B8DYEbZ5yKfV5/YJyWiq9L0I7/fA3uvDcVGRnZ1zH8e5/Ii74DGjz4SDRqWIVF5UieCIiACJRAAjUvaIRjnuzGzs1rn93T+cVb7/awesJs/NR7BNLT1oTrt8l9Zdx/0sbyAsJ9dbQU02klEdhRBN5//31cf/31+POf/4yjjz46+ExLT0/fUZtEuXLl0L59e+y9996F2sbhhx+Odu3ahfW4QkpKCu644w7069cPzz//PJ599lnccsst4Z6qBQsWMAv4MuGLLroIhxxySIiX1OC4447Du+++i2eeeQY1a9bcobuRxTt1vO/aoRtR4duNAM8L3kfNAr/44gtceeWVuOeeezBs2DBs6fnL+7L5YsiTTjqJxYGfVSNHjkSLFi3QrVu3UC7Pt7Zt2+Lqq6/GL7/8EvJVrVoVt956K/bbb78Q35nBn/70J/Ts2TOc69zuDz/8gI4dO+KCCy7AnXfeGfoH9jOXXHIJZs+ezSyoUKEC+vbtG/q6kLCDg0MOOSQwjDczadIktGrVCj169AhMWc+LL7445Hn11VdDNp7zlStXDv7ixYuxbt264O+oID72jRs3Dpvg9ti/nn322YFhfNzJesmSJeH+/rjdhRW2IWjUqBF4r2xcHvs6trmYz0033YSWLVuG47lhw4awJX4WME+IZAcloS3UrVs3u7bAf/7zn0QbeOuttxLpO9vhsec5E7e3tLQ0sB+Iz6GYf58+fcBjT+7HHHPMJqvZpEmTsG8smxl57vEc5LnItsQ+qmvXrmjTpg0++eQTwDPx+LMdcF2PloDZPy05yM+uqT42s0HIiIAIiIAIiIAIFBkB/s5s4MCBG22f42SOrTdaoAQREAEREAER2NkEtD0REAERKKUEzKJn3JjlWDNLPGOI10Zj8ZpqsuLn68S2bZMs3NKZ18n9+qR/n8d7CILn1yqnzdmArrctwYyUjFJKWrstAiIgAiIgAiIgAkBqlwFYPWIsfHgUhMSYCci85GT8fmO7cL8Dx1zxGIt+XnF8ZmaIrVk0foNPZuYhwngOmjYmoBQRKASBcBZ54HMhciuLCIiACIiACGyaQPR54mH2OC3K7fHIUVhaCCQfcm8LBiste679FAEREIGiIaCtioAIlBoC5uMqK4K9LVME29QmRUAEREAEREAEREAEREAE8hBQVAREQAREQAREQAREQAREQASKCwEzg5mF6pjlWDML6WYWbvzmzd+x8t4gHt88Tlvn5Oo484a6sDIG+AwLgRvD4jkr8Wyfj7FwRhqK05Q6Yxle7vkels5ejlBb1tkVfP9m5cJ3W6Ls7mVz3SxftmxZxBzIhT4tZWYwyy3ur5nRBJnl+CFBwS5JQDslArsSAfZ7jz/+OO67774Cd4sPrL788suxfv36AvNogQjsbAJ8YEC8zdinpfhQ6NjSp/jSF+q72Rno0z8D8xb52uFj28A/j7kFBt9YDRe3qsSotIUE+vXrhwYNGhRKfIA3H6zbt29fjBkzZoc/PHoLd6VEZeeDsPmw88KyZ76mTZuiQ4cOuP322/Htt9+GB6mXqJ0uoZVNPkf4UogSuhs7rNrTpk3D6aefHvoQPkB96dKlO2xbhS1Yx6ywpJRvVyZQuXMz7Pf0NQgDJQ/MopGTwaeUJfi1+xCkT5kbXiLFsRbHXbHi8Rgt5Wsgtnl9xoujVCcREAEREAEREAEREAEREAEREAEREIGdSyD52gG3zDgV+7zuwDgtFV+PoB3/+Rrcde9iZGYazFwwX81C6A6GDDkKjRpWoZtLioiACIhASSVQ84JG+OMT3bz67OsM7PC8+4OZYe3nc/BT7xFIT1sTrt8m95lxP0obCz7RdxPmZD8kKBCBbSAwf/588PvRLl264KCDDkKrVq3w4IMP4n//+982lLrlq9asWRNnnXVWOEc2t7aZ4dRTT8VVV12FvfbaK2TnebFw4UKMHz8en3/+ORYvXpz43mP//ffH3//+d/zf//1fyFsSA94je88994TjwmO0M/bBYOAMTSWCwDHHHIOGDRuGuvJz5YcffsDrr7+ON954A2vWrAnpWxJUqlQJ9957Lzp27Bju2+a6GzZswJQpU0K5I0eOxIIFC5gcdMghh4AvmTz66KNDfGcHZobzzz8fvM9yn332CZsnhzlz5uCtt94C6/vzzz8n7sFhfXlfJu+DCJl3QmBmod8688wzwXOamyTTSZMmBaas58yZM8PYgPtw55134v7770eNGjWYFcuWLQP77BDZgUF87Fu0aJGoJ/tUMqTi4169enWwX6pVq9Z2qY2ZoVOnTrjrrrvA/WehyXxGjx6NtLTotxD8/QDvx/rHP/4RfmfAvLHMin9bOO2001C7du1QZf6/PHny5NAGuI9FeR8wz1/ei1O5cuVQt+RziHUjf7bdSy65BNdffz3Kly8f8hUUmBkuvvhisC3Hx5Rl8lxkW2IfNXXq1NDmWUaFChXC5/Wll14KM/8MYmKxl4F/cTUtdmRFQAREQAREQAREoIgI9O/fHykpKRttvWfPnojHeRstVIIIiIAIiIAI7EQC2pQIiIAIlGYCZtEVRLMca2Ywi8Trr3nF6+EUnzeRbNs2ycItXTLga8JXhzlYMw9d0+em47LblmBGSoanahYBERABERABERCB0kUgtcsArB4xFvBxEXyKjIF/v19yMrJuah/uM0geW9FPVjwmM7Nw34SZr50t+GRmHgJmkYWmjQgoQQQKQyCLmTzwmZ4kAiIgAiIgAttEIPo8yUr8fiAqLEqNfIWlgkCuQ84IVSr2XDspAiIgAkVCQBsVAREoPQR8pF0kO1umSLaqjYqACIiACIiACIiACIiACCQTkC8CIiACIiACIiACIiACIiACxY6AWXQTt1mONbNwc7eZhRvA4xvCaZNvFKef/EO9uk32Q8u+dX1dAOE+Ew+yXB5Nnb0C/+79ERbOiB5850lFOqdOX4aXe7yHpbOj+rCWfABrqLh/q3LBqDNRbveyBd4sH7OgpcxymJlFPnfQzGiCzHL8kKBgVyWg/RKBXZLADTfcgJdffhl8aGp+O/jMM8+Eh2Dzwb35LVeaCOxMAtFnerTF2Kel+ADX2NKn+BBbauqcTPQZkIGURdm3dnCA4IOaEHP/sb774uJWlaKCFe5QAnx4Mh/WPGbMGPTt2xctW7YMD/xn+g7dsAoPBNatW4d58+bhnXfeweWXXx4ebj137tywTIEIiIAIiIAI5CVQuXMz7PfUNZ6cFX6I5sMmH0H5FRa/JpQ1NxUbug9Bxncp4aH5HHNx/BUrHpfRUl5IKIOWitPoF0OpSiIgAiIgAiIgAiIgAiIgAiIgAiIgAjuRQN7rBMlx+rzeEFv68XUI2vGfr8Gd9y5GeoZfueA1Cyq77p6CIYOPRKOGVbJTchlFREAERKBEE6h5YWP88Ylufs3We7to5sXbcB129fgf8VPvF5GetiZcv03uO+P+lDYWQdCnpZJ9xiUR2BICs2fPxqOPPorWrVvjsMMOQ5cuXcI9AfPnz9+SYkLe+vXrB7s9ghNOOAHHHHNMoYoys5D33nvvDd+r165dGxUrVkysu9dee6Fhw4b461//in79+uEPf/hDYllJcy688ELMnDkTN954406tundb3mft1E1qY9tAoFKlSnjggQdw8cUXo0qVnLH1qlWrsHTp0q0qmS/jvu666/D222+jW7duOPTQQ1G+fPlEWVWrVkXz5s0xYMAAvPTSSzjqqKMSy4rCMTM0adIEI0eOxF133RX6iGQWrO+ZZ56JwYMH45VXXimS+vI43XnnnXjsscdw4okn5jpWrCvT7r///rAPrOs+++yDI488MuBcv349Pv/88zCOCAk7MOCLQe+++27wvlTWg3Xj5njP/kEHHYQ+ffrgtddeC4yZvr1kZmjRogXefPPN0H/Xq1cv0ea47Vq1aoEvh2eb5D1VZcuWzXfTZsW7LdSsWTN8DvOePJ5n8U4sXLgQPM5xfGdbM0PTpk3xxhtvhGPMY03urAfbANvC8OHDce2X17sdAAAQAElEQVS11yaOC5dtSmbRMX3rrbdwxx13hDbDsuJ1uP/87L/uuuvCvXL8zIu3Gecp3jYrGutnVzJ8dmb7MiIgAiIgAiIgAiKwswnw2sHAgQM32iz/b7viiis2SleCCIiACIiACBQBAW1SBERABEo9AbPomTdmOdbMYBaJ10dj8XlC9GkpXhNPtm2bZOHmLumBKa9NhnsIsugB0+em47LbFmNGSkZYrkAEREAEREAEREAESgOBRV0GYNWIsdF9FdnjIv9C13c9C5kXn4ism9oX+DxDjrM49oplZuHZj2bROM3MwMkst2WatBEBJYhAoQiEs8kDnwuVX5lEQAREQAREYPMEDPzLyWc5rrzSQSDXIWeEKh27rr0UAREQgSIgoE2KgAiUIgJmRTOuKlOKGGtXRUAEREAEREAEREAERKCYElC1REAEREAEREAEREAEREAERKB4EjCLvrwwy7FmBrNI8U3hseXN4slK/qFenSb7oWXfejB+M2EGLwSc3MPiOSvxbJ+PsHBGGpOKTKkzluHlXu9hyezlXgfWDGBoZrAyho7vtkS53csmbpZP3lf65BBb+ma+Xh7BJzPzMJrNcvwoReGuS0B7JgK7LoELLrgAo0aNQqNGjfLdyY8//hhnnXVWyJNvBiWKwE4gEB4QkL2d2KdNFl9cEIsvfaGmzslE7wEZSFnoK/vnds4nt/k4wTD4xn1xcatKvlBzURBYt24dHnnkEfzjH//AmjVriqIKpXqbM2bMQPfu3fH999+Xag7aeREQAREQgYIJ7NW5GfZ7+towbrLsbGb0DFlzU7HhqsHI+C4lvESKY694LEabPE6jz9Vjm9dnvPhINREBERABERABERABERABERABERABEdhZBJKvFXCbjCcrvsZAS8XXH2jHf74Gd923GBkZWX7twtf2axZmFnw3eHzwUWjUMOcFpZ4jaZYrAiIgAiWfQM0LG+OPT1wOdnwGn7zzMzP4jLUTZuOn3i8iPW1NuH6b3Ieyn2WcNpavHT2clo6L6W40i0ChCMyZMwePPfYYzj77bNSpUwd9+vTBe++9h/T06KUQhSrEM+27774499xz8eSTT+KXX34JL+v15DAfe+yxGDp0aNBdd92FKlW27DO+XLly6NGjR1if5RSmDK7De6luuOEGDBgwILHugw8+CL7c7ogjjvDzzUL9SlpQr149vPbaa3jppZdw2GGH7fTqB2oh2Omb3uINHnnkkfjoo4/w5ZdfBsv4FheyiRX69esXymb5nTt33kTOaFHTpk0T+YcMGYIKFSpEC7LDzS3PzpYwhc1fsWJF/O1vf8OHH36Y2P6YMWNQt27dRFlb49SoUSOcm6+++irGjx+fKHv06NG47777wPqVLVu2wKK5/+RAfhTzF5jZF2xpfl8l11y+fHm0bNkSzzzzTC4WrO/dd98d7r/k/ee5VsoT6beFxzzP6puMctsNGzYM92IlHyv6vD+rWbNm4D6wEDPDrbfemmB+9dVX5+rTyJJMKTImO65XkLYkv5mhfv36IDPWjduYNGkS3njjDfA8YHurVq0a3nzzzVA/WsYL2vaWpLPsSy65BMOHD0+0OW777bffxrXXXgu2ycKUR447uy0Utu1wH/g59+mnnwZ+5Pv666+jatWqYdc2d6zYz8X9XmHYb0l+fn7zGPNYkzvrxjbAtsAxhJmFfo1tjssKs322zdatW290XnL/ea527Nhxi8cNAVSRB5brnLQir48qIAIiIAIiIAIiUJoJ9O/fH2vXrt0IQc+ePTdKU4IIiIAIiIAIFA0BbVUEREAERIAEzKIriWY51szCtUYzA79HiBU/V4eW4vcxybZtkyzc3CUdBsDMwyAA7k6fm4Futy3BjJQMaBIBERABERABERCBXZ3Aoi4PYfWIsRwGwcwHQ0G+1+7+dvHJwD87JJ5nGI+pOK6KxfEXfVozC2MyMwtlmRk4meW2TJPyI6A0ESgcgSxm88BnepIIiIAIiIAIbAcC/FSh4qKS/ThNdpcmkHzIs7LAv116f7VzIiACIlCkBLRxERCB0kSAv2VPHmrtrH3na3Z21ra0HREQAREQAREQAREQAREQgfwIKE0EREAEREAEREAEREAEREAESgABs5ybvM0scQM4bwyn4pvEafMTby6v02Q/nNm3nq+blf3AX7fh1pMspM5egX/3/hALZ6QVCY1F05fhpR7vYcmPy337/MrGFc2AAR1HtUDZcruB+xHvX7KfzIC+mcEst+CTmXkYzWY5fpSicJcmoJ0TgV2cAB/8OmrUKFx44YX57mlKSkp4UPegQYPyXa5EEdiRBHhDRlx+7NNSfDFBXvGlL9TUOZno1T8DcxdEYxYfwPjIJVESHuu7Ly5uVSlOkN0OBPhAfz58tyDxwbovv/wyLr/8cuy1116JLfIh3jfeeCPWrVuXSJOzZQT4EoWCuMfpEyZMCC9L+OMf/5goPC0tDY8//rjYJ4jIEQEREAERyEtgr87NUP3paxLjKI6swJhfd/l9Tio2XPUYMr5LCS+R4hgs79iMcY7bKJYd27w+48VCqoQIiIAIiIAIiIAIiIAIiIAIiIAIiMBOIZB8jYAbZJyK/fiaAi0VX3egnfDFGtx53xJsSPcLFJyD/KpF9gNUBg86Ao0aVmZR+UupIiACIrCLEKh5YWMcPbQbvwp3ZfeDoU8E1oz/ET/1Go70tDXh+m1yX8r+lnHaWERCn5ZK9hmXRCCZAO8jGjJkCM455xzUqVMHvXr1Au872tJ206BBA1x33XX473//i6VLl+K1117DFVdcgVq1aiVvTv52JHDzzTdj+vTpOPfcc7djqVtWlPdW4aumLVtLuUVABERABERgKwiU2FX809KvccTV9yF+7MqKgAiIgAiIgAiIwE4lwN95PPHEExtts2PHjmjXrt1G6UoQAREQAREQgSIhoI2KgAiIgAgkCJhFz8Axy7Fmlnh2Dp+lE4vP3aFPS8XP34lt2ybAPzunh3sRPAjf70WXLbMwbe4GXHbbYsxIyUhsW44IiIAIiIAIiIAI7GoEFnYZgFUjPkmMg8K9cRwQ+Re4v110kg+W2ieeZxiPoTiuihWPtWjNDLE1i8Zn8MnMPEQYr0HTpgloqQgUkkA4qzzwuZBrKJsIiIAIiIAIFEwgfJ5wzEYlsoXURExOKSCQfMi9LRisFOy0dlEEREAEioiANisCIlCqCJiPq6wI9rhMEWxTmxQBERABERABERABERABEUgiIFcEREAEREAEREAEREAEREAEijMBs5yvL8wi38xglqP4xnBaKr6BnDb5xnL6dZrshzP7HoEyZcx32xD9uevzkjkr8WzvD7Fo5nKP7bw5dWYaXu71PpbO9u0at8vAxdnredGoFihbrixYf+4TlezH+0xLmRnMciuU6mm0lJnRSKWIgHZVBEoDgWrVquGll17CjTfeWODu9u7dG3//+98LXK4FIrC9CYQfwGUXGvu0VPxCAtpYfOkLNXVOJnoNyEDKIuT+XId/hvvn+OC+1XBJq4rQtHMJVKhQAYcddhiuvvrq0N/8+c9/TlRg4sSJeOONNxJxOdufwO67747jjjsOjz/+eK4H7n355Zf45ptvtv8GVaIIiIAIiMAuQ2Cvzs2w39PXciTl8vGUh2F2N2vuYmy4ajAyvksJL5HiWCwem9Emj9voE0ps8/qMF7W0fREQAREQAREQAREQAREQAREQAREQgR1PIPnaALfGOBX7ydcU6MfXG2jHf7EGd9y3BOnpWX55wi9OcA4ymBkef+xING5UhUUVKC0QAREQgV2JQK2Ox6P+E91CH2jmfWH2zpnbtRNmY16v4diQtjpcv03uU9nvMk4by1cBfVoq2WdcKt0E5s2bh6FDh6Jt27Y4/PDD0aNHD4wcORJsR4Uls99+++H888/HY489hlmzZmHy5Mn417/+hebNmxe2COXbSgLnnHMOpkyZgjvvvHMrS9h+qxkMnKFJBERABERABHYwgZJbvPlHpSWqn+MlkuSIgAiIgAiIgAiIwE4h0L9//3y3w+tC+S5QogiIgAiIgAgUAQFtUgREQAREIDcBs+iKolmONTOYReIzdWLx2Tv0aan4OTyxbdsUuLlLBnxll88Gnwz8mzE3Hd1uW4wZKb7cUzWLgAiIgAiIgAiIwK5EYFGXh7B6xKdh3OMBfCjlMniA3y4+Efhn+8TzDOOxE8dTecWxlpkhtmbmRRg4meW2TJMKJqAlIlBYAlnM6IHP9CQREAEREAER2CYC4fMkKyvX72yAkLpN5WrlEkYg1yFnhCph+6DqioAIiEAJIaBqioAIlC4CPtIukh0uUyRb1UZFQAREQAREQAREQAREQARiArIiIAIiIAIiIAIiIAIiIAIiUOwJmFm+N32bRelmFm4Q503isZJvJOcN5hTTaOs02Q8t+tYDLLr1KL71JMudxXNW4NneH2LRzOXYGVPqjDS81OM9LPkxLboNyuuQqJXX76KRZ6Ds7mVz3SxftmxZcF8o7m9s6ZsZzHKL+2FmNEFmOX5IUFAaCGgfRaBUEbjnnnvwxBNPhL4yvx0fMGAAOnTogAULFuS3WGkisN0IJL9MIPZpKT5APrb0Kb70hZo6JxM9+2cgZYEPDHyAwnwJ+Yhh8A1VcUmritutnipo6wjUqFED/fr1Q+3atUMBPIYjRozAzz//HOIKdhyB8uXL46KLLkLVqlXDRjIyMjBhwoTgKxABERABERCBggjs1bkZqj91bfaP0jjO8iswNBxvzVmEDVc+hozvUsJLpDgm42d7LI7F6NNS3EZs8/qMF6G0aREQAREQAREQAREQAREQAREQAREQgR1MIPmaADeVHKcfX0OgpeLrDLTjv1iDO+5dgvQNflGCK/v3PtlzuFAxZFA9NG5UJSzZRKBFIiACIrDLEajZ8XgcPbRbuH6b1EOG/Vwz/kf83OtFbEhbHa7fJvetyf0ufYorxTavz7hUugjMnz8/3EPUvn17HHbYYfjLX/6Ct99+O7SlwpJo3LgxbrjhBrz77rvhXqNXXnkFfEnc4YcfXtgilG8bCBx00EF4/vnnw3H74x//uA0lbedV485qOxer4kRABERABEQgiUAJdvlBSUW7kONFcYUiIAIiIAIiIAIisDMIvPHGG6DybqtXr15o0qRJ3mTFRUAEREAERKCoCGi7IiACIiAC+RAwi56JY5ZjzSzxLB0+WydW/LwdWip+Hk9s2zYF/tk5HbxHK8iDrCBg+tx0dLt1MWakZORTCyWJgAiIgAiIgAiIQMkksLDLQ1g1YqxXnt/UuqI53J/5+0UnwP7ZIdfzDDmGSlY8zqI1s/BsR7OcsRh8MjMPEcZn0FQYAsojAoUmEM4uD3wu9DrKKAIiIAIiIAKbJmDgX04ey3HllQ4CuQ45I1Tp2HXtpQiIgAjsZALanAiIQCkjYFY046oypYyzdlcEREAEREAEREAEREAEihkBVUcEREAEREAEREAEREAEREAEcBoUTAAAEABJREFUSg4Bs+jLDLMca2Ywi8QbxpOVfFM5/fgHerR1muyHljcegTL+TYWvjSAjC0Pq7BV4rveHWDRzORN2mFJnpuGlXu9jyezlMDMYt5QdmFfs4lEtUHb3somb5bkPyeK+Mk5LmRnMcisU6Wm0lJnRSKWOgHZYBEofgSuvvBLvv/8+6tWrl+/O8yFOrVu3xrhx4/JdrkQR2FYC+b1QgGkUX0gQW/oUX/pCTZ2TiV4DMpCyyGvAz23/6I5M5AzuWxWXtKroCzUXBwI1a9bE3//+d5QvXz5UZ9GiRfj444+Dr2DHEiB7vqAh3srSpUu36CUN8XqyIiACIiACpYtApS7NUP2pa32nObaCX0dxwWBmwNxUpF/1GDK+SwmfKRybcZwWKx6/0VLwKbbuhgcf0BattHUREAEREAEREAEREAEREAEREAEREIEdSSD5WgC3E8dpKV5HiC39+PoC7fgv1uCu+5chPd3X5LUIN4Bfk4hmPP7YkWjcqAo2PymHCIiACOyaBGp2PB5HD+3GnhHsJg0WdtTMsHbCbMzvPQLpy9eE67fJfWxWVhYYp43FFenTUsk+49KuTeCXX37BU089hXPPPRe1a9dG9+7d8eabbyIzM7PQO96yZUs8/PDDmDZtGr744gvcd999aNWqFXi/JjTtNAJ/+9vfMHPmTHTq1GmnbbPQG4q6qEJnV0YREAEREAER2HICJXkN/6D0cXy8Bx6LXVkREAEREAEREAER2GkEBgwYsNG29t13X/To0WOjdCWIgAiIgAiIQNER0JZFQAREQAQKImAWXVk0y7FmBrNIfMZOLH6PS5+WKlu2bPhuN7ZtmwI3dckADD4ZzFyINCMlHZffthgzUny5L9UsAiIgAiIgAiIgAiWZwMKuD2H1iLHZu2BuXdGMrItPAv7ZIfE8w3isxPFTrHhMRWtmiK2ZwczAySy3ZZq0OQJaLgKFJ5DFrB74TE8SAREQAREQge1AgJ8qVFxUsh+nye7SBJIPeVYW+LdL7692TgREQASKjIA2LAIiUNoI8LfryUOtnbX/ZXbWhrQdERABERABERABERABERCBfAgoSQREQAREQAREQAREQAREQARKGAGz3Dd/m1m4MdwssrxhPFnxjeV5LW8+P7zJfmjR9wjAePuJK8u/KsnWoh+X49leY7BoZhp2xJQ6YxlG9HgPi2elhRfEJb6o8Sr4ruCikc1RdveyiZvlWf+y2T8ypM99jC19s2j/zXIs621mNEFmOX5IUFB6CGhPRaCUEmjevDlGjRoFPpQ7PwTffvstzjrrLAwbNiy/xUoTga0mwM/1eOXYp6XiFw/QxuJLX6ipczLRs38G5i70tTkmgQ8MOFPuD76hKi5tVckXai5OBP70pz/hz3/+c6JKn3/+OdatW5eI5+esXbsWb731Frp164amTZuiQYMGQS1atMA///lPsH9i+8hv3fzSmHfcuHHo06cPmjVrFspimfSZ9umnnxb6ZQapqakYPHgwzjvvPDRu3DiU1ahRI7Rp0wb33ntveMEB23J+9diZaRUqVECNGjUSm1y5ciU2bNiQiPNFDKeffnqof7t27bB06dLEsvyczeXnMb366qtzlTdv3jz89a9/xUknnQQyat++PZ5//nnw+CLPxLq9//772+2Y5ym+wCiPJ+vEFyKwPbBdUKxv69att6q95d0Y2xfLpLgtvjjjlVdeCW2GaWzjfDHD1KlTw/8+edf/6aefQttiG2O9uA6ZXnLJJRg+fDh4bPOuU1Cc2+YLOHgenX322Yk2zDJZD3LYkjKTzy2uz3JYt6uuugo857i8oLow/b333gtthuuxfSxevJjJm1RyWyMP8t3kCoVcyHNg4MCB4biwXNaJbWJTxya/olm/MWPGhP6GbSguKy6P/dq7776bbz+4YMGCsH3mPeGEEzBhwoT8NrFR2hNPPJHgePPNN4cX+2yUyRO4j3n7L/Zj7M+YzvPBs23Xmf0h+4JHH30UF1xwQa4+ndtm/8O+c86cOfm2/+1aGRVWaAJ7dW2Oak9eAx9e+XHhalluXe5mzUnFhisHIeO7uaGtcYzGcz0Wjzl9WspXCevSUnEa/SKRNioCIiACIiACIiACIiACIiACIiACIrDDCOT9v5/xZMXXDGip+LoC7fgv1uCO+5bi119/9/rxix+XX5wIVyTcfXzQEWjcqLIvK8SsLCIgAiKwCxOoedEJOGpoN7/uyku43kH6vrKvZWzNuFn4uddwpC9fE67fJve1Wf79OuO0sXxVLycqI6/PuLRrEVi4cCGeeeYZnH/++ahduzauvPJKvP7668jIKPxLGvh9/UMPPYQZM2aA3/Pxu/Yjjjhi1wJVgvbmgAMOQP/+/bHHHnsUu1rHY7hiVzFVSAREQAREYNciUKL3xj8tfYwe70LOqDxOkRUBERABERABERCBHUuA9x7zXu+8W+nVqxeOPPLIvMmKi4AIiIAIiEDREdCWRUAEREAENknAzMJysxxrZolnDPFZO7Hi5+/QUvHzeWLbrilwYyd+fxxdv/QwunvLr2VOm7MBl9+aihkpXB42qUAEREAEREAEREAEShyBhV0HYtWLY32ME1c9e8TjX9j+ftGJwD/bJ55nGI+ROG6KxXEVfVozQ2zNovEXfDIzDzVvMQGtIALZBMw2fw6FHB74nL2WjAiIgAiIgAhsPYHo88TDXJ9BHt/6IrVmSSSQfMi9LRisJO6F6iwCIiACxZ+AaigCIlDqCJiPq6wI9rpMEWxTmxQBERABERABERABERABEcgmICMCIiACIiACIiACIiACIiACJZmAWfTVhpnBLEe8cTxZvKk8VvKN5/QPb7IfWvQ9AlbG4IVkKzKLZ6/Ac70/xKKZadieU+rMZRjR6wMsmb08e5PRtj0M9bh41Bkou3vZxM3yrHvZsmVBS3HfYkvfzLyc3GJ9zYwmyCzHDwkKShUB7awIlGYChx12GEaNGoWrr746XwyrVq1C586dcccdd+S7XIkisKUE+DKBeJ3Yp6XiFw7QxuJLX6ipczLRc0AmUhYB/NQ2C2GI0B3Sd19c2qoiNBU/AuXLl8epp56aqNjcuXORmpqaiCc7PO5vv/02WrVqhTvvvBNTpkzBunXrElnS0tLwwQcf4PLLL0f37t2xYMGCxLKCHG7voosuwrXXXosJEyZg5cqViaz0mfa3v/0NHTt2xA8//JBYltfJzMzE008/jTZt2oQXI6SkpIQXZzAf6826/Oc//0GnTp1w/fXXY9myZVxUZCI31imuQPXq1bHnnnvG0R1up06diiuuuAKfffYZNmzYADL6+eef8dprr+U6BqzI5MmT0a5dO9x8883b5ZizzM2JfB588MFwPB955BFMmzYtV71Y38WLFyfaW+/evbfLMeULNB544AFQ8fFhXT799NPQPs0sUXWm8/OXL+Fg22J+1osZyJQv1uALNs455xy8/PLLgTGXFaT//e9/oZ3zwYw8jxYtWpRow1yH2yOHuEyOD9g3c1l+mjdvXjgX43OL6zMf68ZtMZ3cli5dyuR8deyxx6JWrVph2S+//IJvvvkm+JsKfvzxx8S5euihh6J+/fqbyr7ZZfyMIb8OHTrghRdeCP1KzJl9BI9Nt27dQp8U7yPymchq9OjRaNu2Lfr27RuOJ9tQXBZXYXns12699Vace+65YNtneqyaNWvi5JNPDlG2lTFjxuR68U5YkCdYs2YNvvjii5DK/3+bNm0a/jcOCdlB3H+dddZZG/Vf3P8U78/4whf2bzwfeAyzV90mw37whhtuwHnnnYfnnnsOc+bMydWnc9vz588H2zf7YPb7m2K8TZXRyltMYK+uzVH9qWsRuiUPzAzGUhjMXYz0qwYj47u5oR/hsWRbj8XzgT4txdVim9dnfGdK2xIBERABERABERABERABERABERABEdgxBJL/9+cWGKdiP75WQEvF1xNox3+xBnfevwzp6VmILkAgezKPGoY+dgQaN6qcnbZ5oxwiIAIisKsTqHnRCTh6aDfvI6M9NTN3XD6vHf8j5vcajvTla8L12+Q+NysrK3yfRBvLV8z1XQTTmSbtGgT4vfyzzz6LCy64APxejd+z8/va9PT0Qu9gs2bN0L9///D9HL9j5HeAdevWLfT6ylg6CRh7KCud+669FgEREAER2HkESvaWzD8tLbELOV4iSY4IiIAIiIAIiIAI7DACv/76K3i/eN4NHHHEEejRo0feZMVFQAREQAREoEgJaOMiIAIiIAKbJ2AWXWE0y7FmBrNI/M1hrPg5PLRU/Jye2LY7BbipSyZ8TVf2trPLmZ6SjstvS8WMlIzsBTIiIAIiIAIiIAIiUHIILLxsIFa9OBZmHOnE9aZvwMUnAv9sn3ieYTw24ngprziuMjPE1sxCmfDJzDyMZrMcP0pRuCkCWiYCyQTMNn3+ZDGzBz7Tk0RABERABERgmwhEnydZuX5XA0Sp21SwVi5ZBHIdckaokrULqq0IiIAIlAQCqqMIiEDpI+Aj7SLZ6TJFslVtVAREQAREQAREQAREQAREgAQkERABERABERABERABERABESiRBMxso5vCzaI0s8jyBvJkJd9onnwDOv06TWvgjBvqeZmOIysruh/JDZ3UH5fjuV5jsGhmmi/c9jl1xjK82PMDLPnRy/Nt+BzdDMXtljFcNLI5yu5eNtfN8mXLlg0vOOQ+cJ9iS98s2l+zHMtamhlNkFmOHxIUlDYC2l8RKPUE2F8OHjwYDzzwQIEsbrvtNlx22WVYu3ZtgXm0QAQ2RyD5ZQGxT0vxxQOxpU/xpS/U93N/Q88BmZi7MLp1IzE+4E3SHhl8Q1Vc2qri5jav5UVIgA+D22uvvUIN0tLSsHDhwuAnB5mZmXj00Udx1113Yd26dWERx3X169dHhw4d0KJFC+y3334hncHXX38NvqDghx9+YDRfTZkyBd27d8fs2bPDcvZ3tWvXRtu2bYPq1q0bxpFcmJKSAr6sYNKkSYxupJdffhlDhw4NL8rgQtaFdcqvbp988gn69euX2A/m39kiY+5TvN3DDz/cx/M7Z9y7ZMkS3HHHHeCxrlq1ajh2ZEW/VatWqFmzZqgWz/nRo0cH7lyHicnH/Oyzz8ZBBx0UfvzKZTzmvXr1wty5cxndaq1ZswbXX389XnrppcTxrFKlCk477bTQ1tg+ktsGNzRx4sTwYgu2U8a3VmxHb775Zmh3cdumPeCAA0A2cbmrVq3Cddddh7fffju8iIXp5EeObHONGzdGhQoVmBzaGV+68dRTT6Gg+n300Ufo3bs34jZBztxH7ivL476TQSjQA56DHBd88803Htt4Zvti/b777ruwMPnc4nGrVatWSCc3ngvr168P8bwB28LJJ58cktnvf/rpp4ljEhLzCb744ovEeOSUU04BueSTrdBJI0aMCMeW+0ymZEsmjRo1Qvny5UM5rBuPxeOPPw6225CYFDBt2LBhuPnmm7F8+fKwhOsec2uBkcEAABAASURBVMwxoU2xPJbL8sNCD9jmb7/9dvz8888ei2YzA3mUK1cuJLDNM1+IFBD8+OOPmDVrVljKF7c0aNAg+HGwYcMG3HfffRgyZEiCLevBY8560cbHnp+5zz//PO6+++7QruIytsayjVx99dVg2yM/lpHcb7KdJJ/fzEPGzz33XL6Mub608wlU6toc1Z68JhwTtvMsViE7yJqzCBlXDUbmdymhbbH98DjGYn76tFRYldd26LjiNHd35qxtiYAIiIAIiIAIiIAIiIAIiIAIiIAI7AACef/PZ5zipmjjawS0VHwdgXbCxLW4/b6l+HXD734NwtcI1x7cZs+PP1oXjRtVzo4VyiiTCIiACJQKAvtfdAKOfLxb2Ncsfm9OsQ91rRk3C/N7DUf68jXh+m1y35vl12kZp43FQujTUsk+41LJIsDvlvh9S8eOHXHIIYeEe31effVV8Dujwu4Jvz/617/+halTp2LMmDH429/+hiOPPLKwqyufCLBH4u3FIiECIiACIiACO5JACS+bo3gfvGfvRY6XnSAjAiIgAiIgAiIgAjuQAO87nz59+kZb6NmzZ67fa2yUQQkiIAIiIAIisPMJaIsiIAIiIAKFJGAW/XbYLMeaWfhNsZmF3+jyN6AUf1saW/rx83pi27YpcGOXjOg7P/iUxSuYLp+nz0nH5bemYkZKhi/QLAIiIAIiIAIiIAIlg8CCrgOxcvhYr6x/T+tjGx/WuM85C793PB74Z/tczzPkGClZHDvFMrMwtjLLGWvBJzPzEInxFzRtCQHlFYEtIhDONg983qL1lFkEREAEREAECiZg4F/Oco8lje9y0uXtsgQsec8YoZLT5IuACIiACGwHAipCBESgFBIwK5pxVZlSyFq7LAIiIAIiIAIiIAIiIALFhICqIQIiIAIiIAIiIAIiIAIiIAIlm4BZ9OWGWY41M5hFim8qj23yTefxj/OYRr9O0xo4o+8RsN38qwtzLhQMZobFs1fg+d4fYtHMNF+w9XPqzGUY0esDLPmRL0w0IJphZijj2714ZHOU271sgTfLlylTJrxIk5Yys7CuWY6FT2bmYTSb5fhRisLSR0B7LAIiEBO4/vrrwYd+16hRI07KZZ999lmcddZZ4QHfuRYoIgKFIJD8koDYp6XiFwzQxuJLX6jv5/6GngMyMXchYOEP0RQ+ww1D+lbFpa0qRmkKiy2BatWqYa+99gr14zFOSUkJfnLw1ltvYfjw4eBypjdr1gzvvfce2PfcdNNNuOeeezBq1Cg89thjqF69OrOALy+4/fbbsXjx4hBPDhYsWIB+/fohLS0aox533HF47bXX8Morr+CWW24JevHFF/H222/j1FNPDasy73333QeuGxKyA8ZffvnlULfy5cuHdUeOHBnqFNeNcZbL5Vxt4sSJGDduHN2drjVr1mDAgAGJfa9YsSL+9Kc/7bR68OURq1atQuvWrfHmm28GTjx+7777Lq644gqYWajL999/D/Jmfo7fW7RokeuY8/i98cYbeOmll3DUUUeFdebNmxfW4T6GhK0IPvjgA0yePDmsyeN1991347///S/4EgseTx5Hto2PPvoo7EPI6MEXX3yBWbNmubf1M9vY3nvvjUcffTTRttnGuY8HHnhgKDgzMxMDBw7EpEmTQnyfffbBgw8+iPfffz+wZB15HrDOvXv3BveB582///1vsM5hpaSA23zqqacSL/Vo1KhR4Mx95L6yPO47X97BelWtWjWsvXbtWrzzzjtgPx0SsgMeL9Znzpw5IYXnI9fjOcLy+vl5x+N+1113oXLlyli5ciUyMjJC3ryBmeHkk09GuXLlwqIpU6YgNTU1+PkFbFcTJkwIi9iuuW6IbENAPmaGq666KjAmWzIZPHhw4ERecfGjR49GSkpKHE3YuXPnYsSIEaGPYGLbtm1Dm3rmmWfAsiiW+8knn4T+g8eM+RYtWoSPP/6YbkL169dHvXr1QvyXX37BN998E/yCAh639evXh8V//vOfwfYSIh7w2LFePB4eRYUKFXDdddeFdsJjznrRsi3Fx4v5eK6yr+T6jG+puB63G7cRtim2Qfbh7Au43X7eTnh+s42x3vE2yJh9exyXLXoClbqegepP/TX03VHvzToZ+Jc1ZxHSuz+GzO9SwkukOHZjfxSLbYE+LcU1Y5vXZ3zHS1sQAREQAREQAREQAREQAREQAREQARHY3gSS/9dn2clx+vG1AVoqvn5AO37iGtxx/zKkp3NNv9pgbim/8gC/Zvf4o3VxfOMqnrgls/KKgAiIQOkhUPPiE3Hk491g/gfKABp4H7p2/I+Y32s40pevCddvk/vgrKys8J0GbSz4RN9NmJP9kKCgWBNYtmwZhg0bhosvvhh/+MMf0LVrV/C7u19//bXQ9T7llFPC97D8vo7fOfI7paOPPrrQ6yujCCQTYHeEECSnyhcBERABERCB7UmgpJdlMLPETuR4iSQ5IiACIiACIiACIrBDCPz888/hPvW8hfOe7B49euRNVlwEREAEREAEipiANi8CIiACIrAlBMyiK41mOdbMwrVIMwN/wxuLzxGiT0uVLVs2PKsntm2bAjd1yYQBMAuhOz67OyMlHVfclooZKfn/ZhSaREAEREAEREAERKAYEVh42cNYNWKsj2m8Uj6uMTOYu5yzOp4Iu7lDgc8z5DgpHjPRmlkYU5kZzCLBJzPzECENmraCgFYRgY0JmFk4p8wim5wjixEPfKYniYAIiIAIiMB2IMBPFSouKvLNLCSYRTZEFOyaBKJDHu1bVhb4F0UUioAIiIAIbD8CKkkERKA0EuBv1ZOHWjuLQZmdtSFtRwREQAREQAREQAREQAREIA8BRUVABERABERABERABERABERgFyBgFt0sZJZjzSxxYytvLE8WbzqPFf84j3H6dZrWQPMb6oV1s8K3JlnhZZB0U39cjud7jUHqrOVbRS11Zhpe7PkBFns5CLe7eKmcXV5dXPROM5TbvWziZnnWKVncB8ZpKbOcfTSLfFbMzGiCzHL8kKCgdBLQXouACOQicN5552HUqFE4/vjjc6XHkbFjx+Kss87CO++8EyfJisBmCfCGizhT7NMmiy8ciMWXvlDfz8lEjwEZmLPABwTZ4wN6oSwfjAy+oSoubVUxRBUUbwIcn1FxLTMzM2M32NTUVLz00kvhRRNM6NChA+6++25UrVqV0YTMDI0bN8aDDz6YWDZ79my8+eabiTx02LZeeOEFzJs3j9GwzkMPPYSDDz44xJODGjVqoF+/fiEP07kO68IyGKdSUlKwaNEiumjSpAnOPvvs8MPMkJAdcP/atGmDtm3bhhS25y+++CKMl0PCDg64PXJ8/fXXcemll2LixImJLbZq1Qo7++UM+++/P6688kpUqFAhUY+yZcuiXLlyIb5hwwY88cQTWLVqVYi3a9cOd9xxR+K4hsTsoHbt2rj//vtBy6Svv/4aH3zwAd0t1po1a8LnHHlxZbJq0aLFRseTyypWrIhrr70Whx12GKOhrgsXLgz+tgTt27dHw4YNcxWx5557hv+zmDhp0iS89957dAOPgQMH4tRTT92ojuXLl0fnzp3RvXv3sCwjIwPPPvss0tLSwrpx8OWXX+LHH38MUR6XG2+8MZQbEpICM8MJJ5yAK664IpE6f/58rF+/PhGn89VXX2HChAl0UblyZfzrX/8K549Zzv9XPB9atmyJm2++GaxnyFxAUL9+fdSrVy8sXbBgAb799tvg5xdMnz4dM2bMCIuOPfbYxHohYRuCq6++eqP2yuK4f+RFbowvXboUc+fOpZtLY8aMwZIlS0LaH//4R/Tp0ydX2w8LPCCX5H7Ck8KxSe5vuM0TTzyRi0Kf+Omnn4YX84SEPAGP9eTJk0Mq2xDbslnOcZgzZw5efPHFsJzHgX1dx44dw//VITE7YL3yHi++FCa/fc1eZZOG58knn3wS8rBsnkd/+tOfEm08LMgO2Af/4x//SLTJFStWgJyzF8sUEwKVujbHvk9e46OxuEIckbk4z16E9KsGIfO7lNBWOYZjHxuL7TtZLIFxWirZZ3yHSoWLgAiIgAiIgAiIgAiIgAiIgAiIgAhsVwJ5/69nPFm8PsA4LRVfN6AdP3ENbr9vGdb/+nt0Hd2/9/EZ0QWILDz+SF2c0LjKltdXa4iACIhAKSNQ8+ITceTj3bz/5AVb33k33rH6nIW142Zifq8XkL58Tbh+m9wXZ3mnyzhtLF87rEdLMZ1WKp4E+D3R8OHDw3fD/B6c3xuOGDFio+/2NlV7fvd9zz334JtvvgG/27nhhhvA77o2tY6WiUBhCGRxUMf+qDCZlUcEREAEREAEtoZAiV/HPy19TB7vhj42YxKyIiACIiACIiACO5pA//79871Pt0ePHuF+9B29fZUvAiIgAiIgAltEQJlFQAREQAS2mIBZ9NtCsxxrZuF3fWYWxv38vR8VP5+HluLvf5Nt26ZA3y6Z2fcR+FVMzkFZmD5nA664dRFmpGRAkwiIgAiIgAiIgAgUVwILug7Eyhc/QbiVKXscw/si3UVWxxNgN7cPz13gGCg/JY+ZzCyMpcxyxlbwycw8RBhvQdPWEdBaIrCFBMJZ54HPGPtNeoH61JflaAM+/SbSZ24L1q8Y902SvnY/W+PdRlqP8V9vrAmelqN1mPB1pM/dFqj/rcUXBWiip+doDSb+L7cmeXxjrcbk/+WjrzzN9WVCq/DlV7n1lcdzayW++ipH/3M/P3391Qp8/WX++sbTIy3HN1/m1rce31hp+PbLNEzJq8melq3v3H43eRny01RPz62lmDo50vduC9IPk5cgaJLbPJrm8UiLMW1Sbk33eG6lYvqkSDPcbqSJqZjhmjlxEQrSLF+Wo4WYNTFHP7qfvxZg9sQkfeF+kua4H+kXzPkit+Z6fGPNx9wv5iOlIH3+M34qQPM8PUfzMO/z3PrZ4xvrJ8z/PEkT3M+jXzz+y4QU5NUCT9tYc7FgQqSFbvPTIk9fNH4OClKqL4s0G6njc7TY/Y31IxaPj7TEbULjfsSSbC11u3TcLBSkZb4sRzOxbFykNLcFafm4GQj6zG0erfB4jqZjxWc5Wun+xpqGlZ9Nw6r89Kmnu1YH/YDVn26sNZ6Wo++x5tMcrXU/f03Fuk9dY12xpZ+t9W4jfYf1Y3PrV49vrCn4dewUbChIn0xBetC3bnOLnyc+mEMQosmsDMzCkihB4a5PIPlw+7E32K6/z9pDERABEdjZBLQ9ERCBUknAfFxlRbDnZYpgm9qkCIiACIiACIiACIiACIgAAEEQAREQAREQAREQAREQAREQgV2NgFn0VYeZwSxHvNE8Wck3o8c/0mMa/TpNa+CMvkegzG7meAzRn7s+L569As/3HoPUWcs9Vvg5dVYaRvQajSU/xutll2oI27lkVHOU271srpvly5Yti9122y2IdadPS5kZzHKLtTEzmiCzHD8kKCi1BLTjIiACGxP485//jFEg+u/rAAAQAElEQVSjRuGiiy7aeKGnzJs3D23atMEjjzziMc0isGkC/PFbnCP2aSm+UCCv+NIX6vu5mejx0G+Yu9A/s8PntkWf73DrGnxDVXRqVSEuWraEE/j222/x008/hb3Yf//90alTpzD2Cwn5BEcffXR4kUG86OOPP8aKFSviKBYuXIhx48aFeMWKFXHFFVegUqVKIZ5fwGVXXnkl9txzz7D4s88+w5IlS4LPIDMzE2yr9NetWwfG6eeVmeHUU09FtWrVULt2bRx44IHIyNg+D7Bgn9ugQQMUpEaNGuGss84CX9Awf/78RNXq1q2LLl26hHFzInEnOPXr10etWrUK3NKMGTPA484MhTnmNWvWxGWXXcbs4ViMGTMGPBYhYQuCtWvXhuPCulEtW7aEmRVYQpUqVXDooYcmliezTSRugcM2dsIJJxS4TfZ/7777bqLdtG/fHkcddVSBWzAztGvXLpHnxx9/xNSpU3Pl//XXX1GvXj1UrVo1tM+DDjoo1/K8EbYZ1pPpixcvzsWZfTfZx+2a/Hg+Mm9+atq0KU455ZT8FiXSKleujBNPPDERHz16NNLT0xPx2OG2P/nkkwSbk08+GeXLl48Xb7Ulj9atWxd4TNhO2J7jDeRtA2Sx++67h3Oe7eWcc84BbZw/rzWzXC9OYV+zfv36XNmaNWsWjhcTv/76ayxatIjuRpo+fTo4LuOCOnXq4PDDD6eb0Icffgi+/IUJPA48HvQLEvPwRS9cznrF/SjjWyKeZ3/4wx/Ac5vtKfn45ldO9erVE/3F6tWr832waH7rKW3nEqjU9QxUe/IaIHSZDFzRDMxJRUb3x5D5XUp4iRT7Mn5u5hXPYwo+xdbd7AdB0duxUukiIAIiIAIiIAIiIAIiIAIiIAIiIALbj0Dy//YslXEq9nldgHFaKr5eQDth0lrccX8aNmzg4xMBM15kMLcADBj6aD2c0LgytmbSOiIgAiJQGgnsf/GJOHLo5WAfGuSBmXeobteN+xHze72AjBVrw/Xb5D457qdpY8En+m7CnOyHBAVFSmDFihUYMWJE+D794IMPDt+ZDx8+PNf3eZur4EknnYS77roL//vf//Dpp5/ixhtvxLHHHru51bRcBLaIgHn/w3mLVlJmERABERABEdgCAiU/Kz8tLbEbOV4iSY4IiIAIiIAIiIAIbHcCX331FR5++OGNyuW96AX9fmyjzEoQAREQAREQgZ1IQJsSAREQARHYOgJm0RVHsxxrZjCLxGfyxIqf00NLxc/xiW3bpsCNXX/zihjAmcp2ZsxNx5W3pmJmSgY0iYAIiIAIiIAIiEBxI7DgsoexasSnXq0wgIEPhWD8cyfrwuNhN7cPz7SJx0Dx+IdxiuOl2JoZGDfzErIFn8zMQ8AsstC0VQS0kggURMDMwvllZrmyhF+heHDB7atw+t9WoFnQcjT/m+uvaTgjaJnbSC3+ugwtrl2GM10tr13qdilaXrsErahrFqN1ts66JhVnuR/UJxVnu865ZhGoNtcsdLsQbfosQFv32/ZZiHbuU+3dtu/9C9r3cfWejw7ZOtfteUE/47xeP+P8XvOCLnB7Qc+fcGGvZKWgY68UXBQ0Fxf3nIuLXBf3nINLsnWp20t7zEanoB/dRurcYxa6XB2pq9tIM3HZ1a6/zEA36urpuNzVzXX51dNw+V+m4wrXlX+ZBuqqv/yAoO7fo/tfXN2n4i/uU1e7vfqqqaB6XPUdqJ5XTQHV68pv0ct9qvdV34Lq47bPld/gmqu+QZ8rv8Y1rmuz9dcr/4e/UVe4veIr/M3196Avcd0Vrsu/xPWu6y6f7HYy/nH5pKAb3Pa9fCKSdaPHb+z2BW4K+hz/7BZrAm6+jBqPW9zeGjQet17m6joOt13m6voZ+mXr9q6fol+Xz3C76w737wwai7u6urp84tbV5WPc7T51j/v3dP4Y97q9t/NHoO7r/CGo+90+QHUagwey9S+3/+r0XzwYNBr9O+VoQKcP8BB16fsYmEvv4eFLXZe8h0eC3sWjl1Cj3I7CoItH4bGLRwYNdpvQRe9gCHXx23jcNfTitxB0kduL3sQTbp8MehNPefypjm+4dXV8HU9n65mO/8EzF76Of1/4n6Bn3T574Wt4LuhVPH9hbg278BUMu+AVvOB2+AUv4wXX8AteAvWi2xHU+SPwUkIvuv8iXj7fdd5wvOJ61RXZF/DaedQw/Oe8SK+f9zwSOvd5vBH0HN489zm8de6zbp/FWx3+jbez9Y5baqTbke2fwcgOrvZPY5Tr3fZPgXqvndt2T+I9j78f9CQ+aO9q9wRGt3e1G4rRQY/jv27HtB2KMe0ex4dtYw3BR22pwfi4ravNYHyS0GPuP4axbQbh02x91uZRxBrn/rhzHsH4bE0452HE+vzsgaC+cEtNPPshBJ01AJOyNfms/qC+pG3dH19SZz2Ir1z/O+tf+Jpq/QC+ztY3re/HN+5/S7W6H1M8/m2r+zDF9V2re0FNbXkPprr/fct7Eeke/OBpP7S8G9OC7sL0lne5f2ewM868EzNa3omZbmcF3YFZZ1K348czXS1ux+ygfpjTop/7tLdh7hmRUs64FT/l0i2Y19x1xs34OVvzz/gn5jeP9ItbakHzm7CQanYjFmZrUbO+oFKb3YDU0/tiscdTT78Bi11LTv8HllKnXY9l1OluT78Oy9ymUaddh+UeX37a37Hq8geBrCyfs5AzRb6Zhc8ippsZjbSrEogOefbeMUJlR2VEQAREQAS2CwEVIgIiUDoJ+Ei7SHa8TJFsVRsVAREQAREQAREQAREQAREQAREQAREQAREQAREQAREQARHYZQiY2UY3DplFaWaR5Q3myeLN57GSb06nf3jTGmh+wxEw/xaDX6DEt6bQT52Vhud7/Reps5YXil/qzDS82PMDz5+GuJzkFS8Z2Qxly5UFt5tffVhnptNSZtH+mOVYlmdmNEFmOX5IUFCaCWjfRUAECiBQtWpVvPjii7jpppsKyAFcc801+Otf/1rgci0QgeSXAcQ+LcUXC8SWPsWXvlBT52Ti6v6ZmLPARxdZPkKgfKTA/J6Cx/6xNzq3rijAuxCBSZMmgW2Au9SoUSMceOCBdDepJk2aoFq1aiHP/PnzkZKSEnwGP/74IxYtWkQXhx56KA477LDgbyo45JBDEtvlusnl7b333qhYMWpzX3zxBQYOHIi0tLR8i2P933//fbzyyivo1q0bdt9993zz7ehEjo1PP/10PProo6hZs+aO3txG5detWxccp2+0IDvhm2++wdq1a0Osfv36qFWrVvA3FRxxxBGJYz537lykpqZuKnu+y2rUqIE77rgDb7/9dhDbR74ZsxO5D3vssUd2bNvNPvvss8l9XbZsGb7//vuwoT333BMnnHBC4n+5kJhPULlyZZAhF/E84vlEP1abNm0wbNgwjB49Gtddd12cXKAtX748ypUrl+/ylStXYtq0aWEZ29jxxx+/yfrx/7jmzZuH/JsKeD5zP5iH+//zzz/TzaXly5eDD55kItvLySefTHebVa9ePey7774FlsM2UKlSpQKXk1XXrl3DOf/hhx+iQ4cOBeaNF8T9SRzPa9kHsr0zne18ypQpdHOJn4ljxoxBRkZGSD/11FORXM9169bh66+/DssYkDGPB/2CxH1lHxYv5/rp6elxtNC2Tp06oe8ZOXIkXnjhBeztfeimVma92N43lUfLigeBSpe1wL5PXOOVyeLIDByiRfL4jwuRftUgZH6XEl4ixTEd+6RYbLP0aSkvxNf3cR4dV5zm7o6aVa4IiIAIiIAIiIAIiIAIiIAIiIAIiMB2IpD3/3jGKRZPG18DoKXi6wS0Eyatxe33LcP6X3/36wtcg8/I4TUCv77gZugjdXFC48rRgi0PtYYIiIAIlFoC+198Io4Y0s07VSLwDpUXb9313hXrxs3Czz2GIWPF2nD9NrlvTu636VO+mq7fEkIx0apVq/DSSy+hS5cuOOigg3DxxReH71/i71oLU01+p8fvSCdPnoxx48bhn//8J4477rjCrKo8IrD1BLwr2vqVtaYIiIAIiIAIbJLALrCQH5RUtCs5XhRXKAIiIAIiIAIiIAI7gsCAAQPyLbZHjx75pitRBERABERABIqYgDYvAiIgAiKwDQTMomfqmOVYMwu/BTUz8LehsfibQvq0FH/rl2zbNgX6dskM9yPwWibvQ0BWCDF97gZcfusizEzZ8t8gQpMIiIAIiIAIiIAI7CACv1z2MFa+ONaHLNHohTet+/DFt5aF3y9ojDK3dEg8zzAe+3D8EyseG9GaWRg7meWMpeCTmXmIML6Cpm0hoHVFYCMCZpbr3DLLE+caBs8Dn+i4gVs3Zm5dxniwoAd3gxjQz051Y0EhzQOPIcgDj+Ys81RzIUr0dIC+IZqYTN/MPNmFSNlL4VGXIZ48W3DNDGYuRGIiPY/CkxkFDD6FAGYWCW6DEIXm1uURd+ATI4CZW5fBGGHoMnhSECwkA3TgExe4bxYt8NBjQHY0OPTdAZchRNzzmT4NfGIyfTNjMlPgXrBwjzO4DNFkkfEkcwEeBsWeR9w1hCnb0DczmLngchvS3A8z4+YpFBPoMs19M090ecgY3A1ClMCcLp+5wBPNfIHLQ8bgLugzoA93QtwtfTDRFaWFFNA3M/gMwC04mQcuJrrcgy/iDE5mBp/hIczMkwz88wBg3AC4fAYnM4PP8BBm5kkG/nkAMwN8DkI0mTEBMLNIANyDR13GSCREk8HcMZgZPICHLkOIwidD8D2Eu0AI3QsZLIq5b0C275YRjwXj1lN89lh2PsQWcNdcbhHZbM+NZQvwRZzBycyCb+bWBY+5RwMzCxZukD2ZRREzg5kLkdz4bPAgEqLJQgJgZgzgIcwMBrg85OxCYmLE5Xngcs+NwXw5RceTQyy2iBM9wWePGlPAifFInmYhxQN3okSEjO57CjiZWXaSWwspHncnpNN6mhsPw2y+lI6Ze5TH3QOyfRgQhGiy7IiZAS6D/wXrUffDbEiaooiZW5eZwczlOUJo8DjC5MluPQEuRlw+Ax54Cox/5lEAnhTkHgAmRmI6PPAYOLkL+mYGnz3JLcxtPBvMcotLzKI0+tIuRsCS94cRKjlNvgiIgAiIwDYS0OoiIAKllIBZ0YyrypRS3tptERABERABERABERABEShiAtq8CIiACIiACIiACIiACIiACOx6BMyiLzvMcqyZJW4u4g3nyYpvSKdNvlGd/uFNa6B53yOjdR2VBUVh6o/LMazXf5E6a7mnFjynzkrDi71GY7Hn92rA/A9BHhrQ6d3mKFuuLLi9uA6xzzjrGlv6Zgaz3IJPZuZhNJvl+FGKwtJNQHsvAiKwOQJ33303nnzySZQvXz7frAMHDsSQIUPw3XffYcaMGaVC69aty5eFEnMTiF8MwNTYp6X4QoHY0qf40hdq6pxM9HjoN8xd5J/Z8ee2u4CFvyH/2AedW1eEpl2HAM+p1CXBIQAAEABJREFUX375JbFD9evXh5kl4gU5NWrUwMEHHxwWr1+/HgsXLgw+gx9//BFsV/RTU1PBvuqee+7BpvTII49gxYoVXAUZGRmYP39+8BnUq1cPDRo0oBvKffXVV9GiRQu0adMG/fv3x5QpU5CeXvQPqKhatSqOOeYY/PWvf8U777yDBx54APvuu2+o984ODjnkkAI3yfOfxyjOMHPmTNx///2bPD48dv/+97/BY831Vq5ciSVLltDd7lq9ejW+//57PP/88+jatSvee++97baN/fffH5UqVSqwvKVLlybaYWZmJl588cXNciEbfg7HhfJ82pL2yO0sWrQIY8aMwe23345rrrkGfJFIXF6yXbx4cYJ75cqVwf1JXp6ff+CBB2LvvffOb1EirXbt2uC5z4S0tDR89dVXdHNp6tSpmDt3bkhjO2cfECLbGLAf4f+VmyqGeTa1fHPLeDzmzZuHkSNHom/fvrj55ps3uQrHXa1atUrkGT169EZ9DPu8L7/8MuThuX/SSScFPw7WrFkDtoU4/u677xaqLX388cfxKmC7YB+dSNhODvuAFStWhOM8ePDgcJ7ld8y30+ZUzHYmUOmyFtj3yWth/DOAH9lm2c7sRci4ahAyv0sJL5Hi2I6fx7F47OnTUvAptu5mP0iB3o6QyhQBERABERABERABERABERABERABEdgeBJL/l2d5yXH68f/+tFR8fYB2wqS1uP3+NKz/NcuvKRjMCwjitQWPPTGoLk5oXNlTt3bWeiIgAiJQugnUvOQkHPF4N4D9KgXA/A8+rR8/C/N7DkPGirXh+m1yH53cf9OnfJVc12zjNKZLO54Av+d55ZVXcNlll4HftV100UXhu0umF3brjRo1Qr9+/TBx4kR8/vnnuOWWWxLfeRe2DOUTgW0iYNu0tlYWAREQAREQgU0Q2BUW+Qdl9pide+MxGkkEREAEREAEREAEdhiB999/P9yXnncDV1xxBc4444y8yYqLgAiIgAiIQDEgoCqIgAiIgAhsKwGz6MqjWY41M5hF4jN6YvH3lfRpqfi5PrFt2xTo2+U3mFfKzGDmggFuZ8xNxxW3pmJmStH/xhqaREAEREAEREAESj2BXy57GKteHAsfqcAshIAbulkXHI8yt3RIPM+Q4568isdEtGaG2JoZzAyczHJbpklbS0DriQBynVtm0fkFn8wsLDMzj+XMWXQ9yHIBHvgcrKfHaVFSFpcGMYjT6Ef5QwrXQljPA6YEeeCzZ/MyIifk88BnT/CZ5dB4At0gFhTdc+3rRSm+2HP5nIhGKR6yeM/n23XPFzNTSGY0EqMhOQRevOcPOSObazGzxPI8YVmibI+5n7yYfsiWcDxPdoJn9e1zG248mVkorwDn7BQ3YfYlPnMBDZNoqZAWOV5ycHyxW589gbPHo23QIbuwbV8SbT2kRhm4TnaUhgr5s/PSD2mJwB2uQ3kej3nIiJfMjbiiGJdEm/AMSQ7Toxye1dN9PU+KUjzqfkH5o/Qof+5snsYCPEMwbkNJjPhGaJgUrK/IfYp8rhd5yfmZl8pZ4vm4nidyXXfphVXoeyTH94Qotydx2y5P8ixRaSFkQHGBK8rvIfO6uIjyRb6eh4xQUSwngWlxfvd9jnK448nZ+dyEVCa67wvc88qF2RPcxmmez11PYw6Xz740zL6Isy9j1OvqHllQ7vocMkeWLuUxzlFuX88Lj/Mn0qIMvpBOpMQyzx/auifnrMdIttxEMzfmypU/KtJTgxMs9yA4DFzM72nZxr2oNIa+1NfzmkSOJ7njsyeGmZlDNCzxfLRekM/0suUmzhhn9qQotxfjmXP2K8oQltGlPC/nkOZOyMt1Yp/WxU3Q5ChaOZHfo/TdRFnd8TnKHhwGLi/ba0XkbqKtemrIF6wHIUsoxSPZNqR51OdE3uD7Ap89jTHK3TBnJcaBjJrl/iwqKI3pUgklkOvws20lJ5TQfVK1RUAERKBYEVBlREAESiuBeJy/s/e/zM7eoLYnAiIgAiIgAiIgAiIgAiIAQBBEQAREQAREQAREQAREQAREYBclYBbdPGSWY80scZMrbzhPVvIN6vxxHsU02sOb1kCzvkcEUrw9hV+mgDc5eWTRrOV4vtdopM5KC8vzBqkz0zC85wdhOdcL4rpBwKWjmqFsubLgduLt0cZiHenTUmY5+2AW+dymmdEEmeX4IUGBCIiACIhAoQjwgU6jRo3CEUdEfX7elebOnYv09HTwQeOlQXn3X/GNCfBzPU6Nfdpk8YUCsfjSF2rqnExc/dBvmLPQRxS8K5piQT628BQM/sfe6Ny6IlOkEkZg9erV+PXXXxO1rlSpUsJnempqaiJerVq1hL8ph+PEihVz2sOSJUsS2efNm5fwmf7222/j9ddf36SYh3njFdmfxX758uXRq1cvHHzwwXFSsAsWLMCIESPQrVs3NGnSBF27dsVbb72FlStXhuXbM+jTpw++/PLLTWr06NF45plncMkll6BGjRrbc/NbXBaPT0ErrV+/Hsmsebw2d3y4/N1338XatWtDsRkZGbnaVEjcwoB90LRp0zB06FD07NkTZ599Nho3bozTTjsNXbp0wSOPPIKpU6eGl6BsYdEFZuf/MAUu9AVLly4Fzxd3wX386KOPNtluyYX6/vvvuUoQz6nMzMzg5w3YNsnxzjvvxAUXXIBmzZrh+OOPD/vet29fvPPOO0hLy/9/OJbFctlf0+d5XLVqVbqbFPMw76Yy8Rxr1apVIsu4ceOwYcOGRJzbZPvmMStXrhxat26NzbFMrLwZZ3N128zqGy1mf8ZjctNNN6FDhw5o2rQpTjzxxODzJStjxozBunXrNlovb8Kxxx6LWrVqhWQe359//jn4ccC2uWjRohA9+uijcdBBBwU/DpYtWxbGZnGcL3ZhvTYn5ovX4bnKYx7Ht8Zy/cmTJ4fziX0ljx3Ps+bNm6N79+6hz5ozZw54bLemfK1TNAQqXdYCVZ+8hsOzcBWHY7zo13Fen9mLkHHVo8j8LiX0nzx/eXxjMW+yfA1fNQz26ObyQ8L2ClSOCIiACIiACIiACIiACIiACIiACIjANhPg//TJhcRxWor//8eWfnxdgHb8xLXod98yrFv/u19PyArXAHhFIMi/D3ri0To4oVHl5OK33NcaIiACIiAC2P+Sk3DEkG6hn+VFXO9x3acHrP1sJub3eB7pK9aG67fJfXXcf9PGIk76tFSyz7i0fQnwe9DXXnsNl19+OQ444ABceOGFePbZZxPfHRZmaw0bNsQtt9wCft8zceJE3HbbbWjUqFFhVlUeEdiuBLJ8xMd5uxaqwkRABERABEQgJrBLWP+09Osh8a7w+kjsy4qACIiACIiACIjAjiAwYMCAjYrlbzF69OixUboSREAEREAERKBYEFAlREAEREAEtgsBs+gZO2Y51szyfb4Qf6/JZ/fQUvyNcLJtewpwQ+dM8N6BIH4hGK5zZmH63A244tZFmJmSvl3qrUJEQAREQAREQAREYGsI/NLtEax8cayPV6J7JjlmiSNZ5zdGmVs7JJ5nmDzOoU/FYyFaM0u89NUsGj/BJzPzEGE8BU3bTkAllHoCZtE5lQzCzMI5ZmbhPOQ5iaTJ6Hvgi+EZXfDJE2AIaYismdvsJZ7EGfC0IBjgYhgsHV8WDAB3QR/umNGLBZ+MyYCFGVxs4B8Aj5gZAAt/CJPBI0HZizxqLk/yBDMDPGZGi2iiG+RBmD3wJWbGnDBz6/IkWBzQYRptSDWYmS81t3C5BWDwyQOfAS6PHAAW/oI1AL4sGACxBdNcSSkADFGSWyD4BoCCLzCjZ+4aosmtz3BlL3LXXICZW5c7Phuiya3PcHFRsAx8oZm556J1eZLHPTQXZ6a5b1Gqh/Rcnm7m1vOYi3OwnuaZPBpi7tIaQrIHxiUe+AwKnobIAeiDEUPkRpa+AaDgETN65q4ByFYwhuxFMCCSJxg9WhfCZGASPO5z8A0GTuY2yBeYGZNCigfBD9aTLTjwkJ7L85oZOJll2xDxIERDEPKDoecxM/c8ZghTMJ4WEhlECb7MwGQGtEEhlUHOMi4HDKCCMYS8FlLgBmYGg0+0LoSYp/hMP04KUcCXWiRfYGaIpiRL12Wei8togzyvmTEJZtmWMboUPAizB+6bGcwoBAufzAUGQR6E2QNPNHPr8hlBntdTwEhsETmAO2aMGGiCABg4WWQ90cw8IVs0viROYjSSeSpg5tblns+GaHLrM1w+hyTziLlnZjAzgDMt4C4jgDsIU4iaR12ex4wWMDNwCmEIPMY09w3GCMzcunwOvsdAMYishz6DCS4zRgw0Zm4BGDhZZJlmURwhhRGDJ4eoAYhkwcIXmBkAV7AIk1kZmFlCTDQzmiCzyDeLbEhUULIJJB9KP64GK9n7o9qLgAiIQHEjoPqIgAiUWgLm4yorgr0vUwTb1CZFQAREQAREQAREQAREoNQTEAAREAEREAEREAEREAEREAERKA0EzKKvPswMZjniza7J4s3pyUr+oV6dU/ZHsxuPTKwPWDS7WTxrBYb1GoPUWblfIMn48N6jsfjH5fDNwvwP7hjgxtD53WYoW64skreTvH3WjXFayszCemY5Fj6ZmYfRbJbjRykKRQAQAxEQgcITaNasGUaNGoXWrVsXfiXlLJUEwg/gsvc89mkpvkAgr/jSF2rqnEz0eOg3zF0I8FPbzEOXWWSH/KMqOreuCE0lk8CSJUuwcuXKUPly5crhwAMPDD6DuE3Q3xLtvvvuqFKlypassk15Dz30UAwbNgxdunTBXnvttVFZoR1PnYo777wTLVq0wIMPPoh169ZBU/EjwP7os88+w9lnn41OnTrhySefBF+AsWjRovCyk+Qa16pVCzVq1EhOKpH+qlWrcPPNN4e2eeutt+Ktt97CnDlzEudlvFPly5fH4YcfDp6ncVqyXbp06Ra9ZCR53c35xx57LMib+ab6ucT60ad4bL7++mu6OOSQQ3DUUUcFvzgFCxYsQPfu3XHOOefgnnvuwejRozFv3ryN+oEKFSqgXr16m616zZo10aBBg5AvLS0NX331VfAZsL/56KOPwP6T/xO3atUK7BO5rLiIdXvllVdwxhln4Oqrr8bzzz+PKVOmYPHixaHecT1Z/4MPPhj77LNPnCRbQghUuqwF9n3q2lzjtijiOzA7FZlXDULmdymhX2WbZZvIK/bHlK+B2Ob1Gd8eUhkiUNII8JyQopdeiIM4qA2oDagNqA2oDagNbO82UNLGhqqvCBQXAjwXk+vCeLL4fz/jtFR8PYB2wuS1uONfy7F+A2BmyPnzOIAnHq2LExpVdm/bZq0tAiIgAiIQEdj/kpNwxJBuHsnucQ3e97q8D143/kf80uN5pK9YG67fJvfZcT9OGws+0XcT5mQ/JCjYJgLr16/H66+/jiuuuAIHHHAAzj//fDzzzDPgd3uFLZjfJ/3zn//E+PHjMWnSJNxxxx04/vjjC7u68onADuFdgIAAABAASURBVCFg7HVshxStQkVABERABEQAuwYC809LS+xKjpdIkiMCIiACIiACIiAC240AfwPx3//+d6PyevXqheOOO26jdCWIgAiIgAiIQHEgoDqIgAiIgAhsPwJm0RVIsxxrZjCLxN/3xYqf40NL5X3mT9tTDDd0/g2+MgzxZO4bZsxNx5W3pmJmSnq8QFYEREAEREAEREAEdhqBBd0ewcrhY8O4xIc5YbtmBlAXNEaZWzsknmeYPM6hT3E8FFszA+Nm5qtHgk9m5qHm7UlAZZVeAma5zyczS5xvZrl9no8kVblCFqi9aPfMwl7UHr+h0h6/u/87Ku3pou9iWhDTqD2yEOLxMqa5Krq4XsXs9IpeZrK4Tljm+Sq6KvlyqmIoLwsVPU6/oi+rSD/o9yg9+Nl5sv0Kvh7zV/B4srhuWJadXnFPgMuZN+FnpzE9R8yXrCxfj3HaLOyZvQ4tVcHje1bgcmQvS7Kensjj+eK8zL/nnhby7+npQcxLMe52j+zle1Qw0A9yn3n3SOTxbTGNCvmjvHu6vwfL8PQ9Yp+WYhqV7Zffs0wovzzTKrjvNvi+vLxrjzjuy+L0PXyd4Gen0WfeoJBWBuUT1rL9yO6enU5LMd/uobwyiONMC8pOpx8vo420m+enovV2r5htvfyc5UxjnkjlKtCWQbnsPMFW3A27U2HZbr7M4+6XY3meXo5+sphGJdLKhnXKMq2i+26D78vLusp5PJSRvaxcBc9DMd3TQl73y3oa85dlGn1ayssIaXEepiXL8+7mYp7d8qSHMpPT3N+tQjkw324VaamyHnfrZezG5Ql5WvBpk1UWZbLTY7tbpeTlkR+WeXoZ304ubZS2u5dXDmVCerafvY4FG6e5reSqGMvXcd+4nsvc53ZogzyvUV5GiGfbMkyjPH+0fHcg2wfTg8ojWmd3hDwhLfJRMVqGSuURaXcE62WA8ryRjZZbIl8UB5cn0nb3bXu6l4lEmsdj39Oz3N+UvBNGVqU9wPVpN867hy8v76JNVnbaXm5dv3sZXJc2aK898Dvl2w9xX06bxTQXt8U4FXxPi/JzvT0R0vfaE1mVXbGt7J0SsjYaD5pZ4rMKeSYzy5OiaIkjkJVcY0ao5DT5IiACIiAC20JA64qACJReAlk+ti6KvS9TFBvVNkVABERABERABERABESglBPQ7ouACIiACIiACIiACIiACIjALk3ALOcGIbPIN7PEDUVmFm444k2vyeIN6nnFH+zVOWV/nN73CERTFsJ3Km7opM5Kw7Ce/wUtl6fOTMMLPUdj8azlXIwsz+dz8GFA53eboWy5smC5ebeVHI/rZWYwyy1ux8xogsxy/JCgQAQiAgpFQAS2kEDt2rUxatQo9OzZcwvXVPbSQiD5Yf+xT0vxxQGxpU/xpS/U93N/Q4+Bv2P2QiflAwOffYzgoQ8UuM6Q6/dG59a8KdqXay6RBKZPn46MjIxQ96pVq4aXF4SIB/G4zt0tmvkyhCVLlmx2nbPPPhtffvnlFqtz584blV2xYkX07t0bH374IV599VV06dIFBx10UBg7J2dmu37ppZdw++23Y8OGDcmL5OdDoE+fPlt8fHhMmzZtmk9pm05in/Liiy/iuuuuw+LFixOZ+b/G/vvvj9NOOw1XXnklhg4dio8//hhvv/02GjZsmMi3M50DDzwQ77///hazGTJkCCpUyOkzFy5ciL/85S9gWWyb8T5UqVIFRx55JDp06IB+/fqFl4uMHTsWt912G/bcc0/kN1WrVg177bVXfou2Oa1mzZrgC0pYEF9q8tlnn9ENmjhxIlJTU4PPY7T33nsHv7gEP/zwAy6//HJ89dVX4OdbXC/2d8cccww6duyI++67L4yjPvnkE3Tv3j3OUqA1MzRv3hzlypULedge161bF/x58+bhm2++CT5fBvOnP/0p+AUFlStXBh/eyfNmS/Tmm2+Cx7ygcgtKz8zMxAMPPIAHH3wQq1evTmQrX748Dj74YLRo0QI875977jmQxwsvvIDDDz88kU9OySFQ8bIWqPrktWDf6kG4tuPDN9+BLGT5wC7zqkH4bepP4SVS7H94fsTiOvRpKV/Ji/DxHx1XnObu9phVhgiUCAJs97FKRIVVSREQAREQAREQAREooQTiMRdtCd0FVVsEdjqBvOcL4xQrQhv/j09LxdcBaCdMWot+96dh7frf/dqBXzOILh4kbisZ+kgdnNi4MovaVml9ERABERCBJAL7X3oy6g3uFvpbJvPqK/tsvxCLdeNm4ZcezyN9xZpw/Ta572YexmljhfWz+++8PuPSlhHg98f8Duaqq65CrVq1cO655+Lpp5/GypUrC13Q//3f/+HGG2/Ep59+ismTJ+Ouu+7CiSeeWOj1i1PGvffeG3uXQBUnhsWxLuxzEh1Qcayg6iQCIiACIlCSCewidc/yj8rwiRn2J8cLUQUiIAIiIAIiIAIisF0JDBgwYKPy/vCHP6BHjx4bpStBBERABERABIoJAVVDBERABERgOxMws1CiWY41s8SzeuLfedPyt7axpR8/+ye27U413ND5N7/GGYr0IOd65/S5G3DlLYswMyXd0zWLgAiIgAiIgAiIwM4h8Eu3R7Bi+FjfWDQuib9/DfdAntcIZW7tkHieIcc0FMc5seKxD62ZhefHmOWMleCTmXkYzWY5fpSicCsJaDUR2IiAmeX7f8qEAVmY/kQmvh+yAd89th5fP7oWXz28GpMHrsakh1bhiwEr8Xn/FZjgdpzbcf1X4rOgVRj74EqMdf+T/qtAfez24/6r8VHQGnzY3zVgLcZk679u/ztgHUa7PnhoPaj3H/oV1Htu36UGbsCooHSMHEhl4J2Bkd4emIm3H87EW0G/4c2Hqd/xxsOuR7Lwerb+8whAveb21UcN1CuPlgH1stuXH90NLw3aDSPcjhhUFi8GlcPwQdTueGGQ67HdMSyoPJ5/jNoDzz3mGrwnns3WvwdXAPWM26eHVMTTgyviqSGVgp50++SQvfDE4y63Qx+vjMeDqmDI49TeGPy4a+jeeGzoPkGD3A4aWhWPUk/si0eGutw+/EQ1UAPdDnyyOh56ojoGPLlfUP8na4B60O2/qKf2xwNBNXH/U1Qt3PeU6+lauPepA3Dv0wfgnqADcffTrmcOwl1Pu9ze+czBoO5we/szfwDV79+HgLrt34eCutXtrf+ujVuerY2bgw7DP5+lDsdNz7qeq4Mbs9XXbd/n6uKGoHr4x3Ou54/A9dm6zu11zx+Jv7v+NuwoUH8ddjSoa91eM6w+rnmhPvoE/RG9X6COQa8XqGPR8wXX8GPRI+hPuHo4dRz+Mtz14v+he7auevHPuDJbV4xoAOryEQ1BdRvRCNRlbrtSLzVGl6Dj0fkl6gR0esn18gm4NOhEXPIydRIuftn1ysm4KFsdX2kC6kK3F7zSFNT5r54C6rxXT8W52erw6mno8NppaB90Otq9RjVD29dc/2mGNv9pHnSO23P+cwbOpl5vgbP+43r9TLTOViu3LV9vCerMN1qBavFGa1BnuG3+xllo/uZZaBZ0Nk5/kzoHp73peuscnPpmG5z6VhucEtQWTd9yvd0OTd5yvd0eJ2frpLc74MRsnfDOuaCOf+c8UI3dNn7nfDQaeT4aum048gI0CLoQfx7pGtUR/zfS5fa4oIvwp1HUxTh2lOvdS3BMtv747qWg6rs9+r1OoI56rzOoI90e8V4XHPF+F9RzW+/9rqgbdBnqvE91w+Hvuz7ohsM+uDyottvaH1yBQ6nRV+KQoKvwh9FX4eBsHfTf7jhodHcc+N+/BB3w36tB1XJbkxrTA/sH9USNMVQv7DfG9WEvVP+wd1A1t9U+7IN9qY+uQdWga7HPR5H2dlvlo7+Cqvzx30Dt9fHfUSlbFT++DhU/uQ4Vgq7Hnp9Q/8Aen7jG3oDy2drd7e5j+6Jc0I0oO9b16U3YzVUmW/bpP0Hhs5tBZX12C6jf3f722a34bdytyAy6DRnjqH5IH0fdjg3jXONvx6/j7wha73b9+DuxjppwF9Zma82Eu7E61hf3YrVr1Rf3YaVr1cQHsNK1avK/sGryg1j91QCs/t9DWPvNI1j/3WNI/2EofpvxJPDfe8OYkONDyswSn0/QtGsSsOTdYoRKTpMvAiIgAiKwDQS0qgiIQCkmYFY046oypZi5dl0EREAEREAEREAEREAEioiANisCIiACIiACIiACIiACIiACuz4BMws3EXFPzYwmxM0sYXmzUaz4ZvXY8iZ2inHaOqfsj2Y3HhnWhXlxQQYzw+Ifl+OFXv8NdnjvyHoO+EKfmcfdMoYu7zbHbmV3A8vbbbfIxj7jVFwfWjPLXj/Hwicz8zCazXL8KEWhCMQEZEVABLaWwKBBg/Dggw9u7epabxclwB++xbsW+7RU/IIA2lh86Qv1/dzfcPVDv2P2AsD8L3uGmXmC4fEb9kHn1hWgqeQSWLNmDT755JPEDtStWxfVq1dPxPfYYw/UqFEjEV+6dGnC35STkZGBtWvXJrIceOCBCX+//fZL+HxRQnr69n1YBMeihx56KHr37o033ngD48aNw+DBg3H22WejfPnyiW3zhQtfffVVIl6SneXLl4PHcnvsAxlVqVIlUdTixYsT/o525s6dixdeeCG8zITbOuqoozB8+HB8/vnnGDlyJP71r3+he/fu+POf/4y99toLcR/GvDtDlStXxp577hk29euvv2L16tXB39qA9R8xYgRmzpwZiiD7Xr16hXPyww8/xLBhw3DTTTeFtnvwwQeH/8W4DhVWyBPE/58xme0hLS2N7ibFl5jwfN1kJl9oZmjevDnKlSvnMeCLL74IbY7n72effRbSKlasiOOPPz74xSXg/vGlLEuWLAlV4jG8/fbbMWHCBIwePRrPPPMMrrvuurBv7OvYf2RmZoa8mwvq16+PevXqhWwzZszATz/9FHy+yCXuK0844YRcfWrI4AHrEbel9evXb3Nb8iILPbPfe+edd8DPfK506qmnJvrK119/Hffccw86d+6Mo48+GhUqVGCWxDkZIgpKFIGKl7XAvk/9FT54Ayc/ld2YRw2YvRCZVz2K36b+FI4xx35sF7HY19CnpXzF0O/SUnEa/W2T1haB4kuA7TxW3lrG6bJZoW8QB3FQG1AbUBtQG1AbUBvY1jaQd7zFeFwmfUkERCB/AjxPkpckx+nH/9vTUvH//7QTJq9FvweWY936LPiVAsAvHJgFjy6efKQOTmxcGdtnUikiIAIiIAJ5Cezf6WQcMaSbJxuMoffBZgaf8ev4WVjQ43mkr1gTrt8m9+HJ/Tt9ylcP12hoqTiNvrR5Avyu7K233sJf/vIX1KxZE+3bt8eTTz6JFStWbH7l7BzHHXccbrjhBvC7d34Xw+9bmjRpkr20ZJrdd98dhx12WInUoYceWjKh76RaG7cTAjqSCIiACIiACGxPArtKWebjckvsTI6XSJIjAiIgAiIgAiIgAtuPHvvKAAAQAElEQVSFwIABA/DNN99sVBbvJ+e94xstUIIIiIAIiIAIFAsCqoQIiIAIiMCOIGAWXYk0y7FmFq5Vmlmul5rFz/ahpeLflca27SnA9Z0yAYNP5sbcwi0wIyUdV966CLN+yoAmERABERABERABEdjRBH7p9ihWDh+LMBDxwMw8zI5e0Bi73dYhPEODY5r8xGc/MJ3WzMKYyMzLyBZ8MjMPATMLgqbtREDFiEDBBMyi883MwnnJ8zRZ/N8kr/isGqbRUvQp+lK58CwfcRAHtQG1gdLWBvg5QMX7Hfu0FNNpqfhzhuPCZJlFn0nInsxyx7OTZUo6gaykHcjKAv+SUuSKgAiIgAhsEwGtLAIiUJoJ8LfoyUOtncWizM7akLYjAiIgAiIgAiIgAiIgAiKQTUBGBERABERABERABERABERABEoRATMLe2uWY80s3GhuZuHG1+QbkOIbk2Ib36xEW+fUmji975HglMVvVTyIv2BJnbUcL/QcjdRZaYAv89ltVuLBwJ1HnY6y5cqC5bDs2NKPlVwPs5w6mkU+t2tmNEFmOX5IUCACyQTki4AIbBOBv//973j99ddxxBFHbFM5WnnXIMDP+3hPYp+W4osCYkuf4ktfqO/n/oa/PPQbZi/gyMDHBdmDhBDzccTg66ugc6sKcdGyJZTAlClTMG3atETt+RICPsg/TqhQoQIOOOCAOIqpU6cmxoiJxHycJUuWYMGCBWHJnnvuiapVqyKekh+2P3v2bCxdujRetEMs96dRo0bo168fRowYgYMPPjhshy9yyO+BeWFhCQtWrlwJnr/bo9oc38eMWN4PP/yANWvW0N3hGjNmDNh2uCG2k3/961+oV69e+L+HaXm1fv16LFq0KG/yDotXr14dlStHL7xKS0vDrFmztmlbCxcuDC8BiQvp3r07unbtikqVKsVJG1nu7+rVqzdKZ8J+++0H1pH+qlWrCsXml19+AfeF62xORx11FA455JCQjefunDlzwPXjPuTYY48NxytkKCbBjBkz8OWXX4ba8Ec9N998M8466yywXwiJ+QQpKSn5pG6cxLZw4oknhgXkPXnyZGzYsAHjxo0LadzeqaeeGv5/DwlJwV577ZU4VjuzL+Ln+zvvvBPqyeo0bNgQd9xxBw466KB868k8PP/Z7uhLJZNAxctaYJ8nrokqz4Gcj+k4/qOb9eNCZF75CH6bmhJeIsU2ws+TWMxHn5ZiIbHN6zO+VdJKIlBMCSS39biKTIvFtNiXzQr/I4iDOKgNqA2oDagNqA2oDWxtG8hvbMW0WHG5cVxWBEQgIsBzI/KiMI7TUvH/9LRU/H8/7eeT16HfA8uxbv3v8EsFPqb3Mvy7H67nvRmeePhwnNg4uhbqS7Z9VgkiIAIiIAL5Eqhx6cmo+9hl7Iq9L/YeOPTF3jX7Bdx142ZhYc9hyFi5Nly/Te7L2V8zThuLG6BPSyX7jEu5CWRmZoLfmVx99dXYf//90a5dOwwdOhTLly/PnXETsT/96U+4/vrr8dFHH+F///sf7rvvPpxyyimbWEOLRKB4EPDexjua4lEX1UIEREAERGAXI7DL7I5/WvrYPN4dH57HrqwIiIAIiIAIiIAIbDcCvGf+oYce2qi8Bg0aoEePHhulK0EEREAEREAEig0BVUQEREAERGCHETCzULZZjjWz8Ls/Mwu/s42f68PfAdOnpeJnAMW2/WllcH2n38AvBv2KJ3jJk9c6eS/BjDkbcMXNCzHrp3RfrlkEREAEREAEREAEdgyB+d0ewYrhn4T7I+OAY5EwLjmvEXa7tUPieYbJ4xn6VDzWoTWzMBYyyxkbwScz8xBhvARN25eAShOBbAJmFs4xs9yW52YsnrMU/x9JFp+5Eovp+flxmmw5iIEYqA2oDZTWNlDQZwTTk8XPmlj8DDKzMEaMfTNDPJnl+HGabAkmkHw4/dgarATvjKouAiIgAsWMgKojAiJQqgmYj6usCAiUKYJtapMiIAIiIAIiIAIiIAIiUKoJaOdFQAREQAREQAREQAREQAREoLQRMIu+AjHLsWYGs0i84ShZ8U1JseVNS7Ff59SaaH7T0ShTxhyjRWW4xzl1Fh9ea0A0B0u/63vNUK5cWcRlJJfHtORt0zczmOUWfDIzD6PZLMePUhSKQG4CiomACGw7gfbt22PMmDE44ogjtr0wlVBiCfDHb3HlY582WXwxQCy+9IX6fu5vuHrg75izwD+zw+e2gX9wn3bIP/ZB19YV46JlSyiBhQsXYuDAgcjIyAh7cNhhh+HUU08NfnLQqFEjHz9Gt8hMmjQJ8+fPT16crz9+/HikpaWFZbVq1cLBBx8cfAbsl6pVq0YXCxYswLhx44K/qeDnn39G27ZtcfbZZ6NTp06YNm1ayJ6eno5hw4ahW7duaNGiRXi5QlhQQMB6HHPMMYmlcR0TCcXQWbNmTYJlftXjOUve+S3b2jQ+OLBcuXJhdbKeMmVK8DcVfP311zjjjDPQpk2b8NBBHttN5c9vWfI6Rx99NGrUqJFftkTaTz/9hB9//DER39FO9erVUbdu3bAZ9psjR47Ehg0bQryggC8Puemmm0L77NChA1588cVE1pUrV4LHlwmVK1dGw4YN6RYoHusJEyYUuLxKlSo47rjjwnLW7/333we3HxLyCfhZ8MknnyT6gHyy5Erae++9cdppp4W0tWvX4ptvvsH06dOxdOnSkMb+o3z58sEvLsGKFSvAurI+bE/J5z/T8mrdunWYPHly3uQC402aNAGPHTN8/vnnmDFjRmDC+JFHHomjjjqK7kbiOvXr10+kf/jhh5s8z5mRx2vIkCFo1qxZ6A8feeQRsA/kssKK7XXZsmWJ7CeccAIqVKiQiOfnTJ06FUuWLMlvkdJKEIFK3c5E1SevBQw+Gcxc7oV59iJkXjUIv01NCS+RYl/DPiQW216yuA7jtFSyz/iWSvlFoDgSSG7X9PMTz5G86UyTfocYiIHagNqA2oDagNqA2kBh2kDyWIr5k+McI8Zx+rGYFvuyIlDaCeQ9HxhPVnxe0VLx//u0n09eh9seWI616/hIZwM4u8DrBa6nHqmDExtXxvacVJYIiIAIiEDBBPbv3AR1B3fzbtg7Y++HPQRCAKz7bCYW9HgeGSvXhuu3yX06+33GaWPBJ/puwpzsh4RSHpDXqFGjwneZ+++/f/he8/HHH9/sdzTJ2I499lj87W9/C/fj8PvRBx54IPH9WXI++SJQnAkYOxkrzjVU3URABERABEoqgV2n3uaflpbYnRwvkSRHBERABERABERABLaZwIABA/L9XUaPHj02e2/vNm9cBYiACIiACIjANhDQqiIgAiIgAjuWgFl0RdIsx5oZzCLxmT6x4uf90FLxs4Bi2+5Uw/Wdf4evCV8d5lU389A1I2UDrrxlEWb9lO6pmkVABERABERABERg+xKY3+1RrHzxU8DHHeDkQxDAwh/Ob4jdbuuAeMySPI6hT3G8E1szC8+7MfP1swWfzMxDwCyy0LRdCagwESiIgJklzkmeq7F4zsbi+Z1XfIYRxXRaqRzEQAzUBtQG1AZy2kDezwfGkxV/xtDGnz20ZhbGg2YGTbswAf4MNrF7jFCJBDkiIAIiIALbQECrioAIlG4CWSiacVX0dPPSzV57LwIiIAIiIAIiIAIiIAI7k4C2JQIiIAIiIAIiIAIiIAIiIAKlmoBZdGORmSVuNDKzcDMsb0CKxRuTkpV881KdU2ui2U1HAwbwIb/xVyzRly1xjMuAbu83DzeIJq+fXC63xzgtZWYwyy34ZGYeRrNZjh+lKBSBjQgoQQREYDsROOCAA9CsWbPtVJqKKWkE+Dkf1zn2aSk+2D6v+NIX6vu5v+EvD/2GH3/h6MDHBlmRQsz9wddXQdfWFeKiZUsogdTUVPTr1w9z5swJe8CxXJcuXVC1atUQTw4aNGiAQw89NCQtWrQIw4YNQ2ZmZojnF3z//fd44YUXEotOPfVU7LPPPon4wQcfDJYZJzz11FPgOnE8r+W2uM1ffvkF3P7KlStRpUqVkG333XcH92XKlCnhxQx8YcOGDRvCsvyCdevWhfzxsqOOOip2i5WtUaMG9t5771CnFStW4Jtvvgl+fsG0adMwYcKE/BZtdRq5HHnkkWH9jIwMDBw4EAsXLgzx/II1a9aAx3H58uVYsGABfv31V1SuvG0viEpLS8OmjiW3OWjQIKxatSq/Ku2QNLa3Vq1ahf+/uIEvvvgCL7/8cvi/ivH89Omnn2Ls2LGhfc6fPx/VqlXLLxvWr18P8st3YXYiy3nvvfeyYxsbM0PLli1RsWLFsJD5uf0QySfgeff+++/ns6TgpCZNmiSO7fjx4/Hxxx+HzLVq1cLxxx8f/OIa8Pxn/1FQ/fj5+Nprr+Grr74qKMtG6bVr10b9+vVD+ty5c0GebLtMII9KlSrRzVctWrRIHKvZs2eDL5hhf5dvZk/84Ycf8MYbb4D7wP5wjz32ANukL9rqmX0q97ugAnjes17sBwrKo/SSQ6BitzOxzxPXeoWzQr+V5R7n0AZ+XIDMKx9F5tSU8BIpjgnzjhUZZ14qsR4dV5zm7pbOyi8CxY5AcnuOfdpkJZ8P9GMxT+zL/g4xEAO1AbUBtQG1AbUBtYH82gDHTFTysjhOmywOFhmnjZU3HqfLikBpIpD3PGCcIgNanl+xpR//n0/7+eR1uPWB5Vi77nfPzqsDLs4uv2CAJx4+HCc23rZru15w3llxERABERCBzRDYv1MT1H2sW7hhj11y8jMT1n02Awt6PIeMlWvD9dvkvj3u72ljcVP0aalkn/HSKH6/1rNnT+y///44++yzMWTIECxbtqzQKI455hhce+21GD16dPjetn///roXp9D0lLHYEgidTbGtnSomAiIgAiJQMgnsQrXmByUV7VKOF8UVioAIiIAIiIAIiMC2EuA9wbw/P285vA/8sssuy5usuAiIgAiIgAgUJwKqiwiIgAiIwE4gYBY9k8csx5pZ4lk+/D14rPh5P7QUnw2UbNudari+82+h1rzWGe4hyHLP5xlzNuDKmxdiVkp6WK5ABERABERABERABLYHgfndHsWKF8ciMe5goT72COa8hih727lIHrPEPscwFMc5sTWz8GwPs5yxEHwyMw8RxkfQtCMIqEwR2Oj8MrOQZpZjeb7G4nlLxec0LVWuXLnwHFPavHGmSTl8xEIs1AbUBkp7G4g/J5It/eTPF/rxZ09szXI+m8ws16e4We54roWKlBwCuQ4jI1TJqb5qKgIiIALFmICqJgIiUMoJmBXNuKpMKeeu3RcBERABERABERABERCBnUxAmxMBERABERABERABERABERCB0knAzMKNr9x7M6MJcTNL2PgGpPimJNqCVOfUmmj+z/q+LmAAvBiY/7mHeLryvy3CTbMFlRGnx9s18xLyiGWZGU2QWY4fEhSIQL4ElCgCIiACIrCtBMIP4bILiX1aii8EiC19ii99UpyTAwAAEABJREFUob6f+xv+MvB3zF7gn9n+ue1hVErwDY//Y290bV0hSlNY4gisXr0aU6ZMwT333IPzzz8fX331VWIf2rVrhxYtWiTiyU7VqlXRpUuX8MNIpr/++uvo27cvUlNTGU2I7WrixIm47rrrkJaWFtJr164Nlm2WaE3gOLJTp05guczEvFyH67IMpsVau3Yt+AKFN998MyRx7HnhhReiVq1aIc6A9a5YsSJdfPbZZ+DD8LheSEgKNmzYgKFDhyb2my94aNiwYVKO4uNWqVIFRx11VKJCTz31FCZNmpSI0+G5O2HCBFx//fVYtWoVk7abKlWqhK5du6J8+fKhzDlz5oSXWsyaNSvEkwO2g379+oHHj+lch+uyDMa3RHx5Rpz/iy++wIgRI8KLY+M0WrYR1qNHjx6JbTKdyszMpNmhOvnkk9G4ceOwDR6Dxx57DDw+bF8hMTvgsvfffx933XUX4mVcj+tnZ0HNmjVRo0aNEM3IyAht9+effw7x5GDdunV49tlnccsttyTK4nJug6If6+ijj0arVq1ClNvlsXn77bdzcSRDHq+taTs8p+vXrx/KZ3/C48RIgwYNwv7QL0466KCDUK1atVAl9jXsT/I7X1auXIkHHngAgwYNysWKn41h5QICtveY99KlS/HKK6+EnOzfmjVrFvyCguRjxTzs59he8vZfPF6TJ0/GTTfdlOhbDzvssNC3cr0tUYUKFcB143Xeeust/Pe//41+QB8numW7Yhv5y1/+Ap7/npSYd8Z5ltiYnO1OoGK3M7HPk3/1K0Dmioo3M3dcsxfi96seRebUlPASKbZ/toVYbIv0aSlfKVfbidOYXngppwgULwLJ7Tj2aZMVnwe0yeI5QyWnyf89fK6KgzioDagNqA2oDagNqA0ktwGOmajktGSfYy/GafMqHj0yPfZlRaC0Ecjb/pPj9OPzh5aKzzfaz79ch1v/tRzr1mVlY/PrAbxC4IaXB554+HCc1Hiv7GXb06gsERABERCBwhCo0bkJ6gzuBvbJQfAO2lc0t+s/m4UFPZ5Dxsq14fptch+f3P/Tp3y1Un/9lt/T9erVK3wX17p1awwePBhLliwhmkLpj3/8I/r06YP33nsP3377LR566CGcccYZhVpXmUSgRBCwElFLVVIEREAERKBEEdiVKusflByUZ++Sx7I9GREQAREQAREQARHYPgR4P/Ovv/66UWG8P36jRCWIgAiIgAiIQLEioMqIgAiIgAjsLAJm0ZVJsxxrZjCLxN9ax+JvtunTUnlfjNb2VMN1nX6DeeXNPHT5DHgwY246rrp1EWalpEOTCIiACIiACIiACGwrgfmXP4oVL46FjzhgZtnyUg2w8xqi7G0dEI9VOG7Jq3hMQ2tm4Rk3ZpZdjoGTWW7LNGl7E1B5IpCbgFnOeWdm4ZxMPk95LjNOS/E8l8qG/k4cxEFtQG1AbWD7tAF+vlDx5w0tZRZ9LplFlp9gZkYj7UoE4p/Dcp+yssA/upIIiIAIiMC2EtD6IiACpZ0Af4+ePNTaWTzK7KwNaTsiIAIiIAIiIAIiIAIiIAIABEEEREAEREAEREAEREAEREAESjkBs+hmIrMca2bhZlgzS9ywzpuRKN6kFCvvzV91T6uFM24+Jty8kuXfskQ3sQQHV405M9w4ynXj9egni+XHMsupg1nkwycz8zCazXL8KEWhCBRAQMkiIAIiIALbRIA3UMQFxD4txRcBxJY+xZe+UN/P/Q3dH/odP/6CMD6ADxB8ZJBdVBaGXF8FXVtXyI7LFEcCI0eORIMGDQrUaaedhm7duuH111/HunXrErvAFx5ce+21YfyXSMzjtGjRApdcckkYb3LRJ598gjZt2qBr16645557cNNNN+Gss85Cz549Ey9OqF69Ovr164eaNWtylVyqV68e+vbtiwoVojbFly1wXZbBslgmH2DH7b766qvhxaEsoF27drjwwgvpJsSXL7Rt2zbE2aaZn+txX1kOxbL5Qobhw4eHsjiu5f4cdNBBYb3iFrB+HTt2ROXKlUPV0tLSwBdUXHDBBbjzzjsD75YtW4aXTpAd9/eYY44JebdX0KRJE/AYsC4sc/bs2aENtG/fPhxXcu3qx5/tgO2Befj/Qffu3cF1Gd9SnXrqqahbt25Yjcdy0KBB4H7GbYKWbeSiiy7CDz/8ENpPo0aNQn4G8+bNo9mhYptlPeJ6sv8cOnRoeOEH2xm5cDnrffPNN2PVqlWhPrVr1w7HjeuHBA/23ntvnHfeeYnzas6cOSFOriyHYjtm2yWLDRs24Mgjj8T+++/vawNr1qzBsmXLgh8HPF5sK40bNw5JPNfvuOMOnH322eD5SPF8YV3Zdvj/Ho9byFyIoHz58uBxYtaMjIzQl5QrVw7NmzcP/5cyvTjpkEMOAc+PuE6TJk1Cq1atQtsmX55PF198ccjDvoP5jjvuuMS5t3jx4rCPTC9Ixx57LGrVqpVr8RFHHIEDDzwwV1reSHysTjrppLCIbZ79OOvL4876xcfr6quvxi+/+Ae056xatSpuvfVW7Lfffh7b8rlDhw5g/8w12abYXtkmuC1u8/rrr0+0Z26TeevXr8/sQfPnzw9WQcklULHbmdj7yWt9vBftQ1bwfNTHedZC/HblI8icmhJeIsU+jm0zVjyOpKVYQmzz+oxvVsogAsWIQH5tmWmxeB4k+4zH50iypS/9luhDxEIs1AbUBtQG1AbUBtQGNtcGksdV9Kl43EXLIWNeyzRJBEojgfhciPc9jtNS8flDS/H8i+3nX67DLfcvx9q1vBLgFwFCIbQun58YeBhOPj66Hh0Wbc9AZYmACIiACBSawP6dm+LwQd34Vb1fufUO2tdkHw+Prf90JhZc/RwyVq4N117iPp6WeWJLn/JVvZyojLw+47uiRo8ejd69e4fv0vh90GOPPQZ+11PYfT366KPDd7KjRo3ClClT8PDDD4fvKgu7vvKJQEkhwBGhdyslpbqqpwiIgAiIQEkhsEvV0z8ts5LG0rvUvmlnREAEREAEREAEiprA2LFj8cwzz2xUjUsvvRTnnHPORulKEAEREAEREIFiRUCVEQEREAER2KkEzKJn9JjlWDMLv+M0s/C7VP42lOJvFWNLn78bTbbtTiuDv3f6LbqPwK9/+hx8vxqK6XN+xZW3LMSslHRoEgEREAEREAEREIGtJTD/8kFYPnysjzGQLR9p+KDDZ+Dchtjttg7hmTYco1DxeIU+FY9laM0sjHXMcsY+8MnMPEQYD0HTjiOgkkUgm4BZdM4xapbbN7NwnvKcpXge51V8nidb+lLZ0B+KgzioDagNqA1s3Ab4WUIuyZZ+svi5Q5lZGBeaGeLJLH8/Xi5bQgnkHFb4QYf5HzSJgAiIgAhsOwGVIAIiUOoJcFxlRUChTBFsU5sUAREQAREQAREQAREQgVJLQDsuAiIgAiIgAiIgAiIgAiIgAiIAmEVfiZjlWDML6WaWuCGWNynxxiTaZCXf0FT39APQ8rbjwMlLcGPo8UnrXDeGxuvG6zHOcmOZ+Zp55AWF+tBSZkYjiUChCCiTCIiACIjA1hOIH+TPEmKfNll88H8svvyF+n7ub+g+8HfMXgj/DKfMrQvGCB6/fh90bV0BmnYtAvvssw/uvvtu9OvXDxUqbPr4cizIlyX8/e9/T+Rl25k6dSpef/118GUKyS9POO644/D000/jqKOOKhDa6aefjoEDB+KQQw5J5GEZLItlTpo0CRs2bAjLOAbt3LkzuH3WJSRmB2aGPn36oEuXLmA+JnM9vpSB5VATJ07EunXruCjU/9Zbb0XHjh1DvLgGfMEEj03lytFLl3jezpkzB2+99VbgnZaWFsb+l1xyCa6//nqUL19+u+6KmeHiiy/GnXfeCbYVFs46/Pzzzxg5cmQ47jz+bAdcxjbE48OHD5p538HELVTVqlVx22235WoT3M+4TdCyjbDYP/7xj3j22WfRtWtXlCtXjklISUnBqlWrgr8jg5o1a+LRRx8F2zD/L+K22L7YztjeWE/Wm+kUzwe2da7HeLLatm2LTp06JdoueZIry6HYjtmeyZftnC8qqVOnTiiC+8p9DpGkoFKlSrj33nvRokWL0Ea4iNx43KgFCxYwCdWrV8c999yDWrVqhXhhg+OPPz7XOvXq1UP9+vULu/pOzWdmuOqqq3DmmWcmWJAn+xfy5fk0c+bM8KIctnO29/vvvx81atQI9Vy2bBnmz58f/IICHtcGDRrkWsyXyhTmnIyPFfuj/Pqv5OPFDRxyyCGh32T/wPjWqHbt2rjlllsS5zXLYJvgtsjk448/xsqVKwMvtvFn/Txr06YNswX98MMPgVeIKCixBCp2OxNVn/xrqL9xvEcZ4KcMbPYi/H7Vo8icmhKONfsl9v+xkseV9OFTbN1Fss/4pqRlIlAcCcRtmDaveB7wnMhPmZmZiXOGvpQJMRADtQG1AbUBtQG1AbWB/NpAfmMpjrPyUzwe47iRPm2svPE4XVYEdlUCeds848niOcQ4LcVzLbaff7kOtzywHOvWZwH+/z8SEyOGJx8+DCcfH12HTizajo6KEgEREAER2DIC+3dpijqDu+V02bxwy5h327+Om4mFPZ5Dxsq14VpU3NfTxp8DtLG4Zfq0VLLP+K6gMWPGhO+K+X0Nvw8aNGgQUlNTC71r/D67R48eeOedd/Dtt9+G7wBbt25d6PWVUQRKIgHL7lNKYt1VZxEQAREQgeJLYNeqGT8tLbFLOV4iSY4IiIAIiIAIiIAIbDWB/v37b7Qu7yG++uqrN0pXggiIgAiIgAgUNwKqjwiIgAiIwM4nYBZdoTTLsWYGs0j8fWss/m9Bn5bib7GTbbvTyuC6zryHzADOlDvmmjl3A666ZSFmpUS/6YYmERABERABERABEdgCAvOvGITlw8f6qMJHFgb4UMUVOWXOa4iyt3UIzzTk2ISKxyn0qXgMQ2tm4TkHZhbKMDNwMsttmSbtGAIqVQSSCZhF5x7TzCycl8m+WZTG8zcWz+u84nlP5U1XfLfwvCFxEAe1AbUBtYHdwnixoM+K+DMmtmYWPpPMjB9LuXwmmEXp9KVdgIBf0szZC0aonBR5IiACIiACW0dAa4mACIhAFopmXFVG6EVABETg/9k7DwApqqwLn4uyikgwoahkRDCAGMEsZjEhvzmD5IwZs4gKSjCCCXNY17zmjDm7xlVQSYKYASWH+c95r6q7JgADa5gZbvU779x736vqqo9mqrqnp9sJOAEn4AScgBNwAk7ACTgBJ+AEnIATcAIVn4AfoRNwAk6grBIwi28sMrPcm47MLPcG9iW9kUtvbJL0RZmb7rkx9r9oa/6qpQDH3bF77o1PGk+V3U76pie5WeH7NTNoMYteNFbucgJOwAk4ASdQEQjoC4FPOukkTJkypcwcTvbD+tNYLukD/4tKX/4ifT5hEbqMKMDXOpQCoCCogE7xCmHkqdVx0gFVysxx+o6sOAF9gQdFaHMAABAASURBVLi++Pmwww6DvvjgqaeeKvSl2Mvasq7/jjzySGi9fv36oVmzZtA2tZ7G9CXi7du3x5133okbb7yx0BeEa05J2nrrrXHfffdh2LBh2HHHHaEvgE/n6cuz9cXinTp1wmOPPRa+uEG1dDzrum7t1atXmNehQwfoONN90zzFzZs3D196rf1v27ZtuH7WWFZlKTYz7Lrrrnj44YfDsdepUydc52sfa9SoEf7t7r77bvTt2xdL4qK5/4vMDPvssw8effRRXHzxxRBD3Xe6zZTraaedFr4UQ48PPRbS8RVx/ZvfcccdOOOMM6A4PTZtN/sYGz16dPh3rl+/PjbYYINwV+PHj8fXX38d4j+7W2eddTB48ODw+NXjfuONNw5/VKf7Tff1oIMOwi233IIbbrhhif8f9Njt2bMn7rrrrvBvmv0/kPI977zzwv+7E044AdWrV0fLli11N0Gvvvoq9GV6Icl0mjdo0CCIk77sJP13077psdS7d2888MAD4d80s1qpwvXXX7/Qevq/q/tDGV3WXHNNDBw4ENddd134OZOy0O4q1v7r3/Lxxx8P/wZrrbVW+Pmm8Tlz5uDNN98M50TlJcnMsNdee0HPrzWux2mLFi0Ulkr6d9b/If2c08+vBg0aFPo/rceEtq+fk/p5qS+iKdWGlzJJx6x/f/181f8hPefXdLnyE088EQ8++CCGDBkC/Xvr5336b/zpp59i6tSpmu4q5wTW6LAvat7YN3l86wIwfx2IcVNR0PkaLPpsYvgSKV0zFr2WVK7rTEkoUi8aK3c5gbJOIPv41b4qz0qPd6nDlXNxyrD5QZ2Gz0fnjLqMWICuQfPR7aoF6Ma4O727PGg+eoworJ7Me46Yh1S9GPcaPg/R56L38KzmoM/wwurLvO/w2QgaNhv9GPeTB81C/2GFdSrzU4f9jlSnMc5p6G84vZBm4oyhhXUm8zOHzkCqsxifdeUMRE3H2VcW1gDmA678FanOYZzTFb/g3EL6GeddUVjnMz//ip+Q6gLGFwz5CdF/xIVDCusi5hcN+QGpLmac0+DvcfGQ7zGQHjWN8TRcMriwBg3+Dlldevl3uJS1Sy+fCukyelaXXz4FWQ1mHnTZtxh8+bcYQo+azHgyrrissK68bBKyGso86NKJGEoNK6Lhl05AViOYR43HiEvH46pBqb5h/A2uHlRY1wz6Glldyzzokq9wLXVdEV1/yThkNZL5yEvGItWogWMxivmogV9CuoGe1Y0Dv0BWNzEPuvi/uGngf3EzPatbLv4cWY1mPvriz5Dq1os+w63Mb73oU0i30QvrE9x+UV53MA668GPccRFFv7OQPsJdF2b1H9x9YWHdw/yeCz5EqnsZ5/UB7rugsP7J/J8XvI+g89/H/Yzvl5//Hu6n/lVI7+KB8wvrQeYPnvcOUj3EOK+38fB5hfUI80fOewtB576FRxk/Kj/3TTxKPVZIb+Df5xbW48wfP+d1PH4uRX+ikF7Dk+cU1lPMnzrnVaR6mvHTA15BqmcY5zUGzw4orOeYP3f2y3huAEV/vpBewgtnF9aLzF88+0WkeonxS2e9gFQvM87reYw5q7BeYf7KWc8h6Mzn8CrjV+VnPodXz3wWrxXR68xfP/MZpHqD8RtnPI1UbzLO6ym8dUZhvc387TOeRNDpT+Idxu/Ig57Au6cX1nvM3zv9caR6n/H7p/0b759O0T8opMfw4WmF9R/m/zntUaT6iPFHpz6KqEfw8amF9QnzT059GKk+Zfxp/4fw6akU/bNCehCf9y+s/zL/b/8HkOoLxl/0ewBR/8KX/QprLPOx/e5HqnGMx/X7J4L6/hNfMf5KHnQfvu5bWN8w/6bvvUg1nvH4Pvci+j2Y0KewJva5G1lNYj6pz10I6n0XJjOeLA+6E9/2LqwpzKf0vgOppjKe2usORL8d3/UqrGm9bkNW3zP/vtetSPUD4x963oqo0fixZ2H9xPynnrcg1c+Mc+pxM34ppJvwa4/Cms58eo8bkWoG4xndb0TUDZjZvbB+Y/5b91FI9TvjqJH4vdtIzOpOyYOux+xuhTWH+Zxu1yHVXMZzu16H6NdiXtfCms98ftdrkGoB46irMb/zVVjQ5SrM7zQi0XAs6DQc808ZhnkdhwbNf/g16HpM12BySddpUjZW7nICKwOBoo975ZKOXZ7+X5FL6fN4+Zvvzca5g3/FrFkF/H/FNfgSAPtcu2lEI+zcqnou98AJOAEn4ATKBoH1T9gVja7tkNkZ/gBn46/vMeeVL/Fdt9uwcOZs6Gd99md/9rygWNJGUi8aKy+PevHFF9GnT5/w+7e9994b11xzDaZNm1bqQ9HvPfSFavod6H/+85/wO6QDDzww97u+Um/IJ5Z5Ar6DJRPQjxP9PCl51KtOwAk4ASfgBJwAeKLkKyk5EOHcmcs8cAJOwAk4ASfgBMoagfK0P3rv7r///e9iu6z3kuu9vcUGvOAEnIATcAJOwAk4ASfgBJyAEyABs/j5PWZ5N7PwN9JmFv7uWH83KunvA1NXrL9fzfqhexhOPX6xXgaNSl4P1eugX46fh87nfYevJs6HL06grBHw/XECTsAJOIGyS2Byx2vx611juIO6oqBig963aIdti1UuOCx8pqGuSaT0+kSxlF67yM0sXNuY5a91wMXM2CNc/8AXJ+AE/lYCZhb+L5rlPfv/V3FW+n8upTXFrlXCe5adg3Pwx4A/BvwxUPgxoHOFlHJRXFRm8fyjulmMzaL/rSdIv/M/l4BlN69EytY8dgJOwAk4ASfgBJyAE1gRAmZ/z3VVpRXZWV/HCTiBCkXAD8YJOAEn4AScgBNwAk7ACTgBJ+AEnIATqPgE/AidgBNwAmWOgFn+FyNmMTazQm+KTd+UJE/fxJS63gQvKZc327suDrxke6zXuGZ4s7xqGssq3Y5cMit8f2YWOJlFV2KWj5W7nIATcAJOwAlUJAK33347mjRpguHDh//th6U/fEt3Io3lkj7wP3XFkr4IQPp8wiJ0GVGAr/Q9vjpv89QdLQajTquBk9uukW7avQwSuPDCC/Hee++VSq+88gruv/9+DBgwAK1atQrXfStySFWrVsWxxx6LO++8E9qm7v+dd96Bvrz67LPPDl+cbcbHUCk3rmtPfdH91VdfjWeffTZ3LK+//jr0BfddunQJX0Bdms3pi6q7d+8ejjPdN+2fYn0R+iGHHALt/xK2VeryGmusgZEjR+b29YQTTij1uss7sUaNGtD2H374YYizjueFF17AoEGDsMkmm4TnANn9eeSRR7DuuusWupvsuNYX70ITlpFo/QMOOABiqPvWNqSU61FHHQXt5zI2U+ph3d8RRxwR/v31ONB96dhLeozVqlULYqM5Y8aMQcuWLQvdT/b/iDgWGmQiFlpX0r+p7pvlUjUzQ8OGDaHHvbi//fbb4TGR7usFF1yAFi1ahD8yXtoGzSz8W+rfNPt/IOVb9HGr49D+SpdeeukS/y+bGbbYYovwWEn/3bRv4qVt6P+CHivad21Lrnxp+1p0bO2118aee+5ZtPw/5cv6Nyu6cR2L9l9SXHRcuZ7DbrfddtDPmZSF5itWTcew2mqraWr4P3X++eeHf0vN0RfAmC39Z5o+dPPNN98M6+hxuuGGG4ZtLU+X/vz617/+hfRxr/vXY+Lyyy+HHqv6ebk821zaXP2f1c9XfZho+tiVK+/Vqxfq1KmTW11fhKMv09H+PP7444XGcpM8KJcEqnbcDzVv6sd952NcLcjC/wOMm4rFna7Gos8mhi+R0rWjriNTpdeXcokbQepFY+UuJ1BWCSzpcat6Vnrsv/XfRbj3pYW47+VFQf8csxj/fHkx7n+lAP9ifH+QYuqVxaH2L/oDEsc0R3qA8QNjFiHVg4wf5DYfoB4csxAPvkypFrQQD7H2EMceYv4Qx6IW4KGXpYV4mLWHxyygRz3C+BGOPZxI8SMvz0fUAjzK+qMvMacefWkegjj+aNA8PPYypTHmj3G8qP7N2r9fmoucXp6LxzO54sdfmsMa9eJcPMGxJ15UHKX4CY5HzcaTL1EcV/3JFxUX1lOsPfXCbAR/cRaeeoGSJ3qa/vSLvyOIY88wf+YF5okUP8PxZ5kHT2Llz77wG1I9l8Ty557/Dc8zf+6FmXjueYpxmj/P2vMvzMAL1PMck154njn1PBVijr2YxC8msfK8puOl56fjRUr+0nPTEfUrnWL9Zeql53/Fy9Jzv2JM4i8rfu4XjKFepuTSK0n8yvO/QLGU1l957me8Sr3COa9KzzIP+gmvPktx7DXq1ed+wmsSa69Tr2UU8x8hf/2ZH/HGs4rpSZzLWX/j2R/wJvUGx95k/uYzzLPi2FvKn/0eb0nP0Ivo7ZBPg/ztp7/HO8zffmYa3n56GuMo5e+w9s4z3+FdiWPvBjF/OiOOvcc8KMRT8d7TU/E+JZcU5/TUVHwQNAXvP0Vx3gdBU/DB09RT3+LDpymOfRikuLD+wzl5TYbij3K1yfjoqYyeZEx9/OQkfCRx7OOgSfj4KYq1TxJpzidPTkQhPTERn7IWFOIJIf8srT05AZ9JHPuMtc+eYE59/sR4fCZx7PMnJuDzJ8dHsfbfRJojxfwb/PcJ6vFv8AX9C7mkuJC+xpdPUBz7kvUvH1f8NcYmrjHFY5/4CkGPf4VxicbSpZiPY53691f4KkjxOHz1eBH9eyy+fpz69zh8HaR4LL5RPZHivL7k2JcY/+/o39AVj//3F6xRj32JCUGKv8AEjkcpph77Lyb+m3rsC0wMUlxYkzgn6NH/YtJjnwdNTmvMJ0uPfobJj1GPfo5vgz7D5FD7POYc+1ZibUohfYopj2b0yKeYynyqXHr0E+af4DvVghRTj1Ac+44+LehjfPcIxVrIH/0Y0yTWvk80LfGYf4TvH6Ee/gg/0H+QS4/8h/l/8KNq0sOKKXlGPxWJf3r4Q6T6mbGkXB71AX5+mHroQ/wS9AGdevh9OsWxX6SH3sevrP0qf+gDRH8f00POMbrivN7DjIeiptOlkD/4LuvUg+9hZtC7dOohimMz5dKD7+C3nN7Nxb+ntQfegeLf5dKDbzN/G7M4HurMZ0kPvMUa9cDbmB30FmaxNjvVg29htsR8TiG9iTkPvIm5lHzOv2I8Vy498AbH3sA8jmvO3H8ppuSJ5tPn/+t1zEuU5qpJC1gvrtew4F/U/a9hYVb/epX5q1jEsYXS/YopeUaLc/ErULz4fnlUgeJ/jsHC+17GokQL730pPLfQ9Zeux1JXLGWvK4vm2TGPnUBFIVD0cZ7NFaf/R+RS+vxd/tb7c3DeFTMwew7Cc/3wEpcxhjrDzSMaYedW1eCLE3ACTsAJlE0CG5y0Gxpf20E/tbmD+tkdDfyBPve1cfiu221YMHN2eP02ew7Inh8US1wzXGPJpbSmuLzopZdeQt++fbHRRhuF303p9zvfffddqXe/adOm6Nq1K/R7sg8//BDXX389Dj74YFSuXLmFFcoaAAAQAElEQVTU2/CJ5Y6A7/ASCPAnChA6+OIEnIATcAJOwAmUSMBgZrmRfJQreeAEnIATcAJOwAmUHQLlak+GDRtWbH/T9w8XG/CCE3ACTsAJOAEn4AScgBNwAk4gQ8AsvlJplnczC69lmln4G1b9DaWkzwlKXbH+JjHrh+5h6H/8YsDAxWBGMVIbO34+Op/7Hb6aOF+pywmUFQK+H07ACTgBJ1BGCUw+5TpMv3tMsndGp2JDpfbbYdULDwufhaFrESm9LlEspdcscjML1zRmFq9P6OBiZuwRavDFCTiBv4WAWfx/mN65WczNLPf/Nvv/WHFR6f98qqJjnlcKHJ2Dc/DHgD8GVubHQHKOgHxJHMzy5x0zy10fmhmyi1nhPDvmcTklUJDZ74IC6JapeOgEnIATcAJOwAk4ASewggT0t+bZS60V3Mxyr1ZpudfwFZyAE6hgBPxwnIATcAJOwAk4ASfgBJyAE3ACTsAJOIGKT8CP0Ak4ASdQNgmYWbE3HZnFmln0om9e0huastIb4lNttk+9pb5ZXuul2zOL2zfLuyiZmSzILB+HgndOwAk4ASfwtxCYNWtW+GJifcGrpC8p/uGHH1ZoX7Se1td2pMGDB0PbX6GNVZCVZs+ejf79+0Nf/KsPnP87DktvmEjvN43lkj7oP3XFkr70Rfp8wiJ0Hl6AcVO4doHeckGpUUABRp5aHSe3XYOD3pzAykLAj9MJOIHSEJgwYQLeeeedMFVflrLxxhuH2Dsn4ATKJ4GqHfdDzRv76vIP8ZKwgE7pcMZNxeJOV2PRZxPDl0jpGlLXk6nS60y5pFVSLxordzmB8kBAj2FJ+ypPH+9y1fLSa59UbOALtWwGAxd2FiJjkjS+VmpmYItKyzBGlBoFTjAzGKvqTJ1kKlAay4qlOKwJFJtKyM2BQhhvjJBbDOCU0JkZDHGxEBlk7OkGMwqgUzAgK6ZsLBnMKIBOwQBJBi4aCwJoyJVDxEyNAgfNDAaABuONUWjQwqIZq6lCDZxlAHs1aMmMM2Q5jqvXMAtQXZ2ZwUIRdEUUG7RoTGJMy48zgsR5qoOdmcEA0GC8MQoNWlg0M6icGLSYCpIBqqszMxgAGow3RqFBC4tmxshgRjFSi5EBbNCiMYkxjWUNGJ0FNQNUV2dmMMTFQmRIDRqTAIUw3hjBzABQbDIwNzMYABqMN0ahQQuLZqYIshgBxpt6mepgZ5arIhcZ4qIxChqhqxwVe5Y1RBnMDFpkBmNoUMwAMDYKLJgZDHGxEBlSg8YkQCGMN0YwMwAUm0yxmYXQAHrSy8BFYxQjyHJlKKLUKHDQzGCcGBX7fMFgZmHUzGAhAsySKDEW2JRojIJiQ5gGLoYYs2BmMCBREiUGjUkAYinpWQuVmAIcNTP2iiQDmLGEsDAwUw2QxYgxFFFsMTSYUQAMoJI+GgsGMwNgMKMAGACz0DMAEEKDmUGLzGAMDYoZAMZm4GIwo0IE5CIDmFAGM4MW9YbkFmoGplEMzIx9TNOIpaTASkiYGoW4mDHRWomBuZnBOByV9NEAjgXBYEYBMABmoWcAQCE7sxAwUkmxISmpEAXVKICRZICixMAVzJSEKiy9hZqlRUD1UFNEhdiQmAqMDVpUUxSkBIzYZGBnpkSRpNgQSgaEIEkMurEEwMwAGBIDoNigRb0xBxXGwcUShZqxR1SYwNyApEBXQgNYsijNCwJYANiZGbSoNws9EoMCM9UYAlAUFGqM2EKRnZmSdI6pglAyIARJYjBoUW8WeiTGsjE2OqDeLPRILCmCi7FGhQghZk8HYAC0ggQgpOxNUo1iiwOqUeBiUjKQmCow0wigPqdQY8YWBtiZKUFuyV6HKS5J6WSNpbG7E6hoBIo+vtNcLul5SuqK0+ft8jffn4NzBv+K32ctjs/z+aSfLT7/5++Abh7eEDu3qlbRkPnxOAEn4AQqHIH1T9oNja7twOPiL/HVKP5gZyvA7Fe+wLRut2HBjNnh9dvsuSA9P8hTcSNhPbmkurwsa8yYMejXrx/0u6g2bdrgqquuwtSpU0u9y5tuuin03pYHHngAH3zwAUaOHIlDDz0Uq622Wqm34RPLMwHf9yURCL8F0s+TJU3wuhNwAk7ACTiBlZ4Az5bhhZQIwk+bkYP3TsAJOAEn4ATKJoHys1d6berNN98stsM9e/ZEkyZNitW94AScgBNwAk7ACTgBJ+AEnIATKErALL7X0izvZgazqPTzgOTp5wPJJX2uUNbbtamEfsct5l3E10PT10H1XoIvx89Fp3On4quJ8znuzQmUBQK+D07ACTgBJ1AWCUzueC1+vetlpNcRCBEzNjtsW6x64WFL/TzD7DWLmUG5WbyuMTNoMSvsqrmcgBP4ewiYxf+P6b2bWXguotwsxmZ51/9pySxfM4ux6q5K4eeec3AO/hjwx4A/BuJjwEzniMJK2ZgVrpuZTj/hPGQW41BgZ1Y4Z8lbRSCQ/Wflv7HBKsJR+TE4ASfgBJyAE3ACTuBvJ2C8rrK/YS8q/Q336XfpBJxAWSLg++IEnIATcAJOwAk4ASfgBJyAE3ACTsAJVHwCfoROwAk4gTJOwCz+isQs72YGs7z05iX9MV5ppD/ck4rO1TbM8ts0y8dCZGayILN8HAreOQEn4AScwN9GoGrVqjjkkEPCeUE78csvv+Dpp58OHwCvvLTSl4VoPa2vdbTdI444AnLlK7v0QVz6wPnu3bvj119//ctw6A/p0ztLY3lW+qD/VPp3lD6fsAidRwBfTTWEWzh3G0A3M4w8rSY6tF0DvjiBlYqAH6wTcALLJKDzy7PPPgtdD+g54oEHHuhfkrJMaj7BCZR9Amt03A81b+qnS0GoMzMYuKgbNxUFna7Gos8mhucQupZMry3l+rmQFdcqd18ipX12OQE9jlMKirPSY11Kx4MXFEA3dnzMg2IWahwtYK4BKcSqJeOaI7GkxiotTmKZK7LCgBXGaoqoUEtccSquHe6GuWbHmBHzeAyKKQ1IrCtLwziH96ntUDHS/XAWjQfGpirFddmHWSwmHudlt8Np3HxYmYOhseOaHMjO4wYKzwurJPM4yOmZ8VjX/ea2wQlahZNYVkSpUSywcZ0i29G63JnYOE95EOepJWvkxrkRNlWpcH9cKd4hpzNWC0rHuapyzZEYc2IohvvRNqRQVFkTKDWKd8bGbXGc07iFUNTEUGfHpnGKEzTKqaHGSbGpqDGJg7TcdrQPcRL7IvM4NTePAbfJClfWOrw35qFXMcTcQmzcTpijuRpVrg1IjGVcgS2uH+ZynpriuBH2YS7npNvhBGah58pxgsYkblTrhlU0gzVOiC0UuSZrSajZmsXNhEqJ8zghN48B57KibUgsxPuL6ysOE5hyWBOZ8j5DxM2HInOOc1UVknHVKM5TC9vRBM6Lq3CMAVNVqSRijRsocTthhsY5Wy0qsx1OYMa7Y695QWFTodM+cEqyWhLRNE33Gce5Lmeo50osJxMSS2tMOYtZXJnzwt2qwDiOxu2xzqaYg7GFYd4D1w2hxuPW4rqsM2DjHNa1bm5eMsZy2BYnsWkeU07SXEahxk4hClhXoDGFQdqONhIS7QC3wRp7VjM9a6XZjqZxRd4N102S9P64dW4iuSNaHI7zmMbV0l6DibQ+NxjWzc1LxpLp3HSR7Wicg2FdxVxRVuJ2OE8tKt0OnYVcr5WDwl2FTtvmZjmLW9UYo8RUCPvLIHiheZrEgqzE8bCdZAIn6X7CPNXDPTNjnRtWY8KixlRjyDVZD3101ZnKNFnbY8o1mIUijzJfCOuwwvFMr3lByR1olHl+tRixxI1qDtdNEkbcZlrmPNVp3IQmckwz8uPKtI8cYJGZ5nMyI/YsaS3VKLZY4EhYR2NSMhBqinl/Mk1WjSnXYBaK3HK+wLtlztHQczx1DqhxJd5BOs4wrMp5GpRxKFR1P5oc11dEaUJQmBI6zdM2mISWfd4RxjQ/jHjnBFYeAnrsZ482zeWSnqOkrjj9fyN/8/3ZOHfIr5g1uyA8vzfjE3yKDSrcPLwhdm5VDb44ASfgBJxA+SCw/km7odE1HaCf4eFnOQMzU4+5r3yJad1vw4KZs8Prt9lzQnqekKcCF8W00LJxKJSB7tVXX0X//v1Rp04d7L777hgxYgSmTJlS6j3bZJNN0LlzZ9x///14//33MWrUKLRv3x5VqlQp9TZ8YgUh4IexRAL6CcIfIksc9wEn4AScgBNwAk5AZ0vLYchHuZIHTsAJOAEn4AScQFkhUE724/fff8ewYcOK7e3mm28O/Q1SsQEvOAEn4AScgBNwAk7ACTgBJ+AElkDALL5iaZZ3M4NZlP7mM5U+M0ixXEo/Ryj1dm0qof/xeo8Z103vj9sBDGPHz0Pnc6fiq4nz4YsT+NsJ+A44ASfgBJxAmSMw+ZTr8Ovdr8Ascx0B434a7LBtseqFhyG95shehyiW0msUuZkhdTOuT4GLmbEHzKLDFyfgBP52AmZW7P+kWb5mFmOzvOv/d1Zm+TEzj82cgZkzMHMGZs7AzBlUqlQpXBem5w2z4kx0MjSLdcWpzIrX0jH3CkCgIHsMSqRszWMn4AScgBNwAk7ACTiBFSGgzwJakfX+13Uq/a8b8PWdgBMo3wR8752AE3ACTsAJOAEn4AScgBNwAk7ACTiBik/Aj9AJOAEnUJ4ImFnYXTMLb5I1K+x6M5PeAJ9V9o3y2Xoaa52iMstvV3doZrIgs3wcCt45ASfgBJzA305gu+22w7bbbpvbj7fffhsffPBBLi9NoPlaT3PNDPvuuy/q16+v1JUhMHLkSDRp0gQ33nhjpvrnhNkP409jeSp9uH9W+tIX6bMJi9BpeAHGTdFbLRLpC5QSjTy1Ojq09Q+//3P+1XyrZZmA75sTcALFCcyfPx+zZ88OA/Lbb78dd911V8j1oZM77LBDiL1zAk6g/BNYo+N+qHFjX6TXkuFPnZKuYNwULD7lKiz6bGL4EildU2avMxXn1tM1JXEop4WWjUPBOydQRgnosSpp9+SSHt+SHvfKNRbE58UGQ2gy5RLShcUwCPWh4zBjgxmFdDEGlBrFQTaDsapmITIgrCMPIUy3UENcGIO10IwRczNTyiQ0hIU1qGrsgwxmFOISIwPUKGhMApPgiAtjhBp7DTE2M/YIS4wMKrCPzsBYMFOPZDE6pUZBYxKragajUapRSqMZzCiOhsYYsNhoYG5mMAA0yKFFiTIWFJoZzCiNUTEyQI2CxiSEJPTQwhqUsazQGJupR1hiZGAZYVEosWBm7EMVZsaAUqNYYDMYq2oWIgM4z0weQphuzA3JwhishaYiczNTChoMyaJEGQshZGxm7ON4jAwqsEw3mFEwgFIPLayBeWgsGgMz9QhLjAws58RhpgYzCnExMwaUGsVBNoOxqmYhMkDzgpIQBjMKycIYsNhoCsxMlZyghTWoYuwp9jAzGOJiITLIWKYbzCikQlxYQxCCsadrDsJiZnSKDYlUMiZmqZTyhgAAEABJREFU6jnMZmbqwTJCCIMZhbjEyMBiotQM8YawmBmdYuNAiM0shBYydmqsIQjB2NMNhriYKaLUKDA3M+RvcR5Yi0Iw9nTNUkRpHMYAkIFLKDGxIBbYzEw9WEIIYTCjEJcYGVhMlJoh3hAWMwOCADBUZ2YhNAAMocWMWRAgAwxmFOJiZgwoNgQZzCik4jCbmQFB0djDwk0RpTHmakEAQglxliEuZoooNQoaZ01hVOzBWhRnqARLbswBmJk6CgBDdWYWQgPAEFrMmAUhqRmdQlzMjAHFBomdmalPxGE2MwOCADBUZwwMYE9pTFFaABBKsOSGsJgZEBSNPVODAVEaUyQPYl2DrFkQcwBmpo4CwFCdWQhCmoQwY00CGIOLId4YspmZerAYxcDM1CdCWMwMCALAUJ0xMIA9pTFGiUFLiFWTNJFFMwZBSqgwZuwRpTFFcglANM2RmAOsmToKAEN1FoPQx3VYVSABiKZZEnOANQNAsckUmxnDRIawmDEIYsoQuRmKqDBmkMEQlhAzMclCCWYMgpgzBCy5IbfoukvXYFlXLKWTsnFac3cCFYVA0ce38qyy/z8U6/lK6m99MAfnDpmB32eFJ/VQr3X5hF8NNw9vgF1aV68oqPw4nIATcAIrDYH1T94dja7pgPCDnV342c6j18/5Oa98ge+73YoFM2aH12/Tc4Jc81JXLHE1nhO0piJuMnlNN2Z/T//666/j1FNPRd26dbHrrrti+PDh+Pbbb0u9M40bN8Ypp5yC++67D++99x5uuOEGHH744ahatWqpt+ETKx4BP6JlEMj/GFjGRB92Ak7ACTgBJ7AyEtCJUorHno9i7r0TcAJOwAk4ASdQdgiUlz0ZOnQovvrqq2K726NHD6y99trF6l5wAk7ACTgBJ+AEnIATcAJOwAksjYCZhWGzvJsZzKKynw+kzw1SLpfSzxdK/dA2ldDv+MXIvw6qiGL7cvw8dD5nKr6aOD/cn3dO4O8i4PfrBJyAE3ACZYvApFOuwy93jQk7pbcf8rIhxOqs3TaofNFhSK81stcfiqX02kRuZuFLXs3idYyZQYtZdMUuJ+AEyh4Bs+L/R80s95zELB8X3Xuz/JiZx2bOwMwZmDkDM2dg5gxKe84oaV7RmucVjIBlj0eJlK157AScgBNwAk7ACTgBJ7AiBMz+nuuqSiuys76OE3ACFYaAH4gTcAJOwAk4ASfgBJyAE3ACTsAJOAEnUPEJ+BE6ASfgBMoFAbP8L0rMYmxmuTfD6s3uRaU3wy9JReea5bdlVjxOIZlZGro7ASfgBJxAGSKgn/cHH3xw7oOhFi5ciCeffBLTp08v1V7+/PPPYb7W0wpNmzYNH7pu5j/3xaOofvrpJ3Tp0gV777033n777aLDf0iefjC/NpbGckkf4F9U+vIX6bMJi9BlBPDVVEO8aQuU/i2pUafVQIe2VVjw5gRWOgJ+wE7ACZRA4Ouvv8aBBx6IbbfdNpz7r732WsybNw+VK1fG0UcfjRo1apSwlpecgBMorwTW6Lg/at7UD2a6UkyPQjH11VQUdLoKiz6bGL5ESteWRa85let6VNLaqReNlbucQFkikH2sar+UF5Ue3xrLSx9LUoD+h6+RU7/Dq6DfEcwTKe53RFXWqMOroq/EvA+9zxFrom9QVfRRjbFqUm/GvY9cE30oedAR1dDrSOqI6uglMe7JWs8jmSdSnFUP1nscVQM9jqyB7lQ27n5kTdakGujGsW5HMabkqbomubzrUWtB6nLU2nRpLXRhTXnQ0WujM8c6y6lOVIzXQaejC+sU5qccvS7r0jpI846sqS7veMx66HjMuuhAyTsy7yAdXYs1aT2cfDR1TC2cTHWg5NJJjHM6dn2ceAxFPynRifQTj9kAJ1DR18cJxzKnjqdiXBvHHyttQKeOY0wdd9yGOF7i2HFBG+LYYynWcs74GOrYoI1wzHFRR8uP3wjyo4/bmL4xjkpcueKcjq+Do6gjj+ecoDo4MuR1ccTxUh26pLiwDud4TifUw/8dT8mzOr4+2p+QKBMfltZOaIDDguqjHWvtTmyAw6h2JzZEVAM6dUJDHMpaUCY+hDXp0BMb4ZCgxjj4ROqkRnTqJMWNcVCoMaYrlg5UfNImOIg6kPOiNsGBIW+CtidRJ29ClxRTrB1AtT1pUxwgndwE+zPf/+RNEdWULuXz/U5uiv06NMW+8kSKo5qxLjXFPhzbp0MzRG1Gl5ph71DbjB6118mbYa8OmzPfnK5YUixtgT07UB03p1MdFW+BNvQgjgVnvgfjPTpuybEtsYfyoC2xO2t7dGxOp05pjt0S7S5nPeQdW2A3ibVdWdv1lBaI2ooutcAurO1yylZ0qtNW2JmxtEsm3vmUlqxH7cR4p04tsSO1U6etkWpHxjl13hqtmbfutA1ad6ZCrNo2aMVaq87b0imO7RCkeFvswHpRbc/a9p23Q1Ftx9p2nbdHUJftsW2i7RKP+Q7YpssOYWwbzlW8NfOtu7RivRVivAO9VVTXVmjJsZZdW6Ol4lRdWmOrrDjeImhHbNV1R7Qoqm47onnQTtiyG8Xx5kGKqW47Y8uuFH2LErULNu9Gdd+ZLu2CzbpTqiXajL5Zt10R1H1XNEvUlC7FfDc07S7tSpd2w6bMN+2+O/PdGefVhLUmPXZH9D3QpMce2ER5kOLCaszxxj3aQGqUeBo36tkGUXuiYc+okPeIccOee6FBj704RlecqH7iDXrujfpSr73oVK+9UU9iLeeKe+6DulIvetC+qNNL2gd1s3nvfbGx6nKp137M98NGiW/cO8YbyYP2x0a998eGjKUYM++zP2qzntcBzA/ABr0PCF67d1vGVJ8DsD61QZ+29Lxq5fIDUatPca2Xqx2E9fpQfQ/Euqyt2/cgFBLHYn4w1ulD9U11CNbuKx1MlxRT/Q7BWln1PZT5oagpl/rFuCa9RlA71OiX6tB83L8dqrNevf9hCOoXvRpdqt6vPapJHF8zqD3W7J9X1TQ+9f9QtX/UGozXSGO64jX6Hw5plcYbooA3ZBZdi+n6S1KcSlOysXKXE6hoBPQYzx5TNlec/r+QS+nzc/lbH8zBuUNm4PdZBeAz+bAZY2/GnrplREPs0qo6K96cgBNwAk6gPBJY/+Td0ejaDgB/ppvxZzsA9cZ+7itf4vvut2LBjNnh9dvsOSJ7/lAsgUvqDJGNlf8VevPNN3HaaaehXr162HnnnTFs2DBMnjy51HfdqFEjdOzYEffccw/effdd3HTTTTjyyCNRvbqf60oNsWJP9KNbFgFb1gQfdwJOwAk4ASewMhPgiTK55hYFZjKXE3ACTsAJOAEnUPYIlIs9Gj9+PEaMGFFsX3fffXd069atWN0LTsAJOAEn4AScgBNwAk7ACTiB0hAwi69cmuXdzGAWlf3MIH3OhHK5lH4hb+qHtqmEfsctDnfLtekGxIaxE+ahy7lT8dXEefDFCfxNBPxunYATcAJOoAwRmHTKdfj17jHgJQeg6wUJcbFDt0bliw6DrjdSpdcbaZ5ek8jNDKmbGcwMWsyiF42Vu5yAEyg7BMws/L81s6XulJnl5pl5bOYMzJyBmTMwcwZmzsCsEINi54ulnWDM8usubZ6PVRACBZnjKNBfpGcLmTEPnYATcAJOwAk4ASfgBJaLgP62/O+4sqq0XHvpk52AE6hgBPxwnIATcAJOwAk4ASfgBJyAE3ACTsAJOIGKT8CP0Ak4ASdQfgiYxTchaY/NTFbsTUxmFt70rje+S3pjfOqKpTSXpzKzEreFzGJmmcxDJ+AEnIATKGsEatWqhUMOOST8PNe+TZ06FU8++ST0we/KlySNP/PMM9B8zdGHpR966KGoUqWKUtdSCDz//PNo1apV+NB6fVnyUqYu15DeIJGukMbyrPTvlkpf+iJ9NmEROo8owLgpWju+gTX3RouCAow6tTo6tPV/V9FxrYwE/JidgBMoiYDO+0XP+XqeeNRRR6FNmzYlreI1J+AEyjmBNTrujxo39s18/aauGCUe2LipKDjlKiz6bGL4EildY6bXnPLs9ahirlHoi6PSmuouJ1AWCJT0mFQtVfq4Tr3wPuu1UMOOm6+KK7pWTbQmfU0M6VpYg5kP7lYNRXU5a5d3q45UlzHOqwYu7ZZR9ySmDwqqiUHdoy6h57UWBnYvQT3WxsXdKXmii+gX9VgHqS5knNe6uLDHurggVc8kpp8ftB7O7xl1Hj2vWjivZ9S59LzWxzk9qV5U4gMYD+i1AbI6m3letXF2r9o4K6vetXEm8zN7b4iszmAetRHO6B11Oj2vjXFa74z6MKZODaqDU/vk1Z9xXnXRr09h9WXet289FFUf1vr0rY9UvRnn1QC9+zZAr1T9GCfqSe/ZryFS9WCcVyN071eC+jdGt36UPFFXetf+myBVF8Z5NUGX/lGd6Z1PbYLUOzHudOqmSHUK47ya4pRTozrS82qGDqdSp1GJn8z45NM2Q1YnMS+szXHiaRmdvjlOYH7C6Vsgq+OZR22J40+POo6eV3Mcezp1BpU642NyaoFjzog6mp7XVjjqjOI68syWKKojWDvizK2R6nDGeW2Dw8/cBv+X6izGidrT25+1LVIdxjiv7dDurBJ09vY49CxKnugQ+iFn74CsDmZeWK1w0NnUACrxAxkfOKA1UrVlnNeOaDsg6gB6TufshP0HUPJE+9Hz2hn7nbMz9i2mXbDPORmduwv2Zr73ubuiqPZiba9zd0OqPRnntTvanEudR6XOeI+c9sAe50XtTs+rDXY7r7h2PX9PFNUurO1y/l6I2gs7My6svbHT+YkuoCfakb7jBfsgVWvGee2LVheUoAv3ww5FtD3zvPbH9hfuj+2K6QBseyF1EZX4Noy3uagtUm3NOK8DsfVFUS3pOV18ELa6iJInakHP62C0uDiqOT2vQ7DlxRkNPARbMN9i4KEoqs1Z23xgO6TajHFWzQYehmaXUKkzbppTezS9JGpTel7/hyaXZDQoiQcdjk2KqDHzvI5Ao0HF1XDQkQi6lJ6oAb3BpUchVX3GeR2N+pcejXpFddkxqFtEdZjndSzqXHYsNi6m47DRZdTlVOIbMt7w8uORqjbjvE5A7cujNqDnNPhErH85JU9Ui57XSag1OGo9el4nY93B1BAq8XUYrzOkA4pqbdaiOmLtIR2xVhHVZF7zilNQcwglp2rk1Ak1roiqTs+rM6pdkdGVSXxlF6xZRFWZ6xrLTNdWiqJ0/SWl12VZjzO8dwIVk4Ae69kjS3O5lP6/kEvp83L5Wx/MwYDB0zHz98V8Tp//HZCe0Wvdm4c3wC6tqmU377ETcAJOwAmUQwK1Tt4dDa8+GfrZnv60jzEwZ8wX+L77rVgwY1Z4/TZ7rtAc5fJUOnzFcikbK/8z9NZbb+H0009H/fr1seOOO2Lo0KGYNGlSqe+qYcOG6NChA+6880688847uPnmm3H00UejZs2apd6GT1xZCPhxLo2Afn7wooaDWQkAABAASURBVHFpU3zMCTgBJ+AEnMBKToBnywK9qhIx5KOYe+8EnIATcAJOwAmUFQLlYz/0Gtj06dOL7Wz37t2L1bzgBJyAE3ACTsAJOAEn4AScgBNYHgJm8b2XZnk3s/BZEma21M8WSr+MN/V2e66Cvsctzr0fQb9P1Mukei/Bl9/MRZdzpuLrSfPhixP46wn4PToBJ+AEnEBZITCp0/X49a4xyF4n6FpBv0+1Q7fGPy5uD11bSKusskqI5an0GRWK5WYWrlXMLHftAi5mxh6FavDFCTiBMk/AzHL/b82szO+v76ATcAJOwAmURQJL3ycz83PN0hFV7FHLHJ4eC8gWMmMeOgEn4AScgBNwAk7ACSwXAeN1lS3XGn/M5Ep/zGZ8K07ACZRLAr7TTsAJOAEn4AScgBNwAk7ACTgBJ+AEnEDFJ+BH6AScgBMohwTM4q9MzAxmUToMsxibRc++EV5xSTIrPNfMtKmw3RAknVmsJ6mbE3ACTsAJlFEC22yzDZo3b57buzfeeANffvllLi8p0LjmaczMsO+++0Ifxq7cVToC+sCuJk2a4K677irdCqWcpT+E01R5Kn1of1b60hfpswmL0HkE8NXUSuCJHIAVuo06rQY6tK0CX5zASkvAD9wJOIESCVSvXh06h6222mrhj6j1xSqDBg1Cr169wh9dl7iSF52AEyj3BKp03B81buwLXjACoTNoUW9fTQU6XYVFn00MXyKla83s9afi9NpUrvVSV+xyAmWZQPaxmsbpYzr13P4XFEC3XO6BE3ACTsAJlA8CvpdOwAmUSQK69tKHvqU7F3Jdb2WUjpXkml9S3WtOoDwRKPo4TnO5lD4nkUvp83H52x/OxblXzMTvswEzQ/7GHMAtIxpi11bVGHlzAk7ACTiBikBg/Q57oOE1HfI/7w2MKZ4D5r7yJX7ocTsWzpwdXr/NnjOy5xPFErikzjB8kL/8j9Q777yDM844Aw0aNEDr1q1x5ZVXYuLEiaW+C6138skn4/bbb8fbb7+NW265BccddxzWXnvtUm/DJ66EBPyQl0rA9FPDljrFB52AE3ACTsAJrOQEjGdLyzHIR7mSB07ACTgBJ+AEnEBZIFAO9kGvjV133XXF9rR9+/Y4/PDDi9W94AScgBNwAk7ACTgBJ+AEnIATWF4CZvEVTLO8mxnMorKfI5R+4a5cKvrlvO32XAV9jwe4pjpwE4ixYez4eeh8zhR8PWk+fHECfykBvzMn4AScgBMoEwQmdboev941BogXCInxSoF5pUO3wT8ubh8+e0LXGFJ6naFY0jVJ6mYWPrfCLK5vZtBiVthVczkBJ1A+CZgZf064zJyBmTMwcwZmzsDMGZgtg8EyxsvnGdH3+g8jkP0DdCiR/rCt+4acgBNwAk7ACTgBJ7DSEvi7PkOx0kpL3A/cCTgBOAIn4AScgBNwAk7ACTgBJ+AEnIATcAJOoOIT8CN0Ak7ACZRXAmaW23UzW+IbYfXGeMksPyebZ2MzC9s0ix4SdmaFc5a8OQEn4AScQBklULlyZbRr1w41a9YMe7hgwQI89thjmDVrVsiLdjNnzsSDDz4IzdNY8+bNsdtuuyl0LSeBSZMm4fjjj8chhxyCTz75ZDnXzk/Pfvi+qspT6cP7S9LnExej8whg3BTED+wv0BtX9TaLqJGnVkPHtlW0OZcTWGkJ+IE7ASdQMoFq1aph+PDheP3116EPobz//vux9957hz+qLnkNrzoBJ1BRCKxxygGoPqovDydeM+oSMlxFKhjLC8tOV2Hx5xNR0vWnauk1qpwbybWieW7AAyfwNxPIPjbTOOtpnNtNviZqsFzqgRNwAk7ACZQPAr6XTsAJlE0Cxusqy+yarr2WpsxUD51AhSCgx3v2QJRnlT7PlkuLFi0Kz8flb384FwMGT8fM3xbrl0Dx90DcmJ7N03Dz8AbYtVU1hS4n4AScgBOoQATW77AHGl7TIXxslQ4r99otX7+d8/J/8X33W7Fw5mzoXJE9d+j8olyeKqzP9eSS6vL/Re+99x7OPPNMNGzYEDvssAOuuOIKTJgwodSbrF+/Pk466STcdttteOuttzB69GiccMIJWHfddUu9DZ+4chPwo186Af3MyP0AWfpUH3UCTsAJOAEnsJIS0Csr4YwZjj8fhdQ7J+AEnIATcAJOoIwQKA+7MXTo0BJ3s3v37iXWvegEnIATcAJOwAk4ASfgBJyAE1gRAmbxHZhmeTczmEXpc4NSpV+8K5fSL+dNvd2eldDnOL4qGht/rahAr5kCY7+Zh84DpuDrSfNXZDd9HSewQgR8JSfgBJyAE/j7CUzqdD1+uWtM8j51XRuEt61zxwpgB7fEPy4+DLquSJVeV6S5rkMUy80sfE6FWbxOMTNoMSvsqrmcgBNwAk7ACTgBJ+AEVh4CfqROYKkE4tOFZIoSKUndnIATcAJOwAk4ASfgBFaYgFnJ11VmJddX+I6KrFipSO6pE3ACKw8BP1In4AScgBNwAk7ACTgBJ+AEnIATcAJOoOIT8CN0Ak7ACZRrAmb5X5KYWe6P88yWHKdvkjcrPEcgzGJNsWRWOFfN5QScgBNwAmWfQO3atdG2bdtwXtDefvPNN3j11VeTP7RSJUof6v7SSy9h8uTJoVCzZk20a9cOlStXDnlJ3YwZM/DII4/gggsuQLdu3dClS5fgylX/9ddfS1qtWE0fQv/RRx/h6quvRv/+/cN2tK3evXtj8ODB4UuI586dW2y98lB47LHH0Lx5c5x//vnLvbv6N0lXUrwk6QP7JXH8fOJidBoBjJtq4D86wsIQsHC74dTq6Ni2CnxxAis5AT98J+AEnIATcAJOoAQCa3Q6ADVu6BeuG/kyEB0wM3W8wJwCdLoKiz+fmPsSKV2DLukaVXUkSzZOSm5OoMwQSB+f8qz0+C68kwVMJZo3J+AEnIATKC8EfD+dgBMoowTiR8Pmdy57HZaveuQEKiYBPd6zR6ZcUk2u5yKpK9bvflJ/+8M5GDBkBmbO4nMTPl3nk3Y2BYDxdsvwhti1VTX44gScgBNwAhWTQK0Oe6DhNR14cPqpD5jRg4C5Y77AD91vxcKZs3Ov36bnkPS8Ik8FLoppoWXjUChF9/777+Oss85Co0aNsN1222HIkCEYP358KdaMU+rWrYsTTzwRt956K954443gymvVqhUneO8ESk/AZy6DgGk8dApcTsAJOAEn4AScQHECFq6v07qlgbsTcAJOwAk4ASdQlgiU+X154okncP/99xfbT/1tVJs2bYrVveAEnIATcAJOwAk4ASfgBJyAE/hfCJjFVzLN8m5m4bVOMwtftKvPE5LSL+CVS+mX9Kbebs9K6HNcAQyAGXuKPRNg7Ph56HLOFHw9aT58cQJ/AQG/CyfgBJyAE/ibCUzqNBK/3DUGuhYwCz2UKKx06Nb4x8D2KOl6QjUpe+1hZuGaxMxgFgUuZsYeoQZfnIATcAJOwAk4ASfgBFZGAn7MTmCJBMz4fKEgM1ygv0jPFjJjHjoBJ+AEnIATcAJOwAksFwH9LfnfcWVVabn20ic7ASdQgQj4oTgBJ+AEnIATcAJOwAk4ASfgBJyAE3ACFZ+AH6ETcAJOoPwTMLNCB2EWczMLb3g3W7prZbM4R3EqM0tDdyfgBJyAEyiHBFq3bo3mzZvn9vzZZ5/FhAkTcrmCr776Ci+++KLCcM5o164dateuHfKinT4o/sknnwwf5v7UU09h2rRp0JePaJ5cueoDBgzAQw89hAULFmioRH333Xe45JJLcP311+Ozzz7DrFmzcvPmzZuHb775BnfccQe0rXfffRd6s0BuQjkKBg4ciGbNmgUepdnt7HEqlrSeXBLnrPRv8vnExThleAHGTkHkVJC8rSJYAUaeWg0d21bRZlxOYCUn4IfvBJyAE3ACTsAJLIlAlU4HoPoNfcOwLiN17cmry9Dw5RQs7jgCiz+fmPsSqew1qeZKWlkuKZaysXKXEyirBPRYTVV4H/X6qFS46pkTcAJOwAmUZQK+b07ACZRVAmaFr6vS66+sl7TvGi+p7jUnUF4IFH0MZ3PFeo6dumL97if1t/8zF2cPnoGZvy8Oz9HDr4DYab4+wuTmYfWxa6s1ywsK308n4AScgBNYQQK1OuyB+lefjPS123AeCAkw5+X/4oduo7Fw5uzc67fpuUTzdE6Rp9IuKJZL2Vh5Sfrggw9w9tlno3Hjxth2220xePDg8J6OkuaWVKtTpw6OP/54jB49Gm+88QZuu+02nHTSSUt8b0pJ2/CaEyhOwCvLIqDrxfCDY1kTfdwJOAEn4AScwEpLgGdLvs6SHr4usdPY3Qk4ASfgBJyAEygrBMr+fgwdOrTYTtaoUQPdu3cvVveCE3ACTsAJOAEn4AScgBNwAk7gjyBgFt+LaZZ3MwufE2Fm4Qt39SW8UvYLeRWvuuqqhb68t91eq6D3sclrpXy9NLxOmnRffjMXXQZ8i68nzYcvTuDPJeBbdwJOwAk4gb+TwMRO1+Pnu14GLwXCW43CewqTpNLBLfGPi9tD1xBS9npCsZS95jCzcC1ilr82ARczY49wvQJfnIATcAJOwAk4ASfgBFZSAn7YTmAZBOLThjiJzyEMFmPvnYATcAJOwAk4ASfgBP4nAsbrKlvKFsyWNrqUFZcxVGkZ4z7sBJxARSXgx+UEnIATcAJOwAk4ASfgBJyAE3ACTsAJVHwCfoROwAk4gQpCwMxgZrmjMbOQm1mxWlows2JzsmNp7O4EnIATcALlk0DlypXRrl071KxZMxzArFmz8NRTT2HBggUhnzt3Lh5//HHIVdAHtW+33XYKi0nr3HPPPXj00UehD4jXhNVWWw0tW7bErrvuGrxq1aoqh/FnnnkGd955Z27bYSDppk+fjhtvvBFTp04NFe1no0aNwna0LcWqaVD7fPvtt+OTTz5RWi71xRdfoH379jj66KOX60Pw04PVH8dlJf6pPp+4GKcML8DYKTyng+K5HZSZQT7q1Oo4pW0V+OIEnAAAh+AEnIATcAJOwAkslUCVTgeg+g39wCtJmIUeSG3cFBScMgKLP58YrvfT69Hsdapi+OIEyiGB9LGbeqFDKCiAboVqnjgBJ+AEnEDZJuB75wScQJkloOut8LmwmT1UTWlRz9YUu5xAeSWQPrbT/U9zuaTn16krXrRoUXjeLX/7P3MxYMhMzJyltfkEXY0Cn6ybGUYPa4DdWleDL07ACTgBJ7ByEFi/Yxs0uLoDzHgyoNgDoQPmjvkCP3QbjQUzZ0PnkOw5JT3PyFOBi2JaaNk4FNh9+OGHGDBgADbZZBNss802uPzyy/H1119zpHRt4403xnHHHYebb74Zr7/+Ou644w6cfPLJ2GijjUq3AZ/lBJZFwMeXScD0Q8KWOc0nOAEn4AScgBNYiQkYz5aWO/58lCt54AScgBNwAk7ACfzdBMr4/d9666146aWXiu1lz5490bx582J1LzgBJ+AEnIATcAJOwAl8Nu2RAAAQAElEQVQ4ASfgBP4oAmbxFU2zvJsZzKL0Rbypsl/Mq7jol/e222sV9DmOe6Z1abDYGYOx4+eh64Ap+HrSPBVdTuDPIeBbdQJOwAk4gb+NwMROI/HLXa/wrM8zv8XdMGNAVTqkJf4xsD3Sa4fsdYRiSdcbqZsZlJsZzKLAxczYI9TgixNwAk7ACTgBJ+AEnMDKS8CP3AksgYBZfM6AQn+ArkRawkpedgJOwAk4ASfgBJyAEyg1gaKfoWiWXH8V2YJZyfUi00qdVir1TJ/oBJxAhSLgB+MEnIATcAJOwAk4ASfgBJyAE3ACTsAJVHwCfoROwAk4gYpGwKz4L0nMLLwB3qywFz12s/x40THPnYATcAJOoHwSqF27Ntq2bRvOAzqCjz/+GO+//75CvPPOO/jyyy9DXKtWLRx66KHQH1aFQqbTh72/8MILeO2110J1tdVWw5FHHonhw4eja9euOPbYY4MPHToUHTt2RNWqVcO8t99+Gy+//DK0figknbYzderUkDVp0gQDBw7EGWecEbajbSlWTWOatGDBAjz11FOYM2eO0nKr++67DzqmwYMHl3gMWU6Ki0of0p9KH9r/2YRF6Di8AF9O4eb0pZSJCJytAKP6V8Mpbatw0JsTcAIi4HICTsAJOAEn4ASWTaBKpwNQ7YZ+4XqSHfTHUbzMpBcAX36Lgo7DseizCbkvkUqvT4teuypP7y0bpzV3J1AWCGQfm2mcem7/9HopLJd64AScgBNwAmWfgO+hE3ACZZeA8brKSti9YtdgmTlLG8tM89AJlEkCRR+/aS6X9Jw6dcX63U/qb/9nLs4eMgMzflvMY+Nz8vAEPQkZ3zK0HnZrXQ2+OAEn4AScwMpFoFbHNqh/dYfweq3ODjwl5ADMHfMFfuw2Ggtmzs69fpueW9LzjTyVVlQslxT/5z//wTnnnBPe17D11lvjsssuw1dffaXhUmmjjTYK7/u46aabwvtL7rzzzvAekjp16pRqfZ/kBJaHgM8tJYHww6KUc32aE3ACTsAJOIGVjoBOlFI88HwUc++dgBNwAk7ACTiBv59AWd4DvfY2bNiwYrvYqFEjdO/evVjdC07ACTgBJ+AEnIATcAJOwAk4gT+agFl8R6ZZ3s0MZlH6At5U+vwIxfKs0i/0bbfXKuh9bPLVD+HFUsUhwJfj56LLgCn4ZtK8P/oQfHtOIBDwzgk4ASfgBP4eAhM6XY9f7hoT7lxnfUmJ/qa80sFbYbWB7cNnUKXXDul1Q5qn1xZyM0PqZvFaBFzMjD3C9Ql8cQJOwAk4ASfgBJyAE1ipCfjBO4GUgJmV/BzB0hlyJZJilxNwAk7ACTgBJ+AEnMD/QsCs+HWVWfFa9j7Mlj6enbukuNKSBrzuBJxAhSbgB+cEnIATcAJOwAk4ASfgBJyAE3ACTsAJVHwCfoROwAk4gQpJwMzCG1rMrFTHZ2Zhfqkm+yQn4AScgBModwRat26N5s2bh/3Wh7Y///zzGD9+PJ577jkor1y5Mg477DCsu+66YU7R7rvvvsMLL7wQypp78skno02bNuEPtUIx6cwM22+/PY4//nhonsovvfQSpk2bpjBo3rx5uQ+IX2211XDIIYdgrbXWCmPZTrWjjz4a1atXD+Xvv/8eP/zwQ4jVjRw5EsOHD8fo0aPx0EMP4cUXX8T777+Pr7/+Gj/99BMWLlyoaWVO+pCvs846C9tuuy2efvrpUu2f/o2K6vOJi9FxeAHGTuE5HIbQZPw3ADWqfzWc0nZ1+OIEnECOgAdOwAk4ASfgBJxAKQlU6XQAqt/QD7quBBdeXqqH6TZ2Cgo6DsfizyeG5xJFr1M50ZsTKFcE9BguusOFa/rYEqnoLM+dgBNwAk6gjBLw3XICTqAME9DHwRbdvcLXXkVHPXcC5ZdA0ce28qwWL14cnlfLs9Lvkd7+z1ycPWQmZv4Wj1/Px8Hn5GrS6GH1sVvravDFCTgBJ+AEVk4CtTq2Qf2rOyC8bmuA8aYeXOaN+QI/db8VC2bOhs4pOsekrvOQcnkqroKPPvoI5513Hpo2bYqWLVvi0ksvxbhx4zRUKm244YY45phjcOONN+KVV17BXXfdhVNOOQX16tUr1fo+yQmsIAFfrbQErLQTfZ4TcAJOwAk4gZWRAE+U4cI6HjuzGHjvBJyAE3ACTsAJlBUCZXo/hg4dik8//bTYPvbo0QN6zazYgBecgBNwAk7ACTgBJ+AEnIATcAJ/AgGz+MqmWd7NDGZR+iLeVPqyXsXy7Bf4pnG7vVZB7+O4k0bBwi1GwLjx89BlwBSMnzxfJZcT+CMJ+LacgBNwAk7gbyAwqcso/HrXK+AJH1qMXapVDtkKqw1sHz5TKr1OSF3XEVJ6TSE3M6RuZjAzaDGLrtjlBJyAE3ACTsAJOAEnsNITcABOoEQCZhaeQ5gZkP1onwL9RXosLFgILJ8KOL9iaOHCAricwcKFi7HI5QySx8BiepnSgsVY/D9pEdd3LV6w/AwKuI5rEcoeg4Xcp79WvPBZ+sUSr8LC35TTizYzXoMVLf6BeaU/cFu+KSfgBMoNAd9RJ+AEnIATcAJOwAk4ASfgBJyAE3ACTqDiE/AjdAJOwAlUfAJmlntDi1nJccWn4EfoBJyAE1i5CVSuXBkHHXQQqlevHkBMnjwZI0eOxA8//BDy1q1bo3nz5iEuqfvggw8wc+bMMLTVVlstda4mtWjRIjdn+vTp+OSTT1QOCr/0L4hvqNQHzc+dOzfUS+pq1aqFhg0bYu2110bdunXDH3yl82644Qb0798fHTt2RPv27bHnnnti2223RePGjbHeeutBx2xW8nnPrPT1ddddN73LP9Tff/997L///mH/p02bVmjbKaOSXB/I//nEReg4vABjpxjXE0sqtvBlMaP6rYlOB1bhmDcn4ATyBDxyAk7ACTgBJ+AElodAlc5tUW1U37gKrzX1V1IF0A2wsVNQ0HE4Fn0+Ebo+Lem6Na3BFydQ7gnoeZdU7g/ED8AJOAEnsJIQ8MN0Ak6gLBMwK3xdpecNZXl/fd+cwIoSKPrYzuaK0+fS8lT6nZn0zkdzcfYVMzHjNz0HD0/Ik2fjjNlGD62P3VpXW9Fd8/WcgBNwAk6gghCodcqeqHdVB71smz9PMFJh7kuf46fuo7HwtznQuUXnmtTT85Dew3H++edjs802Q8uWLTFo0CCMHTu21HRq166No48+GnrfxpgxY3D33XejU6dO4f0dpd6IT3QC/xMBX7k0BHRFGX40lGayz3ECTsAJOAEnsFIS4NkyeT+zDp8vvchcTsAJOAEn4AScQJkhUHZ3RH8DNHz48GI72KpVK3Tv3r1Y3QtOwAk4ASfgBJyAE3ACTsAJOIE/k4BZfG+mWd7NLPc5Q/pC3lTZL+zVF/lKqqXebq9V0OtY7S1fP+UvG/USql471fsNxn4zF53Pnozxk+drgssJ/EEEfDNOwAk4ASfwVxOY2HkUfrrjZZ7pec860TMKZ37GlQ7eCqsNbI/s9UF6naCapOuK1M0sfBaUWf7aA1zMjH1sZvk4Vrx3Ak7ACTgBJ+AEnIATWPkI+BE7geIEzPLPFcwMVsnyk8yg2+EXzcTq+/4YVIVeZZ8fkGoNxmvs8z2qBk3DmvtQe09DNebV5Imq06vv/R1qJKpJr7nXVEhr0aOmYO29pG+xzl7Unt9iXfq6e05GqvUYr7fnJNRKtD59/TYTsf6eE7FBmwk51WZcu814bJhoI/pGe3wDaWN61Neos0dUXXrd3b9C3T2+Qr3dx+VUP8RjUX93arexaEBvsNuXkBrSo75Ao92k/6LxbtSu/8Um9E12/RypmjBusutn2DRRU3rTXT6F1Iwe9Qk220X6GJvvQu38Mbagb7HzR0i1JeMtd/4PmidqQW+x04fYamdqpw+wVaKW9JY7vY+tE21D32bH9yBtS496F9vtGLU9ffvW70DaofXbSNWKcavWb6G11Oot7EjfsdWbkHaiR72BnVtJr2OXVtQOr2NX+q47vAZpN3rUq9h9h6g96Hts/wqkNvSoMdhze+ll7LU9td3L2Ju+93YvYe9E+9D32e5F7JtoP/p+276A/bejtn0e+yc6gH7Ats+hrbTNcziQfuA2z0I6iB71DA7eJuoQ+iFbPw3p0K2fQqp2jNtt/SQOk1o+RadaMqfa5/QE/q+l9DgOb0lt9TiOoB+x1b8hHUmPegxHbRV1NP3oFo9COoYe9QiObSE9jONaUM0fxvH045s/hFQnMD6h+YM4UdryQZxEP2nLB3By0L/oUR22/Bc6bHk/Okpb3I9T6Kds8U9InehR96HzFlFd6F02vxddg+6hR3Xb/B502/xudJc2uxs96D02uwtST3rUnei1mXQHem9GNbsDfeh9mt0OqS896jb0a0Y1vQ396f2b3grpVHrUaJzWVLoFpzelNr0FZwTdTL8ZZ26a6iactSnV5CacTT+7yY0YEHQDPeqcJjfgnCajcK60ySicRz9vk5GQzqdHXY8LNom6kH5h4+twUdC19KiLG1+Lixtfg4FSo2twCf2SRldjECWPuoo51XAELm1E0S8LGo7LGg7H5TkNw+CGVINhGEIf0mAopCvoUVfiygbSFRjagKp/BYYFDaEPwfD6qQZjRH2q3mBcRb+q3uW4Wqp/Ga6mrsnpUlxbn6p3Ka6jX1dvEKTr6VGXYGS9qFH0UXUvwQ1BA+kDcWPdVBfjprpUnYtxc9BFuKVOVhdidB1q4wtwax2KflvQ+bht4/Nxe07n4Y6NqY3Ow530Ozc6F3cV0jm4eyNpAO7ZiNpwAO4NOhv3bZjVWfjnhlTts3A//f7aZ+JfQWfQz8ADtVOdjgdrUxucjofoD21wGqSH6VGn4pENqPVPxaP0R9fvj8eC+tH74d/rp+qLx9enavXFE0F98GStrHozp9brhadqUfSng3ri6fV64pmceuDZ9ah1e+A5+nPrdsfzhdQNL6wrdcWL61LrdMVLQV3w8jpZdcaYdai1O+MV+itrd8KrQafQT8FraydaqyNeX5uivxHUAW+s1QFv5nQy3lqLqnky3qa/XfMkvBN0Iv1EvFsz1Ql4ryZV4wS8H3Q8PqiR14c1jkNQ9WPxnxoU/aOgY/BR9WPwcU5H45PqVLWj8Sn902pH4bNCOhKfV6PWPAL/rUbRvwg6HF+umdX/YeyaVNX/w7ig9viqqnQY/TB8XTXRGu3wDeNv1jgM44PaYQJreR2KiWtQVQ7FJPqkKodgctDB9IPxbZVUB2FKFWr1gzA16EB8t3pe01Zvi6DVDsD3qx+AafKg/fH9avvjh5z2w4+r7YdF46aE6ypDfjEzmFkomBV2Fc2K11RfXlVa3hV8vhNwAhWAgB+CE3ACTsAJOAEn4AScgBNwAk7ACTgBJ1DxCfgROgEn4AScgBNwAk7ACTiBlYRAnTp1sO++++Z+wT5jxoxw5BtuuCH222+/8MdXoVCkmzt3LsaNG5erbrnllkucm07SH2s1j1t3fgAAEABJREFUa9YsTcP6CxcuDPk//vEPVK9ePcSq3Xvvvfjss8/CB8+HYqbTH4F169YNl112Gfr27QsdQ2a4QoSjR49GkyZNcPXVV5d4PPqDeA3Ipf9OWoyThy7Gl9+qKhk7ygy63dC/GjodWIU1b07ACRQi4IkTcAJOwAk4ASew3ASqdG6Lajf0Ay80AXZmuuJEXHhBuvjkoVj830nQdaqkgdQVZ7WkenaOx07g7yZQ4uO0oCB8fMnfvW9+/07ACTgBJ1BKAj7NCTiBMk1A11sFpdhDzSvFNJ/iBMokgaKP3zSXS4sXLw7Po+WpFi1aFH5P9s5Hc3HWkN8wYyb/pxj4TBzJwoTZrcPqY7fWayY1NyfgBJyAE1jZCdQ6ZU/Uv7pDBkM8X/CUgXkv/xc/dbsFC3+bE84xOud8+umnuOiii9CiRQtsvfXWuPTSS/Hll19m1l96uP766+Ooo47CqFGj8PLLL+Oee+5B586d0bhx46Wv6KNO4M8g4NssFQHTDwQr1VSf5AScgBNwAk5gJSVgPFta7tjzUa7kgRNwAk7ACTgBJ/B3EijD9z106FBMmzat2B52794dq622WrG6F5yAE3ACTsAJOAEn4AScgBNwAn82AbP4CqdZ3s0MZlH67IdU6Rf2yiV9nkPW2+21Cnofx/VAGdhT3A6osePnocvZ32L85PnwxQn8IQR8I07ACTgBJ/CXEpjYZRR+vmsMdF5HbjHotuohLbHawPbhM6WKXh/oWkHS9UTqZgblZlw7EbiYGXvAzILgixNwAk7ACTgBJ+AEnIATcAJOYAkEzOLzBjMDCrKTlFCxcawg/F0u02SSIimfFiSpPAk5qIiKrdh2uNVkDk1N8yTujP4emKGqlCKKjUnh7bDGFsq5jgXtB3eaLd6LxmKkQWUUJ+XuJ1PmHWgwGMshzs2LWejZxcZJ3FSI5UxDHDbAYwlNRQ6WuB2NaQ06pzDinjJgylhNEcWmjAfFxjlMOE2bZ5RpnKc6J7HFeRqNkQaVUZxUeH9YC41ztFVZkheepwEpDIbD5KZCIk9HsvenOneGLVY1OUaczaY83GWIOcIVQpgOhMGQ8P7iuDJO04jCvLii6py4jPuL2+H0sG7qWi9IBYn3UOLxhzGuSo/3x7UUs6TGrdOSAo07wxarHNBWaRxgY8CV2ULMOdxgCNMBzlYLKQPtj2LNkRTnxAJXZ1p4O8xCjavT2TipxO2wzj0JLc7lmqxxs1xJZUUUW1LgcYUoeL6siGIr7XZy8xhoNW2V905jxsZyiEvebw6pcR53lxHXZMCUcZH9VlFjlAZDqkAKNVbYsveXptwqZzFjYxBaWIWRShJDrqqIYmPCEtfkRKVMWFJEsSlnQTvJkPOY5MpcJwyoIGks1EKVGVdhS0qZIrfDYlhF42EmM7YYxnEOxVQBFdlyElsYYMeZHEk3nQzIQpX1JJZJKsd1mLFxEyyxwv1hEFJmDDnIlhS4IZaYaCxXDuswY+MQJ3A01OJ0lVkMjz15mBOKcV4IOcAs9NnxdCXNkTiBJUUUW5jLLq6b3l8yINMKVLI7nBnnsFTydpKJWjVukxFbbkXFTOJY3FaJ/x6FtqN749ywboy5CQbaisSQLUacxJaOcyc5wnXZq0xjSRHFls6L6ybzwn2zkhtnXTFXlkkMS95OWJfzOYFbCH24j9xKLLEQx5J5YR1OYOMQJ2hUSTLOilqYpkAKw3GewqAwgRFbuh3upGaHVGUlgbfmqiBxVFsKY+zCuGoak1hjqj5YrqRtqKKCxDjdTpicdGYWXr81i56U/1Cr9IduzTfmBJxAuSDgO+kEnIATcAJOwAk4ASfgBJyAE3ACTsAJVHwCfoROwAk4ASfgBJyAE3ACTmBlIrDzzjtjs802yx1y5cqV0a5dO6yzzjq5WtFg7ty5+PHHH3Plt99+G3ffffcy9eGHH+bW+eWXX6DtqKA/3tpxxx2h+1b+008/4eqrr0afPn0wfPhwvP7665g+fTriGws0o+Lrt99+C8e/22674euvvy52wCmL/05ajJOuXIgvv81MKdDbKApAYBjZb010OrBKZtBDJ+AEUgLuTsAJOAEn4AScwIoRqNK5LdYc1Y8r87ozXHsyTBsvTBeedCUW/3dSqKTXrSHxzgmUUwLFHsd6czqsnB6N77YTcAJOYOUj4EfsBJxA2SZgvK6ypexisWuxpcz1ISdQFgkUfQynuVxavHgxf51TAHmqRYsWQXr7o7k4c8hMTJ/JOTo4/epHHlSAW66si91arxky75yAE3ACTsAJpATWO2VP1LuqQ5rS4wmEL+Vi7kufY+IJV+OKiy/F9ttvjx122AGXX345vvzyS84rXatVqxaOOOIIjBw5Ei+//DLuvfdedOnSBU2aNCndBnyWE/iTCPhmCxMws8KFJONPBCB0ScHNCTgBJ+AEnIATKEKggKfK/MkyHxWZ5qkTcAJOwAk4ASfwtxAoq3f6ySefYMSIEcV2r23btjj++OOL1b3gBJyAE3ACTsAJOAEn4AScgBP4qwiYxd8bmuXdzGAWpc94SJV+ca88q/TLfg/daxX0Oi7uuV471fvfoDcjMBn7zVx0Pmsyxk+aHyd47wT+BwK+qhNwAk7ACfx1BCZ0HoWf7hzDUzpP6Dqv5+66AJUOaoHVBh4GXRek1wOpqybpOiJ1M4Nys3idYWbQYlbYVXM5ASfgBJyAE3ACTsAJOAEn4ATM8s8VzCz3mqVZPoZlOSmhYgPSeYBCGG+MkFuScZUZysJQbp4h1jhoZiGm0Q1gj3Rh0cxglkh1A4w39cHAJR03gCGMN0ahhxYDVFdnZjBwYWchMgQDF41JMWSZY6GPzlAN0BwJUAjjjRFyi8YolRMLQ7l5BqiuzsxgAGgw3hiFBi0smhlAmRkMAA3GG6PQoIVFM1YNoMF4YxR6aDFAdXVmBkNcLESGYOCiMSmGLHMs9NEZcoRNc6QYshzH1bMEaIwCC4lBi6kgGaC6OjODAaDBeGMUGrSwaGYAZWYwADQYb4xCgxYWzUwRZAZjbKFnAAWqg51Zvh4jC+PQojGJMQ3GG6jUGSqlWOEEA0CD8cYIiqGFgZkBahLiYipIxjzIYEYpNcB4Ux8MXDRGgQWz3KgygL0atGiMSkKWjaHRaWoGhGF2ZgYDEiWRDFw0RjGCzGAMDWYWHImBuZnBVGVnMQJLrLAxMDMGCLUYMYYiii2GBjMKgAFU0svAhWOQYDCjVAqy0CMxaIxiUSGMN1BJSSFCzM4sHVXZAFBsMmiMAheZIbkpYawWxM5MY2AkGcCIJYSFgZlqgCxGjKGIYouhwYwCYACV9DJw4RgkGMwolSTGAHMDaJTBzKBFZjCGBsUMAAOiDGYUAAOo2DNQQhnMDFrUG5JbqBmYRjEwYw4wkhQbkhILig1aVFMUFXskBg6aKQHUW9obEEMGYdxgRgEwAGahpwMIocHMoEVmMIYGxQwAA4LYmRn7mKYRS0nB6BSQzDE6lU4wgAWAnZkSRZJiQ1JiQbFBi2qKgpSAEZsMzM2UAOqNfZABDCkGYdxgZtCi3iz0rLESQmNsTAD1lvaGuMgl1s2MPRIZwIglGcU8JAwBjUSFmiExAIoNWtSbhR6JQYGZaiGEoqBQY8QWiuzMlHAeoCxKpSB2YdxCHVxMSmshYUGjoQZGktEpQ1zkkqqcpzCIMUINoFGshhpDgCWLUo1iUxFQNSSKqBBzrgEcohiEGkMglgCYsQ5DYgAUG7JL9rXdbN2s8Lzs2IrElVZkJV/HCTiBck3Ad94JOAEn4AScgBNwAk7ACTgBJ+AEnIATqPgE/AidgBNwAk7ACTgBJ+AEnMBKRWD11VdH06ZNc8dcs2ZN1KtXL5eXFMyYMQNz587NDX322Wd45ZVXlinNS1eaN29e+PKSNNeHwe+3334wy/9if8GCBfjiiy9wxx134Mwzz8QZZ5yBu+++G+PHj49/PJauXEG9X79+ePrpp9GoUaPcEYY/hmcmlzbdGBjdvxLkLMdGhgaDWrfhv+Gmx+fAFyfgBIoR8IITcAJOwAk4ASewggTm3PgEfu86nGsbzChGucYL01VG94cuUHW9KmksdcUuJ1D+CRTwECSaNyfgBJyAEyjrBHz/nIATKOME9HVaZXwXffecwAoTKPpcOM3l0uLFi8Pvu+TSokWLwu/O5O98PA9nX/k7ZvyG+Nzb5BQYgL8bGloPe+xYjZE3J+AEnIATcALFCdTqtBfqXdUhGeC5Q40CX89d9d1J2HDku5g89ptkfNm23nrr4fDDD8e1116Ll156Cf/85z/RtWvXQu81WfZWfIYT+FMJ+MYTAmb6z54kNLMiOWsoXFLF5QScgBNwAk7ACeQIGMwsk+XCEJjlx0LBOyfgBJyAE3ACTuCvJFBm72vo0KFYuHBhsf3r3r17sZoXnIATcAJOwAk4ASfgBJyAE3ACfzUBs/i6plnezSy8Fmpm4Yt69YUOUvoFvvLsF/ym8aF7rYKex3JdIKzPjgEAA8aNn4cuAyZj/KR58MUJ/A8EfFUn4AScgBP4iwhM6DIKP981RqdxmFmU7tuAVQ5qidUvaY/sNUF6PaCalL12MLNwTWFmcTt0cDEz9t6cgBNwAk7ACTgBJ+AEnEAxAl5wAoGAWf45g5nlnk+YxRjZj/Yp0F+ks6AWxDzUABqnssg+aaGov+PNKdwjy5ogcXpYj12Yw3GGHOEAe21U9dQVB3FeHE7ncZsMwxg3wKZVOIVF9SrQQ2MpNy/djgakMMYi54c5rKXOe+A2ebyshRbmMtfcuArLLLJPGldJxjVH4jw1bZODsXEV5UEc5DSuziJ73iEbYxbDeOrpPOZxI+zDtPT+klzboLQuK7Fl53E7alyLpgFOofFO2VSleB/sw/jStsNpuqdkXpHtcFDratOcELbNGbGpmBlnmNsOJ7JxAoth/dS5EYZxjLND4zQW2JK9ZZ5EoRbvjL3qXDlsj9tRU8yR2DjOFdi0NqW5ugMqzGPOkOOczli1ZBXWQkTnVkOYrJ+ZxxGOh0FugC2EyTwOcio3H4phUNvnCmycoxFOSEZDjZNiC0XOSceZM9MW4zzWuTpjlTjCnFNUYi2JaCxze+l43lmM8zQhmad9C4qbjOPcoqbQuEp+/XQep+bmaU6cm87jKpzALPYc1HpcgU1VSrUwyrmMOcCAjfukWPOTkGmIooe5JczTtjQWdqboeHp/dI5r29wYJ7Fx06HKdRlyVLUYscQkbJjTw6zEWWML29EanB7ncg4DpqpSMQrzWOfKbJyjEeZxlHfBmANqQeq0Thhnp5izWA6JQsZhB+jaXiiFOETJNBbYNF5Eyf1xNzjO7TDQfXA1RtyCxhklpgLnJdtgsdA85pzKcW6Hccnb4Roc06Q4zm0xZ1WrssxIOS0phFpI2Wkd7kSosVMYTIHGOCVZLUbclIao9H7onJHrNSEoTNGOc3saZa5MY5ofN8cix3I1xSyl81TnPBk3wsZxjXH62YoAABAASURBVEksKtM+coArMWONAVPGmiOpRrFpiOIYE26We6E0RvntqMYVOapaHFWNkdajcUiF5H64PRbiXMacwwE1zin9djQ5bIPbZ+P67MO2OMKQfagpDOIY7y3U2HGYGWsMtDeUIko1io1Jfn9ixBIHuCY3wa0y1ooyjoSaYo6EmJ2ahiiuxUH2XIV9GtM1ScYB3k06xlWUaYBiSwucHu6B0zU3LbPGSWwc54oaZcKqkpzM4jWYWd41aGayP0SV/pCt+EacgBMoRwR8V52AE3ACTsAJOAEn4AScgBNwAk7ACTiBik/Aj9AJOAEn4AScgBNwAk7ACTiBv4OA/rirbdu26N+/Pxo2bBjegFl0P2bOnIlXXnkFl19+OS688EKMGzeu0JQWLVpg8803x8Ybb4xq1crvl560adMGb775JvQhYFWqVIHeNJI90KL5phsDN/VZjCYbpW+dkFOxocuw33DT43Oym/DYCTgBOAIn4AScgBNwAk5gRQjMufEJ/NZleHxHb5E38BY02QgFN/VBgS5QMxsvev1aNM9M9dAJlBMCejO6VE5213fTCTgBJ7BSE/CDdwJOoKwTMPPrqrL+b+T7t2IEij73TXO5tHjx4vD7H3lWixYtwjsfzcOZQ2bi1xlxjuYX6Hc+7Ar4XHz0lXWxR+vy+3uwFSPqazkBJ+AEnMDyEliv016od1UHrqaTCF/SpfHkw1aAnSptgMH/aI0qWJXjJbd1110X7du3x9VXX40XXngB9913H/SFZc2aNQvbKHktrzqBv4uA329JBMyKP9/S9SQvKUua7jUn4AScgBNwAk4gEODZkq/BhJCdLqPN4jnVLDrLuWZWvJYb9MAJOAEn4AScgBP4gwmUzc3ptbPbb7+92M6deOKJOOCAA4rVveAEnIATqIgE4u+04/Mpj52DPwb8MVBWHgMV8eetH5MT+F8ImMXXMs3ybmbh8xzMLHxhr77EV9JnPqSe/aLfNG639yrocazF9w7o9VS+kCoDfxE59pu56HL2txg/aR58cQIrRsDXcgJOwAk4gb+CwPjOo/DznWN0+uY5ncaTebiW552vcuBWWP2Sw6BrgvT8n7pqUnqtIDezcC1hlr+2ABczYx+bWT6OFe+dgBNwAk7ACTgBJ+AEVm4CfvQrKwGz+NzALHpRDmZW6DVLWGaGxlRgjSEjgxmVm2KMqNgAuZQEDBEXRZRakMGMioOIkQGqUYghLQbsERaNsRoai2YGM0qDBrAhLKxBGQsKzQxmFNLFGFBqFAfZDLoh6aElrGNgCQxhujEwpIsiKjZwGByG6cbAkCyMwVpoLJoZzCjEJUYGFtnkIYTplpkHxhyJzWjMzQyGuKQO1gBmahJjM2OPsMTIoALLdIMZBQMo9dDCGpiHxqIxMFOPZDE6pUZxGByG6cbAOBoaY7AWmorMzUwptMTIANUoxJBmMKOQLIwBi42mwMxUgRZTJ7EGVVlQaIzN1CMsZkan1CgwNzPohqSHFtYQhMQ4g7khLmaKKDYkUsmYmKmP88AYsNhoCsxMFWiJkQGqUYghzRIhLhpjJTRTyWBGMbRENLCYKBp7lgyGuJgpotQoMDcz6IakhxbWEITEOIO5IS5miig2SCyrZEyiWGAzM/VgGSGEwYxCXGJkYJFNHkJY7oa4cB0EIRh7umYpogxxCXOYqFGAwYxCXMyMAaVGcZDNkL9xWE3zgoBo6QyExczoFBskZXRjEsUCm5mpB8sIIQxmFOISIwOLiVIzxBvCYmZAUDT2TA0GRCkAlzCHiRoFjpoZe4TFzOiUGgWOmJn6RIgLawhCMPaIsxAWM6NTbBxgDKhkSG8Ii5kBQdHYMzUY4mKmiJIHAdEM8YawmBkQBIChOjMLoQFgCC1mzCQm0QzxxgKbmakHi1EMzEx9IsSFNQQhGHvEWYoojbGiFgQglBBnxVg1U0exMWQPM4MBUYxDJJcARDPEG8JiZkAQAIbqjIEB7CkFAMwYSABjcDHEG0M2MwOCADBUZ2YMExnCYsYgiClD5GYoosIYB9g4BC0qgYlJhrCYMZCYRTONUogKRWOSCEAowZIbcwBmpo4CwFCdxSD0GgYXMwMkIDFDuBnCYsYgiClDaJS5ySVDWMwYBDFlCI0FKaLCmEEGQ1iiGVPKQglmDCSm0QzxxkLS0td6zTiSKBkq0cysxPqyipWWNcHHnYATqGAE/HCcgBNwAk7ACTgBJ+AEnIATcAJOwAk4gYpPwI/QCTgBJ+AEnIATcAJOwAk4geUiULVqVQwYMAA33HDDcumSSy5BjRo1Ct2XmaFJkyY488wzMXz4cHTu3Bmbb745VltttULzlEybNg3XXHMNvvjiC6VB+tCsTz/9FJMnT8bMmTOhL0z59ddfMWHCBHz88cd49dVX8dJLL/3PevTRR8P9/dHd2muvjZEjR4YPz2/VqtUSN29W/E0O+o7VUT0XYpMNC7iexinOM72lgt51+O+46fE5HPPmBJxAIOCdE3ACTsAJOAEnsNwE5tz4BH7rOgK8xEzEq01eaxqAxY03xIKRPVCgC1Pm2WamGdmKx06gnBPQh5lAz73K+XH47jsBJ+AEVgYCfoxOwAmUeQLph8SV+R31HXQCy0FAj+vs9DSXS/r9VeqKpUWLFkF65+N5OPOK3zB9ZkF8+q3n1FR4Zk2/dWg97LFjtezmPXYCTsAJOAEnsEQC63XaC3VHdIBOKjyN0A1mFAy7VNoQg//RGlWwKtJF71k49NBDMWzYMDzzzDO499570a1bN2y22WZhis5fIWCXjZl6cwJ/LwG/91IT0E8A/ggo9Xyf6AScgBNwAk5g5SOgs6XlDjuNzNIoN+SBE3ACTsAJOAEn8FcTKKP3p9fSiu6a/gaqe/fuRcueOwEn4AQqFAH9niBVhTowPxgn4AQqDIH0Z1TqFebA/ECcwP9AwCy+zmmWdzODWZS+1CFV9ot9s1/4m8bt9l4FPY41cGWKjSF7poZx4+ei64BvMWHyfPjiBJabgK/gBJyAE3ACfzqBCV1uwM93vcL74QlcLSh0WPXAFlj9ksOga4H0vJ+6apKuF1I3Myg3s3AdYGbQYha9aKzc5QScgBNwAk7ACTgBJ+AE4AicQIaAmeWeT5jFWM8zpNv6L8aLl83H84Pm4pmLZ+Gpi37H4+fPxGPnzcCj503Hw+f8ioeo4AN+wYNBv+KBAdJ0/GsAdQ5Fv/+cGUj1T8bSffSczp2J+6h7U53zG+45lzrnd9wtnRv9rnNnIdWdjO88dzaiZuEO5necN5s+G7efNyen2xjfdt5c3JpoNH30+fNwayLFo8+fj1sS3Uy/+YIFkG6ip7qR8Y0XLMQN0oWpL8INF0aNoo+6cDFGBhXg+gupiwpwHf26i4BU1yq+ELg20TX0ay4ySFfToyrhqoukVTDiIuriVTCcPvziVTEikeLhF1fGsKBVMZT1oQMrQ7py4D+Q6grGVwxcDUOkS1JfHUMuWR2Dc6qCyy+Juox+2aA1IF1KL6yqGDSIurQqLqFfcumaSDWQ8cBB1XDxpdSg6rhIurQ6LqRfeGkNXBTEXDXGFyQ6n37+ZTUhnUePWgvnXiatjXMuoy6ngq+Dcy6PGkAfcPm6OFsavA7OYn7W4HUhnTl4PRRWLZwxmBpSC6fTTx+yPqTT6FEb4NQhUf3p/a/YAFK/K2rTqSG10S9oQ/QdQl2xIfrQ+1yxEaTe9KiN0esKqQ56XlEHva6sE7znlXURVQc9WOvBvLs0tC660bsNrQepKz2qProOlRqgy1BqWAN0DmpIj+o0rCE6DWuEU6ThDdGRecfhjdAhqDE6Do/qQO8wfBOcLI3YBCfRTxrRBNKJw5vgRMYnDt8UJ2Q1gjl1/IimSHUc4+NGNMOx0lXNcAz9mKs2g3Q0PWpzHH0VdfUWOOoqin5k0JY48uotcQTjqC1xOPPDr9kS/0f/v2uao7BaoP010lY47Brq2q3QLqglPerQa1tCOoR+yHUtEX1rHHwdde02ODjRQfSDrt0WB0rXbYu29LbXbQfpAHrU9jjguqj96ftfvz32C9qBHrXv9Ttg3+tbYR9pZCvsHdQa+4xszTjVjthrJDVqJ+w5kqK3CdoZbUbtjD0YR+2M3ZnvfkPqu2D3G3bBbjntil1vkHbDLjdQN+6GnaUbdqfvjp3o0s6J73Tj7tiR8Y437oHWQW3oUa1ubINWN+6JHaSb9sT29O1v2gs7UPKovbHdTdTNe2Nb+rb0bYL2wTY3R21N3/rmfdFSuoUetB9a3rIftsppf7S4hRp9AJrfQtG3zGiLXNwWW4ymbm2Lzembjz4Qm996IDajRx2EZqOlg9F0NHXrwdg06BA0vfUQxnk1Yd7ktkOwCX2T2w5F46B29HZodFui2w9Dw9sOQyN5UHs0vL09GuT0f6h/O3XH/6EevR69btDhqHtHVkegzh3UnUdg46AjsdGdWR2FDe+k7joate+M2oDxBmlMV7zBncdgfemuY1CLXuuuY7FeIR2Hde+i7j6eTtHXCToB69x9AtbOaC3Ga91zAmoGnYga90gn0U9C9XtOCl7j3pMZU/RqQR1Q7d4OWDOnjqh6L3VfB6zB2hr3dUSVoFOwxn2nME7VCavfF7XaPzthtfs64x+F1AWV76P+2ZVO0VfNaBXGQfd3Q6V/UnQL6g7cn1UP5tS/eqLgfoq+OKgXFv1L6kmXemEh84UP9MKCoN6Y/0Bvxn2C5j/Qhzn1YF/Me4Cizw3qh7kP9sOcnPpj9oPUQ/3oUn/MYj7rwVPpp+J3etRp+O1B6qHTMDPodMx4KK/pD53BnHr4TExP9Kv8kbMwXXr0bMx4bABmPn4udR5+f+oCzHrmIsx57hLMe+FSLHx5MGzTjYu91mtm4ToNf+BS6Q/clm/KCTiBckDAd9EJOAEn4AScgBNwAk7ACTgBJ+AEnIATqPgE/AidgBNwAk7ACTgBJ+AEnIATWDaBqlWr4h//+EeYOG/ePMyZMyfEf2RXpUoVbLPNNujduzeuuuoqDBo0CEcffTQ22GCD3N3ovp999lksWLAgV8sGZoaaNWuiXr162HLLLbHzzjtj9913/5+10047Ze/mD4m7dOmCsWPHomvXrsu9PbP4hoimdYCRPeajce1FKOAN+lLKRIq7DvsNNz8xd7m37ys4gYpIwI/JCTgBJ+AEnIATWD4Cc256EjO7DIeuK5NLzRAX8HpzcePaWDCyO6xZ3fBGXTNbvo37bCdQ3gjwMW6w8rbXvr9OwAk4gZWSgB+0E3ACZZ+A8brKyv5u+h46gVIT0PPk7OQ0l0uLFy/mU+sCyFMtWrQI0jsfzcWZV/yGX2cuDpsoYK91uIKeiuPWK+tij9ZrsurNCTgBJ+AEnEDpCazXeW/UHd5Bp5Pca7rhHMNN7FypNoavsSsO3a8tLr/8cjz++OO48847ofcvbLbZZuF8pXNRKq7C7WhtRdpcPo4V753A30PA77UwAbP8syyzfJyb5f91cyhm+ZpbAAAQAElEQVQ8cAJOwAk4ASdQnIBOlFIcUWRW+HxqVjiPM713Ak7ACTgBJ+AE/mwCZXH79913H5588sliu9azZ09sv/32xepecAJOwAlUBALZ3xlkjyetuxeE36U4B+fgj4G/9zGQ/fmUxum/SZq7O4GVlYBZfH3TLO9mBrMofalWqvSLfeXZL/5N48P2WRU9jiFJvZAqIfm/z9LYb+aiy1mTMGHyfGbenEDpCfhMJ+AEnIAT+HMJjO88Cj/dOSZ/JzyHs/G5LLBq2+ZYfVB7ZM/96XlfNUnXCambWbEvhAIXM2OP3PUFfHECTsAJOAEn4AScgBNwAkUIeOoEihIws9xzCDMLzzX0/GOzeqtAala3UvCmdQyKJcWS4k1Zb8o5qZQvW5WwaZ2oJvRi4vZCTb4MbcLxTequguVVY66zbK2KxnVLViPWV1QN61XGiqoB1y2uf6BBvdKpPueVXquhfr2oevRlqv5qCHPkRVSXed36q2NFVYfrLllVUKd+ydqY9eXXGti4ftRG9I0arIEV0YZcr7CqYsMGpVNtziu91kTtBoW1AfNlquGaCHPkidanr9+wGlZUtbjuklUdtRouWetxbPlUA+s1jFqXnlOjGlh3ObUO5+dVE+s0Kp3W5rzSay2s3aiw1mJeajVeC2GunKrZeG2sqGpw3SVrHdRovHRV53jptS6qN46qRi+mTdZFqMmXoTU5ntd6WHOT0qsq55ZOtVB1k8Jag/lyq0kthHWarI8qK6jVud6StQHHlq7VmmyA0qs25xbWP5rURjFtmtTkS1Bl1vPaEJU3XT6tyvlL1kZYddMlaxWOrZg2RqVNqaYrLuO6qSo1qwPJmsrrQl6SKjWry3kZVaoUrsPM8tdm4GIWc4b/c6v0P2/BN+AEnEB5IuD76gScgBNwAk7ACTgBJ+AEnIATcAJOwAlUfAJ+hE7ACTgBJ+AEnIATcAJOwAmUgkCVKlVQs2bNMHPhwoX46quvQvxndWaGddddF7vvvjsuvPBCHHLIIUiXqVOnYsaMGWla7rxVq1Z4/vnnMWrUKKyzzjol7r+Z5epmMTaLng6YWXjj6qYbF+C6bvOwSe3FgLEFhQ5aug6biZufmKPQ5QRWZgJ+7E7ACTgBJ+AEnMByEJhz05P4rctwmOWvKxUChsWNamPedd1R0LQOzCwImcXMQmYWXYlZPlbucgLlj0D4SJPyt9u+x07ACTiBlY+AH7ETcALlgEABdG1VDnbUd9EJlIKAPig8Oy3N5dLixYuRumJp0aJFkN75aC7OGjoLv84ogPGm7Rg7M4OZ4bahdbFH6zVZ8eYEnIATcAJOYPkJrNdlb9S9qgN4UmHjuQWAAZSh1eJ1cVml7XHy0cdh0003DeclnZt0nkrPW/JU4KKYFlo2DgXvnMBfT8DvkQTM9L+aQdLMDGaWZEWM5S06/Ip6R/6M+kdRR/6EBoka0hse+SOkRkf8iEZH/oDGR6T6HpscEdXkiGlocvg0bErf9PDv0DRRM3qzw6diM+n/pmDzwyk5tcX/fQtpy/+bDKl5+8mImoQW7aWJ2Kp9VEt6y8MmYOug8djmsKht6dse9g2k7dp9g+3afY3tE+3Q7iukatVuHFodOg6tg8Zix0OjdqLvdOiX2Fk65AvskmhX+q6H/Be7BX1O/xy7Hxy1x8GfIepTtDmYOuhT7Enf86BPsFfQx9j7oKh96Psc+BH2PYg68D/YL6P9D/wQ0gFtP8ABB36AtvSo93Fg26iD2r6Hgw54DwfTDz7gXRyS6NAD3oHUjt5u/7fR7oC3cRhdar//W5D+b/83EbTfmzg86A0csZ/0Oo7cL+oo+lH7voajg17FMftGHUs/dt9XcJy0zxgcRx2f6IR9XkaqE/d5CSfu/RJOCnoRJ+8d1WHvFyB1pHfc63mckqgTvdNez0HqvNezkLrs+Sykrns+g6in0W3PqO707m2eQo+gJ9GzTVQveq82T6C3tMfj6E31SdR3j39D6kfvt8dj6Lf7Y+gf9ChO3T3qtN0fgXQ6/fTdHsYZic6kn7nbQzgr6EGcvRu1q/QABuwadc6u/0Kqcxmfu8v9OC/onzh/l6gL6Bfsch8ulHa+Fxcluph+8c73QBq40z0YuPPduGSnqEE73YWoO3HpTtSOd+Iy+mU73oHLEw3e8XZIQ+hDWt+GK3ak5K1vxZWJhrYeDWlYq9EYxnhYq1swPOhmjGgVdRX9qh1uwtWtqB1uxDWJrqVfu8MNuE7afhSuz2jk9iMhjdr+egRtdz1uCLoON24XddN210K6mX7zttfglkSjt70a0q30W7e9CtJt21wF6fZtRkC6Y5vhSHUn4zu3Hoa7gobi7q2j7qHfs/WVuFdqeQXuy+ifLYdAun+rwbi/5WD8ix51OR7YKurBrS7Dgy0uw0P0h1pciocTPdJiEKRH6Y82vwSPtaDo/w4aiH83H4jHm18c9MSWF+MJxk9seRGeDLoQT20Z9TT96S0uwDNbUlucj2cTPUd/bovz8Ly0+bl4nnoh0YubnwPppc0HIGizAXg56GyM2Uw6C69sFvUq/dVmZ+K1RK83OwOp3mh2OqQ3m56ON5uehrdyOhVvN416h/7Opv3xblA/vLdp1Pv09zftiw+kJn3wYaL/0P/TpDekj5r0gvTxJr0Q1ROfbCL1wKebRH1G/6xxd3ye6L+Nu0H6gv5F4674UmpEb9QFYxONa9QZ0lf0oIad8HXQKfimYdR4+viGHTFBatABExNNok9qcDKkyfVPwuQGJ+FbujSl/omIOgFT61P1TsB39O/qHY9pib6vdxykH+g/1D0WP9aj6D/VPQbSz/Sf6x6Nme0v5EnTwJMo0oVZCM2M5SgVzEzmcgJOwAk4ASfgBP46AmXynoYNG1ZsvzbaaCN069atWN0LTsAJOIGKQKCk3wmoJqXHp9hVEN4b4Bycgz8G/vrHQEk/i9Ja6vp3SWN3J7CyEjCLr2+a5d3Mcq+B6ou1UqVf8CtfddVVwxcCZ+N2+6yK7seQpFEwmFExxLjx89D17MmYMHm+Ki4nUBoCPscJOAEn4AT+RAITut6In+96JdyDhZ4dAzasemBzrD6ofTjXp+f81HXul3R9kLqZLfGLoMDFTFtl4M0JOAEn4AScgBNwAk7ACRQn4BUnkCNgZuE1RRXMYqznHmYWnnMo1vOQVHqekqpy5cqQlMtTFc3Tunvk5Rycgz8G/DHgjwF/DPhjoOI/BrLXQ2ksl/TvL5fSayy5rruyMovXZmaGdDHLx2lteb3S8q7g852AEyjPBHzfnYATcAJOwAk4ASfgBJyAE3ACTsAJOIGKT8CP0Ak4ASfgBJyAE3ACTsAJOIHSEKhatSoaNGiQm/r+++/jt99+y+UlBfpQhEcffRT9+/fHOeecgwcffBALFy4MUydPnoybbroJ559/PkaMGIF58+aFekmdmWHzzTeH9kHjCxYswNy5cxWWK62++uoYOnQo3nzzTey5557Lve9mFt6walbcN924AFd3mYPGtReHr04SexQUxPugdR06Ezc/MSfm3juBlZKAH7QTcAJOwAk4ASdQWgJzbnoSM7sMz19Xhohr87pyUcP1Mfvqzli86UZLvDY1M0725gQqGgE9rqWKdlx+PE7ACTiBikbAj8cJOIHyQMDMr6vKw7+T7+OyCYTfxWSmpblcWryYv7Ph72rkqRYtWgTpnY/m4owrf8fP0xdzCwV85s0n3SECf71TgNFXbIw9Wq/Jijcn4AScgBNwAitOYL3Oe6POsJPCuUVnmnjGUQ/MfeFT/NL1Ziz8fU44N+lcpXOUPHseUyxpL1IvGit3OYG/loDfW5aAWXyOZWa5391kx8P/ev4QmPzDInz74yLknPG3rE1OXPG3Py5EzhlP4XhUrE8JtYWY8sNCzlsYXHFOmfGpPywI41M5dwoVfQGm/kiFPPWFmPq94qxYy81hnePfUVO5ze+oov7d9/PxHcc19t0PjDnnO0l15XJJtSDNoVRLNE3OudOo7xgrz+mHeZj2PcUxjefqqkmqy7VeEn8f8nmIPp8+P2xDeaofOCeNv582D2n+w/dzOX9eks8N/kMYV5xRqM3Dj5yvdYr5NM6lsnXFP06bgx+oHzUmcf1Q/34OfqJU/4njUXNDTfWQczw414vOdTQ31Gfjp2nSHPysGhV9NvPZHFN9NmO5pDgr1aSk9l3i3OYv1M9UIf9uFn7hnF+m0YNmQ+O/pPXgGlNdniitp851f6W0Xs459ut3vyNqFlT/NdQYZ+shVm0Wpoc4rqN4+rTfQy3EHEt9RhIX99/C/BnfyX9DGJ/6Oz3GqgepNlW13zCTPpPzVZcHqTZ1JnIxx2OsGhXGuW6m/tt3qs/Eb1qP479JrKn+G2slKjc+I6yXnfN7WGcGfv9OY/Sp8plQ/XfGS9UUzpcy82ZNnc51Z2BWUpsVxqczl1SnT6E4PotzZ4VYORVizpFLhcZ/hebOVp0KPvVXzJ7yK+Zw3mwpqc9hLdZ/jeOqczxXz4zP4TZUL0lzOW/OlF8gTzWHtbmhltbl0q+c9wvmaezbxBnPS+bPU5zU58m//TnMDXWNSaoFcX25akGaS7E2n9L687WNKT9jvsRazhWn0pj07U/QevODpzHXZb4gzP0JCxjPZxw95opL1OSSxn/EAtYXcjtaZyHjBd/+iIVUyOmqBYU4jml8kXKut3Aya1TIg/8Q1l/EOMyjK+arMeGaOT1/8rQZzqlp7u4EnIATcAJOwAn8XQTK3v1ec801ePfdd4vtWI8ePdCoUaNidS84ASfgBMozAf1OQEqPQXFJSn+vUNKYahp3LYYzcAb+GPjfHgP6ebIkiW12TD+30lxxKtXS2N0JrKwEzCwculnezSy8HmpmuS/X0pc8pF/4IM9+EUQaH7ZvZXQ/xsL73vT/S6+rMgmvtX75zRx0OWsSJkyeD1+cwLIJ+Awn4AScgBP4swiM73ojfrzjZZ2iw13EczbP2myrHNAcVQa1R/Zcn57nVZOy1wRmFq4VzPLXDuBiZuwRrifgixNwAk7ACTgBJ+AEnIATWCIBH3ACkYBZfA6hzMzCcwmz6HoOIun5iKTnKCWpcuXKyEpzsrnHhfk4D+fhjwF/DPhjwB8D/hhYeR4D2euiorFySddZWen6yyxej5mZLtNy12gh+QO6Sn/ANnwTTsAJlBcCvp9OwAk4ASfgBJyAE3ACTsAJOAEn4AScQMUn4EfoBJyAE3ACTsAJOAEn4AScQKkJbLvttlh99dXD/KlTp+Kxxx4LHwQfCiV0EydOxGuvvYZZs2bhp59+wmqrrQb9sl9T5ePGjcP333+Pr776Ct98843KS9TPP/+MefPmhfGaNWuiJhWSctIdf/zxGDt2LPr377/UPTaLb3YoOsks1s0s/FGc3iBRVJtuXICrOs9Gow0WhTdLsGPjelwHMHQb+htueWIOfHECKyUBP2gn4AScgBNwAk6gVATm3PQkZnYZEebyShJmoQdoD2DClwAAEABJREFUixptgNlXdwaa1VniNakZJwIwi44ii1nJ9SLTPHUCZY9AQQF0K3s75nvkBJyAE3AChQh44gScQLkgED84rlzsqu+kE1giAT2Os4NpLpfSDxeXp1q0aFH4vdo7H8/DmUNn4dcZ4PNncDHoxoAO3HZlXbTZsZpSlxNwAk7ACTiB/5nAel33RZ0RHcI5RucbS7ZoZpj30uf4pevNWPj7nHCOSs9Z8uz5TLGkVVMvGit3OYG/jIDfEczi/2az4m4WaykmgyE0moI4bCyZUjqgrlCdBaPUggCk44zYOKqCAZCQLkooNhQaV4FzVANjNoSYNbUQsyiXQg1gBWFRjWID2KV1g0GLGZ1iD6QOMFTFomfriIuZgYMw3sDYAASFjrFqEqsWxBoAM2aWusEAysAyDICZUXTQJVNMyaVQYwAoAqcHqVOcVKHFYAiNpqDQOGtsKqNQHRZu7BDrnGLgoo5i0UyelHLGGig2FBpXQZPkFBsklkLTXBXkkoocN9VCbADrbMGRLAYLkRmdYg+VggMwU2TRGRviknPWOAjjDYwtDisEmJgZzChoiW4MzYx1UHIKgHqW6YwZmIUKc7qxBoClKBjMKADqGUJSJw81GLSY3ADV2dOZwMKNnZrKyI3DAMqo0AxhKTTOmpk6DtHAicHoiqPFSohjxyHVKLa0BC3algpyKdRyHaAaxRZjxMVgDCgNUIygUnAAZoosOmNDXHLOGgdhvIGxxWGGjNRUk0LdYPQg1RgYK2bqoQgMYQDMLAp0yVgDYGYUHXIKUASWE7FmSQ0MgNCn48rMVDfWTSkdUBfKDIxSIbgxosCl0DhrZuo0QHEdZgzUU2zQOCtQHDoGoSbnAA2hDqBQPQywBi5pTNccWpzLITaDhR5hzGDM1AVnbKbIYGZgB/bQkvNcnRXG7DUMM0ZqdDODxWpwxWbsQzOYURw3iR1brOXqxhwwAGZG0SGnAEVgORFrltTAAAh9Oq7MTHVj3ZTSAXWhzMAoJIvRzQxmhcWyNyfgBJyAE3ACTuCvJFDG7mv69OkYNmxYsb1q0aIFunfvXqzuBSfgBJxAeSaQ/V2AjiPN5Vmlv09QTbFrMZyBM/DHwF/7GNDPH0nc5Vllf34pljQudzmBlZmAmYXDN8u7meVeD81+doG++EG5XJ8LIZfSuN0+q6LHsZXAtamwWUDbgmHc+LnoetYkTJgcPxsCvjiBJRHwuhNwAk7ACfwpBMZ3vRE/3TEGZjpTJ3cRYsOqBzZHlUvbI3teT8/vqknpNYDczMLflJtxW4nAxczYI9wHfHECTsAJOAEn4AScgBNwAksj4GNOoAgBM8s9lzCz8JxDzz9S6XlJKj1fqVy5MlKluVxK6+55Rs7CWfhjwB8D/hjwx4A/Blbex0D2+khxVrq+SvP0uit1s3h9ZmZIF7N8nNZWxCutyEq+jhNwAuWTgO+1E3ACTsAJOAEn4AScgBNwAk7ACTgBJ1DxCfgROgEn4AScgBNwAk7ACTgBJ1B6Ag0aNMAOO+yQW+HVV1/FnXfeiblz5+ZqCvQhCF988QVuuukmzJw5UyVsuOGG2HnnnUOsbv3118emm26qEAsWLMBdd90FraN1QzHTTZw4EQ8++CAWLlwYqs2bN0fVqlVDXNa7LbfcEo899hjuuOMO1KlTZ7l318zCG1TNSvb0jRJ6E4W06cYFGNFpFhquT1b6gkoKUviqygJ0GToTtzwxZ7n3w1dwAuWdgO+/E3ACTsAJOAEnsGwCs296EjO6DI9XjgWgU7qWpBbVr4VZwzsCzeqED3XQtWd6LWpW8rWqWawv+559hhMoBwT0eIaVgx31XXQCTsAJrNwE/OidgBMoHwSM11VWPnbV99IJlEig6O+y0lwupR8qLk+1aNEiSO98PA9nXvk7fpnOJ9565i3jvRQopt96RR202XFNRt6cgBNwAk7ACfxxBNbrsg82Hn5yONskpx7onMVXgDHvxc/wS9ebsfD3OeFcpfNVev7SHMXyVNorxXIpGyt3OYG/gsDKdh9mS34GZWYwi9LvbcxinGUU/t+z4697WFZA40+E9BpUGVP9SGDI8ZAwlCtVKIVYHcUWVpBLGg9SQrFp9ZxCECaw4yBboVJIWGQL2+UslUIaYkXc42gaUpWuAtfQwVEhY8eWGdd6rKTjHGHGPlkv3UoyrjGGuXH9nAu1ZF6IOYFNGwg/T0MtrMESPayjomKuR4s9a2xMk30KUexCnRtlCwXOoMftaeVcPU5kKQRhDhPuh0LVpCROwySNW2ORLcRySeNBSig2bTOnEIQJ7DjIVqgUEhbZwnY5S6X0GOLOMdO4pHGKFfZcQwdHhSF2bLGujVDiqW3k62GYJVWSraTrc4gh+7hdratZKsiDOIGN6ydzOKg6jfeW1DSBBW1dY5IGgzPQdjnMiD2LbFoxbJMB66FCT8ZDyq2F7dLjCAfZOBbKocaEJW0jpCFmF8rqKDZWwpQ4p0hBqaRJwUOnjGLMFtdjGlpSkIWcXYhDx/uRc5+jcTA2VhiwqJ2nGHFuaKzLVeGsYPRQVT0GkWFST9fnUKxznmoSa2phMww0znI4hBCrlhUHVWcpzmGgdfWPE5zV7DhTNd2hpoTZyV4l9TAU69w2A9bTLTFjGMsMOMIKe8ZsioNCrI5iy9VCHLpQ4j2Fxg3EPAypk1Sis8VxBUlNhTRNS6qFWAMUW1oK5ZCwqJ2nGIX7Ds4JkQF7FdLxUGfHFhlynLHAaVoMY6TxIBUpVYO4Ld11GgcvMq71WNK0nNL70D1mxzVB2wjjMWApBHRuhaHuUgeXX4/FOKSyVg2Zts0gNM3QeVUys1BTZ2bhvFs0Vu5yAk7ACTgBJ+AE/ngCZW2Lw4YNw4QJE4rtVo8ePVCjRo1idS84ASfgBMorgfT5U7r/aS7PKv39gbyo9LuGVEXHPF8MZ+AM/DGw/I+B9GeKfGn89HNK4/KiKvpzLc3dnUB5I9CnTx/07NkTo0aNwmuvvYbp06cv9yGYWVjHLO9mFl7/NLNCX7aV/v2YXF8GIZfSuN0+q6LbsRZfk4UWvcJKsY0dPxddz5qECZPnacDlBEok4EUn4AScgBP44wmM73ojfrxjTNiwfl/K03KI9QvSVQ7YAlUGtQ9/J56ez1PXOV7S70lTN7NwbWCWv1YAFzNjj3D9AF+cgBNwAk7ACTgBJ+AEnMAyCPiwEzCLzyFEwqxwbGbhuYWei0jp8xF5VnruklXlypUhZWserwpn4Az8MeCPAX8M+GPAHwMr92Mge32UjdPHha6vstdcis2sxNeBkVnMLJMtX1hp+ab7bCfgBMoxAd91J+AEnIATcAJOwAk4ASfgBJyAE3ACTqDiE/AjdAJOwAk4ASfgBJyAE3ACTmA5COiX8u3atcMWW2wR1tIHILz55ps47bTTMGTIENx999247bbbcO6552L48OH46aefwrzq1avjxBNPRM2aNUOuTts64IADcjXN1TpnnXUWbrrppty2zjvvPFx22WW5bdWtWxe77bZbeKOmtlOWNXDgQHz88cc46KCDVmg3zazQemYWjtvMwhsjxFDKvnlCcdM6wIjOs9Fwg0UIi6k3xBvQdehM3PLEbBVdTmBlIeDH6QScgBNwAk7ACSyDwOybn8TMLiM4K1418pKT14+AmWFxw/Ux+6pOwGZ1w4c66BpU0rWnPJUZ102EzGJmmcxDJ1BeCehjTqTyuv++307ACTiBlYKAH6QTcALlhED2y7TKyS77bjqBHAH9biyXMEhzuZR+iLg8lT58XHrn43k4c+gs/DyDzy30VFnPlyVux2C47Yo6aLPjmsy8OQEn4AScgBP44wms13VfbDz8ZJ5xdNahwjlIDsx/6TP82vVmLPx9DnTOktLzWPb8pljS3qVeNFbucgJ/MgHffELAzEJkZjDLS7+3CQNJZ3J2nAJOjIKFG9LFGEisIkxkDhbYFEG1EKuj2AB2bLJcHBIW2RRqNXkYZ6Cy4rRurMVmAINQT50lYxzrBjAO4wzZlKoCqNcAxYYgxMWQ3EJRMRBCpLGcMtWNVToAsySWS0C+BsSYdQZsyVxoSWKOmZkKYVxByFjLOeN8HShcN5gZtISeXUjZmTGBhZvGgwwIZeQCIMSIiwY5BNWkNJZLoaYgUWIosp7KYRsKKIMlKZ2xpqsQnCVjLeYGMM7XAaZsaZ3OQbakjrBYmMFeA5SxSkuqgJkh3CyN6QDMDAbAzKIAOgXAAJhZoiQGYNBiwc3oVKjQjYGEJA7OmGXEOhI3mBkAg5lBS+jZhZSdGRNYuGk8yIBQRi4AQoy4aJBDUE0KMaAwSJ3myCWNB7Fjy0wEMuOWxnIqbAJAcKODHWWWOsBULfG0TucctqSOsBhnBhlTDiYWqqzAzBBuBpgZDIgKscEsEcCYAmAAzCxREgMwgDKKnoyDC8NYYwwmYYacCqWks+DGKcbIEgcMXNiF6ezMmIRS6koMsWxIAhhvatCiQQsBOwZsDBDGQ8xOc6BFMZ0G1eRQJ7GuWCFlITYWozSdCYKzZDCmBjNLPBiUqTN1lJkBFBtdjTkA4y30BoCDicF4AxczRZSFJFRjaIwpjUtxONZCnI4BZowBGEAZRVeNAheZySkwMfAmp0Ip6Sy4wcwYWeKAgQu7WDaYGQuA8QYuRoE1NkbG0OixKdL51MxC3Sx6HEWowRcn4AScgBNwAk7gzyZQprY/bty48DdSRXdqzz33RKdOnYqWPXcCTsAJVBgC+l1AUaW/P8h6+nsFuaQxuWtR7vcuzsJZ+GPgj3kMlPTzRbWsiv7cUq4fzKkXjZW7nEB5InDVVVfhuuuuQ7du3bDLLrtgrbXWQoMGDcJnGZx99tnh8xk++uijcA5a2nGZWRg2y7uZhdc/zWyJn2OgL4bQ35NJadxun1XR/RhDXORUbBg3fh66nTUZEybPi8PeO4HCBDxzAk7ACTiBP5jA+K434sc7x/Cczg3rfCwxVFv1gOZY49L/C38nnp7HU9e5XdLvSVM3s3BNYGbcXhS4mBl7hBp8cQJOwAk4ASfgBJyAE3ACyybgM5xAIGAWn0uEhJ2ZhecVZnnXcxJJz0tS6XmLpFxeVJUrV0bRmuerOpNVnYH/P/DHgD8G/DHgj4GV7zFQ9LoovX6SF5WuubIyy1+T8VItXKfJJTOTrbAqrfCavqITcALljIDvrhNwAk7ACTgBJ+AEnIATcAJOwAk4ASdQ8Qn4EToBJ+AEnIATcAJOwAk4ASewvASqVKkSPqCqTZs24Q+1tP6CBQvw9ddf45VXXsGbb76Jn376SeWgDTbYAD179kT9+vVDnu1q164dxjQnrU+fPh3vvfdebls//PAD0g9WaNasGXr16oWaNWum08ukt2/fHl988QXOPffcFdo/s8JvbDCz8MYHs8KefaNE0TdSNK0DDO80Cw03WAgUaDf0lUqSYqDrlTMx+ok5MfHeCVR4An6ATsAJOAEn4AScwNIIzLnlKczoPCKZoo4T4lsAABAASURBVItHKV5GLqpfC78P7whsVjd8qEP2ujN7PWpW+FrVLObJRoOZWXDvnED5JKDHr1Q+99732gk4ASewchDwo3QCTqC8EDDz66ry8m/l+1mYQPr7qrSa5nJJHyaeumIp/QD3dz6eizOu/B0/T18cnnAX6Kk3O81X4dYrNkabHddMN+3uBJyAE3ACTuBPIbBe132x0bCToHcOhHNQOBfxrnhemvfip/il601Y+Puc8EUA6TlM5zPNTV2xxLVy7+UoGit3OYE/j4Bv2czC+4hEwsxkITez8F4u/f7mjlMX4bb+CzC6zzzc1HsObugxCyO7/47ru/2G67rOxLXUNdTVXWbiqqDf6BRrI5iP6Pobhgf9To8a1nUWhnX7HUODZuHKbrMwtOtsXCl1m40rus7BFd3mYEhGg7vNRVD3ubicuqz7PPo8XNZ9PjUPl/agGA/qMR9RC+gLcEmPhUEDeyyAdDHzgdTFPRZBuqjnYlzUYzEulFNy6YKeBThf6gWcn+g8eqpzexvO6ZWodyXGlTCgl7QKzu5F9c7rrN6rQjqTfmafyjijd2Wc2ecfOEMxdXrQP3Aaa6f1XQ2pTu27Ok7tsxr6s9afcf8+qzOugn59o/r2XQM59VsDfYKqone/qF70Xv3XRK9+FL1nUDX06J9VdXTvL9VAt/4ZnVoDXZl3PbUmugSthc6nrsV4reCdT1sLnYLWximnSevQqdPXQcfTKHoH6bR10SHRyaeth5NPXw8nUSeeXgvSSYmfcEYtnHD6+jj+jKjjztiA8QaQS8eeuQGkY86sTa+NY87cMOjoMzfC0WdshKOYRyneCEeeuXHQEWfVgXQ4/fCzNsbhwevg/86ui/ZnUfKz66E9dViidvR2Z9dHuwEU/dCzG0A6hH7IgIY4+GxKnugg+kEDGuFA6ZzGODCoEdrSpQPoB5y7CQ44hzq3CfaXzmmC/c7dFPvR96UU78t833ObYp9Ee9P3Pq8ZUt+L8V7nbYY9szp/c7RJtAd9j/O3wO5U8PMUb4ndzpeaY9fzpS2jX9AcuwS1wM4XSFvRqQtbYCfmO124FXYMaonWF7ZkLN8arS/aGq2kC7fGDkHb0LfB9hdRF25L3xbbXbQttr1ou5wr3ubi7SBtffH2iNqBvgNaDqQu3gFb0aUWF7di3AotLm4d1HzgjpC2HNgaUTvSd8QWl+yEzQdS9C0u2Rmb0zcL2hnNmDcbtAuaFtKu2HRQVBN6k0G7IdUmjDcZtDsaS5fugcaXMqYaMZYa0hte1gYNLm2DhpftiQZBbVCftfqM60mX74V60mV7o26iOvQ6l++N6Ptg48ulfbHR5VEbygfviw2D/p+98wCsoli/+Pnw0ZHeu6B0K81ewIeAYAGfvYCKSH08+9/2sNGrHVSkW55iQ0REROwVVBRBmoh0QVpCQiD/ObPZm5sGAQIkl3OzZ75vZmdnZ35bZu/Nzm5rVBoYqOLANqg4yMnbtqgwKFB5Z8sPbIvyAy9E+UEXopxXO5QdRLVHmUHtUXZwO2edBrdHaa+LUGpwqItRashFKOl1MUoMoS5x9hIUH+o0hLoURw+5FMWcAtvB+R1QdGigIkM7gioc2mGXofDQy1DIWargsH85/18oOOxyrwLD/4UCwy9Hfidvh12B/E7/GH4ljhrmRJuifM7mG34VKBtxNZBOyS6ePPIa7B7hRDvyWux22kWNuA5JIwPtjNjrsXPk9UikHr8BCSOdaFO0w9kdj3dCPPVEZ8R73Yi4J6jO2O7i25+8EdtcfPsTN2Hbk05P3IytKdpC+1QXbPW6BVuf7optz9yKbc92x/bRPbDj+d5IfLEPksbdjt0v9EnTt5pZJG5mSP8xy5iWPo/iIiACIiACIiACeZvAsGHDsG3btgyN6N69e4Y0JYiACIhAXiaQ7P5vENY/vc94KP7PgAr/l0CblJQEWiraD+NMy3tKguosBtoHDv8+wPNIqHB7hPHQ8pyUmcLzFm14fpMVgVggcPrpp6dpxvLlyzF16lQMGDAA1157LU466STw5Q4nnHACrr76avTr1w9vv/02li5dmmY5s+C3TbNUa2aR30P5f8dQHE9Gn5YvC6GlQv/SC/Kj29UGuOuJZCQ76yYaF1+0NB633rMCv69MTLN+RURABERABERABHKWwNJbR2P9+I9dJ+wm1w/7ftn1xXT/0fZ4FOnX0Y8TD/vv0LJPp8K+ntbM/H1IZha5NoD7mJkLY21Se0RABERABERABERABERABA41AbPgu4WZRb5zmJn/HsLvJKGiv6vQp9J/lwnTmC79A2IgBtoHstoHlK59Q/uA9oHY3wd4XRQq3N6M06elwuus0JqlXo8h5WNmKR78tRoO8JPvAJfX4iIgAiIgAiIgAiIgAiKQfQLKKQIiIAIiIAIiIAIiIAIiIAIiIAIiEPsE1EIREAERyIMEChUqhCuuuMIP+G7Tpg0qVarkB4KHTTn66KPRuHFj8GFWDz74IGrUqBHOymCrVasG5mHehg0bolSpUpF/7psZypYti7PPPhv33nsv/v3vf6N48eIZysgtCbVr18bLL7+M1157DXXr1s2RapkFNz2YmediZpnenBreREEb3lhRrxowvEscalXcBcAtHy1Xzq1Dt2DMu/HQRwREQAREQAREQARE4BAQyKWriH9hOjbfMsJdKboKmpP3vIPdNctj+/AbgQbV/UMdeK2ZXuENvKE1M5gF8qU5n1YSgTxPwD/ohI86yfMtUQNEQAREQAREQARE4LAT4AOVdWV12DeDKrCPBLjfRi8SxmkpPkTc2927QZ8KHzL+zU8JuHtYPDZuZgkGcHKiw6/NYwdXQ8vTi0EfERABERABETgUBMp1a42qw26EmeuMnNwEOBfus3PWz/i72/PYtX2Hf0kP+7NQYT9HG8otAvq0VLTPuCQCIpDzBMxSDlhXtFngmxnMAvH/NcdUzIfWTfPhgsaGVo2BVqc4Of+fzp5/cjJapqjFSbvT+Oe5+HknJSO9znVpqQLOPSlV55wMZC7D2SdnrrNceqB8OOvktDrTxdPolKNwZorOcDYzne7STz/lH8hMp7n0QPlx2ilRapwfp7r4qbRpVADNG2etZm5es8YFkZmauvSImhRC08ZOzjbJQo1deuMmhZGVTnHzTmlSBOl1sks7uWkRpFVRnNQ0a53o5p3YtBgy0wkuPVVH44SmTs2OxvF7UKNmxZGVGrp5DZuVQHo1cGkRNS+BBl4lnS2J+s2zVr3mpZCZ6rr0VJVG3eZOp5ZGHWfr0GaqMjju1Mx1rEs/9tSySK/aLi2i08rC+6eVQ22nWnvQMaeVR2aq6dJTVQE1T0tVjdMrIHNVRPXTM1c1l17t9ErITFVdehqdURlVU1TF2cxU+YwqyEqV3LxAVVHpjCidWRUVXbwibRpVQ4UzM1d5l17+zOrISuXcvIjOqoFyZzo5WzYLlTmrJrJSaTcv0DEofVZalXLxUmcfg7SqhZJnZ60SZ9eGVya2uEtL1bEofrbTOcfi6D2o2DnHISsVdfOKnlMH6VXEpUV0bh0U8aqLwufuSfVQ6NzMVdClp6o+Cp4bqICzBc6rj4xqgPznZa1/uHn/OK8h0usolxZRi4bwfotGOMopX5Y6HtYic8Glp+oEoEWqkluegGQX99b5OP9EUMktT0Ty+SelEf55Msx1lsnOwnWcdkFj5GvdNHKfrplF+lkzcz2wJhEQAREQAREQgSONwOeff45nn302Q7M5pqpDhw4Z0pUgAiIgArFAIPy9nzZU+P+Cr39Nwuh3E/DctMSIXnhvJ16YthPPu/QXnMa4edSLtO/uwIvTErzGOjvWxcelUTzGvxtogrMT3o1DqInOnzh1Oyal0+Sp2xDqJee/NHUrXnpnK16O0ivvbEGoV53/6jubQf3PWa+3/8ZrUXr97U0INcX5U97eiClOb7y1EYH+wptvpdVbb20A9bazgdbj7TfX450oTX1zHUK96/x331wLatobaxFoDd57I1XT31iNUO87//03VoGaMWUVAv2JD6akaqbzZ05ZCepDZz98fSU+fP0PzIrSR87/6PUVCDXb+bNf+x0fp9FyzHkt0CfOfvLaMoT61Pmf/m8pqM+cDbQEn/8vVV84/4v/LcYXry7GlxH9hq9eTdXXzv/61UWgvnHW65WF+DZK373yK0J97/zvX1kAr5cXYK7XL5j3clr98PLPoH50NtB8/PjSfPwUpfkv/YRQPzv/55d+BPXL5B8R6AcsmJyqXyfPQ6iFzl84eS6oRZPmItD3+G1SqhY7f/Gk70AtcXbJxO+wZOK3WBqlZc5fNvEbhFru/OUTv8bv1ARnvb7Cigmp+mPClwi10vkrx38B6k9nQ60a/zlCrXb+6vGfYfW4z7AmSmvHfYpQ65y/btwnoNY76zV2Djak0cf4a2ygjc5uHDsbXi/Oxibnb3rxI/ydTptfnAVqi7OBPsSWMR9ia0QzsW1MqrY7f/uYD0DFvfABAs1A/Aup2vHC+6Din5+OBOcnvEA7HYmMP/eetzufd/a5aUh0Shj9LkKF5y7a6PNydDzaj84jXwTyAoHPPvtsr9XkPv7TTz/hpZdewn333YeLL74YtWu737hLlMAZZ5yBrl274oknnsDs2bOxfv16/zsoCzUz75sFlv9/DMUxZfRpw2cZRPuXXpAf3a45Cm5JuACuCCdzvmHx0h249e7f8fvKROgjAiIgAiIgAiKQ8wSW3joaGybMget8ndzkumAXuqjhH20aoUi/jn6ceNiHh5Z9ORX28bRm5v9famZ+eTMDP2aBTe8znqelyouACIiACIiACIiACIiACBwyAmYZv1eYmf/uEX4fMTP/nYRxKvo7S3qfceko/31PHMRB+8Be9oGjNF/7iPYB7QNH7j6Q/pqK8VBmwbUY3Mcs1XfRHJvy5VhJKkgEREAEREAEREAEREAE9kJAs0VABERABERABERABERABERABERABGKfgFooAiIgAoeLQKtWrTBq1CivRx99FCVKlNjnqpQqVQqXXHIJ+vbtiyeffNKXxTKHDBmCW265BSeeeKK/IXBvBfMmEObt3bs3BgwY4B+OxXL4kKzHHnsM11xzDWrUqOFvztxbWYdr/j333INFixaBD/HKiTqYWaQYs7S+mXkW4c0SoSXHaHHAXb1qwLAu23FMhSQkR/8lJwNOtw7ZjDHvxkfWJUcEREAEREAEREAERODgEMiNpca98B42dRnmLgt5pehq6C4R3UWiv2rcVaM8tg+/EWhYA7yu5HVmaOmH16ChNQuuUc3MFRRMZpn7wVyFIpDHCLj92WB5rNKqrgiIgAiIgAiIgAjkTgLmrqssd1ZNtRKBTAnwYcjRM8I4LcUXHYSWPrVr1y5Q3/yUgDuHxGHDpt3++za/dzvHGwZjB1VDy9OLRRcvXwREQAREQAQOOoGy3S5AlWGdXVeU7H4fdqvzvw0766aED+dj063PYdf2Hb4vY3/Gvo3WNm2JAAAQAElEQVQK+zvaUG4RV0ZqAUxnmiQCInBoCJgZzAKF/7MJLf+fE/5vhzZa+fPnRyimh75sKhexEAvtA9oH9rQPaF7e2j/Y11HcbqGlTzEein1ndD9K38z8g2TNDPqIgAiIgAiIgAgcmQSGDh2aacO7d++eaboSRUAERCBWCPD3/vTi/wqoPs8kgfrPs7tw+6jdTrtw5+hduPu5ZNz13G5nd+Oe53Z53evi93ntwn3PJeF+l36/tzvxwHM78eDoUIn472inUYno6/TQqAQ8NGoHHhrt7OgdeHhUPB5xenRUHB6lfTYOj3ltRz9n+z1Lux39n92GAc9uxYBntmHgM1udtngNenoLBjsNenqzs5sx5JlAQ5/+G8OcArsJw5+iNjq7ESOe2ogRT/2FkU6Ph3pyA55wevLJ9aCecvapJ9fhqSfW4ukn1uGZJ9cGemINnk3RKGdHPb4aox9f5bQazzn73ON/4vkovTByJcak6EVnXxzxB14cuQJjnR03wtmRv2Oc0/gRv4OaMGI5JjpNGL4ME4cvxyRnAy3F5OGBXhq+BC8PW4yXhzs5+4rTq8N+Q7T+N2wRXnN6fegivD50YYp+xZQhv+INpzeHLECot5z/1pBf8DY12NnBP+Mdp6mD5zv7E9519t3BtD9h2uAf8Z7zpw1y1mn6oB8wfdA8vD/wB8wYOM/Zuc7OxQcDQ32PmQMDfejsrAHfIdRHA77FbK9vnA30cf+vMcfpk/5f4RPafs46fdrvS3wW0Rf4vN8X+KLf515fOvvlY5+B+srZr52+euxTfBPRJ/j20U/w3aNznJ3j7fePfIxQc50/99HZmOf0wyOz8cMjH3n9+Mgs/Pjwh/jp4VmY72ygmfjZ+T8/PBO/UA99gF8emoEFzv7q7MK+M7Cw7/sRLXpoOn6j+jrrtLjve1hC/fc9LP3vtBS9i2X/fRfLnZb9d6qzU/H7g+84TcUKZ/9wWvHg26Bd6ezKB98CterBN/HnA29ildPqB96A1/1vYI3XFKy9P9TrWHf/61h//2vYcF+o/zn/f/jr3v9h433/w6b7XsWme51o73sFf9/7Cjbf+7LTS04vY8v/vZSiydjm/G3/RzsZ2/9vEuKcv/0e2omIv4eagB33TECC0457xjs7HonOet09DjtTlHT3WOy6ayyS7hzjtcvZXXe+gN1Ou+54Dkm3P4ddt43Grv+McnoWSX2eQfLyNeC5iuJ5LLT0eY4OLX1JBPIygYIFC+5X9bds2YLPP/8co0ePBp/r0KJFC1SoUAHVqlVD27Ztceedd2L8+PH4/vvvkZCQ4P8Xyd9KQ4W/o9Lyt1VaKvQvveAfuPXqfOA9cryTwB9zycmM4relO3DrXcvx+8rE/aq7FhIBERABERABEcicwJJbR2P9hDlwXW6QwXXCoX9U60Yo2v8y/+ynsL8OLftwiv18aM0s8v9RM/PXAnAfM3NhMJml+kFK3g5VexEQAREQAREQAREQAREQgUNLwCz1O4VZ4JuZ//5hZpHvJPyuEir8zsI4feko/z1PHMRB+0D29wGxEivtA9oHjrR9gNdNmcks9XrLLPUazCzwEfUxs6jY/rv59n9RLSkCIiACIiACIiACIiAC+0RAmUVABERABERABERABERABERABERABGKfgFooAiIgAiKQxwm0adMG3333Hfr37+9vGM3J5pilvdHBzLK8OTX9jSThgDvaetWAEbfEoVbF3bCwgq4seAHdhm7GmHfjwzmyuZzAggULwAcqNGnSBJdccgk2bNiQy2t86KrXt29fkAvFB0wcujVrTXmNwJw5cyL7Srdu3RAXF5fXmqD6HmIC3Ee4r/D8Qu3POYbna563uTyVVRnR5zL6+9rU9HXNqozs5os+XljvPalZs2b+QT833ngjJk2ahLVr1+5r9X1+1m3atGlgOWeffXbkeG3ZsqVP4zzm8ZnzTpDrahr3wnRsvmWEuyS0QJEaGpJrVkDciJuAhjXA68n015phPLyx18z8tbBZSlnOIupjZlExuSKQVwkku4pTzmgSAREQAREQAREQARE4IALJ/lGuB1SEFhaBQ0bAP4A4am1hnJYKHxJOu3v3bv8A8V27doH65qcE3Dk0Dn/9vduXYDBnndxEd+ygqmh5elGXpkkEREAEREAEDj2Bst1ao8qwG+F/vmXfBAYUkPjhfGy69Tns2r7D92ns18K+Lrr/o0+x9qFN7zMuiYAIHDgBs+D4DEsyM5ilKvyfTWjD/+XQ8n89ofiiY4rxaEtfyg8xEAPtA9oHsrkP6HyRP2/uK9H9H/1osc+MVtin0pqZ74LNLE3/6xMViIAIiIAIiIAIxDSBt956C1OmTMnQxu7du4P3t2aYoQQREAERyMMEwt/5Q8um0KfC/xEEdhdnpYpvFEz27/hFsvvjxDcOcjkvl8B0+s51E2NucbeMz+ddF3Hl+DwuB0uj75Kcy3kphq6XC9xyLtUV4coLMrqUwGfUeb4kH7jsbnKuC93kFnKTy+EyujAl3c3wE1N8Ua54l+Bc50Ty06fC+qVal5HluUWYxjwUfcr7LosriK5bpzdBwOXcPK6ZeSk/g2W5nM74qHM5ObmcLjHI5xZkCstwCjK60PlucnPouzwuP9ft04LAJ/oyXNyV6PMyDx2f3TlulksK5vrQJfhl3DxXQMo857kFgnTnu3n0Kbd2l+CW9Msx5nyX4rIwkmK4sEv0edz8KOtWkJLPpbssKQukGJfGRV1+n8mlcp0+6nyfnRGfx+Wgz0Q3L8jnZtCn3Dw30XNymfwsV753XcTPTLXB8pzJNFc2XbdkkC1YjqlBPpfHzXNZXHPcPBd1YZDifJfIyclHXDY31xXkl3W5mOpmsjgX8yYImCfI7WYHyzjHzQt8NzvF98Yty3T6LDGQX0eQ0ZWUMs/NcpPP7wImOsNlU8QYl3GZXIqLuUWdTycwLuTEPEx0SrOelHmcHcplCdaTMs9FfKHBcoxxTT6JkSA7Q5efbeZcyuXwE5fj+Yo2M/lMCkQgBghcd911OdqKP//8E++//z6GDRvmx+81b94cRx99NI4//nhcddVV6NevH95++20/foy/pfK3U1r+zkpLhf6lF/wDXa/OB3M1NDOYUYwAvy1LQLe7f8fvKxNdgiYREAEREAEREIEDJbC02/PYMGEOzBXkulwXuslF6P+jTSMU7d/RvxQy7KdDy76bCvt0WjPzfb2ZwSwQ3MfMXIg0aYidj1oiAiIgAiIgAiIgAiIgAiJwGAiYBd8zuGoz8983on2zIC38rmJm/vsK46HMgjxmsmZiYCYGZmJgliUDf54x03wzMTATAzMxMIt9BuE1U2jNgjYzbhb4ZoGF+5iZC1Mns7Tx1Dn77uXb90W0hAiIgAiIgAiIgAiIgAjsDwEtIwIiIAIiIAIiIAIiIAIiIAIiIAIiEPsE1EIREAEREIG8SqBSpUoYM2YMpk2bhlNOOeWgN8MsuPHBzNLcPMYbJ0JxcF1m4gC8utWA4V2245gKKQ/Z4dMxUh5yQffWIX9jzLtxB70dWkHeJrB06VL83//9HzZs2JC3G6Lai4AI7JVArBzvCQkJGD9+PF599dW9tlkZDpwAH5C1bt06/Pjjjxg+fDjat2+Pu+66C2vXrs124d988w06duyIBx980JcTF5d6fbJ582afxnkXX3wxZsyYAT6MK9uFH9aMuWvlcS9Mx99dhjt+rl7uYpAc+ewzF8OuGmWxbVhnoGF18DoyvL6M9pkWXoPSmqW9RmU5ZkYjiUAMEeA+TcVQk9QUERABERABERABEThMBMx0XXWY0Gu1B0iA359ZBC3F30JCS3/37t3YtWuX1zfzE3Hn0Hhs2LSb/43hYu57OL99O7lp7MAqOP+MYj5dgQiIgAiIgAgcLgJlu7dG5aHu92DXN/m3ZfheK9mFyUic+RM23ToaSdt3+L6NfVzY34X9H20otoE+LRXtMy6JgAjkHAGztN+pzCzDvUT8X06o8H88tKHy58/v/w9EK+XXi7zd/qD9QPuB9oF92QeUNy/vL+wLWX/aUOwz6dNSvA8ilFnaftbMcq5TV0kiIAIiIAIiIAK5nsDQoUMz1LFMmTLo3r17hnQliIAIiEAsEeBv/BTbRBsq+D+B/6cCZwXi1yQnN8HcHye47070KcAAJzNn/WQuBvjApRngXBc6HxSc72RmcBMAAz/0KUbNgjS4iJnBzABQLnS+m8CPT2Hg5CaXw4Vugstg4B98aHAfBk5ucmmMU4w561LMDGbmIhS876MIPt53gZv8PID5DGaBgjjgEpz8BIP7MGAe77oIfScEc11oTgg+Bu8bQ3O+zwf3MZhRzoUxgIsGcjGfwsAlBsaFzgcMZkYD83+AM14GONeFboLLY0j5o29wHx/AzGAuFkyhZzALBBjgZGZwEwBn4T4WKDAudBNcBkPwB+fDmMcFweSjPojEDT4bA5jLDJiZE9zHnBD4gQtzf/Af5/l85mIUYGZOzgIwuA8DpnnXRZwPCs53MjO4CT4wZwCY++MEN8PAjzk3EGDgx8zgJrqBzBmX4A2CEM6aGdwEFzoBPrCISXEsJdlc3GBmACgXOt9NzgGYRN+c4y0D53OGmUt1og/3MTNwlgudcaGb4NIMwR+czwyMwSIeHS+X5JJd6Cak5OUMMwuiMPDjoqDgoqGFc9zkjEsEBZiZE/zHGDJwchPM/XEC84AxYw4vnrOC89Vu0DJO+ZkKRCCGCDz33HOHpDULFy7ElClTwO9H9evXj7xkK/wtlTb699XQ79A6P265Kp+/Z47HYDIvISgkY9HSeHS7azl+X5lwSNqglYiACIiACIhArBJY2u05rBs/2/W3KXf/scP1Av7RuhGK9u+I6L467KeZRvF/oqE1M9/PmxnMAsF9zMyF8GmIyY8aJQIiIAIiIAIiIAIiIAIicLgImAXfN8L1m1nku4dZ4JtZhu8qZsE8fqeR8nk+4iAO2gf2tg9ovvYR7QPaB468fcAsuGYyS7XcD8xS42apPlI+ZkFaSjRHTL4cKUWFiIAIiIAIiIAIiIAIiMDeCGi+CIiACIiACIiACIiACIiACIiACIhA7BNQC0VABERABPIkgd69e2PRokXo3LnzQa+/mUXWYRb4ZuZvUA1vnKCNFgfYUdGD7+jXrQYMvyUOtSru8ssDFkw0rszuQ7fgxXfjoI8IpCewadMmPPLII7jqqquwYMGC9LMVFwERiCECsXS8z549G1dccQUef/xx7NixI4a2Ut5pCh+UNWvWLHTq1Am//PLLXivOvH369MH69et9Xl7f1KpVCxdffLEXfaZxJvfV+++/HxMmTAAfAsS0XK1cVLntL0zH37eMgL8UdNeBcNeBZgYDsLtGOcQPvwnWqIZ/6QuvKSleS9JS3AbRMjM/EMjMYGbgxyyw6X3GJRHIswSSgxef5dn6q+IiIAIiIAIiIAIikIsI8Hucf45rLqqTqiIC6Qn4/dR9DwjTGadPS/F3KsRrQwAAEABJREFUj9DSp3bt2oVdTt/MT8CdQ+OwYdNuuC/LCL8lm9EzjBtUBeefUQz6iIAIiIAIiEBuIFC2extUGXajqwr7KWdcz2VOnHZ+OB+bbx2NpO07fB/Hfo5ivxf2g7ShuDR9WiraZ1wSARE4MAJmlqYAM4NZqsL/34T/z6ENxf/1hApfehzaMF32H/7/Y+IgDtoHtA/sdR/4hxjlZUZh/xfasC1hn0kb9qlmluF+CLiPmbkwmMxS/SBFoQiIgAiIgAiIQKwQeP755/HJJ59kaE6PHj3QsGHDDOlKEAEREIG8TCD8PT+0YVsYD8X/DYQK53ubcgMIDeXTkOz+4MSUFPH/787lHGc408v7XIgO89Dnks53k4txhs/qfDe5aJDufJ/PzfMJboZPctZN3g0DF3cTczPFKYg5x6cx5hxXkJ+8CyZSzORSuAqyCHK40CW4yc+NDpgW5GOqay3LYKIrgymg79LcFKSkOIFh6Mr2c1L9wHNLR5zAT7uelHX5ZYP5dLkIRT9SMuvgE9wc+jQu7gyzeNGnXLKLe88XynUGsTAMrJsZNQV1Yd4gkXGKMWcD48r1k1+FD1gXzgsi3tsTLy7NRYL1BPWgn+IFy0eFKWt2Kc5zmZiXZbgEZ5jgjIs4L+LQd7lT4kGMEaYxllX9XDFucrlcpuj1eN+luZlpJia53ClpzvMNC9fkkoMMqWR8nIGbx1SX35dN3yW5EgKPWSiXxsllc1UOE1wulxC9nJvJlfplw1x+ORe43C7kxDlOfkpJdT4XomEO+r6slAjX4VblYkGOIAyiQbrz3UL0mddXwie5nG7ybhi4uJuYmylOrEOQ4iJ+YhnR/9NkPJTP4ALGnXHV5LL0JBHImwROOumkQ1bxZ599Fg0aNPC/mYa/oYa/p9Lyt1ZaKvQ7tM6PW68+Cu6fmvC/pKYE5mK/LduBbnf/jt9XJkAfERABERABERCBfSewtNvzWDd+jutVXc9qwfJmznHK3+Z4FO3fEdH9ctg/M41ifx5aM/N9vJnBLBDcx8xcGOOTmicCIiACIiACIiACIiACInBYCZiZ/x4SXQmzIM0ssJxnFvhmsmZiYCYGZmJgtg8MlNefa83EzEwMzMTATAzMAga8zoqWmUVHc8zPl2MlqSAREAEREAEREAEREAER2AMBzRIBERABERABERABERABERABERABEYh9AmqhCIiACIhA3iJw9tln+wd4jRw5EsWKHboXs5il3gBhFvhm5m+i4qA6M/OD6eiHA+xoqehBePTrVgOGdYlDzQq7AP9EjBTjfD604tYhm/Hiu3HQRwSiCaxZswYfffSRf6lDdLp8ERCB2CMQS8f77NmzsXLlytjbSIexRVWrVsX06dPx7bffZqovv/wSU6dORd++fVG7du1ITdevX48+ffpg4cKFkbT0ztKlSzF48GAkJAQP7alSpQrGjh2LV199FQ888IAX/Zdfftk/LIjL8wGCo0aN8tdnjOdm5Za6bX9hOv7uMtxVJ9ldBLqJJuU6MKl6WWwf1hloVMM/1IHXkhSvIWmp6OtN+mbmr0PNgmtTuI+ZuTCYzFL9IEWhCORhAm5/NlgeboCqLgIiIAIiIAIiIAK5h4C56yrLPdVRTURgrwT4/xNmoqX4m0Ro6VN8cDj1zfwE3DEkHus37ob72u2+fPuJi7t4MsYNqoLzzzh0/2PyK1YgAiIgAiIgAnshUKZ7a1Qe2iltLteRuQmJM3/C5q6jkbR9h/9/Mfu9UGF/SBuKhdCnpaJ9xiUREIEDI2AWfJsyS7VmBrNA/P9NtPj/nWiF//ehlfQCb+0D2ge0D+zfPiBuscGN/WO4LemHYj9Kn5YyC/pYs8BG9+RmFh2VLwIiIAIiIAIiEEMEeC/rsGHDMrSobt266N69e4Z0JYiACIhArBHgb/vR4v8FGKelwvb6b0Xuu1GhAoZTG+T3au5s8wYFnF8AtM0bFPS2WcOCaNawAJq5uJeLN3Vq5kQbqBCauHiThoXQtFEhNKGczzjV2PmNGxVGY5feuGFhnOLU2MeLON+pURGcnKJTnKVOPt6lUS5+cqOiOMnZk7ylTxVzaUVx4vHFnIL4iY2KIYgXwwku/YTjj46yR+N4xk9waU70qUYujTr+hOJoRB3vLOX8hieUQMPjU+T8Bk4+zVn6qSoJ+vVPKIlUlfJ+vRNLod6JJVHvhFKo6+bX8/HSqOts3RNpU1XHxeucVBpe9J2Oc/HjTizj0srguJOcTiwLxo89qSyOdfFjXdzLxWs7BellQb/2SeVQy6XVcrb2yeVcWjkXD1Uex7j0Y0521s075iRnKR8vj5rO1jy5grNpVcOlRav6KRVQ/ZSKqO7Sq59MW8n5FVHtlEpOzp7srEsP4s536VVPqYyqKbaK86mqjZlWGfSpyi6dquLSKzeugsqnpIi+U6XGVRGqYjqf8UDVULFJVVRoUg0VGqdV+SbVUd6nO+vmBfHqKOfSyzWpEWVroCzjTZ2lnM94GWepwK+JMk1S1PQYlG5aE6Wb0AYq5dNS/VJNa6GkSyvpbKlmzqecz3ioEs1qo4RLL9G0Noq7eSV8/FgUd7Z4M9q0Orr5sfBy845OUbEUe3Sz41AsRUWb10HR5se5eB0UdWlB3PkuvUhEdUG/cHNnTw1EP1Qhl1741Hoo5OYVau4s5eP1UPDU+hEVSOcXOK0+mFbg1Abe5nfWYIA7FyHlE56vaEOlzEL6eJguKwJ5lcDcuXMPSdVvv/12XH311e5QMy/+dhoq/D2Vlr+50lKhf2nr/Oh6VT7w/oMwSA4c/LZ0B7rd9TtW/Jl4SNqhlYiACIiACIhArBBY0u15rBv/sW8O+1iKEV7v/uOChijav4MfJx72x6FlH02xHw+tmaUZJ25m4McssOl9xmNJaosIiIAIiIAIiIAIiIAIiEDuIGCW+h0kfY3MzP8uaSZrJgZmYmAmBmb7xsBM+c3EwEwMzMTA7MhmkP46K4ybBVzCeE7bfDldoMoTAREQAREQAREQAREQgUwIKEkEREAEREAEREAEREAEREAEREAERCD2CaiFIiACIiACeYhAmTJl8PHHH+PMM888LLU2s8h6zdL6HFxnZn5QHX0OtItW9GA8+nWrAcO6xKFmxV2AK8ot6kzguBDdhmzG2Gnx0EcEREAEREAEREAE9oUArzMqVqyIdu3aYfz48ejSpYu/PmEZGzduxJNPPom4uDhG04gPFHjttdewfv16n16uXDkMHjwYDRo08PHooFatWhg4cCBomc6HrHJZWsZzqXJFteLGvI+/bxkBM17xOXHyMuyuXg7xw2+EHV8zy4c6hNeZtJSZ+e1r5gpB8DHL3A/mKhSBvE6Aj0Gh8no7VH8REAEREAEREAEROPwEwoe3Hv6aqAYikJEAf6egwjmhT0vxZQahpU/xxf+7du3Ctz8n4s6h8djwd7L//s2vyV4phY0fVBXnn140JSYjAiIgAiIgArmLQNkebVF56I2plXI/97oJrlPDzlnzseXW0dgVl4Cw32MfSIX9Im0ouA99Z/wU7fsEBSIgAjlCwMwfpe4wtQzi/3KozO4f4v/0wnT60j8gBmKgfUD7wD7sAzpn/CNv7y/RfWDop7fsQymztH0sO3Azo5FEQAREQAREQARinMCwYcOwYMGCDK3s0aMHKlSokCFdCSIgAiIQSwTS/6bPOBX+TyA5eXekucnOS05O9i/U/uzJUvjUqzQ+ebI05jxFlcHHT5XB7KfKen30VDl89HQ5zHL68OnyoGY+XQEfUM9UxAyvSnj/mUqY/kxlr/eerYJpXlXx7rOBpj5bDe+Moqrj7VHV8RY1ugbeHOU0uibecJoy+hi87lULr412eq42/ud1LF597li88vxxeDlFLz1fB9Tk5+ti0gtemPhCPUzwqo/xLziNaYBxTmPHNAT14phGGEO9eDxe8DoBz794Ap7zOhGjx56IUWNP8nrW2WfHnYxnnJ4edwqop8Y1xpPU+CZ4wqspHh/fFCPHN/MaMaE5hqdo2IRTQQ2dcBqGTKROx+CJp2OQ1xkYONFp0pkY4NR/0lmg+k06G49Rk8/Bo17n4pHJ5+Jhr/Pw0Evnoe9LLbz++1JL/PfllnjQ6YGXzwd1/8v/xH3UK61wr9cF+L9XLsA9r7TG3dSrbXBXiu58tS2oO169ELf/70Lc9r92Xv/5X3tQfZzt89pF+LdT79cuRi/q9UvQ0+tS9Hid6oDur3dAtykdcWuKuk65DNQtU/6FW974F7q8cTludrrJ6wrc+IbTm1eis9dV6PTmVbjhzatxPfXWNbjO61pc+9a1uOat67yufvs6XPX29V5Xvn0DqCucvfydTqD+9U5nXEZNvREdvW5Ch6k34dKpN3td8m4XXOx1Cy56N1D7d7ui3TTqVlw47Va09eqGNtOc3uuO1k4XvNcDVKv3euKf1PReON+rN1pO740W7//b6zxnz32/D6hz3v8PzpnxH5zt7FkzbgN15ozbcQb1wR043etOnPbBnTj1g7u8ms+8G8287kHTmYGazPw/NP6QuhenfHgvTva6Dyd96DTrfpzodMKsB3C814NoNMvpo/+ioVODj/qCqj/7IdRLUd3ZD4OqM/sRHPcx9SiO/fhR1PZ6DLU+dprTD8c41ZzTH1SNOQNQnfpkIKp5DULVTwahitdgVP50MCp9OsSr4qdDQVVwtvxnw0CV+2w4ylKfj0CZz5w+H4nSTqU+fxxH1aqEZP65c5E7JfkpPC/xvEWFcVqfQYEIiMA+EWjZsiUGDRqU5f8j+Vsqf2MNLX9vZ5wK/Utb58ctV+cDDO5jzpizcBZYvGwHut21HCv+TIQ+IiACIiACIiACeyewpPvzWD/+Y/iOFPCGPStVoHUjFBvQMctx4uyfwz6b1swi48TNDGYGfsxSrVngMz0GpSaJgAiIgAiIgAiIgAiIgAjkIgJm5r+XmKXaXFQ9VUUERCDvElDNRUAEREAE0hEwS73eMrN0c3M+6v5TnPOFqkQREAEREAEREAEREAERSEtAMREQAREQAREQAREQAREQAREQAREQgdgnoBaKgAiIgAiIwL4RMEu9KcLM/E2qLMHMIoPqOMguFAffhQoHyTNOv151YFiXeNQsvwvBsy2SQceF4OfWwZswdlocXUkEREAEREAEREAE9plAwYIFcdNNN+GSSy6JLPvVV19h9uzZkXjorF+/Hl988UUYxaWXXoo6depE4umdSpUq4eabb/bXP5y3aNEirFq1im4u1eGvVtyY97Gxy3BfET7czF34BZO7+NtVrSzihneGHV8zy4c68PqS15G0lJl5/mYGfswscm0axmklEYgtAuaaQzmjSQREQAREQAREQARE4IAImOm66oAAauFDRiB88DctFT4UnDZU+BLkb39OxG2D47Buk/vm7f7xwvzOuH+9uLir8bhBVXD+6UWdp0kEREAEREAEci+BMj3aoPLQznxFRuQ35KBPS0bCzJ+wueso7BP88XgAABAASURBVIpLQNj/hf0h89CnDcVW0qelon3GJREQgf0nYJb6ncos8M3M/6/GzPz/cPj/nGiF/+eJtvSlo/z/x8RBHLQPaB/I/j4gVrHCiv0k2xJt6Zul9qlmqT7cx8xcGExmqX6QolAEREAEREAERCBWCKxcuRLDhg3L0JwzzjgD3bp1y5CuBBEQARHI6wSy+v2e6enF/wXs3p2cpsn8emQWa9+R0jRREREQgdxMwJ1/DMFfWE2eu3bv3h3cs5OcnMGG+ULL/KEvKwJ5kcDVV1990KpdpkwZjB49Gmbm12Fm3jcLLH9TDRX9eyufY8A4FfodWhdAlyvzuXLccRncleBC+GP0tyXx6HbnMqz4M9HN1yQCIiACIiACIpAVgcXdnse6cR/7PjQMfM/qvqrnv6Ahig7o6O+DCfvf0LJPpthvh9bM/D1GZkG/bmbgxyytZVrsSi0TAREQAREQAREQAREQARHI7QTMLM1vkmaKm4mBmRiYiYFZdhkon5kYmImBmRiYiYFZwOBQXwPyv8SHep1anwiIgAiIgAiIgAiIwJFGQO0VAREQAREQAREQAREQAREQAREQARGIfQJqoQiIgAiIgAjsBwEziyxlZv6mVCaYWWRwHQfdRYsD8KjowXn061UHht0Sj2Mq7oIryE2uPJj3XYBugzdj7LQ46CMCIiACIiACIiAC+0OA1xu33nor6tSp4xfnA7TeeecdxMWlvb5YtWoVNmzY4PMUL14cZ511lvf3FDRs2BDlypXzWRITE7Fjxw7v58rgMFdq+5j3semWEbzK8zUx7xlodlcvix3Db4QdXzPLhzrwupLXkrSUmUWuO+E+ZgYzc14wmaX6QYpCEYgRAnz4X/BUlBhpkJohAiIgAiIgAiIgAoePAB+anHz4Vq81i0CWBLhvhjNDn5bi7xqhpU+FLz/+9udE3D4kDhv+Tga/FZsZzJxYmLPjBlbGP08vypgkAiIgAiIgArmeQJkebVF5SGfA3ORlMHMCkDjzJ2zuOgq74hIQ9oPsE6mwn6QN5RbxD+unpZhOK4mACBw4ATOLFGIW+GYWHK8pNvr/OvRD8f8+VBiXzef/9yUO4qB9QPtAtvaBfOIUC5zYD1Lp22Jmvk8wS9unwn3MzIXBZJbqBykKRUAEREAEREAEYonA0KFDI/e0Rrere/fu4H2x0WnyRUAERCDWCUT/rk+fytDmZJeSzMDZWJnUDhEQgbxDwJ1/kv09/qnnIZ6ropVVY5gnq3lKF4G8RGDSpEkHrbqjR49GrVq1fPlmwe+iZpbhf5Lhb63h7660/P5ES4V+hzYF0OWqo+BKcEIgVx6cflu2A93vWo4VfyZCHxEQAREQAREQgYwEFnd/HusnzAH7TUQ+Qa9a4IKGKDqgY5bjxNkfs78OrZll+L8o3MfMXHgETWqqCIiACIiACIiACIiACIiACIiACIhA7BNQC0VABERABA47gXyHvQaqgAiIgAiIgAiIgAiIQMwTUANFQAREQAREQAREQAREQAREQAREQARin4BaKAIiIAIiIAL7S8AsddCcmcHMfFFmFhlkx8F3VDgAj5YKB8mHfr3qwNAu8ahZPsk/eN8/7CI5GS4C+rcO+htjp8VBn1QCc+bMQZMmTbzGjx+PpKQkvPrqq7jooot82tlnn43bbrsN8+fPdxgdy9RFvbdhwwY8/fTTuOyyy9C8eXO/DC3jTF+7dq3PlxMB6/bll1/ivvvuQ7t27SLrY/1Zz+uuuw58uMPmzZszXR3bx7zMt2XLFp9n5cqVaN26ta93ixYtsGDBAp+ePkhISMD06dNx4403gutiOVSrVq18fX744QfwRRDpl8sqHnK79NJL0axZM7/+tm3bYsSIEZk+YC+rcrKTfqDb+Pfff0f//v39PhHW9YwzzsA111yzR97p68btx7r07t0bLVu29G0mQ/Ik17feegvbt29Pv1iW8ZzcJnzAzYoVK/DEE0/g8ssvT7ONuT9fcsklnsHSpUszPQ7CSvbt29e3K9yX/vrrLzz22GOR8va0jbPiQ1Zk9umnn+7TPkY+7777rt9O3F5kTcvtxnTOD+udU/aPP/7wDHn8kxvXSct4ds4HcXFx6Natm2fIZbm/7Klue8q/r8d7uO2i18vtzfMf91Gmh21h2XvbV6PLY/49tYPzssrPcwX3P65/6tSpzOr1+OOPRzhxWZ+o4JAQKF26NLhNwpUtXLgQPE+GcdrChQvjuOOOQ8WKFVGzZk1UqVKFyTGjw9mQ7WPex6Yuw/25OLwq4TncXexhV9Uy2DH8RuD4Glk+1CH6epK+mflrTzPzzTIzH/cRF5iZCzWJQIwScPu3wWK0cWqWCIiACIiACIiACBxaAuauq+zQrlJrE4G9Egi+LwfZQp+W4m/ZoaVPhS89/u6XRNw+NB7rNgXfvBkyr5crbtyASmh1RjHnaRIBERABERCBvEOgTM8LUWlIZ7Bfcz8wuyk58F0TEmf+iM1dR2FXXALC/pB9I8X+L7T0KbeIX56WCtPoSyIgAgdGwCz1m5VZ4JsZzFIV/f8d+lI+f2+VOIiD9gHtA/u7D2i52Nx3zIK+k9vXLPDNAsve2sxovMxSfZ+gQAREQAREQAREIKYIzJ07149PSN+oiy++GFdffXX6ZMVFQAREIGYJRP+WTz+90jSc35OoNIl5O6Lai4AI5CEC7vxjMFdhyhk3RZ+zXNT/r5Jp9Klon3FJBGKBAMfl5XQ77r//fnTo0MEXaxYcY2ap1sxgFoi/rYbi8wvo06Z/pgHTOrQpgJuvyufL5T0JwTHpPDf9tiQe3e5chhV/Jvj5CkRABERABERABAICi7s9j3Xj5rhrWxd3faYLI1P+Cxqg2MCOWY4TZ/8b9s20ZubvnTEL+nEzAz9mgU3vMx6rUrtEQAREQAREQAREQAREQAREQAREQARin4BaKAIiIAIicPgJBP8dPvz1UA1EQAREQAREQAREQARil4BaJgIiIAIiIAIiIAIiIAIiIAIiIAIiEPsE1EIREAEREAEROCACZmkHz5kFcTOLDLbj4DsqekAe/fQD5utVB4besgM1K+xGUAoAV47B/RnQffDfGDstDvpkJLBz504MGjTIa9WqVT5DXFwc5syZg88//xxmDqBPBZKSkvDCCy/gwgsvxJgxY7B8+XL/QgTO5osRGGf6RRddhMcffxwJCQf2gILvv/8eV155JXr27In3338fa9asiayP62Q9FyxYgOHDh6N9+/Z49913ETwogXMPTN988w0uueQS8AEPP/74I7iusMSNGzf6+tx0003o2rUrQm7h/PSW3CZMmOAfFEE+f/zxB/jSCOZbt24dJk6c6OflZP1Zdqh92cZs58MPP4x//etfeP31133bwrpyey5cuDDC+5VXXom0I1xXtF22bBmuueYa3HbbbX5f2rx5c2Q210OujzzyiN92M2bM2Ou2y8lt8tdff+Huu+/GZZddhnHjxmHp0qVptjH355UrV3oGV7p9kPVknSMNyMLhvtCtWze88cYbkfK4jRnnvOjFwv07Mz5kxeOvT58+2drHWO7PP//sef/3v/8FtxO3F9NpGWf69ddfD24Xph+otm/fjr59+6Jjx46e4fKDfD440PpmZ/lJkybhqquu8ue/cHtzX2DbeE7jOeGTTz5BTp1nslMn5ck9BJo2bYqyZcv6Cm3ZsgXsf3wkJahbt67vG6dOnept8eLFU+ZkbX744QesX7/eZ6hQoQIqVark/VwYHLYqbR/zPjbdMsKt3xD8OddNZobd1coiYcRNwPE1snyoQ/R1JH0zV4oTfVcMzII4fcrMaCQRiGECfDIKFcNNVNNEQAREQAREQARE4BARSI68PvYQrVCrEYG9EIj+zSr0aSn+xhta+hR/96K++yURtw2Jx7qNyTD3x9WYC8wMZobxAyuj1RnFXIomERABERABEch7BMr0vBCVh3SG69Tc5Po2wFknGHbO/Albuj6LXXE7/P+g2S+yj6TYb6YX3Idpzvgp2vcJCkRABPabgJlFljUzmGUU/7djlnk650n5/L1W4iAO2ge0D2RjH9D5Il9s7CdmmfeLZhnTzSxNXxuJyBEBERABERABEYhJAkOHDs20Xd27d880XYkiIAIiEMsEon/Lp5+q3WmbnZwMUGlT83JMdRcBEchLBNz5h/eiUdHVTj1nuXNU9IwUn/NTXBkRyNMEOL7u0UcfRalSpXK0He3atQPHBUcXahb8VmqWas0s8v/J6N/Y+SwDxmnTP9OAaR3aFMDNVx0Fcysw8yGCCLB42Q50v3M5Vvx5YGPsoY8IiIAIiIAIxAiBJT3GYN2EOWCXGRHb5rrQ/K3qo9iAjlmOE2e/G/bJtGbm/+dtZq68QHAfM3Mh0qQh9j9qoQiIgAiIgAiIgAiIgAiIgAiIgAiIQOwTUAtFQAREQARyAYF8uaAOqoIIiIAIiIAIiIAIiEBME1DjREAEREAEREAEREAEREAEREAEREAEYp+AWigCIiACIiACB07ALBhEx5LMzA+mC/3owXf0OTAvWukHzNerDgy9JR41KuxiEU585EUy+B4mF6LboE0YO227S9cUTeCVV17Bm2++6QdENmrUCB06dABtlSpV0KZNm0jWhIQEDBgwAM8884x/AQJnFClSBOedd55fhrZEiRJM9vPHjx+Pxx57DHFxcT5tX4NZs2ahV69eWL58uV+U275OnTq4+OKLM6yPGbieQYMGYd68eYxGdOyxx/r8LVq0QP78+X160aJF0bZtW59+4YUXIqw3Z/LBJzNmzECfPn2wfv16JqVhw4c+VKtWzQ8K5cy5c+eiZ8+eWLZsGaMZxPImT56MJ554IsIimluzZs1QsGBBP69fv3745JNPMpRxoAnZ3cZbtmzBHXfcgbfffht8sQXXW7p0abRq1cqzat68OVh3ppM3Hw74/PPPIykpiUlptG7dOtxzzz1YsmSJT2cbTzjhBF8O9zH6TONMrvehhx7Ksu1kmJPbZPXq1ejWrRu4j4XtLF++fKSd6bcx85DJuHHjwLqwzpkpPj4e3IZLly71nHhMsKzKlSvjjDPOQIMGDSKLcd3R+zfPcbVq1fL7N/dx+kzjAtzHuD+y3oxnpgULFuC2224Dj5foY4XbjtswXIbb47777sPGjRvDpP2y3L49evTA1KlTI/sK9w22mds3el/hy1J4Prjrrruwbdu2/Vpfdhfa1+M9utx33nkHjz/+uD9/cd/kscm28HxIpsy7adMmv19/9NFHjB40cf3nn3++P16qV3edW8qaGjZs6NNYr5NPPjklVeZQEahQoQKit8cvv/xyQKv+9ddf8fTTT0eOIR4/JUuWPKAyD97Ch6fkbWPex8YuI/y1HIOUKztfmV1VSmPHsM7A8TV8Px1eF4aWxy3Po6Glb2a+/6YP9zGzyLWni6bxGZdEIDYJmGsW5YwmERABERABERABERCBAyJgpuuqAwKohXOUQPTvlqFPS/H3zdA/kD37AAAQAElEQVTSp/ibHfXtL4n4z5B4rNvI/6KkfPN2rpv8b6HjBlRCqzOK5mhdVZgIiIAIiIAIHGoCpXteiIqDO/m+Lezj2Ovxd+fED37Elq6jkBS3w/+PiP0j+8posR8NxbrTp6WifcYlERCB/SdglvE7lpn5/9+YmS/YzCJxM/lmYmAmBmZiYCYGZvvCQHnNYpcBO0yz1PYxHi0zi47KFwEREAEREAERiEECvOd+0qRJGVp24403+nvlM8xQggiIgAjEGIHMfrdnGhU2lX4y/2EQJtDy61JMfWdioyQREIE8Q8CdfwzBX3Sdeb4K46Ef2jBdVgTyKgGOM33ppZdw9dVX48wzz8QDDzyAr7/+Oseaw/Hxo0ePzrQ8M/PpZqnWzGAWiOPOQoXj0mijx6yFfoc2BXDTlUf5+xFcwNsQAuMuNn5bGo/udy7DipUJfn0KREAEREAEROBIJbC4+wtYO252mn6S17X8ap7/n/Vx9MDLshwnzj6Y/XJozcyPEzcL+m0zAz9maS3TjgyplSIgAiIgAiIgAiIgAiIgAiIgAiIgArFPQC0UAREQARHIDQTy5YZKqA4iIAIiIAIiIAIiIAIxTEBNEwEREAEREAEREAEREAEREAEREAERiH0CaqEIiIAIiIAI5BABs2AwHYszMz9IPvQ5GM/M/CA8+hQH54UKB8kzTr9edWDoLTtQs8JuAK4sp5QJZobugzdj/Htx0CeVwMaNG1GyZEk88cQTGDt2LO69915vX375ZVStWtVn5ABKPkzhzTff9PEiRYrgjjvuwKxZszB48GC/DO0HH3yARx99FMWLF/f5pk2bhldffRVc3idkM2Cdnn/+eSQkJPglmjVrhvfeew+TJ0/2D3JgHbm+mTNn+nqXLl3a59u+fTveeeedNOs7/fTTff06d+6MwoUL+3ylSpVC7969ffrtt9+OypUr+3QGP//8MwYMGODXzf2tVatWft0hm759++KNN94A+TRo0ICLYMWKFX4ZPnTCJ0QFfOjEqFGjwJdEsLx27dr58lh/tuPpp5/GlClTcO655/p1btmyJWrpnHHJc2/bOCkpCSNGjIg8JIOMhgwZgunTp6Nfv36e1VNPPQVu4169eqFgwYK+TS+++KLfD9LXlPvKkiVLfHLjxo19G8eMGePLYbvps92cx0zc1mScGcOc3CbcF7kvL126lKsF9x3ua++++26knX1TtjH3pbB+zMwHIq5fv55uptq5cyc2b94MLsN9hNuYZb355pt48MEHwXMUF+S6OY9tZpz7EfcnHit8UAn1yiuvYOTIkb5+zMNlXnjhBf/iEcbTi9zi4+PRvHlzv3+Gxwq3Hbdhz549/XmUyy1atAizZ8+mu19ivQcOHIj58+f75bkv3HbbbX4/YLu4fcN9pWvXrn7ANTN+9tlnePLJJ7NsA/McqPb1eI9e30cffeTr1rZtW3Bb89hkW7hfcns2atTIZ2f72U5uE59wEIKjjz4a3GZc/wknnBBZQ8uWLSPH0MUXXxxJl3NoCLAPqVixYmRlq1evBo+7SMI+OAsXLsTdd9+NNWvW+KV47PKBRT6SG4PDUKftL87ApltGAgZ4ucDMXAjsrloGCSNuBE6o6c8xPL+G14K0FPvc0NI3M38eNDPwY2YwM7peZqm+T1AgArFKIDkZ/IvV5qldIiACIiACIiACInAoCfB3Jj507lCuU+sSgcwIcF8M00OfluLv0qGlT/HFxtS3vyTitiHxWLfRLc2vxTD/5wJOmDCwMlqdUdTN1CQCIiACIiACeZ9AmV7tUHFIZ9/HwYWG4GNm2DnzJ2ztOgpJcTv8/4rYT7LPpNiPpheXZBotFe0zLomACOw/ATODmWVagJn5eWayZmJgJgZmYmAmBmb7wUDLxHx/kr4jNUvdT9LPU1wEREAEREAERCD2CAwdOjRDozj2o3v37hnSlSACIiACRxoB/p5Psd2hpe/FG0CSGfhY3g/UAhEQgbxFwJ1/gnv8M56HeL6i8laDVFsRyJoAx1tz/OyZZ56Jq6++Ghzry7GxWS+xf3NGjx6NSpUqZbmwmfl5ZqnWzCK/H3MsWqhwfBptOIYt2u/QtgBuvvofcAs7ucmcYDAzLF66Az3uWo4//kyEPiIgAiIgAiJwJBJY3GMM1o6f45puACcvH6BAqwY4euBlWY4TZ3/L/ji0ZhYZJ25mMDPwYxZY+kec1GAREAEREAEREAEREAEREAEREAEREIHYJ6AWioAIiIAI5AoC+XJFLVQJERABERABERABERCBmCWghomACIiACIiACIiACIiACIiACIiACMQ+AbVQBERABERABHKSgFnqoDozSzPYjoPyzMwPxqMfigP1qPQD5utVB4bcEo+aFXYFL7dMhrNOyXSScevATRg/LQ76pBK49NJL0bRp09QE5xUuXDiyHZYuXYrJkye7VKBgwYLo27cvrrzySpC9T0wJuG1at26N+++/3+dj8iuvvIJly5bRzba+/fZbLF682OevWLEi/u///g+lS5f28ejAzHDaaafh5ptvjiSvXLkS8fHxkfi+OAkJCeCDHbZs2eIXu+SSS/Dwww9nuu5atWph4MCBoGXmuXPn4v3336cbEcubNGkSaJnYrl07z6Zo0aKMRlShQgXPtHnz5pG0nHb2to354Iz33nvPr5asR4wYgXPPPdcfdz4xJeD2v/7669G1a1c/b+fOnRg7diw2buRbooJM5P/DDz/4CPejbt26gW30CVEB0+66664I3+XLl+OPP/6IygHPLie3yerVqzF79my/Du6vffr0wUknnRTZ1/2MlCB9/f7++29s2LAhZW7mhtv21ltvRZkyZSIZuJ5ChQr5OB+489prr2H9+vU+zv0nej/yiS4wC/btO+64A/nz53cpwKeffooVK1Z4P7OgcePGfp+sXLlymtlc/7XXXovzzz8/kj5v3jywLpGEfXA+++wzfP75534J7g+PPPKIf9hK+vMB5/HY7NGjh99XuAD3sZ9//plurlSHDh3w4IMPgtsxuoJk2r9//8jxzu3H7bi/DKPLlp93CJhZZF+G+4Qv/nHuPk08lnle/PPPP/1yderU8X1DsWLFfDw3Boe6TttfnIG/bh4Od6JycpO7hHOhiyYjqXIp7BjWCTihZpYPdeB5j9eItJRZcG1pZr4pZpbmvG9mPl2BCBwRBNz+brAjoqlqpAiIgAiIgAiIgAgcbALmrqvsYK9E5YvAXghE/z4V+rRU+NsFbSi+0Jj6bsFO3DZ0B9b5n3XdF+9kwH/39v9NAcYPqIRWZ6T9HXsvVdFsERABERABEcj1BMr0aoeKQzr7erreL7C8h8D1fzs/+BHbbh2NXfEJYF9Jhf1naNm/huLC9GmpaJ9xSQRE4MAImBnMUnVgpWlpERABERCBaALyjwwCZupHj4wtrVaKgAiIgAiIQFoCEydOxIwZM9ImuljPnj3B+8ydq0kEREAEjhgC+/K7vZGK+x7lfpSkFxNSI0RABPIWATMD/+BsWHOex6gwThvGQ8s0SQTyAoG//vrLj0Hu2LEjTj/9dDz66KMIxx8fjPo/9thjaNu27V6LNjOfxyzVmpk7FANxTFqocJwaLcfR0lKh36FNAdx05VG8BS8Qkv04ON6b8NvSeHS7cyn++DPRr0+BCIiACIiACBwpBBb3GIO14z5Oba7rGHm7Hq9n859fD0cP7JjlOHH2s+yHQ2tmfoy/WdBPmxn4MQss/SNRarMIiIAIiIAIiIAIiIAIiIAIiIAIiEDsE1ALRUAEREAEcgeBfLmjGqqFCIiACIiACIiACIhAjBJQs0RABERABERABERABERABERABERABGKfgFooAiIgAiIgAjlOwCx1cJ2Z+UHyXImZRQbjcZAeFQ7Uo6XCQfKhX686MLhLPI6psBswP8GMjhOAboM3Yfy0OOdpKly4ME477bSATxY4PvzwQ2zc6N8EhHPOOQdnn312FjmDZOY566yzfGT9+vX49NNPvZ/dYMeOHahbty5Kly6Nc889F9WqVdvjonXq1AHbwUzr1q1DXNz+bduFCxdGHhxRsWJFXHfddeC+xXIzU6VKldC5c/CSCL74YebMmWnWvXTpUsyfP98vyrZcc801WZZXrFgx3HzzzShaNOdfqkQ2e9rGfIHFtGnTsHPnTl/XSy+9FA0aNPB+ZoGZ4ZJLLonkWbx4caSdzM9Bt+RBPykpKQ0TpkWL2/aEE04AedevX98f69Hzc3qbbN++HTVq1PDr437DB4ZEry+9X65cOVSuXNknb926FRs2bPB+VsExxxyD2rVrZzUbPB6++OILP5/nMm5z7kc+IZOA9Tv++ONRtWpVnHLKKUhMTMwkFzw37l/cjzLLwP04PCY5n/WIj4+nu0/ivjJr1qzIvsJjfU/nAzPDZZddFnloJPln9mDJfarEQcrMfXBPxzy3E7cXtxurwO1IjvQlEcgOAZ4buf/ffffd2LJli1+kUaNGGDFiBLh/+YTcGRzSWm1/cQY2dhkRXJe4cwhXHhjD7iplkDjiJtiJx2T5UAceo7wepKXMzJdFPygriNOnzIxGEoEjiECyayvljCYREAEREAEREAEREIEDIpAMXVcdEEAtfMAE+FtDWEjo01L8fTa09Cn+tkd9t2An/jMkHus2un2YX4v53djMFWXg3/j+ldDqjJz/ndqtQJMIiIAIiIAIHHYCpXu1Q4XBnXyfx37PzFydDDQ7P/gBW7s+i13xCWCfSbEPpdivppdb0D+wn5bifFpJBEQg5wmY8TiVzMTATAzMxMBMDMz2m4G77tGyZrHPIOd7Y5UoAiIgAiIgAiKQFwgMGzYsQzV533z37t0zpCtBBERABI5kAsHv+e7/5SkQ6DGNSknK60b1FwERyGMEeP7hvWi0eazqqq4I7JHAJ598grvuugtnnnmmH4c9ZcoU/7/4PS50gDM5lvXee+/Ndilm5vOapVozi/yWzvFoocLxarQcr0tLhX6HtgVw01VHAQb3MZg5OY/T4qU70P3Opfjjz8zHBzOPJAIiIAIiIAKxRGBxjzFYO+5j3yTzoQuc47pHFPhnAxQfdFmW48TZv7L/Da2Z+WdpmFnQvzoL9zEzF6ZOZmnjqXNi1lPDREAEREAEREAEREAEREAEREAEREAEYp+AWigCIiACIpBLCOTLJfVQNURABERABERABERABGKSgBolAiIgAiIgAiIgAiIgAiIgAiIgAiIQ+wTUQhEQAREQARE4OATMUgfVmZkfgMc1mVlkUB4H61HhgD1aKhwkH/r1axgGdYlH9fK7/KuY/AMwkvlYHoAJ3QZtxPhp213kyJ5KlSqFypUrZwkhLi4Oc+fOjcw/66yzQNaRhEwcboNmzZpF5nD5xMTsP5jgoosuwoQJEzBjxgzccccdkXKycgoWLIj8+fNnNTvb6fPmzcP27cE+0ahRoz1yCQutV68eypYt66PLli3D2rVrvc9gwYIF2LJlC13Url0blSpV5ddlRwAAEABJREFU8n5WQd26dUFlNX9/0/e2jf/66y/8/PPPvvjChQvjtNNOixx7PjGToHjx4iAjzuJLL77++mu6XtweZcqU8f7OnTsxcOBAfPHFF0hKSvJp0UGBAgUwZMgQTJ06FU899VSG9uf0NjnuuOPwxBNP+PVNnDgRJUuWjK5OBp/7OplkmJFFQvXq1XH00UdnMRdYvnw51qxZ4+dXqVIFJ510kvezCooVK4bRo0fjzTffRL9+/TLwCZcrV66c38fCeGa2RIkS/jya2bzspm3evBm//PKLz87zcOvWrfd6PihSpAj++c9/+mUYzJ8/P3JcMJ5bxHNW1apV91idk046CdxuzMTtyO1JXxKB7BDgQ4seeughJCQk+Ow8Lp588kmUL1/ex3NvcOhqtu3FGfjr5hG8TEt5aVLqddvuKqWQOLwz7MSaWT7UgeclXoPQUmbBtSR9tsIsiNOnzIxGEoEjjAD3e+oIa7aaKwIiIAIiIAIiIAIHgYCZrqsOAlYVmU0C/v8dKXlDn5bi77WhpU/xBcbUd78kos+QeKzdmOy+e7sC+D8TL34HT8b4/hVxwZlF3QxNIiACIiACIhC7BMr0bo/ygzq536LZH7o+0PWFbvL3EOyc8QO23vIsdsUn+BcPsP9kXxot9rOhSIk+LRXtMy6JgAiIgAiIgAiIQO4ioNqIgAiIgAiIgAiIgAjEKoHhw4enGfMRtrN79+6oUaNGGJUVAREQARGIEEh7zwdvATFLmxbJmuccVVgERCDPEXDnH0Pwl+fqrgqLQDoCf/75J0aNGoV27drh7LPPxuDBg/Hrr7+my5V5lN9d7rvvPtxyyy2ZZ9hLKsdwcyzuXrJlmG1mPs0s1ZoZzAJxXFqocNwaLcce01Kh36FtQdx4xVGR+xGSfckMkvHb0nh0v2Mp/vgzGFvIVEkEREAEREAEYpHAbz3GYM24j11/GLQuuKfO9Ypuyn9+fRQf1DHLceLsV9nvhtbM/PMxzIJ+2czAj1lg6VNmaeNMi32phSIgAiIgAiIgAiIgAiIgAiIgAiIgArFPQC0UAREQARHILQTy5ZaKqB4iIAIiIAIiIAIiIAIxSEBNEgEREAEREAEREAEREAEREAEREAERiH0CaqEIiIAIHAICBQoUwJGiQ4AzT63CLHVwnZn5QfJsgJlFBudx0B7FgXvRCgfJM41+/RqGIV13oEb5XUE5rgwzg4sAMHQf/DfGT9uOI/lTsWJFFCtWLEsE27ZtAx+6EGaYNm0a+vXrt1d99NFH4SJYs2YN4uLiIvEDdZKSknyZM2fOxEMPPYR///vf2LJlywEVy4GjixcvjpSxaNEiDBw4cK/tfPHFFxEfH++X27x5M9avX+99Br/88guNV5UqVVCkSBHvZxVwfvXq1bOavd/pe9vGGzZswN9//+3LJ9vJkyfvtd3cB3766Se/DAPuI4mJiXT9gNv27dujYMGCPs55vXr1wjnnnAM+RPCtt97ynMjcZ8gi4Pyc3iZZrCqSzHWSxXfffYenn34anTp1Av1Ihr04NWvWhJk7x2SRj+3ZuXOnn1u5cmUcffTR3j/QoFy5cnstq1SpUns81rNTh7Vr10b2ldKlS6NatWrZWQz16tWL1I/HyNatW7O13KHM1LRp0z1uO9aF24vbjT63I7cnfUkE9kZg48aNePbZZ5GQEDyg55JLLkHfvn0P+Jjc23pzZP4hKmTbizOwsctIwJ1C3QQzHzoL7K5SGgnDOwMn1vR9DK/xwms9Wiq8LqSlzMxfN9KH+5iZK8ucF0xmqX6QolAEjhACycng3xHSWjVTBERABERABERABA4qAf6OlHxQ16DCRSBzAtz3wjmhT0vx5cShpU/xxcXU9wt24j/DErBuI5d234vd5L4sMwI4f3z/SrjgzKJBXKEIiIAIiIAIxDiBMv9ujwqD3e/O/K3YyzXY9YeAIemDH7Ct67PYFZ8A9qEU+1SK/Wx6wX2Y5oyfon2foEAEREAEREAEREAEcgsB1UMEREAEREAEREAERCAmCfz1118YNmxYhrY1btzY37ufYYYSREAEREAEMhLgDSDJDDLOynMpqrAIiEDeI+DOP8E9/hnPQ/rfY97bnEdqjTnWm+O8zzjjDNx666149913s42iQ4cOmDJlCpYvX45HH30Uo0aNyvay0Rmfe+45cAxtdFp2fTN/wwDMUq2Z+biZRcaocZxa9Di2cIwb00K/w4UFcdNV/wiWRfhxZcGweFk8ety5DH/8GYwxDOfKioAIiIAIiECsEPitxxisHTcHZuz7UlrlfMCQ//x6KD6oY5bjxNmfRve1Zub7YDNXVorgPmbmQsDMIsKR+FGbRUAEREAEREAEREAEREAEREAEREAEYp+AWigCIiACIpBrCOTLNTVRRURABERABERABERABGKOgBokAiIgAiIgAiIgAiIgAiIgAiIgAiIQ+wTUQhEQARE42ARq1KiB448//ohRkSJFDjbSPFe+mUXqbGZ+4B0TzCwySI+D96LFAX1UOEg+9OtXNwy+ZQdqlN8F8GEYTrQu4kwyug3ahPHTtuNI/ZDTntrOB8Jt27YtkuWLL77wD1PgAxX2JOYLF4qPj0dSUlIY3Se7efNmTJs2DY888gguv/xytGzZEqeeeiratWuHe+65B++88w42bvRvLNqnctNnZh3Xr18fSV6xYkW22sm6bd8e7D87d+7Ejh07fBl8uEpiYqL3GVSvXp1mr8puvr0WFJVhb9t4w4YN2Lp1q1+CbZg1a1a22v7zzz/7ZRiw3dHbmA8MvOGGG/zxyvlUQkICvv76a78t27RpgwsuuAD9+/fH/PnzwRdmME+0cnqbRJdNn/X95ptv8Pjjj+PGG29E27Zt0bx5c5x//vno2rUrxowZg6VLl2ZaNy6fmXj+ySw9TOM6Q79cuXIoXLhwGD0gy3L2tu4DWkHKwps2bUJ4PihUqBCOPvrolDl7NqxfwYIFfSZu1y1btng/NwVFi+795WZsB7dbWO/o7Rmm5SWbE/UvVqzYXpvM45vnxL1m3EOG7KxnD4vnyCye09knhYXxGMjuccfz3OLFi/2itWvX9g9UDY8Jn5iLg0NRtW0vzsBfXUaADywLL9P8PuMiuyuXRsKwTrATj8nyoQ68HmRfR0uZBdeOZuarb2aRa0kmmBmNJAJHJgG3/xvsyGy7Wi0CIiACIiACIiACOUzA3HWV5XCZKk4E9kbAf19OyRT6tFT4GwxtKL6wmPp+wU78e+gOrPnLf/t2JSTzXySBAIzvVxGtz9z772NuQU0iIAIiIAIiEDMESvduj/IDO7n2RPeLzncpO2f8gG23PINd8QlgX0qF/Wto2f+Gcov4ew9oKabTSiIgAiIgAiIgAiKQmwioLiIgAiIgAiIgAiIgArFJYOjQoVi5cmWGxnXv3h254f7bDBVTggiIgAjkRgJmAIW8/1ELREAE8iABd/4xmKs45YwmEcgjBDj2lmNz//nPf4Ki//vvv2er9vXq1cOjjz6K5cuX4/XXX8ell16aZjmWlyZhLxF+LzrvvPP2kmvPs82CY9As1ZoZzAJxzFqocBwbLccX0lKh36FtQXS+8igkR1ZJjwJ+WxqPHncsxR9/JkTmyhEBERABERCBWCCwqMcYrB03xzcl2XV7bvI+g/wt66LE4MuyHCfOfpT9bGjNzD+nxCzoh80M/JgFlv6RLrVfBERABERABERABERABERABERABEQg9gmohSIgAiIgArmHQL7cUxXVRAREQAREQAREQAREIMYIqDkiIAIiIAIiIAIiIAIiIAIiIAIiIAKxT0AtFAEREAEREIFDQsAsdfCdmflB8lyxmUUG63EQHxUO5KOlwkHyoV+/hmFw1x2oWTFlmKDBfQzBH9B90CaMn7bdpWnKLQS2bNmC+++/H61atcKDDz6It956C3wgxObNm9NUsWDBgjj22GORP3/+NOmHOxIfH4/169cf7moctvXzGOzSpQueffZZHH/88f6YTV+ZjRs3+odzdOrUCZdffjm+//779FkOSpwv5Xj11Vf9Q0W6deuG8ePH48cff8S6devAeeFKeW6pXr06SpUqFSYdsOU+fMCFHMYCkpKS0jDKblWOPvpoFCpUKLvZD3m+4sWLo1y5cod8vYd7hStWrDjgKpQtW3avZfBcyHPiXjPuIUP58uX3MPfQzIqLi8OaNWsiK6tSpQoKFCgQie/J+frrryPHzjnnnIPSpUvvKXtumnfQ67LtxRn4q8tIt57gqsxd5iGQIblKGSQM7wQ76ZgsH+rAczWv92gpM1eOE31XqCsriNOnzIxGEoEjmAC/D1FHMAI1XQREQAREQAREQARyiEBy1KNZc6hIFSMCeyQQ/SLh0Kel+LtmaOlTfFEx9f2CnegzbAfW/pUMfiu2MDS3OqcJAyqh9ZlFXUSTCIiACIiACBx5BMr0uQjlB3WG/+nY9YuAC3wESPrgR2y75Rnsik8A+1SKfSzFfje94D5Mc8ZP0b5PUCACIiACIiACIiACh5eA1i4CIiACIiACIiACIhCDBH799VcMHz48Q8suuOAC3HjjjRnSlSACIiACIhASSA6dwPo3E6ZLC+bktVD1FQERyIsE3DmI96JRebH6qvORR2Dq1Km49dZbcfrpp+Pf//43Zs6cmS0IZoarr74a06ZNw4IFC3DfffehRo0amS47Y8aMTNMzS7z22mtx2223ZTZrn9PMzC9jlmrNDGaBOF4tVDiejZbjqWmp0O/QtiA6X3kUYJxcQAfw4eJlO9DzzmVYuSoR+oiACIiACIhALBD4redYrB0/B76jA+C6TrD3g/sUaFEXJQZfluU4cfaf7F9Da2b+2SRmBrNAcB8zc2EwmaX6QcoRF6rBIiACIiACIiACIiACIiACIiACIiACsU9ALRQBERABEchFBPLlorqoKiIgAiIgAiIgAiIgAjFFQI0RAREQAREQAREQAREQAREQAREQARGIfQJqoQiIgAiIgAgcOgJmqQPvzMwP0OPazQLfzPzgvegBfRzYR4WD5EO/XnXDoC7xqFFhF4J3MyU7Q8F/ug/ciAnvxXlfQeYEihcvjgkTJuDbb7/dJ7355psoW7Zs5oVmkrp69Wr/AIjp06f7lymEWUqUKIH69eujQ4cO6Nu3L6ZMmYKPP/4Y//3vf1G4cGHk5Kd379771MaQydlnn+2rwfqUK1fO+3kpqFq1Ksg9bE927TPPPIMiRYqkaaqZ4ZRTTsGLL76IWbNmYcCAAf6hHunzcaHly5ejT58++PrrrxnNVAe6TVhoUlISBg0ahCFDhmDr1q1M8ipYsCCqV6+OVq1agesZN24cZs+ejYkTJ+LYY4/1eXIi4DpyopzDVQbPqzzf7uv6N27ciG3btu3rYocsf3x8fJr94ZCt+BCviMdehQoVImsNX1ATSciGs379emzZsmWvOWvVqhXJwxfiRCLZdOLi4sC+IJvZD0k21mft2rWRdTVs2DDi782J3teWk04AABAASURBVP8rVqy4t+y5aP7Brcq2sR9gQ5eRKSvhAxOdggm7K5VCwrDrYScek+VDHXg+4nUeLWUWXB/SZ6FmQZw+ZWY0kggc4QR4HFBHOAY1XwREQAREQAREQARygICZrqtyAKOKyCaB6BcIhz4tFf7GQxuKv8dQc3/diT7DErB6Q7L7f0jwrxEuQy/ZfQef0L8iWp+R9nfdbFZJ2URABERABEQgZgiU/vdFKDewM7tH1ybXZ7KTdD2n87Bzxg/Y3vVZ7IpP8P+3Zv8a9re07Fej5QoA47RUtM+4JAIiIAIiIAIiIAKHj4DWLAIiIAIiIAIiIAIiEIsEhg4dih07dmRoWvfu3TOkKUEEREAERCCaQLp7PhiNiftAotsoXwREIM8QcOcfQ/CXZ+qsih5xBBYsWODH5Z511llo3749Ro0ahehxdnsCctJJJ/nxvBybN2nSJLRp02ZP2SPzSpcuHfGzcho1aoTnnnsuq9n7lW5mfjmzVGtmMAvEcWuhwnFttBx7S0uFfscLC6HTFUf5+wh4DwKS4XwqGb8tiUP325dg5apEvz4FIiACIiACIpBXCfzW80WsGTvbdXBucn2dC11/53s+5G9RFyWGXJblOHH2m+xXQ2tm/vlBZkG/a2bgxyzVmgU+049cqeUiIAIiIAIiIAIiIAIiIAIiIAIiIAKxT0AtFAEREAERyE0E8uWmyqguIiACIiACIiACIiACMURATREBERABERABERABERABERABERABEYh9AmqhCIiACIiACBxiAmapA/DMzA+SZxU4kI8yMz+Ijz4H9kUrHCTPNPr1ahgGd01EjQq7AbiyvOg5uXK6D9yIie9thz6pBIoXL47ChQv7hPj4eGzdutX7ByvgSxBeeuklLFq0yK+iYMGC6NmzJ2bPno0PP/wQEyZMwL333ot27dqhevXq4HblMpRfYD8DrqdEiRKRpdetWxfx98cxMxQoUCCy6IoVKyL+npxt27btafZBmRe9jfkAwIOxjYsVK4bzzz8fjz/+OD7++GO8/fbbuPvuu1GzZs1Im+Li4jBx4kQkJCT4tJzeJiz0u+++wzvvvAO+kIPxc889F2+88QY+/fRTTJkyBf369cP111+Phg0bokiRIsziX+bhnRwIuL+Gxaxfvx48psJ4XrClSpUCtyXrui/7CrdtuF25fJkyZVjEfonrze7DYbK7gp07dyI7xx7bEb3ucuXKZXcVGfJx23MfyDDjICeUL18+soY1a9bs8z64adOmCCueO7JiEJ3O9WSHb6Riztm4cWNkPS6a5lzB+OHQJ598gi1btvhVly1bFvXq1cP+fLjs/ix3WJY5iCvdNnYm/uoy0l2JuZWYk/ec46bkyqWQMOx62Em1snyoQ3jdR0uZWeR6EO5jZjAz5wWTWaofpCgUgSOUQDIfnOKfonKEAsjYbPbtfIjcjTfeiJYtW6JJkyZezZs3xyWXXIL+/ftj/vz5kevHjCUo5XAR4LVZr169/PZq0aIF+FDB9HVhnm7duvk84bY9UNu3b980q2E8LJN+mpnZiKSv4/6UsbfVjB49Og0Dxve2TPr55EvOYVuzY1u1aoXrrrsu2w94nDNnTqSeXBfXmb4eeT3ONrFt5MdzzIYNG/J6k3Ks/tz3yYUaP358jpWrgkTgYBLg75G6sjqYhFV2SID7WnqfaRR/5wwtfYovJqa+/3Un/j00Aas3JPvvyOE3YzN6hgn9K6D1GUWAsHBZERABERABETiCCZTucxHKDerkCBjMhXChUQYkzZiH7V2fRVJ8gv+/IftZ9rnRYn8cCu5D3xk/Rfs+QYEIiIAIiIAIiIAIHA4CWqcIiIAIiIAIiIAIiEDMEeB9Fs8//3yGdl199dW46KKLMqQrQQREQAREYA8Ekt28ZAbO5uVJdRcBEcibBNz5Jxk8B1F5swmqdWwSSExMxOuvv47OnTvj1FNP9eOBOQ43O63l2NybbroJH330EebOnYvbb78dFSpUyM6ikTy8Dz0SycLhffGFChXKYu7+J5uZX9gs1ZoZzAJxLFsoPr+APi3HD9NSod/xwkLofFV+uCXhArginMz5hsVL49Hj9iVYuSoR+oiACIiACIhAXiTwW8+xWDNuDlznBn7YzwHm/wq0qIuSQy7Lcpw4+8uwD6U1Mz9O3MwtnyK4j5m5EDALLPQBxEAEREAEREAEREAEREAEREAEREAERCD2CaiFIiACIiACuYpAvlxVG1VGBERABERABERABEQgZgioISIgAiIgAiIgAiIgAiIgAiIgAiIgArFPQC0UAREQAREQgcNBwCx1MJ6ZRQbnmVlkEB8H9UWLA/6ocJB86NerDgzqmoDq5XeBD8bgYzG8kn2IbgM2YuJ726FPQODoo49GuXLlfGTnzp2YN2+e9w9WsHr1asyePTtSfNeuXdGpUycUK1YskpbeWbNmDbZu3Zo+eZ/i3D+qV3c7R8pSv/zyC7Zt25YS2z/ToEGDyIJ//vkn+GLHSEImDh+I8dtvv2Uy5+AmcfsWL17cr2Tjxo042HUwM1SuXBn/+te/8Oqrr4Iv5ETKZ8mSJQhfgJjT24Qv43jnnXeQkJDg19a0aVM8/PDDqFatWuSc4mdEBdwHuH9FJR2Qe+yxx/pzFgtZtWpVtvbbMWPGIHxx5ttvv81FD5v4kJWSJUv69XNf+eOPP7y/t2DRokWIj4/32UqXLo0DeagKywm3oS8wh4Jff/11ryVt2rQJK1as8PkKFy6MSpUqeX9/Ap5Pt28/9H3NMcccE6nu8uXLwXNuJCEbDvsAvtCGWbkvcJ+gn15kQ0ZMX79+PRYvXkw32+K54O+///b5uZ6KFSt6/3AF3N8//PDDyOrr16+PKlWqROJ7c/r27Ytvv/3W6+yzz95b9lwz/2BVZNvYD7D+5uHgS4949eUuyNyqkp1Jxu6KJZEw9AbkO7l2moc6sE8Ixes9+rSUmflzq5mBHzNLc143MyZLIiACJOCOB4PRO+K1dOlS8IFy7du3x/Dhw/Hjjz9i8+bNES68dly5cqV/YB2/j7Rr1w7vv/8+wn4wklHOYSHAPuS1117DV199dVjWn5dWyu80X375ZZoq87qG1zdpEg9ChOtYsGABnnvuOf9g+UcffXSv34sPQjVUpAjskQDP6zy/Dxs2bI/5jqSZa9eu9b+XLFy48Ehq9n611dx1le3XklpIBLJPgNc9Ye7Qp6V4DgstfYrXsdT3v+7Ev4cmYNWGZL84//0RePDfvyf0K482Zxb18xSIgAiIgAiIgAgEBEr3uRjlBnYKIi70facL3ISk9+ciruszSIpPAPtain0vxf44vdzi/jdwWorzaSUREAEREAEREAEROFwEtF4REAEREAEREAEREIHYI5DZ/7l5T2X37t1jr7FqkQiIgAgcRAL+3g9zIXUQ13MoitY6REAE8iYBMwvuRHM2b7ZAtY41Ahw/+Mgjj+D000/HZZddhrFjx2LLli3ZauZpp52Gp556yo9ZfP7553Huuedma7nMMo0YMSKz5Ega18P1RRJy2DEzX6JZqjUzmAXi969Q4Tg32vTPNGBahwsLotOV/+DNe+A9CP4eAt7U59aweGk8ety+GCtXBeOeXZImERABERABEcgTBBb1fBGrx32MlC7N1zn087eoi5JDLkszTjy6j2T/yH40tGYWGSduFvS1cB8zc6Gm9AQUFwEREAEREAEREAEREAEREAEREAERiH0CaqEIiIAIiEDuIpAvd1VHtREBERABERABERABEYgRAmqGCIiACIiACIiACIiACIiACIiACIhA7BNQC0VABERABETgsBEwSx2cZ2Z+kDwrY2aRwXwc5EeFA/1oqejBgPTrVQcGdU1AjQrJMKR8XDlgzCV0H7gRE9/bDn2A4sWLo1GjRhEU2XlRIB8+8Mwzz6Bly5a4+OKL8fjjjyMxMTFSxp4cvnSTLyhkHq67adOmdLMUX67w+eefZzl/X2Y0adIE+fPn94vwJYV8CaiP7CGYO3cu/vnPf/qXGfJheatWrYrkPvHEE1G6dGkf/+WXX7C3F6f98ccf+Pnnn33+QxmUK1cOderU8avkSyqmTp2KhIQ9PywiKSkJ9957L1q1aoUOHTpg8uTJfnkGbCfnMb1Hjx57fMEjj1c+CITbmstyvdu3px57OblNWPZff/3F1Xjx4R5FihTxflbB/PnzsX79+qxm73N6zZo1UbFiRb/cmjVrwPJ9JIuAdeYDU8IXZ5J7FlkPSXKJEiXQoEEDvy7uK9OnT8fe6hQXF4ePPvrIL8OAyx999NF0MxVftJvpjJREHiM5uU1SisU333yT5qW/YXq0/eGHHyL7Q+3atVGrVq3o2Wn8FStWpImnjyxfvhzLli1Ln3zQ4/Xq1UPZsmX9erhfvfXWW+A52yfsJeD5bebMmZFc3JbcJyIJUQ739apVq/qUnTt3+pcnc3/2CXsJ2Ae8+eabkVzVq1dH5cqVI/FD7XAff/bZZ7FkyRK/avYT//rXv1CgQAEfj+HgoDRt69iZ2NBlJMwsUGQthuRKpZA4vBPynVwrw0MdeP3Gazr2G6Glb5ZSjrMsyiyI06fMjEYSARGIEEh2HuXMETrxvP7CCy/gqquuAvt2XtMQRcGCBXHCCSf4a1tex5533nmRa3nOX7duHe677z706tUL0deUnCcdegL8fjVx4kSE2+/Q1yDvrJHfa/n9ljXmdQwtr0O//fZbuodM/O7Oa7w777wTvN47ZCvWikRgDwT4nbxTp07+/J7dB5Puobg8P4vf2Z588knw+87s2bN1js3GFk32j2HNRkZlEYH9JBD9m03o01K8DgotfYr9LTV3YRL6DE/EavdTqJn7XsyJcvVwBhP7VUSbM4u6mJ8UiIAIiIAIiIAIRBEo/Z+LUW5QZ5/CfhMucBPg+tRdM35AfNdnkBSfAPa5FPvgUOybowX3YdwZP0X7PkGBCIiACIiACIiACBw6AlqTCIiACIiACIiACIhAjBF4/fXXwXuA0zerZ8+eOOOMM9InKy4CIiACIpCBQOq9tPT4Gz6VIVveSlBtRUAE8igBnn94LxptHm2Cqh0DBLZu3erHCHOcRbNmzfDggw/iu+++y1bLypQpA44j/uKLL8Cx3hxnHY4XzlYBe8iU1febLl26gOvZw6I5MsvM3zEAs1RrZj5uZv7ZBhzfRoXj3WjDcXDRfocLC+KGK/8BA2DmQic3uQiweOkO9Lx9Kf5ctedx3dBHBERABERABHIJgUW9xmLNuDlwPRp8f8Z6uQj9gi3rouSQjhnGibNfDBXdd5qZ71PNzJUVCO5jZi4MJrNUP0g5okM1XgREQAREQAREQAREQAREQAREQAREIPYJqIUiIAIiIAK5jEC+XFYfVUcEREAEREAEREAERCAmCKgRIiACIiACIiACIiACIiACIiACIiACsU9ALRQBERABERCBw0vALHVgnpn5AXyskZlFBvVxsB/FwX+hpZ9+wHz9GoaHli40AAAQAElEQVSBt+xA9fK74T/J/pE94Hub6HYb8BcmvrfdzzrSg1atWqFo0eCFQEuWLMGzzz4LvjgzKy58GeMbb7yBzZs3488//0ShQoVQoECBrLJnmR4fH49NmzZlOZ8zPv74Y7z33nt0D1gNGjRA/fr1fTk7d+7EiBEjsHr1ah/PLOBLC59//nlfx1WrVmHHjh2IfjBFzZo1wYddcNnt27eDebkM4+lFnpMmTcLGjRvTzzrocW6bNm3a+GOIK/vyyy/xyiuvYE8PjZkzZw7InvVduXIlypYty0W9WN7333+PFStWYN68efjpp598elYBGXNbc365cuVQvnx5ul45vU18oSnBmjVr9thG1ov7OveFlEUO2FSqVAlnnnmmL4flTpgwwR8nPiGT4LPPPos8KKVy5co49dRTM8l16JJ4Lm3bti3CF4dyH+C+kFUNuA+99tprkTbwPPLPf/4zcu7mckWKFEGVKlXoenH/40sHfSRdwOOHD6zki1TSzTrg6M8//+wfhMk6Z1YY94exY8dGXoDYokWLNMc7l6lTpw6NF/d7Hh8+ki7g8c6Xn/K8kG7WQY9Wr14dTZo0iayHPHm8740pX4Y5cuRIf1xzYb4kuX379n7wPePpVbJkSfDFyWH6J598gqeffhpZbdswH+c/99xzmDt3rk9iP37hhReiWLFiPn6oA9aHL4nm9grXzXaF5/YwLTZtzrdq69iZ2HDzCHfudWW7iy0eb8nO5ZRcsSR2DrsB+U6u5fer6Os2nnso7g+hpW8WXAvSZxlmQZw+ZWY0kgiIQBoCPC6oNIlHTIR98JAhQzBq1Cj/kjY2vKa7Zmcar2vGjBmDe++912vw4MF4//338eqrr+Lcc8+NXCt/9dVX6Nat2x6/J7Bc6eAR4DXh448/nq3vTrzWfOaZZ/Dtt99mqWHDhkUqy+9zvEbfU/6+fftG8ud2h33tp59+Cn734DX8RRdd5PdlXvtNnTp1r9dmWbUvO5zIcObMmXjggQdQqlSpSFHffPONv+6OJMgRgcNIgL9d8Desw1iFXLVqPryVx21cXFyuqldurozZkXtdlZu3S6zUjf142JbQp6XYl4eWPsUXEFNzFyah99AE/Lku2X3/TidX4IR+FdDmzCLOCydZERABERABERCB9ARK9bkY5QZ2hutJXX+KFLmY+1175/vzEN/1GSTFJ/jfl9j/si8OxT46WiybcVoq2mdcEgEREAEREAEREIFDQ0BrEQEREAEREAEREAERiDUC0fe7hG2rUKHCIXkBZrg+WREQARHI2wTS3vPBW0DM0qblvfapxiIgAnmWgDv/GIK/PNsGVTzPEuD4iPvvv9+PW73mmmvw8ssv+3vPs9MgjrHjuDuOrX7yySd9GdlZbl/y8F749Pk5NnL06NHpkw9a3Mx82Wap1sxgFojj2kKF495oo8fGhX7HdoVw/RX/gL93IJn3Ibii/eC6ZPy2NA7db1+CP1cluERNIiACIiACIpB7CSzsORarx37s+jOA3VjYrzFSoEVdlBjcMc048bAfZP9Isd8MrZn5sW5mQb9qZuDHLLD0pfQEFBcBERABERABERABERABERABERABEYh9AmqhCIiACIhAbiOQL7dVSPURAREQAREQAREQARGIAQJqggiIgAiIgAiIgAiIgAiIgAiIgAiIQOwTUAtFQAREQAREIBcQMEsdrGdmfpA8q2VmkcF9HPRHhQP/aKnowYH069cwDOyagBoVdqeUY3COm8yrx8CNmPjeNhzpn4YNG6JNmzYRDG+++SYeffRRbN++PZJGh4Mz+TI/vjRz48aNTELt2rVxySWXeD87QaVKlcCHzzEvX1I4YsQI/PHHH4ymEV9GNnbsWP8ywYSE1AcahC9XSJM5XYTLbt68OV0qUKxYMXTq1AkFCxb085YuXYo+ffrgt99+8/HoYO3ateCLH/mAC6ZzGS7LMhinuM9dd911KF26NKNg3rvvvhtc1iekBORInnwBY0rSITdnnnkmmjdv7tdLhk899RSef/75DC+E5Lzp06f77R9y53Jc3i/sgurVq4MP0XCuX75fv37gfsH9g2nR4ov2Ro4cGXkoyNlnn40SJUpEspAnuZIvEw9km/Dln9wfWQ711ltv4YMPPkD6erGN3Fa33noruD7mDcWXxob+/lgzw2WXXYZy5cr5xX/66SfcddddGfYJ1umLL77AgAEDPENm5jHI44P+4VSzZs3Ah7OwDtwH+ELPcePGRerJdIrzuA9xXyJTpl1wwQU4/vjj6aYRy+Q5m4lffvklWF561nwQDI+f7777jtmyrayO9/QFsI58GfD48eMztIXnAJ4Lwv2hTp06aNeuHdJ/GjVqhKJFi/rkJUuWgOcvrt8npAQ89+zv8b5mzZoM+2tKsdk26c9L3E586TGPs48//hh84WNYGLfBihUr8OKLL6Jjx4748MMPw1m48MIL0bhx40g8M4fn/vCYI99JkybhiiuuwDvvvONf2Mv9nMtxHs+LU6ZM8fOZj2mc17RpU3C/oX+olJiYCLab+wLr+9xzzyGsT61atdCrVy/wGiK79eE+wBdF87xIse/I7rKHNV8Or3zruJnY0GUkYG5ygjsfmhkMQHLFkkgcdj3s5FppHurA/ZWsaXmOCC19M4OZ+Ws/uI9ZEHeun8zMWwUiIALpCPABYXySSrrkIyHKfmfy5Mlgf8PzOs8l7N/Y75x77rmZntvNDDz3Dx48GLym5fUkWfGa4N577wX7dcalQ0eA23HChAnY12vCQ1fD3LWm1atXI3zoYcWKFXHxxRejSpUqvpI//PADFi5c6P2DFZQsWdKvc8yYMf5Y4np4/L399tv+epDxI03169fHrFmz8O233+JN99tK2bJljzQEaq8IxBQB9kt8YF1MNUqNyRUEuG+FFQl9Wop9aWjpU3zxMDV34U70HpaAVRuS3XdmOJmTs3DWaWK/CmhzZhGk+SgiAiIgAiIgAiKQKYFS/7kY5QZ0hvt5KEWuP3URc7mT3p+H+K7PICk+AeyDKfbJodhXR8stkub/O5zHNEkEREAEREAEREAEDhkBrUgEREAEREAEREAERCCmCDz77LP4/PPPM7Spe/fuqFu3boZ0JYiACIiACGSDQLLLk8zA2bw6qd4iIAJ5l4A7/yT7e/x1Hsq7GzFv1XzDhg3geEGO/Tv11FPx2GOPgeN8s9OKqlWr4o477sC8efP8PdE33ngjChQokJ1F9ztPoUKFIstybNno0aMj8UPlmPFuAcAs1ZqZj5uZH9/GMSoU6xjacFwc00K/Y7tCuOHK/HALw+A+KYG52JKl8ehx+xL8uSp1zLzLoUkEREAEREAEcg2BRb3GYs24Oa7Xcj2XBdUyc45TwRZ1UXJwxzTjxMP+j30hFfaRtGbm+1Azg1kguI+ZuRCRNLMgDn0CAgpFQAREQAREQAREQAREQAREQAREQARin4BaKAIiIAIikOsI5Mt1NVKFREAEREAEREAEREAE8jwBNUAEREAEREAEREAEREAEREAEREAERCD2CaiFIiACIiACIpBbCJilDtIzMz94j3Uzs8ggPw76o6IHAtKPHiRIv34Nw4BbElCt/G4gOdmLD90P1X3ARkyctg1H8ofcevbsiTPOOMNj4MsLpk6dilatWoEPaODLMPv27etf7NetWzf8+eefPl/p0qXx4IMPonz58j6enYAvCLzsssv8dmR+vlyT8U6dOvmXbnJdXOc///lPPPnkk0hISABfoMeXGTL/tm3b8Ndff9FNowoVKoBlM3Hjxo3o1asXWOehQ4di1apVTPY666yzwIffsc1MWLJkCa655hpceumlPj/Xz7pcdNFFmD17NrP4unbt2hVc1idEBXyI3j333IOCBQv61K+++gpclpxYFtdFjuRJrvnz5/f5DnXAl5nyJaZ16tTxq+aLKkaNGgVy7tGjh2fP+a1bt8b999+PLVu2+Hx8ISrTubxPcAHZcRuVK1fOxeD3B7b3wgsvBPOy3X3d/kKmZBnuL/Xq1QNfwmpmfrkwIFdyYrlMO5Bt0qFDB4T14r7D+vAlmKwP63XnnXdG2sx6MW+jRo24Wq+VK1d6eyABmXE94T7Bl5dynyAL1oF1YZ24j3Jf5bqaN2+O6667LnKuY9rhEs+bffr0QciFHJ944gnPje1iG7jPcN/hPsR9iXXl+aN3796Zvlz39NNPx8knn8xs4HHAh7C0bdvW7y+PPPIILr/8cvCBMjx+yI/b0WfOIsju8R69OI+9sC3t27dPs26eA7jfMT/Pa/fddx9oGY9WgwYN0LJly0jStGnTwGMm5MJtHB7vPB8xHsmchRMek5z9+uuv+/MTGb/11ltM2i+F56Xo45YP6bn99ttx3nnnoUmTJl6nnnoqyPqpp57Cpk2bIuvits1qW0YyOYfn/v/+97+RY84lgcfQQw895PuPpk2b+vU0a9YMPD+wXZzPfBT3MS5frFgxRnNMXAe3S9jO9Jb7I9v9+OOP+/qGK65evToGDhyISpUqhUkxbXOycVvHzsT6m0a4Inmd5S+1EF5n7a5QAonDrke+U2qneagDz/k839BGX8/RNzPf99KH+5hZmvOjmblUTSIgApkScMeHwTKdFeuJixYtwsSJE/21BtvKawv20eE1GdOykpnh/PPP998Hwvw//fQTXnjhBX8+y2o5pec8ga+//tpvR5Z8wgkn7NN3TS5zpOmHH36IfN/lNSCvLU877TSPYfv27fj000+9f7CDatWqgd/rw/WsWLECixcvDqOyIiACIpBnCZi7rrI8W3tVPLcS4PflsG6hT0vxd7PQ0qf42xs1d+FO9BqaiFXrU757sxD3/w430cOEfuXR9swi3o8O5IuACIiACIiACGRNoNRtl6DsgE7+VRvuRyA3JQe+WyTp/bmI7/o0kuITwL6YYt8cin12tNwifnlaivNoJREQAREQAREQARE4FAS0DhEQAREQAREQAREQgdghEBcXh2HDhmVoUMOGDf09xhlmKEEEREAERCB7BMwACnn3o5qLgAjkYQLu/GMw1wDKGU0icJAIzJkzBxxDwbF8HP+7L+MTOdZz8uTJ+OOPPzB48GCceOKJB6mWGYvluNow9bnnnouMQw3TDpU1C45Rs1RrZjALxHFuoaLHw4Xj45gW+h3bFcINV/wjuAchmS3g/QjeweKl8ehx+2KsWp3IGZIIiIAIiIAI5BoCC3uOxeqxc3x9gl7Lu+D96gXPq4OSQzqmGSce9nvsAyn2k6E1Mz9O3CzoR80M/JiltUyT0hJQTAREQAREQAREQAREQAREQAREQAREIPYJqIUiIAIiIAK5j0C+3Fcl1UgEREAEREAEREAERCCPE1D1RUAEREAEREAEREAEREAEREAEREAEYp+AWigCIiACIiACuYqAWTB4j5UyMz9IPvQ5+M/M/KA/+uFAQFoqerAg/fo1DAO7JqB6xWTA3ESlOM5Fj4EbMem97TiSP8WKFUP/DcxmeQAAEABJREFU/v1x5ZVX+oGXZJGQkIAff/wRU6ZMwdSpU7Fq1Some9WsWRMjRowAHybnE/YhuPjii8GHMnBbcTG+MGH+/Pl+PVwX18l1FylSBL1798ZTTz2F4447jlmxZcsWLF++3PvRQalSpcCXfHJ/YPq6det8nV955ZU0+c0MV199NR555BFwGeblixr4YAq2ketnXVgnzmMdbr/9dlx77bUw497C1LQ677zzMGDAgEh5XPabb77x7eELLNkW1qtjx47o3Llz2oUPYaxSpUp44okn0KJFC3/scNV8SOBXX33l6zpjxgxs3LiRyV4nn3yy38ZczidEBbVq1fLzuB+EyWTOMsiQLMmUbDm/efPmGDlyZKYv8DTLuW3Cej3wwAORbcF1c79lfVivjz76CJs3b/btJ4exY8fioosuYjavX375xb/Ew0cOIGDZZB3y4T7B/Yp1YF1YJxbP/YLr50NReAwyLTeofPnyePzxx9GqVSvPinXivkJ+bAP3GcaZzuP4+uuvx6BBg5BVG5j+3//+F40aNeIiXtzXuL/wQTJLly71L+vlfJ5Xqlat6vNkFfDYzc7xHr38zTff7M87ZJ7Zupm3du3aGDVqVJbnNfYnffr0QcuWLZndixxCLtzG3NZVqlQB28GX1vpMewjOc+cP7rfMwmXDcwfZxMfHM3m/xH2Q+/fxxx+f7eV5vvv3v//tz4/cZtlZsEGDBuB6uD6yzc4y3GfY1zz99NOZnhOyU0ZO5mF9rrjiCkyYMAHHHHNMThadm8vKsbptHf8h1ncZmdJHun6SEwVDcsWS2Dn8BuQ7pba/tuAxRN5U6HO/YZyWMjOYBWIlzVL9ME4riYAIZEXAfd8JHhGWVYaYTGcfyvM4+3g2kP1fjx49wHMN49kV+2Ves4f5p0+fDl6nhHHZg0uA3yf4AHN+f6pYsSJ69eqFAgUKHNyV5uHSyem9996LtIAPauQ+f+aZZyJ//vw+/eOPP07zHc8nHqSAx13x4sV96Tt37sRff/3lfQUiIAIikJcJJB+B11V5eXvlhbpHvwg49Gkp/o4aWvoUr3OpeYuS0Hv4TqzawFYaEEzOGswME/tVQNsziyCTj5JEQAREQAREQAT2QqDUbZei3AD3/1vXp5q5vpX5DTD3t+v9HxDf9Wns2pHo/3/Ifpl9dCj23dGC+zDujJ+ifZ+gQAREQAREQAREQAQODgGVKgIiIAIiIAIiIAIiEEMEhg4dit9++y1Di7p3746yZctmSFeCCIiACIhAVgR4P23UPL6tkIpKymOuqisCIpCXCbjzD+9Fo/JyM1T33Engzz//xLPPPosLLrgA55xzDoYMGYJly5Zlq7Ics33//ffj119/xbvvvourrroqW8vldKbRo0f7Ijl+4HCOv2YlzIwGZqnWzHzczPxYW45/o8LxcLS8j5+WCv0O7QrhhivzAwb3MZiZswDDJUt3oMdti7FqdSL0EQEREAEREIHcQGBR73FYM24OfEcFhMbbgucdh5JDOqYZJx72d+z7qOi+0cx8n2lmMAsE9zEzF2raCwHNFgEREAEREAEREAEREAEREAEREAERiH0CaqEIiIAIiEAuJJAvF9ZJVRIBERABERABERABEcjTBFR5ERABERABERABERABERABERABERCB2CegFoqACIiACIhA7iNgljqIz8z8AD/W0izwzcwP/oseEMgBglT0oEH69WsYBtySgOrlk5GcDLjQBT4EP90HbMCk97bTPWJVpEgR3HHHHXj77bdx44034phjjkHBggUjPEqXLo3zzz8ffCnjyy+/jAYNGkTm7YvD7dGzZ09MnDjRP1iC5YbLsw4nnHACHnjgAfBlhtdffz34EsGTTz45zIJPPvkESUlJkTgdM8O1116LRx55BNWqVfP7BdP5Aobly5fTjcjM0KpVK7z11lt4+OGHwfWVKFEiMj+sA1m88847uOKKKyLlRTJFOWaGs846C2+++Sb+85//oE6dOn4AK7OwrLPPPhtjxozBPffcg0KFCjH5sKlMmTIYOHAguP34ctOqVatG6srjqHLlymjfvj1eeOEFjBo1CoxnVdm6dev6crg/nH766ShfvnyEU1gW18GXsT755JPgurMqyyzntgnr8tprr6FLly6oWbNmpH08LzB+ww034PXXX8egQYNQoUIF1K9f3+9jrNv8+fOxatUqugesU045BZMmTcKjjz7q9zHuC2Gh3Ocvuugiz4/7evS8MM/htjzu+vXrh//973/gdozeV3he4Pbv3bu3f7gLLdP2VGfuS88//7w/f5BNmJ+WxyD3S85nvj2Vw3lm2T/emZ/iS1BZTx6LPCZD5rTcZ0aMGIGXXnrJn/eYPyuRS//+/f0xEl0O9y8e+3fddZcvJ7vnx0qVKuGJJ55A69atwbqE6129ejXi4+PD6H7ZWrVq+XPPlClT/Dmd+3r0Onic8rht3ry5PxfyJcfXXXfdPr8smccRjyeeL3kO5PaMPqey8tznmc7z6owZM3xfE10X5jlU4rbiS4X5kmcef6zPnXfeiaJFix6qKuSC9eRMFbaO/xDrbhrhC0t2V1buwiqY3HXW7grFkTTsBuQ7pbY/D7PvJ3sq9LkPMk5LmQXXd/RZqFkQp0+ZGY0kAiKwRwI8Tqg9Zoq5mcuXL8fXX3/t28VzCB88l74v8jP3EpgZ/vWvf4H9BLNu3LgRH374Id00WrBgAVq0aIEmTZrgkksuwYYNG9LMTx/Z1/wJCQlgv8zvZLze4Hoofoe577778MMPP4Dfc9KvJ4zHxcWhW7duaeq3YsUK/13ljDPOQLNmzXDppZdi/Pjx+PLLL/13GZbPNrGu2MuHL6/j9yguQ7GcvSyy19l8gR6v05YsWYLwuo3f6/a64BGcYeHChX5fIAJej/Gajn6jRo3Aa3X6fHjjt99+S/egq1y5cpHvVVzZ+vXraQ6a5syZ4/dx7oPc37nf72ll2c3P3xqYl98dWrZsGVkHj0Uek/wdYfv2rH874jHEY4n1yuz8wHqyvtHzeUwtXbrUX5PzOOc8qm3btuB3j99//31PTUszj3m5DJdlGRT9ESNGRM5VPGaZTtFPU8B+RngefPrpp/25hecYlp1+vftSNDnNnDkT3A4sJyyT5XK7cFtMmzYNzJe+XKaFjB9//PHI7KlTp0a2J+czX2RmisPtz/Miz7Xt2rUDjyuuk+I+wO9L/J6/efPmlCWyNuF25fbg9/+wDSzzsssu898D//jjj6wLSDfnQPoG7tNsA793rly50pe8ZcsWsD1Mp5jHz1CQhoDZkXddlQaAIjlKgOeFsMDQp6V4bRda+hSvj6h5i5LQc2gi/lznvmy7797++7dz3eT+z5GMCY+WQ9szC4dFp7OKioAIiIAIiIAIZIdAydsuQZn+N/i+lX2s63LdRC8Zu6bPRVyXp7BrRyLYN1Psq0OxD48W18c4LRXtMy6JgAiIgAiIgAiIQM4TUIkiIAIiIAIiIAIiIAKxQmD58uX+Puv07eFLPLt3754+WXEREAEREIE9Ekh3zwejefo+kD02VjNFQARyOwF3/jEEf7m9qqpf3iHwwQcfoFevXv7eWN4Xy/Fx2a09x4pyvOGiRYv8eOzw3vPsLn8w8p155pmIvu/3YKwju2Wamc9qlmrNDGaBOGYlVPS4uHC8HNNCv0O7Qrj+ivyuvOTIPQn+boTkZCxeEofu//kNq1YnuvmaREAEREAERODwEVjYaxxWvfgx2EeFgeu5XN8FFDj3OJQaelmaceJhP8c+j2K/GFoz888bMQv6TTMDP2aBTe8zLkUTkC8CIiACIiACIiACIiACIiACIiACIhD7BNRCERABERCB3EggX26slOokAiIgAiIgAiIgAiKQhwmo6iIgAiIgAiIgAiIgAiIgAiIgAiIgArFPQC0UAREQAREQgVxKwCztYD6zIM6BgJSZ+UGA9MOBgbRU9OBB+vVrGAZ0TUCNismRwfa+tJSgx4C/MPm9rF/khjzy4UvJ+JI/6plnnkGRIkX2qeZ8eSAfEve///0Pn332GVgONWPGDAwYMAAsnzyzKrR+/fqYNWuWX+7NN99E2bJlM2Q1Mxx33HF47LHHwHJZPsUXjvHFjxdffDGKFi0aWe7666/35TFPv379kNn6uQ9ccMEFeOONN/wLQJmXuvrqqyPlRDvkwhfJcX18sSfzUmEdrrzySuzLi0NZ32uuuQaTJ0/GV1995evLsoYNGwa+hNHMEN0O+tH12Ref24B1pfZ1G5sZatWqhf/7v/8Dt09YV7409e2338Z///tfnHjiif642luduB1YFz5cgy/fYxmsEy3L4jq4P5j5g2xvxfl9NSe2Cbdb165d8dprr0W2BdvJOB9sEv0yUdYv3F/5QsDoeaxw3759/bZku/Z1mxUsWBB8wR73Me4LLIPiPv/ggw/67WCWORtyZV4qO9s4uh3Zyc+2ZUc1atTIsK/wvMCXHpJHZsd3VuWG+8vo0aMj5xaWRT58iSPnc1mWy3ZT5MC09NrX453Lm5k/FnlMhtuDlvsvHxLDMplvb2I+HiPR5XD/4rF/+eWX+/2YZbDubAPFNjEtM/Gc++ijj4J1YV6KD9EpXbp0Ztn3Kc3MUL16dfCcPmHChDTr4HHK4/app54CjzueE/ep8HSZ2Q6eA7k9o8+pbA/3eabv63mVdeL+zDIoHo/pVuuj0ayZb0/ituKxPnjwYLCv4fnCF7KfQXbruJ/FH5zFcqDUreM/xPqbR4JnsEBB6BMqlEDSsBtgp9RK81CH6GszHkeM01JmBjOL9D1mQRwpHzNL8WREQAT2SCA5GfzbY54YnMnriY0bN/qWValSBSeddJL39yeoWrUqmjVrFln0888/x5YtWyLxg+188803uOSSS3D//ffjxx9/RFxcXGSVbOP777+Pm266CbzWXbVqVWTenpz58+fj5ptvxieffIKEhATwBXV//PGHv1bmtRy/l3F5tpN56O9Jq1ev9tfHzMPrlTPOOIPuAenjjz/GO++848to06YNWrRo4X0FWRP48ssvsX178PvFySefjIoVK/rMxYsXx+mnn+59bmte93C7+4SDGKxbtw6bN2+OrIHHUiSSR5xly5aB17O33XYbeOxHt4fHIo/JRx55BO3bt/e/Y+TESxx37tyJJ598EldddRX4HZrHOVI+ZPr666+D3zGeeOIJJCUlpczJaLiN+b2GebkMlw1z0Z84cSI6dOiAd999FzlR77Bs1onfM1g2r/d5buF+x/n7s17Wjd8deJ1+zz33+O3AcsIyWS63C7cFv1PzAaQ8bzL9QPX999+D31d69uwJnmvXrFnjX+4Zlst9YMGCBRg+fLjfB/bEknm5r7A8bg+er8M28GWhy5cvx7hx48D6Dxo0KM25PlxftGUbc7pviC5fftYEuE8mZz1bc0Qg2wS4L4WZQ5+W4vkhtPQpniuoeYuS0GtYIv5cH+6JBv65gBMmPVYeF561h9/+w3wfTd8AABAASURBVJXKioAIiIAIiIAI7JVAqds7oOyAzr6PZWbf53rHsHvGPMTf8hSSdiT47wnsp9lnh2JfHi0uxjgtFe0zLomACIiACIiACIhAjhJQYSIgAiIgAiIgAiIgAjFDgPcl//333xnaw5d5ZkhUggiIgAiIwL4R4L/dkxns22K5JrcqIgIikLcJuPNPcI+/zkN5e0Me/tovXboUI0eOxDnnnINWrVr5e5B5v2t2anbCCSeA4xd5DyvH2F566aXZWeyQ5cnOOIZDVhm3IjNzIWCWas3Mx83Mj3/jeDiK4+Mo+hwfS58K/Q7tCuH6KwvALe0E/zEzwGnJsnj0uO03rFqdAH1EQAREQARE4HAQWNh7HFaPmwP2S4h8DPwrdF4dlBp6WZpx4mH/xr6OYv8XWjPzfaSZWzpFcB8zcyFgZl7QJ2sCmiMCIiACIiACIiACIiACIiACIiACIhD7BNRCERABERCBXEkgX66slSolAiIgAiIgAiIgAiKQZwmo4iIgAiIgAiIgAiIgAiIgAiIgAiIgArFPQC0UAREQAREQgdxMwMwi1TOzyMA+M4sMAuTgQIoDBKMVPYiQfv0ahv63JKB6+d3+pWf+sRkpAR+k0b3/Bkx+bxv0EQEREAEREAEREIFYJHCgbdo6/kOsu2lE5DqKl1HBC4ySsbtccSQOvQ75GtdO81AHXpvxOow2vF6jpczMX8/Rh/uYpV7ruWjkuo++JAIisBcCPH5ge8kUW7P5wrVffvkl0qi6deuiTJkykfi+OmaGpk2bRhZbuXIlsvtQvMhC++HwPDpjxgz06dMH69ev9yXwnNmoUSN06NAB7dq1Q7Vq1fz5kjPnzp2Lnj17YtmyZYxmKZb18MMPY+PGjShdurR/0B8f9ke/TZs2qF27Nlq3bh1Z/ssvv8S2bXv+Pjx//vwIk1NOOQU1a9aMLL8/zurVq/Hss88iISEBtWrVQpcuXcA+Y3/KOlKW4fb88MMPfXPz58+Ptm3b+n7XJ7igZcuWfns7Fz/88AMWLlxI96CK+8XWrVv9OooXL45KlSp5P68E69atwz333IMlS5b4KhcsWBB80CWPP4o+0zhzy5YteOihh/DJJ58wut9KTExE//79MW7cOP8CSR6XPD65Ph77PAewcJ7nJkyYgLfeeovRDEpKSsLQoUMxfvx4Xw4zFClSBOedd54/f4RlxcXFgeeDV155hVkOWDxvTZ48GU888QRYNguMXm+zZs1AZpzXr1+/vfJieWzn/fffj02bNrE4vzzZkwnVvHlzcB1+pgt4juO2+OOPP1wsmHj+OP30033bGzZsGCS6sHr16j6N5XA+87lkP82aNQu9evXC8uXLfZzs69Spg4svvtgvQ5YlSpTw8xiwTYMGDcK8efMYTSNur8cffxxvv/02+DJQXuPy/M3zONcdXRbnv/rqq2B+LpemIBchk5zoGypUqODbwXNF0aJFXckAzx0tWrTw6awX8/gZCtIQMHddZWlSFBGBfSfAYzlcKvRpKZ4HQkuf4vmAmrtoJ3oN24mV68Klaf03cDqY+Gg5XHhWEe9nFShdBERABERABERg3wiUvP1SlBnQyS+UDPa7dGmTsWv6XOzo8hSSdiT4717sr9l3h2KfHi2/ZDKXpQf/e3rgKRQBERABERABERCBnCWg0kRABERABERABERABGKDwDfffOP//56+Nfx/7hVXXJE+WXEREAEREIF9IODv/TAXUvuwXG7KqrqIgAjkbQJmFtyJ5mzebolqf7gITJ06FTfffDN4736fPn0wZ86cbFWlcOHCuPbaa/Hee+/5e8rvu+8+1KhRI1vLKhNgZuDHLNWamU83Mz+2g/cJU7z3OBTvUU7vd2hXCNddmR/hh/cXgPclJANLlsSjx38WY9XqhHC2rAiIgAiIgAgcEgILe43DqhfnwN/m5vqk6JUWOOdYlBra0Y9XC/u20Ib9XNgH0pqZ7xvNUvtKuI+ZuRC+/4Q+eyWgDCIgAiIgAiIgAiIgAiIgAiIgAiIgArFPQC0UAREQARHInQTy5c5qqVYiIAIiIAIiIAIiIAJ5lICqLQIiIAIiIAIiIAIiIAIiIAIiIAIiEPsE1EIREAEREAERyPUEzILBfayomUUG+ZlZZDAgBwdGKxw8GD2YkH79GoZ+tySgWvlkGMKPOd/gAvQY8Bcmv7fnlx5CHxEQAREQAREQARHIewQOqMZbxn+IdTePdGWYu2SinOsmM0Ny+RJIGnY9jmpybJqHOvB6jNdftLxOCy19M1dGilwxMAvi9Ckzo5FEQASyTSDZ5aScOUKmrVu34vfff4+0tnr16v4cFEnYD4cPtTv66KP9kn///TfWrFnj/YMZ/PzzzxgwYAASEhL899tWrVr5B+2NHTsW9957L/r27Ys33ngDL7/8Mho0aOCrsmLFCr/Mtm3bfDyzgOVt2bIFbdu2xZtvvol+/fp5TZs2zT8E0MzQuHFjlC5d2i++ZMkSLF261PuZBXy53axZs8CX2/E83qJFiwPinZSUhOeee86vs2DBgrj11ltRqVKlzFattCgCv/76K7j9mVSzZs3IPsE4Va1aNTRs2JAutm/fjunTpyN4SKBPyvGA++/zzz8fKZd1Yh0iCXnA4fHB/Z9V5TExZcoUjBkzxh9/PAbpM43zmIfHFo/PPR1/zLcnrVu3Dp9//jmKFy+ORx991G8nHqNcH8vm8c5zGsvgMffOO++AxzPj0ZoxY4Y/vpnG47JLly744IMPMHjwYF9/lsXzR6NGjfxLKrle5j1Qff311xg1alTkfNCuXTt/3grX+/TTT4PMzj33XH9uy6zu0XVYtmwZXnrpJV8e0y+++GLfDrInE+qpp57C7Nmz8cADD4DnDObjOfqjjz6i61WgQAFcd911vu0tW7b0aQxOOOEEn8ZyOJ/5mL5x40Zw/+U2ZbxZs2a+HZMnT/brYX62aebMmf5lC+H5kscWt0n6Y4vHAx+UyrKYd+TIkZ5DX3ceD8viOZjbiduL+Zify9GPFtNyom+oW7eub3vv3r1RqlQpvwo+1LVz584+nfViHj9DQRoCyXy4apoURURg3whEnyNCn5biuT209Clea1FzF+1E7+FJWLneXdu7r8UGA9x1mwsAGCY9Wg4XnlUEe/lotgiIgAiIgAiIwH4QKHl7B5Tp38n1uK7/9WFgnYvdM+ZhR5enkLQjwX+/Yr/NPjwU+/ZocfWM01LRPuOSCIiACIiACIiACOQAARUhAiIgAiIgAiIgAiIQIwSGDRuWaUu6d++eaboSRUAEREAE9kbA/b89JQs9/kZPpSTlNaP6ioAI5HECPP/wXjTaPN4UVf8QEliwYAEGDhwI3tfavn17vPDCC9i8eXO2atC8eXMMHToUy5cvx4QJE9C6detsLadMGQmY8Z4BwCzVmpmPm5kf+8H7galwvBxtOI4u2u/QrhCuuyI/DICZD50DwLlLlsWj522LsWp1AvQRAREQAREQgUNBYGHv8Vg1bg7YJUXEFbt+qeA5x6H0sMv8mMGwTwst+zYquu8zM98nmpkrLxDcx8xcqGkfCCirCIiACIiACIiACIiACIiACIiACIhA7BNQC0VABERABHIpgXy5tF6qlgiIgAiIgAiIgAiIQJ4koEqLgAiIgAiIgAiIgAiIgAiIgAiIgAjEPgG1UAREQAREQATyBgGz1EF+ZuYHALLmZhYZFMjBglT0wEH60YMK6TeomQ/9uyagavndCD7+MRre5cN9uvffgMnvbfNxBSIgAiIgAiIgAiIQGwT2vxVbxn+IdTeNBHih5ILUKydgd7niSBp6HY5qcmyahzqE12C8NqMYp6XMgms5+qyVWRCnT5kZjSQCIrBPBHjcUPu0UJ7OnJiYiO3bt0faUKxYsYi/v07ZsmVx9NFHRxbng+8ikYPgJCQkYPTo0diyZYsv/ZJLLsHDDz+M0qVL+3h0UKtWLf8gP1qmz507F++//z7dLFWxYkV06dIFRYoUieThd+L8+fP7eM2aNXHKKad4nyw//fRT72cWrFixAvPmzfOzjjnmGDRp0sT7+xvMmDEDU6dO9YtfeOGFOPvss72vIGsCfLngtGnTsHPnTp/pvPPOQ8mSJb0fBgUKFECbNm387yRM4zZdvXo13RwTj70lS5ZgyJAh6NatGzZu3OjLLliwIDp16oScOBZ9gYcgiI+Pxw8//ODXVLhwYd+eChUq+Hh0wLS77rorcmzy3PDHH39EZ9lnn7zuv/9+/2DN8JooLITH2L333gvWiWm///47Vq5cSTcich83bhz4skkm8sH/t9xyC1gu46EqV66MJ598Eo0bNw6TDsjyvDVp0iTQsqB27dqB7ShatCijEZFZ3759wQeJRhKzcGbOnIn169f7uccffzx69+6d5rzlZ7iAnC666CJcfPHFLhZMixcvxv4+GPfbb78Fl2dJPF/+3//9X2QbMy2UmeG0007DzTffHCb57cH9J5LgnPnz50f6JZ7PuYxZ2r6Z26eTO05OPfVUtwR8/nnz5nk/DMj2YPYN4Xpk90zALO2223NuzRWBtASiz0uhT0vxvB1a+hT7eGruop3oNSwJf6xNduc2V2ays+47eEoEkx4thwvPSr2uczmymJQsAiIgAiIgAiKwvwRK3tEBpfvf4BZ3/bDri30/zN/FnXa/Pxc7ujyFXQmJYN9NsS8PxT4+Wq4Qt7hbkI4T5zmjSQREQAREQAREQARyiICKEQEREAEREAEREAERiAUCvA/k5ZdfztAU/v+/ZcuWGdKVIAIiIAIikB0Cae/54C0gZmnTslNK7sijWoiACOR5Au78Ywj+8nxb1ICDSoD3Z7/++uu45pprcNJJJ+Gee+7BN998k611cuwBxwx89NFH+PLLL3HbbbehfPny2VpWmfZMwMx8BrNUa2YwC8R7m0OF4+ZoOWaDlgr9Du0L49or8gf3Efj7EeB8KhmLl8Sh539+w+o1iX59CkRABERABETgYBH4tdc4rBr7seuA3JRMJbv+yMmtsODZx6H0sI5pxomH/Rj7NIr9XmjNzI9fMwv6RTMDP2aBTe8zLmVFQOkiIAIiIAIiIAIiIAIiIAIiIAIiIAKxT0AtFAEREAERyK0E8uXWiqleIiACIiACIiACIiACeZCAqiwCIiACIiACIiACIiACIiACIiACIhD7BNRCERABERABEchDBMzSDvYzC+JmFhkcyEGDVDhwkJaKHlxIv0HNfBjQNRHVyicDMP8XWjNDjwF/4aXpqS+ThD4iIAIiIAIiIAIikJcJ7Gfdt06YhfU3Pw53eQQY3Mdg5uQ8lC+BpKHXIl+TY9M81CH9tRfjvD6jzNyyTvRZhFkQp0+ZGY0kAiKwrwSS+aAVfrfZ1wXzbv6//voL27ZtizSgZs2aEX9/HZ6bqP1dfl+XW7hwIX744Qe/WMWKFXHdddeB31d9QiZBpUqV0LlzZz+HL5ebOXMm4uLifDyzoFGjRqhcuXJms3waz88ZjDOBAAAQAElEQVQtWrTw36eZ8Mknn+Dvv/+mm0F8gOCGDRt8euPGjVGqVCnv70+wdOlSPPHEE2AbateujZtvvnmP7d6fdcTiMmvWrMHcuXN904oXL46zzjrL++kDPvSxSpUqPnnVqlX+QY4+ko1gy5Ytfj9s0qQJstLpp5+OK664AnwAfbj/8bhp3749OC8bq8k1WfjyRe6HrFBSUtIej6dq1arhhBNOAI/V+vXrR44bLrs/4nF0xhlnZLnosccei6pVq/r5W7duRXj8+QQXzJ8/H8uWLXMewOPooosu8tdoPiFdUKxYMdxwww3Inz9/ujn7HuXxy3VzST4wlA8azeq8xfXy+C5atCizZ6qdO3eiQIECqFWrFkqUKAHuR7SZZnaJZobjjz/eecG0fv16xMfHB5F9DHfs2IG6deuC7Tj33HPBbbynIurUqYPChQv7LOvWrcuwv3Af8jNdwP6J+5dzM0wFCxYE18f1cl8ip+hMB7tviF6X/KwJcPsdWVdWWbPQnH0jwH0nXCL0aSn2OaGlT/HFwdS835LQe8QurFzvlnbnOv/N2FkX89Okx8rjwrOCc5BP2FOgeSIgAiIgAiIgAgdEoOQdHVGmfye4L1kpAhB0zkh+fy52dHkKuxISwT6cYp8ein19tOA+jDvjp2jfJygQAREQAREQAREQgf0loOVEQAREQAREQAREQARigsDQoUMztIP3hHTv3j1DuhJEQAREQAT2kwBvAElmsJ/LH87FtG4REIG8T8Cdf3iXP6DzUN7fmAenBfPmzUPfvn3B+4ovu+wyTJ48GYmJidla2bnnnounnnrK3088evRof29qthZUpn0iYOZvGIBZqjUzHzczf08576WnOD6DluL91YxTod+hfWFcd2VBuIWd3GROMJgZliyNR8///IbVaxKhjwiIgAiIgAgcDAK/9h6PVeM+cUUbwMnLByh49rEoPaxjmnHiYf/Fvoxi/0ZrZjAz3weaBb6ZgR+zVGsW+EyX9kJAs0VABERABERABERABERABERABERABGKfgFooAiIgAiKQawnky7U1U8VEQAREQAREQAREQATyHAFVWAREQAREQAREQAREQAREQAREQAREIPYJqIUiIAIiIAIikNcImKUO9DMzPziQbTCzyCBBDh6kOIAwtPSjBxnSr18zH/p3TUC18ruRzL+UB2r4B+87v3u/9XhpeuoLJaGPCIiACIiACIiACORRAvtT7S0TZmHNjSPAayN3aeQsS3FXTS6SXK44dg65Fkc1PS7NQx2ir7nC6zBaysz89Rp9uI9Z6rWci0au6+hLIiAC+0iAxxNsHxdS9sNNYN68edi+fbuvRqNGjVC5cmXv7ymoV68eypYt67MsW7YMa9eu9X5mQZ06dfw5OrN5YdpJJ52EKlWq+Ojy5cvxyy+/eD86SEhIwKeffuqTihYtitatW8Ns//a3uLg4DB8+HOvXr0fBggXRo0cPlC9f3petYM8EPvvss8j25v5Sq1atTBcoV64cTjvttMi82bNng9swkpDDTpEiRdCrVy/ccccd4G8tOVz8QS2O+2CZMmX8Onbu3ImBAwfiiy++QFJSkk+LDgoUKIAhQ4Zg6tSp/mGZdevWjZ69zz6PZa4/qwW5vpIlS2Y1G3PmzAFfMMkMTZs2RenSpelmKe4zB1pnFr5gwQJs2bKFLmrXro1KlSp5P6uA66Symp8/f3506tQJr776Kj788EN06NAhq6yRdJ6HIpEDcC666CJMmDABM2bM8Pvv3ori9mJ9s8pXsWJFf63L+W+99RbGjRuHbdu2MZpBbCfXy/XTj85wsPuG6HXJz5qAgX9Zz9ccEciMAL87h+mhT0vxnB1a+hRfGEzN+y0JPYclYcXaZPe9mw/7dpYF0XV24qNl0e7Mws7L3qRcIiACIiACIiACB06gxB0dUbrfDa4g1yG7CZQLaHZP/x47ujyJXQmJYF9OsW8PxT4/Wq6QlD6eHtL4QYpCERABERABERABEdh3AlpCBERABERABERABEQg7xPg/5RnzZqVoSG8l+bEE0/MkK4EERABERCB/STAex2p/Vz8cC6mdYuACMQAAXf+Ce5EsxhojJqQUwS2bt2KyZMn+3tmTz75ZDz00EOYP39+torneIPevXvjyy+/xEcffYTu3bujePHi2VpWmfafgFlwDJulWjODWSCOkwvFcXUU47y3nj4V+h3aF8K1VxQAeAMC5Rx/j4Gr3uIlcejRZxFWr050MU0iIAIiIAIikHMEFvQej1Vj56QW6Pqg5BQVPLs2ygy/zI9BDPur0LIPo9ivhZY+ZRb0g2bmyzVLa32igmwRUCYREAEREAEREAEREAEREAEREAEREIHYJ6AWioAIiIAI5F4C+XJv1VQzERABERABERABERCBPEZA1RUBERABERABERABERABERABERABEYh9AmqhCIiACIiACORJAmbB4D9W3sz8IPnQDwcL0lLhQEJaKnqwIf36NfOhf9dEVC+f7MoBDICZCykAPfpvwEvTM39Zl5utSQREQAREQAREQATyAoF9ruOWCbOw7qaRaa6Lgssjg5UvgaSh1+GopsemeahD9LVW9HUYfTNDaOE+Zq4cJ+f6ycy8VXDwCfz666/Iqzr4dPLyGpJd5SlnjpCpTJkyKFasWKS1y5cvj/j764Qvatvf5fdlOT6kbfHixZFFFi1ahIEDB6Jfv3571Isvvoj4+Hi/3ObNm7F+/XrvZxbUrFkzs+Q0aeXKlcNpp53m03bu3IlPP/00w4voli5dGnmoYO3atVGrVi2ff18Dtvm1117DV1995Rft2LEjzjrrLO8r2DOBuLg4/5DGMFebNm1QsGDBMJrGmhlat26NokWL+vQffvgBCxcu9H5OBOzvK1asiPPPPx8DBgzA9OnTcd1114G/sSCPfdiW9u3bR1j++eef6NWrF8455xz/QMy33nrLH2Pcd3O6acccc8x+F8n9gXUNCzjllFNCN0vLh3tm55yQZQEpM3755ZcUD6hSpQqKFCkSiWfmcH716tUzm5XttMTERKxYsQJTp07FPffcg/vvvz/byx5IxqSkJKxZswYzZ870D1f997//jS1btmRZZJMmTXDsscf6+QkJCXjyySfRokULXH755Xj66afBcynL9BmyCLivHey+IYtVKzkdgWQcWddV6Zqv6H4Q4PEbLhb6tBSvMUNLn+KLgql5v+1Ez+FJ+GNdMvit2MycdTJXmtOkR8ui/Vl7Pte6nNGTfBEQAREQAREQgRwiUPLOy1C6Xye4zjmQc8xcBw0gefpcJHR5ErsSEsE+nWIfH4p9f7TcIml+b+E8pkkiIAIiIAIiIAIisJ8EtJgIiIAIiIAIiIAIiEAeJ8DfkYYOHZqhFbwvhy/wzDBDCSIgAiIgAvtAIDlt3vCNhmlT80JMdRQBEYgFAu4cxHvRqFhojtpwYAR4D/3dd9+Nk08+Gddccw3eeOONbBfIe8fHjBkDjpkYOXIkmjdvnu1llTFnCJgF9wuYpVozg1kgjpkLxXvUQ/Ee+/R+h/aFcM0VBQADkLI8XbhgydJ49PzPIqxenQh9REAEREAERCAnCCz89wSsHjvHF+W6Gm9h5iZDwbNro8ywy9KME4/uu9iHsX8LrZlFxombBWXAfczMhZr2k4AWEwEREAEREAEREAEREAEREAEREAERiH0CaqEIiIAIiEAuJpAvF9dNVRMBERABERABERABEchTBFRZERABERABERABERABERABERABERCB2CegFoqACIiACIhA3iVgljoI0Mz8AEO2xswigwY5mJAKBxTSUtGDDunXr5kP/bomolr54FEa/oH7ySkP/HGmR7/1eGn6NugjAiIgAiKQNwj07dsX3377rdf111+fNyqtWorAQSWwb4VvmTALa28cCXcZFLyUKOq6KLnc0dg5+Boc1fTYNA91CK+xeO1FMU5LmQXXambmK2JmkWs3JpgZjXSICOzcuRPbt2/Pc2K9DxGiPLoaHkdUHq3+flS7QIECKFq0aGTJbdsO/DvbX3/9hehyatasGSk/p534+HisX78+UuyKFSswZcqUvWratGn++OWCPC527NhBN1Px+26mM6ISzQytWrVC4cKFfep3332HTZs2eT8MPvnkE2zZssVHW7dujWLFinl/X4NffvkFEydOBB9iXqdOHXTq1ClNf7Cv5R3K/Kyz/63gAFa6v9y4ysWLF4P86FMPPPAAmjRpkqVuvPHGyH7Cc/706dODPp0L70HFixfHhAkT/HV0eD2d3vLhk1OnTsWAAQNw/vnno0iRInsoMffPaty4MW644Qb/W1JY24SEBHz99dd45JFHwAdmXnDBBejfvz/mz5/v998w34HY6PPXvpYTFxeH1atX+8V4rVWoUCHv7y2oVavW3rLscT6PgcTE1IdJVq9efY/5w5nZzcf8a9eu9efBe++9Fx06dMDZZ5+N008/3fv8njdz5kyw/cybk9q8eTN4fuU2v/zyy9GyZUuceuqpaNeuHe655x6888472Lhx4x5XWbp0afTp0we0YUaeO5YuXQo+dJXlnnPOOejduzeyaseh6BvCusnumYDZkXVdtWcamrs3Ajw/hnlCn5bieSC09Cm+IJj64bck9By+GyvWJgffv10hzBsImPRIWbQ/a1/7WVeIJhEQAREQAREQgRwjUOLOy1D6sU7wnbUL2E+zcPbeu977HgldnsSuhESwb6fY14di3mj55cLf2l2E85zRJAIiIAIiIAIiIAL7QUCLiIAIiIAIiIAIiIAI5HUCw4YNw08//ZShGd27d0fVqlUzpCtBBERABERgXwiku+eD0Tx5H8i+tFl5RUAEci0Bd/4xBH+5to6q2EElsGHDBrzwwgv+fmTelzpo0CAsWbIkW+usXbs27r77bsybN8/f49q58/+zdxYAUlVvG39elEZApAThA0RKRFFsRTAQE6REUSkVScH621JiImVgYRAWIKIiYlGihCiKoCAhIi3dNd95znBnZ5PdZXfZeGbmPXVP/u6dc8+9p9oid+7cyQorT+lDwMx8xGYxupnBLCwc1x1IMK+OOud1UKcE5qbX50erFnn8GH+OH+AcPhxS/lq6E116/InVq/f49KSIgAiIgAiIQGoJ/HH3cKx8a0r4FuMi4T3HD4YLhZDn4kooPqBZrHniwX2K9ywK72uBbmZ+7pVZ+L5nZuDHLKzTLBEBERABERABEUgLAopDBERABERABERABERABERABERABEQgIwnkysjEImnJIAIiIAIiIAIiIAIiIAIiIAIiIAIikP0JqIQiIAIiIAIiIAIiIAIiIAIiIAIiIALZn0AWK6FZzGRAM4OZ+RKYWWTyICcVUoKJhdQp0ZMPaa5eIRf6ddiHciVD4XhcHGB0FGfo8tQGvD9xO/QRAREQAREQAREQgexMYOvwb7G2/WC45g9/MHONIS/ABtuL3sf/jWe/GY3PP/8cf//9t1/cIW7bina2SbfnSwAAEABJREFUvyhm5uOgGe5jFrY7o/+ZmdeliIAIHCGBELcdCx1hJFkrODcdL126dCTTixcvRvTG1JEDKTBwQ+1go3tuhF6iRIkUhM5iXqOyW7lyZZxyyineZdmyZZg/f743UyGPGTNm0IjixYvj7LPP9uaUKtu3b8fgwYOxceNGFCxYEPfffz+KFSuW0miOmv/169dj165dR5R+yZIlUxWeiytNnDgRO3bsSFV4Bpo+fTp4fdMsiU2A74TuuOMODB06FKeddpp/nxTbB/x1O2bMGLRp0wYtWrTA3Llz43o5avZChQrh+OOPz5D0+R/gfyE9Elu1ahU6dOiA6667Dv369cOkSZOwYsUK7Ny5M1ZyrPurVq0ay+1ILKzjHn30UTRo0ACPP/44PvnkEyxduhRbtmyJFW3evHnBuvJwC6eec845GD58OBo1agSGiRWJs+zZswesUx988EE0bNjQ+92/f787ol9mI8C6N2e1rDLbGcg6+eG1EuQ2MFOncPPfQKeZwo2BKfMW70fngQewYm0I5r9wqhM+IzsZ1bc4rrs4P/QRAREQAREQgSMmoAiOmECRB5rh+H6tXTzuru3u087g7ts0A6GJc7Hnjhexf89e8B5P4T0/ELYFooVhaadOiTbTLhEBERABERABERABERABERABERCBVBFQIBEQgSxFYO3atXjhhRfi5Zn9zZ06dYrnLgcREAEREIEjJBBy4UNUnK6fCIiACGQ0AVf/cJS/61nM6JSV3lEmMHXqVHTr1g2nn346br/9dnAseHKz1KRJE4waNQp//fUXnn76aR+HDyslUxAwM58PsxjdzGAWFs6fCyR6fh3HrNNOCcxNrs+PW27MGw7rY6Xi4oFhydJd6NpjMVav3kNHiQiIgAiIgAikmMAfdw/Hv29NRfjOcii4u1/BueStezKKD2jm54cH96VA572KwvsZdTMXgxPazcJmMwM/ZmGdZopZbDvdJCIgAiIgAiIgAikkIO8iIAIiIAIiIAIiIAIiIAIiIAIiIAIZSiBXhqZ2KDFpIiACIiACIiACIiACIiACIiACIiAC2Z+ASigCIiACIiACIiACIiACIiACIiACIpD9CWTFEprFTAI0M5iZL4aZ+U3bzMI6JxRygmGg0xw9CZHm6hUM/Trsw0klDgKhkBOEBSFnDaFTv/V4f+I256ifCIiACIiACIiACGQ/AluGf4s17Qex5ePbQL45FFawPrQbXfbPxvAF32PYsGHo3r076tevj7Jly6JSpUq4/vrrwc1TR48ejcWLF0faYWbmzXAfM4u01Zw1lpl2iQiIwBEQ4P8LdgQRZL2gefLkQe3atSMZX7JkCTZs2BCxp9TADdfmzJkTCVaqVCmceOKJEXt6G7jAH9NPqdStWzdVWYsOVKhQIdSrV887cYO6SZMm+U3r6PDHH3/gzz//pBF16tRB+fLlvTmlyj///OPvDwy3Y8cO3HHHHT4+xhlXGjZsiJUrV9Irtm7diltvvTXit2fPnt49IxTe34J0uIFfYE6uvnPnTqxevTq53hP1t2nTJvz000/+ON9plCxZ0t9/eQ9OSkqXLu0XYmLAVatWYfr06TRKEiBgZjjzzDPx1ltv4dtvv/WLZV5wwQUoUKBAPN/Lly/37aBZs2bFO3Y0HPgfWb9+fYYknT9/fpQoUSLN01qwYAHat2/vr3PWQUECxYoVQ61atdCyZUt/Tj7//HNMnjwZHTp0CLwckc7/51133QUuqhr9Hy9SpAiqV68OLqDas2dPjB07FlOmTMETTzwBMsBhPrx/PPbYYz4Mr6mmTZuC/9u4wVhHDBkyBC+++CJ4D4p7nPajeW9g+jlZzLWrLCcDUNmTRSD6vxuYqVNYnwU6zRTWNZR5i/ej84AD+HuN64NwKVGNiHsGH9XnBFx3cX53RD8REAEREAEROHICiiFtCBR5oDmOf7J1pO3Oezdjpn7wi5+w944h2L9nr3+fwvs97/2BsE0QLT6cu+dTp/AYdYkIiIAIiIAIiIAIiIAIiIAIiIAIpJaAwomACGQtAv37909wPEmnTp2QL1++rFUY5VYEREAEMjkBP/bDnErJ5HlV9kRABLInATMLj0RzevYsoUoVTYDj3zkmtF69erjkkkvAMaIcwx3tJzFzzZo1wTGrHLc/ZswY3HTTTfG8yiHzEDAznxmzGN3MYBYWjvkPhGsZUGjnOgY0UwJzk+vz4+YWecDxBz5Sb3I29/tr6U506bHIPUPuCR+SKgIiIAIiIALJJLDw7uH4962p3re7pfi7i7c4Je/FJ6P4gGZ+zllwPwp03qMovG8FOs0Us/B9zsxcLPD3PUR9zMLuUU4yioAIiIAIiIAIpIKAgoiACIiACIiACIiACIiACIiACIiACGQsgVwZm5xPTYoIiIAIiIAIiIAIiIAIiIAIiIAIiED2J6ASioAIiIAIiIAIiIAIiIAIiIAIiIAIZH8CWbaEZjGTAc0sMlnQzBBMJqROCSYaUqfEnYxYvYLhyQ77cFLJEGCAF6eYF6Bzvw14f+I26CMCIiACIiACIiAC2YnAluHfYm37wa5Ih1o9BrimlBPDBuxFtwM/YU5oIxL6cPPSGTNm4KWXXvKbt9auXdsvRMtNWy+99FLce++9GDVqFLi5a7CZkZlLIKHI5CYCIpBKAu75JdZSLKmMJosFu/DCC8G6htnm4nhHssE5N4KODn/WWWehaNGijDrVwo3bt2/fnmD4vHnzgptM49Bn3bp1h0wZosVLJJrlr7/+irVr13o/U6dOxb59+/yzdd26df3iPv5ADlBKlCgRKeWaNWuQ2LmMeIpj2LhxY6wwFSpUiOMjedY5c+Zg2bJl3nPZsmXx9ttv45NPPkmW1K9f34ejMnHixFj5oVtOEC6mmZJyFipUCJdffjkGDx6MKVOmYPz48fjf//6H6PPHts+IESOwZ8/RWUyxQIECKFmyZKRYO3bsiJiTMixdujSpw4c9ZmbIkydPxN+KFSsi5qQMSf13yPDNN9/E+vXrfRSFCxdGr169wLblpEmTMGzYMNx3333+nJQqVcrXRfv37/d+j0Rhm/S9997DokWLfDSsk7t06YLJkyfjm2++wfDhw/Hwww/j2muvRfny5cH3hwxD8QGSoTDMaaedhoceeggTJkzwcb/wwgtgfct3koyCG4LyWHBumI/MdG9gHnOqhHJguyqnnuvUlju6PgjM1Cn8bwc6zRRuBEyZt3g/Og88gL9d08/MfPLUaKK817c4rrs4v3eXIgIiIAIiIAJpQEBRpCGBIv9rjmL92vgYed+mgbqZUyf+jL13DMH+PXvBez6FbYBA2DaIFoalnTol2ky7RAREQAREQAREQAREQAREQAREQARSQEBeRUAEshCB+fPnY8CAAfFyfPXVV6N169bx3OUgAiIgAiKQGgIcTxsORxPfwVPCLlJFQAREIGMJsP7hWDTqGZuyUstIAl9++SXuvPNO1KpVC127dvXjj5OTPseM3nzzzfj444/x22+/4YknnkCVKlUSCyr3TEbAzHyOzGJ0M/Pz8MzMj3nmmgYUjhtOSDjWmO5Nrs+Pm1vkAQzuQ8VJ+IelS3eha49FWLNmrzumnwiIgAiIgAgcnsDCu0fg37enAu5eAvdxt6XAiHwXn4ziA5r6+YHBfSjQeU+iBPcu6mbm72lmBrOwwH3MzKmIuJmF7dBHBERABERABETgSAkovAiIgAiIgAiIgAiIgAiIgAiIgAiIQAYTyJXB6QFQiiIgAiIgAiIgAiIgAiIgAiIgAiIgAtmfgEooAiIgAiIgAiIgAiIgAiIgAiIgAiKQ/Qlk7RKaxUwKNDM/WZAlMrPIpEJOMqRETzykOZiUGOg1KubCkx324aTiBxHe68kvsxE2Auj85Hp8MHG7M+knAiIgAiIgAiIgAlmfwNYR32FN+8GHCuKXOvRtIJrWh3aj24E5mBPaeOh48jVuRjt9+nQMGjQIt912G7gBKttehQoVAjeR7tGjh99clRtNp8VGrsnPmXyKQHYkYK5QFKfloB835D7nnHMiJR43bhy46XrEIY5h1apVvj566qmn8Pfff0eOclFFbqjO43TkBtTXXHMNjUckW7ZsATd6SygS1ofcVDo4tmDBggzcnD1INUYvV64cTj31VO+wZs0acMHxzZs346effvJuFStWRJ06dbw5NUqRIkVApk2aNMHhhIuaFyxY0CeTO3duXHrppZEwtWvX9u4ZoZx44onInz+/T2r9+vX466+/vDm5ypIlS0CG9F+0aFGULl2axhQJNwz89ttvI9fR+eefjxIlSiQrDl5jZMf3IAywcOFC8J5Lc06S4BykpsxmhjJlyqB58+b48MMP0bFjRwQfnt8NGzYE1gzVeV2edNJJkTR///33iDkxw86dOxHUcYn5SY57jRo1It7+/fdfMN6IQwKGvXv3YvHixQkcCTv9+eefmDNnjrfw//7oo4/6uiJPnjzeLSFl+fLlCTmnyG316tWYPHlyJEyHDh3Qpk0bsJ0acYxjYN24bdu2OK7JtzJutoHZNn711VfBew1D8761aNEiGv0iapnp3uAzlUMVs5zXrsqhpzpVxWbbMQgYmKlT2PYLdJopvJ9T5v21H50GHMDyNS50yPU5UFyvA/07I0b2LobrLg63PZwP/URABERABEQgDQgoirQmUPiB5ijatzXv4OD9m+/Qw/dyd2//Yi723fEiDuzdB977KWwLBBLx5wLSzLwFelwz7RIREAEREAEREAEREAEREAEREAERSB4B+RIBEchKBPr374+Exkp26tQpKxVDeRUBERCBTE4g9pgPDgExi+2WyQug7ImACGQnAq7+MYS/2alYKgvAccTPPfcczj33XDRs2BCvv/46Nm3alCw0Z599Np555hlw7OjIkSPRuHHjZISTl8xIwMx8tsxidDODWVg4jj8Qju2nmesYUGinBOamjQrgpuYcPx3yYxKcwh84rmDJkp3ocvefWLNmr09PigiIgAiIgAgkRmDh3cPx71tTwvPDObgN7r7C8WouQL6LT0bxAU39vJXg/hPovCdReK8KdDOLrNNjFr63wX3MzKn6iYAIiIAIiIAIpA8BxSoCIiACIiACIiACIiACIiACIiACIpDRBHJldIJQgiIgAiIgAiIgAiIgAiIgAiIgAiIgAtmfgEooAiIgAiIgAiIgAiIgAiIgAiIgAiKQ/QlkgxKaxUwWNDM/SZ7FMgubzcxPMoyeeMgJiJRgciJ1So2KufDkXftxUknObDwUHk6nuHg691uPDyZuhz4iIAIiIAIiIAIikJUJbB0xGWvaD3YtnKAU5gxO3G9HPsMbNfZizUkFnFva/bhR7LRp0zBw4EDcdtttOP3008ENXwsUKICLL74Y3bt3x/Dhw/Hzzz9j9+7daZewYhKB7EzAL8TCZ5fsXMj4ZeOz3K233opixYr5g1wEb+jQoQkulE0P06dPx4IFCzBmzBi/ofcDDzyAtWvX4qQQZj4AABAASURBVLvvvsOIESPoxcu1116LatWqeXNiyvbt28FNmxM7zk3evv/++8QOe3duqM/6j5bkbs7OuvGKK67A9ddfDy7+naoNvZlgHMmTJw+uuuoq/8zMjel+/PFHLFu2DCtXrvQ+udBgwNk7pFApU6YM7r33Xjz88MOHlW7duuH444/3KeTPnx9t27aNhGnUqJF3zwilQoUKOOmkk3xS+/bt89fNnj17vP1wCq+PcePGRbyVL18eZBBxSKZh+fLlmDt3rvfNa+Wiiy6CmbtJe5fDK2eccQbKli3rPbIMX3/9tV8E0DtkA4X/36TaCjwPc+bMSbSkf/75p7+2mjRpgs6dO4NtlMQ8813SBRdcgMKFC3svvBZ27NjhzRmtmBnOO+88/39l2rNnz06yPqKfv/76CywvzUcibLcFdQHr08PF+c8//+D3339PNMnNmzcj4FiqVCnUqlULSX14jljepPwk59iWLVvA64N+eU5Zx9GcmLBOnzFjRmKHsW3bNgwePBi8J7F+JptEPbsDVapUQdWqVZ0p/Ite9DUz3RvCucuZKhdMzXktq5x5rlNaal4bQZjATJ3CNlSg00xh/UGZ99d+dBpwAH+vg7uXw33M604FZVSfE3B93bR99naJ6CcCIiACIpDTCaj86UKgyIMtUPTJNnCPZjCXgplTnTgVoYk/Yd/tQ3Bg7z6wDUBhmyAQthWixQWP9ZzOY3STiIAIiIAIiIAIiIAIiIAIiIAIiECyCcijCIhAliHA8Ulvv/12vPxyDOU111wTz10OIiACIiACaUSAA0BCVNIoPkUjAiIgAikh4OqfEFgHUVISUH4zKwGOD+dY0Zo1a4JzEWbNmpWsrBYtWhTt27fHF198AYZhWI4vT1ZgepJkWgJmHC0AmMXoZubtZubHe3McOoXzX6hTaA6EaxrQ3LRRAdzcIi9caDiFP5iZMxuWLtuJrt3/xJo1e6GPCIiACIiACCREYOHdI/Dv29Pgbh7gh7cQwPw374WVUHxAU/B+E9x3Ap1ulOD+ZObCOKHdLGw2M/BjFtbjmmmXiIAIiIAIiIAIpAEBRSECIiACIiACIiACIiACIiACIiACIpDhBHJldIpKTwREQAREQAREQAREQAREQAREQAREIPsTUAlFQAREQAREQAREQAREQAREQAREQASyP4HsUkKz2JMGzcL26AmGNFOiJyLSHD1JkeYaFXOhb4d9KFvioF94n4tteAmF4BzQ+cl1+GDituyCTuUQAREQAREQARHIYQS2jPgOq9oNdM0atnCCwtPspFgh5H+lAx4a8zomT54MLj77zjvvoFevXn4j5nr16qFcuXJBoDTRd+3ahenTp2PQoEHgorZnnnkmuPEzhRse33333WAeuOlrsFFsmiSsSEQgOxBwzz0Gyw4lSXEZuInyLbfc4hdGY+CxY8eid+/eCW7kfe211+Kxxx5DyZIlwY3Xvv32WzRu3BiPPPIIuJk3w5977rm48847YRafJzen5uJ79MdNq3/55RcaE5SFCxciqc2iGahGjRqoXr06jeDm7AMHDsTq1au9PSGFm1W/8cYb4EbRq1atAjc+58bVCflNyi2xY2eccQbKli3rD//888/46quvwLq5YMGCaNCggXfPSQrPdf369SNFnjZtGl5++eXItRI5EMfAa+n1118HGfIQ3z9wofZChQrRmiL5/vvvsXHjRh+GizxWq1bNm5OrlChRAueff37E+5w5c5K8xiIeM7GhdOnS4LlhFvl/+eOPP2hMUPgf5H8xwYPOMU+ePJg7dy5WrFgB/p9/++0355r4j+nxP0EfZMu6hOajIXXq1EHFihV90suWLcNnn33m23TeIY7CuuPVV19FWrSfKlSogHPOOcenwPhYJzF+7xBH2b9/P0aOHBm5huMcjmfduXMntmzZEs89cOBGmKNHj8ZPP/0UOKWJznPKejWpyKZMmeIXXU3MT968ecHzwOuN9fPEiRMTPR+MY9u2bdiwYQONyJ07NypXruzNVDLbvYF5yoli4DcnllxlTooA66HgeGCmTmHbMtBppnDDX8q8v/aj44AD+HutC+26Fpzqfu65+5B5ZO9iaFQ3v3PTTwREQAREQATSloBiSz8CRf7XAkX7tglv1XFo7IC/tTvl4BdzsO/2wTiwdx/YFqCwbRAI2wzRwlzSTp0SbaZdIgIiIAIiIAIiIAIiIAIiIAIiIAJJEdAxERCBrEOgf//+8TLLcQudOnWK5y4HERABERCBNCTAsaCUNIxSUYmACIhAsgm4+ic8Es2SHUQeMx+B33//3c9PqFWrFm644QaMGDHCj+NPTk7r1q2LwYMHY9GiReCY24YNGyYnWDw/csjcBMzC/3GzGN3MYBYWzicIhGsZJCRc04DuTRoVwE0t8vgCh5zqxxCEwuMNlyzZia53/4E1a/a4I/qJgAiIgAiIQAyBBXcPx8q3p8LdMuAHtfEQbyROz3tRJZQc1Ay8zwT3m0CnG4X3Kepm5udo0m4Wvo+ZGfgxi9HNwma6S0RABERABERABNKOgGISAREQAREQAREQAREQAREQAREQARHIeAK5MjhJJScCIiACIiACIiACIiACIiACIiACIpD9CaiEIiACIiACIiACIiACIiACIiACIiAC2Z9AtiqhWcyEQTPzk+RZQE40pJhZZOIhJyLSjTolerIizTUq5sKTd+3HSSVDMBz6uPDwAnTptx4fTNx26IA0ERABERABERABEcgaBLaMmIw17QfD+HXtGotk22AnHIdQ/1twzLmn+EUduClplSpVcOWVV6Jz58544YUX8Mknn4CLWHED1o8++ghPP/00br/9dtSrVw8nnXRSJLa0MOzevRvcAJmLXrVp08ZvOstNlPPnz48LL7wQ3bp1w7Bhw/Djjz9i69ataZGk4hCBLEgg5PJMcVoO+5kZbr75ZrRq1co/57H4EyZMwG233YbJkyeDG1DTjVKgQAE0atQIY8eOxfXXX08n7Nu3zwstlSpVwqOPPgrWMbTHlSJFioAbMwfuXIRv1qxZgdXr3MyNm47ff//9h62TmA7rNW4czcBLly5F9+7dsXjxYlpjydq1a9GzZ0/MnDnTuzMMwzIO75B8JVGfJUqUwPnnn++Pr1mzBp999pk3s8yVK1f25pymNG7cGCeffLIvNs/tyJEjceONN+LTTz/Fxo0b4RfUc0d5jOeI1xaP0x/d3CGcffbZ/h5Kc0pk+/bt/hoOwjCeYsWKBdZk6Wbm7828lzPAqlWrMH36dBqzrJQpUwbly5f3+ef/9/nnn8eyZcu8PVD4v2dbpW/fvpH/d3AsWmc8derU8U579uxBv379MHv27Mh59QcOKQsWLMCgQYMi8XFBTtYJhw5nuMZroXXr1r7e47X20ksv+YVBWY7ozPC6jK47oo+lxsx3Z7feeiuYPsOzTvrf//4HpkN7IDt27AD5B/VI4B5XL1euHIoXL+6d+Z/ihgcJtee2bNmCZ599Fi+++CJYXh/AKdxI02lJ/hhvXC4nnngiSpUq5cPxOho4cCD++ecfb49Wdu7cibfffhuPPfYYouNgHiiBX27KcNVVV/nzQbcxY8bg3XffjRWG7hSWj+3p4LqtVq0aqlatykNeWK+3adMGrOfpkNb3hl27dmHTpk2MWpIEgVBk1bskPOlQjiIQ3PNZ6MBMncL6INBpprB+ovy65AA6DTyIv9eaC+rE/ZwBcPdoM8Oo3sXQqG5+6CMCIiACIiAC6UBAUaYzgcIPtsDxfdu427qFhekZYO4b+mIu9t0+GAf27gPbBBS2EQJh2yFa4D60O83/os3eQYoIiIAIiIAIiIAIiIAIiIAIiIAIJExAriIgAlmEwIcffojPP/88Xm45HvPcc8+N5y4HERABERCBIyEQZywtdz+kHEmUCisCIiACqSXg6h+ORaOkNgqFOzoEOGb0vffeQ7NmzVCzZk088cQT+O2335KVGY5R7dKlCyZPnowpU6aga9eu4Dj9ZAVO2JNcswABM/O5NIvRzQxmYeE6BoFwPHYgXMcgrrlJowJo2TwPzMVo5lQn7gc6LFm6C926L8KaNXugjwiIgAiIgAiQwMIeI/Hv29N4m0Bwv/AGZ8l3YUWUGNjUzxMP7jmBHtx/eH+imXogZuaiCAvTMDNq3s0bpIiACIiACIiACKQHAcUpAiIgAiIgAiIgAiIgAiIgAiIgAiJwFAjkytg0lZoIiIAIiIAIiIAIiIAIiIAIiIAIiED2J6ASioAIiIAIiIAIiIAIiIAIiIAIiIAIZH8C2a+EZuFJhCyZmUUmE5qZ34zLLKxzEmIwIZE6JXrSIs01KuZC3w77UbbEoUWAQtSd8Oek85Pr8MHEbdBHBERABERABERABLICgS0jJmN1u0HwTRqEnO7kUMZDxxfEweduxjHnnhJrUYegjcS2EyWwn3rqqbj++utxzz33YOjQofj666/BTUp/+eUXfPTRR34j3Xbt2oGb5HIRq0PJpIm2e/duzJgxA0OGDEH79u39ptXciDdfvny48MIL0a1bN7z++uv4/vvvtclpmhBXJJmbgLnsUZyWA398buPCePfeey8KFCjgCSxfvhz33XcfLrnkErRq1Qp9+vTxddL999+Pa665BuPHj/f+ohVuej937lxfL0a7B2bWfS1btkThwoW9EzeV5uJ8LVq08PE//PDDaNiwoa9/1q9fjwYNGqBWrVreb2LKxRdfjE6dOvk6l36WLFni83vDDTegZ8+ePs9t2rTxde3kyZPpxT/TdujQAQzrHVKkJO7ZzFCvXj3kzp0b+/btw86dO73n+vXrR7h6hxyklCxZElywMXrRxZUrV6JXr17+/J599tmoU6cOzjnnHH9d9evXDzweIAoWfCxUqFDglGx9wYIFWLhwoffPc8J7qbekUKlWrRqqVq0aCTVx4kRs3749Ys9qBrLk/5BMmPcVK1aAdv5PyJ//8UsvvdT/J9lWuPHGG1GmTBl6jSf8T7OdEpzff//9Fx07dvTnkv9nxtezZ0/w/8j4eZyRkGnTpk0j75rodjSEdUzjxo190txM8tVXX8UVV1wBMmDeWbYmTZqAdQfbb6wrvecjVHg9Pfjgg8ibN6+PaebMmb6OIjumyzqNefvss8/AzS2Dc+U9x1EqVKjg/0uB86xZs3DVVVf5epFxse6++eabvR+2Lemvdu3akXp43bp1kbqKxwKpXLmyrytp//HHH3HHHXf4+nT48OHYu3cvihYt6hdlJRf6YfuVi7S2adPG+2Pa5EeeL774IriQa/Xq1VG6dGl69/+h//77z5sDhfeboF6mf7ZRGZ4bNjA+CuNk+b755hsfjPestm3bgm1Y73BIYTzkyGuUTkd6byhYsCDKli3LqHz9/sgjjyC4xv/880/vLiU2AbOc266KTUI2EojegDcwU6ewngt0mimskym/LtmPuwYcwPI1Lhb/AO46E/hz4hqcGNXreDSqm98d1E8EREAEREAE0oPmI+RRAAAQAElEQVSA4swIAsc92AJF+rR2t/aQe9PuUnT3+bDJqRPmYN/tg7F/7z6wbUBhWyEQtiGixYX28VCn8Bh1iQiIgAiIgAiIgAiIgAiIgAiIgAgkTkBHREAEsgqB/v37x8sqxzKwXzjeATmIgAiIgAgcIYE4Yz5o1TiQI2Sq4CIgAqkm4OofQ/ib6jgUMEMJ/PTTT3jooYfAMeAcvzpmzJhkp3/llVf6OUwcl8kxpBxXmuzASXrUwaxCwMx8Vs1idDODWVg4bjkQjhFOSpo2Logbm+cJjyMIhZzuog45QQh/LdmBrnf/iTVr9tBBIgIiIAIikIMJLOg+Ev8Mm+LvE+524XR3swgbkPeCCigxqJmfs8j5RLzvBDrNFN6XAt3M/Dwcs/B9y8zAj1lYp1kiAiIgAiIgAiKQngQUtwiIgAiIgAiIgAiIgAiIgAiIgAiIwNEgkCtDE1ViIiACIiACIiACIiACIiACIiACIiAC2Z+ASigCIiACIiACIiACIiACIiACIiACIpD9CWTTEprFTCY0Mz9JnkU1C5vNzE9CjJ6YyAmKlOjJizTXqJgLfe/aj5NKhg7FYwB/Xgxd+63HhxO3QR8REAEREAEREAERyMwEtoyYjNXtByNox8C1h8wMBvcpVgjofwuOOa9KrEUdgrZRdJuJZoqZwcx8mwruY2Zg26lWrVrgxrhc+OrNN9/ElClT8Pfff+OXX37BBx98gL59+6J169a44IILEGy664KnyY8brs6YMQNcMOvOO+/ERRddhGLFivlNaple165dMXToUEydOhUbNmxIkzQViQgcdQKhEPg96vk4ihlgncSNvt9++22cf/75kXqJdQIX0fvkk08wduxYfPfdd9iyZUskp8cffzzOO+88X+9xw/tevXph4MCBfrPniKcow6mnngpuCF64cGHvyk3buHE04580aRI2btzo027VqpXfhDvYINt7TkAxM3BxQG5yzbzQC+P8559/wM2zmef58+f7jeJ4jJtF33vvvbjlllt8/Uu3FMlhPNeoUQPVq1eP+CpVqhQuvPDCiD0nGsiE19Wll17qz21yGPDe2bJlS7z88ssoWbJkcoLE8sNN/iZPnox9+/Z596pVq6JatWrenFKF1yrvf0G4hQsX4tdffw2sWVK//PLLcffdd/t7OwvATRT5P+H/hf9x/pf537vnnnt8e4P1A/0lJJUqVfL/+QoVKkQOr1u3Dvw/Mz7+D/l/5P+SHs4991wMGjQoVeeV4dNS2OZifcD6Jigjy04GzDvPM+tAXgNse9WuXTuS/JG2v+rXr4+nn34aQb3FczB79mxfz86aNcvXocwT24Nt27aNpBvXYGZge42LntI/jzPPjINlYN26aNEiXwcyLdaVzzzzDFg30e9///2HlStX0hhL2BY9++yzvRvP3YIFC3zePv74Y2zfvt27N2rUCLfeequv/+nAMgTXEdMO+LHe7datG1566SWccsop9IqtW7di+fLl3hwovOZ4D4kuC8/HzJkzfdrRcTIMzwE3eahbty6tscQsbe8N+fPn921z5pEJbdu2LXKNc7FaukliE2A9HIrtJFs6E9ixY0c6p5C66HktBCEDM3UK65dAp5nCuoTy65L9uGvAQfy95lBo978GLPxz2nu9T0CjuvmhjwiIgAiIgAikGwFFnGEECj90I4r0bcM7PagYFbgP7/9f/IT9tw/GgX37/XMN2wlsMwTCtkS0uFDhRZhpcMJjTtNPBERABERABERABERABERABERABBImIFcREIEsQeDFF18E+8DjZrZz586oXLlyXGfZRUAEREAE0poAB4CEqKR1xIpPBERABJJBwNU/IbAOoiTDv7wcFQIcEzps2DBcc801qFOnjh8f+9dffyUrLxyHfP/994NjRSdOnIjbb78dxx13XLLCJtuTPGYpAmbm82sWo5sZzMLC8dKBcM4BzdQD4fhwCu1NGxdEyxb54ALDf4yqgd+lS3eiW/c/sXbtXjpKREAEREAEciCBBT1GYuVbU/19wd1m4AwwM6cb8l1YCSUHNfPzZYL7SqDzHkMJ7kHUzczPmTMzH4eZgR+zsE6zRAREQAREQAREIJ0JKHoREAEREAEREAEREAEREAEREAEREIGjQiBXRqaqtERABERABERABERABERABERABERABLI/AZVQBERABERABERABERABERABERABEQg+xPIziU0i5lUaGZ+wiHLG0xENDM/GZH26ImKNEdPYqS5RsVc6NNhP8qUOAhw4Y2QU72E/EL8nZ9ch4++DG8i5jzoJwIiIAIiIAIiIAKZisCWkVOwqt0glyc2YGK3Yw4WLYCDz92MY847JdaiDkGbKG5bySzcrjIz35aC+5iF3ZzR/8zM64GSO3dunH766WjRogUeeeQRcDPl77//3m/aOnfuXIwaNQrcNPWWW24BN9ctVqxYEDRN9L179+KHH34AF9Tt2LEjLrnkEnDj1Tx58uD8888HF9Tlxq7cNHft2rVpkqYiyX4EeG1+/fXXma9g7v9msMyXr6OQIy6iN2TIEHz66afo0aMHuAl0kSJFIjnh5sfly5fHdddd5+uDL774AvT//PPP+42suQHbyJEjwQ21uZl13I3WzAzcrJmbSHND6HLlykXqQabDjZ8Zvnv37pHNySOJJ2IwMzRo0ADc6Lp3797x8szNp1mO++67z5frxhtvjKSZSJSJOh/uQKFChXDeeedFvNWuXRulS5eO2HOqoVSpUnj22Wc9/4SuK3LhfSs4T5MmTQLPF88dj6VUVq9ejenTp0eCnXPOOShcuHDEnlLDxRdfHAm/b98+TJgwwW88mNJ4Mot/tktatmyJsWPHgu2GkiVLRrJGM9saH330EeiHfiMHEzFUrVoV77//Pl544QVccMEFYBxBOOplypRB06ZNMXz4cF9vnHDCCYnElPHOrNNY3zD/119/PXgdBrlgOcjnww8/xEUXXRQ4e71gwYJeT61iZuB1NW7cOF/XVqlSxbchGR+ve9aTXAz1wQcfRL58+eicqLDe6dOnD9gOI3/WpYFnmun2zDPP4LPPPgPr2OOPPx7Vq1f3Xnbt2uXbd3HrasbJ/+zNN98MxuE9O4WLtG7YsMGZAL7r69KlC0aMGOHjjWbHMvD//Nhjj4H3idtuu83/h1gn+sBOmTZtGvbv3+9MMT+m27dvX3898Zrh/YbnKPDBvATlIbuzzz47OBRPN0vbe0P9+vUxcOBA1KhRI3KumOjSpUupSeIQMNeusjhusqYvgW+++QYPPPAAeJ9K35SSH3t03RKYqVPYZgx0minc0Jfy29IDuGtgCMvXGHsRDiXonsNpc9p7vYuhUd2k68ZDgaSJgAiIgAiIQKoJKGDGEij80I0o0re1e+nOn7vhR5J35glzsP/2QTi4/4B/Fmd7gW2HQNimiBYGpZ06JdpMu0QEREAEREAEREAEREAEREAEREAEAgLSRUAEMj8B9lFzLELcnLI/ulOnTnGdZRcBERCBLEtg3rx5uPPOO7F+/fpMVQY/9sOcSslUOVNmREAEcgoBMwuPRHN6TilzVionx2p3794dp556Ktq3b+/HVyc3/40bN/bjiv/44w8/xpxjvZMbNqX+5D/rETAzn2mzGN3MYBYWjk8PhPP2kpKmjQugZfO8Pj4OQQyPSgh545IlO9G120KsXbs3fFyqCIiACIhAjiGwoPtIrBw21Zc35NQQlUN63gsqoOSgpn7eCOfN8D4T6DRTeB+ibhZzbzILm83MxQR/30LUxyzsHuUkowiIgAiIgAiIQBoSUFQiIAIiIAIiIAIiIAIiIAIiIAIiIAJHh0CuDExWSYmACIiACIiACIiACIiACIiACIiACGR/AiqhCIiACIiACIiACIiACIiACIiACIhA9ieQ7UtoFjOZ0Mwikw05MZFiZqBO4UTFQKc5ejIjzTUq5sKTdx1AmRIhwNyPcsjgjOj85Fp89OU26CMCIiACIiACIiACmYnAlpFTsKrdIJixxeKEPwqccnxBoP8tOPb88MatbPOwHUSJNtNOMTPfdjIL63AfM4OZOVP4ZxZjDrskrubJkwfcTPWmm27C448/7hfB+vHHH7Fq1Sr89NNPePfdd707j9epUyfWJq6Jx5r8I9xgkum9/PLL4Cawl156KbjZNfPFTbDvuusuDB48GF9//bXPU/Jjls/sSGDHjh244oor0KFDBwQbCGeOcrrnE7+EV+bITWbIBTdsb9WqFbgBNTeUnTNnDijff/+93zT8iSee8Bvds54zC29kzU2gWQfwmXD58uV+A+e9exNeDI2bOHND6I8//hizZs3ycTOdJ598EqeccoqvE7mB9CuvvOKPcaPn4sWLJ4mG/q+++up4eZ46dap342bmTDexSBg+SI9l5QbccfymyJo7d24wP6z7UxTwCD2TE3mxDN9++y2qV6+eqhhZfsZBOZJ4ohNP7LpiGpMmTUrWeYqOLzFzmTJlMH78eH/tMO4jXfSdDMmAcVH69u3rF3Ji+tHH6Id2uqelpMe5YP54Prjw5oQJEyKsaH7ggQdAhvQTfT3x/8H/Cd3jCusC5pP3fMYR/K+p81w89NBD/lo0S7iNQ27kR768fpludBpMl+nzOIVpRR+Pa06JfzNDpUqVfHuJ1yHjp7Ac5BM3L/nz50fhwoXjJpkqe8GCBcG6dtSoUZg5c6Y/D6yzuIFBzZo1fV3IupL5odCcUEKsd88++2zf5mJdSr8UmnlOLrvsMuTNG1680sx8WXmc0rFjR59O3HiZt3vuuQeMg/4obM9VqVIl4tXMfJ3NujuaHcvA+0ejRo3AeIIAzD/jofTr1w+8boJjgW4WPh+8ZsaOHQved+ifwrzELU8QLjGd1wLrYuaH4RkPJcjj4e4NQbxmBjJm2zo4V4zn0UcfDbxIjyIQUrsqikbGGZ977jnwP8o6JeNSTTil6I12AzN1CjfrDXSaKdzIl/Lb0gO4a8BBLF/j4nW3DIMB7v/nFACG93ofj0YX54M+IiACIiACIpDOBBT9USBw3EMtUbhPa3fHd/d/p4az4MzuhwlzsL/9QBzYtx9sM1DYhgiEbYtoYVjaqVOizbRLREAEREAEREAEREAEREAEREAERACAIIiACGQBAv3798eyZcvi5ZTjQIoWLRrPXQ4iIAIikJUJvP76677Pn+Oxj245OJ42nAOa+I6dEnaRKgIiIAIZS4D1D8eiUc/YlJVaYgTYPh8yZAg4Z+Diiy/GoEGDsHLlysS8x3I/9dRT/fjVX3/9FZxDcMstt4Dj7WN5SnuLYsyiBMw4WAAwi9HNzNvNzM/L4/hpCudrxBWOUQ7cmjQugBub5wUM7mNOo8DpwNKlu9Ct2x9YuzbheS/QRwREQAREINsRWNBjJFa+NTVSLnMmd2vx94X8F1ZEqUHN/Jyx4F4S6MF9Jbj3mFnkfmRmMAsL3MfMnIqIm1nYDn1EQAREQAREQATSi4DiFQEREAEREAERWDb+CwAAEABJREFUEAEREAEREAEREAEROEoEcmVcukpJBERABERABERABERABERABERABEQg+xNQCUVABERABERABERABERABERABERABLI/gZxRQrOYSYVm5icbsuRm5icmmoX1YMJioHMiY/SkRpqrV8yFJ+86gDLFD/qtoLgIB0JeBR06912Lj77cBn1EQAREQAREQAREIDMQ2DJyCv5tN8hnJbxwWMi3WVzzBaHjCwDPt8Kx51eJtagD20AUtoko0Wbazcy3oeA+ZjFtK2eNtLNoPhLhJq9nnnkmbr31VvTq1QvcBHL27NlYs2aN31z2nXfewcMPP4zmzZujdu3aKFSo0JEkFy/svn37/Ea2r776Ku6++25cccUVKFu2rF+g67zzzsMdd9yBAQMG4Msvv8Q///wTL3xmd9iyZQu44WuHDh1AeeaZZ7Bjx44UZXv37t2eAcNT5s2bl6LwWdnza6+95hcq5WbOmaMc5rJBcZp+qSbAzcT5Xxg6dChY/9x4442RDadTHWmmCnj4zGzcuBHffPON91i+fHlUq1bNm6WIgAhkLgJTp05FgwYN0K5dO4wdO9a9lnLtuySyuGnTJqxYscL7KFy4MEqUKOHNUkRABBImYKZ2VcJk0t91+fLlaNWqFW644Qb8/vvv6Z9gAimEn5vDBwIzdQo36Q10mincwJfy29ID6DDgIJaudo/c/oGbfQaufj5kHtWrKBrXzR+OWComTZqEc845B3Xq1PHC51NyTAmanTt3omPHjj58EM/h9Lp166JJkyb+PQOfYXkOk0qT99wgTi78vXDhwqS865gIiIAIpJrA0qVLcc8994D1VFDvXHbZZf7dW8ojTTpE3PqTdV1SIfgeceTIkf4efeGFF0bqXT6TdOvWDQy/f//+pKLIMccKP9wShfvc5sobbgOwNcDxA7458Pls7L99EA7s2w/e8yi8DwXCNka0uEhiPevxGN0kIiACIiACIiACIiACIiACIiACIhAmIFUERCCzE1iyZAleeOGFeNlkfwPH2sU7IAcREAERyAYENm/ejM6dO6N+/fr4/vvvj1KJYo/54BAQs9huRyljSlYEsh2Bnj17RvoO33333XQvH8dssC3F/tTGjRtjw4YN6Z7mESfg6h9D+HvEcSmCVBNYt24dhg0b5scMVa1aFezn/u6775IVX+7cuXHTTTdh9OjRmD9/vh9zdNpppyUrbNp4UixZmYCZ+eybxehmBrOwcH5eIJy3R+EaBtQp0eamNxREi2Z5XXwhhL9wupNQCEuW7kDXbguxdu1ed1w/ERABERCB7Ezg9+4j8c+wqf4eEC5n+K7gbgfIc34FlBzUNNY88eh7Ce8tvO8EOs0Us/B9ycx8lGZh3VukiIAIiIAIiIAIZBABJSMCIiACIiACIiACIiACIiACIiACInC0COTKsISVkAiIgAiIgAiIgAiIgAiIgAiIgAiIQPYnoBKKgAiIgAiIgAiIgAiIgAiIgAiIgAhkfwI5qIRmMZMNzcxPkmfxzQzB5ETqlGDiInVK9ORGmqtXzIUnOx5E2RIhH4+Ziw8GON0p6NJ3HT76chv0EQEREAEREAEREIGjSWDLyClY1X4wXCslLIfaKrTY8QWB527GMedXibWoA9s+0cK2EcXMYBYW2lkus7CdZoqZUUtXyZcvH8466yzcdtttePLJJ/Hhhx9i7ty5WLt2LWbPno23334b//vf//ziXFxYi/7TMkPczGrmzJl44403/KZcDRs2BDfJZhvx3HPPRdu2bfHcc8/h888/x7Jly9Iy6XSNi5uMff3117E2lUrXBLNB5NxMuVOnTrj00ksxY8aMo1uiUHixlqObieyRupnhzDPPxGuvveY3JM0epTpUimRoP/74Y6Tuuuyyy1CsWLFkhJIXERCBjCbA9s22bdvw66+/4oMPPgDvSYnlgZtEfvXVV76tRD8nn3wyihcvTqNEBEQgEQL834QSOSbnjCEwbtw41KxZE1woPGNSDKfCcx82IfJsRDcKN+cNdJop3LiXMn/ZAdw1MIRla9wzsWtPGgzwOvznvd7FcEPd/N4sBX7TY24WTYYBj1mzZmH58uWBNd10bnq9YsUKfPrpp2jfvj1uvfXWSPs33RJVxNmGAK/ZL7/8MsENm7JNIVWQo0Lg22+/9fUR60bWU0EmuPF+kSJFAmvy9TTyyfse33Fed911GDBgAP7880/s2bMnEvvGjRv9O7F77rkHLVu29O9oIwdzsOG4h29C4T5tEG4LsE3gjQAMNmEODtw+CAf27ff3Q7YjWLcEQubRAveh3Wn+F232DlJEQAREQAREQAREQAREQAREQARyLgGVXAREINMT6N+/P7Zv3x4vnxxvFs9RDiIgAiKQzQhMnjwZF110Ebp3744dO3Yc3dJxAEiIytHNhlIXARHIoQRc/cNR/ojaojWHksjwYrMt/v777+OWW25B1apV/Tihjz/+GPv27UtWXurUqYOnnnoKCxYswKhRo9C0adNkhUtzT4owyxMwM18GsxjdzGAWFs7PC4Rz+WimHgjnqgXmpjcURIvm+eBCOvHRwsycwbB06U5067YQa9fGjOtwB/QTAREQARHIRgR+7zESK9+aBlf5g7U//Mec2ZD/ggooPbhZrHni0fcQ3kuCewx1M4usr2Pm4nAC9zEzp+onAiIgAiIgAiKQ4QSUoAiIgAiIgAiIgAiIgAiIgAiIgAiIwFEjkCujUlY6IiACIiACIiACIiACIiACIiACIiAC2Z+ASigCIiACIiACIiACIiACIiACIiACIpD9CeS0EprFTDo0M5iZR2Bm3mxmfrIiJy5GT2SkOXqSI83VK+ZC37sOoEzxg34zIL8YR4iLAtEUQuc+a/HRl9ugjwiIgAiIgAiIgAgcDQKbR07Bv+0Ghdspronift7sFKBoQYSeuwnHXlA11qIObPNES9AmMjPfRjIL63Afs3D7yRn9z8y8frSUAgUKgItstW7dGk8//TTGjBnjN8XdsGEDZs6cibfeegv33XcfGjVqhBo1aiB37txpmlVu1sQNC99++2088MADuPbaa1GpUiXPl/m67bbbfL7Gjx+Pv/76K03TTqvIuNlYZs1bWpUxPeL57rvvcOGFF6JHjx6I3qQtPdJKNE73/zNYood1QARIIK7s378/stA4zRMmTMDzzz8PbjpXunRpXHXVVXGDyC4CIpBJCFSuXBnly5f3uVmyZAkGDhyY4GLZ3Jzz3Xffxeuvv+79sv3TuHFj5M2b19uliIAIJEzAXLvKEj4k1wwm0KtXL5x66qkYN25cuqccvaFuYKZOYfso0Gmm8BmQMn/ZAdw5IIQlq+Eet/2Td3jJbmd0P7zX63jcUDdfuuc/KyWwfPly8PmZeea9iTo3kf7mm29ozFDhZtYdOnTA77//nqHpKrGsR2D+/Plo06YNHnnkEWzdujXrFUA5zrQEWP+9+uqrkY312VavV68emjRpggYNGqBWrVopzntaBOB9b/jw4eC9OHjfxffGNWvW9Hnju88yZcpEkmLd3rVrV/D9YsQxBxuOe7glCve+zRFwrQH3CxoH5IrPZ+PA7QNx0L2XCdoU1AOhn2hxkRxqY9AUtDfCZqkiIAIiIAIiIAIiIAIiIAIiIAI5l4BKLgIikLkJ/Pjjj3jllVfiZbJFixZo2rRpPHc5iIAIiEB2JTBo0CBUqVIFb7/99tErohlAgT4iIAIicBQIuPrHYC5hitP0S1cC7HPlfB2OBapatSpuuukmjBw5Eps3b05WuoULF0a7du3w+eefY/bs2XjwwQfB8brJCpxOnhRt9iBgFq4DzGJ0M4NZWDh3LxCOzYgrXM8gcGt6Q0E0bx4zDpzjC8BBCSFg6dKd6NZtIdau3ZM9wKkUIiACIiACEQILeozCP8OmscYPqv3IsXznV0Cpwc38PObgnhHowf0juM+Yxdx7zMJmM/NxmYV1b3GKWWy7c9JPBERABERABEQgnQgoWhEQAREQAREQAREQAREQAREQAREQgaNHIFcGJa1kREAEREAEREAEREAEREAEREAEREAEsj8BlVAEREAEREAEREAEREAEREAEREAERCD7E8iRJTSLmWxoZn6SPEFET1wMzJzUSDN1SvRkR5qrV8yFvh0PomwJwBB8zJmdGNC171p89OW24IB0ERABERABERABEcgQAptHTsGq9oNdWhZplzgLzJy9WCHguZtx7AVVYy3qwLZOtARtIDMDzWZhHe5j5uJx4oz+Z2Zez4xKwYIFcc455/hN2p577jlw40hu7MfNtbjQ7ptvvol7770X3LSKi3yxrGlZDi4i9tNPP4EbZj300ENo1KgRTjnlFM++du3aaNWqFZ588kl8/PHH4MaDaZl2SuPavXs3xo4dm+AGwimNKyf65+bLXKj0nXfeOQrFD7k0KU7TTwQSJhDPlYsZ3nLLLahTpw7OO+88PP7449i6dav316xZM5x00kneLEUERCDzEShWrBjatm3r2xPM3YQJE9CgQQO/8Gi/fv1A6dy5M6644goMGTIEe/bs8e05tkPq1q3LIBIREIEkCITCS+Ml4UOHMpLAggULcMMNN/hnJ24unB5phxfBDcccmKlT+EwX6DRTDhw4AMr8ZQdw54AQlq4G+FRsZk53YoAz4P1ex+OGuvmgT2wCfEbmMzldGzZsCC6eTfM333yDwJ32lEq3bt0wZ86cJGXGjBl4/fXXcdppp0WiZ5pDhw5FsMF15IAMIhBFYO7cuWB9FOUkowikCYG//voLK1as8HGxPnz11Vfx/PPP4+GHH/btej6z+4PJV9LE56xZs8C88L7HCGvWrOnfX7799ts+bz179sQnn3ziNzErW7Ysvfjnjqeffvqov+P0mckEynGP3IzjercG2wRhMZgZ+LHP52B/+4HYv3evb1OwXUHWgbDtES0MQzt1SrSZdokIiIAIiIAIiIAIiIAIiIAIiECOI6ACi4AIZHIC/fv3TzCHHTt2TNBdjiIgAiKQnQmsWrXKj3O65ppr8Msvv2RAUeOMpQ05OyUDUlYSIiACIhCPgKt/Qgh/4x2TQ5oR4JijHj16gPOBOE72tddeA+8/yU3goosuwsCBA8F5RpxfdPXVVyc3aHr7U/zZiIDZofECUbqZ+XEEZubHeXM+GyV6bl9g5noGgbnpDQXRonk+GAAzrzoD/Gfp0l24u9sfWLt2j7dLEQEREAERyPoEFtzzHla8Nc3X+az2vcDV/86Q77z/Q6nBTf3couBeEejBfSO4t1APxMxgFhYSMjNqETGLbY8ckEEEREAEREAERCA9CChOERABERABERABERABERABERABERCBo0ggV8akrVREQAREQAREQAREQAREQAREQAREQASyPwGVUAREQAREQAREQAREQAREQAREQAREIPsTyLklNIuZdGhmfoIiaZiZnyhvFtY5iZGTGwOd5uhJjzRXr5gLfToewIklQgh/YhbloEuXPmvw0ZfhTf/nErgAABAASURBVBTDx6WKgAiIgAiIgAiIQPoR2DxyCv5tNxhgQ8QpMS0T51QkPw4+0xLHXlAl1qIObONES9D2MbNYbSO4j1lM28lZI+0omrOSFCpUCOeee67fKJeban366af4448/sGnTJvzwww944403wEXAGjZsiMqVK6d50biZExeyHDVqFB599FE0adIE1apV87xr1aqFli1bonfv3hg9enSGbjC3dOlSfP3119AmUqk75f/++y/atGmDa6+9FvPmzUtdJKkKZS4UxWn6iUCCBOI75smTB0WLFo134IorrkCzZs2ybP0er0ByEIFsSuDKK6/E448/jgIFCvgS7tmzB7/++ivGjh3rZebMmdi5c6c/Rj9du3bFfffdB77L8o5SREAEEiVgpnZVonCO4gE+O1WpUgXPPfdcmuYi+tknMFOPFj6/BcINeim/LTuAOwYcxJLV7lnbPX+7n3+OCocD3u9ZFDfUzZemec0OkW3fvh0TJ070RSlcuLB/duLi23RYtmwZ5syZQ2O6CdvAtWvXxtChQ9G4ceNIOkz3l19+idhlEAEREIGMIrB7927s27fPJ8f6sFKlSt6ceuXIQ/LZYuTIkaDO2E455RRww7IyZcrQGhEzw9lnn41+/fqhWLFi3n3jxo345JNP/D3RO+Rw5bhHbkbh3q0dDweCm3tQaHSCz2bjQPtB2O/OP9sWlKC9QT3cpgi5sGFhELpRp0SbaZeIgAiIgAiIgAiIgAiIgAiIgAjkJAIqqwiIQGYmMH78eD/mL24eO3bsiHr16sV1ll0EREAEcgyBCRMmgH21jzzyiH/3nX4FjzPmg1bXp5F+6SlmERCBjCJQvXp1fPvtt35sybhx41C8ePGMSjr16bj6xxD+pj4ShUyIAOf88J5yxhln4PLLL8fAgQPx119/JeQ1QTfOEeK4Wl5T06ZNw913342TTjopQb9Hz1EpZzcCZuaLZBajmxnMwsK5fIFEz/ELzBwDHpib3FAQzZvnC7erQiGAPy8hLFmyA926LsS6dXt9elJEQAREQASyLoHf7xmFFcOmuHo+PIaMY8a8uIo/77nlUXpIs1jzxKPvFbxn8L4S6DRTzML3HTPzYMxidDPz9yV/QIoIiIAIiIAIiEAGEVAyIiACIiACIiACIiACIiACIiACIiACR5NArgxJXImIgAiIgAiIgAiIgAiIgAiIgAiIgAhkfwIqoQiIgAiIgAiIgAiIgAiIgAiIgAiIQPYnkMNLaGYRAmYWmYxoFjabGTiJkRJMbKROiZ78SHP1irnQt2MIZUrAfVx4mNPhVTND177rMGbSNugjAiIgAiIgAiIgAulJYMuoqfi3/RDfBgkUM/NGK1oA9vzNyH1h1ViLOrBtEy1B28fMfFvILKzDfcxcXE6c0f/MzOvZSeEGhOeddx7at2+PF154AV988QUWL16MzZs3Y8aMGXj99dfRvXt3cIPsChUqpHnRuQDHb7/9hg8++ABPPPEEmjdvjlNPPRVmBm52ec011/j0X3rpJUyaNAnLly9PkzwULFgwEg8XMUvJ4meRgDJECHz++efgYnKPPvpoxC1dDaEQ+E3XNBR51iaQQO7z5cuHGjVqoECBAv4oN/J74IEH0LNnTxQqVMi7SREBEci8BMwMbBewrfLYY4+hVq1akf8zc83/Nhe87dGjBz799FPceuut4DssHpOIgAgkTYBt8lDSXnT0KBHYt28f2F4555xz/PNQWmaD553xUQ+Em+9GS7Ax7/zlB9BhILB0dS4YvwanOnF1s5nh/Z5FcUPdfNAnPgE+a/IZm0fKly8Pbipdv359WkHWfB4lZ++QjkrevHlx0003RTas5rXFZ/50TFJRi4AIiEDGEEiDVJYuXYr58+f7mPiuuG3btjjhhBO8PSGF7y6bNWsWOfTzzz9jy5YtEXtONxR65GYc1/s2h8Fg5sSb4MxOJsxG6I7BOHjggL8P8h7I+2EgQZsk0KGPCIiACIiACIiACIiACIiACIiACJCARAREIFMT4JjDuBksVqwYOnXqFNdZdhEQARHIkQT69euHqlWr4sMPP8yY8nMASIhKxiSnVERABEQgFgFX/4TAOogS64gsKSDA/tJZs2bhxRdfROvWrcGxsRdccAF4T5k3b16yY6pcuTK6du2KCRMm+DlCgwcPRv1D45aSHUlGelRa2ZKAmflymcXoZgazsHCcRiDRc/0CM8eCB+YmNxREixb54QI7cT9zAiqGZUt3olvXBVi3bi/0EQEREAERyJoEfr/nPawYNs1lnnU74G4VMPeFM+Q/rwJOHNIs1jzx6HsE7xW8nwS6mUXmipu5WJzAfczMqfqJgAiIgAiIgAgcVQJKXAREQAREQAREQAREQAREQAREQARE4KgSyJURqSsNERABERABERABERABERABERABERCB7E9AJRQBERABERABERABERABERABERABEcj+BFRCwCxmUqKZReyc0GgWttNMCSY4UqdET4KkuXpFQ5+OB1GmRAj+G4LTnYRoCKFz7zUY/eU26CMCIiACIiACIiAC6UFg86ip+KftIDY+fBskULjYVahwfuDZm3DsBVVjLerANk20BG0eM4ss6EA3uI9ZuG3kjP5nZl7PKUqRIkVw/vnn4/bbb8eAAQP8ZpPLli3Dpk2bMH36dLz22mu4++67cfnll6NcuXLpgmXx4sV+sbFBgwahS5cuuPLKK1GxYkXkyZMH3GircePGuP/++31evvvuO6xcuTLZ+eAGwiVLlvT+d+/ejbFjx2LHjh3eLiX1BJ588km/UOlHH32U+kiSE9L9Hw2WHJ/yk0MJJFRs1h0PPPAApk6dijlz5mD8+PFo0aIF8ubNm5B3uYmACGRSAgULFkSjRo0wbNiwyP+Z/2n+t4cPH45WrVqB7RjoIwIikGwC5tpVlmzf8ng0CMyePds/D91xxx1Yt25dqrPA52UGjtZppnDj3UCnOdiQd/7yA7hzAPDXKoZ0j+BhzT+C0/97TxRBk0vyHXKVFk2AfCZNmoRdu3Z555o1a6Jw4cI466yzwI1v6Dh37lwsX76cxnSXE088ESeffHIknQ0bNoDnOeIggwiIgAhkQQJpkWXWw1u3bvVRlS1bFmeccYY3J6Wcc845yJ/fvYN2nljP79+/35n0Cwgc92grHNf7NvBeSLeQUyhOAz6diQPtBuCAYxbd5qCZwjAU+qVOoZkSbaZdIgIiIAIiIAIiIAIiIAIiIAIikDMIqJQiIAKZl8Cbb76JKVOmxMtg586dwX6ReAfkIAIiIAI5lADHQ994441o3rw5Fi1alG4U/NgPcyol3VJRxCIgAiKQOAEzC49Ec3rivnQkLoEtW7bgq6++Qr9+/fz4WM5zOffcc9G1a1e8++67+OOPP+IGSdReuXJlH27ChAng/Wfw4MG46qqrEvWfmQ4oL9mXgJn5wpnF6GYGs7BwHl8g0XP+AjPXMwjMTW4o6NpU+fxARi5lEBg4JmHpkp3o1mUB1q3b69OTIgIiIAIikHUIzL/nPawYNtVX6z7XrmJnPe805DunPEoPaRprnnj0vYH3iOA+YhZzbzELm83MR2kW1r1FigiIgAiIgAiIwFEjoIRFQAREQAREQAREQAREQAREQAREQASOLoFcGZC8khABERABERABERABERABERABERABEcj+BFRCERABERABERABERABERABERABERCB7E9AJTxEwCxmcqKZ+UnyPMSJjWZhO82UYMIjdUr0ZEiaq1c09L7rIMoUD7l4AANg5lQvQNe+azDmy23QRwREQAREQAREQATSksDmUVPxb7vBMe0ORu6aIIDBihRArv4349gLq8Za1IFtmWgJ2jpmBprNwjrcx8zF48QZ/c/MvC4FKFq0KC688EJw48mBAwf6hcZWrFiBjRs3Ytq0aRg6dCi6deuGyy67DGXKlEkXZPv27cOCBQvwySef4Pnnn0eHDh1w6aWXoly5cihQoABOP/10NGvWDA8//DB27tyZYB6KFy+O66+/HmzT0sPSpUt9/tN6Eyluzjl27Fg88cQT6Nixo88rddrHjRuHTZs2MflsJVyclJuqU7hoXPoULuSipThNPxGIT0AuIiACIiACIiACKSAQgtpVKcB1VL2+8cYbqFKlCl566aUU5yPusw7tcYWb7kbL/OUHcMeAEP5abTAzn+YhDbR90LMomlySz7tLiU9g9erVmD59uj/ATaIvv/xyb65QoQLOPPNMb+az9DfffOPN6a3weblUqVKRZLh4+J49eyL2tDYsXLjQP6vXqVMHPXv2BK+3b7/9FnxW5MbZfLdw5513eka87uKmv2HDBrz88sv++Z6LmjMe6nzep/vatWvjBknS/vfff+Opp57C1VdfDcbFPNxwww1+ofQdO3aAHy6azmOUqVOn0imWsBw8RqHfWAcTsKTEPxnwegneqTANCt+v0I35Se4G43wXwoXc27Vrh7p16/ryRsfFay6hc89wfGdBv1wAPijSZ599FomDx+kvOJYSnflnOVgelovpUJhH5pXveYJzkVC8TJfpMwyFcSXkL3BLjf+EuDVo0ACPPPII5s+f76/jIP7E9MTKyTKz7DzPPN+JhQ/c6Yd+GYZhWWYKzXRj+ZlW4D8pnSwSKlsQV2LXRNw4mR7TZfoMy/xQDncOo+uDe+65JxLt7NmzY12jwf+K+U3mufZxpdS/DxSlFCpUCNWrVwc3UaB+wgknRB2VMbUECj3aCsf1bu2Ds/1grvVgzmZmyPX5bBxsNwAH9u8Hr/W4wnsGBYc+iZkPHZYmAiIgAiIgAiIgAiIgAiIgAiKQvQmodCIgApmUAMfw9e/fP17u2JfVqVOneO5yEAEREAERAEaPHo2qVaviySefTEMcoUhcNPGdOiXimEkN0f07jRs3BvuHOR69R48efpx6Qv250UVh30Ja9aWx75l90OyLZp80+7+YPseZs4+ZfV3JZUp/9M9wDM94GB/7x1u1aoWRI0eCffXRZYlrZniOi2e4gE1cP9H2w/mPPs4+bOYxJX33PFcJ9TWmtB+VfdQTJ04E+4bZv8jyUYJ45s2b5/uNosuWkWZeg7wOOI4gOG8cX8D5EjyW0ryQM9ln5LWQ0jymh3+WOwT35W6t6ZFANonzn3/+8fcE9p+fd955KFq0KIL/wvjx432dmJKiVq5cGV27dgX/q5y/wTEfV111VUqiyAx+lYdsTsCMIwYAsxjdzLzdzPy8Ps7to0TP/QvMnPsVmJvcUBDNm+dzYQEqZi4euI8BS5fuxN1dF2Ddur3OQT8REAEREIGsQOD3e97DP8PCY3ZdlR7OsqvTac5/Xnmc+GKzWPPEo+8JvDcE9w7qgZiZu0WEhRGaGbWIm1nY7h2liIAIiIAIiIAIZCQBpSUCIiACIiACIiACIiACIiACIiACInCUCeRK//SVggiIgAiIgAiIgAiIgAiIgAiIgAiIQPYnoBKKgAiIgAiIgAiIgAiIgAiIgAjfyEOSAAAQAElEQVSIgAhkfwIqYTQBs5hJiWbmJyvyePSkxsAcPfGR5uhJkTTXqJQLvTuGcGLxEILFgsBFOrwF6NJnNcZ8uZXRS0RABERABERABETgiAlsHjUVK9sOjt3uYKxsexTOD3v+Zhx7QdVYizqwDZOQmJlfJMgsrMN9zGLaRs4aaSfRLEmcwPHHH4+LLroIHTp0wKBBg/D111/j33//9YuPcWOwV155BV26dPGb/0VvOJh4jKk7smvXLvz6668YM2aM39iPmykmFtOZZ54JLtQYHJ80aRKWL18eWI9I3717N95++208/vjj+PLLL7FmzZrIooRcdJL2L774Ag8//DDGjh0LLoh8RAlmwsAfffSR35y0X79+6ZA7c3FSnKafCMQjIAcREAEREAEREIGUEDBTuyolvI62Xy4Ez2erevXq4fvvv09xdrjQdhCIZgqfUaLlwIED+H35QdwxIIS//nXXh3vfT39wT+LUnRXvPVEETS7JF0QlPQEC8+fP98+CPHTKKaeAi23TzPcTXKyffTC0f/PNN0jq2ZV+0kK4KP+qVasiUZUoUQL58+eP2NPTwOtm+PDhePDBB7F06VL/fMzF/efOnQsu8M/jQfr79+/Hm2++iWuuuQbDhg3zz+m8JnmcOp/b6c7NErhgOePhscSEx+mvRYsW/l3BunXrwA+veS6ozmM333wz/vzzTzofFVm2bBluuukmdO/eHTNmzIi14QP/83Tjou8tW7bEggULkszj7Nmz0bRpU/8+gu9HeN6DAEFc//vf/0Ae5B8cS2+dZeSGFiwHy8O8BGkyj8xrnz59cN1114HvZ6KvicBfeulMi2k2atQoQW78f/LdDjeieOSRR7B1a+J9nmTK85RQOVlmlp3nme/Pov+PcctGXpntmmCeMt85jEsudfaLL74YrKO4GQLfY7GeTiomXjM//PAD+B6S/ipWrIjChQvTKIlDoNCjrVCo520gMy/uuNfZmPhsFg62G4ADrt5n/c56mRIcjza7YD4O6hT6oS4RAREQAREQAREQAREQAREQARHICQRURhEQgcxKoH///li4cGG87HXq1AmlS5eO5y4HERABERCBGAKPPvoozjjjDHz++ecxjqk2uT79qLAcAmIW2y3qcKY1sn/99ttvx7Rp08A+XvYTsD939OjRsfpPWQD2W6VFX1rQN82+Z/ZBsy+afRZMg+mzP4/j0W+99Vbcf//9+O+//3goUVm7dq0fK0//DMfwjIcBWCb2SQ8YMMD3iX7wwQe+35zHMlLYx8J+seT03dNvWvWjsh+7cePG4LXPvmH2EQflDvpj27dv7+chkFtwLCN0Xgdk0qRJEz9GgdddcN44vmDEiBHgMf5fySQ5ecoK10JyypEqP67+MYS/qQqfDQNxrMCsWbPw0ksvgX3u7F8uX748mjdvDtYJM2fOTFWpOQ6pa9euYD/34sWLwfEvV111VariyhyBlIucQMDMfDHNYnQzg1lYOJ4uEI7diCtczyBwa9KkEJo1y+fHErB+5pRCHFKWLNmBu7v8jnXr9vj0pIiACIiACGReAvPveQ9/D5sarsJdNlmnc7w6HfKeXQ4nDmmW5Dzx4L5hZn6eOO1m4fuKmYEfs9g63SQiIAIiIAIiIAJHi4DSFQEREAEREAEREAEREAEREAEREAERONoEcqV7BpSACIiACIiACIiACIiACIiACIiACIhA9iegEoqACIiACIiACIiACIiACIiACIiACGR/AiphPAJm4cmKPGBmfpJ8YA4mN1KncFJ8oNMcPVGe5hqVcqF3xxDKFA+F4/HxudjMCQxd+67FmC+30iIRAREQAREQAREQgVQT2PzeVKxsNwSuecEfzOyQACicH7mevwnHXlAlyUUd2JZhu8bM/KIOZmEd7mMWjs8Z/c/MvC4l9QROOOEEcBOtu+66C0OGDAE3NlyzZg3Wr1+PKVOm4OWXX0bnzp3BzStLliyZ+oRSEZLXwtVXX40g3R07dmDs2LGRzbtSEaUPsnnzZgwcOBDcCCy86AiQN29e1K5dG3Xr1kX16tW9nZ65QCA3kRs6dOgRp8v4MqNwczyWnYvLpVn+QiHwm2bxKaLsRUClEQEREAEREAERSBEBtllDKQohz5mBAJ+nLrroInTv3h18lkkqTzzHPB6t0xwtfDYJ5PflB3H7gBAWr3LPxO7HsOHHYwO/H/QsiqaX5KOzJBECXLz/s88+iyzY37BhQxQqVCjiu06dOqhYsaK3c3OCOXPmeHN6KqtXr8by5csjSXAhcDOL2NPTwE0aXn31VZ9EpUqV0KhRI5xzzjk4/vjj0bRpU/8ehwfJ7emnn8Yrr7yCYGOFAgUKoH79+n5BfepFihShV3/83XffxZNPPonozQH8wUMKF+rnBkT0Fzc+5oF54Tuif//9F4899hhWrlx5KGTGadzcoEOHDliyZIlPlPlhvpg/SpUq4fdcPMjzx/88F4anPa5wwwg+g/OdC4+R3bnnnuvZxY2LZeamDgxDvxT2911wwQXe/6mnnkonL1x4nhsaUHic/vyBZCrcFIFpBWXkO5JatWr5dBgnzXRjdFu3bkWvXr38xh60p7ewHuRmDtxoYtOmTT45vi+qWbOmz9+1116LMmXKeHfWkdzg4qGHHsL27du9W7Ty7bffgovr8zzRPe655HmlG4/9/PPP4Lnk/5L2aMlM10SQryM9h/zfXnPNNZ7p+eefH0SLEiVKgBuq8DqgsF6KHEyO4Sj5mT59Ot5//32fOs8pN1HIkyePt0uJT6DQ47egUK/WCG45Zu7eQ3Fe7fNZONhuAA4eOODvmfyfBcL/Z7Q47/qJgAiIgAiIgAiIgAiIgAiIgAjkRAIqswiIQKYksGrVKrzwwgvx8sZ3yJ06dYrnLgcREAEREIH4BObNmwf2RbVp0wbsu4vvI5UuHAASopLK8EchGPs3e/fujY0bN6JYsWJo0KCBF5rZD3PiiSdGcpWWfWkffPAB2I8d9CVzPDnTZr8VddqDhCdPnoyePXsm2jfNftc777wTM2fODIJEysL4ovtE2b/Nfuxnn30W7NOOBMgAQ3L77tlHkxb9qIyHfazsG+V5ZhHj9seWK1fOz+ngMfajdunSBRxHQXt6C/M3atQoP8eB54XpsZ+dYxN43jiugX3ZPNavX79k9WNnlWuBZU0XcfVPCKyDKOmSQqaNlOf+008/xfPPP4877rgDl1xyCUqXLo2iRYuCYzd4bfN6W758earLwD51jkvgvIzFixdj8ODBYD2Z6ggzU0DlJccQMDNfVrMY3cxgFhaOwwiE94y4wnFLgVuTJoXQvHn+cFgfKxUXDwxLl+5E964LsW7tHjpKREAEREAEMiGB+fe8hxXDprlam3X3oQy6+wGcS75zy6PMS839+OLouj/aHH2/CMxmLq5DAvcxM6fqJwIiIAIiIAIikGkIKCMiIAIiIAIiIAIiIAIiIAIiIAIiIAJHnUCu9M6B4hcBERABERABERABERABERABERABEcj+BFRCERABERABERABERABERABERABERCB7E9AJUyYgFnMpEUzg5l5j2bmzWbmF1HhpEdOig90mqMnSNJco1Iu9OoYQukTDgJcrCPkNXDRDi6I0qXPGoz5civ0EQEREAEREAEREIHUENg0air+aTv4UNviUDvDtzlca6NQPuR6/iYce2FVv6gD2yoJCdsyFDPzbRyzsA73MQu3f5zR/8zM61LSh0Dx4sVRt25ddOzYES+++CK+++47rF27FtxQjOY333wTDz/8MFq2bImzzz4bJ5xwQrpkhPngRmNszzKBRYsWgRtpsv1Ke0pl37594MJswcKDuXPnRvPmzTFgwADcddddaNWqld/gjQs3Xnfddf46ZBrz58/Hxx9/7De6oj27yS+//AJu9Na2bdu0WajU/T8Nlt0wqTxpREDRiIAIiIAIiIAIpIyAuXaVpSyIfGciAoMGDUKVKlXw1ltvJZiruM82tEdLsMkudS5qP3/ZfrQfcBCLV7no3Dt+9xDuDOFncBref6IIml6Sl0ZJEgRWrlyJP/74w/vgcyefa73lkMKNCgI3sv/ss8+wZ0/6LTa8fft2vxEPN0xgFgoWLIgzzjiDxgyRrVvDfUOPPfYYuIkC9Zdffhlc+Pz000/3eeB1+d5772HcuHHezkX177vvPnz77bd47rnn/DsC6l999RX69u2LwoULe39c1PzDDz8Ew3uHKOWTTz6JxMf3QXwmZ3jGwzww3MiRI3HyySdj6dKlGDt2bFTo9DdygyRuEhGcl9q1a2P06NFgvpg/Ct8xjB8/HvXq1fMZot+nn34aDOsdDin8/3IDBh6n09VXX40vvvgCL730kmcXxDVixAiUL1+eXvwGGgzDsHTgBua33nqr93/ZZZfRyQs3o+A7GgqP058/kEyF53TJkiXe91lnneU5Dxs2zKfDOGkmex6jJ/4X3n77bfC6pT09ZdasWX5TD/4PmU69evVA3kyfeeP5Yf7Jjxs70A837WB+aQ6E1w+vK+adbjVq1PAbxEefS177rLP5/6cfhuH7r4A/3XhemWZwHo/2NcE8UcjgSM5hmTJlcO+99/pzzvdkjJNSoUIF8H9O1hRuDkb35MrR8Dd9+nQ88cQT2LFjh0++cePGuPTSS71ZSuIECj12Cwr1bO09hNw7fdey8Ga2M+yzmTjY7gUc2L/fvxvl/5F+Agl7DKt0C5ukioAIiIAIiIAIiIAIiIAIiIAI5BQCKqcIiEDmJMCxb+vXr4+XuU6dOoHj5eIdkIMIiIAIiECiBN555x3f589xxol6SskBM4CCrPNhHxv7lNnHyX6pfv36gcK+4Ntvv90Vx5XJFSct+9IYF/vv2C/BfkD2B7Lfnumy34o67XTncZc82E/IviKao4V9e7169YqMj2ZfNvsOJ06c6MvB+NgnOmnSJFx77bV+7DjTZZ8j8xAdV3qbyZlpsFxMm3rcvnseT6t+1N9//x3s3+Y5Zp99gwYNfD/2264/mFzYN8rx8++//z7Yx8q0V6xY4cNkdH8x88fzw352nj/mj2x4ntiPzDIE/JjPhCQrXQsJ5T9N3Fz9YzAXFcVp2ezH+S5Tp07FG2+8gfvvvx+ch1KtWjWYGajTTncepz/6PxIEHM9yyy23YPDgwb4OWrx4sTdfddVVRxJtpgyrTOUsAmbhOsIsRjcz/18yM3+vZL1MSWhuIOd/Be5NmhRC02b5OPwA4U/IaRRgyZIduLvrAqxft9e56ScCIiACIpCZCMy/932sGDbNZ4m1NsVbnJLvnHIo82IzP088qPOpU4L6n/eIQMzM3zvMYu4lcB8zc6p+IiACIiACIiACmYmA8iICIiACIiACIiACIiACIiACIiACInD0CeRK5ywoehEQAREQAREQAREQAREQAREQAREQgexPQCUUAREQAREQAREQAREQAREQAREQARHI/gRUwiQImMVMXjQzP0me3jnp0Sxsp5nCSZGBbuIrsgAAEABJREFUTnP0REmaa1TKhT6dgBNLuBgMLi4nsENfoGufNRg7aRv0EQEREAEREAEREIGUENj8/jSsbDfEBTnUrjDANVOcGKxwfhzT/2Yce2FVv6hD3DYK7ZSgDWNmkQUd6Ab3MXPxOHFG/zMzr0vJeAIlSpQAF8lr164dnnzySXDzPy4iuGHDBmzatAk//fQTPvroI7+w35133onLLrsMFStWPKKMnnnmmeCGakEkXGBx+fLlgTVF+m+//QYuVshAXMy4ffv2uPzyy/21SbdAeOyaa64BNwkzC19vXBhy2bJl3gsXCOTikVwseciQIXjttdfART65wCEXOuSilt988w24kOTs2bMxb948v7kkw3NRyv/++89vlLdv3z4fX2ZRuGBj1apVMXDgwCPMEpd1oRxhNAqeHQmoTCIgAiIgAiIgAikkEIpa+pRBd+/ejW3btsUTtlElW5EWDHbu3EnUaSZ8BuAzFBfD//nnn5MVLzfQDYQLy9O84O+DuH2Q4a9VnLLpnlPcD14MZob3nyiMppfkTVb8Od0Tn9e4sDs51KlTB+XLl6cxlnBh+4IFC3o3PtP9+eef3pxWCs8rFxLnYvRcDJzPnEHcXAj81FNPDawZol9yySVgumYWSS9fvnz+HQ0dli5dilGjRtEIbqDAhf5btmwJ9j15x0MK3+U0bNgQjz76qPdHZ25MwOdhmgMh/w8//BDkQDc+f3ft2jUShm6UU045xT+jVqpUidYME/7nRowYAW5ewETPPfdccFOPhK6VUqVKgTzoh34Zhu8HGAftlC1btmDBggU0gv47dOiA4PryjocUlve+++6LbMDEdxh8h3DocJpru3bt8u8sGHH+/PnRsWNHnz/ao4V5fuCBB1CsWDHvvHz5cvzzzz/enF4KN2gYOXIkqDMN8iVn5oX2QHjNcZH+O+64I3Dym1Js3rzZ23keRo8ejWCzK15LzzzzDKh7D4cUM8P555+PaP58r8PzSS+MJzNeE5n4HBJbhgnPD+uU//3vf74twIQvvPBCdOvWLV49xWOS+AQKPn4LCva8zbcpAIP7S1CDM8E+m4VQ+wG+zma9TSHzuIKoD49FWWUUAREQAREQAREQAREQAREQARHIngRUKhEQgUxI4JdffsELL7wQL2fXXXcdWrVqFc9dDiIgAiIgAocnwDEE99xzDy644AJ89913hw8Qy0ecsbQhZ6fE8pP5LaVLlwb74woUKBDJLPuKOd6aDuwXSMu+NPZHrlmzhlHj4osvxrXXXhvpu/aOTgn6CRs1auRs8P0YP/74I5gX73BI+eyzz7Bo0SJvY38nx33Xr18/Xnzsv2U/N/uu6Zn9Iezr5pgP2jNKDtd3z/7TtOhHZTwc/85xNiwby927d+9InzDdAmHfanQfK8e+fPnll8HhdNGZv+hy8hrg+eF5ik6Q/cfsR2Z/crR7Quasdi0kVIYjdnP1D8eiUY44rjSK4MCBA76Pd/Xq1Vi8eDHYnv3+++/BOSMcUzN8+HAMHToUnLfRq1cvcOxC586d0aZNGzRr1syPdeH5L1q0KFhX8T/E+ur555/Hp59+irQc78N5Fpwj88Ybb4DzUv766y8wfxzvcs4556QRkUwZjTKVAwmYmS+1WYxuZjALC+/DgXBOYFxhOyFwa9KkkPu/5gcM7kOFAm9dtnQn7u7yO9av2wt9REAEREAEMgeB+fd+gL+HTQNcnQ/3oWYwmpD/nPIo82IzPxc3qOsDPaj3g/tDtG5mMAuLi8ibqQdiZoFRugiIgAiIgAiIwNEjoJRFQAREQAREQAREQAREQAREQAREQAQyAQGuJpOO2VDUIiACIiACIiACIiACIiACIiACIiAC2Z+ASigCIiACIiACIiACIiACIiACIiACIpD9CaiEhyNgFjNp0cwikxqDiY9m5heeoZ2TIwOd5uhJkzRXr5QLvTuGcOIJXDQI7sMlOyjO6H5deq/C2ElbnUk/ERABERABERABETg8gc3vT8OKNoMPeXTtC25O6TT3Q6hQXthzLXHshVX9og5x2ya0U4K2i5n5No1ZWIf7mMW0fZw10g6iWZK5CHDRtDPPPBNcSI2bbb366qv4+uuvwU0CuTAbF2SbOHEiXn75Zdx777244YYbIhvaJVUSXiPcyI2LLtLfjh07wMXcuMEZ7ckVLsTIBQf379/vg5xxxhmoVauWNyekmBm4ABwXauNxbrQ6Z84cGv0ic4888ojfFI4biXHjPi4id9NNN6FJkya45pprcPnll/tFJ7mYG9OqXr2631yubNmyKF68OI477jjkyZPHX9Nm4evcLGU6NwL0GUpDhXx79OiBiy66CJMnT05lzObCUZymnwjEIiCLCIiACIiACIhASgmYxW5Xde/eHdWqVcPJJ5+M//u//8NJJ53kFy/mgtZsZ55wwgl+Me7jjz8eRYsW9VKkSBFIks+A7fqUnqfk+P/iiy/AZ6aHH3443oLzwQL01BOSBX8fRPsBISxaiUNh3VO3+/ER3Dng/cePQ7NL8iUnGzneDxevnzFjhufA9xENGjTw7yy8Q5RSuXJl1KhRw7vwOYkLi3tLMpXBgwejTp06iQqfFfns2K9fP6xc6U7soXirVKmC1q1bJ5inQ17SReOmCexDSizyb775Bhs3bvSH+axct25db05MoR/GyePr16/H9OnTaYzI/PnzsWzZMm8vU6YM+EydWPonnniiP87z5QNkgMKF5YM8cwOB22+/HYUKFUo0ZR7jAvL58+f3fqZNmwaW21ucwncSFGfEvn37wHcMNCckvO5OOeUUkMupp56K4D1GQn6P1I31TZAvpsPNSxKLs1y5cv49SunSpcF3HOl9Pvg+idcJ88NzwHcv5Ex7XDEz8L9coUIFVKxY0eczKAvPww8//OCDMM88l7ymvEMCCjduOe200/z9lXX23r3hBcYz6zWRec9hAnDTyYnX8DvvvANu4MCNQJjMFVdcgSeffDLJ/y39SWITKPT4rSj4xG1sbLB54XT+XIMj5GT8jzjYtr9zD8WT6Fh4TUbbZRYBERABERABERABERABERABEcjOBFQ2ERCBzEjghRdeSDBbnTp1StBdjiIgAiKQGQhs2LABP/30Ez7++GMMHDgQjz76qB+f27lzZ7Rr1w4333yzH3PcsGFD1KtXD+eee67vD2LfKvuwOFaC/Ugcb2xmOOOMM9KlWOxzuuyyy8B8bdq0KZlpxB7zAVpdHpMZONN4q1mzpu+/TCxDad2Xxr5L9gExPfb70U5zXDEz8JrgNVCpUiXfx8f+2MDf9u3bET0WmmPX2R8bHI+rs8+6ffv2vs+Rx1atWoUff/yRxgwT9rMzH4klmFb9qH/++SfmzZvnk2Ef8K233oqk0mUfa9u2bb1/nhvOEeC58Q7poESXk3MIWrVqlWj++P9nPzD7lRPLSla8FhIryxG5u/+MuYqIEsQzdOhQ/9/hdcBxZxxjRqYc/5A3b14/34PXButY9rlTzFwMaSSMm2lyjATr9dq1a/t5DFdeeSWaNm2K2267DR07dvT3hZ49e+K5557z81HYRzxmzBhwfsqsWbOwZcuWoEhppnPMBtvR7733HpYsWYI//vgDnCPDeoL1YpollOkjUgZzKgEz80U3i9HNDGZhYX0QCOuIuML/d+DWpGkh95/muKoQ+HUKf378wdIlO3B3l/lYvy48RscnKkUEREAEROCoEJh/7/v4+80pcBW0+4VcHlytHQpL/nPKocyLTf345ug6PqjrqQf3hWjdLHzfMDMXH/x9BFEfs7B7lJOMIiACIiACIiACR4WAEhUBERABERABERABERABERABERABEcgMBHKlayYUuQiIgAiIgAiIgAiIgAiIgAiIgAiIQPYnoBKKgAiIgAiIgAiIgAiIgAiIgAiIgAhkfwIqYbIImMVMXjSzyORGMwMnQZqFdZqDCZLUKdGTKGmuXikXencCTiwB9wnHZc7En8HQtfcajJ20lVaJCIiACIiACIiACCRKYPP70/BP2yGu9RB4MWdwwt9x+XDs8zcj90XV/KIOcdsktFOCtouZxWrTwH3MDGbmTOGfWYw57CI1qxDgeebmiVyIjQuwcUOusWPHgpuUJqcMJUuWRKNGjSLXw6JFizBlypRDC4kkJwaAGzYuX77cezYzcLNFXoPeIRElX758frPG4DA3J2Q8gT0769wQ89JLL0WXLl2wefPmlBWVC7v45bhSFky+cwABFVEEREAEREAERCDFBLiJKpfPS3FABci0BJ566ilwweoPP/wwVh55rukQrdO8cMVBtO1/AH+u5FEn7nkGcM/H7kftgyeKoNkl+aBP8gjMnz8fXMievitWrIjEFuQuUKAA6tevT29eZs+ejY0bN3pzeih8buYz2JAhQ8CF89MjjcTiPO644/B///d/iR0GF+3/+eefI8cPt+EAPfJ5m8/dNFMYfu/emEWaufg6NwXgMW7Acbgy16lTB2XLlqX3DJG//voLa9as8WnxOjn55JO9OSmlQoUKflF8+mHY4B0E7Xy/wE0JaOZ11KtXL38dBgzoHkjRokXx7rvvYvz48ejbt2+SG2kEYVKrc7F+LuDP8NwI45lnngE3LkloA408efL4DdY/++wzvPTSS6hatSqDpZssXLgQW7eG+yq5CQffKyWVGDcDGD16ND766CM89NBDEW48DzwfDMtriNcbzYkJNzJ47bXXMG7cOPTr1y9Szsx6TWTac5gY4HRw52YLL7/8Mvh/Yl3KzUn69OkDnst0SC7bR1nwiVtRsGdrNjEQo7DRAWD8jzjQ5nmE+O4vAXE+9BMBERABERABERABERABERABEchJBFRWERCBTEfgq6++wvDhw+Plq23btmjYsGE8dzmIgAiIQEYR+Oeff/D9999j1KhRYH/5XXfdhauvvhqnnnqqf59fokQJP1a3SZMm6NGjB5588kn0798ffP//1ltvgX0B7Lv58ssv/dhh9jX+9ttvWLx4MVauXIn//vvPjxFmX0FGlOmVV15BtWrV8Prrr6c8OQ4Ace/YUx7w6IbgGAf2ASeWi7TuS2OfacGCBX1yP/74IwYOHJhofz37pSdOnAiOwWjXrh3Yr+kDOmXVqlVYsWKFMwGFCxdGvXr1YHao38O7xlc4tv3cc8+NHOD1duDAgYg9PQ2H67tn2mnVj/rLL7/4/w3j5LgJ9rfSnJTwui9evLj3wjH1a9eu9eb0UKLLyf76w40pYP81JbG8ZLVrIbFyHLG7q39Cfow/K6Mjji3bRXD66aejW7duGDNmDFavXg2OMeL4iJYtW6JSpUrZrrzJLpA85mgCZuH7plmMbmb+fmpmfh4gx2pQ2FaIK1zPIHBr0rQQmjYrABcaTuEPZubMhqVLd6J7l9+xfl3M+DLoIwIiIAIikKEE5t/7Af4eNg2ucgY/rKIB898C55ZHmReb+nni0XV7tJn3AgrrfeoUMxf+kMB9zMypgJlFBPqIgAiIgAiIgDbvLdYAABAASURBVAhkDgLKhQiIgAiIgAiIgAiIgAiIgAiIgAiIQKYgkCs9c6G4RUAEREAEREAEREAEREAEREAEREAEsj8BlVAEREAEREAEREAEREAEREAEREAERCD7E1AJk0/AzCKezcxPbKSDWdhsZpEJ88HkSOqU6AmUNFevlAu9OoZQungovEg/wh8u2A+E0LXXaoydFN5YI3xEqgiIgAiIgAiIgAjEENj0/jT83WZwrHYE2xCUUMG8yPVsSxx7UVW/qEPctgjtFC7iQN3MfBvGLKzDfczC7Rtn9D8z87qUnEvg7LPP9gt8BgQmTZqE5cuXB9bD6txgb8eOHd4fF3HkgqHechilfPny4MaP9LZ582bs2rWLxhwjXKi0evXqGDFiRPLL7P6vBku+f/nMMQRUUBEQAREQAREQgZQTMNeuspQHU4hMToCL3994441o0aJFgjkNv6cHFq44iDbPH8CfK6O9cRFuJ+73weOF0eySvNEHZU6CALl+/fXX2Ldvn/d1ySWXoFixYt6ckHLRRRchWOSei9fPmTMnIW+pdmPatWrV8ptYfPrpp3j22WdxwgknpDq+1AbkJgLFDy3Sn1Ac27dvx7///hs5NGHCBPTr1++w8t1330XCrFmzBjt37vR2PleTp7c4pXLlyjBLuqYrWrQoKlSogIz68D8abBDCTQu4ocThyjx48GDwvQHzyGuMm43QTOFG5Ndcc41//0X7ggUL0KpVK3CDiQcffBC8LoOwPJ5Rwvdy1113HfLmDdcjPM9du3YF/xudOnXCJ598gvXr1/v3fxmVpyAdMgrMZcuWjbybCdySq/Nc8nzQP//PvN5pTqkwnsx4TWTWc5hSvqn1v3TpUv/OiueG75p53fIaZl94auNUOKDgE7eigBO4tgbf94clTCb0yQ/Y3/o5Xy/wvhp2Datx7WFXqSIgAiIgAiIgAiIgAiIgAiIgAtmVgMolAiKQ+Qj0798/XqY47o3vzeIdkIMIiIAIpAOBFStWYPTo0XjggQdQv359VKpUyY8j5zhc9r2yf+zhhx/Gq6++ii+++ALsDwrG9aZDdtI1yg0bNuCuu+5Cw4YNsWXLlmSl5XtE2S9KSVaIzOOpQoUKSWYmrfvSqlatGhkzzn6gjz76CA0aNMD1118P3u9+/fVX7N17+A2C2U+9efNmn/dSpUrhxBNP9ObDKWeeeWbEC+PIqOuUfZlJ9d0zU/zfUKekth+VfTo8Z4yDsmjRIjzzzDOHHQPw1ltvRcbR87pnXzLDp4ektJxs87CuSSwvPI9Z6VpIrBxH6m5m4BdOP9K4smJ4Xic1a9b0dUn37t0xaNAgcLzO77//7q/tX375xbs1adIEpUuXzopFTJc8K1IRMDMPwSxGNzNXlYSF4zUC4TiWuMIxHIFbk6aF0KRZfh8fhyTwnoSQM7nf0iU7cHeX+Vi/bo8/LkUEREAERCDjCPx27/tYPmyqr5LDY8Zc2q5udirynV0OZV5s6p/vo+v0aHNwH6BuZn6srFn4PmFm4McsrNMsEQEREAEREAERyHwElCMREAEREAEREAEREAEREAEREAEREIHMQSBXOmZDUYuACIiACIiACIiACIiACIiACIiACGR/AiqhCIiACIiACIiACIiACIiACIiACIhA9iegEqaQgFnM5EYz85PkGUUwIdLM/KRI2jkpPtBpjp5ISXP1SrnQq2MIpYuHYDj0ceFBm3Po1ns1Pp60FfqIgAiIgAiIgAiIQDSBTe9Pwz9th7gWg8HMSeSgAYXy4djnb0Lui6v5RR3itkFopwRtFDPzbRezsA73MTMfrzP6n5l5XUrOJsDrhgs3coNEkuBiimPHjvWLrdF+OOGGhcFmg3ny5En2xnH0mzt3bh89F4tkut6SQ5SWLVtixowZuOWWW1JQ4pDzS3GafiIQQ0AmERABERABERCBVBAIRVbRS0VgBcm0BE444QS88sor+PDDD2Pl0S9oe8iF5qonAcPuMVA/5AxzXzjho/KNvbdi9BQteItkflavXo05c+ZEfA8bNsxvGlCnTp0EdT6Drlq1yvs/ePAgPvvsM+zZkzze3bp182kxvcRk0qRJYB640QU3G/AJHQWF72goiSX933//gc/UwfEffvgBfB4/nNBfEGbXrl3Yv3+/t/LaJk9vccrhNotwXsBn8yJFitCYIcLNSYKEuGnB+PHjD1tm+qHfIFw0M7pdddVVfgMQmgPhe4qvv/4aDz74IC6//HK/yPyQIUPA9Mkp8Jee+llnnYXWrVv793NBOrzOZ82ahT59+oD5vvLKK/HUU09h/vz5iD53gf/00IPrhXEntVEDjycl0fGUKFEC+fOHFxFPKkxCx3hOAneeZ57vw/0H6Id+g3DpdU1kwnMYFDnd9enTpyNgfN555+Gmm26KdS2newayaQI7ew8HxTU33M8ANjpw6HP9ecj11r0I6ijqlENHpYmACIiACIiACIiACIiACIiACOQcAiqpCIhAJiMwatQofPnll/Fy1blzZ98HEu+AHERABETgCAls2rQJ7O/s27ev7+MqXbo0/u///g/NmzfHc889h8mTJ2PZsmUZ1rd0hMVJcXCOaWb/2cSJE5F0P2bMWFqa+E6dkuIEj3IAzkFMKgtp3ZeWN29edOnSBXH7Cdl//95776Fdu3a4+OKL0aZNG3zyySfYsmVLgtlbuXJlxL1o0aK+3znikIShUKFCCMaOb968GRw/noT3NDvEfntKUhFG93/G5ZNUuOhj7L8P+tjozvN3uL5PHp8wYQKCcfT79u3D7t27GTzNhf+RaObJLWdS/rLatZDmUA9FSLYhuC832z7klt20cuXK4ZJLLkHbtm3Ru3dvjBgxws+FWLNmjb9+f/vtN19vDBgwABzbc+2116JGjRrIly9fdkORVuVRPCLgCZhZPN3MYBYW3r8CYTsprrAtEbg1aVoINzTND3MxmjnVifuBDsuW7ET3Lr9j/brkjdGDPiIgAiIgAkdM4Lf7PsDfw6a7atgQ1Mc+UgPyn10OZV9q6ueJR9fl0eag/o/WzczFFRbGZWbUvJjFmL2DFBEQAREQAREQgcxAQHkQAREQAREQAREQAREQAREQAREQARHIJARypV8+FLMIiIAIiIAIiIAIiIAIiIAIiIAIiED2J6ASioAIiIAIiIAIiIAIiIAIiIAIiIAIZH8CKmFqCJjFTGw0Mz8BkvFwYqRZ2E4zhZPiA53m6AmVNNc4+Rj06giUOoFLCTEW6k7CP3TptQofT9rKAxIREAEREAEREAERwKb3p2FFmyEIr/kVXvzLNRvCZArmxTHPtUTui6v5RR3itj1opwRtEzPzGzKZhXW4j1m4LeOM/mdmXpciAiRQsmRJNGrUKNL+XbRoEaZMmeKux8hVSG8JChc85KJ1CR5MwrFAgQLxFnwsWLCgXzySm4o1btwY3AiPC0ly08hTTz0VlSpVwoknngguFslFKJOIPtMeql69OsaMGYORI0eiYsWKKcwn/7eUFAaT92xOQMUTAREQAREQARFIDQEztatSwy0zh7nrrrvAZ5kOHTokms3oZ5eqJwGv3x1ClbIh7z98jM/jzuqcbuy1BaOnaMFbR+OwP24UzQ0BDusxEQ/z5s3Dn3/+mchROac3gaQW60/vtNMifr5f6NmzJ7gRSIUKFRKMktfnO++8gyZNmvj3DtxoIUGPaejIvsI77rgDQ4cOxWmnnebf1cWNfuPGjf4dQZs2bdCiRQvMnTs3rpc0te/cuRNr165NkziXLl2aJvGkRyRpdU1kvnOYHrTix8lNP37++efIgauuugpZ9T1cpBCZwLCj13Bsf+Id977VZca1M0Kg4sRZD157DvBmD3csbHdO+omACIiACIiACIiACIiACIiACORYAiq4CIhAZiPQv3//eFnie/WOHTvGc5eDCIiACKSUwIEDB/DDDz9g0KBBuOWWW1ClShUUK1bMj5197LHH8Omnn6ZZ305K83Y0/Lds2RJ//PEHHnjggWQkH3vMB4eAmMV2S0YkOdILxy4PHz4crVu3xnHHHRePAa/L+fPno0+fPmjQoAGef/55sJ8RUR+OHY+yJtvI9PLnz59s/xnlkeVLq37UjMpzatLZtWsX1q9fn5qgiYbJbtdCogU93AFX/xjC38N5PZrH+R8sW7YsatSogfPOO8/fbzhW4fbbb8e9996LXr16YeDAgRg2bJgfy/D111/78TzsQ+Y4i8mTJ/tjvEe1atUK559/PkqVKnU0i5SF01bWRSCGgJl5i1mMbmYwCwvnCgbCuYNxheNbAremzY7DDU3zh8cfhEJOd1H7oQghLF2yA907z8f6dRoT6ajoJwIiIALpSuDXe9/H8jenunqYdXFYnMWnme+sk1D2paZ+nnh0HR5tDur9aN0sfF8wMx+PWYxuFjb7A1JEQAREQAREQAQyEQFlRQREQAREQAREQAREQAREQAREQAREILMQyJVuGVHEIiACIiACIiACIiACIiACIiACIiAC2Z+ASigCIiACIiACIiACIiACIiACIiACIpD9CaiEqSZgFjPB0cz8JHlGFkyQNDO/SQftnBQf6DRHT6ykvcbJx6BXJ6B08RBcTIBTD/1gZujWezU+nrQV+oiACIiACIiACORsApven44VbV8EzP2cwLUTzAwGwArlwzHP3YjcF1fzizqwjRG3zUG3oE1iZr6tYhbW4T5mBjNzpvDPLMYcdpEqAsDZZ5+NOnXqRFBMmjQJy5cvj9gTM/B6NEv5NbVt2zZwIcHoeI8//ni8+eabGDVqFD7++GNMnDgRU6dOxezZs8HFJJcsWQJu2rdp0ybs3r0bXGRy+/bt4GKEf//9t1/4kxuUzZgxA999912qJbENA6Pzmhrz448/jt9//x033HBDaoKDC72EuDlY6kIrVHYloHKJgAiIgAiIgAikikCIi5tGhezbty/YjmTbc+7cuZg3b55vgy5YsMAvZLxo0SJQFi9ejL/++ssL26eSJUgug1dffTWKeNoZuSD1N998g1deecVvhpCSmKueFMLQLvtxStkQ3IMzAPds437U4D4te2/B6Cla8NahSPS3Z88eTJ8+PXKcG1JwsfDDSZkyZSIbSu/YscM///F/GYkohxkKFy4MbrIwZ84cpETGjRuH4sWLJ0gruQvtb9y4McHw6e147bXXpqisAZfbbrstXtb4XuyKK67A6NGjwfcZXGy+Vq1akWssOsBvv/0Gbsy0bNmyaOd0MZsZzjzzTLz11lv49ttv8fTTT+OCCy5AgQIF4qXHdzDdu3fHrFmz4h1LKwduplGiRIk0iY4bXKVJRFGRZMZrwiwTncMoVulpZN3B925MI3fu3DjhhBNolBwBgR29h2NHr3cBdz2BH7Y14BUcvOZsHHytG10lIiACIiACIiACIiACIiACIiACIgCIgQiIQKYiMGjQILDfMG6mOnXqhIoVK8Z1ll0EREAEkkWAfasPPfQQzjrrLHD8LfuO2EdvIs1hAAAQAElEQVQ0cuRIcDxCsiJJhSeOi61Xrx6uuuoqNGnSBK1atcLtt9+OLl264P777wfHtz711FMYOHAg2Lf/7rvv4qOPPsJnn30G9sdzTO4bb7yRipQPH6RatWq+n49jhytVqnT4AAn5cF3+HGOb0KHs4paWfWkFCxZE165d/bnleW7dujXKlSvn5yBE8+I47ffffx+9evUCxwYEx3jtBuaU6Bz/zXHfKQmTEX7Tsh81Or/dunVLVZ943bp1o6NJM3N6lDO7XQuphu3HofmKKBLF9ddf7+vRsWPHYvz48fj888/xxRdf4Msvv8RXX32Fr7/+2v8HOZYgENa1aSXTpk3z49+WL18O/vf4f966dStWrlzp5zP88MMPfqzOBx98gNdffx3PP/+8vxfcfffdaNu2rb9XXHbZZahSpQrYbxwpmAxpQ0CxiEAcAmbhMQRmMbqZwSwsHBsVCOcQxhXWx4Fbk2bHoUmzAnCBnQAwuI85zbBs6U706PI7Nqzf69z0EwEREAERSA8Cv973Af4eNt3Xu64aR1gMNOSvUw4nvdzMzxOPrrujzUF9H62bmQseFriPmTkV3g36iIAIiIAIiIAIZF4CypkIiIAIiIAIiIAIiIAIiIAIiIAIiECmIZArvXKieEVABERABERABERABERABERABERABLI/AZVQBERABERABERABERABERABERABEQg+xNQCY+MgFl40iNjMbPI5EezsNnM/KI2nDjJSfGBTnMwwZI6pcbJx6BnR6DUCQcRcl//CwHcyIbStdcqjPtqK/QRAREQAREQARHImQQ2fTAdf7cZzMaBE/eLaiegYF7kerYF8tSt7hd1iG5r0BxI0BYxM99GMQvrcB+zcPvFGf3PzLwuRQTiEuD1dM0116Bo0aL+EDdg5IJzwYZf3jEBpVChQpGN6/bu3YudO3cm4Cu+E+Pdt2+fP5AvXz4UKVLEm1Oi8NrnIpTc7JAbz1WtWhVnnHEGzj//fNSrVy/VwjhTko/D+W3UqBG4wSAXwDyc3ySPu/+vwZL0ooM5j4BKLAIiIAIiIAIikDoC5tpVFhWUbcr/+7//A6VChQqo4IQbd0QLF5qXVEJqGZQuXTqK+JEbuTD5Cy+8AC5Ifemll6Y4QjODmaFaOeDljntQ+cQDLg4+lIc1p7r3+EDLXlswespuWiUJEPjzzz/9guE8VLhwYXAznE8++QSHEy5uzk0lGI7CjS5Wr15NY44R8uJ1zALv2rUL27ZtozHVkjdv3ljP1itXrsThPuyn4gLvh/OX3OMsx/r16xP1XrJkycixLVu2gO8RIg5pZChWrBj4HD5s2DBwQXtuWNGxY0dEp7127Vq/0D7Ln0bJHjYavj+5/PLLMXjwYEyZMsUv8P+///3P32+CwHynMmLEiFibZwTHkqvzfQvLl5B/M/PvDnHos2LFikOmlGvsAw1C8Zzz3Af2lOjR5yWzXxMZdQ4T4xfXPalzHddvau2so4477rjUBlc4R2B7r+HY3vNd16YIORsl0ELYf1Ud7H2lM1yDBPyYGTWJCIiACIiACIiACIiACIiACIhADiagoouACGQeAhs3bkT//v3jZejMM89Ep06d4rnLQQREQAQSI7B582aMHDkSN998Mzgu4eKLL8bTTz+NuXPnJhYkVe4c41CvXj20adMGPXv2xFtvvYXvvvsOy5Yt8++oqdM+YcIEjBkzBuyTev311zFkyBA8++yz6NWrFx588EHcfffduPPOO3HrrbeiWbNm4Lhi9sfXq1cPderUSVXekgr02GOPYeHChWjSpElS3g5/jO/YKYf3maV8pHdfGsdhc1xM165d8fHHH4P99i+//DKuvfZasP85gDV16lT89NNPgRUnnXRSxLzZXePJ7fdlf+DBgwd9WJatQIEC3pwaZdOmTdi+fXtqgsYLY2Zp0o9KZtHj4detW4fM9DEz5MmTJ5Kl5PYXJ8U5M1wLkQIdTYNjazCXA4rT3K9MmTJ+TsMFF1yACy+8EBdddBF4D6hbty4ol1xyCQJhHZvWwvRq1arlx8IVLVo01jXusqffUSag5EUgIQJm4TrELEY3M5iFhfftQDj/K65wLE/g1qTZcbihaX5wPQMvTgk5YbpLl+xA906/YcP6vbRKREAEREAE0pDAb/d9iL/fnBYTY+hQVez0/GedhJNeburniUfX2dHm6Ho+MJuF7wNm5uM1C+veIkUEREAEREAERCBTE1DmREAEREAEREAEREAEREAEREAEREAEMg+BXOmUFUUrAiIgAiIgAiIgAiIgAiIgAiIgAiKQ/QmohCIgAiIgAiIgAiIgAiIgAiIgAiIgAtmfgEqYBgTMYiY/mpmfJM9oOVnSLGynmcJJ8YFOc/RES9prnHwMenYynHiCi8Hg4nKCsMGp6NprFcZ9tRX6iIAIiIAIiIAI5CwCmz74Hn+3GQIz1yLwAmd2AoMVyodjn2uJ3BdX84s6sE0Rt41Bt6ANYmZ+US6zsA73MXPxOHFG/zMzr0sRgcQInHjiiX6xTrPwtbJ48WJMnjwZwWKLCYXjxnoFCxb0h7hpIDd985bDKP/8809kQztuepg7d+7DhMh6h7l5LBdJHTduHGrWrJkGBQi5OChO008EwgSkioAIiIAIiIAIpJJAsJhpKoMr2FEmcNttt2HRokXo0aNHsnJiFn7GMQvrQSAzg5mhWjngpY57cfKJBwEDwmIwM/BzU6+tGD1lN42SOAS4AcCOHTu8K597KlWq5M3JUbjYePA8uWrVKr+ZQHLCZRc/3FS7RIkSvjj79u3DL7/84s2pVfieqHz58pHgCxYswIEDByL2hAzbtm1Dchf1Tyh8XDeWI7ge4h6jnZtHUKcsWbIEGzZsoDHdhO/NmGb79u39hhXXXXddJC3yYfkjDhloMDNwsf/mzZvjww8/RMeOHRF8jpTLrl27Iu9bgjij9SpVqkSs//77L3bu3BmxJ2QIhUJ44okncPXVV6Ndu3aYOXOm91a5cmX/LpIW/n+Tw3LYsGFo0KCB3zBm/PjxDAqeH29wypGW3UVx2F9aXRNm6XcOEylEPOfDnet4AZLpwI1WXnnlFcyZMwfffvstqlevnsyQ8haXwPbew7Gj17tga8LMqzikYX/Ds7Dn5Y6wXLmcm3lheDOjFrF7ixQREAEREAEREAEREAEREAEREIGcQkDlFAERyEQEXnjhBXB8W9wsderUCXy/H9dddhEQARGIJjBv3jz069cPl112GY4//njccssteO+99/Dff/9Fe0uxmeN1r7rqKt9389Zbb+G7777DsmXLwP4c6rTTnX07bdq0Qb169VChQoUUp5MRAa6//nr89ttv6N27dyqTC8UO5/q0HIjYbtnAltF9aXny5ME555yDnj17+ms26H9mP3B0f3bp0qVRtGhRT3jt2rVYvXq1Nyel8DrlOQ/88HrOmzdvYE2xvmXLliTHt6c0wrToR02oz3779u0pzUq6+q9Ro0Yk/uT0F+/duxecTxAJFMeQGa6FOFk6OlZXB4UQ/h6dDCjVLEZA2RWBRAmYxR4zYGZ+/IBZWOe4l0B434kr0fMOmzQ7Do2b5gcM7mMwM6cDVJct3Ykenedjw/q90EcEREAERCBtCPx2/4dY/uY0FxlrWqfx5+peczVv/jplcdLLTf088ei6Otoc1O/UzcyPzzRzoQ8J3MfMnKqfCIiACIiACIhAFiGgbIqACIiACIiACIiACIiACIiACIiACGQiArnSJy+KVQREQAREQAREQAREQAREQAREQAREIPsTUAlFQAREQAREQAREQAREQAREQAREQASyPwGVMK0ImMVMgjQzmJmP2sy82cz85ElOpORE+UCnOZhwGeg1Tj4GT3QCSp3AxTzgl/Tg4kJ+ySGndO35L8ZN2gp9REAEREAEREAEcgaBTR98j+VtBvvCckE7tg5cA4HNA6BgHhzzTAsce3FVBG2JQGc7I5Cg7WFmvk1iFm6jwH3MYszO6tsu1CUicDgC559/PmrVquW98drkRl8JLWbsPTiFmzVWqFDBmdxVHAph1qxZh91gcPfu3YheCPL//u//wM3FfCTZRLnvvvv8hqStWrVKwxKZi4viNP1EwBOQIgIiIAIiIAIikFoCZmpXpZbd0QzHZ5VPP/0U77zzDk466aQEs2KW8Lk1M/9sbJawXvWkgxh85y6cXPqAe7hxUbvnGz4T0cK3+i17bsHoKbvdAf0CAhs3bsSUKVMCKy666CKkZIH+ypUrI3pxeW5IsXPnzkh82d1QuHBh1KxZM1LMb775BmQacUjAwGuSG3Nzs5BGjRph8ODB4IL7gdcLLrgA+fPn99a5c+di+fLl3pyYsmTJEr8pSGLH47qvWLEirlMsO9Pj5iKxHKMs1apVQ/Hixb3LqlWrMH36dG9OSuE7CZb12muvxa233oqFCxdGvM+YMQP3338/eIybUJBP5GAcA6/N+vXrR1y3bt2K/fv3R+xpafjzzz/x8MMPo0mTJujcuTOSuq75fo/njdcD87Bnzx7s2LGDxgRl5cqVCboHjr///jvWr18fWOPpvOb4LocHmM+///6bxkRl06ZN+OOPP7Bu3TrP3sy8X74L4mYOtKxZswbz58+nMVFhufguiNc4z2HAPrNeE2STXucwUUhxDsQ+13EOOuvhzrXzot9RJLCt13Bs7zncv+8PuXz4+sm3LYC9V5yBXS92gOXKFa9t4rx6t4R0uklEQAREQAREQAREQAREQAREQASyMwGVTQREILMQ4PvBF154IV52rrjiCrRv3z6euxxEQARE4MCBA5gwYQLuvfdenH766TjjjDPwyCOPgONvj4TOueeei65du2LEiBFYvHgx/vvvP58O+8XatGmDevXqoUKFCkeSRIaHLV++PIYPH45PPvkkVl9pyjNisYPQalRiO2d1W1r2pbFfmezbtWuHBg0aHPb65LniGI2AIfv5AnOZMmXA47Sz33Xy5MmuT4Q9InRJWNjfOHv27MjBM888029+GXGIMmzfvj3JvnP+577//vuoEEduTKt+1Dp16iB37tw+Q+wX/fXXX705KeXnn38G2xnXX389OnXqBPalJ+X/SI6xjipWrJiPYsGCBWC7x1sSUdhfz37JRA4jva+FxNLNdO6u/jGEv5kub8pQJiSgLIlA0gTMzHswi9HNDGZh4VijQIL5hdF69PzDps0Lo1ETjiUL+Xs179ZeQiEsXbId3Tv9hg3r9/r0pIiACIiACKSewK/3fYhlb0yFq21dJL6m9WaOGct3ZhmUe7mZf/6JrqOjzUG9Hq2bhet9M3Nxwt8HEPUxC7tHOckoAiIgAiIgAiKQqQgoMyIgAiIgAiIgAiIgAiIgAiIgAiIgApmJQK50yYwiFQEREAEREAEREAEREAEREAEREAERyP4EVEIREAEREAEREAEREAEREAEREAEREIHsT0AlTFMCZjGTH83MT440MwQTKM1izJwkT3fqlGDiZaDXOPkYvlVFxwAAEABJREFU9OxkKH0CfDxOgcF9Dindeq3CuElbnYN+IiACIiACIiAC2ZnApg++x99thvh2AJsBZl4FHaxgXhz77I3IXbcagjZEoLN9EUjQ5jAz3y4xi9HNDGaG4GMWYw7cpItAYgS46OANN9yAokWLei/coG3Xrl3enJDCa5GLjPI65XFu5pbUYoVcuIQbRAYLBubLlw9c7NAse1ynXIBx5syZeO6555AnTx4iSTsJcRkYLgKTdlEqpixOQNkXAREQAREQARFINQG2S9WySjW+oxKwT58+mDdvHq699tojSt/M/HM0n2XiSrVyIQy8cycqlT4AfpxXpxn814Cbe23BmCm7nZt+JDB//nwsW7aMRnCB+LPOOsubk6sUKFAA9evXj3jn4vJ//fVXxJ4TDNxYoWDBgr6oS5YswdChQ7F//35vT0gho48//hhbtmzBv//+Cz5TRz97Vq9eHbVr1/ZBuQHDyJEjE42Pmya88cYb2LFjh/efmFKlSpXIod9++y3RjRaY73HjxiUZX/ny5f07gCBCpp/UZgGMk5tQsKxr1qzx5S5SpEgQ3L87mz59OniMz+LB9RjxEMewfPnyiMv//d//oVChQhF7Whp4TubOnYsVK1aA70nILan4V69ejeDdS4kSJVCyZMmId/5PypYtG7H/+OOP4LuaiEOUged0zJgxOHjwYJRrbGPVqlX9xjN05WYc5EvOtMcV3is/++yzyP+c11eNGjW8txNPPBEXXXSRN+/bt89v1MLr0jskoHADjp9++skf4SYQ5513njdn1msiLc+hL2gylCTPdZzwyTnXcYLImoEEtvcZgR29hrv2AxBuS1B3DQln2XfFGdj1Ygccc+yxflHnuG0RM3NhwgL3MTOn6icCIiACIiACIiACIiACIiACIpAjCKiQIiACmYZA//79I+9sozPVqVOnaKvMIiACOZwA+0VGjRqF1q1bg/1O11xzDV544QUkNX42KWSVK1dGq1atMHjwYLA/iP001GmnO48nFT4rHLv33nuxaNEi3HLLLWmfXQ4ACVFJ+6iPZoxp2ZfG/q+1a9f6a5R9yZ9//nmi/Y4s886dO0H/NFOCfkKa2c/asGFDGr2wD5t92d6SgML+yDfffDPS71i6dGmcf/75sXyWKlUqMnZ98+bNvp81locoy8KFCzFjxowolyM3plU/KjmxX5U5Yj/qwIEDsdr1B9OekLDfj/3mmzZtwqpVq7B7924ULlw4Ia9p4lahQgWcc845Pi6OFWDazIN3iKPwvHHMAa+XOIci1vS4FiKRZyWDq39CCLkcU5ymnwgkRUDHRCAZBMzCYwXMYnQzi4wniB5rcMwxx/jxB9E653cF9qbNC6Nx0wJwoZ0cStzFBWdbtnQHenT+DRvW74U+IiACIiACqSPw6/0fYvmb0wBft+LQJ1zrFqhzEsq90szX09F1c7Q5uk4PzGYu/CFhhGZGzYuZuaTMm6WIgAiIgAiIgAhkYgLKmgiIgAiIgAiIgAiIgAiIgAiIgAiIQKYikCs9cqM4RUAEREAEREAEREAEREAEREAEREAEsj8BlVAEREAEREAEREAEREAEREAEREAERCD7E1AJ056AWcwkSDOLTIo0M79RkFlY56RKTooPdJqDCZiBXuPkY/BEJ6DUCSHAL+4BpzsBl/kIoWuvfzFu0hY6SERABERABERABLIhgY0ffI/lbQaH7/xsDrgycpFGtguQPw+OeaY5ctet5jcwi25L0BxI0NYws1htEbiPWUxbxVkj7RaaJSKQXALcxI2LkZpZsoJwocJgg0EuVshFGr/88kvQHB0B7VwwkhsC+uveHeQigpUqVXKmrP0rUaIEXnvtNUyaNCmyMGKal8idD4OlebSKMOsSUM5FQAREQAREQARST8Bcu8pSH1whM5BAs2bN8Mcff+DRRx9NcapmBrOkhc/YlOCZu3o5YMCdO1Cp9EH/qM5E3eM7NfcsD7TsuRljpuz29pysHDhwwD//HDx40GM49dRTUa6cg+dtyVfOPvtsFC9e3Afg4vITJ0503APi3jlbK+R21VVXRcrI5+W+ffuCLCKOzsBn6NmzZ+Phhx9GsLj+ySefjMaNG7ujMb+8efOibdu2KFiwoHccP348evfuHS8+btTQs2dPzJw50/tLSqlZs2YkviVLloAbFHCzh+gw3OCE+f7ss8+ineOZ+T+79dZbUaxYMX+MZbnvvvt8PlhG73hIIQNuskQmdOL/9MYbb0SZMmVo9RK9ecL69evBMi1dutQfi1YY99SpU/H22297Z8Z1xRVXgJtceIcEFOZtz549CRw5vFP58uVRp04d75Fx9OvXDzx/zId3jFK4EcagQYMi71Dq1q2LIkWKRPmAf8/APNORG72888474GYLtAfCzSD+97//4aeffgqcEtR5jXCTGOr0wPcYCV0j/G/z+nn11VdBM9NnfcwNHBjOzEA734fQ/ttvv+GBBx6ItQkI3VnmH374AU8//XRkAxFe83z3xOOZ9ZpI63PIsiZH+J6MrOk3+lzTHkhyz3XgP6X6hg0bfN3Ca5jy7rvvpjSKHO1/e58R2PZEmBnvZhQC4X9h72W1sOvFO3HMscf69/o814GYhdsrtJuFzWbGoF7MYszeQYoIiIAIiIAIiIAIiIAIiIAIiEC2I6ACiYAIZA4C06dPx+uvvx4vMzfddJN/bxbvgBxEQARyFAH2+4wdOxbt27dH1apVwT4Xvkf/999/U8yB7+CfeOIJTJgwAf/99x8WL16MESNGoGvXrjj33HNTHF9mDnD55ZeD/R7PP/88gj6qtMyvf4PO9+iUtIw4E8R1zDHHIC37Vxs0aBDp+502bZrv+2W/bNyi8lpnP2HQ91i6dGmwbz/a35VXXonTTjvNO7Fvldcu+/vZt+gdDymMn33J48aN8y7sC2nRogVOOukkbw8U9pGy/zewv/HGG5g1a1Zg9TrjnjFjBu6//35s3brVu6WVwmuT/2nqjDO1/ajsT23Tpk3kWmf/dffu3f1/nPFGS9x+e6bNsIwj2l9amuNeUxwzwH5m5iU6neC8HW4MAMOk9bXAOLOamBn4hdOzWt6V34wnoBRFILkEzMx7NYvRzcxVNWHhPTUQ1u9xJVjTgO5NmhdGo6b5/fhHH2mIoxmcuN/SJTvQo9Ov2LB+jz8kRQREQAREIPkEfr3vQyx7Y1o4gKtTw4awmu/MMij3clOwHo6uk6PNQT0erZuF63kz8xGZhXVazGLMtEtEQAREQAREQAQyLwHlTAREQAREQAREQAREQAREQAREQAREIHMRyJUO2VGUIiACIiACIiACIiACIiACIiACIiAC2Z+ASigCIiACIiACIiACIiACIiACIiACIpD9CaiE6UTALGZCpJn5SfJMyixsNrPIQv2ciMmJltQpwUTMQK9x8jF4oqOhdHHA4D6HFHM2c9a7e63CuElbnEk/ERABERABERCB7ERg4wff4++2Q1yRzN/1XfPBmQEzAwrmRe5nWyDPJdURtBkCne2JQII2hpn5todZWIf7mFk4Lmfmz8yoSUQgVQTOP/981KpVK1lheX1y07eKFSt6//v27QMXOb333nsxdOhQjBw5EtwgkPZPP/3UbxxHj9xEsEmTJn4hE9qzqnTq1AmLFi3CHXfckc5F4EowlHRORtFnFQLKpwiIgAiIgAiIwBEQCMUsZXoEsShoehKoXLkyPvjgA3z00Ud+84SUpGWW8POwmfnnZjPzz9R8xqbwmSbQaa5eDhhw5w5UKnUA/Djv1GBONTPc3GsLxkzZ7Ww597dixQrMmTMnAuDiiy9Gnjx5IvbkGsqXL48zzjgj4p0b66xevTpiz+4GXm9dunTBhRde6IvKDQu4gD43XmjXrh369euHnj17olGjRujYsSOCzUOKFSuGxx9/HCVLlvThohXy7Ny5c2RDAW4awvj47Mr4qPNZfPLkycifPz8Ot3kAN1m47LLLIkkwvoYNG/pNFRgfNyBg/Mx30aJFQXvEcwIGboby4IMPokCBAv7o+vXrwfxec801ePjhh32ZmUfGyf8/mdBj48aNceONN9IYEea9Q4cOkbIuWLAALVu2xA033OC5MX+Mk3Hfc889kU0gLrjgAtSrVy8ST2BgvcO6gHZuQsLnfMYxfPhw7N27l87JEp5Xnr8SJUp4/zxvPH/MB/PDOHu688p8tmnTJnJeq1WrhqZNm8LMfLhAYX5r167treTx2muv4eqrr/a8+vTpA26QQT7cnKFSpUrg+fWeE1HOOecckFtQVp5T8iZ35o155Dlm3Nzcg9EwfvqhORCmxc01uBEF3bgByPXXX++vAcbDMvLa5WYf3PSDfrhhDTcpMYspY2a8JtL6HLLsyZFEznWqz3Vy0pSftCOwvc9IbOs5PPIf5mVu4BfYd8Xp2PViB+Q69lj/LpTXGP+DgU4zxcz5d8JcmcWYaaeYGTWJCIiACIiACIiACIiACIiACIhA9iOgEomACGQSAv3794+XE7634fvTeAfkIAIikGMIsC+F/Vns02BfzrBhw7B27doUlZ/9aOxveeONN7Da9YfOnj0b7Eu56qqrwL6/FEWWRTwXL14cr776Kr766iuwjyhtsx0zlpamUCgEStqmkTli43WXVv2rp512mu97ZsnY78j+WPYBsm+T/XsUXutXXHGFH/tNP+zLaNWqFcqVK8dgESlSpAiYr7Jly3q3rVu34tFHHwX7GdnfyLgYL+NnXzLj4j2VfZk333wzzGL3eTAd9vUWLlzYx8f+Rfalsy+U/ZaMk3F369YN7GNmvMkd5+4jTIaSVv2oHD/BtgPLxGSXLFkCMmT/MP/3ZMN+YvatTp48mV78GBb24TKsd0hHJbimgn5e9jMzL+zTZt6Yd/INzlvu3LmTzE1aXwtJJpZJD7L+cbVQtq2HMin2rJot5VsEUkTALHy/NIvRzczfR83M3z94f6XwvhNXouclNmleGI2aFIABMPOqM/gfli3diXs6zceG9XugjwiIgAiIQPII/Hr/R1g2bHq4TnXVKqtWp/nA+c8si/KvNPPjxKLr4mgz6+64YmY+PjPz8ZiFdW+RIgIiIAIiIAIikJUIKK8iIAIiIAIiIAIiIAIiIAIiIAIiIAKZjECutM+PYhQBERABERABERABERABERABERABEcj+BFRCERABERABERABERABERABERABERCB7E9AJUxPAmYxkyTNzE+gZHpmYbOZRSbMc6I8J11Sj5ZgYmaNysfg8Y6GUsWB8F5TfpkPZwlbu/X8F598tdXbpYiACIiACIiACGR9Aps+nIHlbYaEb/SuOH6xQaf7X/48yP1MC+S+pDqCtkKgR7cjgraFmfk2h1m4DQL3MYsxO2uknUKzRARSQ4CL9XGhQS46mpzw9MdFFc8+++zI9cdN4n7++WdMnToVCxcuBO2Mi9fylVdeibvuustvNki3rCjclO27777DSy+9BJY//ctgLgmK0/QTAQiBCFFC4fMAABAASURBVIiACIiACIjAkRAwU7vqSPild9iHHnoIixYtAhdyT4u0zMw/p5jF1vlsEkj08zfN1csB/e/YgQql9vsFukPuQd79DplDuKnnJoyZvDstspcl4+CGFBs2bPB5L1WqVKo3bCDrSy+91L/nYGSrVq3C9OnTacwxUqhQITz11FPgZgbkwYLz+fnXX3/F2LFjwUX1yYXulAoVKmDgwIE49dRTaY0nZobmzZvj6aefxvHHH++PM75Zs2b5+KjTzmOPPfYYqlev7v0kpvAdVffu3XHZZZdFvOzcuRN8Hmb+5s+fjwMHDoAbOzBfydlkgeecflmWINJ169Zh0qRJsfLIY2Ry22234d577/XvzegWLdws5LnnnouUlRtH/PPPP54b88c4GTfD8P/OjQu4aUGBAgXoFEuYd77XoCPjWbBggc/Pxx9/jO3bt9M52VKpUiUkVUaeV+aT6TBSlmPQoEEoWbIkrbGE18gTTzyBmjVrRty54QXL9sknn2Dp0qVgPDzONE866aSIv4QMZoZbb70Vffv2jXDjNcFrI2DG+BmW/LnRwwMPPJAgf57LIUOGIDiXvBZ4TTAeljG4dgP2PFcsD+OOFsbDvAfx8BjPG8vIuJg35pHuzFNGXBNpeQ6Z7+QI2cQ/1xv9fyM15zo5acpP2hDY1mcEtj7xrnv/H0LINRqi2wx7Lj0NOwffiWNyH+sXdT7mmGMiOv8bgZjFbqcEOTOzwChdBERABERABERABERABERABEQg2xJQwURABDIDAb4LHjduXLysdOrUCRdddFE8dzmIgAhkbwLffvut75+qVq0arrnmGrz88sv4+++/kZLPGWecge6un23ixInYtGkTWM+0b98epUuXTkk0WdIv+5fY53/nnXemU/5jvzvnq3Sz2G7plPBRiTat+tLMDBzr3bp1a99XwcKwDy7om2a/3MyZM8H+YB5jn+rjjz/u+7JpjytVq1bFK6+8gtq1a0cOsZ8x6ONjvIyfBxkX+3wT63ekH/aB9+zZE4ULF6bV94GyL5T9ZIyTcbNfpVWrVrj//vuRN29e7y+tFLO06Uc1M9x8883o06dPpD+W/bnsH2YfKjmzT5V9q8x7wOaWW27xY1volt5Sv379WGMKmBeOA2Hegr5Zsm7atCnatm172Oyk9bVw2AQzmwd3zg3hb2bLmvKT2QgoPyKQcgJm5gOZxehmBrOwsL4OJHo8QmDm2K/A3LRFYVzXJL8f1wAubBByqpcQli7Zjh6dfsN/G/b69KSIgAiIgAgkTmDe/R9i2RtTfSXqx4pxvBjFBclXuwzKv9LUP3NF18HR5qDejtbNwvW6mblY4Ot5RH3Mwu5RTjKKgAiIgAiIgAhkWgLKmAiIgAiIgAiIgAiIgAiIgAiIgAiIQGYjkCvNM6QIRUAEREAEREAEREAEREAEREAEREAEsj8BlVAEREAEREAEREAEREAEREAEREAERCD7E1AJ052AWczkSDPzkyfNYuvBZEtOiqeZOidlUgIz9RqVj8HjHQ2lizPbLg4YDV41M3Tr+S/Gf7XVu0kRAREQAREQARHIugQ2fTgDy9sM8ff4sAKv+Tt//jzI/WwL5L6kmt9Ei22EoM1AcyBsU1DMzG+KZ2Ywiy049DGzQyZpInBkBE488US/cKlZ8q4pLkB4++23o1evXqhbty5KlCjhr1fmInfu3ChXrhyaNGniFwykTjcey2pSsGBBDBgwAN9//z3q1auXcdn3C8GEMi49pZS5CSh3IiACIiACIiACR0TAL7Z3RDEocHoQuOqqqzB37lz069fPP/OmRRpmsZ9nzMw/p/AZO5DoZ+/ATL1GeWDAHTtRsdRBlx+AMZk51Yk52829N2PM5N3IiR9uUhGU+7TTTjuiTSrOOOMMlC1bNogOjHv79u0Re04w8Hn6vvvuw/jx49GuXTtUrFgx1mYFxYoVw+WXX44XXngB77//PmrUqJEkFjPDxRdfDG5UxA0cKlSo4BcTZaCSJUuCGzqMHj062RsWcYOFp556Cm+++aZ/3md+GRf/J1WqVAE3aXjvvfcOmy+GCeTMM8/0ZWGZLrjgArCMwTFu1MANAu644w7PhGWgW3A8rs7w3PShd+/eqFWrVqy4mEeWn2UeM2YMuEFFkP+48RQqVAjPPvus34yhSJEikcNbt27Fhg0bIvbkGlgGnq+gjGTPeofhqZcpUwbcMGH48OF48cUXccIJJ/BQgkK/b7zxhr8GyC7gQZ1lfuaZZ8Dj9JdgBHEczQwNGjTw10iPHj3AvDIuegvyxg0meE1yIxq+r+SxhIT5GTlyJPr27ev5R/Pleb3++uv9uX7ssccQfSxuXIwnmhfDBn6YN+Yxo68JphmdpyM5h0FZDqfzHPJc8rohk7yHNi4hg9Sc68Olp+NHTmBbn5HY1nM43N/KReZaCM5gYRP2XV4LO4fciWNyH+vrYf6XjjnmGN8WoU7hf87MXPj44qKJ/MwsYpZBBERABERABERABERABERABEQgmxFQcURABDIFgf79+8fLB98JdurUKZ67HERABLIngRkzZuCRRx4B+y8vu+wy3y/z559/JruwRYsWRePGjf340t9//x0///yzN1955ZXJjiOrezz//PPx7bff4uWXX8bxxx+fccXh0NoQlYxLMqNTYr9RdL9VavvS2FfRtWtX3w/LvulKlSrF6sNjfx77pNi398UXXxx2HDn7tl577TW8/fbb4LXOeyf7Psgnblw33nij7yPhsYTEzHx/9Mcffwz2EXPceRAX+28ZP/slu3fvHqs/PaG4Uutmljb9qGbheKL7sVmGIF8BG44T+PTTT3E4NkG4tNLNYsYUsL+Y/f7st2L8zBvnAQwbNgwPPvgg8uXLR+fDSlpeC4dNLLN5cPVPiBtpe8lsmVN+MhUBZUYEUknALDxewCxGN7PIOAPeLwNhfR5XeP8P3Jq2KIJGTQu6nBjAnxeDmWH5kh3o0fFX/LdhL/QRAREQARFImMC8+z/Csjenw1WcTtzPnMBgZshfuwz+b2izWOPEWP9G18NBfR2tm4XDmxn4MQvrNFPMYtvpJhEBERABERABEcjEBJQ1ERABERABERABERABERABERABERCBTEcgV1rnSPGJgAiIgAiIgAiIgAiIgAiIgAiIgAhkfwIqoQiIgAiIgAiIgAiIgAiIgAiIgAiIQPYnoBJmDAGzmEmSZuYnZJqZX4SGky3NYsyclEk36pRggmag16h8DB7raCh1Apf5cBKCX+qDG1AhFELXJ1Zi/FdboI8IiIAIiIAIiEDWJLDxwxlY2nqwu627+zyL4O71vNt7W77cyPNsC+S+pBqCtkGgs90QCNsS0WIW0/4wC5sZNcXMqElEwBPgQoHcfO3VV18F5fTTT/fuKVG4gN/QoUN9+OTGUapUKbRq1cpv/PbKK6/4sNzI7tFHH/WLOzJfKclDZvLbpk0bLFq0CFw8MsPz5f7fBsvwZJVg5iSgXImACIiACIiACBwZAXPtKjuyKBQ6DQlwEfC33noLEyZMQO3atdMkZrOYM2xmMEtYop+3g+fw4NmcevXywAt37ECFUgdj3t0706HHe9zcaxPGTN6dJnnOSpFwofc5c+aA8vTTT/vFKlObf24AwAX8GReFcRcqVMhHx4Xl+VxJd8ptt93m3dNS4XMv46ZwM4rq1aunOnqGZRyMa9y4cShevHiK4uLzNDcS+uijj/D99997voxr0qRJIGfmlddlciMtWLAgyGz06NGYOXOmj4//M27okNJnc/5X+F7hhRdewNSpU31cjHPUqFFo0aJFZFMI5pF5pjDtpPLKstD/4MGDwTIyDIVl58YNHTp0AJkkFUdwjNfK1VdfDV4/0XExjyw/y8wNIgL/ielkds899+Cbb77xZWR+vv76a3DDg8TCJOUeXUaynzVrlo+X+vjx4/HQQw+B142ZJRWNPxbExQ00yIh5o84ycxMaHqdHcucxCvnSLTFhefkOh7wZF8MEeeO7j+Ty5+b0DRs29PyD64Nx8Vw8/vjj4MYhZskvY2a6JsiVHJmn1J5DhicPCus0Xq+JnRO6B2nyXAfnhXpKzjXTYFpMk8I8MO7DCest1l8MQ+H1dLgwOfn41j4jsa3nu3zlHxa2EVwfP5nsubQmdg2+A8fmyR15/x+0NaizXo0rZrH/J2ax7YxXIgIiIAIiIAIiIAIiIAIiIAIikP0IqEQiIAJHn0DwLi5uTvjOnu9w47rLLgIikH0I/Pzzz+jTpw/OO+88XHjhhejXrx/mzZuX7AKyD4T9UOzv/Pvvv0GdfSw1atRIdhzZwSP7JdiPOGPGDNSvXz/ji8T36ZSMTzlFKZJTavpvgkSCPiT2W7Efjn05FPYjsb8vJf2r7Afkfe7DDz+M9P8yLvb1sU+qUaNGYF9ikHZSupmhZs2aePLJJ/24D/Y3pjYupsO+bPZR8f8UxMX+W8Z/yimn+PEf0SzZt8U+LoYNhPfvI+m7Z9nToh+V+Qz6sVkGcqEEnFu2bAmWN8h3RutBOdnvz771IG/8P/Ocmpkfc0B3Cs9LUnk0O/Jr4UjPXVL5S7djrtwGc9FTnKafCCRCQM4icCQEzMJ1jFmMbmYwC0v0+AOOSYgrbEcEbk1aFMb1TQr4cQ7hcZChyLzHZUt2oEfHefhvw94jya7CioAIiEC2JDDvgY+w7M1pvv70BXSV6KGhYsh3Rhn839Bmfjx1dJ0bbY6uqwOzWbgeNzMfpVmMbma+nvcHpIiACIiACIiACGQZAsqoCIiACIiACIiACIiACIiACIiACIhA5iOQK42zpOhEQAREQAREQAREQAREQAREQAREQASyPwGVUAREQAREQAREQAREQAREQAREQAREIPsTUAkzkICZRVIzs8jkSbOw2cwQTLzkpHiaqVOCiZqBXqPyMXi8Uy6ULs6wgAEwc6oXoFvPfzH+qy3QRwREQAREQAREIGsR2PjhDCxvMyTmvh7JvsHy50Ge525E7kuqRTb/CdoGbC8EErQhqFPMzLcxzFwchwSHPmZ2yCRNBEQgrQmcccYZ+Pzzz8FNSbk5aVrHn7z4Qs4bxWn65XQCKn8OJcBFX+vUqQNK48aNsWHDhhSTePfdd334pOJYuHAhLr30Uu+POu0pTSg6r0nFkRx/O3fuRMeOHX1+mO/DCTe2bNKkCXr16oUff/wR+/fvT2n25V8ERCAHEAhB7arMcprvvvtuLFq0CG3atEn3LJmZf0Y3M/9szefsQILn8EAPntGpVy8P9L99OyqUPBAOD8YDOM39DK16b8KYybuhjwiIgAiIgAikMQFFl4kJbOs7Ctt6Dnc5NLgGwSExmBn2XXoadg+5E8fkyZ3o+/+gDRLoZuGwZjE6Dn3M7JBJmgiIgAiIgAiIgAiIgAiIgAiIQDYkoCKJgAgcZQK7du1C//794+WiRo0a6NSpUzx3OYiACGR9AhwL9dxzz6FevXo488wz8fjjj2PmzJnJLljZsmVBNUAYAAAQAElEQVRx55134pNPPsGff/6JwYMHg2O5ChcunOw4spPH1q1bew49evTIwGLFGfPBHRcpGZgDJSUCIiACEQKu/uFYNErETQYRiE9ALiJwxATMwmMHzGJ0M/PjFMws1pjIYBxktM6xkIH9/9k7DwApiuyNf98uGUSS8YwoKsF4encKp6fnmU6yYiJnFg8BFQQV8MwoeCpgzulvzhmEU8ygGMAEiJyKkhEEJc3/verpmdkALkjYnf16+6v3qrq7uuq3s1U1tdUzrdpUR7PWVUHYZteShO0Aga9nLEf/Xh9jwfyV0CYCIiACIhAR+HjAY/j69okWIUJ7aZ47JFH54J2x+82t4W1sZlub6cdrxDIt6XlFirKjG0kEREAEREAEREAEREAENhkBZSQCIiACIiACIiACIiACIiACIhARyImMQhHISgKqlAiIgAiIgAiIgAiIgAiIgAiIgAiIQPYTUA1FQAREQAREQAREQAREQAREQAREICsIkOmHKEmCZKgXyeCTTD0w7w9s+gOZbjMVP7jZYO9cXNyL2KE2wldPJRIJc1wwC/QZ+i2eeXWJRUrNroKKgAiIgAiIQJkmsPCRt/B1hxvz9+sxkYrlUOHqU1H+qP3W+eU/Pl6Ixw4kw5iCjMYYsI1M+xYNYw+3kgiIwKYlQBKXX345PvzwQ5x00kmbNvMNzo12hcuMdhEQAREoOQRKXEmWL1+O2bNn49lnn8XZZ5+NE088ES+//DLWrl1b4sqqAomACGw9AqTGVVuPfnTno446ChMnTsR//vMfVK1aNUrcxCGZ/j2TkU8yvIcmI+vvvWP5e/FMxfP3bhvsTozothy7b78GPn/vU/jm2Pv+aB7/rGEL8cSEFZu4BspOBERABERABESgJBJYetmD+GnovfZ/fBsH2Ggg7MFN4Ne/NcSKG7sht0L5dc7/+9jDxxxuXWQ0LiHTNq43ydjd2lb3FwEREAEREAEREAEREAEREAEREAERyH4CZbKGI0aMwJdfflmo7nl5edhuu+0KpStBBESgdBL4+uuvMWrUKJxwwglo0KABBgwYgP/+97/FrkydOnXQoUMHPPzww/jiiy9wyy23oFmzZmEeuNiZZNmJBx54IJ577jncfffd2GWXXbZw7QrMnXtU8+lb+Heg24mACKQIWPtDRD+pNDkiIAIisJkIkAw5k2lLEmQkX4MQy9clFJSvhczNzYWnt2pTHU1bVUW0HjJh1rL2tQ9IYOaMZejX8yMsmL/SErWLgAiIQNkm8NGAxzDj9tetnfRG0ttLs76Q3FT5oJ2w+82tQ7ua2cZm+nG7nGnJqN0mGeCSkQ0RBSIgAiIgAiIgAiIgAiKwaQgoFxEQAREQAREQAREQAREQAREQgSSBnKSVEYEsJKAqiYAIiIAIiIAIiIAIiIAIiIAIiIAIZD8B1VAEREAEREAEREAEREAEREAEREAEsocAmX6YkmTqIXky7ccPY/oD8e67zXxoM/Yb7J2Li/NysGOd6FrLDCAQZME5w77DM68uQenYVEoREAEREAERKLsEFj7yFr7uOArWffsOkpFgW6XyqHjNaSj/t/rhQx8Ljgs87vIxg4skYksm80laJDeSSU9GBERgUxJo06ZN+KDWwYMHb8psNz6vRAL+s/EZ6EoREAER2BwESn6eixYtwsUXX4zhw4dj9erVJb/AKqEIiMAWIRA+sHSL3Ek3KUigRo0a4YsVJkyYgMaNGxc8vMnjZPo9Mxn5JMP79Pj9tttY/p48U/H8vdsGuwMjui3HHjusBb2kno9bl/lnXbIYT0xY4TFJBERABERABEQgSwksvexB/DT0vqh21v/DRwU2MHB31dGN8Ouo7sitUD41/585rnDfxxyxJQkyv5CxkcyIbW1X9xcBERABERABERABERABERABERABEch+AmWvhrNnz8bIkSMLVfyvf/0revXqVShdCSIgAqWLwJw5c3D77bejRYsWqFu3Lv71r3/h5ZdfLnYlttlmG5x++um49957w1rSu+++G76utGrVqsXOI1tPvOyyyzBlyhT885//LBlVTFgxEh6Y1S4CIiACW5qAtT/RGn+1Q1save4nAmWVABmtJSDTlmRq/YGvS4jl6xMKqly5cojTWrWpjuatq8EuBmFbMqDFZs38Gf17fYQF83+1A9pFQAREoGwS+GjAY5h5+xvWKlrLyCQDa3NhqnLwH7D7za1Dm+rrzOO2NdOP2+NMS9Iuj+Q5knSTEpk/njogRwREQAREQAREQAREQAQ2iIBOFgEREAEREAEREAEREAEREAERiAnkxI6sCGQdAVVIBERABERABERABERABERABERABEQg+wmohiIgAiIgAiIgAiIgAiIgAiIgAiKQZQTI9EOUJFMPXPqDmGQUd9/lD27G1h/edHlabBvsnYuLehE71DZIiQTgu8kd/1KqPkO/xTOvLrGDJXxX8URABERABESgjBJY8MhbmNnhRqu9deC+ByXg/fjaiuVQ4epTUf5v+6W+/CceA/h4IJaPFTJFEh4no3EFScQbmfbjNFkREIHfT+DRRx/Fww8/jHr16v3+zDZVDvb3TnBT5aZ8REAERGDTENgKufTp0weTJk1ap8aPH4977rkHrVq1QsWKFUMJ165di8ceewzXXnst1qxZE9IUiIAIlG0CtHEVyzaCrVL7bt26hS9G6N279xa9P5n+bZORTxIkU++3/X13puL36JnW38M32B24ttty7LbDWp+29yl8RFvCTAJnDVuEJyasMF+7CIiACIiACIhAthH46bIHsWTofdb/e78f185821f9rRF+GdUduRXKp+b/fRzh4we3Lh9rxJZkahxCRuMS2EbSwhK4q0giIAIiIAIiIAIiIAIiIAIiIAIiIALZT6AM1nDEiBFYtGhRoZrn5eWFuZtCB5QgAiJQ4gn43/T999+PM844A3Xr1oX/j/rpp58udrl9rVGLFi1w2223hf9tP/TQQ2jXrh1q1apV7Dyy+cRTTz01cLnwwgtLTDXDrLrPrbtKTKlUEBEQgbJEgCT8B2bLUr1VVxEQga1LgGQoAJm2JK0piuTrE2L5OoV8ys3Nt66hZZvqaNaqKhKeYzJIRDF8PeNn9O/5MRYuWOlHJREQAREoUwSmDHgMM29/I9TZm0dXHKl80E7Y/eZW8PY1c31Yph+3w5mWZKqt9rxIukmlkVE8JCoQAREQAREQAREQAREQgd9DQNeKgAiIgAiIgAiIgAiIgAiIgAikCOSkPDkikGUEVB0REAEREAEREAEREAEREAEREAEREIHsJ6AaioAIiIAIiIAIiIAIiIAIiIAIiEA2EiDTD1OSDA9Zej3JyCcZPgTOH9D0Bzlj636s+IHOBnvn4sJexPZ1ANB2k4UgCQI4Z+i3eHbsEvNK7q6SiYAIiIAIiEBZJLDw0bfxdcdRgPXZFkS7dd6kBRXLo9LwNqhwdP3Uh+TEfX88FnDrY4RMkbTsCN9Ipvw47lYSARHYtAQ+/fRTnHLKKZs2002Sm39MjGuTZKZMREAERGCTECiJmWyzzTZo2LAhBg8ejLvvvhu77bZbqpjPPvss3nzzzVRcjgiIQNklEH84adklsOVrftBBB+HWW2/F9ttvv+VvbnckaWG0k5FPMrzP9vfhJNc5h5/5/t39BrsD13b9GbttvwaWA2DXWgCAYW97ySI8MWEFtImACIiACIiACGQPgZ8uewg/DbsPUXdvfb478I1Y9beG+HVUN+RWKJ+a//f5fh83uHX5eCO2JMO4gyTISLCNpIXRTqb9KGXrhrq7CIiACIiACIiACIiACIiACIiACIhA9hMoazWcPHkybrjhhkLVbtmyJU4//fRC6UoQAREouQRWrFiBxx57DJ06dcJee+2Fdu3a4f/+7//wyy+/FKvQPn974oknYtSoUfj888/x5JNPomvXrthpp52KdX1ZOWnffffFI488gn322acEVDm9lta9RCIBVwkomIogApuEwL333otDDz10k8rz3CSFUyaFCHj7Y62Q2qFCZJQgAiKwuQmQ0boCMm1JptYh+Dg3lq9XiBXbzDUNLdtUR9NWVQHCNpqhWZgFZs38Gf17foSFC1ZCmwiIgAiUFQIfDXgMM2+fCFi7Ctu8VXSZiyoH74w9bm4Nb08z29JMP25/My1Jyy6S50PSjSQCIiACIiACIiACIiACm4WAMhUBERABERABERABERABERABEUgTyEm78kQgqwioMiIgAiIgAiIgAiIgAiIgAiIgAiIgAtlPQDUUAREQAREQAREQAREQAREQAREQgawlQKYfsiSZegCTTPvxQ5r+QKf7bjMf5oz9hvXK4aJeOdi+luHyTyNCInwISHAtqc+Q/+HZsUvMK5G7CiUCIiACIiACZY7AwkffxowON+avt3XctgMVyqHiNaeiwtH1U1/+U65cufABDz4WiOVjg0yR6TEEGfnxDUjGrqwIiECZIeB/964yU2FVVAREoOQTKPElrFevHi699FLUquUTLMCvv/6Ku+66C0uWaE6lxP/yVEAR2MwESI2rNjPiQtnvtttuhdK2dAKZ/r2TkU8yzOX7+3GScOvy9+qxdd/fx7tiv+EexLXdlmPX7dfAJu8j2Tx+2G0yoO2whXhiwgpoEwEREAEREAERKP0Ellz2IJYMvTd0+aGv98CVSGDVUQ2wcnR35FQon5r/j8cLbl05OTnh/wFuSYbxBhmNQUjCNzJtycj39BIiFUMEREAEREAEREAEREAEREAEREAERCD7CZS5Go4YMaLIOufl5RWZrkQREIGSRSBh87PPPfccevXqhb333hunnnoq7r77bixatKjYBT3mmGPgbcG0adPwwgsvoHfv3thjjz2KfX1ZO7FSpUolqMr559F9Wp3Mn1aCCquiiIAIZDsBa3+I6Cfbq6r6iYAIlDwCJEOhyLQlCTKSr1OI5esXcnNzw/qF2I/XRHq81Wnb4uSWVS2/BPzHAt/hY++vpy9D/x5TsHDBSjuuXQREQASym8CUAY9hxu1vWCWtNbT5B1hraJ61h0DlA3fCHje3Cm1pZhua6cftbqYlo3aZpOWL0E5DmwiIgAiIgAiIgAiIgAhsPgLKWQREQAREQAREQAREQAREQAREIINAToYvVwSyiICqIgIiIAIiIAIiIAIiIAIiIAIiIAIikP0EVEMREAEREAEREAEREAEREAEREAERyG4CZPTQpdeSZHj4ksxv44c1/YF4991mPtQZ+w3rlcNFeTnYvk7ILcorcmE54pwh3+LZsSXxC+u8kJIIiIAIiIAIlB0CCx99GzM7jrL+OaozIwNPYMXyqDj8FFT4W/3Ul//Efb2PAWLFYwK3LpIg8wvJjWTSkxEBEShTBBLho2LKVJVVWREQgZJOoHSUr2HDhujRowd8jOUlnjp1Kj766CN3JREQgTJMwD+QNFGG61+Wq06m31OTkU8yvAf3voJk6DPc9/fssXXfFb+nd9twD+Labiuw2/Zrl2AK9gAAEABJREFUYRkAYLSbcafdJQvxxIQV0CYCJZVAlSpVcNNNN2HSpElBRx55ZEktqsolAiIgAluNwJLLHsJPw+4HbIyQ7OIBBA+r/9YIK0d3R06F8qn5/8zxgvs5OTnhA5/dkgzjDJIgI8E2khYipKFEbiqUCIiACIiACIiACIiACIiACIiACIhA9hMoWzV88cUX8dBDDxWqdNeuXXHssccWSleCCIhAySEwduxY9OvXD3vvvTeaNm2Km2++Gd9//32xC9i4cWNcccUVYe3QuHHj0L9/f+y7777Fvl4nllACvgAk4UEJLZ+KJQIbSOCUU07BSy+9tEnleW5gMXR6cQlY++Or/P2LYYt7ic4TAREQgc1BgGTIliTmz5+Pp556Cueff35Yp+BrFly5ublhDYOvZ4jlayFjv2Wb6mjaqhpoP8kdJGEBvp75M87t+REWLlgJbSIgAiKQrQSmDHgMM++YCG/3YJs3gQDDT5WDdsKet7QO7Whm25npe1tbUKRdnxRsI2lheifzx9NH5ImACIiACIiACIiACIjAxhLQdSIgAiIgAiIgAiIgAiIgAiIgApkEcjIj8kUgawioIiIgAiIgAiIgAiIgAiIgAiIgAiIgAtlPQDUUAREQAREQAREQAREQAREQAREQgTJAgEw/ZEkSZGHFD276Q/Huu818uDP2G9Yrhwt75WD72gmkvpQqgaSfwDkX/w/PvrqkZFFVaURABERABESgDBFY8OjbmN7hxmTfHFU86rOtw65QDhWvPgUVjm6Q+vKfcuXKhQ948L4/lo8FXCTDh+qQhccOSG4kk56MCIhAmSNgf/8Ey1y1VWEREIESTKAUFe3oo4/GnnvuGUq8du1aTJgwIYzfQoICERCBMkmANq5imay5Ku0EyPRvn4x8kiCZel/u79Nd/t49tu5nyt/jN9wDGN51OXbdbg1s5j7s5tjuc/pAu2EL8cSEFRbXLgIiIAIiIAIiUNoILLn8/7Bk2H3R+8fwxR1WA5v69w5/1ZEN8OuorsipUD41/+/jBB8fuHXl5OSE/we4JZkaZ5DRuAO2kbSwhO8qngiIgAiIgAiIgAiIgAiIgAiIgAiIQPYTKGM1HDlyZKEaV69eHXl5eYXSlSACIrD1CUycOBGDBg1Co0aN8I9//AP/+c9/MHPmzGIX7NBDD8XQoUPx3nvvIc7rgAMOKPb1OrEUEPC5dlcpKKqKKALFIVClShXUqVNnk8rzhLbNQ8DaH4KWt8uMdhEQARHYwgRI4ocffsAjjzyCc845B4cccgh22mkntGnTBrNmzQLJsF7B1y7kJNcx+JqGTMVrHdy2PG1bnNyqKnxLWODPSfo6CVjk6+nL0L/HFCycv9KOaBcBERCB7CIwZeDjmHHHRCSsvfM2L9TOfXMqH7gT9ryldVgL5m1l3IZm+nE7m2lJhnaYpOWC4CNjI6P0jCS5IiACIiACIiACIiACIvD7CSgHERABERABERABERABERABERCBfARy8sUUEYEsIaBqiIAIiIAIiIAIiIAIiIAIiIAIiIAIZD8B1VAEREAEREAEREAEREAEREAEREAEygoBMv2wJcnwMCaZ38YPb/oDnu67zXzIM/Yb1iuHi/JysUMduz4G6HmB8L3v0P/huVeXoKRsKocIiIAIiIAIlBUCCx59GzM7jrLumCBNccXNz6lYHhWvPgUVjq6f+vKfuG/3Pj+WjwEyRVo+BZTOlrErKwIiUCYJ+CfGuMpk5VVpERCBEkigNBWpVq1aOOyww1JF/uyzz7BkieZSUkDkiEAZJJBIfSpfGay8qhwIkOn32GTkk4ze3ydt/H7d38O779aV+f7e/UZ7Etd0W4Fdt1sLENGWzMMj7S9ZiCcnrHBXEgEREAEREAERKCUEfrri/7Bk6L2haycJ0uRlJ7D6qIZYObobcitWSM3/FxwjxGMHtyTDh+mTjPIxC9tIWhjtZNqPUkpOqJKIgAiIgAiIgAiIgAiIgAiIgAiIgAhkP4GyVMN7770XY8eOLVTlvLw8HHzwwYXSlSACIrB1CEyaNAmXXHIJDj30UPz1r3/FVVddhalTpxa7MPvvvz8uuOACvPHGG3j//fcxbNiwfGuHip2RTiyhBAqspfVvZ3SV0NKqWCIgAllOwNqfBKKfLK+pqicCIlCCCPzvf//Dgw8+CH8v62PfnXfeGaeffjpGjRqFjz76KFXSI444IrVOwdcvxPI1DgXlayHjtJanbYt/tqwKX8lAhhBJg1kzfsa5vaZg4fyVqfvIEQEREIHSTmDKBU9gxu0TQf+h1SbIAmv8Kh+wI/a8pRW8jcxsKzP9uH3NtCRBRrIcg+82FsnYlRUBERABERABERABERCBTUpAmYmACIiACIiACIiACIiACIiACOQnkJM/qpgIZAUBVUIEREAEREAEREAEREAEREAEREAERCD7CaiGIiACIiACIiACIiACIiACIiACIlCmCJDphy5JhocySeb7cP/4IU5/4NN9t5kPe8Z+g3rlcGGvHGxfG8nNP6zIFO3oM2Q2nnt1cfLYVjW6uQiIgAiIgAiUCQILHn0bMzqMQsL6Yq+w26QLlM9Fhatao+IxDVJf/hP36d7Xx/K+P1NkerxARj6SG8mkJyMCIlB2CXg74Cq7BFRzERCBEkWg1BXmkEMOSZV53rx5mDt3biouRwREoOwRIDWuKnu/9cI1JtOvAzLySf7mHL6/r898n+9+oz2J4d1WYNc6a6O5ApsoSJjgH/Bttu2wBXhywgpoEwEREAEREAERKPkEllz+f1g05N7Qp/u8v/fpQVb01X9tgFWjuiK3YoXU/H/BsYHP+3uaW5L5xhZkeswB20iGdQTmltRd5RIBERABERABERABERABERABERABEch+AmWqhiNHjixU37p16yIvL69QuhJEQAS2LIFPP/0UV199Nf7617/isMMOw7BhwzB58uRiF2LfffdFv379MHbsWHz88ce48sor0aRJk2JfrxNLEwHmL6xHbb49f6JiIiACIrCFCFj7Q0Q/W+iOuo0IiEAZJDBr1izcd9996N69O+rXr4/ddtsNZ511Fm666Sb4OHpdSHw8TFobFSmsX/C1DC5f11BQvhYyTmt52rY4qWVV+HoJC3z35ZB2qwS+nr4M5/b8EAvn/2px7SIgAiJQuglMGfg4pt/2urVziZTMsTYvgcr774C6t7aGt42ZbWSm721qQZHpttfpkHSTEpk/njogRwREQAREQAREQAREQAR+PwHlIAIiIAIiIAIiIAIiIAIiIAIiUIBAToG4oiKQBQRUBREQAREQAREQAREQAREQAREQAREQgewnoBqKgAiIgAiIgAiIgAiIgAiIgAiIQNkjQKYfviQJkgECyeCTTD0w7w9++sOdbjMf+oz9BvXK4cK8XOxQhwCSMmM7SOKcod/i+bFLsHU33V0EREAEREAEsp/AwsfewYyOowHrhK0Lhm9uLQpWKIdKw09BxWMapL78p1y5cuEDHryPj+V9fqZIgswvJDeSSU9GBESgTBNIJPyrQ8s0AlVeBESgJBEofWXZcccdsc0224SC//TTT5g/f37wFYiACJRNAv6BpImyWXXVugABMv2em4x8kql5ezLt+3t6fy/v1pX5ft/9RnsS13T/BbtutwYAYZcCMBsEtB+2AE9OWAFtIiACIiACIiACJZfAkiv+D4uH3hd6b+/LaUUlLTStObI+Vo3uhpyKFVLz/wXHBDk5OeH/AW5JhjEFSZCRYBtJCxHSUOI3FVAEREAEREAEREAEREAEREAEREAERCD7CZSdGo4YMQIfffRRoQr36tULu+66a6F0JYiACGx+AtOnT8f111+P4447Dvvvvz8uuOACTJw4sdg33nPPPZGXl4fnn38en3/+OUaOHIm///3vxb5eJ2YJAV8AkvAgS+qjaoiACJQuAtb++Cp/QO1Q6frFqbQiULIJ+Dj5rrvuQufOnVGvXj34uLd9+/a47bbbwri3OKWvUqUKDj/88LA2gSTISL6eIZaveSgoXwvpaW5bnrYt/tmqGiwTEwDCNpohZs34Gef1/AiLFqy0NO0iIAIiUDoJTLngCUy/fWJo16ypRCTCnSoH7IS6t7YOa8G8TfS20ZXpx+1ppiVpl0eCbSQtTO9k/nj6iDwREAEREAEREAEREAER2BQElIcIiIAIiIAIiIAIiIAIiIAIiEBBAjkFExQXgVJPQBUQAREQAREQAREQAREQAREQAREQARHIfgKqoQiIgAiIgAiIgAiIgAiIgAiIgAiUUQJk+iFMkqkHNsm0Hz/U6Q99uu828+HP2G9QrxwG98rB9rX9I0ESHiDhJgrQ5+LZeH7skq1HWncWAREQAREQgSwnsOCxd/BV+xutD/YOODIWWn+cQKJcLipe1QoVj2mQ+vKfuA/3vj2W9/WZItNjAjLykdxIJj0ZERCBMk/A2gOCZR6DAIiACJQQAqWwGCRBMpR87dq1WL16dfAViIAIlE0ChP+Uzbqr1oUJkEwlkpFPEmRa8ft4f2/vvltX5vt+9xvuCVzT/VfsUmeNzRVE2doMQviIb7fths7HkxOWRwcUioAIiIAIiIAIlCgCiy//Pywacl8ok/fb7rhN2P/i1/x1P6wc1Q05Fcun5v8LjgVycnLCBz67JYnYktGYAraRtLAU7SqqCIiACIiACIiACIiACIiACIiACIhA9hMoIzWcN28eRowYUai2hx12GPLy8qBNBERgyxH49ttvccstt6BZs2aoV68e+vbti1dffbXYBdhll13QpUsXPPHEE/jss88wevRonHTSScW+XidmF4Ew6+5z767sqppqIwIiUEoIkIT/wGwpKbKKKQIiUAIJfP7557jtttvQvn177LnnnmGc3LlzZ9x1112YPn36RpW4cePG1jQxXEsSzJCvZ4jlax8KytdCeprblqdti3+2rOqPT0ZCIvkDfD1jGfr3+BCLFqwM91EgAiIgAqWJwIcDn8D0295IFzkRNXMJs5Ub7YC6t7YKa8G8PYzl7aL7cRta0JIMbS/JkC8Z2RCxgMwftyTtIiACIiACIiACIiACIrBpCSg3ERABERABERABERABERABERCBQgRyCqUoQQRKOQEVXwREQAREQAREQAREQAREQAREQAREIPsJqIYiIAIiIAIiIAIiIAIiIAIiIAIiUJYJkOmHMUmmHtwk0378gGf80Kfb+CHQTL9BvXIY3CsH29ci4HtQCDyKc4bMxvNjl2BrbLqnCIiACIiACGQzgQWPvYPpHUaBjPpdJA3MYflyqDz8FFT8e8PUl/9k9uPel7vi/j62JEHmF5IbyaQnIwIiIAJOIGGBy4x2ERABEdjKBHR7ERABESjtBPzjR0t7HVT+TUuATL8HJyOfJPz9O8nw3t19V/z+3q0r8/2/+w33BK7p+St23W4tfLPLQXOCLNJh2EI8OWG5pWgXAREQAREQAREoKQQWX/EwFg+7H6T32EAURnbNX+tj5WZo6z8AABAASURBVKhuyK1UITX/X3AMkDlGIJlvDEFGuZGRhW1k2rdoid1VMBEQAREQAREQAREQAREQAREQAREQgewnUFZqOGLECMyZM6dQdfPy8lClSpVC6UoQARHYtAQWLFiAe+65B23atMGuu+6Knj174tlnny32Tbbffnu0bdsWDz74IKZOnYrbb78dLVu2RMWKFYudh07MJgLptbTuJRIJuLKphqqLCIhA6SHg7Y+1QmqHSs+vTCUVgRJB4NNPP8VNN92EM888M4yP69evj+7du+O+++7DrFmzNkkZmzRpEvIho/UJJEGm5escYvkaiILytZCe5rbFadvipJbVAMI2gjQFD/hmxs84t8eHWLRgpaVoFwEREIHSQeDDC57AjNsnWmFpSu6hbSOqHLAD9rqtNbwNdHk7mGndd8VtaGxJRu2jWc+RpJtUGhnFQ6ICERABERABERABERABEdhMBJStCIiACIiACIiACIiACIiACIhAYQI5hZOUIgKlmoAKLwIiIAIiIAIiIAIiIAIiIAIiIAIikP0EVEMREAEREAEREAEREAEREAEREAERKPMEyPRDmSTzPaxJRvH4Ac/4oU+38UOhmX7DfcpjcF4OtqsFxB9WBP/AIqdsCedc/A2eH7vYY1tSupcIiIAIiIAIZC2BBY+9g686jAr1sy43WO+Eg18+F5Wubo2Kf2+Q+vKfzP7b+3BX3M/Hloz6fzJto4wRxgnQJgIiIAL5CNBiLjPaRUAERGDrEtDdRUAERKDUEyA1rir1v8TNUAEy/bogI58k/H08yfBe3X1X/D7frStzHsD9hnsAV3f/BTvXXmNT9wlTei7fP/i7/dAFeHLCcmgTAREQAREQARHY+gQWX/kwFg+5zzpr77Ptn+02+W9e6L9XN9kPq0Z3Q26lCqn5/4J9f+bYgGS+sQNJ+EZGtqDv8RIsFU0EREAEREAEREAEREAEREAEREAERCD7CZSJGk6dOhUjR44sVNcTTzwRHTt2LJSuBBEQgU1D4Oeff8bDDz+M9u3bY5dddgl/b48++mixM69RowZOOeUU3HXXXfj0009x33334YwzzkD16tWLnYdOzFYC6Tl3r6FPwZP50zxdEgEREIEtQsDaHyL62SL3001EQARKJYEpU6bgxhtvRJs2bbDTTjth//33R15eHh566CF8++23m6VOjRs3BsmQN8mUJRnSSYb1Db7mweVrIQrK10J6mtuWp2+LE1tUBXxNRcJXVbhnMn/WjGU4t/sHWLRgpR3XLgIiIAIlm8AHA5/A9Nve8NbMCpq5ViyBSg23w163toa3fS5v/zKt+95mFhSZblst09DOupVEQAREQAREQAREQAREYAsT0O1EQAREQAREQAREQAREQAREQASKIJBTRJqSRKAUE1DRRUAEREAEREAEREAEREAEREAEREAEsp+AaigCIiACIiACIiACIiACIiACIiACIuAESLoJIhke3iTz2/iBz/gBULfxw6GZfsN9ymNwXi62r4WMfAAQthF9L/4fnh+72Pwttes+IiACIiACIpCdBBY8/g6mdxgduljvZq3rjipqEZbPReWrW6Pi3xukvvwns9/2vtsV9++xJQkyv6JMEdKhTQR+BwGSqFixYqkTyd9R6zJwacI/IMs/VKYM1FVVFAERKOEEVDwREAERKP0EEmFsVfrroRpsegJk+n0JGfkkUx90S6b9+P2+W1fmfID7jfYkrun5K/5QZ62910fYSMvTZCE6DFuAJycsD+kKREAEREAEREAEtg6BxVc+gkVD7gO8c7YgmGCJNU32xerR3ZBbqUJq/r9gn+9z/p7mlmQYM5AEGQm2kbQQ+dJQKjYVUgREQAREQAREQAREQAREQAREQAREIPsJlI0ajhw5EqtWrSpU2by8vEJpShABEfh9BNasWYNnnnkG3bt3x6677orTTz8d9913H3755ZdiZVy1alU0bdoUN998Mz755BM8+uij6NixI7bbbrtiXa+TyigBX1qb8KCM1l/VFgER2LoErP3xVf6A2qGt+4vQ3UWgZBM46KCD0KdPnzC+/eGHH7ZIYZs0aRLuQxIAwpoF2EYy+GRkfb1DLF//UFC+FtLT3LY8vQZObLkN7EqTZea75QOLzZr5M87r8SEWLVgJbSIgAiJQUgl8eMETmHH7RJDeksWldJ+osv8O2Pv2UxC3ed7uxb5bV9xeZlrSrk/KcyTpRhIBERABERABERABERCBrUBAtxQBERABERABERABERABERABESiKQE5RiUoTgVJLQAUXAREQAREQAREQAREQAREQAREQARHIfgKqoQiIgAiIgAiIgAiIgAiIgAiIgAiIQIoAmX5ok2T0gGgBGz/0GT8I6jZ+SDTTb7hPeQzKy0WdmkD40ir/nBAX/GNDEjjn4tl4fuzi1L03q6PMRUAEREAERCALCSx47B181X5U1LNaH2t76HMtAHJzUPnq1qj49wapL//J7K+9z3bl5OSEL/2JLclC/X+MjmTsyorARhNo1KgRSqs2utJl4UJrHwiWhZqqjiIgAsUgsHbtWriKceo6T6lcuXIYw6zzBDsQzTX4CMgi8b6BtkKFCqhUqdIGXrXpT1+6dClWrFgRMi5fvnyJKFMojAIREIGtQoA2ruJWubNuWhoIkOlXBxn5JEGmFb/Hj9/3u3Vlzgu432hPYniPldi59tpQde9bbTbf5hksal1sh6Hz8dSE5RbRLgIiIAIiIAIisKUJLL7yYSwacq93zZGsh7buORRjdeN9sWZMd+RUqhDeO3s/7/L+3a3LxwOxJRn+D0CmxwuwjaSFCOMIlLZN5RUBERABERABERABERABERABERABEch+AmWghhMmTMCdd95ZqKZt27bFySefXChdCSIgAhtH4JVXXkGfPn2w6667onnz5rjtttuwaNGiYmXm63iOP/54XH/99fjoo4/wzDPPoEePHthll12Kdb1OEgGbhEcQtImACIjAViBg/w8kaDd2mdEuAiIgAusgEK0dXMfBTZzcpEkTVKxYMZ1r0iOjtookyLR8/UMsXwdRUPFaCbctT98WJ7ashnh9RbTgwmK2fz1jGc7r/gEWLViZvKOMCIiACJQcAh9e8CS+um1iKFDC2izbg+9B5UbbY+/bWsPbP2/r3LpiP24jC1oy3ZZ6PiTdpETmj6cOyBEBERABERABERABERCBzUFAeYqACIiACIiACIiACIiACIiACBRJIKfIVCWKQCkloGKLgAiIgAiIgAiIgAiIgAiIgAiIgAhkPwHVUAREQAREQAREQAREQAREQAREQAREID8BMv2wJsl8D8qTUTx+ANQfDnXfbfyQaKbfcJ/yGNy7HLarbdf5bRgFhP8A/S6ejefHLvbEzSplLgIiIAIiIALZRmD+Y+/gqw6jrVrep5poru2kOeVyUOXqU1Dx7w1SX/6T2U97X+3yPjxTJEHml2UZdpLBKhABERCBogn4x8q4ij6qVBEQgbJFYNmyZViwYMHvqnSNGjXgX86/vkz8S/Pnz5+f75QNjVSqVAnbbLPNhl62yc//9ttvsWrVqpDvtttui+222y74CkRABMomgUTGR4+WTQKq9W8RINPv0cnIJwl/j08yvLd33xW//3frypwfcL/RnsDwnivxhzprw3V2tVkA9J3oMGwBnpqwHNpEQAREQAREQAS2HIHFVz6CRUPutxuGDhneL3tAEmsa74vVo7sip1KF1Px/wT4+cwxAMt8YgbQ8AZCRRSndVGwREAEREAEREAEREAEREAEREAEREIHsJ1AWajhy5MhC1Sxfvjzy8vIKpStBBERgwwi8/vrrGDhwIPbaay8cf/zxuPHGGzFnzhwUdzv66KMxfPhwTJkyBS+99BL69OkT8iru9TqvLBMosJY2fHNjgbSyjEd1FwER2LIErA3ytWiuLXtj3U0ERKA0EkhYm7Elyt24ceN8tyGZWsNAMhwjGdLIyPo6iFi+RqKgfC2kp7ltcfq2OLFFNdByYjJ0Q4vPmvkzzu/xIRYvXGkx7SIgAiJQMgh8OOhJfHX7RJDWUvnuggWmKo12wN63tYa3cZny9s7j3jbG1v1YJEFG8lqSdBNEMhwLEQUiIAIiIAIiIAIiIAIisIUI6DYiIAIiIAIiIAIiIAIiIAIiIAJFE8gpOlmpIlAqCajQIiACIiACIiACIiACIiACIiACIiAC2U9ANRQBERABERABERABERABERABERABESiCAMlUKsnwECeZ38YPgMYPhbqNHxbN9BvuUw6D8sqhTi3LMnxmkX9kSHDCV1n1vegbvDBuiR3cbLsyFgEREAEREIGsIrDg8XfxVYfRqTp5r+ryhEQOUeXqU1Dx2AapL//J7J+9j3bF/Xhsyfz9PEnPLohM+yFBgQiIgAgUIuDthKvQASWIgAiUEQL+hfXVq1cPtfUP/3OFyAYEM2fO/M2zM+/jJ69evdpNrGLZWbNmFeu8LXWSs/r0009Tt9txxx1Ru3btVFyOCIhA2SNAalxV9n7rG15jMv06ISOfJPx9Pskwp+++K54HcFtQPmfQaE/gqu6/Yqdaa+D9UvgcXwt8Jt8S0GHoPDw1YTm0iYAIiIAIiIAIbH4Ci658BAuH3GddsM/6m2wP/1S3YPXh9bB6dFfkVq6Ymv/3vt37c7euzL6fZL6xAUn4Rka2oO/xUiIVUwREQAREQAREQAREQAREQAREQAREIPsJZH0NH330UTz77LOF6tm7d28cfvjhhdKVIAIi8NsE3nvvPQwdOhQNGzbEUUcdheHDh6M465HinBs3boxLL70UH3zwAV577TWcf/75aNCgQXxYVgSKSSA9Bx8u8GjGvHxIUyACIiACW4qAtT9E9LOlbqn7iIAIlG4Cvn5wc9egSZMmmbdI+SSDT6YtSZCRfD1ELF8fUVDx2gm3Lc+ogeNbVENUnwTge1ACX09finO7fYDFC1eG+ykQAREQga1J4IMLnsRXt75h7VQitFnebgVZw1Wl0fbY+7ZW8PbO2zZX7LuNFbeNsSWjdpNkqBoZWY+Qad/jkgiIgAiIgAiIgAiIgAhsIQK6jQiIgAiIgAiIgAiIgAiIgAiIwDoI5KwjXckiUAoJqMgiIAIiIAIiIAIiIAIiIAIiIAIiIALZT0A1FAEREAEREAEREAEREAEREAEREAERWBcBMv0AJ8nUQ/Jk2o8fBPUHRN13Gz88muk33KccBvcuj+1q025H+I85ZgGS6HvRN3hx3BJsnk25ioAIiIAIiED2EFjwxLv4qsNo0KsUAgTfXebmoOrwU1Dx2AapL//J7Je9b3bl5OSEL/2JLUmQ+YXkRjLpyYiACIjAegjEXw66nlN0SAREILsJVK9eHZUrVw6VXLp0KX744YfgFzdYsWIF5s2blzp9hx12QJUqVVLx2KlQoQJq1KgRRzFr1qyUDxTPnT17durEnXbaqcj7pE7YAs6cOXMwadKk1J0aNWoE55lKkCMCIlDmCEQf2lfdZqaiAAAQAElEQVTmqq0KbwQBMv2enYx8kuE9P8nwXj9+7x/PB7gtOFfg8f3rElf3XImd66y164AoQHIjOg6dj6cmLE/GZURABERABERABDYHgUVXPoJFQ+6Psra+HGDY3aw5Yl+sGdMNuZUrpub/C/br3u97mluS+cYEpOUFgExbMvJR6jYVWAREQAREQAREQAREQAREQAREQAREIPsJZH8NR4wYUaiSvoYhLy+vULoSREAE1k3g448/xpVXXolDDz0Uf/7zn/Hvf/8b06ZNW/cFBY786U9/wkUXXYS3334bEydODP7BBx9c4CxFReB3EEjYtQkPzGoXAREQgS1NwNqfBLwNcm3pm+t+IiACpZWAr2HdnGVv3LhxRvb5XTJax0CmLcmw1oFkWAfhayJcvj6ioHwtpKe5bXlGDZzQchsAjHY3lgdM38xYhvO6f4DFC1dCmwiIgAhsLQIfDHoK02+fCG+XENooc5NO1UY7YO/bWsHbtEx5++ZxbweLEkmQkWAbSQu1i4AIiIAIiIAIiIAIiMDWJqD7i4AIiIAIiIAIiIAIiIAIiIAIrItAzroOKF0ESh0BFVgEREAEREAEREAEREAEREAEREAERCD7CaiGIiACIiACIiACIiACIiACIiACIiAC6yVAph/qJJl64JNM+/HDofHDom7jh0cz/Qb7lMOgvHLYrhbgHxziHxsSlLDQdM6Fs/DiuMXrLc9GHdRFIiACIiACIpAlBBY8/i6+aDcK/kE61nt6h2o1i3rVhPXNla9qhYrHNkh9+U9mf+x9sivut2NLpvt0MvIt07CTDFaBCIiACPwmAWsvCP7maTpBBEQgewlss8022G677VIV9C+09zFLKuE3nIULF2LWrFmps/bZZ5+Un+lUrVoVO+64YyppypQp+PXXX6N4McKffvoJ06dPT535hz/8AVWqVEnFt4bjHx7+/fffh1uXL18eRx55ZPAViIAIlF0CtHEVy271VfMNJECmXy1k5JNMfdAtmfbjeQG3Pmfgct/l/v51iat6rMROtdYm5xyQ3HwWIoGOQ+fhqQnLk2kyIiACIiACIiACm5LAoqsexcIh94f/o0f5Rv2vJWD14fWwZkxX5FaumJr/j/tvt654zt8tyTAWIAkyEmwjaSFCGkrzprKLgAiIgAiIgAiIgAiIgAiIgAiIgAhkP4Esr+GYMWPw7rvvFqplXl4e6tWrVyhdCSIgAvkJfPnll7juuuvw17/+FQceeCAGDx6MyZMn5z9pPbGDDjoI559/PiZMmBD+Fi+99FL85S9/Wc8VOiQCG0cgzMr73Lxr47LQVSIgAiLwuwiQhP/A7O/KSBeLgAiUOQIb8hzAhsA55JBDULNmzfQl6/FIhqMkrRlLy9dFxPL1EgXlayE9zW3LM2rghBbVwnrIsAojYaHJQsyavgzndZuMxQtXhvsoEAEREIEtSeCDQU/iq9vegDVJ0W2tYYr9Kg22x963tYK3ZS5vzzKtt4Eed5spMt1WeqYk3aRE5o+nDsgRAREQAREQAREQAREQgc1NQPmLgAiIgAiIgAiIgAiIgAiIgAisk0DOOo/ogAiUMgIqrgiIgAiIgAiIgAiIgAiIgAiIgAiIQPYTUA1FQAREQAREQAREQAREQAREQAREQAR+mwCZfpiTZL4H5ckoHj8cGj8s6jZ+mDTTb7BPOVyQVw7b1bLr7NZ0WR6WKWCRvhd9gxfHLcam3JSXCIiACIiACGQDgflPvIsvO4wGaR2mK1Upgjk5qDq8NSr9o2Hqy38y+2Hvi11xfx1b0q4toDhbkrErKwIiIALFIJCwc1xmtIuACJRJAtWrV0ejRo1SdR8/fjy+/vrrVHx9jn9A4Kuvvooff/wxnFa1atV8eYXEZOBjmj/96U/JGMKHd0+ZMiXEixO88847+OKLL8KpPibKzCskbuFg6tSpuP3221N3Peyww8IHk6cS5IiACJRJAgloXFUmf/G/o9Jk+j08GfkkwxwCGVnv91zel8bW/Uz5XML+dYmreqzEznXWwq4E7HoLABC+dRo6D09NWO6uJAIiIAIiIAIisIkILLrqUSy8+D54t0vQcqWFDHbtEftg7eiuyK1cMTX/7/2399tuXd63xyIJ90mCjATbSFqYHbtqIQIiIAIiIAIiIAIiIAIiIAIiIAIikP0EsrmGS5cuxYgRIwpVcf/990deXl6hdCWIgAhEBGbPno2bbroJ//jHP7Dvvvuif//+mDhxYnSwGGGDBg3Qp08fvPzyy/jwww8xfPhwHHXUUcW4UqeIwIYSSK/5cM/Xxrk2NBedLwIiIAKbgoC3P74Wze2myE95iIAIlC0Cm6PtaNKkST6IRUVIhvUOfoykmxAnmbK+LiKWr5soqHhNhdsWZ9TA8S2qgZYTSZAujwCzZvyM87t/gMULV1qCdhEQARHYMgQ+GPQUvrrtTbtZsj0yzxon24kqDbdHvdtbIW7XvB1zP7be9nncbaZIzytSlB3dpETmj6cOyBEBERABERABERABERCBLUBAtxABERABERABERABERABERABEVg3gZx1H9IREShVBFRYERABERABERABERABERABERABERCB7CegGoqACIiACIiACIiACIiACIiACIiACBSTAJl+qJNkeICUzG/jh0Tjh0bdxg+TZvoN9y2PC/LKoXZNhK+yij4EIJGMAH0vnIUXxy0uZsl+8zSdIAIiIAIiIAKlnsD8J97Fl+1GI+HdpSl0oHGtcogqV7dGpX80TH35T2b/632wK+6nY0vm78dJxjmGfj4VkSMCIiACxSLgbYirWCfrJBEQgSwlcNxxx6Fq1aqhdvPmzcO///1vfP/99yG+rsDnBN544w3ce++9qVMOPfTQ8EHdqYQCzl/+8hfsvPPOIfXXX3/FFVdcgWnTpoX4+oJp06Zh9OjRWLVqVTht7733ht8rRLZC8NVXX+Hiiy/GwoULw92dXadOnVCxYsUQVyACIlB2CZAaV5Xd3/7G15xMv27IyCcJnwcgGd7ru++K5wncFpxD8Pj+exFXdl+JHWuvtXn7aCLCPwzc5yN8bqLjkLl4avzP0CYCIiACIiACIvD7CSy66lEsuPg+72btfwDe4yb7Xut01xxeD2tGd0FulUqp+f+C/bf37QVFRn0/yVBAMrIeIdO+x0uhVGQREAEREAEREAEREAEREAEREAEREIHsJ5DVNRw5ciRmzpxZqI55eXmoVatWoXQliEBZJjB37lzcddddaNasGXbffXf438nYsWOLjaRevXro0aMHnnnmGXz88ce4/vrr4eubip2BThSBjSKQfx7ep+XJ/Gkbla0uEgEREIGNIWDtDxH9bMzlukYEREAEfK3/pqTQuHHjzOzW65MMx8m0JQkyUuZaCV9LUVC+FtLT3LY8syaOa14tWpeRSJi1rH15BhL4evpSnNdtMhYvXGmJ2kVABERg8xKYPOhJfHnbG9YOeSPk7ZFZa5csAZXq10G921shbru8/Yp9t97uxdb9WGTULpIMhSfTlmRoN8MBBSIgAiIgAiIgAiIgAiKwdQjoriIgAiIgAiIgAiIgAiIgAiIgAushkLOeYzokAqWIgIoqAiIgAiIgAiIgAiIgAiIgAiIgAiKQ/QRUQxEQAREQAREQAREQAREQAREQAREQgQ0hQDJ1OsnwsCeZ38YPisYPj7qNHy7N9BvuWx6DepdHnVrR9QDD7gaWZ7+LvsGL4xbj92/KQQREQAREQARKN4H5T7yHL9uPAbyrzBRsy81B1ataodI/GqS+/Cez3/W+15WTkxO+8C+2JEHml+UWdpLBKhABERCBDSKQSMB/NuganSwCIpB1BBo2bIgTTzwxVa9PP/0Up59+Oq677jrMnj0bq1evTh1bunQp3nrrLfTp0wfnnXcefvrpp3DMP8y+c+fO6/0S/J133hmnnXZaGN/4Rd999x06deqEoUOH4ssvv8TKlekP31u+fHn4AG8/1qlTJ/i5fk3FihXRtWvXLfrh+f4BiIsXLw71HjRoENq2bRu4eHl8nNalSxccdNBBHpVEQATKOAFvLxJlnIGqv3EEyPR7ejLySYY+k2SYC/A+xxXPF7gtai5h/72Iq3qsxE51/NVo14IIuxvLq/OweXh6/M/QJgIiIAIiIAIisPEEFl31KBYMuR8kwZANkxZIHLEP1o7ugtwqlVLz/wX7be/TC4q0PJLyLEm6CSLTfkgolYEKLQIiIAIiIAIiIAIiIAIiIAIiIAIikP0EsreGM2fOxIgRIwpV8Oijj0bPnj0LpStBBMoiAV9D9NBDD6FNmzbYYYcd4OuInn322WKj2H333eFrhB599FFMmTIFN998M5o2bRq+PK/YmehEEdiUBPxf7gkPNmWmyksEREAEiknA2p9ojb/aoWIS02kiIAJFEPA1rUUkb1RSkyZNMq77bZeM1jmQaUsSZKTMNRO+pqKg4rWRblueWRPHt9gGdjEI25IBLfbNjGU4v9tkLF6Yfg7BztAuAiIgApuUwAeDn8ZXt71prY61PIyyJs0xVWm4Pfa9o3WYv/A2K27PMn1Py2z33CcJMpLnSNKNJAIiIAIiIAIiIAIiIAIliICKIgIiIAIiIAIiIAIiIAIiIAIisD4COes7qGMiUGoIqKAiIAIiIAIiIAIiIAIiIAIiIAIiIALZT0A1FAEREAEREAEREAEREAEREAEREAER2GACZPqhT5KpB0LJtO8Pi7rih0jdZj5cGvsN9y2PQb3Lo3ZNK0YiAfgelIB/IEDfC2fhxbGL7ODv2HWpCIiACIiACJRiAvOfeBdftBtlNfAO0rpKN9Znej+JHKLqlS1R6biGqS//iftY73tjeZ+cKTLdZ5ORbzcIO8lgFYiACIjABhOw9oPgBl+mC0RABLKLgI8/zj77bDRu3DhVMf8C/gceeACtWrXCX/7yFxx66KFB/uH1ffr0wdtvv421a9eG86tXr44hQ4agYcOGIb6+4LTTTgt5+jjHz1uzZg2ef/55nHnmmTjiiCPCPfxeRx55ZPggcD+2xs7xcytWrIhzzjkHXgaPb0rdcMMNqXv7/TN12GGH4dhjj4XX+9VXX0VcHq9D165dQ9lJtaWb8vehvESgtBKgjatYWguvcm91AmT61UNGPkl4f+Mi07733Z7mNnNOIfb334u4otuv2LGW99U+KWFzE7AtzE0AnYbOw9Pjf7YE7SIgAiIgAiIgAhtKYOFVj2L+kPutc43+N249bcjC7dq/1MOa0V2QW6VSav6/YH8d9+Ge7r6LJMhInhlJN/nSQkJpDlR2ERABERABERABERABERABERABERCB7CeQxTUcMWIEli5dWqiGeXl5hdKUIAJlicDKlSvx5JNPokOHDthhhx3CGppHH3202Ah22mknnHXWWbjvvvvw4Ycf4s4778Qpp5yCKlWqFDsPnSgCm42Az9W7NtsNlLEIiIAIrIeAtT8E7QSXGe0iIAIisJEEwrOMG3ltfNl+++2H3MPgEQAAEABJREFUnXfeOY4CG+iRUVtGEmRavl4ilq+hKKh4PaTblmfWxPHNq/nHGSAd+EoNYNaMZTi/2yQsWbRqA0um00VABETgtwlMHvwUvrz1jXCitzoujyTMqdJgO+xzeyusq/2K27iClky3hZ4XSTeSCIiACIiACIiACIiACJQsAiqNCIiACIiACIiACIiACIiACIjAegnkrPeoDopAKSGgYoqACIiACIiACIiACIiACIiACIiACGQ/AdVQBERABERABERABERABERABERABERg4wiQ6Yc/SeZ7UJ6M4vEDpP6gqftu/eF4t67Yb7BPOVzQuzzq1Cbgu8sckhYC/S76Bi+NW4yN3XSdCIiACIiACJRWAvOffB9ftB8DWJ9oQbTTjMdziCpXtkSl4xrm+/If72Mz5X1wpkhadmkhYyOZEZMrAiIgAhtKIGEXuMxoFwERKNMEqlWrhuHDh4cvud+QD9Hef//9cffdd6NJkybF4ufzCgMGDMCll16KmjVrolgX2Ul77LEHbrzxRrRp0yaMiyxpq+5entGjR6Nbt25hXLdVC6Obi4AIlBgCiehTRUtMeVSQ0keATL/HJyOfZOj7yMjG8wU+j+C+W+9f3bpi/4C9c3Blj1XYsbaN9wnYbgFBEr51HjYPT4//2V1JBERABERABESgmAQWXv0YFgy5H6E3tT6VZNIHEn+phzWjuyC3SqXwPtH7ZVfcN7vvfbeLtOtMmT7JUAoysiGSRYGqIgIiIAIiIAIiIAIiIAIiIAIiIAIikP0EsrWG7777LsaMGVOoeqeccgpchQ4oQQTKAIEXX3wRPXv2xA477IBWrVrh3nvvxS+//FKsmtepUyes/7n99tvxwQcf4P7770fbtm03aB1RsW6kk0RggwnY/9Yzr/Fvc3RlpskXAREQgS1FwNofX4vm2lK31H1EQASyk8CZZ575uytW8DmB4mZIptc/kJFPEmRavm4ilq+rKKh4zYXbFmfWxPEttgEI2zxwIUS/mfEzzu86CUsWrYQ2ERABEdhUBCYPfhpf3vomYO0WbPNWh2DwqjTYDvvc3grebnkb5Yp9t962xdb9WCRBRrKMgu82FsnYlRUBERABERABERABERCBrUpANxcBERABERABERABERABERABEVg/gZz1H9ZRESgVBFRIERABERABERABERABERABERABERCB7CegGoqACIiACIiACIiACIiACIiACIiACPwOAmT6oU+S4aFQMr+NHyCNHyp1Gz90muk33Lc8BuaVR52aVqDwOUcJJMKHi1jc9r4Xfo2Xxi02b4N3XSACIiACIiACpZLA/Cffx+ftRuUvu/WR1j2GtKpXtkTl4xulvvzH+1eX96+x4n44tmT+fpqM4p4hSTeSCIiACPwOAt6OuH5HFrpUBEQgawhUrFgR7du3x0svvYSrrroKxx57LLbffnv4uCSuZJUqVVC3bl2cccYZeOSRR3DnnXdit912iw8Xy3p+xx9/PF588UWMGjUKTZs2xS677BI++CrOwMvi+fqxO+64I9zrkEMOiQ9vcbvtttuifv36OOuss3D33XeH8hx22GFhXmWLF0Y3FAERKLEESI2rSuwvpxQVjEy/jsjIJxn6Y5Kh7/G+1OVzCW5dmfMLsX/A3sQV3Vdhx1o2dw9E8/c2SWFTFcHvNHQunh7/sx3RLgIiIAIiIAIi8FsEFlz1KOZffJ/1od6nuqx/Tfara/+0F9aO7oJyVSul5v+9n477ZPe9vy4oMurbSYbbk5H1CJn2PV7KpeKLgAiIgAiIgAiIgAiIgAiIgAiIgAhkP4GsreGIESOKrFteXl6R6UoUgWwlMH78ePTt2xc777wzTjrpJNxyyy1YvHhxsapbvXp1tGjRAqNHj8akSZPw8MMPo0uXLthxxx2Ldb1OEoEtQ6DAvLxHNVe/ZdDrLiIgAoUJWPtDRD+FDypFBERABIpHoG3btnjooYeKd/J6zmrSpEnm0Q3ySWvLTH4RSTcgmU+Zayl8fUVBxWsv3LY4syaOa76N5ZOA/5hjNlrDMWv6UpzXZRKWLFrpyZIIiIAI/C4Cky98Gl/e+oblYa1NIqy8tvYm8ivXr4N972gVnoHKbLO8nfK4t2uxdT8WmW7/LOPQFsaWjI55XBIBERABERABERABERCBEkBARRABERABERABERABERABERABEfgNAjm/cVyHRaAUEFARRUAEREAEREAEREAEREAEREAEREAEsp+AaigCIiACIiACIiACIiACIiACIiACIvB7CZBMZUEyPBxK5rfxg6Txw6Vu44dOM/2G+5bHwN4VUKc2LU9GeZkX7US/C2fhpXHF+1Cv6BoPJREQAREQAREofQTmP/k+vmg/GkwWPbaewByi6tWtUPn4Rqkv/8nsV71vdcX9b2xJgsyvZPYhPfZlRUAERGCjCSQS4cNnNvp6XSgCIpCVBKpUqYJjjz0WV111FV544QW899574cO3/QO4X3/99fDl9+eeey7q1q37u8Yk5cqVw1/+8hcMHToUTz31FN59993Ufd5880088cQT4diBBx4IHx+hmNuRRx6Zyue1115D/fr1C13pdbzppptS53nd1qdx48bhvvvuQ79+/dCoUaMNKk+hmytBBEQgawkkwtgqa6unim1BAiRTdyMjn2Tof0iG/tf7RpfPJ8TKnGuI/QP2Ji7vvhI71lobriPteiDyAXQeOhdPj//ZPO0iIAIiIAIiIALrIrBw+ONYMOQBeC9qXSkiWcycxJ/3RmJMV+RWrZSa//e+Oe6L3fc+u6DI6HqS4bZkZD1Cpn2Pl36pBiIgAiIgAiIgAiIgAiIgAiIgAiIgAtlPIDtr+Nxzz+HRRx8tVLmePXvi6KOPLpSuBBHINgJvv/02Bg0aFNYIHXPMMbj++usxZ86cYlWzUqVKOOmkkzBy5Ei8//77ePLJJ5GXl4fdd9+9WNfrJBHY6gTC9zt6sNVLogKIgAiURQJhHZq3Qa6yCEB1FgER+L0E2rVrhwceeOD3ZhOub9y4cbBRsHEhGa2DINOWJMhImWsqfJ1FQcVrMNy2OLMmjmtRHXZlKAwtJC00fTNzGc7vOglLFq20VO0iIAIisHEEJl/4DL68dSJg7QpssxYmhARRtcF22O+OVojbKW+X3I+t+67Mds19kiAjWWbBdyuJgAiIgAiIgAiIgAiIQMkkoFKJgAiIgAiIgAiIgAiIgAiIgAj8FoGc3zpBx0WgxBNQAUVABERABERABERABERABERABERABLKfgGooAiIgAiIgAiIgAiIgAiIgAiIgAiKwSQiQTOVDMjwkSua3/jCpK37I1G3mw6ex33Df8hiQVx61awH5v+Qq+jLRfoO/xkvjFqfu95uOThABERABERCBUkZg/pPv4/N2o/L1g94nWs9oaUCVK1qg8nEN8335j/ermfI+N1Nk/n6ZZIoKmfZTiXJEQAREYGMIWHtCcGOu1DUiIAIi8PsJKAcREAERyDICtHEVs6xOqs7WI0CmX01k5JOEzx2QBBn5Hvf5hdjG8/aeFvsH1svB5d1XYYeaa22eIvpg8IQZ2+Fb56E/4unxP7sriYAIiIAIiIAIFCCw8OrHMf+i+0Jq6DstsN2m/xNYc1hdJMZ0QW7VSvnm/+M+2Ptj76MLioz6cpIhXzJtycgPB7IlUD1EQAREQAREQAREQAREQAREQAREQASyn0CW1nDEiBGFalazZk3k5eUVSleCCGQLgSlTpuCSSy5Bw4YNccQRR+Cqq67C119/Xazq+ZzoscceiyuvvBLvvfcenn/+efTr1w/77LNPsa7XSSJQUgiEmXqfr3eVlEKpHCIgAmWKAEn4D8yWqYqrsiIgApuEQIcOHXD//fcXmdfFF19cZPq6EnfffXfsvffe6cO/wyMZribTlqQ1dZEy11b4e4uCitdiuG1xZk0c12KbkJ+v4Yif44RFvpm+DOd3mYQli1aG4wpEQAREYEMITL7waXxxyxvwddbepmReW2m/Otjn9paI2ydvj9yPbWY7lumTUTtHMmRHRjZEFIiACIiACIiACIiACIhASSSgMomACIiACIiACIiACIiACIiACPwmgZzfPEMniEAJJ6DiiYAIiIAIiIAIiIAIiIAIiIAIiIAIZD8B1VAEREAEREAEREAEREAEREAEREAERGDTESDTD4eSTD0kT6b9+OFSf/jUfbfxQ6iZfsN9y2NAXnnUrmnXporoPgHb+1/4NV4etwjF2XSOCIiACIiACJQmAvOffB+ftx9tRSZIk3lhNx8gtrm6Jaqc0GidX/7j/an3sZkiLZ8CQnIjmfRkREAERGBTEEhYJi4z2kVABERgCxPQ7URABEQg2wgkCn7KX7ZVUPXZ4gTI9BwAGfkk4XMIJEFGvscz5xeKmsM/sF4OLu+xCjvWtvE/YdeaAJhrIroMnYtnxv8MbSIgAiIgAiIgAmkCC4c/jnkX3w9YnwvbvN+EBbZj7Z/3RmJMF+RWrVTk/L/3z0WJJMhIlmXwM6372SbVRwREQAREQAREQAREQAREQAREQAREIPsJZGMN77rrLkyYMKFQ1fLy8rD//vsXSleCCJRmAp9//jmGDx+OQw89FAcffDCGDRuGadOmFbtKRx11FC655BK88847ePXVV3HBBRfo76TY9HRiySGQSBXFPf8SWVcqUY4IiIAIbEEC3v4kYD/hm2e34I11KxEQgVJPoGPHjrj33nuLrMdFF12Ef//73/A2psgTikhs3LhxvtRNFSEZsiIZ1k2Qkc1cZ+FrIgsqXhvptvmZNfGP5tuAlhMZQiQNvpmxDAO6TsKSRSvtqHYREAERKB6BDy56Fl/c+qa1JTTZNTTBAmtcquxXB/XvbJVaJ+btkLdRsfX2y+NuM0USZCTYRtLC9E7mj6ePyBMBERABERABERABERCBrUdAdxYBERABERABERABERABERABEfhtAjm/fYrOEIESTUCFEwEREAEREAEREAEREAEREAEREAERyH4CqqEIiIAIiIAIiIAIiIAIiIAIiIAIiMAmJkCmHwolmXqAlEz78UOm8UOnbuOHUTP9RvtVwIDe5VGrZlzI8JFHIeJe38Ff4+Vxi0J8PYEOiYAIiIAIiECpITDvyffxWbvRgHd0Vmr/bK2kazGg2lUtUPn4RqkPdcjsN913xf1sbMl0H0xGfsjMApIWahcBERCBTUnA2xXXpsxTeYmACIhAsQjoJBEQARHIOgKkxlVZ90stARUi068rMvJJwucRSIY5ffddPs/gcr+oOfwD6+Xg8u6rsH3N6APCfQ4jyCc0bHKj85Af8cz4ZdAmAiIgAiIgAiIALLj6ccy76H5DEfWb/o8A8+Dd5ppD6yIxujPKVatc5Py/98Vxn+x+LDLqu0lavgj9OLJ/Uw1FQAREQAREQAREQAREQAREQAREQASyn0DW1XD16tUYMWJEoXrVq1cPeXl5hdKVIAKlkcCsWbNw4403okmTJqhfvw0jdHoAABAASURBVD4GDhyIyZMnF7sqhx9+OC688EJMnDgREyZMwJAhQ3DooYcW+3qdKAIlj0A0dx+Xy6fyyfxp8TFZERABEdjsBKz9IaKfzX4v3UAERCBrCHTq1An33HNPkfXxsfull16aOpbwxQ+p2Lodf7+QcfR3u6S1bSbPiKQbkMyneI2FW197UVDlypWDp7ltcVYtHNt8G4T6WJ1s9+Udlm8Cs6YvxYAu7+Onxassrl0EREAE1k9g8kXP4LNbXg/tibcpme1JpX1qYb87W4W2J25/Mm3cXrnNFJlu3/zuJN2kROaPpw7IEQEREAEREAEREAEREIGtS0B3FwEREAEREAEREAEREAEREAERKAaBnGKco1NEoAQTUNFEQAREQAREQAREQAREQAREQAREQASyn4BqKAIiIAIiIAIiIAIiIAIiIAIiIAIisDkIkOmHQ0nme1CejOLxw6b+MKr7bv3heLeu2G+0XwUM7F0BtWvadaAV14XIs7z6XTgLr7y2GOvedEQEREAEREAESgeB+U9NwuftxyDq5BA26+pC1CPbXNUClY9vVOSX/3jf6fI+NVMkQeaX5+Ui6UYSAREQgU1LIBG+tmzT5qncREAERKBYBHSSCIiACGQfgfBhf9lXLdWoBBAg03MCZOSThM8pkAxzCe67fL4hVjxv7/HYP6BeDq7osRo71EyAiDbSPZPtXYbOxTPjl0UHFIqACIiACIhAGSWwYPjjmDfkfkSdJSNjoXuJP9UFb+qCctUqFzn/H/fHbjNF2tVJwTaSFkY7mfajlGwKVRcREAEREAEREAEREAEREAEREAEREIHsJ5B9NRwxYgSmTp1aqGJ5eXnYeeedC6UrQQRKC4EffvgBt912G/7xj39gzz33RJ8+ffDmm28Wu/h//OMfcf7552PcuHF46623cNlll6Fx48bFvl4nikCpIpCw0iY8MKtdBERABLY0AWt/fJV/8lust/TddT8REIFSSKBLly64++67iyz54MGDw9i94EFf81owrWA8/3i/4NGNj5PROgkybUmCjJS53sLXPxZUuXLl4GluW5xVC/9oUR12sQkAYRtBEt/MWIYBXd7HT4tXWZp2ERABESiawOSLnsXnt0yEtRywpiMlEKi8bx00uKt1aHPidifTenvlcbeZIgkykt+VpJuUyPzx1AE5IiACIiACIiACIiACIrDVCagAIiACIiACIiACIiACIiACIiACxSGQU5yTdI4IlFgCKpgIiIAIiIAIiIAIiIAIiIAIiIAIiED2E1ANRUAEREAEREAEREAEREAEREAEREAENhsBMv2QKMnUA6Vk2o8fOo0fQnXrD8e7dcV+w/0qYEDv8qhVwz9iJOEBEm6iAH0HzcQrry0uui5KFQEREAEREIFSQGD+U5Mwre0o6+O8g4uMhdbfRR+xVe3K5qh8fKMiv/zH+0xX3K/Glkz3uWTkxyhIxq6sCIiACGxaAta+ENy0eSo3ERABESgOAZ0jAiIgAllIgDauYhbWS1UqGQTI9KuLjHyS8HkFkiAj3+PxvIPbeN4+0z+gHnF5zzXYrqbNayDMaIQQHjV1GfIjnhm/zNK0i4AIiIAIiEDZIzB/+OOYd/H93kFGCh1kxGHtYXXBMV2QW61ykfP/mf2w+7HIqK8mGTIi05aM/HAgGwPVSQREQAREQAREQAREQAREQAREQAREIPsJZFkN58yZg5EjRxaq1eGHH468vLxC6UoQgZJOYPHixbj//vvRtGlT7LTTTujevTvGjh1b7GIfcMAB6Nu3L1544QVMmjQJw4cPxzHHHFPs63WiCJRaAj5/7yq1FVDBRUAESjUBa38IWhVcZrSLgAiIwHoIdO3aFXfeeWeRZwwaNAiXX355kcc8MeHP/btThLbbbjv4+4HUoU3skFEbR6YtSZCR4jUXbn39Y0HFayPdtjirFv7RfJtonUfCC5pIPec5a/pSnN/5Pfy0eKUfkERABEQgH4HJFz+Lz295I51mbYjt1oYAlfepjQZ3tULc/nh7435s3Xd5O5UpMmrHSIZ8yciGiAVk/rglaRcBERABERABERABERCBkkNAJREBERABERABERABERABERABESgWgZxinaWTRKCEElCxREAEREAEREAEREAEREAEREAEREAEsp+AaigCIiACIiACIiACIiACIiACIiACIrB5CZDph0VJph6SJ9N+/PBp/DCq28yHVGO/4X4VMODsCqhTk4DvQSGAb/0Gz8Qrry12N58UEQEREAEREIGSTmD+U5Mwrd1okOl+zV2A4WebK1ugygn7pz7UoWBfGfelmZa0awsIyY1k0pMRAREQgc1BIHwkzebIWHmKgAiIwHoJ6KAIiIAIZCOBBHxslY01U51KCgEyPUdARj5JxHMMZNr3+QhPdxvP22f6B9QjLu+5GtvXTIT5DHjoWQYRXYfOxTPjl0GbCIiACIiACJQlAguueQLzL37AqkxYtwoQtllgkcShe4JjOiO3WmUU1bfG/a7bTJEEGckyC36mdT+bpbqJgAiIgAiIgAiIgAiIgAiIgAiIgAhkP4Fsq+GIESMwd+7cQtXq1asXKlSoUChdCSJQEgn88ssveOyxx9CmTRvUrFkT7dq1w3PPPVfsou63337Iy8vDk08+iffffx/XXXcdTjzxxGJfrxNFoHQSSOQvdsLirvypiomACIjAliFg7Y+vRXNtmRvqLiIgAqWVQLdu3XDHHXcUWfwLLrgAV1xxRZHHMhMT1uZkxmO/SZMmsRvs5gxIhuxJhnUVZGQz11/4+seCitdvuG1+Vi0c27w6QADJ65MuZs9YhgFd3sdPi1dCmwiIgAjEBCYPeQ6f3zzRot5amPHd2w8QVfergwZ3tUo9J+7tTGYblNk+ZfokQUaKsqOblMj88dQBOSIgAiIgAiIgAiIgAiJQQgioGCIgAiIgAiIgAiIgAiIgAiIgAsUjkFO803SWCJRIAiqUCIiACIiACIiACIiACIiACIiACIhA9hNQDUVABERABERABERABERABERABERABLYAATL90CjJ1AOmZNqPH0L1h1Tdd5v50GrsN9yvAs7vXQG1ajJ89VX4EID4gwASQL9BM/DKa4syayVfBERABERABEo0gXlPTcLUtqNDGeMuzSOxX+3K5qhyQqPw5T9xfxhb7y9jef8Zi0z3sSQ9u5TI/PHUATkiIAIisMkIeDvj2mQZKiMREAERKA4BnSMCIiACWUmA1LgqK3+xJaxSZPp1RqZ9LybJMKcfzzn4PETsZ85PxP6B9XJwWY/VqFNjrV2eQJjfsLn74Fik65Af8Mz4ZXZMuwiIgAiIgAhkP4EF1zyBuRfdb92gdYbWD9qO8E9uC9b+cQ/wpi7IrVY59aHO3s/Gfar3tx53myky6ptJBoBkZEOkbASqpQiIgAiIgAiIgAiIgAiIgAiIgAiIQPYTyKoafvzxxxg5cmShOp188slo165doXQliEBJI/D888+jQ4cOqFGjBk499VQ8+uijKO5Wt25ddO3aFQ899BDee+89jB49Gi1atECFChWKm4XOE4FSTqDAHL5HNa9fyn+nKr4IlGIC1v4Q0U8proWKLgIisJkJ9OjRA7fffnuRdxk4cCCuvPLKIo8VlRie/y9woHHjxpkpm8UnmcqXjHySINPKXIfhazMKKl674bZF21r4e7NtgETCdpPlbm7wv5m+FAM6v4efFq+0VO0iIAJlncCki5/FZze9jmRLEbUbHrNGo/I+tbHfHS1S68S8ffG2x63L2yWPu80UmW67nC9JNymR+eOpA3JEQAREQAREQAREQAREoOQQUElEQAREQAREQAREQAREQAREQASKSSCnmOfpNBEogQRUJBEQAREQAREQAREQAREQAREQAREQgewnoBqKgAiIgAiIgAiIgAiIgAiIgAiIgAhsKQJk+uFRkvkelCejePwwavxwqlt/YNWtK/Yb7lcBA3pXQO2a0XWWme8AYRvRf9DXeOW1Reb7LomACIiACIhAySUw76lJ+KzdGFhXCO/G3IbSWsT9ba5sjionNELcB2b2h+674v4ztiRBFpbnS9KNJAIiIAKbl0DCP6YmsXnvodxFQAREoBABJYiACIhAdhLwD0DVyCo7f7clrVZkes6AZGpuwecbyCjuvsvnI1zuFzVnceA+Obis5xpsV8NevbSaumCB7TDbbciPeGb8MmgTAREQAREQgWwmsOCaJzH3ovtDFUnrBIMsai4OrYucm7ogt1rlMP8f96ex9T427mvdj0USZCTLKfhuXSTdlAGpiiIgAiIgAiIgAiIgAiIgAiIgAiIgAtlPILtqOGLEiPClgAVrlZeXVzBJcREoMQTGjRuHHj16oGbNmjj55JNx77334tdffy1W+XbddVe0b98ed999N959913cdtttOP3007HNNtsU63qdJAJZTcD+hW6dQlZXUZUTAREowQRSa/y9MSrB5VTRREAEthqBnj174tZbby3y/gMGDMBVV11V5LH1Jfoa2MzjTZo0yYhuPpdkak0FyXAjkiGNjGy8FsOtr9EoqHgNh9sWbWvj7823ja4PuVlg+QDENzOWYWDn9/HT4pXQJgIiUHYJTLr4OXx+80SQ1sbEGIJPVN2vDurf2SKsE/O2xtuVTBu3Q24zRVpeScE2khYiuof5ZBSHNhEQAREQAREQAREQAREo0QRUOBEQAREQAREQAREQAREQAREQgeISyCnuiTpPBEocARVIBERABERABERABERABERABERABEQg+wmohiIgAiIgAiIgAiIgAiIgAiIgAiIgAluUAJl+iJRkvodLySgeP5TqD6267zZ+iDXTb7hfBZzfuwJq1bAq+IeP+OeOuBB92Wi/QTPxymuLADusXQREQAREQARKIoF5T03CtHajo57L+jDbET7Uxvo1S8Q2VzRHlRMapT7UIbMfdN/lfWWmyKg/JdM2rjvJ2JUVAREQgc1LwNobgpv3HspdBERABAoSUFwEREAEspQAbVzFLK2bqlXyCJDpVxtJkJF87oFM+x73eYlYRc3hH7RPDi7tuQbb1bAZD9vhkx1J67P43Yb8gGfGLyt5EFQiERABERABEdgEBOZf8wR+vOh+7/1CbmHu32PeF/5xT/CmzsitVrnI+f+4n3WbKTLqi0mGPMnIeoRM+x7PaqlyIiACIiACIiACIiACIiACIiACIiAC2U8gi2o4btw43HvvvYVq1LFjR5x44omF0pUgAluTwJtvvom+fftip512wrHHHotbb70VixcvLlaRdthhB5xxxhm47bbb8Pbbb+Oee+5Bhw4dUKdOnWJdr5NEoCwQCDP5Pp/vKgsVVh1FQARKHAGS8B+YLXGFU4FEQAS2OoG8vDzccsstRZZjwIABuPrqq4s8VpzEaM0EUK1aNfz5z39OX7IFPJLhLmTakrSmMFLmuox4PWSmjddGum3Rthb+3qy6r/4IeYY1kR5LALNmLMWAzu/hp0Urk8dkRED6lYJaAAAQAElEQVQEyhKByUOew2c3vxGqnHw8PPgeVN6nNhrc2TK1TszbE29nYuu+K7M9cp+M2imSnk1ot4KjQAREQAREQAREQAREQARKGwGVVwREQAREQAREQAREQAREQAREoNgEcop9pk4UgRJGQMURAREQAREQAREQAREQAREQAREQARHIfgKqoQiIgAiIgAiIgAiIgAiIgAiIgAiIwJYnQEYPmfqdSYaHTcn81h9KdcUPq7rNfIg19hvuVwHn9a6AWjXt+pBhFHiM5p47aCZeeW2RedpFQAREQAREoGQRmPfUJExrN8YKRYQfmms7aY6p+pXNUeWERqkPdSjYF3rc+8pMkQSZX5Zl2EkGq0AEREAEtgyBhN3GZUa7CIiACGwhArqNCIiACGQrgYR/OGi2Vk71KpEEyPQcAhn5JOFzECTD3IP7rsz5iXje3tNi/6B9cvDvHqtRp8Za2IWRYHmYYFv3IT/g2fHLzNMuAiIgAiIgAtlDYP41T2LuRQ/Auk1EvZ6FHrEY/rgncm7qgtxqleF9Zqy47yzYv3rcRUZ5kAygyLQlIz8cKAOBqigCIiACIiACIiACIiACIiACIiACIpD9BLKphiNGjChUncqVKyMvL69QuhJEYGsQmDx5Mi644ALUrVsXTZo0wfXXX48ffvihWEWpWbMmWrdujdGjR+Ott97Cgw8+iK5du+IPf/hDsa7XSSJQNgik19K6l0gk4CobdVctRUAEShoBb3+sFVI7VNJ+MSqPCJQAAr1798ZNN91UZEnOP/98XH311UUe25BEb4MaN26c75ItHSGj9RUkQabl6zJixes4Mm28psNt87a18Pdm1UErPJOhG1p89oxlGNjlPSxdvMpi2kVABMoKgclDn8e0myeC9JYAZk1wn6iyT200vKtlap2YtyOZ7Uvc9hS0JEFGgm0kLdQuAiIgAiIgAiIgAiIgAqWTgEotAiIgAiIgAiIgAiIgAiIgAiJQfAI5xT9VZ4pAiSKgwoiACIiACIiACIiACIiACIiACIiACGQ/AdVQBERABERABERABERABERABERABERgKxEg0w+Zkkw9gEqm/fhBVX+I1X23mQ+1xn6j+hVxXu8KqFnDKuOfhoTwMSQWgXlA/wtm4NXxi0JcgQiIgAiIgAiUBALznp6Mqe3GpIoSuq9kLGGR6lc0Q5UTGiHu6wr2gR73vjFTZLoPJZnMLTJk/niUqlAEREAENicBb3dcm/MeylsEREAE8hFQRAREQASylgCpcVXW/nJLcMXI9OuOjHyS8LkIkmFO332Xz1O43C9qLuPgfXPx755rUGfbtTZpbxMfNnOfMCV3dL14Dp4dvwzaREAEREAERCAbCMy75kn8eNH93s2FL87wPi/IJ/8P2QM5N3VGTrVK4UOd434ztt6Xxn2q+7HIqO8lGRCRkQ2RsheoxiIgAiIgAiIgAiIgAiIgAiIgAiIgAtlPIGtq+NBDD+HFF18sVJ+8vDwcdthhhdKVIAJbisDUqVNxySWXoGHDhjj00ENx9dVX4+uvvy7W7atVq4amTZviuuuuw5tvvonHHnsM/pquW7dusa7XSSJQ9gjkn9P3KX4yf1rZY6Iai4AIbDUC1v4Q0c9WK4NuLAIiUOIInH322RgzJv2cY2YBzzvvPAwfPjwz6Xf5L730Uub1W8wnmboXGfkkQaYVr9Fw62s3Cipe2+G2RbvaOLpZ9bAuBL5CJGFhUALfTF+KAZ3ewdLFq1L3lCMCIpC9BCYNeQ7TxrwRGoFEwleJBddahgQq16uJhne1DOvEvE3x9sOty/24vXGbKTLdNjk5km5SIvPHUwfkiIAIiIAIiIAIiIAIiEDJJKBSiYAIiIAIiIAIiIAIiIAIiIAIbACBnA04V6eKQAkioKKIgAiIgAiIgAiIgAiIgAiIgAiIgAhkPwHVUAREQAREQAREQAREQAREQAREQAREYGsSINMPl5LM96A8GcXjh1X9QVb33foDrW5dsd+ofkWcd3Yl1KpJqxJDXuaAQPD7XzATY8cvgjYREAEREAER2NoE5j09GdPajQG9ICFA5APBbntlc1Q5oRHiPi6zv3Pf5X1ipkiCLCzYRtJC7SIgAiKwhQmED6xJbOGb6nYiIAJlm4BqLwIiIALZSyD+MMDsraFqVlIJkOk5BTLyScLnJEim5iI87vMVLveLmtM4eN9cXNpzDerU8PcJdi2I5A6S6D7kBzw7fhm0iYAIiIAIiEBpJjD/2qcw9+IHQt9mPZ1VhaCFYT9kD+Tc1Bm521QOH+qc2V/GfWhsvT+NRRJkJM+HpJsgMu2HhDIRqJIiIAIiIAIiIAIiIAIiIAIiIAIiIALZTyB7ajhy5MhCldl1112Rl5dXKF0JIrC5CcyYMQPDhw/HH//4RzRq1AjDhg3DtGnTinXbChUq4IQTTgjXv/HGG3jmmWfQt29f1K9fv1jX6yQREIEMAv4v84QHGWlyRUAERGBLEbD2JwFvg1z5b0rqf4/5iSgmAmWDQJ8+fTB69OgiK3vuuefimmuuKfLYpkncsrmQDOsv/K4k3YQ4yZSN12q49TUcBRWv9XDbol1tHNN8W8uHgO9BIcDsGcswsPO7WLp4FbSJgAhkL4HJw17AZzdPhLcBLmtO3MBtlXq10ejuVmGdmLcl3m64dbkftzNuY5G0a9OCbSQtjHaS4XgUUygCIiACIiACIiACIiACpYWAyikCIiACIiACIiACIiACIiACIrAhBHI25GSdKwIlhoAKIgIiIAIiIAIiIAIiIAIiIAIiIAIikP0EVEMREAEREAEREAEREAEREAEREAEREIGtToBkqgwkw0OnZH4bP7TqD7TGvj/Y6nFX7DeqXwHn9q6ImjWA+EuxEpa7+5aAfgNn4NXXFlmKdhEQAREQARHYOgTmPT0Zn7Ydbd1SInxkVhx4LJEAql/RHFVOaIi4b8vs59x3xX1hbMn8/SbJVOXItJ9KlCMCIiACW4KAtT8Et8SddA8REAERiAgoFAEREIEsJkAbVzGL66eqlWwCZPrVR0Y+Sfi8BBlZ910+b+Fyv6i5jYP2zcUlPdagTo0wEwLfbDokmiexiZFuF8/Bs+OXebIkAiIgAiIgAqWOwPxrn8IPF93v/6iO+rZkDbyvw8F7IPfmLsjdpnL4UOe4n3Tr8r4z7kPdj0USZCTPjqSbIDLth4SyEqieIiACIiACIiACIiACIiACIiACIiAC2U8gS2p4ww03YNKkSYVqk5eXh7p16xZKV4IIbA4C3333Hfy12KRJE+y9994YOHAgPvjgg2Lf6phjjsFll12G119/HS+++CLOP/98HHTQQdAmAiLwOwj4/L7rd2ShS0VABERgowlY+0PQLneZ0S4CIlCmCZxzzjm48cYbi2TQv39/XHvttUUe22SJWykjMmoDybQlCTJSvGbDra/lKChf5+Fpblu0q41jmlWHPyPq60PizzNw/5vpSzGw0ztYunjlVqqpbisCIrA5CUwa+jymjnkdCf+D9xuZjf3Ke9dCw7tahHVicXsRW2874vbFbUGRUVvkWZJ0E0Sm/ZCgQAREQAREQAREQAREQARKCwGVUwREQAREQAREQAREQAREQAREYIMI5GzQ2TpZBEoIARVDBERABERABERABERABERABERABEQg+wmohiIgAiIgAiIgAiIgAiIgAiIgAiIgAiWDAJl+4JRk6iF5Mu3HD6/6w60uj/sDru67Yr9R/Qo4/+xKqFWTIIAgywdBwLmDZmDsa4tKRsVVChEQAREQgTJFYN7TkzG13Rjrkqx38n4pVXvCf2pc2RxVTmiIuE/L7N/cd3n/lynSriygOFuSsSsrAiIgAluBQMLu6TKjXQREQAS2AAHdQgREQASymUDCPxk0myuoupV4AmR6joGMfJLwOQqSICN53OcvXO4XNcdx8H65uKTHGmxXA2GjhSSTeQA9hszBs+OXWqp2ERABERABESg9BOZf+xR+uOh+0Isc92vmmwscvDtybuqE3G0qhw91zuwf4z4ztt5/xiIJMpJlFfzYknS3TEqVFoFsIeBf/CDZu92EpNeBXgN6Deg1sDleA9nSX6oepYPA5ngNK0+1jXoN6DWQDa+BRYsWYeTIkYUa84MOOgi9evVCNtRRdSi5f6sLFizArbfeimOPPRa77LILzjnnHLz55puFXo/rSmjSpAmGDBmCCRMmYOzYsRg8eDD+9Kc/6XW7EfMY62Ks9LJDgPT5/AJrae21ZH9QZQeCaioCIlCyCFgbZKMYuEpWwVQaERCBLU2gb9++uOGGG4q8bb9+/TBixIgij23KxK2ZF+njNBRai0EypMVrN9z6mo6Citd+uG3erjaOblYdBEAyKQAEvpmxDAM7v4uli1dCmwiIQPYQmDTsBUy7aaJViLA/e7O2m0MSlevVQqO7W6aeE/d2IrMNidsVt5kiPa9IlpvlSzeSCIiACIiACIiACIiACJR6AqqACIiACIiACIiACIiACIiACIjAhhHI2bDTdbYIlAgCKoQIiIAIiIAIiIAIiIAIiIAIiIAIiED2E1ANRUAEREAEREAEREAEREAEREAEREAEShABMv0QKsnwUCqZ38YPsWY+5Jr50GvsN6xfAef1roSaNQj/mCT/cDm4FyJA/wumY+xri6BNBERABERABLYUgXlPT8anbceEz+pLJPujzHtve0UzVDmhYepDHbyvi/s1911xPxhbMn8/STKVJZn2U4lyREAERGCLEvB2yLVFb6qbiYAIlF0CqrkIiIAIZDUBUuOqrP4Fl5LKkenXIZnfJ4l4vsKtz2O43M+c34j9g/fLxbAea1B72zBzb/MliaQsbhMn3S+eg2fHL4U2ERABERABESgNBOZd+xTmXHS/dWK2h/n/ZL9mhU8ctBtyxnRCuepV4H1j3Be6dXlf6eluM0Uy9f9yyyb4mdb9MipVWwRKNQFfuxKrVFdEhRcBERABESjxBOL+JrYlvsAqYKkiEL+uYluqCq/CioAIlBYCWVHOkSNH4ptvvilUl169eqF69eqF0pUgAr+XwPLly3HfffehWbNmqFOnDnr06IFx48YVO9s///nPGDRoEF5++WW8/vrrGDZsGI488shiX68TiyYQj5liW/RZSi3tBEj+RhUKHPfob17zG1nqsAiIgAhsLAFrf4joJ86CZOwWsuS6jxU6WQkiIAKlhkD//v1x/fXXF1nevn37wt/TFnlw0yaWmNzIqK0jCTKtzHUcvrajoHzdh6e5bdG+Dv7WtHpyHWTCrFXP15AggW+mL8XATu/ip8UrLVG7CIhAaScwadgLmDrmdfs79z9y/3s3m4hUea+a2P/ulvC2weXtg1uX+96uuO82U2S67XE+JN2kROaPpw7IEQEREAEREAEREAEREIGST0AlFAEREAEREAEREAEREAEREAER2EACORt4vk4XgRJAQEUQAREQAREQAREQAREQAREQAREQARHIfgKqoQiIgAiIgAiIgAiIJfmSEAAAEABJREFUgAiIgAiIgAiIQEkjQKYfPiWZ70F5MorHD7PGD7e69Qde3bpiv2H9Cjjv7EqoVZMhH4BhdwPL69xBMzD2tUXQJgIiIAIiIAKbm8Dcpyfj03Y3Ad4VZQq2WXzby5uiygkNEfdhbl3er8WK+7/YkgSZluWU2kmmfDkiIAIisNUIJBLwn612f91YBESgjBFQdUVABEQguwmELwPI7iqqdqWEAJmecyCZb26CjOLx3EXmnEbmPEfsH7xfLi7puQbb1UA6H9jm+ZjpcfEcPDd+qXnaRUAEREAERKDkEph37VP44aIHYL0gLIB1Y2Yt5s5BuyF3TCeU37Zq+FDnuA/M7CPdj/vO2JLR9SThGxlZ9yUREIHSSSC8p7M586JKHx+Ttf8oGCNxEAe9BvQa0Gvg978G1tffFHVMaSJQXALx32dR58fHZH//37AYiqFeA/4aKP368ssvMWLEiEJN5t///nd07do1fDmYftel//dcEn6Ha9aswWOPPYY2bdqgWrVq6NChA5577rlCr711JRx88MHo379/uGbixIm47LLLcOyxx+o1uonmKIriHr9uijqmtOwiQNL+Z8BQKTKyIeJBwgJ7nVmoXQREQAS2PAFrf2wkZvf1xshMcicZ2i2SIYWMbIgoEAERyCoC5557Lq677roi63TOOees81iRF/yuxK1/MZlu68jIJ5lqD0kiXsvh1td4FFS8FsRti/Z1cHSzbWEZgLAtGdBis2csxaDO72LpklV2QLsIiEBpJTDpkhcxdcwb9ldtf9mMakGaY6pSrxYa3d0irBPztsLbBbcu9+N2xG0skiDT8hxJukmJzB9PHZAjAiIgAiIgAiIgAiIgAqWCgAopAiIgAiIgAiIgAiIgAiIgAiKwoQRyNvQCnS8CW52ACiACIiACIiACIiACIiACIiACIiACIpD9BFRDERABERABERABERABERABERABERCBEkmATD+ESjLfQ6tkFI8favUHXt136w++unXFfsP6FXBu70qoWQNAImGy3Y35/sFZ/S+YjnHjF9lB7SIgAiIgAiKweQjMe+YDfNp2jGXuHVD+fshSsO1lTVH1xEaI+y7vxwrK+7pMkVF/SOa3dpPQb7qVREAERGCrE/A2CtzqxVABREAEyggBVVMEREAEspwAbVzFLK+jqld6CJD5X40kQRaWz2XEcxzuZ859xP7B++ViSPfVqFU9YVP4JsdgEya2u4fuF3+P58YvDb4CERABERABEShpBOZe+xR+uOiBdLGsA7M9/CMgceCuKH9zZ5Tbtmr4UOe47/O+0X3vG913myky3ad6xiTdBJFpPySUxUB1FoFSSMDXpmQW2+OZio9lpsm39wbJdT1iIRZ6Deg1oNdA8V8D6+pT4nS3ztOtJAIbSqDga8fjmfL8MuPyi/+3K1ZipddAEa+BLHg/MHLkSKxYscKbx3zq1atX9P+QLKijXrtb97X7/PPPo0OHDqhWrRratGmDxx57DMXdGjRogLPPPhuPP/44Xn/9dQwfPhwnnHBC+H+ffq+///ea+XvI5JmZ7r4fcyuVbgJk4Xl7kuHvKa4ZydgNNsQ8zdRs8BI0D1qMFoNdi9BysGnQIrQatDCo9aAFOCWpUy+YD1ebC+bhtKC5OP0C08C5OGPgj0Fnmj1z4A84y9R2wBy42g34Hq72ZjsM+A6ujmY7nv8tOgX9D53Pd81Gl/Nno+t5rm/Q7TzXLHQ/bxZ6uM79Gj2DZqLXua4ZyDvX1H8GevefHnS22X/1/wquPv2+hOucfl+gb9Dn6NfP1Pdz9O/7WdC5Zs/tOw3nmc4/ZypcA875FK6BZi845xO4Bpkd1OdjDA76CBf2cU3BRX2m4OJ/uT7EkH+5PsDQf32AYa6zJ+OSoEn499mu93Hp2abe7+Oy3u8FXW72it7vwnVl3jtwXZX3Nq5OanjeWxje6y1cE/Qmru3lmogRvUw938BI03U9X4frP2av7/lfuG4we0OPCbgxaDxG9XC9htE9XsOY7q5xuKm7ayxu7j4Wt7i6vYpbg17Bbd1cL+P2bqauL+OOri8F3Wn2rq4vwnV3lxfguqfL87g3qfu6PIf7Oj+H+4OexQOdXc/gwc6mTk/jIdP/BT2Fhzs9hUc6PYlHOj6JR80+2vEJPBb0OB7v+Dge7/AYnuhoMvtkh0fxVFJPd3gEz7jaP4xng/4Pz7V3PYTn25vaPYQX2j0Y9KLZl9o9ANfLbe+H65W29+HVpMa2vRdjz7oX44LuwWtnue7G+LNMZ96FCab/Bt2J18903YE3zrgDE4Nux5tnuG7DW2eYTr8Vbyf1zum34N2k3jv9ZrjeP+0mTAoag8mnRfrgtNH4oM1ofBg0ClPajMJHbW4M+vjUG+D65NTr8WlSU0/9D6ae8h9MC7oOn53iGonPTzG1HoEvTF8GXYuvWruuwfRW12BG0HDMbOW6Gl+3MrW8CrOS+qbllZid1P9aXgHXty0ux3dBl+H7FpHmtLgUc5pfih+C/o0fm/8bc5tfEjSv2TC45ptd0GwoXAubDcHCpkOwKOhiLG7qugiJJT+D9gNrh0LDlAxIJj3YocgnIwttIiACWUPgvPPOg79nLapCffr0wX/+85+iDm2etBKSK8lC7R4ZpZGRzVzX4Ws9CsrXgXia2xbt6+DoptWR8PolA3un4TF8M30pLuj4NpYuWRXiCkRABEoXgUnDXsDU0a+HQvuft03xRb5FKu9VE43uapF6Ttzbg7hdcN/bEY+7jUUS7pNRWwPbSFqY3sn88fQReSIgAiIgAiIgAiIgAiJQSgiomCIgAiIgAiIgAiIgAiIgAiIgAhtMIGeDr9AFIrCVCej2IiACIiACIiACIiACIiACIiACIiAC2U9ANRQBERABERABERABERABERABERABESi5BMj0w6gkw8PzZH7rD7S6Mh929QdgPe5y323D+hXQv3cl1KqZA9B2lzkkLQT6D5yOceMXQZsIiIAIiIAIbGoC8575AJ+0HQNYn2NBtNOMx001Lm+Gqic2Sn2og/dbcf/lvsv7ukyRtOzyC8mNZNKTEQEREIGSQCBhhXCZ0S4CIiACm5mAshcBERCBbCcQf/hnttdT9Ss9BMhoDoJkvnkKn8MgmfpASo/7/IbL/cx5j9g/pH45DOu5FrVrwPJKCtFmuaPHxXPw3PilUYJCERABERABESghBOaOeBo/XPQgQueF5EbAduCg3VHupk7IrV4F3gfGfV7se5/ovttMkQQZCbaRtDDaybQfpZTNULUWgdJEwL/EzRWX2X2Xx91mau3atfoCyIS985X0OtBrQK8BvQZ+12ugqP4ks99x3xX3Qe5LIvBbBAq+XjLjsS+rcYxeA3oNbOrXQGnP780338Stt95aqIk97bTT0Lx589/V35d2Nir/72svxo0bh549e6J27dpo1qwZ7r//fvz666+FXmtFJdSrVw/dunXDgw8+iP/+97+47rrrQh6VKlXSa3ITvw/xcbkr8/Xuv5M47n4sT4t92ewgQKbn8kmm5vzNTVXQV9X67/6XXxN4/p1fTb/ghbd/NbmN9OI7K/DiO7/gxbfNvh3Zl8x3vfz2crh9yezLby2H65W3f8YrFn/lLbOmV5PyeOyPfWsZUnpzKcaaxr21FEHum15L6SeMD75b00TXEkuLNOHNJXD9d+ISBL25GP+1tNcnLsbrExfhv2bfMOu+25TeWIQ3TBMnLsREOz7xDbNvLMCbZt8MdgHemuhxsxZ/6435eMvs26/PR5DF335jHt6x+Duvu401F+9a/N3X5+I9t//1uPuZ+hHvW/r7//0Rk17/wWT2v2aTmpxh3Xd9MGEOgv5r9r/f48MJaU0xf4qlBZn/kWnKhO/g+mj8d/ho/Lf4aEKkj813fWLW9fH4/8HtJ2Y/TWk2Ph0faarZoNdmY6pp2vhvMM3Spr32DT4zRXZW8D9/zW2kz8d9jc/HzcIXr32dT19a+pfjZuJLS//yNbPmfxU0Ayk7dgamj0vKfdMMi88YOx0zx0WaMfYrzCxCX1uaa9arX2HWq19i1thI37z6BVyzzM42ue82pVc+x+xXP8f/gj4L9ttXP8O3r0T6znzXt69Mw3eW9p3Z781+H+xUxHbOy1Mx55W0fnjlU/xg8R9e/hQ/mmLr/o8vfxLS3M596WPMfekTzHv540gWn5fU/JT9CO7Pf+kjLHhpiim2U7DQ4kEvTsEil8UXvfSh+R9i8YtuPwh28Ytu01picddPZn96cTJSemEylr4wKWhZ0nrc/aDn38ey5yfh5xfeN72Hny2+/Hm378Ht8hfewwrT8uffDfEVZlfY8V/MpvUOfn3uXdM7SPiP9YGpxinpkFHblYzmMyTzxRURAREofQQGDBiAESNGFFnwf/3rX7j++uuLPLa5EktavmTUzpFpSzI1pstc3+FrPgoqXhvitnn7Ovhb0+oAYRvN0CzMArNnLMOgTu9g6ZJV0CYCIlB6CEz+90v4dMxEwNoF2OZ/1WQIUWXvmjjgnpbwv39vG2Lrvsvbj9i6nymSliUtR6QskhsZpSejMiIgAiIgAiIgAiIgAiJQKgmo0CIgAiIgAiIgAiIgAiIgAiIgAhtOIGfDL9EVIrBVCejmIiACIiACIiACIiACIiACIiACIiAC2U9ANRQBERABERABERABERABERABERABESjhBMj0Q6kkw0OrZGHrD7n6Q68u9zMeik09KNuoQUX0610RNWsQ8E9LssA/MCm4xqH/wK8wbvwi87SLgAiIgAiIwKYhMO+ZD/Bx2zH5M7OOxz8jy1XjsqaoemLDVF/l/VhmH+Zx79cyRbJQfxjfgGTsyoqACIhACSHg7ZKrhBRHxRABEchmAqqbCIiACGQ9AVLjqqz/JZfCCpLp1yXJ1JyFz2WQRKb1eQ6Xp2XOf8T+IfVzMbTHWtSqblP4NnFiUyjwzefxLQU9Lvoez7221JMkERABERABEdjqBOaNeBo/XPiAlSMRvhzL+yrz3CBxwK4od1NHlNu2Krzvi/u62Pe+0H23mSLTfallHPrV2JJ0VwLEQARKDYFoHJsubhx3myn/MjiXp7mV1kIMxECvAb0G9BrYuNeA9yWumJ/7mfJeyeNuYxWMx+myIhATKPgaieNuC8pfe3Ga+9LG/S2Lm7jpNRBeA6X+fcF1110XN6UpSxLdunUr9XXTa3TLv0bffPNN9O3bF7vssguOP/543H777ViyZEnqtbU+Z/fdd0fHjh1x991347XXXsOoUaPQunVrVK9eXa/FtZvvd5k5JirKj9Pi353HY1+2dBMg03P5ZOSTDPP9OTm5+SpnyQDDbiZ2GHwPoyMeWoxuI9kJ5jAyHnpGLvdNpB0jbAsBLBpkCWajNIAgI7kP20iPm2M7TfDAZLu5FtoOPwe0H5gii+RGsy47AITzYJuluG8CzAdA0oTUZlGLW5qlhNATYJ5ZkiHVAsB9i9oO2o/vsDT3Xe4HgfCNZNLzGC5DeYIAABAASURBVIIfUgjAjlkAgCBdsI0mWDwpACHFAz8HsLhFzIeJdB+2EbQwBObYbq6FtsPOIZI/7jM+EbBoEMIWDphHS4sEEDCRhO0ACN+Cb67tlmKh7bBEIvqB+aCdmbTBtWicFsUt9N3PCQcAkiakNoum4nYkmW6eHSBpcRfsHJrMAiBs88COB+Mp5sNE0A4CJE1ACBgbdwBPMw8AQUZyH7aRHjcn3mmOp7mBRcyHWboI22heMHCHgJsosHOjuIXmpw/YYYvbjrDFhy3BdpCWgEgkYbudRhMi31zbQfvxHXaC+y73Xe4TAMMPYMbkMTMeIQC7zgIABOmCbTTB4pFgG2E/dIcgIwGEbyRhu7uRaMZkO2g/vsNOcN9lR8NOWiwpTyDpJiUyfzx1QI4IiECpITBw4EBcc801RZb37LPPxg033FDksc2YWKKzJqN2j6Q1m2nl5OSEdZFuc3Nzw7qQTBuvEXHbosN2OOrk6lZPX1GSMBuWlYR1Jt989RMu6Pg2li5ZFdIViIAIlGwCky55EZ+Met0KaX/Pifx/z5Xrbov9726Rag/87z9uF9yP2wu3mSLTbYtlHNoat7FIxq6sCIiACIiACIiACIiACJRmAiq7CIiACIiACIiACIiACIiACIjARhDI2YhrdIkIbEUCurUIiIAIiIAIiIAIiIAIiIAIiIAIiED2E1ANRUAEREAEREAEREAEREAEREAEREAESgMBMv1wKsnw8CqZtpkPusYPw7r1B2Jzc3PDw7Kx36hBRfTvXQk1a+bAMrLd8oFtNIE4d+B0jBu/yCOSCIiACIiACPwuAvOe+QCftLvJepcom9DVuGuOdWOoeXlTVD2xIeI+qmDf5fHMPs59kiDT8uxikYxdWREQAREoOQQSCfhPySmQSiICIpC9BFQzERABEch+Av6h/9HHBWZ/XVXD0kWATM9JkPl9kuHDbsnI+nyHy+c5ipoTOaR+Lob1XIta2wJxTqR7Jtt7Dvkez722FNpEQAREQAREYGsSmDfyGcy56AHEnZV1UYBFaMKBu6LcTR1Rbtuq+f5P7f2fy/vA2Lofi7Srk4JtJC3UXpiAUkSgdBDw929xSd1fl/xLE/2Y2+JozZo1kMRArwG9BvQaKNuvgeL0F35O3L+4zZT3T3HcfZfH3UoiUJBAwddGHHebKX/NZcrbqcx4pu/HpLLdjun3r99/8V4DpZvTU089hadMBdvV7t2744gjjtD7Or23LdZrYPLkyRg8eDD23Xdf/O1vf8Po0aPx448/FnxZFRnfaaedcMYZZ+Dmm2/GK6+8gjFjxqBNmzaoXbt2se5dFv5Of28dM8c36/N9zBQfdz9T/svzuFtXpu9xqXQTIKM5fpIgIxWqkS8AMdmesc42WnEbh9E1dka023mWYr47bsLXx7qTCEE46K+lEPWTQko4yzyzflrkwc/xcy01pEQJSdeNn2uy3XLyMEqMyuZXxZ6nezySnWxO+nzPN/M+7vu9o6ssTJ7qJp2jeX6SK2To59kZ0R6lmO9OZCy03W7sJ5rcszyCFwXhsLvuhHyjSLo8fsCuc2Oy3bO3BDvPzo/iURgSLS0+wVODb47twQ2Bn2OX+/mF7mPpfq6ZjN3KbIl+rl/jcj/Kxg74mW5MtodbhMBO8LifH8lOtDQ/5uku913BTzqed3y++36JXVlot1Il08yzk/zc+Dr//SazcxMl201st7iFtodzLOaZWA6RZ/m4Ew5HB6Jr3bcD4bAH5ntSuKef7JEMeZLnGSW5Z/JEuy5pQr7uuyzZ4sGzS8z6PcxYosU9tOuDZ4Gl2x6ccJoHFgtnmW+7xaIzonz9SCQ7YHuUVxxGR6LzPS14HphsD1mEIMo4ut5824NvQUDp5wbfgyDLzRIDo5CBJfpFlmZetLtvst3OsNB2L49dacdDxCxCe+X/uyTT7RZJaBMBEcgOAoMGDcLw4cOLrMzZZ5+NG2+8schjmzexZOZOpts+MvJJhnaSjKy3l7F8DUhBxWsj3bbosB3+1nRb2JWhwrSQtNA0e8ZSDOr4NpYuWWWp2kVABEoqgUn/fgmfjnkD9ocM3+wv2E2IVtmrJg64p2XqOXH/u8/NzU2tG/O2wuNuY5EEmZZnRtJNSmT+eOqAHBEQAREQAREQAREQAREodQRUYBEQAREQAREQAREQAREQAREQgY0hkLMxF+kaEdhqBHRjERABERABERABERABERABERABERCB7CegGoqACIiACIiACIiACIiACIiACIiACJQaAmT6IVWS+R5qJaN4/NBr/BCs23LlyoUHZDP9Rg0qol/viqhZg/APNwkfU5IM/INLzh3wFcaNX1hq2KigIiACIiACJY/A3Gc+wMdtx6T7GSui9zn+IVmwPmfbS09G1RMbpvqozH7KfVfcr8WWjPo7Mr+1rEO/6FYSAREQgRJHwNsssMQVSwUSARHIQgKqkgiIgAiUAQK0cRXLQD1VxdJJgEy/OkmCjOTzGiSRaX3ew+VpBT/o0tMPrp+LYT0TqFkdYfN5+3hOxedVel78HZ57bWk4pkAEREAEREAEtjSBuSOewfeD77f5f7uzzfdbmN4P2BXlb+qE8jWqhfn/zH7O+7hY3gdmioz6TZIhLzKyHiHTvsfLvARABEoZgej/gzaaTdioNkPxF79lWv/iOY+7XZf8uLQWYiAGeg3oNVCWXwPr6iMy04vi431SprxL9bhbSQSKQ8BfLwVV1GvNX4txuvsFFR+TVVuu14BeA+t9Dawt3Xz+85//FGpa69Spg27duun9TCn/3W7u1+1nn32Gyy67DAcffDCOOOIIjBgxArNmzSr0eioqwV9jrVq1wvXXX4+XXnoJt912G9q2bYs//OEPet1thtddwTFOZtxfJx7PtD6O8rjL/YKKf6eeHvuyJZ8Auf75e5Kp/5uTDP8zR+ZmaSB8N5kD34iQbIF5cMF8ELbTBISAkQmh+35O8gBJ2G6HaAo7zIOnuRA2JuO0WFJ+0FzCfzKSg0sLfSdIwgIw+YMQtyR4CmDGREQbQUYCCJhIwnZTZEGELU4LEUsk7YDLfU9035PMNwNLDnKfFokOEzA/2ukmRN0hoi2c50GIEmQkgPCNNBvtcBfmwxzbzYSInWY2SgDDjycR5voeyaN+DnwjyEgA4RvNMnJgh9wzMfgkgw8QpCt4IGzzwGR7Rpyw0+CBeXDBE2hJoP0AIWBkPAyHPUgeIAnbARDRFllPIyMfdowkSAJg+IH7TMXcCbIk0H58RziHlk5EPwBCmhkABBCi7sA3JuO0iAsWNxt2gkhv0XVxCkEmBbN+msXN9T0oBJ7mxyxC2nkmJGUx0I9Z3PbItzD4HvixECdIWszlxmy0w4wl+M7gk24jwXwQttMEhIApExzSEuAbQUYCGO0eB2AmCGFj8ElaLCn3zSX8JyM5uIQlAxbQ5BbJjbSU9Sh5GkjGrqwIiEApITB48GBcddVVRZa2d+/euPHGG4s8ttkTS/ANSKbaO5KhpCRDGhnZzHUf8XqQTBuvGXHbvMN2OKpptCDSl5pEY3/zbJ89fSkGdXwLS5esDPdRIAIiULIIvH/Ji/hk1OtFrhWrXLcGDrinBfzv3P/+Yxv73k647zYWSbhPRm0JbCNpIfK1MdAmAiIgAiIgAiIgAiIgAtlCQPUQAREQAREQAREQAREQAREQARHYKAI5G3WVLhKBrURAtxUBERABERABERABERABERABERABEch+AqqhCIiACIiACIiACIiACIiACIiACIhA6SJARg+veqlJ5nuIlYzi/sCrK34Y1v2CD8v6sUYNKqJf70qoVTMH9AyDaD5hAc4bOB3jxi+ENhEQAREQARHYUAJzn/kAn7S7yS6jdSkuc323vgqWUuOyk1HtpEb5vvwns6/yfsr7r0yRlk8BIbmRTHoyIiACIlASCSSsUC4z2kVABERgMxJQ1iIgAiJQFggkoHFVWfg9l+Y6kuk5CpIgGarjcxwkUx9Y6XGf/3C5nzkvEvsH18/FsF4J1NoWoP14GBtYXr2GfI/nXlsKbSIgAiIgAiKwJQnMHfkM5lz0ALwvsu7ILGxjUM6Bu6L8TR1RrkbVfPP/3t9lyvu+TJG07CJZRsF36yLpRsogIFcESgOB6MsagEzrvsu/5K2g/Avh1qfVq1dDEgO9BvQa0GtAr4GiXgPr6z/8WME+x/sil/ensXXfVTDuaVLZJpD5mnDf5UTcugq+vvw1lyl/zcZx9yW1Y3oN6DWwIa+B0nzuHXfcgbffftubzHzq2rUr9t57b72/03vcQq+BmTNn4tprr0Xjxo3xxz/+EVdccQW++OKLfK+fdUWqV6+Ok08+GcOHD8dzzz2HO++8Ex06dMDuu+9e6D6l+e+qtJQ9c+wT+5nWx08+jspU/Lv1tKL8OE22dBEgGeb6ybT1/wtYFANPXYMBrVfjvFYr0a/5CvRttgJ9TGc3XY5/mXqf/DN6n7wceaae5gf9czl6mnpYWveTV6CHyW23pr8g6ORf0NXV9Fd0Sapz05Xmr0TnpqvQqVmkjk1Xo6PFOzZbjQ5Ba9DebPvmZk3tmq1Bu+Zr0dZ0VvOE2QTcntkCyNQZzYnTmwOntyBOM0U2B21aunLNRjq1ZTmcklRrs61blYerldlWrSqgZcsKaGFq2aoiWpiat6qE5m5bmzU1S6kyTm5dBU1bR/afp1RFpk46pRpOtLQTzZ7gOnUbnHDKNjje7PGnVjdbHceZPe7UbfEP07Gx2tTAsaa/xzqtJo5xtamJo9vUwt9Oq42/xdb8o0xHmo46rQ6ONP01qSanb4cmp29vimzjM3bAEWdsjyNO3wGHu87YEYdb2l/MBp25I/585k5BfzpzZ/zpjJ1xmOvMP+Aw06GmP5oOPWsX/NF0yJm74JAzd8XBZ8XazfzdcFDb3XCg6aC2u5vdHQecFWn/tnsgVqO2e6JRuz3R0NW2rtm6aNBuL1Nd1Dcb1H4v7Be0N/ZtX88U2X3M36f9Pqhn2ttUr8O+2Nu0V0r7oa75dTvshz071MeeHffDHh3rmxoE7d6xASI1NNsQu3VsiF1dnRphl5T2xx86HWDaHzub3cm0c+cDsJNpx84HIq2DsEPng7B954OxfZeDsF2Xg80eYvYQ1OkS64/Br93lj6jl6vpH1Ox6aFKHoUa3pLr+Cdu6uv0J1U3bdPsztknZP6Nat7+gqsltlW6Ho2r3w1HFVLn7EQjqYdZUqXtjVDRV6mG2RxNUCPoryveMdSTKmV+u55HI7XEkcsxGOsr8v4G9jjKZ7Xk04Op1NBJBx2BtL1NepDV5f8dq84PtdSxWWXxV3rFYmfePSL3/gV9decfhF9Ovvc2aVvQ+Hit6n4DlZ5v914lY8a+TsNxtn39iuWnFOSfjl75N8Uv/5vj13BZYdX5rrBl4KrBN5dTaHpKhLcN6NpLrOapDIiACJYXAhRdeiCuvvLLI4uTl5WHUqFFFHtsSiaXhHmTU1pFpSzLLR4UyAAAQAElEQVS0kSRDu+ljPVfm2pDYj9dDum3eYTsc1XRbEAAZQrMAzJ09YxkGd3wHS5eshDYREIGSQ2DSpS/j0zETQdJk5SJA+4HFq+xVEwfc0wL+952bm5uysR+3C24LiqRlQfhGRtZ9SQREQAREQAREQAREQASykYDqJAIiIAIiIAIiIAIiIAIiIAIisHEEcjbuMl0lAluFgG4qAiIgAiIgAiIgAiIgAiIgAiIgAiKQ/QRUQxEQAREQAREQAREQAREQAREQAREQgVJIgEw/xEoyPNxK5rfxQ7C5ubnhyxU8Hj88Gz8067ZRg4ro27sSataMl7X4F2iZoh3nDvgK48YvhDYREAEREAERKC6Buc98gI/b3oT4OxmtS4ndkEWNS/+Jaic1Ch/mEPdNsfW+yeX9VqbI/P0cyZCXB2Ta97gkAiIgAiWPgLdTrpJXMpVIBEQgqwioMiIgAiJQJgiQGleViV90Ka8kmX6dkgxz+F4lMvJ9zoNk+OBbnwdxeVrm/EjsH1w/F0N6rEWNbdYiTLbEEy2JRPgy1V4Xf4vnXvvJjmkXAREQAREQgc1P4McRz+D7Cx8IfZAFvofuKQT7/wHlxnREuRpVw/+n477M+7lM3/u8TJEMfSXJUAEybcnIDwcUxARkRaDEE8j8sjYvrMcLyr/s7e1pq1BQ73y2Gm9PXYV3zb5jNr9W4p2pkd41u279ivemrl/v2/FIv+D9T01TTW5Nk9apFZj06QpM/g198OlyrE8ffrIc+fWzxSNN+eRnrFvL8NEn69fHdjytpfj4E9PHaX1ifmH9hE8+jvSp2fVp6sdLsD5Ns+PTPlqCSIvN5tdnHy1G0VqEzz9av76w45EW4ouPMjTFfNOXhbQAX06J9JXZ9Wm6HZ8+ZT7WpRl2LKUP52FGAc20+Lo1F19/uH7NsuOzPvwRReqDH/FNIf1gaWnN/uAHrEv/+2AO1qdv7Xik7/HtB6bJ+fWdxYvWd/hu8nf4fj2aY8fmTP4W69IPduyHSd8iv/5n8Ug/Tvof1q3ZmDtp/Zpnx1N6/xvMm2Rym9R8s4U1C/Pfj7TA7Pq08P2vsS4teu9rLLLjwbr/3kwsytBi84vWDCx+bwaWrEc/2bG0puOn90zvmpJ2qfmF9RWWvhtpmdn16Wc7/vO7X2JdWm7Hlr/zJSL7BZa/k18rLF60PseKdz7HL7+hX+34r+98hnx62+KmlUVqGla+HWmV2dV2baZ1P1PeH3kf5HLf+ylXpu9xSQScQObroqDvryGXpxccz3g8jGlsrJOyNq55d9pqG8usKqBobBOPcdyue4yzEoWP/fqb4554XBSNfX5FfvuLxU02/nm/gNY9JvoljIkm2Zgo1m+NjzKPf2DXffAb46XM4x/aufnHTj6WisZOH9rYKVPrHkf9XGCMtew3x1Uf2bgqU+kx1rJojOXjrFg2xvo4qU/Mrl8/pcZen/zG2OvTAsen2liruArjMjs/2PWMz6bZ+Mz1mdnf1vrHa5/beK2gvrC0tBbmH8fFYzobx31h+nKdisZ08djO7Vc2fiu+5q9znFdw/Dcjc9wX+zbWKzj+i+PrHgPOQ/rYXPPn/uaYMHPMGI0P59r4cK7px/Wr0FjxRxsrun4wm1/rGjMWnT5nvePIgmPMb1Pjyjn4+t3Z+L/rH8GuFXfHrhXSOmKvJjj5sGY2jvy+GPrOzom0vjFn5rE5Yfz53TrHn3Ns/JmSj0Mt/oPbfPpfajz6g41HY617XPq/AmPW2b85Tp1r49RMzbN4Wt+kx63FGr9+Y+PXTM2yeKT1jWULHltoY99IX69zjBuPfVPj3PWMd4s39p2Jr1+ejHsuvA5d/toCpx18LB65dAxWfToHDXK3/00dXHkXdDr8ZPyn54V4ZvjtGNNnGE4/6Bjs/FM5/GRj4tQ42X1T4THydBsjx/rK/EjrGysXdezn3xg//2zj51hhDG3x5esZT8fj6xXrHFd/YePqWNEYe4WNoX9rnB0fj8bbn9t42/WZ2SJk4+4wHje7cr2alhqLr7SxuCsej/sY3H2X+y73Xe67fCzl8vFUrPWNwfyYVDoIkAxz/l5aMvJJhv+N+/8GDt0nF/1bEX1bJnBO87U4p0UC/zJ7drM16N10NXqdHKmn2R7/XIWeJ69BD1N3i3czG6vryWsRq4v5XZom0DlDnZoCro5mIxEdmpqaEe2b5aTUzvx2zXLhamu2bfNyOKuZya3pzOblEesM889oXgGnu1qYbVERpyXVpkUlxDrV/FNbVMYprpZmTa1bVkGsVua3alkVLV2tzLaqhhYZat5qG7iamW3WqjqaulqbNZ3celvE+qf5/2xdAye5TjF7Sk2cmKETTqkF1/Fmjz+lNlzHnVobkergH6dGOtbssaduh7+ntD2OaZPW0W12gOtvZv/WZke4jjptR0TaCUeeFumvZv962s5oktIf0Pj0tI44fRe4Djd7+Om7wvUXs0Fn7IY/J/Uns386Y3e4DjMbdOYeODSpP565J1yHmD3kzLpwHWw26Ky9cFBSB5o98Ky94TrA7AFn1cMBbethf7P7m23Udh+4Gppt2HZfuBqYDWq3H+ontZ/Z/drVh2tfs5EaYJ92pvYNUK99w5T2bt8IsfYyf68O+6NuUnua3bPDAXDtYXaPDgfCtbvZ3TseiN06HpTSrh0PRqxdzN+l0yH4Q4Z27vRHuHYyG+lQ7NjJ1PlQ7ND5sJS27/wnxNrO/O06/xl1XF3Mmmp3+Qti1epyOFw1zdbsejhqdj0CNZLatmtjxKpufvWuTbCNq5tZU7Vuf0WsquZX7XYkqqR0FCp3j/U3VOoeqaLZit2PRgVXD7Om8j2OQaxy5pfr8XfkpnQscnrG+gfYMxLMoudxcCV6HQfX2l7HI6W8E7A270Ss7nUC1phdk3cSVvc+CWvO/qfpZKz5V1Os7dMMib4tgtCvJdi/darN8naLJMi0oE0ERKDUEbj44otxxRVXFFnuXr16YfTo0UUe20KJpe42JEOZSeZrH73NjOXrRAoqXjfitnmH7XBk023h7wUs8D3Ig2+m/4RBHd7Gsp9WhfsoEAER2LoE3r/0JXw86r/255lIyRxYDJX3rIED7m4enhP3v3n/+3brct/bBPfdZopMtx9eO5JuJBEQAREQAREQAREQARHIZgKqmwiIgAiIgAiIgAiIgAiIgAiIwEYSiD8pfSMv12UisCUJ6F4iIAIiIAIiIAIiIAIiIAIiIAIiIALZT0A1FAEREAEREAEREAEREAEREAEREAERKK0EyPTDrCTzPShPRvHoYdic8AUL/oBsQfnDs57WqEFF9OtdCbVq+tIWGhJTtId8zxs4HeMnLLJ07SIgAiIgAiKwfgLznv0QH7e7GbB+JAiAdUvwKGyrednJqHZSo9SHOng/FPdH7rvi/iu2JEGmZdmkdpIpX44IiIAIlFgC/sWc8G/pLLElVMFEQASygoAqIQIiIAJlg4B/4KdGVmXjd13aa0mm5yxI5pvbIBk+LJyMrM+HuHwuJHOeJPYPaVAOQ3sRNasDIBBkgV0OmM27+Hs8/9pP0CYCIiACIiACm5PAjyOfwZyLHgi3IK1DMtkO64qQc8CuKH9TR5SrUTX8bzruw7x/c3kfF1v3Y5EEGQm2kbRQ+/oJ6KgIlB4C/v4ts7Qed8Vf7nbqpSvx9wErcezAVTjugtU4ftBqnGA68cI1OHHwapxk9p+mky9cjWYXrQlqbra5xSOtQosLI7U023LwSrQytTZF9lecMtg06BecGrQCbQZl6ILlOO2CFTht0HKcbv4Zg35G0AXLcOYgk9mzLlgKV1uzbQcuRTtT24E/mXUtQfuBS9BhwGJ0GLgYHc12GrAoaRej0/mL0Nninc9fiC5BC9D1fNOA+ehq6nb+fHQ7fx66m+0RNA89LN7jvLnoGfQjep0XKe+8H9D73B+Rd67bH3C22bPPnYN/ufp/jz5B35mNdE7/b3FOv+/Q19TPfFf//v9DUL/ZODfoG5zXzzUb55s9v+83iDQLA/rOwsC+XwddcM5MDOprOmcGBrlvGuzqMwMXWtqFfabjoqCvzH6Fi8/5MmhIn68wtM+XQcPMDvvXFxjWx/Svz3FJ0Gf4978+w6X/mmYye7ZrGi47exouD5qKK8429f4UV5qu6P2J2UhXmX913ie4Ou9jDO/9Ma4xDe/9kVlT3hRcm9QIs5E+xIheH2Jkrw9wXVL/6TUZ17t6TjJrMntDUjf2fB839ngfo8yO7vEeRplG93gXrjFmb+r5Lm7q8Q5uTult3Nz9bdzSw9T9Ldwa9CZu6/4mbo/VbSLuSOpOs3d2ewN3ubq+jruSutvsPV3/C9e9XSbgPldXs0HjcX9XU5fX8ECX8abX8KD5D3YZZ3YcHursGov/6zwWDwe9ikc6v4qHO0X2kU6v4NGgl/FYJ1PHl/F4x5dSesL8J4NexFOdTB1fwNOmp0xPd3weT3d4Hs90fA7Pdoj0nNlIz+L5Dqb2z+CFpF5s/zRSavc0Xgp6Ci+3ewqvtHsSr7raPoFXXe2ewNh2jweNMzuu7eN4Legxs49hfNtHgyac9Qj+m9TrZz2M180POvNhvBH0f5h4pushvHnmQ3jrjAfxpsnt22bfPvNBvGP2nTMewLtnms64H+8G3Yf3zjCdfh/eP+NeTDLrmnz6vYh0Dz443XTa3fgw6C5MOc3UxmT2I7Ouj9vcCdcnbe7Ap6ZP2tyOT081mZ3a5jZMNTvN7LRTb8NnQbeavRWfn3oLvnCdcjO+DLoFXwV7c7Bftb4J04PGYEbrMZjZerTZ0ZjZahS+DhqNWWZntR6Fb8x+0+pGfNPa1OoGzDb9r9X1cH3b8nq4vjP7Xcv/wPW92e9bXoc5rhYj8UPQCLOm5iPwY4sRmGt2XtC1mN/cdY1Z13AsaGZqPhwLk1rU/GosbnY1FpkWN7vK/KuwpNmV+MnV9AosbXqlyW2kZU0vx7KTL8fPpuUnXwbXipMvRdA/L8UvSf36z3/j15P/jZUnX4Jf/3kJVgYNw6p/DsPqfw41mT1xCNaYVrtOuAirXccPxurjXIOw6tiBWPn3AVh14V2I+yDvjzIF2zxuBrF1XxIBJxC/Jtxmyl9Prv88sTo1pvlHGNOsgY9rThy8xsY0a/DPC9eGcc1JNo45+aK1iLQGTS3e1OLNgtagucWjMc5qpO2qwuOdC1famOfXoNbJcU8rG/O0Tir/+OeXMA5qY2OgU5NqY2OfNjb2OS0pHwedbmmuM1LjoZ/T4yIbE51pYyEfE7namp+SjY3aeTw1PvrJxkeuJWaXIB4nufWxUkcbG0VajE7JsVM0XloEHzO58o2bfOwUND9j/DTfxlDzwxgqGkfNC2OonvnGUXOLGE8lx1JhXPVDalzV28ZVvW1MdXZS+cdX3+McG2ed0/+75DjrW4ubbIzVN+hb9Otnyhhv9bMxV79+/7Nx12z0D2Ou2Tb2+iY57voG51taGHvF469gZ4XxbOADngAAEABJREFUVzQGmxXGYD4W83HYBTYOc+vjsNi6P9jHYz4Wc9lYLD0mmx7GZBfZWMx1sdmLbSw2xMZoPj6L9GUYow31sVmmwhgtHqt9HsZqPl5zXerjNh+vBTsNl9p4zcdtkaba+C3SFRnjNx/DRUqP4Xwcd1UYx30SjeUKjOd8TDfcxnDX9J6Ca8wWHNeNtLSReR9ihGmkj++C/SDfGK/wOM/GfT1dk5Ae702Cj/l8vDfKxnqueNw3ysZ7o5PysZ8rGv/5GNAVjwPfxs02/nPlHwe+FcaDPhaM9BZ8THhbtzeDvd3Ggnfk0xu408aFrrvMxmPDu7q+jrttfBjrnuQ48Z4u/8W9QTZOLDBevM/Gi/fZGPH+rq/h/jBmHJ8xbnzNxo2ucWbHReNHG0s+ZGNHH0P+n48dk/Jx5CM2jnzY4m4jvZIcT75i40nXy3jcxpWP2xgyv17Es93G4sTVrdF9h3NMfdBjR9MOfXDSypaY0PctPGVjzKd8jJnUM2afsfFlPNZ0G401n8NzNtYMav9soXHnCzb+fDFz7Ol+u6eS48+n4ePPWD4ODWr7pI1DTTYOfTU1Hn0ijEd9XOrj0YLj0vFtH0uOTR8LY1Mfo04461FMsLHqBBuXRuPUh22M6nrErMnGqD5ujcaqD9uY1ceqkXy86nqrwLjVx66uosevD+AdH8uGMez9Npa9LxrH2lj2fZeNXycVGM9O8jQby052nXZPgXFtNL4NY1sb135oCn5yfPtRcnz7cdJ+Esa4d+CTU5Oy8e2nqfHu7WG8O9XSfLw7rYhx72en3mpjX9ctZm/BF6eYbBw8t9vDqH/fHPT4ph5uqNoc15vc3lClmcWb4UazkZpiVBXXyRhdJdJ15Y5Dh0+2w0H3fw+e96KNj0ebRhUaH8+28fFsHyfb+Hh2SteHcfL/bLz8rcvHyWa/MxuNm/8Txszf2VjZx8zft7iuwLh5pI2bR4Yx8w82bv7BxtI/umzs7GPouTZ2npeh+c2vCePoec0i+//snQegHUXZ/p/nkptGKki1909vQOlFsBdq0E8/la6gSA29hg7SS+iEJtKxYKVDIEFAehekCQSkCAFC0b+U+3/emZ1z9tzcQFCS3PJs5pn3nXdmZ3d/2Z2du/fsPc9qDp3n04fW5tOHpLl0zKtjTp11UJpXx/z6Rc2xY34dmq659fSxByDsjPPsAxBz7Vc03465dtb+ab79qubbRWXe/c9q3v2vZPfVnFuK+bfm4WnurXn4v1ffO82/Yw6eFfPw0N54Q3VvrLYX3tTc/E3Z11fdQ3PzrNdXGY/Xq3n5G7JlXv5vzc3fuP2hxtw85lP1ORa89EoCJNN+k9lGgcw+yZbfjbe1taVy/M6grvi9Qnt7O4rq5bpf6m2brMzCLHwOzPwciPEjFIzqNvy66uNRGafCkgTZFLSQVJ4T2fRzxLkJmEBPI7Dnnnti//3373a3Nt10Uxx//PHd1jk4IwGyOeaR2SfZMk7G2FlUH1uLH2Nv+GHX2nABfHHsKKgDSYnQQhWJqQ+9hF03vA4vT39NMScT6J0E+sJe37Tfpbjr2GugKxO63CsR4cz70dH4zM/XarwnHtd1XN9FMRaEH7Yuklo9C1pIKm8msrXcrLFnAiZgAiZgAiZgAiZgAiZgAiZgAj2PgPfIBEzABEzABEzABExg9hNom/2b8BZMwARMwARM4C0JuNIETMAETMAETMAETMAETMAETMAETKDvE/ARmoAJmIAJmIAJmIAJmIAJ9BMCZPMlVpKNF17Jpl9eii0vycYLtKEoh4rf8elB2GaLwRg9iujUvyrlP2jb2Yntdrwfk65+Hl5MwAR6DAHviAn0OALP/OE23L7u8dDNQ1LqjF3UXUX3kXBH77cGhq3a0fijDvX7UPihct8qlmze08imHz2TDGOZgAmYQM8noPGKYM/fT++hCZiACZiACZhATyTgfepCgJpXsUvMRRPoqQTI5tlKEmSr4vkHyZYvOIhYeW4fz0qKv+Sn58GemwKjh+spi5KevKQELXr6gs32eAIXTpqukpMJmIAJmIAJvPsEnjnyD/j7+HPiV8ip8/hCprgR6fE/OOa9GHD8hmgfPQz1e1f4dcU9ri6yeV+MTkmGSSKbfgo4MwET6DUE8vjQ3N0od6c33nhDw0ia2KbGyVMW40r5XaMaqE6zXQVb+khR1ba0VyGNUrl99KHVZFTupn30px5yTTTUutlU7dVdtJHJfeTKaKV1IqlGSZWKqSw/1pRRSJ7aK0++atVGNUpyFFNEftTLU1leZ2fDplhqqD1UO1XIiRQF2ei7Lq2QapQpHA0kBaMPKY4jAmGTVKWmpVtVxfYVVFsV5KTaVB9ZKimLvmUUivbJS35jnRSKutyFvNyjVszbVUR+tJcXRpKX1pObWsuqTWpfWfWmGjWKpJgKahRJAVWmtgomq/qIqtdooP1LDZJfZYpVLaJtKDXRGgorqVn25SjJV99y8nqN9hHJUkWk6EU2eqiUjNaX1WpVL1pHhca+ylckrZsb5Pbha7Uwqc+u7dWqWk2tlKJhikVP6jP8xjpVrNGmap87iDwHurbP0bSy9kE2d6A810T7qNDmZGKL0ZfaKaCkgmLZiWAqq2GkrByVH+2iOmzuWyUl+VpfSX5K2rasAqqp1kue4rJKCqpB7jiK8lKdelaV8rRutqpQUislOWoqJyVlCsTxZanLtJ6s4ilFk+RUMfnRVhuJJGkbuUc1kB/to4+waqtgaqMskqQ2VfvoR03VRLHs5JrwJaVcl6PNdVUR66oyxZSlFgpHKG1VAVn1KyfahqJdshFTbaQklcNG6yR1FO0aUn3Eo02WDi4lZQpEu9y3Nh/r1tqrGMGoTlEV5Gs9VSglXyX1ohoFwlcwUqN9LmgPorJqk1ytlWzEwomyfK1Ypc70JaNdv2A09jdUNUqmazkFnfVrAnFOFNXPoeI34cTJJ0VK6tQpK0WDKOu81NmtpFicn1LpN1m1U7O0jhrllAMpll2tq3aRYp3cSHmubLZTg1KfrLalSjVUhfYjekmrqFjqo4mqIqKmuTa1k6uUYtG23k5BtY9u1VIVuV6tw48auVVtmNR9aaMmaXWtGS2laCxFSlKNGsmt1g1PipgUK2fTbKdahVOe1qk2mGJqVVltSin2IzVS8+hHlUrRKqKyCipPMWURzFKnKR59hNQu6sOoKiJRzFaBiGsTimktFZQa/SjYaBd+7FMo+arR6srT2mmd5KmDaCOjZupTLSJlTy0iSapUqqIqV576kZdWTm5uo7KapM1F36pRXL2mYNVetVEXIdWoPjxJSVVaJbfLxeJnq8aR1CatqebRKhdTn7H9CIVyE+VaN1oqpqT1Va61U0kdpJpolXxVN9upB1Uoz23CT54aNbeZelEbrR4NQmqkJgqoTo6K6lPFqAspVgWyUTn1p15y25Snumgejpqk2u7a5TZRXbYnq2BuKz9WlpRiJ6Jh1MrmYmqnSiUFYtuqSkbrqmWVtBsqq5GS2kVSo6qgmghE02Y7dROBVJedyNVOEa3X2G60kxRNeTRSdbNdRBVo1mu7qVFqkrLUV7QLqa2C2o9UCDf7Wmfm7XLbqI8VYltZKkV/kpIKahf9SNlTSBWxXig2FHuXq6seFFBSlcqprdYMG41k1YM8tcip2U7NVKGkCuVVUvPoJ0xYKdpJ2VPbSJI6UoqopO0oz63ka+2cWtoppHI6Dm0s2WibYlq1iqkoL9pmL5pUgbQ91ahYtqZSNJCUVKj6UYvsKaSK2FZIHeSa6Fpe6kW+kqpUqtqqkGrDqofKD0+q2sQ6qlAKT0opZWm12F5S7Iik3lOuFVJ9ZLleNdFnVEQL+dpKTuqu2U4hlWMdeQqnQrjytaLWjzpF5Slc9ZONouGEVKstKlcbrRbrRAdVVURU7JRt1kddtEuKGnUXtdFPdBTFVKeGYdWBwooqzbydalSf+lDrWEeRnCJe9SU3tqgW4UmRpGgf24r1s02rKpwqq4JWrfUjt6pXdS7IUYpVYguKJVerRXrzzTdmOjeP+thuWKv3EiDZ7e/Gy+8Iyu8O4nfhM1N7eztCUR/WyjzMwRx8Dvx350DXMSXKoTIuFRvjFdk6ltVHZZL1on0TMIEeSmCvvfbCfvvt1+3e/eQnP8EJJ5zQbZ2DMydAMs3zogXJMKlMsmFjDK2rjK3FlnE37NgNF8AX1hypHx7UVfqhQT+JVD8/PPbgS9h1g+vw8vTXVOlkAr2OQK/f4Zv2vxR3HTuleRy6RnV5IjTkw6Ow+OlrNd4Tj+u5XON1Wx8LyOY4QTL1S2abCsrI1rJCTiZgAiZgAiZgAiZgAiZgAiZgAibQkwl430zABEzABEzABEzABOYAgbY5sA1vwgRMwARMwATegoCrTMAETMAETMAETMAETMAETMAETMAE+j4BH6EJmIAJmIAJmIAJmIAJmEB/IkA2X2Yl2XhJnmz65QXZeGm27kc5VF6s7fj0IGyzxWCMHtUGMCWQ4VAW2GGn+3HV1dPgxQRMoCcQ8D6YQM8i8MwfbsOd652g+wWhDLHELQRg+jd6v9UxbLWOxh91qN9/wg+Ve1SxpNbtIlQLycqzMQETMIHeQKBTOxmScTIBEzABEzABEzCBd0TAjbsS6ITnVV2ZuNyzCZDNZxgkQbYqnoOQRNhQeUYStqg8w1/y0/Ngj02BUSN0HWgddYZY1GMYbL7HE7hw0vTkOzMBEzABEzCBd4vAM0f+AU/sdjaoDqk8Ke5D8tsWex/aT/gB2kcPQ9y3yj0r/LriHlcXqV4qqVuQDJNENv0UcGYCJtArCXT9orYoh+JLcot08TeOLV35yvIQEE5UycqQshKhf8lCnsQsKAb5KgHhpDIRJjICSFLWiMmvojJRkJSgBmGgRS7CJwmSEQH1T44SkVzF5SGWho1YSA0o5ToiuTKIRZYpAJDyKEGSDy3yoCJSkQBCOQOpgkQy+QQQikyhXCgBAGQUmK18AkhSpqQCoTAAIi9hJSWoIhlVyEXy5ShFROUUSb4KgCoiAmVKiIUklKA8CSlnGKlYucgLSZASJNmIyoOKIJksZLKjPGIKkAQpAUg5ZSUV5EBLFAAyLLOVTwCMfwwLyIXCABRALGGlCEryUk2xiFgUQP2rt5cfdTJRQdmkiMmhgiRLFCpKKiuFHwZaSEJJCsuIgPoXCakihZTlRFIOVVUplwBGSlk4KAujQiIJSMrB9E9FaCGgMAA5iCUsQRLKoBwkQSApMhUBOcWGjyhISrkIIK2jgJJ8ImwVlWFSioWLvJAE5ZIEyfBA/YuEKDOFlOVExD+AlA1BVsqJqgDCR7WwKpAEJOUyBAFJeSQJjSUKBEkog3KQBIGkyFQE5BQbPqIgKalIEMiS04jJr6IyKqhCKfkqIRaS1XqyTBGV5SgOeZGSkBeqQLkkQTI8UP/kKCeUZSEvTAGAlBdCsYrJj5QELZSqAqmCpASSoKoYOQEVlSnJVw5ATuZNfz8AABAASURBVAQlJRUZkSyqCC2qUAonKxWIbGQVjURlSapQSiWCsjnFF5KUe1CxcW/KtTnvWs5R5/2RwMzOhYiHyjkUtpVPnHNSpCSClKpG2SMUVAqbXDD+1dpBvmpyIhBlkiAgUUJaSMpKkSSohqTy8CT5ykFSJgRAJjLKIaBcqurDpABQGcpKzGUyHAlakokshKodkZtQAYLQUmWMEhE5SGZBCwEl5CU8KVISQUq5EtkjEDEJ2ZUhSAl5ISlHUkISESHlyFK1EsnIoSCSC4KUAEROErGQskkqyUWuVR6elOqIMCDSkg1VlAhZKRpIKqoALeFlMVoQULWUHeUKQEt4Uk6pPrVTjQpQODwpPCmSBDUiCaomEpNHIGISsitDkBLyQlKOpIRKKaQCk1StRDJyKJQlh6TyKMoSaSHlJKkoF2pBCVoYSnVEGFCBRqKKEiErRQNJRRWgJbwsRgsCqpayo1wBaAlPykn1yEIEGDnyQhkpkgR1RhJUNBKLpxiSUBnVqEwASfKTlwpABFNIDpOQFpKykpLCyScptxIhX1IMSQAUi4zZSTnJCCFMzlAtRPxTFgmkSqGoZcnCIeKfskggCWVQLgst4Uk5ISpSEzkklaNaKCtFkhB1IUUB6h/yohiiROWScpAEgSz5iCUFlEWSoFqSypEWkrKSUg4SJFOMiH9QLkUsCUgBZbk2F6NKIZBUQIKWZIj4pywSSJVCqlZBOaVIRPxTFgkkoQzKZaElPCknREVuQpAS8pI9ApEkRF0IqZByxKIYoqRwcuWTVJ6iIIlYSNkkKAYtlJXkRSIpIykhpIwMh+FJyIqYpJQDikYLaGFIWdSRlaOYmiinDKEsEkhmgYoxcuQlfCICykEyC1ooITIppZRBTSRmRRNJpZSDQNRHRhLNf8iLYlA0JUILQUrJg3ykhSRSoTIqqEgQyIr68FIgZblCMSblIkk5RBgQWgiCskjFiGcpFg60yIVqKVUJpEohUFWMHHkJn4iAcpDMghYC1D/EojjCp/IkgpSQl+wRiCQh6mSJ8g9pISkrKakq+SSTyyhFlqwcxaMiDOSQVI7GUuZTYYtKZZSLH7ZrOWJWzyZAsrGDJEFmld8R1H93EH78XqGu9vZ2FEW8+LZNLmZhFj4H3vk5EONJKNiFrauMRWHLWFW3ZB7HyGwbg5wdEzCBHk1gn332wb777tvtPm6yySY48cQTu61zcNYIkEwNyaYl+bZzvxhrQzEOFzt2wwXw+TVHAgRQ+oAWlac+9BJ22/A6vDz9NQWcTKA3Eejd+3rz/pfhrmOu0UHoQlSeUnV9zvuRUfjsz9dqvCderudyTYcNtbW1NT4XXXySusxZdZdtKigjW8sKOZmACZiACZiACZiACZiACZiACZhADyfg3TMBEzABEzABEzABE5gTBNrmxEa8DRMwARMwAROYKQFXmIAJmIAJmIAJmIAJmIAJmIAJmIAJ9H0CPkITMAETMAETMAETMAETMIF+R4BsvtRKMr38Srba8nJsvDTbncoLtmM6BmObLQZj1Eimr9JKfzCrsxNKiMD2O96Pq66eBi8mYAJzmYA3bwI9iMAzf7gNd6x7QtwmGveLtHudKceo/VbD8NXGNP6oQ9yHyn0n/HKPqluy9T5GMnemnGz6KjqZgAmYQC8gEONWqBfsqnfRBEzABEzABEygZxHw3sxAgPS8agYoDvR4AmTzvCXZeIYfz0JIpj9ySRLxnKSu+vOT4i/VMQB7bgqMHPamnsPEwxc9v9dTmXiGH6XNdn8cF06aDi8mYAImYAIm8G4QePrIP+Dx3c6OO02rdONhx6JoP2FDtI8elu5h5V4V97K6H/e7usjmvTD2kWSYJLLpp4AzEzCBXk0gPm/SneKLckOdnW82ji/mshpo0udSUtYIqFT5YTo1/sRK4Uf7bJUrqaWqkpNsaqqiUjTV/Dm3qDmpnTIltVKKhmEUCDcp2uft5rl31KWeoqGklEINqw3P2F5NokFIbnQcvSU32isQ5bxe6r3K1CLWCamNSsqjoNYyXdsrlNdrOFGMQm6fjkWdRERGfSnX9itHhZLUQqnePhWjWu2V5DUi2a+KYaK/ZFVT+sh7UqKyStGuKIq5ufZVwZTnDUU4Vm/a1DhlqWVUBotQNMo1EVUpCiG1VEl5FNR7MrIKhiujOuVRCOVSMxAx7U8yzag2oj4i2GivyvAjVrVvFFOV2odVsOyvOkmpCic/Vo9ytA4/2oYilhpkJ7vRoCpH+whG21CEcyyiKkXbkNxIuU659rX8X5XqZCMLaX+jfe4l2qukdaJKJtWGH06yDSdKklLqP9nSi/pQuwhFJPoJm5SCZTspEo1T61wVdclTvGbDDSkaSa20jtZX5115RH2uTF7Kon04qa3WafhyUreRhVTOKQpaK9pKqaRMKXWds2ipiJL2RAU5SuFrlTCpWQrlWsWiTxW61NTb51q1S45s6iCyUAqqH9lSTK7ahVVH6RjDT9uQEzbahqIo5dbqpt5evqqitSrCq5TWS5n+q8NqbZnYjkxuXzVNhQgWJ/WZ20coqkLRPFnVK6kYpaZSTEUl1eXdSb4qlBSLUkhuSp2I+08o7Zca1W1q4swEuhConyNd/TiX3njjjeqc77piPidVqdQZp3ZqkD2dl0pVQPXhqSbOyXCTooGklIu5PvwIhbIfnqSUN9K1Xa5Q13mHclGrql1eIeVxbNGg0U4tSopVwg9b2kU5rZiyqIm1FVUHUUrtKj81SVnU1NrV6nON1k9JpZzUWPtZ2qlOpZSn7uSFVbU81cjRavK1WlSEGoGoT1URTYqSojJqpJSDiqgfBVNRpXDz/1HE6+1Si9iWFHUqVyatU7JYJfywiUu0KwH5WjtKyYus0U6dhR+x3CaVqqL2TEWlVJVsoxeVclJdtJNSnYpp7UZlBPKxKR77pprUMq+hklIVqNqlVdQ6RWWjgaSkgoJytN9yUlGlcLWuvIjLpApleRtVf1EXsUZ9Wq3KItilXdSkcGShXK8uIjW2l2oaWXJizdQ4NpkiypRyPK+d6yOiRjNyUUVaQZlSWkVZaZdDOVdYjZVUVFdyUte1sCqiVJlUWzUsoWQjlqQuIqB1ZuSntaMupGY5RSGkOgXyPlZrpnBkoVyvbiO9I35lt9S9UvQl5aROtS01UFF1KqZcmWKpFBUhbTX2TTXyoiYFw4lQsmkVlaJdVau24UlKKkSt2kZBRqVIUYp1dFA5GAE11p5FtTyFU6yylZ8qUpYDKddOxHrZj9WTF44kPydtKpxomcPquTiySrk6hWPfVFQwiuFJSjmgPtI2UyntTfIUi9YpkNrmdlEXRZXC1X4kk5qmtspmur1YUfVlpUYf6iLWiXjZbK3DWCOqGjY5Wifb6DSU14iG0W+KKFOKllJ4Uk5qplbamIplxaqNTCRVqFp1tXaKq5TyvO1wFUkN1TSKUkopFp2oJBO16RirYgqF33CiIKnj1nbRQFJSlRrIUUr95UDK8zqxL7lJ1CPVZC/cWC3vVngza6c+1Di1UKakhpHCC5X+1E6dpYgylaJRUxGTBFqpWZs9VSilxtFH5Udd5aZ10pYiEIp9UttYJ4qh5DcclZKvXqp2iqQU86ii4FRXauCsTxAg2fi9OJn9+u8K4ncJRfE7he7U3t6e3j/ors6xAWYzwAx8Hcz6ORDjSSiYFRt+URmPii3jFZnHr/rATLJetG8CJtADCey7777Ye++9u92zH//4x5g4cWK3dQ6+MwJkHg/JpiXZmAOWsTRsGV/rNsbgKIdd6wcLYuXVR+pHjs70s0f1o0T81IHHHpyO3Ta4Fi9Pf+2d7aBbm8DcJNCLt33T/pfijmOmpOtPF2VJ6doc/KER+MzP10o/i5TrN2xRud7D1kU2x4ZAQzJMQ2RruVFhxwRMwARMwARMwARMwARMwARMwAR6MgHvmwmYgAmYgAmYgAmYwBwh0DZHtuKNmIAJmIAJmMBMCDhsAiZgAiZgAiZgAiZgAiZgAiZgAibQ9wn4CE3ABEzABEzABEzABEzABPonAbL5civJxkvyZNMvL8uWF2nDxsvxYUPFH9MxGNtsOQSjR7WlfpRFAggtxA47PYCrrp4m38kETGBuEfB2TaCnEHjmj7fhjvVORNwj4jah207yEY40er/VMHy1MY0/6lC/34Qf96Ziww+R1OqtQrWQrDwbEzABE+hFBDo7qz9804v22btqAiZgAiZgAibQIwh4J2YkkP74/4xhR0ygxxMgm880SKZnH7HTZPbLM5Gw8awkFH55bh/l4i/ZMQB7bUaMHpF6gHqAugFVJInN93gCF06arpKTCZiACZiACfznBJ4+8g94Yvw5IInmv9xf25j3YeAJG6J99DDU71Hhh+IeVmz4RaR6qhQ9kQyTRDb9FHBmAibQZwikn+PiOblUvtwtLDS6oFrSCKBsyGBiyKCituQPTbE2DE3xKha+4o3Y4IgXxfrhy6pNo7/UJmJtGJx82UFtaRtDwkbbUPg1pbZqP7iKDda2kx8xaUjEiy2+yo02ioUf/bSoig8ZPA+iPtnB8yD5UVf10VgnYknRRop6tR8UMfmDpFh3cMTCT1btBlWqYoOTbcOgFJet2g0qVv2lOrWL2GDFB8sfnNrPgxILm1Xvo+7ntqmN1k1Wfc2STe0HpG0N1DoNpfg8iHKzn2jXVKlr2gGp/cDB2Q5KdkDVd7bRV0v7IQO0Tldpu424/KqfgRELqdwuDUz7q3UjFkoxlSvbXsXaS1k2/IiHjf0MP2yr2hHbijbtg9vRXl9PfZbywKpu4BC1CaldIyY/+k6q2rUnW7Wt2kf9gGgbUmxA6r8dA+Q32w9Ae5SjLpT6GdBoE22TFB8QUpsoxzrJKhZ9RV2yqS9tQ/GoT+rGT23rca03YMhARD8DBsumsvopNmKpfdQNxDwpLqvYPFJsJ8faG3Wpv+hTynVqn9aLNtmfJ9WF36pmfwOR/db65nrt2l6pq/sl9s5sW7U/bUMGoU1+1qC0jbahua+INbevOsVzbFC1jmzEQrU+2qLPoVEnpXi20VdbxGux1La0Dxt1jTYDtZ1BYIrLpnj0JRU/bNq+YmrX0lZ1Ua4rtk/FY7sRDxtKMcUR88sQ8qLbEOL+U78vFT9ahB/WMoGZEYhzpCjOpaKIdV1niOYUQzVniHnCUN1Hs0/NZ9o095BUPyTqZctcJ7WNWJLa6J4c/aR28qOf7Gs+k9qErbVTX9HHEG2v2a5LfdSF1F+0HVzZvI7aRh8hxXNdbION+UmjXdRX/US70BDt0+AqltpVfsQGR/tKabtRVynqU6yqH6z7fSNWtUn18geXNsWXjW0N1v039FbtBqttQ6Wf2FaoUTcPBquvQVEfsagLha/4YNlB0uDkz6P5VJvah7Reo10uD1KbQamt5kdRl/pstst16iPapTq1kz842soOkmI7YRuKOinKUTdY/Q9KKv1UNtat2g0KXwrblLZV1Q+eoU59VHWpfd3dDL3LAAAQAElEQVTv2nbQAM2pQvNgYFUXNpTWrWIx/8rK7QZqjhHlZrvcR6xTYmGzBjT6jnWymv1EX9Eurav5Rq6PdQZo32ZsF23TOqlt1/oB2pY0ZJ5qXfna17zOPLkuyqpPfchvVz/Fn8F2qWsXj9xX6bdpSz/t0ac0sC7NQxr16jPaRH2xAxWLcthoF/GsdrRrvtNe+op+VI62re0GpGOLWNQNjHYhrRexdq2TNUD9SdpexAdWtj3aJbWrXop4lKOPUPK1XulHsQHhh63UHnaGdgMwIMWiz3YMiH7Vrj3WrUvxqBuguqRYRxpQ2lTxtI3wI15s3Y9YXarL/bWn4yp+sl3bxZwzYlqnsZ0ohxRL64QNRUyaRxqguVKqCz/1MVDH2Y48Tx0oP9QuW9dA1ed49BFzsugn/NSX+smxdrWTtI2oy7GBzb7q7bT9qM9qV5uBCD/6DYU/o9rVLjSwatsuG8rlGduXeLQJlXJlNQec+Tq5TZuOJRTt2oYM0vZCuS5iRW0t7brUDx2U5qTRtk3bjLbJ1zphQylW1YWfNShtL/vR56DUTyqntqU8qLVdtb16uzbte1u1vbZSH30kf6D6DQ2SDYUvpbqqHG1TH1Ee1JhftylW5sHhN/pWvE3bYyj6kVrapfrcT8SpcthYn1onbJtiSbGu/Kgvinoqluplk9+13ZDBmpoTLUsn0ty8Pp8qc6qwRS3ruNDjCZDN/2ey6ceOk0znAUnE7wvi9wd1xe/BZ6b29nZYZuBzwOfAf3sO1MeYGH9KOfy6YowqIptjF9n0US0kK8/GBEygJxHYf//9sddee3W7Sz/60Y9w0kkndVvn4H9HgMxjIsnGvI9kmvuVcbU+3hY/xuPww671wwXx+TVH5fVRFsohHnvoJYzf8Dq8PP01lZ1MoOcT6K17ePNPL8edx1yDfOVVR6GCEoZ+eBSWOOObjffE47qN67eryjVfLEmQWdEjyTANka3lRoUdEzABEzABEzABEzABEzABEzABE+jhBLx7JmACJmACJmACJmACc4ZA25zZjLdiAiZgAiZgAt0ScNAETMAETMAETMAETMAETMAETMAETKDvE/ARmoAJmIAJmIAJmIAJmIAJ9GMCZPMlV5KNF2LJpl9emO36Qm0plxdux3QMxtZbDMaokQQ6OyPJQkv4ndh+x/tx1VXTVHYyAROYCwS8SRPoEQSe/sNtuH3dE6A7Q7pP6HYh26n7RdbofVfF8NXGNP6oQ9xryn0m/LgnFRt+iGTL/at+oCTrRfsmYAIm0HsIaPwi2Hv213tqAiZgAiZgAibQUwh4P7ohQM2r2E3cIRPoDQTI5tlLEmSryrORsPHMJBR+/XlK8ZfsGIA9NiVGDk9PZtLh64lM49nM5rs/jgsnTU9xZyZgAiZgAibwTgk8deQf8Phu56Tn/enLltRBus/I3scXsefIv+C8C3+Lhx56qOV3AHHvKop7WF1k876nbtJ9MKxlAibQtwnEGBJHGLau+II3TV6jKilmtfqlI37/0xF4+eIF8FKl6RcviBcrvXDJQgg9f8nCmJa0CJ67RLp0ETwr++yli+IfSe/FM5dKl70PT18qXfZ+PFXpycs+gL9XeuLyDyL0+OUfwtSkD+Oxy6UrPoxHkz6CR64IfRR/u0K68mN4OOnjeOjKj+PBSg9M+gTuv1Ka9En8Nel/cN8k6apP4d5Jkuxfkj6Ne64KdeDuq6Srx+Au6c6rx+DOqxfDHZVun7w4bkv6DG6dHPosbpksTVkCN1e6SfamKUvixtA1S+GGKdI1S+PP0vVJy+C6a7Ku/dOy+FPScrjmT6HlMeVP0rXLY/K1KyRdLXv1tSviqtB1n8Mk6crrVkLoCtnLr1sZl1+/Mi5L+jwuvT70BVxyfeiLuPh66c9fxEV//lLShbIX/vnL+KP0hxu+gtDvb/gqQr+T/e0NX8Nvb/wafpP0dVxwY+gb+PWN0k2r4FeVfnnTqgj9QvYXN6+G86Xzbl4doXNvXgPnVDpb9uxb1sRZSWNx5i2htXDGLdKta+Hnt34z6fRbv4WfVTrttv9F6NTbvo1Tkr6Dk2+Tbv8OTpI96fb/w8Sk7+LE26U7vocTbpdkj7/j+wgdJ3vsHWsjdMyd6yB09J3r4qhKE+5cDxPuWg9HJq2PI+4KbYDD75Lu3hCHVTr07h8gdIjswff8EAff/UMcdM9GODBpYxxwj/SXjfHTe36En/7lR9g/6cfY7y+hTbDvX6R7f4J9pL2TNsVe92bted9m2CNpc+x+X2gLjL9P+usW2O2vWybtKrvrX7fCLqH7x2Hnv0r3b42dpB2TtsEOD0j3b4PtH9gW2yVth20fCG2PbR6QHtweWz+4Q9I42XEP7oitQg/thC2TdsYWD+2MzStt9vAu2DRpV/zk4dBu2ORh6W/j8eOHJdkf/W13hDaW3fiRPbDR3/bADx/ZM+kHj+yF0IayG4Qe3RvrJ+2D9R4N7Yt1H5Ue2xfrPLZf0tqyaz+2P74fmvpTfE/67tQDEPq/qQci9B3Zb4cePwj/m3QwvvV46BB883HpiUOw1hOHJo2VHfvEYVgz9PfDsYa0+t+PQGg12VX/fiRWffJIrCK7ypMT8I2ko/D1J6WnjsbXnpRkv/rUMQh9RfbLTx2L0JeePg6hLz59PL5Q6fNPn4DPP3MCVk46ESs9E5qIzz0j/eMkrFhphX+cjNDysss9ewqW+8cpWPbZU5OWefY0LB167jQs9ezPsNRzP8OSSadjiedCP8dnn5OmnYHPVFpcdvFpZ2IxaczzZyHU8fzZ+HSlTz1/Dj71wjn4nxfOTfqk7CdfOA+fCL14Pj7+gvTiL/Ax6aOVPjL9l/jIi7/Eh6f/Ch9K+jU+OD3rA9MvwAdeugDvT/oN3vdS6Ld470vSy7/Dokm/xyIv/x4LV1rolT8gtOArf8QCSRdi6CGbNOayqJbOzjcR95+izviQS1VnYwJvR6B+voTfVc31Y1bTiR2/NwQvX/QevHzxe/CS7EsX5/nNdNmsBas5zkJ44WKpNs+JuU5oZvOdmPM8q7nOPyo9I/tMzHlC1fynzH3CPql5UMscSHOhmAMVPa45UXfzoceq+dCjV3xEc6OPoHVe9NE0P8pzo4+lOVLMj0J5jvQJPKD5UcyTsv0k7tc8KdQyX4o5k3Sv5kpF3c+bNHeqzZ/u6mYOdYfmUjGPuv3qxXG75lC3VSrzqVtjPlWkuVS386qYW4Ua86ulNL8KLY0yx7q+mmNdF1ZzrGuvWRbXyrbOt5Z723lXY+5V5l/XljnY59IcrMzDYi52RczFQmkutrLmZDEXC31B87KsNC/TfKw5L/timpfF/OzCNDf7Esr87I/V/OwPsr9P+mqap5W52u80R/ttl/nab9J87etd5m3fwK80f+s6d2vM325aDeeH0hxutTSHi3lc6FzN6RrzuVvWwNk3r4mYz4XO0lyuaIZ5neZ3ZW4X9nTN806v5ncxzztNfszxQjHPK+o634t530ma6xVNlD8x5nxJmvNV874TNPc7QXO+mPuFYv53XDX/O/bOtVvmgcdoPnh00rq1+eC6aT4Yc8IJmgseWal1Xqi5oeaHZW4Y9lDNE8v8MOaIh2h+eHA1TzxYc8SDKrXMF2POGNJcMeaModZ5Y8wdf4x9790E9fljd3PINJfUHHLPezdDd/PJ3WM+WaS5ZNd5ZWNu2TK/HKf5ZWhr2a2R55lht8EOmmfuoDnm9vdv2zLf3C7NN7frZt6Z557jqnnnOM07Q63zz500/wztLLtzYx66ueagmz20C+rz0U3TfHTXt5iXjk/z0pibhtL8VHPTmJ9upHnqD5Na56k/0Bx1w5DmqBs8sjc2kC3z1fU1Xw3NMG/V/HUdzVlDee66H9aOuWuS5q+PSZrDfk/6bjWPDft/8v9Pc9iYy37n8QMR9tuayxb97+MHa2578Azz2pjflrlt2LH1+a3muGuENMeNeW5odfllrrua5rhlvhs25rtFLfPemPtKX9O8N89/89y3zH+/Us1/Yw6cVM2DvyT7xaTjG/PhNC/WXPjzlbqfF0/E52aYH5/UmB8v/4+TEVqumicvV82TY768jPyYL4eWjjlzSHPlmDOHyrx5yTRvPh1p/jxNc+c0f/655s+hM7B4NX9eXPPnmEMnxTx62lkxl0aH/I5qLl3m1J+OOXVIc+mu8+pPxry6qDG/Pl/z69AvZH+Bj1bz7I9qjh3z7I9ovv1h+R+e/qvGfPtDmm+HPij7wZhzh9Kc+wLNvX/T0Azz75d+l+bgi2geHnPwooXTXPwPWOhlSfPxBZP+iOacPObmF+I9r1yIAUt9XI+AYo7UnDG9qbl51/lUKTdb2euNBEg2dptk+j0ASdR/V1D3679PCL/8LjxsKGLWPDADM/A58O6cAzGuFL0VU7I5fpFNH15MwAR6PIGf/vSn2GOPPbrdz4033hgnn3xyt3UO/ucESDZWJrNPsjEPJNkyF+xu/I2xOeJhx/5gQay8+sj4tTHyUj6pAjz64HTstsG1eOWl13KVcxPouQR65Z7d9NPLcPvRk9O+N6+8VMSQD43EEmes1fiMWFyvcd12Vf3nPbJ1LIieSIZpiGwtNyrsmIAJmIAJmIAJmIAJmIAJmIAJmEDPJ+A9NAETMAETMAETMAETmEME2ubQdrwZEzABEzABE+iGgEMmYAImYAImYAImYAImYAImYAImYAJ9n4CP0ARMwARMwARMwARMwARMoL8TIJsvu5JseVGezOXyAm28WBt+2PrLtsUf0zEYW285BKNHVx95YdAl8j9gh53ux9VXPx9BywRMYI4S8MZMYO4TeOaPt+OO9U7UjuS7gm4x0A0CJGWJ+fZbHcNXG9P4ow5d7zVRDsV9qIhkWp9stdBCUrmTCZiACfRWAl3/9E1vPQ7vtwmYgAmYgAmYwJwl4K11R6D1qwG6a+GYCfRsAmTrMw6SLc9D4jkJycYfvi3PT8pz+ygXf8mOebDHZsTI4UgLlZOs+gO22ONxXDRpuqJOJmACJmACJjDrBJ468o94Yvw5up9onXJfCVf6y5vPY5N/TcLvJl2KffbZB2uvvTY222wznHHGGXjwwQcbX0IT97MistybslU36pthkki2lFPQmQmYQK8kEF/UVt/xUq7b8MsXL+vibzTXSAAQ/XTxYZuACZiACbzbBPIthbq1sNY1EfeguBd1p1rD5Eab5DgzgYpAnBNdFedUVV0ZpvOOVcnGBEzABEzABEzABJoE+q/HNENqHn/MoUL1uVWz1l5fIkDqf1+KYyKzT7Lxu/D4PUL8/ruoa7n8XrzU287T+D2MWZiFz4H//hwoY07YIrJ1jCLz2AUtJJXnRDb9HHFuAiYwtwkccMAB2H333bvdjY022ginnHJKt3UO/vcESIJk6ohsWpIpTnKm879yPyvzvrBjf7ggVl5jlNYF1AOgHFooTX3oJey2wbV45aXXVHIygZ5KoPft100/vRx3HHMNyLjSmif/egAAEABJREFUICshfGLIB0diiTPWarwnHtdp12s3ymU+FZZkuu5JgiRiIZuWZCMedZYJmIAJmIAJmIAJmIAJmIAJmIAJ9D4C3mMTMAETMAETMAETMIE5RaBtTm3I2zEBEzABEzCBGQg4YAImYAImYAImYAImYAImYAImYAIm0PcJ+AhNwARMwARMwARMwARMwARMQARIKs+JZHoJlmy18QJtKF6qDdX9KJcXcMd0DMa4LYZg1CgC8b2lyuJLtpKrTWy/w324+upp8pxMwATmGAFvyATmMoFn/ng7blv3hMZexD2hMzJFws6372oYvlpHyx+YK/eVuMeE4r5TF8kZ7lfqLiWSyTozARMwgd5LIMaxUO89Au+5CZiACZiACZjAXCDgTXZLgPS8qlswDvYqAmQ+j0nO8DyEZOMPX8YzlKJ4jlL8sOVZy1IdA7DHZsSIYfHkXo/x9XAmf1kGVAA2330qLpo0XQUnEzABEzABE3h7Ak9P+COeGH92uofoliKr+4uc+BXAPW9Ow2b/vhovdTb/kPq0adPwxz/+Ebvssgu++c1vYuONN8Zpp52GBx54oHE/i3sYme95sQckwySRTT8FnJmACfQJAnk+GiNH83BKrG41yDQapNYpa4T6j+MjNQETMAETmE0E4sYSyt13dr6Jzpjb1pRrch512XPe3wmUc6GrDS4RK4ovrQ1FOerqap559ah9EzABEzABEzCBfk2gHx+8njLPcPQxh+qqaBSxsHV1F6vX2+9ZBMgZn/uTbPxevP47g/Drit+D18vhR8yap+W9DPMwD58D/9k5EGNKUWFYymFJNn6/STbHLWghqTwnsunniHMTMIG5TeCggw7C+PHju92NjTbaCKeeemq3dQ6+uwTIPD6STUuyZR4Y422ojMN1Wz4PGXatHy6Iz602Mv01g/Q7ZT1wVUrP+B97YDp2W/9PeOWl5mdX3t0jcW8m8F8S6GWr33TA5bjj6Cm61PTTe/wOLa68yg754AgseeZaiOsyrtdii1+u57BFJFvmVNBCUrmTCZiACZiACZiACZiACZiACZiACfQhAj4UEzABEzABEzABEzCBOUagbY5tyRsyARMwARMwgS4EXDQBEzABEzABEzABEzABEzABEzABE+j7BHyEJmACJmACJmACJmACJmACJlAIkM2XYUk2XpInm355mTZetC3q+vJtxMd0DMY2Ww7FqNFt6l7rIwTlkvrbYcf7cfXV0+DFBExgzhDwVkxgbhJ45sLbcft6J6Z7QNkPytHtIMXm23dVDF+tI/1Rh3JPKTbuKaFy/ymWJMhWqcuUSCbrzARMwAR6NYHqD9/06mPwzpuACZiACZiACcxxAt5g9wTij/vHH/LsvtZRE+g9BMjmMw+SMzwbiecmJNMfwoznKUX15yzFX6pjAPbYvA0jhyH1owyEFmVK2GL3qbho0nQFnEzABEzABExg5gSennAhpu52jhro7hFJgu5FJHFv5zRs9tpkvISZ/wH1f/zjH7jggguwzTbbYJVVVsEGG2yQ/pD+Aw88oG6iM7RYMsfgxQRMoE8TSD/D6Rl5HGTxiwWa40DylCmhvy0+XhMwARMwgdlFQHeVljkn05cDNe9D8V0mrU8ao2527Y377Z0E6udEVz/Koe6OTGdfd2HHTMAETMAETMAE+jGB/nzoZOvsKB4VxTwqVOfyduV6W/s9mwDZ/D8nCZJph0kmn2T6PTiZy/G78RCZ4+FbbYmROZiDz4HZcw6QreMNmctk00ILmccpuSmRTNaZCZhAzyFw8MEHY9ddd+12h374wx+mzyx0W+ngbCVA5vGSZGP+R7JlflM+D1m35fOQYdfaaCGsvMZoACwJZPjE1Adfwvj1r8UrL838MyzwYgJziUBv2uxNB1yOO46eAujSgpZ0ialAaegHR2HJM9dK74nHdRrXZdiimKeGH7arSPUgqUuQDGOZgAmYgAmYgAmYgAmYgAmYgAmYQJ8i4IMxARMwARMwARMwAROYcwTir6DPua15SyZgAiZgAibQJGDPBEzABEzABEzABEzABEzABEzABEyg7xPwEZqACZiACZiACZiACZiACZhACwGy+VIsyfSSLNlqy0u18ZJtdyov5HZ0DMbWWwzBqFFEZ/oH5VL89S15O+zwV1x99bSW7btgAiYwWwi4UxOYawSe/uPtuHWdE/IfRG/sRb4rxO1g9D6rYsTqY1C/n5T7SMTKPaduSbbcnxrdyiGp3MkETMAE+gABjWcE+8CB+BBMwARMwARMwATmIAFvaiYEqHkVZ1LnsAn0NgJk69lMEmRT8QyFZOMP35bnK/XnLcVfqmMAxm8GjBjWGQ/u9dQesinJAbbY/TFcNOnF5DszARMwARMwga4EnppwIabudnYVjnuJ7iEy+oUA/v2R+XDz+h/Dgh95f1X/9ubpp5/GL37xC2y++eb4yle+gvXWWw+nnHIKHnroobdf2S1MwAT6JIHyBW5hi2KMKQcbQ05MYpMtwf5hfZQmYAImYAKzjUCnbjX1O0sn3nzzzUYs7kex6bCh8EN1P8qWCQSBcl6EDUUsFH4o/Kw45yQ908tl5yZgAiZgAiZgAiaQCPTrLOZLmiE1GHR25nl5Z2dnmp8X22hgp08QINlyHCTT78IjSGa//D6cbJYjZrU1PiNgFmbhc2D2nQNkHntIpmuOzGVoIZu+iimRTNaZCZhAzyFwyCGHYJdddul2h37wgx/gtNNO67bOwdlHgGyOlWT2SaZ5IJlt13tbfCayrvJ5yLBjf7ggVlp9FMrvkeNnB/0QEUU89uB07Lb+n/DKS6/NvgNyzybwzgn0mjVuOuBy3H70lLik0jUWO64f08Ng8AdHYMkzxyKuw7g+iw2/rvr1TOZrnMw2OiIZpiGytdyosGMCJmACJmACJmACJmACJmACJmACvYuA99YETMAETMAETMAETGAOEmibg9vypkzABEzABEygRsCuCZiACZiACZiACZiACZiACZiACZhA3yfgIzQBEzABEzABEzABEzABEzCBGQmQzZdhSba8KE/mcnnBNl66DT9sXeXF3I6Owdh6y6EYNbINrDZFhicp7bjjX3H11dOqGhsTMIHZQ8C9msDcIfD0hbfj9vVO1PivAV9jv/JqR5hi8++7KkasPgZx/yj3jWIjVhT3mSJS63aj6JhkGMsETMAE+giB+PO1oT5yOD4MEzABEzABEzCBOUDAm5gZgc70pztnVuu4CfQ+AmR+BkIS5IyK5ygk0zOX8OMZS9j6c5fiLz2mHbtv1oaRw6MfqD8JRCyU3XL3x3HRpBejaJmACZiACZhAg8BTEy7E47udozKlSLKRpLZPL4pRp2+CLXfZHldccQUuvfRSbL311vjoRz8aDWdJTz75JM4991z85Cc/wRe/+EWsv/76OPXUU/HII4/M0vpuZAIm0PcIxBczJNUOTUMONGVF/1t8xCZgAiZgArOPAHVrYa377Kd7UPUNJuHXGtg1gVkmEOdOUetKcZ5R515r1CUTMAETMAETMIH+TqB/Hz/ZOj8q86hiu9KJeNeYy72TAKn/e6m+92SOkUxhkiAt0gxIMyDNgJw7DGJAIpvbjnJdJOtF+yZgAj2AwGGHHYadd9652z3ZcMMN8bOf/azbOgdnPwGSaX4XWyIZJpVJNmx8/jEUn4XsTuXzkGHHbrQgPrfGKFA9kQQZigIw9cGXMH79P+GVl15TwMkEegKB3rEPNx1wBW4/+hroaoIuKYAA5JDEkA+OwFJnroW4/uL6LDb8uuIaLiKJ8EmqGyIWMtvik81yxCwTMAETMAETMAETMAETMAETMAET6L0EvOcmYAImYAImYAImYAJzkkDbnNyYt2UCJmACJmACDQJ2TMAETMAETMAETMAETMAETMAETMAE+j4BH6EJmIAJmIAJmIAJmIAJmIAJzIQA2XwplmR6eZZstfFibaj+8m3dLy/odnQMxtZbDcXIkUxby39cqxPle7d23OE+XH31tFTnzARMYDYQcJcmMBcIPH3h7bhtnRMRf/9cI34a85Ot9mW+fVbBiNXHpC+iK/eLYsu9JO4xdZGc4X5UdZfixbc1ARMwgb5BgDqMkIyTCZiACZiACZiACcwKAbeZKQHS86qZwnFFryVAtp7XJNPzETLbeKZCMj17CT+etxQbfqg8i1lqzACM34wYMUyPcPQwp7N6eJ9tJ7YcPxUXTXoRXkzABEzABEwgCDw54UJM3e0c3S3iqb+ke4fuICm1fWoRDJm4IQaMHpbuQXGvWWyxxbDbbrvhhhtuwOTJk7H99tvjwx/+cHQ1S3riiSdw9tln40c/+hE+//nPY4MNNkh/eH/q1KmztL4bmYAJ9G4C8fmSUPMoNO5UheSlrAr0F+PjNAETMAETmI0E4sYSKpvQ05E03y1lWxP4zwi0zme676N+5nXfwlETMAETMAETMIF+RaCfH2x386fuYv0cU58+fJLdHh/Jlt+Lky6TZkCaAWkG5Jxn0N1AReb96K7OMRMwgblH4PDDD8eOO+7Y7Q7EZxBOP/30buscnLMESKYNkk1LsjH/i88/FsXnH7sqPqMSsbBrbbQQVlxtFOLniCx1nR7CduKxB6dj/PrX4JWXXlPQyQTmMoFesPmbDrwCtx09JV9P8YmxuJaSOjH4/cOw1JlrIa67cv2FDZVY+OXaDUsSxZJELGS2Xf0oWyZgAiZgAiZgAiZgAiZgAiZgAibQ6wn4AEzABEzABEzABEzABOYogbY5ujVvzARMwARMwAQqAjYmYAImYAImYAImYAImYAImYAImYAJ9n4CP0ARMwARMwARMwARMwARMwATeigDZ+rIsycaL8mT24wXbULx8253Ky7kdHYOx9VbDMGpkW+oDYEqIRX3ttONfcfXV06JkmYAJvMsE3J0JzGkCT194O25bdyKg8Z1kmCwwxebfZ1WMWH1M48t/4v5R7hfhh+LeUhdJkK1CtZCsPBsTMAET6EMEOjvjT+L0oQPyoZiACZiACZiACcxuAu5/5gTSH++cebVrTKDXEiDzMxGSMzw3Idn4A5nlWUvYrirPZJYaMwC7bUqMGKa+UBbKkZS22n0qLpr0ospOJmACJmAC/ZnAkxMuxOO7nQPo3oCy6J4DBdo+tQiGTNwQA0YPa3n+X7/3LLHEEthnn31wzz334LrrrsMOO+yAD33oQ5jVZerUqTjzzDOx0UYbYaWVVsIPfvADxB/if+KJJ2a1C7czARPoxQTiZztovEG1pKFImVIV6R/GR2kCJmACJjAbCcTcNlRtQr+yTV6+ByF9sUkKODOB/4BAnEehma3qOc3MyDhuAiZgAiZgAv2TQH8/arJ1dsTaM6E6m/r8qu7X29jvvQRI/c/X1HuPxHtuAibQlwmQHqv68v+vj61vEDjiiCPSZxO6O5r1118fP//5z7urcmwuEyCZ9oAkyKbq75vWP49S/PJ5yLBrbbwQVlp9NNQBCC1VRpWmPvgSdl//T3j15ZysVXwAABAASURBVNdV4WQCc49AT9/yTQdegduOmqKrBtCliFiSJTDkAyOw9FnfRFxvcQ0WG34ortdiww+RbHy2mVQngPrNFl5MwARMwARMwARMwARMwARMwARMoI8S8GGZgAmYgAmYgAmYgAnMWQJtc3Zz3poJmIAJmIAJJALOTMAETMAETMAETMAETMAETMAETMAE+j4BH6EJmIAJmIAJmIAJmIAJmIAJvC0BsvnSLMn0Ei3ZauOF21C8hNudygu7HR2DMG6reTFiJOOv4UpKnaHO9Mdxd9zhPkyePO1t98kNTMAE3hEBNzaBOUrgmYvuwK3rnKhtpgE+je/xBxWT0In59voGRqze0fLlP+U+Ue4hcU+pi+QM9x9tICWSyTozARMwgT5HQOMbwT53WD4gEzABEzABEzCB2UbAHb8FAWpexbeod5UJ9GYCZPPsJgmyVfGMhWR6FlOevXS15dnM0ou1Y7fNiOHDUC16vqPnOZFCW41/DBdNerGqszEBEzABE+hvBJ6ccCGm7nZO3BL0C97Wo2/7n4UxZOIGGDB6WLrnlHtL13tO3JeKll56aRx44IF48MEHcf3112P77bfHBz/4wdaO36L02GOPpT/E/8Mf/hArrbQSNtpoI5xxxhl46qmn3mItV5mACfR0AvE7xdjHsKHwQw2/fBOzgp0xImnKqqRSv0k+UBMwARMwgdlEIN1PdJ9p3HPSdlI0e6pLjjMT+C8JxDkWanYTs5pOvOlzrInEngmYgAmYgAmYQL8nEPOl5mwcegqUSxEPOMV29aNs9V0CZOvvwkmXSTMgzYA0A3LuMei7o66PzAT6BoEJEyakzyJ0dzTrrbde+oxBd3WOzT0CJBsbJ7NPsuVzkeVzJ2G7fi4lyuUzK2HHbrwQPrfaKP1MoW7TjxWd8pODxx6cjvHrTsGrL7+mSicTmCsEevRGbzzwCtx21JS0j3HVlF9jhB3y/uFY+qy1ENdZ/boLv664TotIInwyX9PQQlJ5M5Gt5WaNPRMwARMwARMwARMwARMwARMwARPotQS84yZgAiZgAiZgAiZgAnOYQNsc3p43ZwImYAImYAIADMEETMAETMAETMAETMAETMAETMAETKDvE/ARmoAJmIAJmIAJmIAJmIAJmMCsESCbL8uSbHlRnszleOE2VH8pt+6XF3g7OgZh662GYeSoNoBKocqRix23vw9TJk+DFxMwgXeLgPsxgTlH4OmL7sAt65wI6N6gLCcN7gTlE/PvvQpGrjGm5ct/yv2h3DPiXlIXSZBNobaQrJXsmoAJmEBfI5D+NE5fOygfjwmYgAmYgAmYwGwj4I7fikD8uc63qnedCfR2AmTzGQnJlmcpJBt/MDOeuZRnMF1teUaz9GLt2G2zNowYpn5AIFQZqK9xu0/FxZNehBcTMAETMIH+ReCpoy/C1PHnIu4Fuh3IRso3iLZPLowhEzdA+3zDW57/d73XtLW1pXtSsSTVXdayyy6LQw89FH/7299w3XXXYbvttsP73vc+zOryyCOP4Gc/+xk23HBDfO5zn8PGG2+Ms846C//4xz9mtQu3MwET6C0ENHaUXdUIAhD9bPHhmoAJmIAJzC4C+ZZC3VpY2wRR/2LRWoVdE5glAnH+hN66MdN5x7du5FoTMAETMAETMIF+RcAHyzRDemsObz/Peuv1XWsCJmACJmACJmACJtC3CRx11FHYdtttuz3IddddF2eeeWa3dQ7OfQIkGztBZp8kyKbKZ0+K7foZlfJ5yLBjN14IK64+CiC0ECRlgcinPvQSxq93DV59+TV4MYE5T6DnbvGmg67E7UddA9SuF5KIf0M/MAJLn7UW4vqKa6/Y8Osq12dYkulzY6R6kKCFpPJmIlvLzRp7JmACJmACJmACJmACJmACJmACJtCbCXjfTcAETMAETMAETMAE5jSBtjm9QW/PBEzABEzABGAEJmACJmACJmACJmACJmACJmACJmACfZ+Aj9AETMAETMAETMAETMAETMAE3gEBsvnSLEmQMypewA3VX86t++UF3o6OQRi31TCMHEmgM3ZCWWfza7h22P5eTJk8LSosEzCB/5aA1zeBOUTg6YvuwC3rnJi3pmE9ObIa3tNQP/9e38DINca0fPlPuS+Ue0XcQ+oi2e39JvomGcYyARMwgT5DgOw6rkU51GcO0QdiAiZgAiZgAiYwOwm477ckQHpe9ZaAXNknCJCt5znJlucq8cyFZPoDmuGX5zF1W57VLL1YO3bdjBg2VA934smOTDzjgbL4Io0txz+Kiye9CC8mYAImYAL9g8CTR12ER3c9R7eBfEPQ7SD9jjd+u9v2yYUw9KQN0D7f8Jbn//X7S/htbW2NexDZeo8KiiTDJK2wwgo4/PDDMXXqVFx77bXYeuutseiii6a6WckefvhhnHbaaVh//fWx4oor4sc//jHOPvtsTJvm3z/PCj+3MYGeTCDmooj5abWTGpXqxSrax40PzwRMwARMYDYTiLtLqGym7peYrQnMHgI+22YPV/dqAiZgAiZgAr2SgHdaT4BmnB3lZ0N6HJQeUhuSCZiACZiACZiACZiACcycwDHHHINtttmm2wbrrLMOzjrrrG7rHOw5BEimzz/GHpEMk8okG7Z8FiU+l9Kdyuchw6618cJYYdVR6qczff4lfuJI0s8XUx+YjvHrXoNXX3pN9U4mMAcJ9NBN3XjQlbh1wpT0s3n+WVzXTZR0vQx+/3AsfdZYxHUV112xXf1yfYYlmT43RubrF1pIKm8msrXcrLFnAiZgAiZgAiZgAiZgAiZgAiZgAr2cgHffBEzABEzABEzABExgjhNom+Nb9AZNwARMwAT6PQEDMAETMAETMAETMAETMAETMAETMAET6PsEfIQmYAImYAImYAImYAImYAIm8E4JkM2XZ0k2XpInW/14GTde1O1O5UXejo5BGLfVcIwc1QZ1pKQ+oIUSiB23vw9TJvtLGIKGZQL/DQGvawJzgsDTF92JW9edqNE7b023hcoBwn/P3t/AyDXGtHz5T7kflHtF3DvqIql1W4VqIVl5NiZgAibQNwiQ3YxrnfmP4/SNI/RRmIAJmIAJmIAJzG4C7v+tCcQfH4w/1DmzVmQ387GZNXbcBHowATKfyyRneK5CsvEHNON5TDyHCdtV5ZnN0ou1Y/wWAzB8XgKRJKgPkoh/48Y/hosnvQgvJmACJmACfZvAk0dfhMd2O0djP0AyMlkActs+sTDmPWkDtM83vOX5f9d7S1tbW7oHhSWZfJIgiVjIbLv6UV5xxRUxYcIEPPHEE5gyZQq22morLLzwwlE1S3rwwQdxyimnYL311sPyyy+Pn/zkJzjvvPPw4ou+h80SQDcygR5JoDZmxP6pqBRev5AP0gRMwARMYHYT0F2lNj8FVIYXE5gzBHy2zRnO3ooJmIAJmIAJ9AYC3keA7Do76lqGFxMwARMwARMwARMwARPolsCxxx6LcePGdVu39tpr4+yzz+62zsGeSYDMPwuQTUsy/cxAMn0GJT6PEur6eZUol89Dhl3rRwtjxdVGQ2tLyFIfkKY+NB27r38NXn3pNXgxgTlFoCdu58aDrsRtE6YARFqyoYrE0PePwDJnjUVcT/XrK/xQuQ7DFpFM1ympPiRoIam8mcjWcrPGngmYgAmYgAmYgAmYgAmYgAmYgAn0fgI+AhMwARMwARMwARMwgTlPoG3Ob9JbNAETMAET6OcEfPgmYAImYAImYAImYAImYAImYAImYAJ9n4CP0ARMwARMwARMwARMwARMwAT+IwJk8yVakiBbVV7ILTZe2O2q8mJvR8cgbLXVMIwcQTS+hCt9E1f+stMdt7sXUyY/9x/tp1cyARNIBJyZwGwn8PRFd+CWdU5ojuPaYozpgAZ0pfn3+gZGrjGm5ct/yn2g3B/KPaNYsvXeQlK95kQ2/RxxbgImYAJ9lIDGO4J99OB8WCZgAiZgAiZgAu8yAXf3NgSoeRVrbch6qVlBdh9vtrBnAj2fANk8j0mCbFU8fyGZntWEX57P1G15drPUYgOw2+bzYPhQpEc9egCkpAc+qdiJceMfxcWTXlTJyQRMwARMoC8S+PtRF+HRXc9Nhxajf3r236nf46rQ9omFMO9J62PAfMPTPaXcO+r3k/DjXtNVZL43RcckwySRTT8FumQrr7wyjj76aDz55JO4+uqrscUWW2CBBRbo0mrmxQceeAAnnXQS4g/6L7fccthss83wy1/+Ei+//PLMV3KNCZhAzyOgcajslIajNE9NtgT7tvXRmYAJmIAJzHYCMd+t31nq/mzfuDfQbwnEeaZzr98evw/cBEzABEzABEygCwEXRSCeR8csSW6VWktV0MYETMAETMAETMAETMAEWggcd9xx2GqrrVpipRCfFTjnnHNK0bYXEiDz50pItnwusuvnUuLzKnWVz7SEHfujhbHCaqPS0cdPGfGzR/ml89QHpmP39abg1ZdeS/XOTGA2E+hx3d908CTcOmFKvBmeLov6Dg5+33Asc/ZYxHUU11ex4ddVvx5JIspkvmahhaTyZiJby80aeyZgAiZgAiZgAiZgAiZgAiZgAibQJwj4IEzABEzABEzABEzABOYCgba5sE1v0gRMwARMoF8T8MGbgAmYgAmYgAmYgAmYgAmYgAmYgAn0fQI+QhMwARMwARMwARMwARMwARP4zwmQzZdpSba8KE/mcryQW39ht6tfXuzt6BiErbYahpEj28DGLlE+oQw7bX8fpkx+Dl5MwAT+EwJexwRmL4GnL7oDt6w7URuhhuyQ3Ei6F0CR9+y9CkauMably3/K+F/uC3G/qItUPzWhtpCsleyagAmYQO8mQM44ppH1WPpTUr37IL33JmACJmACJmACc4iAN/N2BLr76iSyPvd6ux5cbwK9iwDZen6TBNlUPIshmZ7ZhF+e09RteYaz1GIDsNsWAzB8GKFOlGQBUP+gZevxj+LiSS/KczIBEzABE+hLBJ48+mI8ttu51WifR31SVmr7xEKYd+IGaJ9/RLqXlHvGPPPMk8rFxj2mLjKvTzKhIrNNhXeYfeELX8Cxxx6LZ555BldeeSU23XRTzD///LPcy1//+leceOKJ+O53v4tll10Wm2++OX7961/jn//85yz34YYmYAJziUBt7EijSMrm0r7M8c16gyZgAiZgArOfADUHZm0zdb8WtmsC7yqBOM+oc+9d7dSdmYAJmIAJmIAJ9FoC3vEgQHp+FBwsEzABEzABEzABEzCBWSdwwgknYMstt+x2he9///s455xzuq1zsOcTINnYSTL7JEG2Kj6jEp9ZKTb8ovLZlrBjf7QwVlh1FKheyZQjF4CpD72EPda/Bv98+XV4MYHZS6Bn9X7TwZNwy4QpIClp3yghMmLo+0dg2bPHIq6fuKaKDb+uuPaKSCJ8kiCJWMhsww+RreWIWSZgAiZgAiZgAiZgAiZgAiZgAibQtwj4aEzABEzABEzABEzABOYGgba5sVFCNPznAAAQAElEQVRv0wRMwARMoB8T8KGbgAmYgAmYgAmYgAmYgAmYgAmYgAn0fQI+QhMwARMwARMwARMwARMwARP4LwmQzZdqSaaXb8kZbbycW395t+6XF3w7xgzGVlsNw4gRrPaq+WWn4e243b24Zsq0qs7GBExglgm4oQnMRgJPX3wnbl5nIhADtbYTJiQ3pffs9Q2MXKMjfdlPGe+LLfeCuEfURbLb+0l0SDKMZQImYAJ9ggDZHNPI7JPZNg8wyqFmxJ4JmIAJmIAJmIAJdEvAwbclQL7zeRX5ztd52x1xAxOYgwTIfA6TTUuy8ewlnsmQTM9uwi/Pa7qzSy02ALts1oZ5h3Sis1PSA6Gc50dD43Z7BBdf+QK8mIAJmIAJ9A0Cfz/qIjyy6zmN0T6P/RrzdQ/gxxfEsJM2QPv8w9M9pOtz/3IfiXtLEdm8/5BMkMhsU0EZ2VpWaJbTl7/8ZcQf8n/22Wdx2WWXYZNNNsHo0aNnef177703rf+d73wHyyyzTPpCgN/+9rf497//Pct9uKEJmMCcJND8jWTyUjYntz8Xt+VNm4AJmIAJzAECcWMJlU3V/RKzNYHZQ8Bn2+zh6l5NwARMwARMoNcR8A4nAvFcOjnOTMAETMAETMAETMAETGAWCJx44onYfPPNu235ve99D+eee263dQ72HgIk02cfY49JhkllksmWz6iEjc+uFBt+UfmMS9ixP14Ey686Kn0eUhmgB7SdUviPPfAixq87Gf98+fW0HWcmMFsI9KBObzx4Em6eMEXXQacugZB2Lq4HXRiD3zcMy5y1JuK6iWup2PDrimuuiCTCJ/P1CS0klSNdrySThRcTMAETMAETMAETMAETMAETMAET6OsEfHwmYAImYAImYAImYAJzhUDbXNmqN2oCJmACJtBvCfjATcAETMAETMAETMAETMAETMAETMAE+j4BH6EJmIAJmIAJmIAJmIAJmIAJvBsESDa6IZletiWbtrycG7b+Em/dLy/6dowZjK3GDcfIkVSfRUDy1OeO292La6ZMgxcTMIFZJ+CWJjC7CDx98V24eZ2JgMbnJCAZgoC04F7fwMg1Olq+/KeM9+UeEPeGukiCbBWqhWTl2ZiACZhA3yJA5vGNzLbl6Do7Ef/ue+x1HHj2K93qIMUPOvtl1HXwWS/jYMWSDf+sl3BIt5qOQ8+aUYcplvUiDjtLOvNFHC57eNgWvYAjzpxRRyqW9TyOPDNrguyEM55HttMw4Yyso2S76ugznkNXHaNYU8/imDOknz+LY1v0D5Wzjvv5P1DX8Sof//Nn0FUnKNbQ6U/jhEonytY1UeWJpz+FrjpJsawncdLplX72JE6Wf3LYpL/jlJ91r1MVP/VnT6CrTlOsodMex2nSz2bQVJx+Wvf6ueI/P+0x1HXGqY/hDMWSDf/UR3HmTHSW4med+gi66mzFzj71b0g65W84p1s9jHNP6V7nKX7eKQ+h6Hz555/8ELJ9EOefnPUL2Rn1AH55cqt+pXJT9+NXJ0sn3Y9fy/46bIv+igtOmlG/Oek+dNVvFfvtxPuQ7b347cSs38l21e8n/gVd9QfFsu7BHyZWOvEe/LFFd6t8Ny48cUZdpNhFJ96FrrpYsYZOuBMXS5d0o0sVu/SEO9BVlyl22Qm3o67Lj78dlyuWbPjH34YrZqIrFb/y+FvRVZMUm3TcLZh0vCR7Vbe6GVcf170mKz75uJtQNEX+lGNvQsOGf+yNuKZb3YA/HTujrlUs68+49ljpmD/jum51Pa4/Zkb9WbE/H3Md6rpB5RuOvg7ZXosbjs66Ubarbjr6T+iqmxVr6hrcfLR01DW4RfaWsA1NwS1HTcGtXXSbyrcdNRlddbtit0+YjGyvxu0Tsu6QretOle+ccBW66i7F7powCS06chLubtGVKl+Je46cUX9R7C9HXoGuulexho64HPdK982gy/DXI7rX/Yrff8SlqOuBwy/FA4olG/7hl+DBbnUxHjp8Rj2sWNJhF+HhwyXZv3WrC/HIYTPqUcWy/ohHD8t6TPaxQ/+IbP+Axw7Nmio7o36Pxw9t1RMqN/U7PHGodMjv8Pdu9Vs8eUirnlL5qUN+g1BdTyv29MG/QbYX4OmDs56RresfKv/j4F+jq55VrKlf4dmDpYN+hedknwub9EtMO6h7Pa/48wf9Al31gmIvHPgLZHs+XjjwfLw4g87D9AO710uKv3TguWjRAefi5Radg1cOmFExx4ovB0h/hzAKlUg2fg6tQjYm0OcIkEzHRDYtyca5H89mSKZnOOGX5zbF1p/nLL14O3bbYgCGz6v1UQR5kvrYevfHcMmkF+DFBEzABEygdxN48phL8Ohu54EsY70sASW0fXxBDDtpA7TPPzzdO+r3iXLvCBv3lCKSM/2DztBCEiTlvTvpa1/7GiZOnIhp06bhkksuwY9+9COMGDFilju/5557cNxxx+Fb3/oWllpqKYwbNw5/+MMf8MYbb8xyH25oAiYwuwk0x4zkKVOa3RvtEf17J0zABEzABOYAgZibhhqb8l2mgcLObCfQ1nLuzfbNeQMmYAImYAImYAI9lIB3KxMgW+fiBHOFcxMwARMwARMwARMwARPoQiA+I7DZZpt1iebid7/7XZx33nm54LxPECDzzwZk05IEmVU+rxKfX+lO5bMuYcf+eBGssNpoaGVJidBCFYnHH5yO3dedjH++/LpiTibw7hPoKT3edMhVuGXCFDB2SJkuJYQgf8j7hmO5s8cirpe4nooNv65y3YUl+ZafFYMXEzABEzABEzABEzABEzABEzABE+hHBHyoJmACJmACJmACJmACc4dA29zZrLdqAiZgAibQTwn4sE3ABEzABEzABEzABEzABEzABEzABPo+AR+hCZiACZiACZiACZiACZiACbxrBEg2+iIJslX1l3XDr7/QW/zywm/HmMHYcqvhGDGC6ctOlUVCfEGXMuy47V9wzeRpje3ZMQETeEsCrjSB2ULg6YvvxE1rn4AYl0NpjNZoHTa0wF5fx4g1Omb5y3/i3kC23jtINvadbPqNoB0TMAET6EMESDbm0C2HFXEQu5/2akN7yN/j1FfQVXsqtuepL2Mvqdi9Tn1J5VCOR3lvxUL7yO5zykvYWwqbNR37njId+5zyoqx08nTsp/J+UT5ZZdnw9zvlBeyf9KKsdHIu//Tk5xHav7LhHyC/qWk44KRpOFCxrPCzDjp5Gg466TkcdLIUttLBsgef9CySJj6LQ+QfElY6NPykf+DQk7IOkz1s4j+Q7TM4bGKrDlc5dITsESc+jcOlsEkTn8aRSU/JSic+hQkTpROfxJFJT2FCxOQfVdcJf8fRKh8dNnSiysk+gWNODP1dVjpBvnRsQ4/j2BNCT+A4xY47/nGEjj9+qmxW+MefMBUnSOGHPeH4xxA6Ue1OSHoMJyp24vGPYmLouJqVf1Klicc/gpOOk2RPDoUvndzQ33DKcaGHZaVj/4ZTVT712IfRVacpdtpxDyPp2Ifws+OkYx/Ez5LCDz2I01U+/ZgH8XPZnx/zAE6Xfh7lpAcQsZ8f+wDOULzozGPuVzkr/DOP+SvOCh19v6x0tMrS2dJZSffh7KOzzpFt6l6cc/S9OLcbnafYeUf9BVn3yob+gvMVO/+oe2SzfiF/Rt2NXx4lTbgbvyo2/Al34VctuhO/VvnXR96FC2QvmHCnynfKb+o3ikU87G+OvAO/Tbodvzky1Cz/TuXfHXE7sr0NvzviNvxesdDvjgw/dCv+cKR0hFSs/D82dAv+eIR0+K24ULELD78FSYplezMuOqKmw2/GxUk3yd6ESw7P9mLZ8C857CZcKv/Sw25E0uE1G/7hN+Cy0GE34HLZy2Uvk8Jm/RlXHFbToX/GlUnX44pDpcOuV1k67DpMCik2SbFJh16Hq7rTIdfi6kMl2cnS1Yf8CaHwkw79EyaHFJ8iO+WQaxC6JspJ1+Aaxa45ZAr+JF1zsOzB1+BPyU7BtZX90yGT5Yem4Dq1u+7gyci6WvZqXH9w1nWVvf6gq/Fn+X8+6CpcL4UtukHlGw6+CskeNAk3Jl2Z7E3Jj9iVuOkg6cCmbpbf1BW4+cDQ5bjlwNAVuFXlW5N/ufyiy+RLB1yO21R32wGX4fZK4Ydy+VLccUBdl+DOA0KXyl6quktkpZ9egrsUv+unF6Ouu1XOugh3/1Ta/yLcIzujLsRffiqp/i+q/8v+F+LepD/K/hH37Z/tvbLh37ffH/FX6b79/yArha1rv9/j/v0l2Qcq3V/ZXP4dHtzvd3hg32zDf0j+Q4qF/+B+v8VDSb/Bw/tJ+/4WDyf9Bn/bt6mH971AZWmf3+ARxR/Z5wIk7ftr2V/jUdUn7RO+JPtY0q/w2D6/wtTk/7ryVd5bivjev8TjNT2xj8pJv8AT+0h7/wJ/70ZP7n2+4tJe5+PJvc/Hk7JPJZ0n/zw8tbe0lyT7dEh+tufimb2ynpYNpfKe5+Afe0lhk87Gs3uGzpGV9go/6znFmzoLz+15FqYV7XGmfGmPs/B80pl4QbHQ87LP73mGyqEz8eKeZyb/xT3OwIt7/DxpevJzebpi03f/OV5KOl02lMsv7346sn6Gl/eQdv8ZXqn0cmVz+TS8uvtpeOPBv2tWpTlXbbJFMpXIpiWzHxVk9slsI2aZQG8lQObzmCTIGVWezcTz+vDD1lWe30ds6cXbscvm82DeoXo0pOdBwaRTWTwTiudE43Z7FJdc+YIiTiZgAiZgAr2RwN+PuQSP7HKOdr1Tw3qM8DHeZ/FjC2L4yRuiff7h7+j5f9xbyHz/UcfpXlQsyXBnm77xjW/g5JNPxgsvvIALL7wQG220EYYNGzbL27v77rtxzDHHYOzYsVhyySWxzTbb4KKLLprl9d3QBExgNhHozONT9K7RKg1SzUhE+6x8YCZgAiZgArOZQLqf6D6TnnM0tpWijZIdE5g9BGJWE5o9vbtXEzABEzABEzCBXkXAO1sRiHl5fTbu2VIFxsYETMAETMAETMAETKCFQHwmYNNNN22JlcL//d//4fzzzy9F2z5IgGQ6KpLp8yhktvFZlaL43GNXlc9Ehh3740Ww/Kqj0u+d80ci9dNH/K5APU99cDp2X/dq/PPl11VyMoF3lUCP6OzGQ67CzUdObu6LfhDX6Y/QkPcOx3Jnj0VcJ3ENFRt+XeVaC0sSxZJELGS24VsmYAImYAImYAImYAImYAImYAIm0M8I+HBNwARMwARMwARMwATmEoG2ubRdb9YETMAETKBfEvBBm4AJmIAJmIAJmIAJmIAJmIAJmIAJ9H0CPkITMAETMAETMAETMAETMAETeHcJkM2Xb0m2vChPMr2sGy/s1l/o7eqXF387xgzGVuOGY+TINoApgQwnBOy0/V9wzeRp8GICJvB2BFxvAu8+gacvvgs3rzOxOS5rEzFEA0z/Ftz7Gxi5RkfLl//E+B4q437cD+oitW5NqC0kayW7JmACJtA3CJB5bCMJ2iud4AAAEABJREFUko2DIpt+DnbKSDkh/npO6x+1VUX+61Jqp6Ri/IEdedG0VqOKKMkozdBPZ9QlxZqSGkU/Ee92e6pXq9Z+FFNK4UamQPQTO1PvJ/rVyimltmrUqI91UjAyFWK/ZJQU0JrRVl4klWRyjZzUn6qzq7BS8lNF6SeCatTYnlo0+ok6lVPT5Ksm2kYsKYKSUi4269UsVkvhRqZ2EX9Hx6+VtZrySOFJSlGK4+h2v3NlVMemUim2W1bTXiqmUiQpGnXbT9SpZRxIrB8d1ttFOanRTj3nhtFlrBZrN6V2uTq3UzHVqSSrkpIcdamIGjaKKRhZRCSl3HnXdlVFmKq5ugmvZX+0lmJqpJT6UaP6cbXUq2W0URN5qpETq6mgFJ6kpIJSrpcTqySF35DaaXUVczsV5etwU0uVlHIg14cfoVD46SCibQRC8mdtv7UNtVfK3Wg9RVJKrrK360dNtK72S87b9aOGapW7Dz8VwtGKb3v8ahPHGftTrdJYPeKp19Qm17a2qyrCRLWUt5fWavQTR5Ei0S6kmugnubGOyo16lUsxYrFuo13qXCWl1EZZ9NOyigqpmayqowt56kXBWE0FhcOTlFRQm1yf61QMR8p9q5FSaqdMLVWT22RflUopqEybUV7qk5vWSpFoF4pI1TCKLf3kQGoeWdQ1QmkdlZTUhTpXbYpFyywF839bcpRFWzWOY0luCoUnKakqRcpKjVBEU9+KKJV22qJq8rayr0qlFFSWVglbSUZdRwNJqdFP1TCHcp7qKjf5yvI2qu2lddRASVXqWrUpVtUrEqkKhZsr1FgtlZdQ1UFlUqNqpUZITYNZrouCpB6in+ypJq2jSG2lzs6oVZ1MhGXe+fGnlXKm3sPRltVntb1ciHDU5q1EHkrR4qRCzkrLqOruuLST0bDZtUqpXWwzraSAaqOf7DX3J5qoKsIKNk2sFqXUTzSIQEh+6SfqQyQbczGSEbJMoE8TIFvPc5LpGiCzjWc1JNMznfDLc5xi6892ll68HbtsPgDzDiViiZxULilh690fxSVXvhBVlgmYgAmYQC8i8PdjLsEju54DaEiHBnQynFyc52MLYvhJ66N9/uHpXlG/L5R7Rdi4h9RFUl1lQQtJ5XM+kcRqq62GU089Fc8//zx+//vfY8MNN8TQoUNneWfuvPNOHHXUUVh99dWxxBJLYNttt8Wll146y+u7oQmYwLtIQNd06Y0gIqFfLD5IEzABEzCB2U1AdxVtgrq1ULakul9itibwbhNgPu/Sw+93u2/3ZwImYAImYAIm0LsIeG8LgWqGVIq2JmACJmACJmACJmACJjADgVNOOQWbbLLJDPEIfOc738H5558PL32TAMnGgZHZJwmyVfXPsMTnWuoqn30JO/bHi2D5VUcBBFD6AMLF4w++hD3WnYx/vvwavJjAu0dg7vd046FX4ZYjp2hH4sSXiVSd/0PeOwzLnb0m4vqI66bY8OuqX2Mk098TIalrh4iFzDb8ENlajphlAiZgAiZgAiZgAiZgAiZgAiZgAn2XgI/MBEzABEzABEzABExgbhFom1sb9nZNwARMwAT6IQEfsgmYgAmYgAmYgAmYgAmYgAmYgAmYQN8n4CM0ARMwARMwARMwARMwARMwgdlAgGy+dEsyvZxLttryIm/95d66X14A7hgzGFtuNRwjRhDxHV3pS7vij5umArDTdvfgmsnPzYajcJcm0IcI+FBM4F0m8NTFd+GmtU+sxmV1HmOyTArILrD31zFyjY6WL/8p43oZ68t9oFiy9T5B5rK6S/eRsJYJmIAJ9BUCJBuHQrb6ZVxsNEhOtJFyggZGJYIAYnWCQBLyoiCpWKRQjqqFCsqrBKgNSRCADKh/8tBYFCQVLYoKQq2UKY+EWEq9wnIVllPlUS0XEY+MJBhBZUwekQy0RF0ouwqrLuXZyo0ERJsQEC6of/LQWKJOinBlUlWjHYGIR0YSBCAD6p+8lBCLgiQBiSQIQAbUP3kpIRYFSUUJyID6Jy/liIVAxCMjCSIvTB6RDLREXSi7Cqsu5dnKVY1StAllV+FcH7lCQNRJUKAyiIURCBGIeGQkQQAyoP7JSwmxKEgSkEiCAGRA/ZOXEmJRkGR4CENQPlMuB+FEHMrIZjx7TPWIJepC8mVA/YNUrNwoSoqoAQHIgPonD+EjFjkkgUgh5IURCFHlJIKUokiA+hd5MtASdRIUIBu1UQKUR0IsUSdVrsKUS1mZSARStTKSIFCp8sJAS9RJ8hCGoFyCZLKoDFQmCUZUGbMHhRRRkkNSDlIse/IRnqSUXYKUABCQqjwMtKgOIRCkFKEkphyVQdRJCoYL6h+kKhQukq+MLLURJgBJKQyiToKWMET1LwryIyUpI6lWkBcKn6hCCoRPxBKx8LJyjspAlSRBNcyq8jCKQXVJIEhJMYbkA0Rl5IZPxBIxgnKJ8OUABLIIUgJAQMq5nChIBEnEEjlR/UsxQsUsOaTKgLxQ+EQVUiB8IpaIhZeVc1QGqiSjAETOkhPIrpxUT5ASAAIgUy4LILkEScQShqBcInw5AIEkZSSV52LxFKoClJWAqg1lpdKAgAKAMjIK4YXCJ6qQAuETsUQsvKQoQJ5SGKhMRgGInMqTCMiV5KR6giRiiZxMuWKKJJfyqQIQOUtO5CVsSHGSylGJgDyFwkgqp4JcIGqyUoyoDIDwiVgiJ1OOyiAcpkJykWvDr7zKKAIyCuGFiPSPgBxJTqqnikQskZMpR2UUpnzKApFTeRKRl7ChiGulcJPkI8UAGUnRFJMLKMSsiElKEQQimgrhSclXWwKqkuSkmFwghwCQioOoDIDwifpCsuWPDJIE2RS8mEAfJEAyHRXJlvOdzOX4uYRkerYTfnmeU2z9Oc8yn2nHrpsPwNAhSI+GyjP8eIwfga3HP4JLrnwBXkzABEzABHoHgb8fcwke2fWcNKjnsbwTMbYrR9vHFsDwk9ZH+3tGpHtEuS90tXHvKCLZcq8JCiTDzHXF/WzNNdfE6aefjmnTpuE3v/kN1l9/fQwePHiW9+3222/HhAkTsMoqq2CppZbC9ttvjyuuuGKW13dDEzCB/5ZA+SVlGraq7L/tsxes7100ARMwAROYQwTiPhMqm6v7JWZrArOHgM+22cPVvZqACZiACZhAryLgnW0QiOfTjYIdEzABEzABEzABEzABE+hC4LTTTsOPf/zjLtFc/Pa3v43zzz8/fW4hR5z3RQJk83MoZPZJpv93ko3PCMdnWeIzLsWGXxSfIQk/7NhNFsVyq4zS75/100inhOQivMcefBG7rzMZ/3z5NUWdTOBdIDCXu7jhkKtw8xFT0ufDdKYrxZku6dwfvOi8WP6csYjrolwfYbsqrqkiko1rjiRiIbMNP0S2liNmmYAJmIAJmIAJmIAJmIAJmIAJmECfJuCDMwETMAETMAETMAETmGsE2ubalr1hEzABEzCBfkfAB2wCJmACJmACJmACJmACJmACJmACJtD3CfgITcAETMAETMAETMAETMAETGB2ESCbL9+SbLwoT7b68UJv1xd9S7m8ENwxZjC2HDcCI0e2pX6URQIILcTO29+LayY/J9/JBEygOwKOmcC7SeCpi+/CzetMRIzBMQxrWE8+YlFgwb2+jpGrd6Qv/ynjeLFlfI+xvy6SIFsV3YVIhrFMwARMoM8RIJvjG8kZxkGSzWPu7Ex/KEoZ5Eoqy4k/+i+jcPIgJ5JsVa/K/AVtuStF5ahtpCRFok1Eo5zWDifHtSGl7Df6SdXKoq2MVq+1SZtWjSoij0rZlBRKfSgmVw0jhSdFktSRkranFVJb2dQqraMGkZLUJsVUG+WqXRgVUzCtH21COr5IEVNlTtEw6kKqlNHqKaj63L92Rin7sW6qVRa+GuVUlSOW+oiyeorKiIWNYq6r+tL2Iqkkk1bQdsJVRA2Vq5zyCCZ/Zv2oubpXH5HLRFkrKGl9FWIfFFY/6kFl5TlFUOVSLzd6UDtVqBBxdaLU2o+qUix3olzNFVBSu1hb5cpLMbXIKeJaOfqVq5YKq6w8pwiqnOvVQ/jao6iMmDoLN5uoC6kXGcXSyrIRCFXrqzLWjVpFVR+eFElSQEltVamm2loKajuKpUC2ypvtUtvSLjVNWdlOWk09KZjWURZuMpE12r1lP9qiOlIerbSatqdydJuMskY/qUqZKhVO29IKSrG2pGDUqqMUSw0UUFhus16h6EHNckyNa/U5lttEWF50UJlo2/3+VA0q09IuthR9aKspqU2zvmxPVpXRd9TJTUZ7IBt14UlVP5WJQFWvNgqmrt9ye1ol6mMDUnN7Zf1iq3bqUxuIlBRZrJO2oyz8aJlsaquS4i3tYntRp+2l1FKv7SnYyKNdUtVP1KmcVqn1o5AapIA2Va2tYEs7lbW66uvtymq5ZXO/1YfaK1f7yGvtIp6bK6i6KOcuU1sFs1W8sT050XdztexFE1VpldKPrAKNPBokpSaxldR3Xjti2YsmWi0CqV5OshFPLZIjL5KkSqXYSrSUVB+l2EdVREAmNUw2exGWF21l6ttrFrPX7CfW0W6rccRybcTkddtP2otqm/LVRoVIWmnW+ontROOwaXWtFn7qJG82Iiqq/+SptRpGqdlOJcVUE3suhSdFTFJSQSurJq0jV11XfVbrRiMFw0TjaBe+QqmdskhRJeV1lEePildeWkF+WkkbiVrFSjH6VONI6kP1USdFQWuleGobMUkpxVK9ClGntVIimeZi8XMqmf1UMZOM5ExqHDaB3kWAbD2XSaZrgcy2XBNhQ+W5TrH15z1Lf6Ydu27RjnmHIvWhLJIKSMs24x/BJVe+kHxnJmACJmACPZfA34+5BH/b9VztIIFIUjgkMeBjC2H4Seuj/T0jGs//6/eCcn+Ie0YRybf8g84kQRI9YRk0aBC++c1v4owzzsBzzz2HX/3qV1h33XXR3t4+y7t366234ogjjsDXvvY1LL300thxxx1x1VVXzfL6bmgCJvCfEGBjpeQpU2rE+qrj4zIBEzABE5hTBHRXaZmvqjynNu3t9HsCPtv6/SlgACZgAiZgAiYAI2gSILvOjrqWm23tmYAJmIAJmIAJmIAJ9C8CP/vZz7Dxxht3e9D/+7//i/PPPz99bqHbBg72KQIkG59BIZmOjWSKkUznQfk8S3zGJfywdZXPwYQdu8miWG7V0Xl9lIWIf48/NB17rDsZ/3z5tVJhawL/MYG5ueKNh16NW46covMa0GWCtMiJ83zIosOw/DljEddDXCfFhl9XXEtFJNO1RqoHCVpIKm8msrXcrLFnAiZgAiZgAiZgAiZgAiZgAiZgAn2XgI/MBEzABEzABEzABExg7hFom3ub9pZNwARMwAT6GQEfrgmYgAmYgAmYgAmYgAmYgAmYgAmYQN8n4CM0ARMwARMwARMwARMwARMwgdlKgGy+hEsSZKvihV6S6WXe8Osv/Ba/vBDcMWYwtthqOIaPIOLbujrjW7pC1eLfRyoAABAASURBVJd/7bTdX3DN5OfgxQRMYAYCDpjAu0bgqYvvwk3rnBgjbwzFlTQYp0EZWGDPr2PkGh2NL/+JsbyM4+GHYryvi+QM94eywySLa2sCJmACvZ4AOeOYRnKGMZBkmh9/dJFOfPkzb+JLi7+BL0pfWuwNfGGx1/H5Ma811fEaVur4N1b6dCX5K4df4slGm9fwOfkz6nXFQ69hxVT/uqw0pos63lA89DpW6JDGvCErqd0KSeFnLa+65dU+2TFvYvkOKWJJ4Wctp/Jyqk9a7E0sJy1bymM6sWxdi1XlsHWpzTIqLzMGSEp+J5ZeTOVK4Te0OFUXgiyw1GLhh8IPMcWWWrwNoSXVfqnQYm1YUlpK7ZcMqX4JlZeU7aolFIu6ZBefB59dTJJdotJnZWfQZ9RG+sziA/DZSuE39JkBWFzxxWU/k9SOxT/TjqhfXOXFF2/HYlLyVV5MdYsnDcRinwmpXuXFPjsQY1QeE76U/RKr2c8OwhipI9qHPjMIHXWp7tMqf1q2QwobavifGYxPfXYwPi19quancsSKlhiC//mstITaS8mPclctMRSfTIq2oaqsdp9UH1H3ic8OxSfUpq5PLjGvYqGqbsl58XHFQp+obPh1fUzxjy05DB+XwiYtMQwfq0t1H1X5o7JR/9ElhyNrmKy0xHB8RLEZNULxUFW/1Ah8eElpKZWl7Ku85EjFQyPwIdV/aKmRyFJZ62RfMbUr/gflf1DtWjUKH1wq6wOyH1h6FJINv1uNxvuXkpbuoohVep/s+5aeD1mjZUMzlt+rNu9den5kzSc7HxatlRdV/aLLzJ9iydb9pd+jeGh+LKJ1FlnmPahr4VJWu/CTKn8h1S28zALoqoUUW2jZBZBs+NKCyyyocmgBLFiVI7bgsgtiASls0jILqT60IBbQOgssu5DqQyqr3Xsa5YUQflMLY/5lF27Esh/lHJ9/uZqVP5/a5tgimG/ZmpZbBKOl+So1fLUJf/Ryi2L0spLqRyWFnzVKdQ0t/16MlEp55HLvxaikRTFS7aJupMojl38fRiTl9iOXUznpvRih+qgbnurfh7ChiIXCb+r9GLZ81vDKlnKyK7wf80Y8bGj5D2DYCpLsvHUpNrTSvMl+EENXkNRmaFUesrzK8ockhf9BDFnhQ1krhi+t+CEMDmndIdJg1bdIdYMituKHMSgptx+0QlUOG1LdwLfUR9C+4kcwUAobqvtRTvrcRzEg6SOy0opVOWxIdfMk+zHM87nQR2VD4UuqmyfaqK6tVYgyP/dxWWmlj4FRv9LHwVAVp2yLVAfFsNInUFfn56py2JDqO1v0SXSu9Em82YiF353+R22klT+JN6L9yv+DN5JUTrGqvNKn8EZIda+v9D94feVPVfofvKbYa6WsNqUuYl3175U/rfbS50MdeO0LlT7fgde/MEblMXjji4vhzS8tjje//Bl0fuWzaT4WP6eSeW4GLWTTV9HJBPosAZLp2Eima4FstXFt1BXPduqqP/dZWnPMnTcbgCGD87Oi9LhILqplm/GP4JIrX6hKNiZgAiZgAj2NwBPHXIK/7XputVsawJX0ywCVO9H2kfdg+Enrof09I1qe/9fvCeHX7xkk0zMuMt9boIWk8pzIpp8jPScfOnQovv3tb+Oss87Cc889l74Q4Pvf/3469lndy1tuuQWHHXYYvvzlL2PZZZfFLrvsgilTpszq6m5nAiYwqwTSpDM3jmErxq1kc6iv5j4uEzABEzCBOUagE521ew3iRjPHtu0N9V8CMZvRudd/AfjITcAETMAETMAEMgHnNQIxL49ZUjPUWmrG7ZmACZiACZiACZiACfQnAqeffjo22mijbg/5W9/6Vvpdf3yWodsGDvZ5AiTTMZJs+Wxk+WxLnBvdqXwmMuzYTRbFsquMqv12IH4WCQFTH5yOPdaZjH+98nrajjMT+A8JzLXVbjz0atx0xOS0/TirQ6UweJF5scK5YxHXQVwnxYZfV7mewpJ8y8+KQQtJ5U4mYAImYAImYAImYAImYAImYAIm0O8I+IBNwARMwARMwARMwATmIoG2ubhtb9oETMAETKBfEfDBmoAJmIAJmIAJmIAJmIAJmIAJmIAJ9H0CPkITMAETMAETMAETMAETMAETmP0EyObLuCRbXpQnmV7mjRd744XfYsOvq7wY3DFmMLbYajiGj2gDCCQpYxKw83Z/wZ+mTIMXEzCBOgH7JvDuEHj6krtx0zoT1VkedTWEI4sIZ8G9vo5Ra3SkL8Ap43axZUyPcb4uklq1VagWkpVnYwImYAJ9iwA54/hGMo2H9THy3F2As3d6E2fu8Dp+vt2/cdo2/8KpW/8Tp4x7FSdv9SombvkKTtzy5cq+ghNUDh0vm/Uqjt/yVRzXon/i2C2lrZo6Rv4xW/0LoaNls/4fjt7q/+GoonH/DxOS/i2bdeS4f+PIca81dIT8hrZ+HYePk2QPS3oDh22ddahs1ps4dOs3cUhd23Ti4C46SOWDtgFCB8pmEQdsI20rVfan8n+6bRuK9pe//7bzoGg/+aF9ZffdbgCK9pG/z3btKNpbflMDsdd20vZZe24/CHXtoXLWYOy+fU07DMH47aWwlXaT3W2HoSjaVf6uO8yLXeracV7snDRMNmunHYdhpx2HN7Sj/KIddhqBHXaUwkrb7zQSRdvJb2oUtt2ppp1HY5su2lrlrXeeD+NaND+22lnapakt5W+5y3tQtIX8LXZZAKHNZZN2XQBhN9t1QRRtKn/TXRdC0U/kN7UwNtlV2q1oEfx4t6wfyTa1KDberabx78VGu0lhK/1Q9ofj34fQD2Sz3o8Nx9e0+/uxQdIHZLPW3/0DWH/3Dza0nvyG9vgQ1q20juw6e3wYRWvLb+oj+P4e0p5Ssh/F9/Zs6rvysz6G/9uzro/jO3tKe0mV/bb8b+/1CRT9r/z/3euTKPqW/G/t/Ul8U/abe/8PitaSv9ben0LRWPlNfRpr7i3tk7XGPh0oWl1+U2Ow2j417bsYVu2iVVReZd/FEfqGbNZn8PV9pf2kyn5N/tf2+yyKvir/q/stgaKvyC/68v5L4sv7SbJfSloKX9o/64uyTS2NL+wv/VRKdhl8/qdNrSw/a1ms9NO6lsPnfiod0NSK8lc8YHkUrSB/hQNWQGh52aQDV8BySSvKZi174IpY9sDPNbSM/IYOWglLHyiFlZY6aGUULSm/qc9jiYNqOvgL+OxBUthKn5H9zMFfRGhx2awvYbGDpUOkyo6RP+aQL6OoQ37HIV9B0aflF33q0K+i6H/k/8+hX0PRJ+U39XV84lDpsKJv4OOHNfUx+Vmr4KOH1XT4qvjIYVLYSh+W/fDhq6HoQ/I/dPjqCH1QNumI1fEB+R84Yg0UvV/++49YE0Xvk9/QkWPx3iOksNKiR66FokXkN/VNLHxkTRO+hYW6aEGVF5zwvwgtIJv1bbxngnSUVNn55c9/1HdQNJ/8+Y76PxSNlj/66P9D2FFHfxdFI+WPPPp7KBohv6nvY/jR0jFSsmtj2DFNzSs/ax0MPaamY9fFkGOksJUGyw4+dj0MPjZrkOygY9dHaKBs0nHroz1pA9msAcdtgAHHbdjQPPIbOv4HaDtOkmXSD8HjsyDb1EboPF46QUp2Y7x5QlNvyM/6Ed444Ud4vaEf47UTpBOlyv5b/r9P3ARF/0/+/zvxJyj6l/x/TfwJ/in7z4mbouhV+a9O3AxFr8gvevWkLfCK9OopW+Kfp26F//ezbfD/Tt8Wr52xPd44a0e8efZOaFtz+fSMksxzMjJbaCGbvopOJtAnCZBsHBfJ9LMJ2bTl55R4vhN+2Lrqz3+W+exA7LJFO4YOhfoBwEiRSQC2Hf8ILrnyBXlOJmACJmACPYnA34+9FI/sep52iTF0J5scAvN8bEEMP0lzyfeMaHn+X78XhB/3iCKSLfMraCGpPCey6edIz82HDx+O7373uzj33HPx3HPP4ZxzzkllctaP4aabbsLBBx+ML3zhC1h++eUxfvx4XHvttT33oL1nJtCbCNSuxXRVpqw3HcB/sq9exwRMwARMYM4RoKbFrG2u7tfCdk3gXSUQ5xl17r2rnbozEzABEzABEzCBXkfAO1wnQHp+VOdh3wRMwARMwARMwARMADjjjDPwwx/+sFsU3/zmN3H++eenL67utoGDfZoAycbxkdknCbJV5TMu8ZmXriqfiQw7dpNFsfyqowFGUhYOkPLHH5qOPda5Gv965XV4MYH/jMDcWevGw67GTUdOARnnNGQlhE8Mee8wrHDu2DSGxrUR10HYrirXUFiSb/lZMWgho385TiZgAiZgAiZgAiZgAiZgAiZgAibQ7wj4gE3ABEzABEzABEzABOYmgba5uXFv2wRMwARMoB8R8KGagAmYgAmYgAmYgAmYgAmYgAmYgAn0fQI+QhMwARMwARMwARMwARMwAROYQwTI5ku5JEHOqHjBt+vLv/VyeUF4zGJDsOW44Rg+nEBnHECnTHKigJ22vRt/mjIt+c5MwAQAGIIJvAsEnr7kbtyw9omtPWnoVUKnsgX3/BpGrdHR8uU/ZdwuY3mM83WRbLkf1DsnWS/aNwETMIE+TYDMY16MkSTTH7wJP1TG0BhTu1N7e3v6gzphi7pr59iAxMkczMHngM8BnwM+B/r0OTDA/7/x/1vmRGGjHAo/FH5RzLPq8y0yz8NIpp9VoYWk8pzIpp8jzk2gbxEgm+c4yXQdkE0b1wvJ9Own/LiG6oprq5SX+exA7Lx5O4YMRnqGH0/w0wMkPcmPwLa7/Q2XXPmCKp1MwARMwAR6AoEnjr0UD+9yrkZpPeyPPB76y0Zq+8h7MHziehi4wIh0DyhjfVcb94Yikun5Fsl0P4EWksp7fxo5ciTWXnvt9EUBzz77LM4880x85zvfeUcHdsMNN+CAAw7ASiuthBVXXBF77rkn/vznP7+jPtzYBEygTiDGrlxOXspyuc/mPjATMAETMIE5SCBuLKGyybpfYrYmMHsI+GybPVzdqwmYgAmYgAn0GgLe0RYCnem5dUvIBRMwARMwARMwARMwgX5MIH5Xv+GGG3ZLYK211kq/04/PjHbbwMF+QYBsfk6FzD7J9DkWko3PtZTPunT9HEyUy2ciw665yaJYbpXRSJ+FVF4lxM8qUx94EXusfRX++crr8GIC75jAXFjhxsMm46bDp0AnsFJ1VuuXEuENXngoVjhnzfQOXv06CL+ucu2EJdm4pkgiFjLb8ENkazlilgmYgAmYgAmYgAmYgAmYgAmYgAn0GwI+UBMwARMwARMwARMwgblKoG2ubt0bNwETMAET6DcEfKAmYAImYAImYAImYAImYAImYAImYAJ9n4CP0ARMwARMwARMwARMwARMwATmJAGy+XIuycaL8mSrHy/71l8CrvvxonyUOxYbgi3HjcDwEdQhMPUlB1RG5Ttvew+unfKcSk4mYAImYAL/LYGnL7kbN64zUaMr1VVIJlKM34qVCzHtAAAQAElEQVQuvNfXMGqNjvTlP2WcLjbG7FCM7XWRBDmjcrcMY5mACZhAnyZAsttxsD5WxvgZKmNq2FD8IbKityuXdrbtMAMz8Dngc8DngM+Bvn4O+PjyOd51fhRcIlZXzLFCEQtbn4OFT+a5Wp+ekPrgTKAbAiRboiRbfm4p10fYUFw/dZVrKmLLfHYgdtq8HUOHorZQvqS03fi/4dIrn1fZyQRMwARMYG4SeOLYS/G3Xc4FNDajLBr/ocA8H10AI05aHwMXGNF4/l8f62O8D8U9oYhkv/mDzvPNNx/WW289/PKXv8QzzzyD008/Hd/61rfwTpbrr78e++23H1ZYYQV87nOfwz777IObbrrpnXThtiZgAhqvCoQ0lClTKqE+aX1QJmACJmACc5CA5rcINTbpu0wDhZ3ZTsBn22xH7A2YgAmYgAmYQI8m4J1rJUC2zo4ItjZwyQRMwARMwARMwARMoN8QOOuss7DBBht0e7xrrbUWfvGLX2DgwIHd1jvYvwiQBMl00GTTkkzx8lmXYuMzMF1VPicTds1NFsVyq86n/gjkBDIc4vGHpmPPda7CP195HV5M4J0QmNNtbzx8Mm46YjKgUxda0ikcVhqyyLxY8byxiPM9roViw6+rXDNhSc70s2IkQWbBiwmYgAmYgAmYgAmYgAmYgAmYgAn0YwI+dBMwARMwARMwARMwgblLoG3ubt5bNwETMAET6CcEfJgmYAImYAImYAImYAImYAImYAImYAJ9n4CP0ARMwARMwARMwARMwARMwATmOAGSjW2SbLy4S2a//rJv/WXgul9eGO5YbAi2GDcCw4cDnZ2d6FTPSfIVwU7b3INrpzynqJMJ9GsCPngT+K8IPHXJ3fjz2idW42waZdVfjLmSxtsF9vgKRq7R0fjynxivyzgdfijG9rrIPOaTTatOUyKZrDMTMAET6G8ESLbMjevjZoylZWwNW1d8oW2oxMK38pf/moM5+BzwOeBzwOdAPzsH4ONtnvMxNyo86n7EolwU86z6vItsnZORzXKZn5Isrq0J9EkCZD7HyaYl2fh5pX7NhB/XUV1xfZXysksMxE6btWPoECIv1bMlGT1Wwra7/Q2XXvl8rnJuAiZgAiYwxwk8ceyleHiXc9PvWHNWdqETbR+eHyNOWg8DFxjR8vy/jPHFxr2giORM/6AztJBM9xO5fS4tsMAC2HDDDXHBBRfgySefxKmnnor4YoF3cqDXXXcd9t57byy77LJYeeWVsf/+++PWW299J124rQn0TwIxsayOvDMGs5hrVuU+anxYJmACJmACc4iAbimA7jPxucTmJlO0WbRnArOFQMxqQrOlc3dqAiZgAiZgAibQOwh4L7sQiHl5fTbu2VIXQC6agAmYgAmYgAmYQD8hcM4552D99dfv9mjHjh2L888/HwMHDuy23sH+S4BkOniyaUmmz7CQTJ91KZ99CVs+E1Ns+Uxk2DU3WRTLrjoascTPKPGzSv5dAvD4A9Ox59pX4Z+vvB7VlgnMCoE52uaGwybjxsMnxymr34HlTetXYckZvMi8WPHcsYjzPM79YsOvK66RIpLp+iGZridoIancyQRMwARMwARMwARMwARMwARMwARMoEbArgmYgAmYgAmYgAmYwFwm0DaXt+/Nm4AJmIAJ9AsCPkgTMAETMAETMAETMAETMAETMAETMIG+T8BHaAImYAImYAImYAImYAImYAJzhwDZfHmXZHqpl2zaePGXZHrpN/z6i8HFLy8Odyw2BFtsPRIjRrSBqBatiygpsPO29+DaKc/Biwn0XwI+chP4zwk8dcnduHGdiRpRNaCmsbX0xRRbeM+vYfSaY2b65T8xhncVqXW7qNGr4sW3NQETMIG+SoBk49BIgmxVfdwsc99iYw5cV/0LbMO3ml/6axZm4XPA54DPAZ8D/e8c8P951//zMm+KePHrtsyxii3zMLI5P2tM3CqHZOXZmEDfJkDmc53kDD+zkGx5dh/XTrmOio1rrfjLLDEQO23ejqFDCKCSjLpRkdhu/CO4bNIL8GICJmACJjBnCTxx7GV4eNfzQFJCFohY5vnwAhh50npof8/w9Py/jOldbdwDikim+wNJkEQsZLZd/Sj3ZS288MLYaKON8Nvf/haPP/44TjrpJKy55prv6JD/9Kc/YY899sBSSy2FL3zhCzjwwANxxx13vKM+3NgE+g2B+lgDjTtKffvYfXQmYAImYAJzikC+pVB3F9Y2WfdrYbsm8K4SYDrv+K726c5MwARMwARMwAR6FwHvbVcCTDOkrlGXTcAETMAETMAETMAE+hOBc889F+uuu263hxy/kz///PMxaNCgbusdNIFCgGRySYJsVXwGJj4bU2z4ReUzkWHX3GRRLLvKaFA9kQQZigLw+IPTsdc6V+Gfr7ymgJMJvB2BOVd/4xFTcJOks1XnrLbLEOUTQxaZFyueuybi/I5zvtjw64pro4jkW35WDF5MwARMwARMwARMwARMwARMwARMwAQqAjYmYAImYAImYAImYAJzm0Db3N4Bb98ETMAETKAfEPAhmoAJmIAJmIAJmIAJmIAJmIAJmIAJ9H0CPkITMAETMAETMAETMAETMAETmIsESDa2TjK9IEw2bbwATDJ9qUT49ReEi19eIO5YbAg2HzcCw0cQaenslJFyws7b3I1rpzynmJMJ9EMCPmQT+A8JPHXJ3bhh7YlIQ2r0oTE1TNGCe3wVo9bsSON0GY9jfK77UY4xvIhky3hf+gpLMoxlAiZgAv2CANk65pFsGR/LuBk2xtJQjK/daWZfaNtdW8cGpD9GZA7m4HPA54DPAZ8DffIcGOD/1+7+X7vOlWJeVVfMt+oim/OymJiSuRy+ZQL9jQDJlkMmOcPPLSTTs6G4jurXVvhxTYYNLbPEQOy4eTuGDoEWPWSKJMWDp049fNpm14dw2aTnVedkAiZgAiYwJwg8fuyleGjXczUMd1aCrIROtH1ofow8aV0MXHBkeo4S43h9TI9yKMb+IpL+g87ofnnve9+LH//4x/j973+PRx99FCeccAJWW2217hvPJDplyhTstttu+OxnP4svfelLOOSQQ3D33XfPpLXDJtAfCXQ2Djp5KWuE+p7jIzIBEzABE5jDBOLGEiqbrfslZmsCs4mAftaaTT27WxMwARMwARMwgZ5OwPs3AwE9zZ4h5oAJmIAJmIAJmIAJmED/IXDeeedhnXXW6faAV199dZx//vkYPHhwt/UOmkAQIBkmicw+ycZnIuMzMCTT51/K52LC1lU+PxN2zZ+8F8usMhrx+ccsxAdvUjb1gRex19pX4V+vvq6ykwm8BYE5VHXj4VNww2GTZzxfOzsxeOGhWPHcNd/yc2JxHcQ1UkQyXSsk0zUELSSVNxPZWm7W2DMBEzABEzABEzABEzABEzABEzCBfkbAh2sCJmACJmACJmACJjDXCbTN9T3wDpiACZiACfR5Aj5AEzABEzABEzABEzABEzABEzABEzCBvk/AR2gCJmACJmACJmACJmACJmACc5sA2Xx5l2R6yZds2ngRmGT6AqF4Obg7xYvyEe9YbAg2HzcSI0a0pX4AliRL7LLtPbjummnwYgL9jYCP1wT+EwJPX3oPbljnJEBjMFmNp9kgloX3+CpGr9mRxucyDocNxZgcijG8LpLqbkZFfyTDWCZgAibQLwmQzTGQZGOsrI+hdT/G2FB9zA3f8pce+xzwOeBzwOeAz4H+fQ74/7/7//+YN4WCT92GXxfJ9IcIY95FNudkqC0kayW7JtA/CJD5vCeblmTLzy0kG9dP/boKv1x74S+zxEDssHk7hgwmEEmC1iWJ+Lfdrn/DZZOehxcTMAETMIHZS+DxYy/Dw7uep7EXIBkZlMsC83xofow6eT0MXHBkev4f43d9LI9yKOZMRSTTfYAkSCIWMtvwQ2RrOWL9UR/4wAew6aab4sILL8TDDz+MY489Fqussso7QnH11Vdj5513xuKLL46vfOUrOPzww3Hvvfe+oz7c2AT6HoHmGJM8ZUp97zCrI7IxARMwAROY0wR0V2mZz6o8p3fB2+u3BHy29dv/eh+4CZiACZiACcAIZiRAdp0ddS3PuI4jJmACJmACJmACJmACfYPAL37xC6y99trdHsyqq66KqB8yZEi39Q6aQJ0AyRk+20LmGMnG51/iMzHx+ZjuVD5HE3bNn7wXy646H9RpJFloUX8gHn9wOvb6/lX416uvK+ZkAt0TmBPRG4+YghsOn6yzEtBprkyJAKTBC8+Lz527JuJ8jvO92PDrimuiiGTjWiHVCQAyW2gh2VJWyMkETMAETMAETMAETMAETMAETMAE+jUBH7wJmIAJmIAJmIAJmMDcJ9A293fBe2ACJmACJtDHCfjwTMAETMAETMAETMAETMAETMAETMAE+j4BH6EJmIAJmIAJmIAJmIAJmIAJ9AgCJBv7QTK91Es2bbwQTDK9DFx/WbjulxeKOxYbgs3GjcCw4QTQmVOYzk50SjttfReuu+Y51TmZQL8h4AM1gXdM4KlL78H13z9RY2gaQNP4GWNoknpbaI+vYtSaHenLf8r4W2wZm2PsrovkDOO7ukqJZLLOTMAETKA/EyA5wzhJMs2By3haH2OLbztPuh+Zgzn4HPA54HPA54DPgXl8T5xn1q6DmFvF+RK2iMzzLrJ1TgYtJJU7mUD/JkDm64BsWpKNn2HKtVRsXGN11Z8bLbvEIOywRTuGDNajp8Cq5/bxzCm5yrbd9WFcNul5eU4mYAImYAKzg8Djx12Oh3Y9L3Wt3wCk5//K4reqaPvAfBh18noYuODIxtyyPoaXsb2M92FJpudXJNN9AVpIKm8msrXcrOnf3oc//GFsscUWuPjii/HAAw/gqKOOwte//vVZhhL3z0mTJmGHHXbAYostltadMGEC7r///lnuY242fPTRR9Gf9K9//Wtu4u7729acshxkjG0xqCVbgn3L+mhMwARMwATmOIH8ucPmZn2XabKwN/sIxHmmc2/2bcA9m4AJmIAJmIAJ9GwC3rtuCMQz0ZglNataS824PRMwARMwARMwARMwgb5E4Je//CW+973vdXtI3/jGNxD1Q4cO7bbeQROYGQEyf5aFbFqS6bMv8XmYriqfmSm2fJ4m7Jo/eS+WXWV0fPymfChSv7LOP69MffBF7Pn9SfjXq6/Diwl0Q2C2h2484hrccNjktJ04K8vHK8IOXmgoVjpvTcR5HOd2seHXVb8eSL7lZ8VIwosJmIAJmIAJmIAJmIAJmIAJmIAJmEALARdMwARMwARMwARMwAR6AIG2HrAP3gUTMAETMIE+TcAHZwImYAImYAImYAImYAImYAImYAIm0PcJ+AhNwARMwARMwARMwARMwARMoOcQIJsv9JJML8mTTRsvB5NMLwWHX39xuPjlxeKOxYZgs3EjMGw4gUhJBCkB2Hmbu3HdNc/JczKB/kDAx2gC74zAU5fegz+vPREaNCsVJIoSXAAAEABJREFUozFU4+jCu38Fo9fsSF/+U8bdYmM8jjG6q8i8Ltm0qBaSlWdjAiZgAv2PANk6BpK5TFLDMNPcl8w2xlYy+/XxNnxrnnRfMgdz8Dngc8DngM+B/n0O+P//7f7/Yz4VinZhi8g8xyLzHIzMFlpIKncyARMIAmS+Hkimn1fIVluuqWLjWqur/vxo2SUGYYctBmHoYEKdKckCshKI7Xd9GJdNeh5eTMAETMAE3l0CTxx/OR7a5VyNtNEvkyVlpXk+NB9Gn7IeBi44svGcpT52lzG9jPNhSTaeX5FELGS24YfI1nLErBkJfOxjH8O4ceNw6aWX4r777sMRRxyBr371qzM2nEnkjTfewOWXX45tt90WHR0dWHXVVXHMMcfgoYceQk9enn32WfQX9eT/hz6xb7WxJo06KesTR9bNQThkAiZgAiYw5wlQc2fWNlv3a2G7JvCuEojzjDr33tVO3ZkJmIAJmIAJmECvIeAd7Y4A6flRd1wcMwETMAETMAETMIG+TODXv/41vvvd73Z7iF/72tfwq1/9CvPOO2+39Q6awKwSIJmakgTZVHw2JhSfmSk2/KLyuZqwa/zkvVhmldEAoYUgKQtE/sSD07HX9yfhX6++Di8m0Epg9pZuPPIa3HDYZG0kzkSk85GkLDFkkXmx0nlrIs7fOKeLDb+uOPeLSL7tZ8XgxQRMwARMwARMwARMwARMwARMwARMoAsBF03ABEzABEzABEzABHoCgbaesBPeBxMwARMwgT5MwIdmAiZgAiZgAiZgAiZgAiZgAiZgAibQ9wn4CE3ABEzABEzABEzABEzABEyghxEg2dgjkiBbFS8Ik0xfOhF+/QXi4pcXjMcsPhSbjRuJYcOITmjp7ERnSG4Edt76Llx3zXNRskygbxPw0ZnAOyDw1KX34Pq1J+Y10uApV1bDpxxgofFfxuixY9I4XMbbYss4HDbG6CKydSwnmfqKjGz6UbZMwARMoD8SIFvHQjKXSbbMh8u4atuW/liQOZiDzwGfAz4HfA74HOhyDrS5/J+cEyTT3IJsWmgh81xMbiORbPh2TKC/EiBbrwOS3f7cUp4Pha2r/hxpmc+2Y7vN2zF4YHl2X7MCvN0uD+HySc/LczIBEzABE3g3CDx+3OV4YOdz1VWnflUq6cG/Hv+n35+2fWA0Rp+8HtoXGJGe/8fYXR+zoxyqz7dINuZRJBELmW34IbK1HDHr7Ql88pOfxLbbbovLL78c99xzDw499FB86UtfevsVqxavv/46LrnkEowbNw6f/vSnscYaa+D444/HI488UrWwMYG+SCBGtHxcyUtZLve53AdkAiZgAiYwFwjEjSVUNl33S8zWBGYPAZ9ts4erezUBEzABEzCBHk/AO9gtgXgfqNsKB03ABEzABEzABEzABPokgQsuuADf+c53uj22r3zlK/j1r3+NYcOGdVvvoAnMCgGy+bkWMvskWz4TSTJ9PqZ8biZsXeXzNWHX3PR9WPobo4H4ZE75XE6U5D/+4IvY6/tX4l+vvq6IkwlUBGajueGIKfjzoZPjbNRW8m8bIo+frQctOAQrnbsG4ryN87nY8OvyZ8WEzskETMAETMAETMAETMAETMAETMAE/lsCXt8ETMAETMAETMAETKBHEGjrEXvhnTABEzABE+izBHxgJmACJmACJmACJmACJmACJmACJmACfZ+Aj9AETMAETMAETMAETMAETMAEeiIBko3dItnti/IkG18+UX+RuPjlReMxiw/F5luPxPDhhDpSogSA0ELssvXduO6a5+Q7mUDfJeAjM4FZJfDUpffgz+ucpCEyBklCQ21eVQ5JLLz7VzB67Jg0/pZxttgy/tb/oEP4ZPTTqtwp1D/hxQRMwARMIBMgW8dEko1xksw+2WpjnC0iW+tIl0kzIM2ANAPSDEgzIM2A7PsMSB8jOXMGZd4Ulmy2q5fzzAyNeRhqC8laya4J9G8CZL4eyKYlma4dkumP3ZLZxjVWnhsVW54nhV1uyUHYYctBGDJY66MIaSGJ7XZ9GFdMej6VnZmACZiACfznBB4//nI8uMt5IKlOiPSPkAUGfGh+zHfK+mhfYMRb/lHnGNOLSDbGe1IdASCzRbWQreUqbPMOCXz605/GDjvsgEmTJuHOO+/EQQcdhC984Quz3Mu///1vXHjhhdhiiy3wqU99CmuttRYmTpyIqVOnznIfbmgCvYNAc8xJnjKl3rHr73Av3dwETMAETGAuEIi5baixad9lGijszHYCPttmO2JvwARMwARMwAR6JAHvVPcEyNbZEcHuGzpqAiZgAiZgAiZgAibQ6wn85je/wbe//e1uj+NLX/oSLrjgAgwfPrzbegdN4J0QIJs/V5DZJwkyKz4rQzJ9TiY+AxnlsHXFZyGjHHbNTd+HZVaZD1pbQpbWD+/xB6dj7+9Pwr9efR1eTCAIzC7dcOQ1uOGwKUgnIJoL5Q5ZeF6sfP6ab/k5sTif41wvIpmuAZIgiVjIbMMPka3liFkmYAImYAImYAImYAImYAImYAImYAKAGZiACZiACZiACZiACfQMAm09Yze8FyZgAiZgAn2UgA/LBEzABEzABEzABEzABEzABEzABEyg7xPwEZqACZiACZiACZiACZiACZhAjyVANl/yJZleBiabNl4YJpleFo6XiLtTvCgf8Y7Fh2KzcSMxbBjQ2dkpQY4E+dIu4+7CdVOei4BlAn2RgI/JBGaJwJOX3oPr156oMVJjo8bKGChjzFRAbicWGv9ljB7bgRhXy/gafl0xNtdFNsdtMvtlZ0gW19YETMAETKAiQM44NpJszIWjGdksk02/Pv7ab0s/J5iDOfgc8Dngc8DnQD87B3z/a3vrc55szp3Iph9zrBA5a7Foa5mACSD9nAItJJUjlUk2bNcxuP4MKfz686VllhiI7bcYiMGD9BhKz+w7kZf0bErlbXd5CFdMej4HnZuACfx/9s4DQIoie+PfQ5ecM6jIqQcnIIISFD0VAwZQEE/FdKZTRMmiKOqJ8Qz3Pz3DeQrmnMMZESRJFMxIMmAgqKCACRTcf301Wz2zw2yC2WVn9uvt1/Wqurq66tfVr6pru6dEQARKTODL21/HxyMfc8c5C+vH/2P21gVgmx3ro/6Yk7Fto1qF/qhzol03M9/3NIvZfbjFzNw2vprl98f3SNsSArvtthtGjhyJSZMm4Z133sE111yDfffdt9hJrlu3Di+88ALOOecc/OlPf0Lfvn0xduxYLF26tNhpKKIIlFsCefaN+XP/7aShcz1J+iQiIAIiIAIisGUEXC/atSuudUloa1zAliWqo0WgaAIuhqt3rkfze76654K1ioAIiIAIiIAIiEAFJsD/H/o+eh4D9pjyVDkiIAIiIAIikIkElGcREIECCDz//PP+/9mpdu+///549tlnUbt27VS7FSYCm0XAzPy7jzzYzOh4v5l5N/G9Gb7/mErCO5F0e52zPTodVs+nw2eY2LOL09z61cdrMPr4CVj38wa/XxsRSDeB2TdNxcwbJ7v/MLiUXZ1z22it2qQ6/vxYr0LfE2P9TqzzZqZ3xaBFBERABERABLaIgA4WAREQAREQAREQAREQAREQAREQARHIfgIqYQYQqJQBeVQWRUAEREAEREAEREAEREAEREAEyjUBZU4EREAEREAEREAEREAEREAEREAERCD7CaiEIiACIpC5BMwsyryZ+Y/kzeIuPx42M//RMHV+UJws/FCeYW3bV8eAIXVRq3YlGNyStzH6DLh46AeYPmWl26FVBERABCoegeWvzcPME+5yBTdnFZ2YU7k6GwsnTS85EPWPagva02BX6VIYRhucLGbmDs0vTJJiZnQkIiACIiACKQiYWWQ/k3ebxfeZJeuWHF1+ERABERABERABERABR8DMov6VWcG6i5pvNbN8fnlEQAQ2JWAWu0/M4q6ZRfdc8ngRx5ESJYwt0e3csTLOH1gFVau4492pjOLSAgx0hl/8Cca/8T20iIAIiIAIlIzAl/95HR9f/BhgAGhQKQDM/W3Toj7qjzkZ2zaqVeiPOifaczPz/5s1cyk4gVvMzG3jq1l+f3yPtHQS6NChA0aNGoWpU6dizpw5uPLKK7H33nsX+xQ///yznxThrLPOQuvWrXHsscfi3nvvxYoVK4qdhiKKQLkikGB7zNk4ruUqf8qMCIiACIhAxhIwn3NzTYt5LbZJ1GMh2opAegkwNfP1zqhKREAEREAEREAEREAEPAHzPSSvaiMCIiACIiACWUBARRABEUhF4IUXXkCfPn1S7cKf//xnPPfcc6hTp07K/QoUgXQRMDOflJnBLC6J79BQT3wfkjrfhQxur3O2x56H1oO5lCxszXnc+tUnazG63wSs/2Wj82kVgfQRmH3zm5jxzykwMyeICQxwUrVxdfz5sV6FvifG+su6HcTM9K4YtIiACIiACIjAlhLQ8SIgAiIgAiIgAiIgAiIgAiIgAiIgAtlPQCXMBAKVMiGTyqMIiIAIiIAIiIAIiIAIiIAIiEA5JqCsiYAIiIAIiIAIiIAIiIAIiIAIiIAIZD8BlVAEREAEMpyAGT8qjhXCzGCWX/gBsZkhfFBMN1nCB/Nt21fHOYProEYtA3LhllzneMW5wEVDPsCMqatcuFYREAERqDgEVoz7CDNOuCsqMK0ixQc4peklB6J+73bezgZ7GlzaW9rh4FKnmNkm9tqn5zZm5rZaRUAEREAEikPAzCJ7WmR8F8EsHt9MupkYmImBmRiYiYGZGJiJgZkYmFVMBq6bVOzVLM6o2AcpoghUcAJm5gmYWfT8YhbXOVaUKBxHSpQwzkS3c8fKOH9gFVSuHBvCz811g1NO3OoDhl/0Mca/8Z0/nzYiUGEJqOAiUAICX/1nPD6+6DFvQ/0/Q51B9bbVebZpUQ/1x5yEbRvVKvRHnRNtuJlFP+iMvMXM8rSYY5bfHwvVtrQJ7Lnnnrjsssswffp0zJo1C5dffjm6dOlS7NP+9NNPeOqpp3DGGWegVatW6NevHx544AF8++23xU5DEUVg6xNwfce8THjNb/IC5IiACIiACIjAFhNgw0IJCSXqIUyuCKSRQEJSqm0JMKSKgAiIgAiIgAhUeAL8AqjCQxAAERABERCB7CGgkoiACGxC4H//+x969+69STgD9tlnH7zwwguoW7cuvRIRKBUCZvH3Xsxiuplt8m4k36fhe5DBpR6E70JSp3vkgB2wx6H1EN7XyXUDvjHJxVeL1+Dy48Zj/S8bSqUsSrTiEZh101RMv2Gyr2+sc7G6xlfHclGlcTXs93ivQt8TY71lnQ5iZtG7YmYGLmYxlzrFLL+fYRIREAEREAEREIEkAvKKgAiIgAiIgAiIgAiIgAiIgAiIgAhkPwGVMCMIVMqIXCqTIiACIiACIiACIiACIiACIiAC5ZaAMiYCIiACIiACIiACIiACIiACIiACIpD9BFRCERABEcgGAmbxj3/NLOWH8maG8BYe2XcAABAASURBVGEx3WThh/IMa9u+OgYMqYeatfnqjUsLBi7cmhkuGvIBZkxdxSCJCIiACGQ9gRXjPsL0E+5y5XRW0NlAp3ir6HxU0eyS7qh/VFtvX4MdDS5tapDwgw50zQxmcfEJ5W3MLE+TIwIiIAIiUFICZhbZ11THKkwEREAEREAEREAERKDkBMzifSwzK3kCOkIERMATMMt//5hZ9PxiZv4HQDluFCSMKQU3jDfR7dyxMkYMqoaqVWJpuIS4Aga/nH/RJ5gw8XuvayMCFZGAyiwCxSXw1R3jsfiix1x0Z0DdGrOjBjPDNjvUR/0xJyGnce1Cf9Q52G26ZubtuVksDbOYi4TFzBJ8UrcWgS5dumD06NGYNWsWpk+fjssuuwx77rlnsbPzww8/4PHHH8epp56KVq1a4aSTTsLDDz+Mb775pthpKKIIbB0CcRvkNbdx69bJis4qAiIgAiKQhQRcq5Kvv+v8WVhKFan8EEjMiWpbIg3pIiACIiACIiACFZ2AWXLvKNlf0Qmp/CIgAiIgAplEQHkVARHIT+Cll17CUUcdlT8wz7fXXnvhf//7H+rWrZsXIkcESo+AWfw5wyymm5l/58bMovdn+D4N34EMLvVk4TuRRw7YAZ0Oqw/AYqt3DGaGpR+vwejjJ2D9LxugRQS2hMDsf0/DjH9OcfUKcYFbDKjaqBr2f7xX9J5Ycj0NftblIGYW1XUzlwjg0o25yFvM8vvzguWIgAiIgAiIgAgkEZBXBERABERABERABERABERABERABEQg+wmohJlBgL9Cnhk5VS5FQAREQAREQAREQAREQAREQATKIwHlSQREQAREQAREQAREQAREQAREQAREIPsJqIQiIAIikDUEzOIfAZuZ/0jYLO7yg2IzAz8ypk43WfihPMPatq+GcwbXQc1ahlz3l7ciNzcXboOLBr+PGVNXQYsIiIAIZDOBFeM+wrR+d3q75zbO/Dkb6Awi7SLNYdNR3VG/dztvV4P9pA1NFNrbRDGL22WzuE6OZkZHIgIiIAIikAYCZpbcH5ZfTFQHVAdUB1QHVAdUB1QHNqMOpKFrpiREQATyCJiZ18zirplFtilxDIl64hgT9TD+RLdzxxwMP68KcnLyxqtijk+fm+EjP8aEid9TlYhARSOg8opAsQh8ecd4LBr5mB/x5/i/U7zDzTbb10WDsSchp3Ht6EedaXtpixOFtjqImekHnZGZy957740rr7wSc+bMwdSpUzFq1Ch06NCh2IVZvXo1HnnkEZx88snYaaed0Lt3b9xyyy2YN29esdNQRBEoMwL8B2feydh9pO3zbl6YHBEQAREQARHYMgK5ee/VhFTUygQSckuFQF6irGeu7uX55IiACIiACIiACIiACLhRbjcGxF5SnEV+XzxcmgiIgAiIgAiUewLKoAiIQAKBl19+Gb169UoIiatdunTBSy+9hHr16sUDpYlAKRMwi737yNOYGZ3oXUgz8+/RhPdq+L4NdbpBEt/Fod5rwA7Y81BXh6NHGDf2m/d889XiNRh93His/2UDtIjA5hCYdfObmH7DJPfQnHe0q2euevG1CVRpWA37P3Fk9J4Y6yjrJN1EYR0OYma+jpuZr/dwi5m5LbzfzLwLLSIgAiIgAiIgAsUhoDgiIAIiIAIiIAIiIAIiIAIiIAIiIALZT0AlzBAClTIkn8qmCIiACIiACIiACIiACIiACIhAuSSgTImACIiACIiACIiACIiACIiACIiACGQ/AZVQBERABLKLgJlFBTIz/3GwWdzlh8VmBn5wTJ1usoSPktu2r47+g+uiVq1KgPkVZlQowMVD3sfMqaugRQREQASykcCKcR9h+gl3xe2eKyRNIGD+r/klB6JB73benga7SZdCu0obmyxm7tgkQd5iZnmaHBEQAREQgdIhoFRFQAREQAREQAREQAREQAREYOsTMIuNAZnFXTODWUySx5M4zpQoYeyJbuc9KmPEoGqoUpnHurKZE7iNS4va+SM/xoSJ31OViEAFIqCiikDRBL68YwIWj3zcRzTaTYo5r5NtdqiHBmNPQk7j2tGPOtPmJtpi6on22swK/EFn5C1mLvE8XU75JbDvvvvimmuuwTvvvINJkyZh5MiR2G233Yqd4Z9++gkvvPAChgwZgnbt2qFbt2647LLLMHHixGKnoYgiUKoEEmyRt0p+U6pnVOIiIAIiIAIVioC5nrUllDhRTwiWKgJpIRASYT0zV/eCX64IiIAIiIAIiIAIiICZ+keqBSIgAiIgAtlCQOUQAREIBF599VX07NkzePO5nTp1wssvv4z69evnC5dHBMqKgJn5U5nFXTODWUzCOzZ83yZZ+E4OheF0ew3YAXscmleX8443pu42Sz9eiyuOn4D1v2xgiEQEik1g1r+nYcaNU1x8c/XSOVzz6le1xtVwwBO98r0nxrrIOpkooR7TNbMi3xWDFhEQAREQAREQgRIQUFQREAEREAEREAEREAEREAEREAEREIHsJ6ASZgqBSpmSUeVTBERABERABERABERABERABESgHBJQlkRABERABERABERABERABERABERABLKfgEooAiIgAllIwMyiUpkZzPJL+LiYHx5Tp5ss4ePkdrtXx9mD66JmrUrIdanm5votYh7gosHvYebUVW6PVhEQARHIHgLLx32Eaf3uipm6PLPnS0fdKU1HdUf93m1B2xnsZXAZFmwr3SBm+W2xmbmUYqtZXI+FaCsCIiACIpB2AkpQBERABERABERABERABERABMoJAbPYWJCZbTJ+b2b+h0HDmBJdjjclShiHott5j8oYPrAqcnIQG7fniFbeOH6u08+/cDEmTPzO7dQqAhWEgIopAkUQ+OKO8Vg08jFnIWMD/v5/n7SbzrvNdnXRYMyJyGlcO9+POifaYOq0zUHMzNtts5hNh1vMzG3jq1l+f3yPtPJMYP/998d1112H999/HxMmTMCIESPQpk2bEmV5xowZuPrqq3HggQdil112Qf/+/fHEE09g1Sr9f71EIBU5jQScsctLzWt+kxcgRwREQAREQAS2mAAbFkpIKFEPYXJFIE0EkpJRbUsCIq8IiIAIiIAIiECFJuDHvSs0ARVeBERABEQgawioICIgAp7Aa6+9hsMPP9zryZs99tgDr7zyCho0aJC8S34R2CoEzGLvyJjZJu9Ghndt6PL9m0Thu5D00z3y3B2wR496QG6uW52wJG4QmNpXi1dj9HHjsf6XDQyViECRBGb9exqm3zA5710xV4tcXfIHufpVuUEV7P94r0LfE2O9ZJ0NYmZFvisGLSIgAiIgAiIgAiUjoNgiIAIiIAIiIAIiIAIiIAIiIAIiIALZT0AlzBgClTImp8qoCIiACIiACIiACIiACIiACIhAuSOgDImACIiACIiACIiACIiACIiACIiACGQ/AZVQBERABLKVgJlFRTOzlB/KmxnCh8d0k4UfyjOs3e7V0X9wXdSqVcmnAzA9wDmA21w85H3MnLoSWkRABEQgGwgsH/cRpp8wBnA20lk7Ok4HvOLCml/SHQ16t/X2M9jJ4NJmBgk/6EDXzKWUIEhYzCzBJ1UEREAERKC0CChdERABERABERABERABERABEShPBMzyjwmZmRt+igvHlBIljDkFN4xH0e28R2WcP6gaKlcOv0zKkrq0YOA6YuTHmDDxO2gRgYpAQGUUgcIIfHHHBCwe+biP4ixkzHX2F0622b4uGo49CZWb1CnwR50T7TJ1M4t+0Bl5i1lIORZglt8fC9U20wgceOCBuPHGGzFv3jyMGzcOw4YNQ+vWrUtUjE8++QR33XUXjj/+eOy0007o27cvbr/9dsyfP79E6Shy5hHo378/Vq4sL+9TxG2S19zGrZkHVTkWAREQAREonwTY96VEuVMrE6HIAuWEE07A3Llzy01JkjOi2pZMRH4REAEREAEREIGKTMAsf+/IYBUZh8ouAiIgAiKQwQSUdREQAfj/Tx922GEpUXTo0AGvvvoqGjZsmHK/AkWgLAmYxZ87zGK6mcEsJonv2fAdSPrpphK+E9nr3BbY49D6seNZEAsbw9KP1+CK48bj13UbGSgRgQIJzLplGqbfMBmsPhQfMU+p0qgauj95ZPSeWKq6yDDW1SBmFr0rZhZLyCzmIm8xy+/PC5YjAiIgAiIgAiJQCAHtEgEREAEREAEREAEREAEREAEREAERyH4CKmHmEKiUOVlVTkVABERABERABERABERABERABMoZAWVHBERABERABERABERABERABERABEQg+wmohCIgAiKQ1QTM4h8JmxnM8gs/ODYzhA+Q6SYLP5RnWNvdq+PswXVRo6YBublcnQu3UM/FRYPfx6w3Vzm/VhEQARHIXAIrXp+Paf3ugrNszs65rbd3uc7exaTpxfuj/lFtvd0M9jG4tJUU2tZEMbNN7K+ZeUhmMdd7tBEBERABEShNAkpbBERABERABERABERABERABModAbPY2JBZ3DWzaCwpcYyJOseeEiWMS9HtvEdlDBtYDTk5icXkmJYb2nJBIy5cjAkTv3OaVhHIagIqnAgUSODL/07AopGPufH/WBRnIb2S6/4PsM12ddBo7EnIaVI7+lFn2tZEmxt02mOKmeX7QWezmP1GwmJmCT6p2ULgkEMOwb/+9S8sWLDAT6YwePBgtG7dukTFW7t2LZ599lkMHDgQbdq0wb777ovLL78cU6ZMKVE6ipwZBF566SW0atUKd9xxx9bPsLN5IRPuP6G+oxjsYQiXKwIiIAIiIAKbQ8C3J66dYf86frwPjXulZTyBTp06YeTIkdiwYcPWLkvC+dmroSQESRUBERABERABERCBCk6A/fLE3rh6SxW8Qqj4IiACIpC5BJRzEajwBMaPH49DDz00JYf27dvjtddeQ6NGjVLuV6AIbA0CZvH3ZMxiupnlex/SzPz7NnwPh+/f0A2S+K4O9V7ntkDHHvVi7/r4hxxuKMBXH6/B6GPH4dd1G6FFBFIRmHXLNEy7frLfxVpDCZ4qDaui+xO9ovfEWAdZ5+gmCutoEDPzddcsVqfhFjNz29hqZr6ux3zaioAIiIAIiIAIlICAooqACIiACIiACIiACIiACIiACIiACGQ/AZUwgwhUyqC8KqsiIAIiIAIiIAIiIAIiIAIiIALlioAyIwIiIAIiIAIiIAIiIAIiIAIiIAIikP0EVEIREAERyH4CZhYV0sz8x8NmcZcfHpsZ+EEydbrJEj5abrt7dfQfUg81a28DGODFbcwLcNGg9zDrzVXQIgIiIAKZSGDF6/PxZr+7AGcTvV0zrzpvTGk26gA07N3O28tgF4NLu0kbmixm5o83i7vIW8wsT5MjAiIgAiJQ+gR0BhEQAREQAREQAREQAREQAREonwTMYmNEZnHXzKIxpeTxJo5DJUoYn6LbZc8qOH9QNVSuHMpqQGx1ruGCkR9j4qTvoUUEspeASiYCqQl8+d83sHDk4zAHGakxAAAQAElEQVQzmIviHOdSA7bZri4ajT0JOU1qRz/qTJuaaGuTbbGZFfqDznCLmbmt1mwnwMkW/v3vf2PBggV48803cdVVV6F79+4lLva0adNw5ZVXYv/990fr1q1x7rnn4umnn8b333+PH3/8ERdffDH69+/vhfo333xT4nPwAB7H40Na119/PX766SfukpQyAV5LXtcDDzwQM2bMKOWzFZJ8gm0yZwm5FhK73OyaP38+yK5Tp04oiey3337o27cvrrjiCsyePRu///57uSlTWWTk559/xoABAyJmU6ZMKdXTLly4ED169PDn43l5/uQTbu61LOy6J5aL5+S5Q/wHHnggOQtF+leuXIk+ffr4cjCdzUmjyJMoQqkRGD16tK5dqdEtPGHzu801Lea12CZRj4Vom/kEbrjhBrRq1QqPPvroVixM4qnN1ztLDMpA/euvv8bDDz+MM844AwcddFBky7p27erbJfZn3nvvvWL1ZxLbW7ZpbNsyEEmxsiy7nx9Tuq99ct8qsd/FMxe1n3EyXVhm9gkp7GeyzJlepvKef93Xqa9Quu9vnoVjQrfeeiuOOOKIqN3ZZ599cNZZZ2Hp0qVl+jzJ/KT72qc7PeYxk8R8DymTcqy8ioAIiIAIiEAqAgoTgYpNYMKECTjkkENSQmjXrh3GjRuHxo0bp9yvQBHYmgTM3BOJE+bBzOjAzCJJfAeH7+bQTzdI4js71Hud2wJ79KgPGFe3oQL47dKP1+KKY1/Hr+s2QosIJBKYfet0TLthCsxYZ+BcJ6BuqNqoGro/0St6T4x1j3WNbqKwbgYxs0LfFTNj2tAiAiIgAiIgAiKwWQR0kAiIgAiIgAiIgAiIgAiIgAiIgAiIQPYTUAkziUClTMqs8ioCIiACIiACIiACIiACIiACIlCOCCgrIiACIiACIiACIiACIiACIiACIiAC2U9AJRQBERCBCkLALP7hsJnBLL/wA2QzAz9Mpk43WcLHy213r46zB9dFzZqVgFy4Jdc5FKe69aJB72LWm6ucplUEREAEMofA8tfnY2q/u/Jn2Nk4tyLXbZpdvD8a9m7n7WSwh8GlvQy2k24Qs/y21syi9M3iehQoRQREQAREoPQIKGUREAEREAEREAEREAEREAERKMcEzGJjRWa2yfi9mfkfDg1jTnQ5HpUoYZyKbuc9q2DYwGrIyeEQvhvY4urFjeO7ga7hFyzExEnfQYsIZCUBFUoEUhD44r9vYMGFj7mx/pgddCbR6TEbuU3zOmg09kTkNKkd/agzbWmijQ12ly7FzLxdNovZbLjFzNw2vprl98f3SMtmApwg7dJLL8Ubb7yBTz/9FHfffTdOPvlkNG/evETFXrRoEe644w785S9/wY477ojJkyejd+/evo/AhL777ju8+uqr2LixZD9gz/g8jscznRo1auC4444DXfolZUNg4sSJ6NatG4YPH46tM3EkrWCsrF7zm5g/G7dk/MUXX+B///sfzj33XJx22mmgPxvLurXL9OOPP+KWW25BsDFbOz86f+kRYBt38cUXI5snk94cer///jtee+01/Otf/9qcw7PoGDYslFCkRD2Eyc0GAp999hlOPPFE9O3bF5yQuMzLlOKEmVrbaFcHDRqEI488EjfddBPef/99rFmzJioh+/FfffWV78+ceeaZvg//1ltvuefaTC1xVDQpIlAuCKxfvx4PPPAAnnjiiXKRH2Vi6xGoaHVh+fLlOP3003H//ffjm2++icCTg5mhSpUqUZiUzCTgRsMzM+PKtQiIgAiIgAgkEpAuAhWYAP/nfPDBB6ck0KZNG7z++uto0qRJyv0KFIHyRsAs9g6Nmfn3HsziLt/D4Ts6waVO4bs7lKD3Oq8FOh5SL++3DNzYaGz146RfLV6N0ceOw6/rSvYORXnjpPykj8CsW6fjzesmw1UQt8aekHNZZ9ymasOq6P5Ez+g9sVDH6CYK62QQM4veFUPeYmZ5mhwREAEREAEREIEtJqAEREAEREAEREAEREAEREAEREAEREAEsp+ASphRBCplVG6VWREQAREQAREQAREQAREQAREQgXJDQBkRAREQAREQAREQAREQAREQAREQARHIfgIqoQiIgAhUJAJm8Y+JzSzlh/JmBn6gzI+S6SZL+GC+7e7VcfaQeqhZexsAeWkBTqMYLh70Hma9uQpaREAERCATCCx/fT6mnTDG2TBz2aU4h6tT3YrtRh2Ahr3befsY7GBwaSeDzaQbxMxgll+YJMXM6EhEQAREQATKkIBOJQIiIAIiIAIiIAIiIAIiIALlnYBZ/jEjM8s3vhTGnYLLcalECeNVdDvvWQXDBlZD5coGcPViMHMCw/kXLMbESd9BiwhkGwGVRwSSCXzx3zewcORjcObPibOBTjEXyTnYtnkdNBp7Iio3rRP9qDNtaKJtpc2lny7FzKIfdDZjSvDpImExi4UnBEmtgAT+8Ic/4IwzzsCDDz4ITuj5yiuv4MILL0SnTp1KROOHH37AsmXL0Llz53zHzpo1C2+//XaJ0mJ8HseDzAyHHnooWrZsSa9kKxDg5K6tW7f2E+2V7enjNsprbuPWss3CFp4tJycHBx54IPr27Vuo9OrVy9dx2vFwyo8++ggjRowAJzoMYXK3nEBubi6eeeYZcDLiLU9NKZRXAt9//z2uuuoqnHDCCZg/f355zeZWydeHH36I0047DZdccgnWrl27VfJQfk7qWhXXz4jnx/njHmlZSODZZ58FJxy78sory7R0qU6WabXt999/x2OPPYZTTjkFM2bMAP0sV/Xq1dG+ffuon9O9e3fUqVOHu7wsWbIEAwcOxD333IMNGzb4MG1EQAQ2j8CkSZNw/PHH45ZbbsG6des2LxEdlRUEKlpd4DNcGLPiBeS4J9tzPmf37t3bj0GxPeI+SeYSMEvuHSX7M7dsyrkIiIAIiEDFIaCSikBFJcBnlIMOOihl8f/0pz9h/PjxaNq0acr9ChSB8kTALP4cYhbTzcy/Z2Nm0fs3fC7l/3QLE77P0+u8HdGxRwO4FOA2XGFmTjcs+3gNrjh2HH5dpzFTVPBl1q3TMe36yYCrGnCLryJ0nVRtWA3dn+gZvSfGOse6RTdRWCeDmFlUV80MZjFBwmJmCT6pIiACIiACIiACJSWg+CIgAiIgAiIgAiIgAiIgAiIgAiIgAtlPQCXMLAKVMiu7yq0IiIAIiIAIiIAIiIAIiIAIiEA5IaBsiIAIiIAIiIAIiIAIiIAIiIAIiIAIZD8BlVAEREAEKhwBs/hHxGYWfWhsFtP5QbKZgR8qU6ebLOFj5ra7V8dZg+uiZq1K4A/B5QLwkuu3uHjgu5j15koXqlUEREAEyi+B5a/Px9R+d+XZsZj9ojXLdRaN5qzZxQegQe+23i4G+xfcRPtImxnELGZTzWJuYunNLNErXQREQAREoGwI6CwiIAIiIAIiIAIiIAIiIAIikBEEzGJjR2Zx18yisfww/hTcxPEp6mHcim6XTlUw9LxqyMkxN9Lliu8Gu8JYvvPh/AsWYeLE76hKRCBbCKgcIpCPwBf/fQMLRj7GIf9N7OA2zeqg0dgTUblpnehHnWk7aUuD0NZSp0sxs+gHnZG3mFmeFnPM8vtjodpWdAJVqlTBYYcdhuuvvx5vvfUW3nvvPdx888046qijUKtWrWLhYV1k/Pr16/v4nOjz5ZdfxurVq72/qM2qVavA+DyOcTkxxH777ef7GPRLtg6Br776Cqeddhp69erl60WZ5ML1CcN5+J9RGkjvhsAMcKtVq4bTTz8do0aNKlRGjx6Np556CuPGjfOMactZvE8//RR33303Nm7cSK8kDQTmzZuH++67L5q4uLAkd911V7zxxhuYM2dOgcJ7IqTRuXNnTJkypcC4TIf2LMSXW3oEVqxY4Z4hJ+reSYH47bffxkcffZRiT0UMyvXv38RLnmmtTDzn0kpG4PLLL0e7du3w/PPPl+zAzYuddBTrmat7SaHl2ct++dixY/Gvf/0L69ev91lt1aoV7rjjDkyaNAn33HNP1M+58cYb/aRubGvbtGnj47Ifc+edd+KRRx4Bx/t8oDYiIAIlJsD7jc9lJT5QB2QdgYpWF9asWYN33nknuo7nnnsu7r//ft/2XHbZZTj77LOjfVIylwD7COwlxUuQ3xcPlyYCIiACIiAC5ZaAMiYCFZLA5MmT0b1795Rl5/gR/8fSrFmzlPsVKALlkYBZ/D0as5huZv5dBTOL3sPh/3KD8P2IIInv8lDvdV4LdOhRD1z4lMNnHzdIyhVLF6/BFX95Hb/+soG7JRWQwMxbp+PN6yf7+sB3IYggvCJRpUFVHPhkz+g9MdYx1im6iRLqIV0zi+qomYGLWcylTjHL72eYRAREQAREQAREoEQEFFkEREAEREAEREAEREAEREAEREAERCD7CaiEGUagUoblV9kVAREQAREQAREQAREQAREQAREoFwSUCREQAREQAREQAREQAREQAREQAREQgewnoBKKgAiIQMUkYBb/mNjMog/lzWJ6+CiZHyxTp5ss4aPmtrtXx98G10XNWpVgeTjNqDlx66hB72HWmyvz9sgRAREQgfJFYPnr8/HmCWOc/TKYOYmyR93Q/OL90bB3W9AGBrsXXIZRaCcTxcwdm0KYtJnRkYiACIiACJQ5AZ1QBERABERABERABERABERABDKHgFlsDMks7ppZbPzKuYljUdQ5RpUoYfyKbpdOVTB0YDVUzjG4BNxqMAAuGZj7u+DCRZg48TtoEYHsIKBSiECcwBf/fQMLRj7uLJ3Bbbg612Bm2LZ5bTQaewIqN60T/agzbWaiLQ32lS7FzKIfdIZbzGJpOTVazSzSpYhAYQTat2+PIUOG4Pnnn8enn36KJ554AgMGDEDr1q0LOwyNGzdG7969fT1mxGXLluHll1/G77//Tm+Bwv2vvfYaGJ+RateujT59+qBatWr0SsoBgZdeegkdOnTApZdeWvq5SbBV3mr5TemfdmueoU6dOp7twQcfHGXjzTffxBdffBH5pWw+gTVr1uD//u//sHbt2s1PREeKgAhkEQED/+IFsrgqLesJzJs3D+xnnnzyyfj8889LsbzJSbOemat7yeHl189ngbFjx/q+PJ85jznmGNx7773o3Lmzf/ZMzrmZoV27dvjPf/6Drl27+t3s5995552YPXu292sjAluDQPXq1XHHHXdgzpw5Xvbbb7+tkY1SPSfLFMrHsrLMpXpCJS4CZUBgw4YN+OWXX/yZOE7EtsXMvD9sWNdZ50P9570Q9snNDAJmllH9o8ygqlyKgAiIgAiULQGdTQQqHoGpU6figAMOSFnwXXbZBRMnTkSzZs1S7legCJRnAmbu+cQJ82hmdGBmkXCMNEjiuztBT3ynh3qv83ZExx4NYC4lM7d14lYwYOnHa3Dlca/j1182QEvFIjD7thmYdv0UVw0MoT4A1A1VG1bDgU/2jN4TY91iXaKbKKEe0jUznc2BEQAAEABJREFUP15vFksDbjEzt42vZvn98T3SREAEREAEREAEik9AMUVABERABERABERABERABERABERABLKfgEqYaQQqZVqGlV8REAEREAEREAEREAEREAEREIFyQEBZEAEREAEREAEREAEREAEREAEREAERyH4CKqEIiIAIVGACZvGPis0MZvklfJzMD5ep002W8HFzuw418LfB9VCjZuw1nVzkOrJOYitGDXwXs95c6cK0ioAIiED5IbD89fmY2m8Mcp2tYq7o5qn0ovnF+6NRn3ag7Qv2LrgMo9A+JopZfltqZj4tbsziOv0SERABERCBMiSgU4mACIiACIiACIiACIiACIhAhhEwi40lmcVdM4vG8hPHpKhzrCpRwjgW3S6dqmDweVWx7bZu9N4NgrmtGxPzWz+aP+KChZg06bsMI6TsikAKAgoSgTwCn//3DSwY+bjzxWwdjZ0zf972bdOsNhqPPRGVm9ZxdnHbfP8DCHY02FW6FDOLftAZbjGL2WOnRquZRboUESgJgYYNG+LYY4/1E3kuWLAAb775Jq666ip07949ZTJ77rkn2rdvH+2bPn06Fi5cGPlTKdzPeNxnZjj00EPRsmVLeiXljMA111yD1q1b48knnyzFnMX/I+o1vynF05WTpNkv7tOnD3JycnyOVq5ciS+//NLr2mw+gVzXwN5999344IMPfFu5//77b35iOlIERCBLCLBhoYTiJOohTG62E3j44YfRqlUr/POf/yydohaQaqbUNvZB7r33Xvz+++++JOyjXHDBBahSpYr3F7apWbMmLrnkErRo0cJHW79+Pcibrg/QRgREQAREQAREQATyCPCZPU+VIwIiIAIiIAKZSUC5FoEKRoD/J95vv/1SlnqnnXbCpEmT0Lx585T7FSgCmUbALPaOjZlF70Oamf9/I9/TCRLe46HL//fSpVDveV4LdOhR378L5DZcwfeDuPlq8Wpceew4/LZuI7RUDAKzbpuBKddNdvUgN09cuf0/DXJRuV4VHPjEEdF7YqEO0U2UUO/ompmvj2axOgq3mJnbxlez/P74HmkiIAIiIAIiIAIlIqDIIiACIiACIiACIiACIiACIiACIiAC2U9AJcw4ArFfFs+4bCvDIiACIiACIiACIiACIiACIiACW5OAzi0CIiACIiACIiACIiACIiACIiACIpD9BFRCERABEajoBMziHxebWb4P5c0s+jiZHzDzg2W6ycIP5RnWrkMNnDWkHmrWqgSXEuC2eatTDZcMeg+zp62CFhEQAREoDwRWjF+AqSeMBZytMzPnutU7bgPD9hfvj4a92+ab+CfYO9o82sRkMTOY5RfkLWaWp8kRAREQARHYGgR0ThEQAREQAREQAREQAREQARHIRAJmsTElM9tk3MnM/Bh+4hgVx60SJYxn0e3auSqGDqyOnByXFgxwwi24uLRGXLAIkyZ9R59EBDKWgDIuAiTwxZ0TsWDkE06llbOYtTPAmTrkNK+DxmNOQOWmdaIfdaaNTLSdtKv006WYmbe3Zi4RwKVjXpCwmFmCT6oIbBmBffbZB5deeineeOMNfPXVV3jmmWew++67R4nm5OTg6KOPRt26dX3Yb7/9hhdeeAE//fST9ydv1q5di6effhqMx33t27fH/vvvT1VSTgksWrQIxx13nJfFixeXQi7jNstrbuPWUjhP+Utyu+22Q/369aOM8R6LPFI2i8DUqVO9jeHBBx98MHr27ElVIgIiUJEJsG9MiRhUlFYmKrCUPAK//vorOKl9165d8frrr+eFpscpKJVMqG25ubl48sknsWLFCl+Mpk2b4pRTTvHPqD6gGBtO9NavX78o5nvvvYeFCxdGfikiIAIiIAIiIAIiQAJm+XtHBmOwRAREQAREQAQyhoAyKgIVicC0adPw5z//OWWRW7ZsicmTJ4P/50oZQYEikEEEzOLPJWYx3cxgll/4vk54d4dukMR3fKj3PG9HdDy0IVwCXJ0Lt7i0YFj68Rpccexr+G3dRhemNZsJzLptBqZeN9lddcDMuHEuAKdWaVAVBz/V04/Bp6pHIYx1LoiZRe+KmblEAJjFXOQtZvn9ecFyREAEREAEREAENoOADhEBERABERABERABERABERABERABEch+Aiph5hGolHlZVo5FQAREQAREQAREQAREQAREQAS2MgGdXgREQAREQAREQAREQAREQAREQAREIPsJqIQiIAIiIAKOgFn8I2Mz8x8hm8VdfrBsZuBHzNTpJgs/lGdY2w418LfB9VC9pgHIja10cnPBHy69+Lx3MHvaKrdPqwiIgAhsPQLLxy/A5OPvcjbKGyhvn2ijvDjbtd3F+6FB77be7gX7FlzauiC0iUHMLJ/9TCydmSV6pYuACIiACJQ9AZ1RBERABERABERABERABERABDKWgFn+sSUzyzcOFcanghvGroIbxrXodulcFUMGVsO2OTEcbnQsT6GWixEjFmLSpO9iYdqKQOYRUI5FAJ/fORHzL3zckYjZNfePADfq73S3btO0NhqPOQGVm9UBbSLtZHCpU2hLg0vdzKIfdIZbzGI22KnRamaRLkUE0k2AkzgcffTR6NKlS76kmzVrhp49e/o+AXd8+umnmDp1qv+fF/1B+L+viRMn4ssvv/RBdevWBdPLycnx/lSbNWvW4LnnnsPll1+OAQMGoH///t6ln+Hff/99qsM2Cdu4cSM4Eektt9yC4cOH+3SY1uDBg3H99deDk1isW7duk+MUECfAiWFbtWqFa6+9Nh6YDi3XGcW8dHKdlcxb80Ky21m7di1++eWXqJCccDfyFKB8/vnn+Mc//oGjjjrK34udOnXCPvvsg5NOOgkPP/wweM8UcOgmwRs2bMDMmTNxySWXoFevXujatSuYHmW//fbzk/+WNM2QvyOOOMKnRXvB+/yBBx7ATz/9tEke0hnwzTff4Pbbb8f69evRokULDBw40Lex6TxHNqQ1f/58HHjggf76jB492heJzF566SVfj1ifQh04++yz8fbbb4P220d0m99//x1vvvkmuK+ouC56gSvP+eqrr+KMM84A6xvPSenRo4evk7TZPFeqBFifGJcTVPM+YpyvvvoKhx12mC8Xy8dyMjxZvv76a/B4HnvQQQf5+EyLdZX1lvdDYedOTm/lypX4z3/+49szpsG0mM7NN98M7kuOX5T/559/xvjx48H2iemENJku80teL7/8MhgvOS2Gsa1kXLZ3Yf+LL74YlZP7GS/sC25p2IOQ9tZ0fQvj2pnEOsw++dbMk8699QnMnj0btDW0Y99++206MpQijVzXpXE1MAOez8iAffdQCNqeHXbYIXiL7bJN2GWXXXDwwQdj5MiR2HHHHYs8lnY+tCmhLWB/5C9/+Yu31SXpO2xJu5Iqo7SLU6ZM8faY9pe2lUKdNpr5Zv5THVucMNqlJ554wvfjmC7t/XXXXQeetzjHJ8ZhPpkGZfTo0X4X2d16663g9WQ4hfX+yiuvBPtrPlIBG7ahbEt5TJ8+fYpsz0oan6fl9eLzxYknnhj1QcmW7fCHH36Yr+/B+CURtnNs75h/CvkUdjzjs21lGxvqIY8jr5LkZ0v6GOwzkDXPy3Y75JftOcMo4dpyH8vEMArLyjIwPJWwrvEabckzBI8PdSLkg3WV+aAtDdx4//Ka8hmCdTBVfjYnjOVjOVleciKvL774AsOGDfP3EO+fwp45WN82t9+5Ofkty7qQnD/e31tyrRPTo42jraPNC9eYtp7XnOHcnxh/c/TEa8u+PPv0TId9fPbXec0pvP6MS6HOMArrIOMXJGV97Vk30/VswLKmsk20lbwmEyZM8M++BZW9vIbTJrkeUpS9XNdjijxSREAEREAERKD8E1AORaDCEJgxYwb23XfflOXl/1/YF99+++1T7legCGQiATOLsm0W083Mv/9gZtF7OnxvJ7zDQzdI4rs+1Hue1wIdezRwY1xA7LGHTz+xp6Gli9fgir+8hl/XbXQ7tWYjgVm3z8TU6yb7ovGq81mYFcH9uwpV6lfFwU/29P/DTlV/QlilSpV8vaNrZl43i9VJuMXM3Da+muX3x/dIEwEREAEREAER2AwCOkQEREAEREAEREAEREAEREAEREAERCD7CaiEGUigUgbmWVkWAREQAREQAREQAREQAREQARHYqgR0chEQAREQAREQAREQAREQAREQAREQgewnoBKKgAiIgAgEAmbxj43NLPpQ3iymh4+W+TEzdbrJwg/lGda2Qw2cNaQ+atTaBjC3evEbejFq4DuYPW0VtIiACIjA1iCwfPwCTOk3BmYxu4TIiSnbXbQ/GvZuC9qzYNeCyzAK7WCimBnMNhWWz8zoSERABERABLYqAZ1cBERABERABERABERABERABDKbgFlsjMks7ppZNCaVOFZFnWNYiRLGt+h26VwVg8+rjm23BVwKTpzr0nJb0LnggoWYNOk7aBGBzCOgHFd0Ap/fORELRj4OGNziNjRqzmNOtm1WG03GnoDKzeo4+7dtvv8BBHsZ7CddiplFP+gMt5i5lJw4NVrNLNKliEBZE9h7773Rvn376LTjxo3DkiVLIj+Vjz/+GG+88QZVmBk4QV+zZs28P3mzceNGcKKziy66CK+88gpWrFiBMLkcXfoZPmrUKDzzzDP47bffkpOI/MuXL8fVV18NTsI2b948JE5EyMngPv30Uz/BKNN66623EPsB9uhwKUkEOAlmx44d/fVJ2rV5XlcXwoEGA1dUkIX1jRMbsri1a9dGQfcD93PyP07Yeuyxx+Lpp5/GsmXLonuC9XjhwoW46aabcOSRR+Lxxx+P9vHYVPL222+jX79+GDhwIF577TXwnuJ9F+LyfJzoM6T50ksvFXpvMP4///lPHHfccT5/33zzDbjwfv3yyy/ByUs5me/s2bMZnHbhBKRjx47FJ598gpycHJxzzjlo3rx52s+TjQl+9tln+Otf/4rLL78crEesTywnrynrCVny+pHxqlWrMGjQIAwdOhTclyru9ddfX+Tkxaz7nLz10ksvxfvvvw+ei+ekfPfdd75Onnnmmejfv7+v6wzfUuE5WEePOuooXx9Zv9esWRMly7rKesv7gedmOVneKEKSQh4PPvgg+vbti3vuuQes50yD0ZjOQw895PcVde8wPoVtD9vO3r17g23f9OnTwXRCmozD/JLX3//+dxxzzDEgR4ZvqfBa9kujPdjS/KTzeNequOTMNS3m3LAm6iFMbkUkMGbMGLRq1cr3Ebes/KmONl/vLNWucha2YMECLF261OeqWrVq6Natm9dLutluu+3w2GOP4brrrsMRRxyBOnXqFJoE+zK086FNoZ3mAeyP8DmCbQ/7DsWxdYyTznYl2MXhw4eD9pj2l3mjUGcY8838sxwML4nQ5r/44ov497//DbalfOZnezJixAg/RlCStFLF/eijj0B2999/v29LQhy2sS+88ILvr5Evzx32laXLNvP00xrcf+IAABAASURBVE8H+wyLFi0CrznPT7Zsh8844wzwmSP0k7mvNITXIbS9bFvZxoZ6yPORV3Hyw2PS2cfgudMlX3/9te/vn3LKKb6Pzvoa+ha8/uz7hf5+cZ4hQr7YRxkwYAB4j/B+IQPu47XkNWWavCd5rzA83fLhhx/ib3/7G6ZOnervIZaJ9eqpp54C61Hi+dJtHxLTTtbJYWvVBZ47nc+LX3zxBdgnpq3jdWT6LC/rDa85w9lfXrlyJYPLpZTltU/3swHzzv5+KtvEOs5rMnLkSG/PeT3K5QUoIFPme0gF7FSwCIiACIiACJR7AsqgCFQMAjNnzixwfGj77bf3z2I77LBDxYChUlYoAmbuicUJC21mdGBmkXAMz8z8ezt8r4d+ukH4HmTQ6R5xXgt06NEAMLjFYGbOBbhd9vEaXHXsa/h13UZoyS4Cs26fian/mOwKxSsNf73NzLmGKvWr4OAnj/DviLGOUJLrDcNYt4KYma9zZoawmOXXzeL+EEeuCIiACIiACIjAlhDQsSIgAiIgAiIgAiIgAiIgAiIgAiIgAtlPQCXMRAKVMjHTyrMIiIAIiIAIiIAIiIAIiIAIiMBWJKBTi4AIiIAIiIAIiIAIiIAIiIAIiIAIZD8BlVAEREAERCAfAbP4R8dmBrP8wg+Yzcx/7EydHzYXJG071MDfBtdDjZqVkAuAP9zoNl7nZtR5b2P2m+X3R+hclrWKgAhkIYHl4xdgcr8xvmS5NE7UnBv07S/aH436tPV2LvyYQ3Bp72j7ksUsv600M4TFLK6HMLkiIAIiIAJbgYBOKQIiIAIiIAIiIAIiIAIiIAJZQMAsNtZkFnfNLBrLTx634nhWooRxLrpdu1TF4IHV3ThYLofs3fB9bJDMj5M59YIRCzBp0ndZQE1FqFAEVNgKTeDzuyZh/oWPO3vmMDg75v476VYquajUpCaajD0BlZvV8RP70TbSFtINQhtKnS7FzPL9oLNZzN4iYTGzBJ9UESh7Ajk5OTj66KNRt25df/KffvoJr7zyCn777TfvX7duHTjJJV0GdOrUCZ07d6a6ifCYRx55BM8//zw4kR8jVKlSBR07dsR+++3n3Ro1ajDY7+ekjA8++CBC2n5H3mb16tW46667wIkOGcR87rzzzj4dpkWdYdzHPHOSzA8++IBeSSEE3n33XfTs2ROnn356NGFsIdGL2EX7GIviNb+J+bN5ywlGH3rooaiIrN877bRT5E9UOPkpJ4TlhK3hnqhfvz569OgBThbbtWtXVK9e3R/CiRn/7//+D2PHjgUnIfSBSZs33ngDnKyRk+tyF9ucVq1aoXfv3j697t2755u0l2necMMN4HVn/GTheW6++WY/6S8n/eT+xPy1a9fO9fW3wbfffovLLrsM8+fPZ5S0ypQpU/DSSy/5NI888kgceOCBXtemcAKc2JMTR37yySf+GvFasU6xDoQ6xTr38MMP47nnngMnoJw1a1a+uAcccABoo3kmxn3mmWfAOkZ/svB9LU60ywlDWR+4n/UvnLdXr17gxEHs/3DfO++84yet/eyzz+iNZJdddvF1ldc52HC2C5xwmvmnfUqcePrHH3/EBRdckK+Ocj/Lyfis+7wHmJdwEpaT9xLrdwgLLsvBdurWW28F7w+Gk1dIr0uXLp4J91177bV+QiTGKUiYHtuxSy+9FN9//72PRqbt27f35WQeE+9zRiC/K664Apzsln4K+5ScuJvx27ZtyyAvLVq0iNLhfsbzO9yG1yqd9sAlWQ5XNiyUkLVEPYTJragEVq9ejfPOOw+8f6dNm7Z5GAo5KhNq24cffuj71CxGw4YN0bx5c6qlKrRhbAto52nzafvZBlASz894bHs+/fTTlPmh/UxHu5KYeLJdZP7YR2NbQaHOMB7D/LMcy5cvp7dYwjy//vrruO6667B+/Xr/rH/SSSeBfb1E+1ysxFJEWrJkCS6++GLf72I+mV/mm3WcbRUPYX/tgQceQEHtHOOUlvCann/++Vi0aJEve8gf+7XsP/K87E/wurIcbMMZlm7hdUhue9kPSOyThLpYWH6Yv3T0MdjuH3zwwb69Zrsdysv2nO06hc8LIbw47sKFC3H22WeDfZoQn4zJmumxn8Hzch/7LKwP7POn6vswThD2HwcOHAjW/8Q6lnz/sk9z1VVXoaD7N6RXUpd16Morr8R3332HUB6Wifrhhx+OZs2a+SR5jVmPeI/yGAYmX2PaHpaB+1geliu538l9xZGtWRfS/bxIm0abFMZGyCjcq4nXmXVr9OjR+OWXX4qDKGUc2j32T1kn2Zdnn54R2cdnX5/hFMZhXO4rSsr62vN86Xw24L17ySWXeDvOstJ281mAHGjPE59bli5diosuugg8hnEzQXL9fwEzIafKowiIgAiIgAikIKAgEagABNjP33vvvVOWlM/Jb775JhKfW1NGVKAIZDgBM/MlMIu7ZubfieQzchCOM1CnG4TPrtTpUnoO3BG7H9LApeeehnKdeI2vD+Vi6eLVuOovr+LXdRtdqNZsIDDz9pmY8o/J7sk31xWH4q41NXftK9erjEOe6un/x8q6EeoJ3URhnQpiZn4M1czAxcx8PaROMTM6EhEQAREQAREQgXQTUHoiIAIiIAIiIAIiIAIiIAIiIAIiIALZT0AlzEgClTIy18q0CIiACIiACIiACIiACIiACIjAViOgE4uACIiACIiACIiACIiACIiACIiACGQ/AZVQBERABERgUwJm8Q+Qzcx/nGwWd/khs5n5j56pJ37oTJ0fQlOot+1QA38bUh81a22TkA4Ag1sMlwx8F7PfXOl0rSIgAiJQ+gSWT1iAKf3GOhNEI2Rwpix2UqeYGba7aD807N3G27dgx4JLmxZsHt0gZkwnv8QShUvfoEUEREAERKB8EFAuREAEREAEREAEREAEREAERCBbCJjFxpzMzI8/meV3w7hVcDmulShhvItu1y5VMXhQDWy7bSwNlyBggBe3ufACN542+TtoEYFMIaB8VlwCn981CfMvfBxwNhEJdswFYNsmtdH07hNQuVkdZ++2zfc/gGAfaTOp06WYWaE/6Ay3mPFETtEqAluZACfa69mzJ8xidfL999/H3Llzfa5mz54dTUjWuHFj9OnTx98DfmfChhOnTZgwAZxAgsGckPD444/HTTfdhHPOOQecHJMuJyc888wzESaH44QUkyZNAo/ncUGYzrJly7yXk6RxAsILL7zQp8O0qDOM+xjpt99+wyuvvLJFE9gxnYoi9913H1q3bo2bb755C4ocqy9MwGtu41Z6s044seYnn3yCa6+9FgMGDPCTVrKQnKzyjDPOAOs7/YnCCTjJl/cQw+vVq4d//vOfePXVV306o0aNwu233w5OJDto0CCfBicpvffee8EJbHlMonCizLFjx/oJZxnepUsXX+c5YeFll10GpnfjjTdi/PjxuPXWW/2kmoz3008/4X//+98m9xj3Pf/883juueeo+vu6f//+Pi7LyfRYTx599FG0adPG31ucHNNHTtOG9/htt93my8SJKU8//XTfzqYp+axOhnaak7LuueeeeOGFF8BrxWvGOvD444+DPAmAdYoTFdPWJsdlfeSxDA9xX3zxRX896E+UefPmgemECY85WSttbjjv6NGj8eyzz+Kxxx7z9YXHcpJZHpNYbzgBKPPJa12tWjVGA++NwYMH+zrMiYU5GZHf4TavvfYa3nrrLafB3yPXXHONv2dYTqbDus97gPcMJx71Ed1m5syZWLx4sdPyr7wf77zzTj9hNvtrnAiV5Qjp/ec//8EzzzyDAw44wHPgpKz5U8jv40SzvEfImXs4sSfv6XvuuceXh3nkfT5p0iQwr8FWrFixAhMnTuQhXipXroxTTjnFH3PQQQf5MG44wS/ToHA/4zG8NOwB0y1/4lqVvL5JLG/OH1O0FYGIAO+vfffdF0OHDgXbvGhHMZTCopT32rZx40bQzoYyNG3aFDVr1gzeUnPZDtA27rzzznjwwQe9zRzt2gAK+xXsQwRb9+233/r9qTKTrnYlpM02kbac+WMY+y5sk5544glvf2mD2T7++9//jvpIPObuu+8GWfKYooR2+4orrvDtA9sQPpOcd955aeu7fPjhh1i6dKmfjO/hhx9GyDvLxbaF5+N5mc/nnnsO5E29rIRsee23224734clT3LlNWf/dsSIEb6tZn7Y72D9SH7G474tlcS2nGkd4Nps9mfuu+8+346yLj7n+DBvoS4yP2zfGT9IuvoYtWrVwsCBA/252W6H9Nmes/2msH8Qwoty2caznrEuMG7t2rXBOkDGZM302M8YN24c2I9hnWA/hOXjNeExBUnoPybfH2TG+nT55ZdH15D3L89ZUFqbEx7qEPtsvEYsD+Xll1/G3/72t2g8It32oai8bq26kO7nRfJl/562jWVu1KiRfy5kveD9wOtM7ldffTVYr9asWQOOozDu5gj7peyfsk6yL88+PdNhH599fYZTGIdxua8oKetrn2hPeC/xntrcZwO2JbR7vIdZTtZzpsVnAXLgNeBzy0MPPeTtPOMwLo/hsfSXdzFL7h0l+8t7CZQ/ERABERCBikxAZReBbCfAMfS99torZTE5ZjRt2jTsuOOOKfcrUASylYBZ7JnFzPyYg1nc5TNgeLeHbhC+B5mo9xy4I3bv0RDuSCeIiUuH2tKP1+Dqv7yGX9dthJbMJjDrP7Mw9R+T4S8w4os5tUq9KjjkqZ5+DDjUj+CGukKXdSqImRX5rhi0iIAIiIAIiIAIlAoBJSoCIiACIiACIiACIiACIiACIiACIpD9BFTCzCRQKTOzrVyLgAiIgAiIgAiIgAiIgAiIgAhsJQI6rQiIgAiIgAiIgAiIgAiIgAiIgAiIQPYTUAlFQAREQAQKIGDGT5xjO80MZvmFHzSbmf8Rcer80DlZwsfQbTvUwJmD66FGzUrgj0Lm5gKguE2uk0sGvoPZb650gVpFQAREoPQILBu/AJOPH+OsjrM8eYaINskZJmeTcrHdyD+jUZ+23q4F+xXcRPtGmxfELL9tNDOExSyuhzC5IiACIiACW42ATiwCIiACIiACIiACIiACIiACWUXALP/Yk5nlG8cP41fBTRzfoh7Gveh27VIVgwdWR6VKHLh34lY3iOZ4OcWtI85fgCmTv3N+rSJQ7gkogxWUwJK7JuGjCx93w/3OaNGA5Tlu8B/bNKmBJmP7oUqzuv5HnRNtIHUKbWVwqZuZs4mVvF2FW8xiNtap0WpmkS5FBMoDgb333hthwkL+/2v8+PH47LPPwMkm6c/JyUHfvn3RsGHDlNldvnw5JkyY4PcxLid8O/DAA/3/zXxg3sbM0KVLF3ASOMZjMCfTXLFiBVUvnLju448/9jonbeSEiWEyOR+Yt2HYCSec4CevY9DXX3+Nb775hqoXHtezZ0+cffbZ4GR3119/PW655RaMGTMGnHTtqaeewksvvYQ33ngDM2bMwLvrfermAAAQAElEQVTvvosFCxbg888/9+n88MMP4KR8PrEs3Pz0008YNmwY9tlnH0yaNKnkJfT/L40dRrMZzGcsJDO2nMSUdbFTp04oTPbbbz8cf/zxfhJb1k+4hZOf3nzzzWjbtq3zbbpyMkFO+Mc99evXB+MecMABvn1gWBDW8b/+9a/o37+/38dJGDmBKScDDHHozpkzB+G+4IQtF198cTSBLfcHMTPwfuYkmiHsq6++wi+//BK83mX6nFiWE4YyYMCAAX7iTeaH/iA77bQTeO/QDWHpcHlv3XbbbX7yYp7znHPOQbNmzdKRdIVJg9dk9OjRaNKkSb4ykyOvP/skYUdBcRs0aIBTTz0VwR4vWbIEnAw0HEeXdf6uu+4C7xf6+/TpgyuvvDJl/eN5EuvLO++8A06qyuNKKj/++KO30aGOnnzyyejRo4e/T5LTqlGjBoYOHQpOSM19zCvbJepBWA5OqEyXYZzg89JLLwWPpT8IeZJr165dQ1CBLttKTpDLCLvtths4+Wn16tXpzSe8FkcddRTYLoUdvJ/ZvgZ/Sdx024OSnLts4+bm9c/DWX1rEzxyRSAfAU7s3qpVK7ANzbejYE8Be1jPXN0rYG95CaYtS7TXtF2p7E9p5LdFixa46aab0Lp16+iZl+cxMxxyyCGgvaafsmjRIvz8889UI2He09mu0JayXx/scXJbFE5sFusjjRgxImr33nzzTd8XCXEKcvm8cNlll4F5p01nO3veeef5MYKCjtmccOb99ttvxx//+Md8h7OvNGjQILAN5g62jezHsT9Hf1kJ+7TXXnstOnfunO/akwn7yqE/y/y88MIL/nmSerqE/BPbcrbVbLNZ/xPPwfyw3T3rrLOiYPbLV69e7f3p7mP4RNO0efHFF8H7hsmR96233oru3btv0v9h/4X9mMQ68fjjj2PZsmU8tEBhHUvsq4WIZgb2jfr16xeC/PNx8v0b7dxMhc8xvC6J9or/Xwh9UV7jdNqHorK5NetCup8X586di+nTp/si165dGzfeeCN4j5iZD+OG98Zhhx0G1h3aFYaVFynra8/zJdoT1n9y4b2VyIT2hXaGLBPDk3W2yR999JEP5jG0h8lpcSfte2I7NG/ePKxatYq7yr2wvWUvKZ7R/L54uDQREAEREAERKHcElCERyGoCHCvm/11TFbJx48b+OaFly5apditMBLKSgFn8OdgsppuZH8syMz/GYhZzwzs+dINwnCJR7zlwR+zeowG48CkoNnLsNLcu/Xg1rvrLq/ht/UbulmQggVn/mYXJ107iaw6IbeKFqFy3Mno83dOPASfWiaAHl+MtQcwsqmNwi1ms7jk1Ws0s0qWIgAiIgAiIgAiklYASEwEREAEREAEREAEREAEREAEREAERyH4CKmGGEqiUoflWtkVABERABERABERABERABERABLYKAZ1UBERABERABERABERABERABERABEQg+wmohCIgAiIgAoURMIt/jGxm0YfyZjGdHzabmf/Rf+rho+dEN3w037ZDDZw5pD5q1KwEg1vyNhbz4dKB72DOtMz4ETSXe60iIAIZRmD5hIWY0m+syzWtjhNzqlvNnOJku5F/RqM+bb09C3YruMGm0c4lipnBLL8gbzGzPE2OCIiACIhA+SCgXIiACIiACIiACIiACIiACIhA9hEwi41BmcVdM4vGrBLHsqiHca7ghvEvul26VMWQwTXd+BiPd6yM4jYuPafhgvMXYMrk76hKRKAcE1DWKiKBz8dOxvwLn4CzWDDzW+c6Ek7dtkktNL37BFRpXjf6UWfavGAH6Qb7SJdiZvpBZ2jJRAKccO/II48EJ4pj/r/88kvccccd+Oabb+jF3nvvjfbt23s91ebtt9/G2rVr/a4OHToUGpeRdt999ygOJ2L84IMPGOzFTyqWm+v1jRs3Yt26dV5PteHkFZzEkJMjcjJS3och3oIFC/Dyyy9jzJgxuOKKK3DRRRdhyJAhOPvss3HKKafg2GOP9ZMcHnTQQejWrRs6duyIXXfdFS1btgQnbCMLcqFQZxj3MQ7j8hhOxliWsnLlylC8tLmcJJBlGDhwIL7//vvip+vsXYhsVPyGSnZL8+bNwQn7Hn30UbRp0yZlYVlvWfd+++03v//oo48uMC4jmBk4eWdI7+OPP8aHH37IXZHwPuBEu6zrBxxwAHbYYYdoXyqlVatWqFatmt/F+zh58k6m/9lnn/n9O++8M4466ijX/qW+iM2aNcNpp53m2zd/QBo2zz//PMaPH+9Tou3Zf//9va5N8Qlwkkpem1RHtGzZMrLn3F9Y3B133BGsV4zHSVCTJ6BcuHAh3nvvPe4GJ22l/WR/yAek2DBPp59+ut/DCYp5nZPrn99ZxOann37C9ttvD95zFE5Wapa6jjKpOnXq4A9/+ANVL1999ZV3w+bTTz+N7iuW96STTvL9u7A/0a1ZsyY4uXOqSTtDPN7flStXBtsgnpv1mG7Yn+yaGXbbbbcomBNV//LLL5G/JEq67UFJzl22cQ38C+ecM2eut32shw0bNkTdunXBa0VbR/vICVUpu+yyC2jXKLw+kp18Pd2aHMzclUySxx57LFzatLmc+Jr2hzbvnXfeKSLdgnab2+Ekry/qPFqTCLDPQrucFOy9ZuafG3hfMiBVHyTd7Qrt6YwZM3g631eh/WZb5ANSbNiHpz1mG7PHHnvg119/TRErHvTmm2/i6quvxvr166P0zzjjjALbkPiRJdP4HMP+VkF5Z9vL/YE9+3Hsz5XsLFsW++STT0bbtm1TJmJm6Nu3L9q1a+f387rMmTPH6+naJLblbKP79+/v24FU6ZsZevToAfaJ2D/gs2zoj6S7j5Hq/JsTxn7YpEmTokOLeoZgnTjzzDOj/g9t4MyZM6PjUyl/+ctfUFAdMzN07doVfP7lsanuX4ZvibB+hDqcKp1024dU50gM21p1Id3PixxDYZ+b/VOWj/3mgu5V7t9vv/1Q3p6/yvraJ9qTdDwb8LmHQr68DuyvU08lfO5nn5X3Aq/Thg0bUkUrd2Fm5vrm5S5bypAIiIAIiIAIFIOAoohA9hKYO3cuOnfunLKAHD/leAmfiVNGUKAIZDEBM4tKZxbTzQxmMeE4nJn5sb7Ed36oUzjmQjfIEQN3RPtDGsAAJ7GtU8Bl2cdrcNUxr+K39RvplWQQgVn/mYXJ/5gMM3OCmMAAJ1XqVUGPp3si1AG6yfWCYaxLQczM1ykzg1lckLCYWYJPqgiIgAiIgAiIQHoJKDUREAEREAEREAEREAEREAEREAEREIHsJ6ASZiqBSpmaceVbBERABERABERABERABERABERgKxDQKUVABERABERABERABERABERABERABLKfgEooAiIgAiJQJAGz+EfJZpbv42Uziz5qDh88002W8HF02w41cObQBqhe0wD/e//cUGLei8+diznTVkGLCIiACKSTwPIJCzHp+DFRkrQ6FAbw9563u/DPaHx0O/+jDsFeBZf2LPyQQ6JrZjDLL0yPYmZ0JCIgAiIgAuWJgPIiAiIgAiIgAiIgAiIgAiIgAllKwCw2FmUWd80sGrtKHNOizvGuRAnjYHS7dKmKwYNquHF/B4sDaG7wjJPPcAQ/1w3qjxg+H1Mmf+d2ahWBckpA2apwBD4fMxnzRjwG2qqY2XJbb7uASo1qoOnd/VClWV0/sR9tH20d3SDBLtKlmJmzgZW8DYVbzCzSndevZuZdbUSgPBLYYYcdcOihh0b1ds2aNT6bnJSME8ix7vuApA0nNlu8eHEUygk1C4obIvGe2XXXXYMXPD5Mela5cmXUrl3b72PYo48+innz5oGT5PnAhA3vywEDBuAf//gHhg4dCpYhYXdaVObhhx9+ACdA/Pzzz7FgwQK8++674MQZnKCxLGX9+vVpKVOqRP7zn//gT3/6E8aMif9fNFW8eJizmXker/lNXkCGODk5OTjwwAP9ZKWcsDRIr169wHqfWIwjjjgCr7/+Ol544QX069cP1atXT9ydT1+1apWvswzkBLh77713dF8xLJWwznNCTO7jxIGzZ8+mGslRRx2FBx98EOPGjcOIESOi8IKUKlWqRJN3porD9Hke7uOkg/Xq1aNaoHTq1AlNmzYtcH9JdnByxzvvvBM8/8477wxOoluUzShJ+hUhLusVJ7ItqKycxLJmzZp+d1Fxi6ortHecHJWJsY4m3xsMTxbaEk4wxHBOUPz1119TLZE0adIEV155pb/neN8VNVER61DVqlULPMf8+fOxdu1av5/1rqDJb30Et2ndujUoTk250n5wIuYnnngCEyZM8HYkZcSEQE5WnODdbDXd9mCzM1LqB7JhoYQTJeohLOYuWbIES5ywvkk+Q3ljELtKZbd9+eWXseeee+KSSy7xz3opz1xEYMG1rYgDs3x3UW0Ki88+EtsW6qkk3e0K7/0VK1b4U2233Xbo0KGD1wvasH2866678Nxzz+Haa68t1Nazv8S2iO0Hn1/+9re/+X4Ln0EKSn9zw5l39rcKO55tV4jDfhTzV1j8dO5ju/7nP/+50CTJNuSPEfm89Ouvv1JNiyS25W3atMEuu+xSaLrsszz11FN48skncfHFF0f9+3T3MQrNRAl2Llu2DF988YU/gs8GBxxwQJHPECxL165d/THcsE6kem7mPt6/rVq1olqg1KpVC4xXYIQt3MHzs89WUDLptg8FnSeEkx/vcfY1KVva3wzpFuWm+3mRYze8P3he2qq99tqr0LpDG3bwwQczermRsr725EXbTgDpeDbgcwifwZjed999hyuuuAJ87qWtZlii1K1bFw888IB/zrn66qsj25QYpzzqHD8vj/lSnkRABERABESgSAKKIAJZSuCdd95B4jN4YjH5/56ZM2dip512SgyWLgIVioCZRc/GZubLbmY+zMz8ez18hqZwrCK41Cl8dk50ew5qid0OaZA33uxGj7l6ycXSxatx1TGv4Lf1G6ElMwjM/M9MTL52MtwFdWuuE6/Cacipk4MeTx1R4HfirBcU1pkgZubrlFmsjsEtZua28dUsvz++R5oIiIAIiIAIiEBaCCgRERABERABERABERABERABERABERCB7CegEmYsgUoZm3NlXAREQAREQAREQAREQAREQAREoMwJ6IQiIAIiIAIiIAIiIAIiIAIiIAIiIALZT0AlFAEREAERKB4Bs/jHyWYWfShvFtP5obOZ+Y+iqfMD6IKkbYcaOHNoQ9SoyVd5DAAltjUzjDrvbcyZthJaREAERCAdBJa/sRCT+o11STlb42yMU7zVMbel7HDRfmh8dFtvv5J/3IN2LNg0ukHM3JFJwnQpZkZHIgIiIAIiUM4IKDsiIAIiIAIiIAIiIAIiIAIikM0EzGJjUmZx18xgFpMwrhVcjnslSuK4WJcuVTF4cE1ss615ZGFrcH8GXHj+fEyZvMrv00YEyhsB5adiEfj87imYd8HjtE5w5s4X3swZKifb83vFvQAAEABJREFUNK6J5nefgCrN6iLRxm2zzTb+/wF0aRODS93Moh90hlvMzKVrTouvZvn98T3SRKD8ENh3333ByRRDjnJycnD00UejQYMGIWgTd926dfj222+j8FmzZuHhhx8uUjg5RTiIE6QxHfp5T3Xr1g08N/0rV67ELbfcgiFDhuCmm27CtGnTsHr1amjyMdJJr/A6nnPOOTj00EPByUEKTz1u07zmNm4t/JBytpeTW55++ukYNWpUPhk9ejQ4KSwn4+Pkm8z2yy+/jGHDhuGbb76ht1BhnWUdZaQNGzbgkUce8RPMcpLZwuSDDz7gIV6WLl2KkkyYyvNw8tvx48f7yQZ5v4QJDX2CCZtffvkFn332WRTCyVPNCr96nAx0hx12iI7ZXOXHH3/09zPveU4OPHz4cDRu3Hhzk6uwx5EdJ1guDgDaUsYvTtzkOLSzH3/8cRS8aNEiXH/99UXW53vvvResZzyQE5LStlBPt/zwww+YN2+en0DztNNOwyuvvFLgKT766KNoHydZLoof97do0SI6ZnMU3sOcyPfFF1/ERRddhEsvvXRzkinxMSWxByVOvCwPoF2iROcs3E5F0aSIQB6B6667Drvuuquf/DsvKHKKUjKttv3+++9l0jdmv6hRo0aF4qtfvz5q1qyZMk5ptCtsp3777Td/vubNm4N9Fu/Zws27777r7Tb7LEyK7emf/vQnP0ZAf7qldevWhT5z8XxmBvbbqFPYnwvtLf2lKU2bNi0yfzx/u3bt6Hhh3/Tnn3/2ejo2JW3Lt+ScJeljbMl5Eo8lr9XuOZdhTZo0QbNmzagWKXvssUcUh2n89NNPkT9RKc79mxi/NPSWLVsWmGxp2IcCT1aCHaVRF9L9vMhn1NDf5nXm/VpUEbfffnvUrVu3qGhlsn9rXPuS2pOing3Y7vXs2dOPDRMa0z/ppJNwwAEHgM8BfE4P9zf3Z6KY5e8dGSwTi6E8i4AIiIAIVEACKrIIZCMBjlkkPgsmlrFOnTp46623sPPOOycGSxeBCk/ALPYMY2Ywyy98NyG8+0M3SOK7QtR7DmqJ3Xs0dCwN4OrFYGZYtngNrj7mVfy2fiO0lG8Cs+6Yjcn/mAIYAHftzAwGt7hNlbpVcNgzPf0YMK8560JwqQdhnQliZn48wMwlgNhiFtcZYpbfzzCJCIiACIiACIhAegkoNREQAREQAREQAREQAREQAREQAREQgewnoBJmLoFKmZt15VwEREAEREAEREAEREAEREAERKCMCeh0IiACIiACIiACIiACIiACIiACIiAC2U9AJRQBERABESgBAbP4R8pmBrP8wg+ezcxPmkE9fAwd3MQPpdt2qIEzhzZA9RqGXPcHt+RSct3Wyahz38acaStdiFYREAER2HwCyycsxMTjxgDOrriNc5yNcTaHdoc/OrndhfuiUZ823m4FGxVc2q5gy+gGMctv+8wMYTGL6yFMrgiIgAiIQLkgoEyIgAiIgAiIgAiIgAiIgAiIQNYTMIuNTZnFXTOLxvLD+FZwOf6VKGFcjG6XLlUxcGANVEr4Ipdjam5ojSsuGD4fU6d8l/VMVcCMI6AMVyACn4+dgg/Pf8yXODby71X/f4BtGtVA87v7oUrzuv5HnWnraNvoBqEtpE6XYmbO5lXyNhNuMYvZT6dGq5lFuhQRKM8Eqlatij/96U9RFjkh3I477hj5Uylr1qzBunXrol3z5s3DlClTihTGCwetX78eGzfGfxC/VatWOOyww6L7ivE4seeCBQvwwAMPYOTIkbjwwgvx8MMPgxNf8n93jCPZcgLdunXDqFGjsNdeexWemP8faixKYl8vFpL5W9p31sFLL70UVapU8QX68MMPXT93IJYvX+79BW04oSMniuR+1ts33ngDzzzzTJGSeE/wntqwYQOT2ER4z7388su46qqrcNxxx+Gggw7y16tXr17g5IL/+9//ECar3eRgF8D7hflyql85+aNXCtlUq1YNRU34W8jhfhfPSw5vvfWW9x9zzDHo0qWL1zNhU9D1KEneOTFkSeIXFJfpcILlgvanK5yTCn/77bdRcl988UWR9ZjXmPUzTD7Lusb6HCWyGQontp4/fz7uvPNOnHfeeWBd79q1K7p3745TTz0Vt9xyC3h/JrYjiadh3fv111+joBYtWkR6YUpx4zGNr7/+2rOh/ezbty/2228/0J5SHz16NDjpZzonQeY5KVtqD5hGeRT20V3n3K1ey8tiop4XJEcECiHAyeAvvvhiHHvsscmxCvHnurErSiFRysGu6tWro0mTJlFOaKtps6OAUlJycnKiftHmnIJ5ZF7DseloVxLbZ/ZV2GcJ6W+Jy+eZxP4Un1duv/12fPPNN1uSbIHH8jmM4wwFRsjbkdhvY/vINi5vV6k65MqxkaJO0rBhQ9SqVctH4/VOvD4+cAs2iWmVpI0u7JRkuCV9jMLSLum+r776KjqEz+GVK1eO/IUp7Bfy3mSc1atXI7HPw7AgjBOea0JYSVw+4/Tp0wedOnUqVNjvKSjdwuoQ60u67UNB+UgVXpZ1gSzT+bzIeyP0g1kfivOcwDiMm4pFWYeV9bWn3Uy8T4prT4qKd/jhh4NjCIn82P/ncwCf0w8++GAcddRRuPXWW8H2j/lIjFvedeY3sTde/ntL5Z2o8icCIiACIlBGBHQaEcg6Au+//z46duyYslx8Hp8zZw523nnnlPsVKAIVkYCZRcU2i+lm5t9BMLPoPR/+X5hjc8GlTuFYBl0K9SMGtUT7QxrADSLDL+7/5eF5aeni1biq7yv4bX38nQcfR5tyQ2DWHbMw6dpJKa9f5TqVcejTR/jvxHm9KbzmdBOFdSSImUV1yCxer5CwmFmCT6oIiIAIiIAIiEApEVCyIiACIiACIiACIiACIiACIiACIiAC2U9AJcxgApUyOO/KugiIgAiIgAiIgAiIgAiIgAiIQJkS0MlEQAREQAREQAREQAREQAREQAREQASyn4BKKAIiIAIiUFICZvGPlc0s+lDeLKbzw2cz8x9JU0/8MJo6P5imUG/ToQb+NqwhatTcBlzMbczc1gtwyXlvY860lS5UqwiIgAiUnMCyNxZiUr+x3k65jU/AWRjnGvi3/YX7ovHRbb29CnYpuLRRQWjLgpi5IxPEJRatZhbpUkRABERABMobAeVHBERABERABERABERABERABCoGAbPYGJVZ3DUzmMUkjHMFN4yBBTeMj9Ht2rUqBg+uhUqxIXy4FOA2XGFmuHD4fEyd8h20iED5IaCcVBQCn989BR9e8Li3RSyzM0kwKk62bVwLze/uhyrN64K2bJtttolc6hTawOBSNzMEF24xM5iZ0+KrWX5/fI80ERCBggjwPuvZsyeGDx+OnXbaaZP7isetXbsWnJjzuuuuw+jRo7F48WIGR3LvvffiwQcfxI033ohLLrkE559/Ps4991ycfvrpOOGEE8DJCzk52/77748uXbqgffv2+OMf/4gddtgBnLiyRo0a/n+BUYJZrlSvXh3/+te/MHXqVJBJkcVNsG0GA1dk4dK9e3f079/f23oW79NPP8W1114LTuRHf1kK6/yll16KHj164O9//zuef/55MD9r1qzJlw1O7LnLLruAk3zm25HnYd5La/LavFOkdObNm4f77rsPnFxzt912w5lnngkzV3dSxi5/gZykcUtzRduypWlUpOM5aQptUq9evXDKKadgzJgxmDVrFlasWIEwyWng0bx583yTYYdwusmTijIsXbJs2TJvI4488khvG8aNG+cn9OR9lngO2tjWrVsnBm2Rni57sEWZKMWDY5bBwL/4aSyuShOBIggMGTIECxYswKmnnpoiZmFB5uudFRalnOxr1apVlJOlS5fixx9/jPwVSWFfqLTKy2d9PpM0btzYn+KTTz7BQw89BLZPPiCNGz7zpDG5rZaUmcHM0n5+tqtff/112tLlNUxHHyNtGXIJbdiwwW1LvnKCx2rVqpX8QB3hCZTHuuAzVoLNypUr8cMPP5TgiIodtbSeDdjf59jUP/7xD7Rs2TIlZD473H///ejbty/OOOMM/9yQMmI5DDTwrxxmTFkSAREQAREQgUIJaKcIZBeBDz74ALvvvnvKQvF/mnPnzgX/N5QyggJFoAITMLOo9GYx3cxgFhOOAZqZ/18w31Ggn26Q8O4Q/dSPGNQSux3SAH5xx5kxHeczYNnHa3D1Ma/gt/UbXYDW8kRg1h2zMenaKS5L5q69c7j6a2eoWrcKDnv6CP9+GK9xuNZ0E4V1I4iZ+TpjxvQMXMxiLnWKWX4/wyQiIAIiIAIiIAKlQUBpioAIiIAIiIAIiIAIiIAIiIAIiIAIZD8BlTCTCVTK5Mwr7yIgAiIgAiIgAiIgAiIgAiIgAmVIQKcSAREQAREQAREQAREQAREQAREQARHIfgIqoQiIgAiIwGYRMIt/tGxmMMsv/ADazPwP6VNP/EA6WW/ToQbOHNoA1WtUQi6Q98OaTnMrAy45dy7mTFvp9mgVAREQgeITWPbGQkw6bqyzKbQr7jjaFOeEdbsL9kGTvu28nUr1ow60Xclilt/WmcX8TNPM6EhEQAREQATKKwHlSwREQAREQAREQAREQAREQAQqEAGz2FiVWdw1s2gsP3ncK3ncPnG8rEvXqhg0qBYqVXLjbG7QPteNs7nVjbvlerlg2EeYOvm7CkRXRS3XBJS5CkHg87un4oPzH3dGKWaHYjbJeV3pt2lYA83vPh5Vmtf1P+pM+7btttv6/wVQp9AGBpe6mTkbV8nbSLjFLGYvnRqtZhbpUkSgIhDgBBOjRo3CnXfeWSK5+uqrUadOnXyIzAyc2HTkyJG46aabcPbZZ6Nt27aoUqVKvnj0rFixArfeeisWLFhAr5du3brh5JNPxogRI8D0//nPf+L222/HPffcg0ceeQTPPvssXnnlFUyaNAmzZs3Ce++9h0WLFvkJ2L799ls/iSonYVy/fj3WrFkDnuOzzz7D/Pnz8fbbb2P69OmYOHFimUrDhg192dK9OfXUU7Fw4UIMHTq0BEnnRnG95jdRUNYoZuYn5+vcuXNUJtYX1p8ooBBl++23x6uvvoo5c+aUSO644w5Ur149Snn58uU455xzwLQ2boxPGsH7Ztddd/V5HD16NJ555hlMnjwZl19+OQqaCJTpholsUYYL75u1a9f6M3KimoMOOgidOnVKKcOHD/fxuHnrrbew3377RfGmTOHkDNxTukJOTZo0iU7y+++/gxOERgHFUGhLQpmLEb3cRxk8eHCJ6nGo97x+JS0cWdNW04Z/88030eHsizVt2hTdu3fHWWed5dsa2uIXXngBifdpdIBTeC80atTIaeldP/roI5x55pngxEqsHyH1+vXro3379ujXrx+uu+46vPTSS76t6d+/f4iyRW467cEWZaTUD2bDQomdaJdddsbYsWNx77334oEHHsDDDz+MRx99FE888QSefPJJPPXUU3j66ae9HRXgIkcAABAASURBVKQtpNBWS571fZ7yxmHfffeNXdg0b/fff39wUm/2HdkvTZl8MQJzixFna0dp06ZN1NazvVmyZMlmZ+mWW27BGWec4e+tL774osTt3eaeOB3tSosWLTb39IUex2f+c889F+xT0dbTzwNoZ2bPnk01rZLY1qU14TJOjO03Jd2nTWdbzvylq4+RznJyDGpz0vv+++/9s+vmHFuej0mHfSiqfOWhLqTjeZHjBLVq1SqquBmzv7SvfTrtSTJUthWHHHKI75eOGzcOl112mX8uSDWOxWfiAQMGgONMyemUR3+u+x9fecyX8iQCIiACIiAChRLQThHIIgIffvih71umKhL7uPz/yx//+MdUuxUmAiLgCJhZvvd6XJD3m8XC+TxnZv79H/4fin66QThuE3S6PQf/Absd1MCPo3J8ge9Exh6bcrF08Wpc3fdl/LZ+I7SUDwKz/jsbE6+d7K8X3xDj9aK4AFSuUxmHPn14vnfDkq83rznrRBAz83XFLFZ/4BYzc1vkq1fQIgIiIAIiIAIiUDYEdBYREAEREAEREAEREAEREAEREAEREIHsJ6ASZjSBShmde2VeBERABERABERABERABERABESgzAjoRCIgAiIgAiIgAiIgAiIgAiIgAiIgAtlPQCUUAREQARHYfAJmsY+ZmYKZ5fuo2cyij5/Dh9F0EyXxA+o2HWrgzGENUaNmJZ8OwPQA5wBuc+l5b2POtJXQIgIiIALFIbDsjYWYdPzdgLNFZvntCcO2v3BfNOnbzv+oQ7BFwaWd4g85BJc6xYzp5BfkLWaWp8kRAREQAREorwSULxEQAREQAREQAREQAREQARGoaATMYmNWZnHXzNzwWEw45pUoHA9LlDBeRrdL16oYOKgmKlWCO94J4NxYOgbgwvM/wtTJq5ymVQS2LgGdPfsJfH7PVHww4jFng1xZg02j6mTbhjWx3T39UKV5XdB20aYFlzqFdi+41M3M2bZKLj0DFzOLdPopZkZHIgJZT6BGjRqoXLmyL+f69evxyy+/eD2dG05eseeee4ITwf373//GNddcgxNOOAFNmzaNTsNzc4K13377LQpLh8Ky1a5dG02aNEHLli3xpz/9CR07dsTee++NAw44oEwl1aRxW1LGDh064MUXX8R9992H7bbbroRJxW2c19zGrSVMIzOi16xZE5yYj/WAOf7999/x0EMP4dNPP6V3E2E81lnuWLduHX744Qeqmy2cOOLRRx/FokWLfBqsBwMHDsSkSZMwYcIEPPjggxg1ahR69eoFToLLNozHUPwBSRszQ05OThT61VdfRXpBysaNG8GyFLQ/W8MbN24cFW3FihUltm+JE7KyXjRq1ChKLxMU1rU6depEWS3LyYk5ESbvM9Y9ZoATXT/88MOYMWOGt1s33ngj+vfvD7YNnPCU9Z33JuMmi5lF7RT3cXJrukXJjz/+WGAUtjl33303OOk2I/H6XnHFFZg+fTrYFt1zzz0YMWIEDj74YN9+sP+4YcMGRt0iYTnTaQ+2KDOlfrBrVdy1C6epW7ceDj30UBx++OE44ogj0LNnTxx55JFejjrqKPTu3TuSPn36oI+kXDPghMfh2qbDrVu3Lm677TbfNu6zzz6FJlmcna72FSfaVo3TsmVLBI7s/7JfQBtR0kx99913mDZtGt5//33ccsst+M9//oOC7GlJ006OXxrtCvs94Ty0yel6FjnppJPw17/+1T/30+507drVn4b2n88j5OYD0rRZu3YtinP9lixZEp2RbTSZRgElVBL7KUUdGtrjouKxvxT6vrwv+SxV1DHF2W9m/logbyluW54XPZ+Tzj5GvoS30BPuZyazevVq/Prrr1SLlDVr1kT3LPuu1atXL/KYzYnQsGFDPPfcc5gzZ06hMnr06M1JHqzLrNPh4LLod26tusB+YzqfF2kHOWZJduy/Fsc+0Zax7eAxW1vK+tqbpf/ZIBXD+vXr+74pnwumTp2KJ5980o8r8D4N8b/++msfXhz7H47ZWq5Zcu8o2b+1cqbzioAIiIAIiEDBBLRHBLKFwEcffYTddtstZXHYn37nnXfQqlWrlPsVKAIikJ+AWexZxizumpl/14f/xwnC52zqdIOE5+/gHjHkD2h/SEN/rPE0eRuDYdnHa3DNMS9jw6+/c49kKxKY9d+3MPGaye6qAO5Swy8Gr1euUwWHPX14gd+Jh2vPuhDEzPw4pZm5NAxczGIudYkIiIAIiIAIiEDZE9AZRUAEREAEREAEREAEREAEREAEREAEsp+ASpjZBCpldvaVexEQAREQAREQAREQAREQAREQgTIioNOIgAiIgAiIgAiIgAiIgAiIgAiIgAhkPwGVUAREQAREYAsJmMU/ajYz/7GzWdzlB9Fm5j+eph4+lg5u+FCe/jYdauCMoQ1RrYYBublcnQu3UM/FJefOxdzpK51fqwiIgAgUTGD5xEWYeNxYOMvh7IjbJtmTHS7cF02ObuvtUrBBwaUtCraKbhAz28S+hRyYWVDlioAIiIAIlF8CypkIiIAIiIAIiIAIiIAIiIAIVEgCZrGxKzPbZHzLzPwPmYYxMLocH0uUMG5Gt+te1TBwUC2XThi6zxt7g1tygQuHf4Spk1c5j1YR2GoEdOIsJ7Dk7qn44PzHvBFyZse5MTvEYldqWB3b3XM8qjSvC9os2rLgUqcEO0eXYmbeDpoZuJiZs3FGNRKz/P5ohxQRyEICnLiOkzuyaBs2bMDHH39MtdTEzMDJBw844ACMHj3aT6iGvGXZsmXgBIh5XjmFELjmmmvASUF69uxZSKxCdrn/pYa9MdvqzGsIyEK3bdu2OPbYY6OScYLZhx56CKzzUWCe0qhRI3BSR3o5+eLixYupbrYsX74cnNQ3JNC/f3+cdtppqFmzZgjaxE2cfDV5J+/ZP/zhD1Ew79miJhzkRK6ff/55dMzmKLvssgv69u1bLNl7772jU5DnUUcdFR3XpEmTaF9pK4mcOOEur0VJzvnuu+9GE7LSTpZl3kuSz4Lish/UokWLaDcnGuKkolFAKSrjx48H7zOegtfhxhtvROvWrX0fjGHJwgmfWe+Tw4O/TZs2QcXSpUvx888/R/5UCifdLezeXbhwoZ/8lsfm5OTg0ksvBe1pYRMdsw4x/pYI62A67cGW5KX0j8317+7Ez+Nbm7hXmgjkETjrrLPAe/K8887LCynUKWIn65mre0XEKg+72a507949ysqUKVPw1VdfRf7iKjNnzsRnn33mo/N598ADD/TvxvmANG9Ko11h/4L5Zlb5LMA+C/XC5J577kGPHj1wyimn4IUXXkgZtV69elGbU716dbD/Ffp3ixYtwn333Zdko1ImU+zAL774AkXlfePGjWBbHBJlG02mwV9Sl89Nv/9evEnI2HZ+//33RZ5iwYIFURzmr1atWpF/S5XEyQyZn6LacvZvL7/8chxxxBE444wzMGvWLJ+FdPcxfKJp2DRt2hS8r5nU119/Dbb51AsTlvGDDz6IotSvXx+c/DEKyCCFdZl1JmSZdb20+51bqy7w+SbYk3Q8LzZu3BhMk+zWrl2LwvrEjEPhPcRzU9/asjWufbqfDYpiyHaKzzRnnnkmnn32WRx55JHRIazrRdn/KPJWVGhv2EuKZyG/Lx4uTQREQAREQATKDQFlRASygsD8+fPRrl27lGXhuDT/B8Fx85QRFCgCIlAoATPz+83Mv+9jFnf5HMfn1eBSp4R3iYJ7xOA/oN1BDeCfkKKNV7B08Rpc3fclbPi1eONvPjPapJXAzP/OxhvXTPJp8qpQgqdy7co4/JnD/Vh4uJ7B5bUOwjoQxMz8mLFZrK7ALWbmtlpFQAREQAREQAS2IgGdWgREQAREQAREQAREQAREQAREQAREIPsJqIQZTqBShudf2RcBERABERABERABERABERABESgTAjqJCIiACIiACIiACIiACIiACIiACIhA9hNQCUVABERABNJBwCz+cbOZpfxQ3sz8R9T8SDp8NB3cxA+q23SogTOGNkT1mpUAA7y4jZm5LXDJgLmYO30ltIiACIhAKgLLJy7CG8eNBbzNcHbDvEqvU4DtL9gHjfu08fYo2J7g0iYFG0U3iJm54+OChMXMEnxSRUAEREAEyi8B5UwEREAEREAEREAEREAEREAEKi4Bs/xjWGaWb7wrjIMFl+NkiRLGz+h23asaBg6uhUpuCN8l4lamBec6gWHk8PmYOnkVtIjA1iGgs2Yzgc/vfRMfjHjcFdHgzA1X5xrMDNs0rIHt7+mHKs3rYtttt833P4Bgz2jjqNOlmJmzZZX88XCLWSwtp0armUW6FBGoCARq1KgBTmQWyjp37twiJ6/kxGHPP/88hg8fjksuuQRPP/00NmzY4JP48ssvMWbMGPz973/HzTffjPXr1/vwVBszQ9u2bcE8cP9vv/2GdevWUZUUQODYY48FJy0dNWpUATGKGezYh5je6vlNCMk+18xwzDHHYOedd44K99prr4H1PQrIUzj5YpiglJOqvvjii4XWYx7G+s9rwslo+/bti0ceeYTBXjg5a5j8khNFdu7c2YcXtOHksNOnTy9otw/v1q0bODkMPbNnzy5ywmBOSrhkyRJG32zhOVnG4gjraThRy5YtMWLECITjynIymz/96U9o2LChzwonyKTdov3yAUVsOAkxJxUN0TjJZJ06dYI3Y9xOnTpFdYWTDb3//vtF5v2dd97BIYccgqOOOgrnnnsuyKLIg5IiJB5DO9+kSZOkGPm9n3/+OT7++OP8gQm+3XffHZwUl0GszwsXLqRaoLAtmjdvXoH7V69ejZ9++snvZ97at2/v9YI2nKT4rbfeKmh3scNLwx4U++RlHtHAv/hpLa5KEwFHgO3huHHjcNddd4GTH7ugYqxFRWE9M1f3iopXPvYffvjhaNq0qc/MihUr8OCDD0Z9ah9YxGb58uW47777wP4Ko9Ledu3alWqpSbrbFfYTEhl8+OGHheadzxbvvvsu2K6zXWMfrNAD8naSzV//+tc8H8A+AdOJArZQ+eyzz/DJJ58UmgrbxlC+atWqgX2rgg5g35FlLGg/+4vTpk0raPcm4d9++y3ee++9TcITA3i+yZMnR0F77703zCzyb6nSrl276LmP7Tjb/sLS/P7777FgwQJ888034LU2i+WFHMNxvK5sx4M/lcvzFNbHSHXM5oQ1b94cLVq08IeuXbsWkyZNQlH9TpYtsX+xxx57+LEtn0gGbtJtH4pCsLXqQrqfF/mM0bFjR19c2vNXX3210LaA9Yr1i+Mn/qBysCnra5/uZwM+f19wwQXo1asXRo8eXei9W6VKFXTv3j2izvu9uG1RdNBWUMwMthXOq1OKgAiIgAiIwOYT0JEikPkE+EzLZ2H24ZNLw/cX+JzO/2Ek75NfBESgcAJm8acbs5huZjCLSeJ7QbzX6KcbJPndoiOG/AG7HdwAMLiFGwq8d9niNbim78vY8Ovv0FJc0G66AAAQAElEQVS2BGbd+RYmXjMFZvHrYTCXCUOVulVw+DOH+3G05OsZrjNdXvsgZha9K2bGdACzmIu8xSy/Py9YjgiIgAiIgAiIQKkSUOIiIAIiIAIiIAIiIAIiIAIiIAIiIALZT0AlzHQClTK9AMq/CIiACIiACIiACIiACIiACIhAGRDQKURABERABERABERABERABERABERABLKfgEooAiIgAiKQNgJm8Y+azcx/9GwWd/mBtJn5j6mp88PpRAkfWDOsbceaOH1oQ1SrbkAu3JLrf0TNq853yYA5mDt9pdO0ioAIiECcwLKJizDhuLHxAGrOcLjV2RBg+xHd0LRvO2+Hgs0JLm1PENqoIGa2iT0zM6bsw72ijQiIgAiIQPknoByKgAiIgAiIgAiIgAiIgAiIQAUnYJZ/TMvM/PiWWcwN42HBDWNlyS7H07ruVQ3nDazpjs8bu8/Nc/2Afi5GDpuHN6d8V8GJq/hbhYBOmrUEltzzJt4f/pj7v6GzN7Q1buDfmR439p+LbRpUx/b3HI8qzeuCNop2K7jUKbRtwaVuZtEPOsMtZjFb6NRoNbNIlyICFYkAJ2urWrWqLzIn0XvhhRfASSV9QIoNJ1F888038dNPP2HlypXgBGi8BxmV7uLFi/H111+DEy1++umnDC5QVq1aBU7kyQh169ZFXSfUJfkJ/PGPf8QTTzzhhXr+vZvjy40O8prfREFZqTRu3BinnnqqbwtYQNa7//73v1izZg29kVSuXBmckJdtBwNnzpyJxx9/3Lc/9KeSKVOmgBOmcuLUr776Cg0bNkwVDb/88gs4mWnKnXmBTOeVV17J86V22rdvj1133dXvLGrCYE4ge//996M8TRDpM14GG07CSvsWTvX000/7a8mJNUNYKpeTOP773//GF1984XfTxh155JH+nQMfkEGbNm3aRHWFdeDmm28GJ4wuqAisL2PHjvX1lO3BunXrULt27YKiFyuc9wXvt4Ii85y33XYbyL2gOJwgukuXLn432x7mkcf5gKQNJ+B8+OGH/eTQSbtSen/++edN7EBiRE7Q9NRTT2Hu3LmJwVusp8sebHFGSi2BXJcyxTl+TdR9gDYVlEBOTg5uuOEGzJ49G4ccckjJKBQzdqbUth122AGnn3561Dd57rnncOutt0Z948KKyz706NGjEfrabKuYVp06dQo7bIv3pbtdadasGfbdd1+fL7ZTDz74YKE2edq0aZE9bt68Ofbaay9/bFEbM8PRRx+N3XbbzUdlW3LLLbcUei4fsZgbpldU28Sysd/GJNu1a4dWrVpRjaRJkybRs9Dq1avx7rvvRvuSlfnz52P69OnJwQX62fe57777CuwDcP+jjz6KTz75xKfxhz/8AXvssYfX07Vp3bo1dt99d58c23zyYJvtA5I2bHtffPFFfPbZZ34P+72se96TsElHHyMhuS1Sa9asicMOOyxK49lnn8VHH30U+ZMVlv3uu++Oyti0aVPsvffeydEyys9rxGvFTPN+Lst+Z1nWhXQ/L5qZrzs1atQgOv9cyedL70mxmTdvHl599dUUe7ZeUFlf+5YtWyKdzwYcx+IYF230rFmzovuyIKJLliyJdu24447g/R8FlFOFdrWcZk3ZEgEREAEREIHUBBQqAhlOYNGiReCzP5+3k4tiZnj//fejcfvk/fKLgAgUTcAs/l6PWUw3M5jFhP/jNTM/7hreGaIbhM+B1IN7xJCd0O7ABgBy/Z9TnOt8ublYuuh7XNP3JWz4dSODJWVAYNadb+GNqye7M7nr4a6BU6LrkVM7B4c/fZj/n224fsHlNQ3COhDEzHxdMDOExSy/bhb3hzhyRUAEREAEREAEyoCATiECIiACIiACIiACIiACIiACIiACIpD9BFTCjCdQKeNLoAKIgAiIgAiIgAiIgAiIgAiIgAiUOgGdQAREQAREQAREQAREQAREQAREQAREIPsJqIQiIAIiIALpJWAW/7jZzKIP5c1iOj+UNjP/kTT18BF1cBM/sG7bsSbOGNYI1WpWgkvIrS4NwLlOYLh0wFzMnb4SWkRABESABJZNXISJx9/trIM5L8U5XJ3NMRe6wwXd0LRvuwJ/1IE2KVnM3JFJwiQpZkZHIgIiIAIikCEElE0REAEREAEREAEREAEREAEREAHALDamZRZ3zcyHm1k0dh/GycLYPd3E8XvqXfeujvMG1XbHuONhgDvebeEXp48cNg/TpqzyXm1EoKwI6DzZSeDz+6bh/fMfjxXO2ReDwa/O2bZBDexwTz9UaV4XtE3J9op+2rTgUjczZ7sqwcwlAHjXLKYjbzHL788LliMCFYIAJ3js2rVrVNapU6eCEzKuW7cuCqPCCcMWLFiAMWPGgJM2MowTb4ZJO+nnxJWc3JE6J/176KGHwGN4LMMS5fPPP8fTTz8NTn7I8Pbt2yNMeke/JEZg1KhR4GQhxx57bCwgLdu4zfOa27g1LSmX50QOOOAAJNZ1Tp7IyUWT88w6HeJxgpbbb78dnNR1/fr1+aJyHydfvPrqq6PJenkcjw8RObEt7wv6eU9wIswvv/yS3nzy888/gxOzXnbZZVFajMBzUKgH4QSDp512GjjZL8M4YTDzwMln6Q/y9ddfY+TIkdFEuSG8orjsC5xyyimoX7++LzKv3z//+U+Q3eTJk/HDDz/4cG5oh7744gvce++9OOaYYzBhwgQGe+nZsyf23HNPr2faJrmucKLooUOHYvHixZsUhfWFk0lz0kvuZP0iK6ZBfyphvV2zZs0mu2jPQ+DMmTPBSYWT6zHbBebj3HPPRThnOIbXI+h0k68l47NuM8/cH4T3AO+FVPd1iEOXk243bNiQKjhh7P/93/9F7ZoPzNuwbDfccANuu+02JOZ/48aiJ3phuqxzeUl5pzTsgU+4PG7Yt6ZEebNIk1JxCZx00km+T3PBBRdsFoTiHpRJta13797o06ePLxrtzMMPPwxyop2j3+9I2NA+Tpo0CWeccUbUvvOZt3///vjzn/+cELN0VLYJpyX0Qba0XTEz/OUvf0GjRo18hj/44ANceOGFSLbvbDNmzJiB6667LuonHX744aBd9QcWY1OnTh2cc845Uf+J53rkkUfAtItxeJFReM1Gjx69Sd5D2/Tcc8/5NEL7Wr16de8PG+avTZs2wev7nrNnz478VFgnpk+fDt5D4XmM4cURXquLL74Y7O8kxmdb9e9//xv333+/D2Z96tevH0L/1QemYcNys27TZXLjxo3DlVdeCfKhPwjL+MILL+DOO+/0bS/zwzrCusc46e5jMM1kWbFixWbVi0MPPRS77babT479gEGDBoHPCiyTD8zbsMzsr4Q6wTIed9xx2H777fNiZKbDa5RO+1AUha1ZF/i8x+c+5pHXd0ueF5lG27ZtQZtGnfckbQnvA6bNMAptFe3M5tz/PL40payvfbqfDWh7d911V4/o22+/BfnTZvqAhA2vwZQpU8Dndgbz3j3kkENQuXJlesu1mOXvHRmsXOdXmRMBERABERABERCBTCbAMe927dqhoDFkjkewD5rJZVTeRaA8EDAzmJnPilncNTMfzme2IHyOpE43SPK7RkcM3QntDmoId3QsTbc1M8DJssWrcU3fl7Hh16L/NwQtW0Rg1p1v4Y1rJgMOPTdmXvHeKnUqo+czh4PXMPn6MSwIr3UQMyv0XTGzWPrQIgIiIAIiIAIisFUI6KQiIAIiIAIiIAIiIAIiIAIiIAIiIALZT0AlzHwClTK/CCqBCIiACIiACIiACIiACIiACIhAKRNQ8iIgAiIgAiIgAiIgAiIgAiIgAiIgAtlPQCUUAREQAREoBQJm8Q+dzQxm+SV8MM2PqKnTTZTwwTXD2nasiTOGNkS16uZ/RDHX5TfXbfjDaUAuLj1nDuZOX+lCtYqACFRkAssmLsKE48bm2QlnJJx9cB63zXVOLna4oBua9m1X4I86BFtEN4hZfttlZhFis7geBUoRAREQAREozwSUNxEQAREQAREQAREQAREQAREQgTwCZrGxLbO4a2bRWH4YHwsux+qDJI7fU++6dzWcO6gWjF/sumE5t+adhVouLhw6D9OmrMoLkyMCpU5AJ8hCAkvunYb3hj3mSka74hw38s//EdLZpn517HDP8ajcvA5ok2irgkudQlsWXOpmhuDCLWYx++fUaDWzSJciAhWRAO+Ro48+GpyQguXn/+Y5weaIESNwww03gBORcoKzSy+9FDfddBNWroz9v7527do49dRTUbduXR7mhWkdccQRURjj8piLLroIY8aMidK67LLL8I9//CNKq0WLFth///19/8QnpA169uyJd955B9dcc036afAljLxU3X9Xg5nNC8lehxOtcsLcGjVq+EJyQsVHH30UX375pfeHDeONGjUKrVq18kGcqIWTkHJyv/POOw/XXnstuP+www4D74swAetOO+3kw3m8P9BteH9w0lLeG84LTiRI/2mnnebTYVrME9O+7bbb/KS2nHywadOmjI4ff/wRq1Zt2r/mJL+c7JfpshwvvvgievToAd63TJPpH3XUUeAkkYzD9tInWME2rVu3Bu1P4jX56KOPcP7556N79+7o1KmTl7322gt9+/YFJ+/8/vvvI0q8LoMHD/b9jigwwxTWlXPPPde/O8Gsf/LJJ35yadp9Tm6ZWF84qTTjsM6wfvFY+hOFEwLXrVvXB4XJbZnO//3f/2HZsmU+/IADDojuH9ZP1m3eL7xveD66tHEnnHACeD14fbp06eKP5SZ5cmKGhWsZJg5m3WYdHzBggL+XWEbeA7wXeM6cnBwellJatmzp75ewkxMsc9JVpsH8XXXVVTjxxBN9nCeffNJH69ixI9ju0fPNN9/g559/pppPdtllF9/vZODMmTNx1lln+bw9+OCD+PXXX33byPuffBknXfaAaZUn8b14186wPxHPlw+Ne6VVKAKc2Pi5557DQw89BN5/m1n4YhzGXg2lGFHLSRS2z2yTjjnmmMh+LFmyBOxv0Jayj0C7RKF+4IEH+rZ+6dKlvgR89qW9ps0yMx9W2hu2DbSXPDfPtaXtCvtPF1xwAYJ9nzt3Lmjf2ZdhudnG9O7dG4MGDQLbHZ6za9euOOWUU0r87MB2/8gjj2QSXh577DG8++67Xt+SDa8jbTvbUfYnyId5p5vYNjEOr1dimxfOS579+vWL2hqWdeDAgTjuuOPAdoltJ9tS9ku+/fZb30a1b98+HF6oy35l48aN8eGHH+LYY49FYEvu7OvweY9tJ/PH/JN3oQlu5k6Wm+XneZjEyy+/7MtBTuQVysjyrl+/nlHQp08fH8d73Ib3ReijM8/p6GO4ZKN+C/Wnn34aIU/PP/88g4olderU8f3O7bbbzsfnMwKfFXjdWDaWkfdxcp0g87K8h33mSmmTbvtQWDa3Zl1g35XXNNTFLXleZBl5//N+p22jn/3MK6+8Er169cLo0aO98L5k28D7P9gcxi0vUpbX3qqbkQAAEABJREFUnmVO57NBzZo1QdsU2iE+n9AeJz4v8Xrz+WX48OHgvc08dOvWDayH1Mu7sF+e2BvP5UB7ec+08icCIiACIlCRCajsIpCxBDhGwv+1/vbbbynL8MEHH4DjZCl3KlAERGCLCJjFxkbNzI8ZmsVdjkXx2Tu41Cl8vk50jxi6E9oe1MDng89QfJbiP9HdvzuwbNFqXNP3JWz4daPfr036Ccy6aw4mXDMZ5B17bHVXwXuAnNqVccQzh/v/dSZfN17DILzGQczMj7mbGbiYma8b1CUiIAIiIAIiIALlgoAyIQIiIAIiIAIiIAIiIAIiIAIiIAIikP0EVMIsIFApC8qgIoiACIiACIiACIiACIiACIiACJQqASUuAiIgAiIgAiIgAiIgAiIgAiIgAiKQ/QRUQhEQAREQgdIiYGZR0mbmP4Y2i7v8cNrM/EfW1MNH1cENH17T36ZjTZwxrBGq16gEQ97ijgV9LuCyAXMwd3psUgFoEQERqHAElk1chDeOv9tZBIOZk0DA64YdL9wXTY5u6+1NsC3BpY0JNohuEDOXTpLEk7WgyhUBERABEcgYAsqoCIiACIiACIiACIiACIiACIhAIgGz2BiXWdw1s9j4mnPDOFlwOY4WhGNrFPrpdt27Gs4dXNsdC7gUAL81wLlcRw6bh2lTNp2kFFpEIO0ElGC2EVhy3zS8f/5joC0xvzGArpNt6lfHDvccjyrb1QVtEW1SstCGMYwuxcyK/EFnM54DWkSgwhOoVq0azjrrLHBSUd4/BMIJKjhZxZQpUzBjxgysXBn/Hz0nkeQEdS1btmTUfNKsWTNwH+OEHatXr8acOXMQ0vrmm28Q+9F8YNddd/UTetatWzdEr9AuJ4y877778OKLL6JDhw6lwyLB9pmzsVxL50TlL1Uy5eSJIWcrVqzA/fffD07aGMLosh7feuut+e4JTsQ4a9YsPPPMMxg3blw0CS3jd+zYETfffDN4HP2JwvNxklq2UQznuTgBK9OhvP/+++Akp5xIkpO63n777fjjH//IqH5ywSVLlng9cWNmOPnkk8FJg3kc9zGNSZMm+fwxfZ6H5+T9yIlGGaciCu0a76nddtut2MUn0yFDhvgJdzkhZLEPLIcRzQycVJaT6darV8/nkBPmfvnll97OsA6G+sKdLDvrFeuXmTEonzANTsYb2grac9qrxx9/HKGu1q9fH5dffjlatmwZHcuJjHnf8Hx0eRx38rrw+px22mnIyclhkE8nTKzpA/I23bt3x3XXXQfmgUGs42+99Zav87Nnz/b3EfPFibRPP/10RkkpZoazzz4bhx56qO8rMhLvH6bB/HGy30WLFnm7wHOR3fXXX48mTZowKlatWoWvvvrK64kbTsTcuXNnH0TGnDyU6T377LP48ccffXhp2AOfcDnaxGqNuabFEnKVqCcES816AqNHj/aTjrPub1lhi3O0+XpnxYlajuJUqVIFF110Ea6++mo0btw4yhn7Hewj0I5QqDMsRKCNve2223DGGWf4Z+QQXtquWXrbFeaXbTX7XSwT/bTvbJtYbrYxy5YtY7C32UcddRRuvPFGbE77zH7Rqaeeip122smn99NPP+G///1vZKN94GZs2A/k9atdu7Zvi0J7QpftC5Nk+8q2kX1Cs9S1lJMA8p5hOjyGbcmnn34KtktsO9mWsp076aSTcMEFF4B1h/GKkh122AHXXHMN+JyRyHbixIkIdYppsc84YsSIUqtPZgaWn6zYvjLf5ENOvNahjAzntRowYAAuvPDCfPkpzT5GqBdkFPoXzNMvv/zCLBVLWrdujTvuuAOsE+EAXjemwzLyPmaZuY91gn2u5DJyX6aKWfrtQ0EstnZd4HMf7RbtF+9L5pP30+Y8L/JY2rR//OMf4HNbSI/9ZdpASrCDjRo1wrXXXovmzZvzsHIjZmV37UOhu6fp2YDpde3a1bctwTbR/iY+L/Ee5vVgXF4ftkW8DryPGVbexXwPqbznUvkTAREQAREQgUBArghkJgE+v/O5/tdff01ZAD4PtmvXLuU+BYqACGw+ATOLDjaL6WYGs5jwGc7M/Lgix5vopxskvHsU3COG7oS2BzWAATAz+D8DnIJli9bg2r4vY+Nvv0NLegnMumsOJlw92WE2OOyAwS1u4zyVa+Wg5zOHFfideLiWvLZBzMxfczOXBgAz84KExcwSfFJFQAREQAREQATKnoDOKAIiIAIiIAIiIAIiIAIiIAIiIAIikP0EVMJsIFApGwqhMoiACIiACIiACIiACIiACIiACJQiASUtAiIgAiIgAiIgAiIgAiIgAiIgAiKQ/QRUQhEQAREQgVIlYBb/6NnM/EfRZnGXH1Cbmf/Ymnr4uDq44UN5+tt0rInThzVCtRrhtZ9cAE5iKy495y28PSM+wYDbqVUERKACEFg+aTEmHHc3cp0tYHHp5qn0YocR3dDk6DbezgSbElzaliC0QUHM4nbKLKb7xNzGzNxWqwiIgAiIQMYRUIZFQAREQAREQAREQAREQAREQAQ2IWAWG+syi7tmFo3lh/Gy4IaxtOCGcTa6XfeqhgGDagHG0blcN14XczmMTxk59ENMm7IKWkSgVAko8awisOT+aXhv2GPOnrhiOZPiLIv71yCVXGxTrxpa3Hs8qmxX10/8lmyX6KftCi51M9MPOkOLCJSMQNWqVXH88cf7yeQOP/xwcEK7nJycKJFatWphzz33xLnnnou///3v2HHHHaN9yQonmWQcxuWEF5xEzcx8NDNDw4YNsd9++2HUqFEYMmQIwiSXPkIF3gwdOhQLFy4EJyYtXQzOvuadwGt+kxeQ5Y6Z4dhjj0XTpk2jkr7yyiuYM2dO5A9KgwYNcP311+Oxxx7DMcccg+23397/H5r72dZw0sUjjzwSd999N+68884CJ2Fk/5kTqj700EM49NBDwckqmQaFEwa2b98el112GZiPv/71r/5+SJw0dOrUqdiwYQOj5xPmgfcsJxPl5L+87xjGSHXq1AEnJXziiSfANEM491VE4YSu99xzDwKrXXfdFWQfWJAPJ13mxI9XXnklXn31VT9BLa9diJPJrpn5yUQ5gTDLxzrHOhLKRBYM46S///vf/3xbQCZhf6JrZjj55JNx1VVXIbHOcZLMJUuWRFE5Ae4DDzzgJ+6lzomFuZPp8t7hPfXggw+C14XXh5M+h/vys88+wyeffMLo+cTM8Oc//xnPPfcchg0bhlatWkX3JMvAdoXpcSLtqq5Ny3dwkoeTrLIMt99+O7p164ZEHtQZxvufE67yvmU7xnrDZDgR8IwZM1y/Nb/xZJo33HADTjzxxHzprV27FitXruShvi9bGvbAJ16uNmRDCZlK1EOY3Gwm0KdPH8ybNw+c8Dwt5SxBIplY28xidpo257777sMJJ5wA2kbatlB0Pu+yL0L7yThs4zt37uzH9UKcsnLNYvlNR7sS8rzHHnvg4YcfxtVXXw22SYllZ9+J/Rr2ydhnStwXji+uy2ecv/3tbwjPOXPnzsVTTz21iU0vbnoh3r777gteE7aR7FMwnNeMbRXbLPbzevbsWej1MjP/jPTss89i8ODB+dpZtk1sj8hoqHtmCO0qz1McYVv8yCOPbJIu88o8s4/EPmNp933MYnUntOXMVyhL6CMwPy+88ALOPPNM324ml4/HpLuPwXpx66234rDDDsvXR1y+fDnY7ifnoTA/+zl33XUXeJ/ympExy8ZjWHdZv1mPWSfYlw/7uD8bxCx2jdNpHwrisrXrQrqeF0P5OC5yzTXX+P4x6w7ve+5jHWG/m3aB9op1iOHlTczK7tqz7GbpezZgeuz/J9Zbtj0Mp9Ce83mFYzVPP/20HxPj/cx9mSB+nD0TMqo8ioAIiIAIiAAJSEQgAwlwPLtdu3ZYv359yty///772G233VLuU6AIiMCWEzCLvYPAlMxiupn5cTgzi94b4vM1n++CS53C8bBE94ihO6PNgQ38eGFurnui4oAzBblYuuh7XHv0S9j42+/Qkh4CM++ag/FXT07JO6fmtuj57OH+f4HJ14nXLAivaRAzi665WbweIGExswSfVBEQAREQAREQga1CQCcVAREQAREQAREQAREQAREQAREQARHIfgIqYVYQCL8EnhWFUSFEQAREQAREQAREQAREQAREQATST0ApioAIiIAIiIAIiIAIiIAIiIAIiIAIZD8BlVAEREAERKD0CZjFP342s+hDebOYzg+pzcx/RE09fGQd3PAhNv1tOtbE6cMaoXqNSnBHA26bt8LMcNk5c/D2jNgPJEOLCIhA1hNYPmkxxh93N5wBcKuBizMFMPcHJy1GdEPTvm0L/FEH2pxkMXNHJwnyFjPL0+SIgAiIgAhkGgHlVwREQAREQAREQAREQAREQAREIDUBs9iYl1ncNTOYxSR5/Ixj9YkSxvDp7tWtOs4dXNsf6zbuhAa41YvbXDTsQ0yf+h20iEBpEVC62UNgyf3T8d6wxwHaIriFtgTcGLapXx0t7j0eVbar6yd+CzaJdijotF3U6VLMzP8v0oxpAGbmBQmLmSX4pIpA9hDo0aMH7rzzTi+cPDNMGFeSEtarVw99+vTB6NGjcdttt/m0mOY///lPnH322dh99939/+OKSpP3JeNykrrrrrsO//3vf31adDmp3UknnYQdd9xxk/uzqHSzcf8BBxyAadOm4aabbkKNGjXKoIhxG+g1t3FrGZx3y06x66674o033sCcOXO8S//mpMjJEznBLtOhkH3Xrl1TJmVmfgLeiy++GJyodNasWf78s2fPBicmvfzyy/09wfYnZQJ5gWaGP/7xj2DdHzdunE+D554yZQruuece9O7dO9+15wSs3E+59tprfRuYl9QmTsOGDXHuueeCk8UyXzxmwoQJflJC3mM8gPczwyn77bcfg0pNmD7PQ7njjjuwuRMjJuZ5S9IJBTUztGjRwrN68MEHQfbMI4XcXn75Zdx+++044ogjNjvP4VzJLutqqLusR7xmyXGCn/sYh/niMTw27Et2SxKXx/JasHysc6wjPAeFLBjWr18/FKfdYH3npKSJdY7pnHjiiTxNJDzfcccd5yd05n3GOGTNe4f3FMtmFrM+nByX6THO5MmT0bFjxyidZIV2km0IJzIO9yTL8K9//QucaMnMkHgPUU9Og36Wg5Nn33LLLUjkQZ1hBx10EMKkxGbm7ynmjzJgwICU7RfzNnz48HzpjR8/HpwAmuekmJWePWD65UPcdXXljOfF+eMeaVlM4A9/+IO/53k/t2nTJm0lLUlCmVzbaJdox84//3w88cQT+doq2ju2D7SfjMO4RXGhnWVbQrvFY9luFHYM9zNecePTzqejXQl5os097LDDfN+Idp35oLDv9Pe//933ycxSX+HEfkNBdj+ch89MM2bMiPpjp512WkqbHuIX1yW/oUOHgn0K5pvXjG0V2yy2D8VNh20xy8D7iO0m02LbxH4k+5Nm5vsq7Esjr0wAABAASURBVB9xH68Zz52YfuK1ZzxeK+YhOV3mlXlu0qRJ4uGb6Dye6fB8FPb3EiMVtT8xLnXmhVwefvhh/xzENFlW9hGKm5909zHIgM/QiXXvmWeeQf369ZllsMzMJ4UsWGa/I8XGzHyfhNeMjFk2Hse02edK7vunSAKJ1zDVNU4+pqTxk49P9rN8LCfzTWH5k+MU5ufxW2ofinNf8zxlXRcSy22WnufFkKZZvO7wvid71h/aA96/vHd4v7NOcB9d+sPxJXV5LNNgWmwvWI+S0yDjktQFxi+Lax/ySSa0J7S3tLssC++1kj4bML3EvLPtYVoUpvvUU09h0KBB4HgC42aSmCW3ncn+TCqN8ioCIiACIpDtBFQ+Ecg0Ap9//rl//vvll19SZv29997DbrvtlnKfAkVABNJHwMyi8T0z8wmbmQ8zs+j9IY6p8h2G4FKnhPePgnvEsJ3R9qCGcAlwdS7c4tKDYemi73Ft35ew8bffXZjWLSEw8645mHD1ZEcVcJfJbdxqAJzk1MxBr2cP9++lhOsSXF6zILyWQcwsutZmLhEAZjEXeYtZfn9esBwREAEREAEREIEyJqDTiYAIiIAIiIAIiIAIiIAIiIAIiIAIZD8BlTA7CFTKjmKoFCIgAiIgAiIgAiIgAiIgAiIgAqVEQMmKgAiIgAiIgAiIgAiIgAiIgAiIgAhkPwGVUAREQAREoIwImMU/gjYz/5G0WdwNH1TzI2vqdBMl8UPsNh1r4rRhjVC1hrnc5wJcveQiNzcXl/Z/C29PX+n2aRUBEchmAssmLcbrx451NsAbAH//O825LsgZhhYj9kbTvm0L/FGHYGvoBjGzTexTYGhmQZUrAiIgAiKQeQSUYxEQAREQAREQAREQAREQAREQgUIImMXGvszirplFY2Vh/Cy4ieP3iTrH8rvuXR0DBteC+fO5ETu3uuE65+MYPjByyAeYPnWV82sVgbQTUIJZQmDJA9Px7rDH3Hh/zIBwG+zINvWqosU9x6HKdnX9+H+wQbQ/Qaetok6XYmbRDzrDLWYGM3NafDXL74/vkSYCIiACZUugXr16uP322zFx4kR069at7E6e662tP5/X3Mat3q+NCIiACIiACGw5AY4JJLYsifqWp64UyieBCy+8EAsXLsSJJ56Y7gwWMz3WM1f3ihlb0URABERABERABESgIhDg9zbsJcXLmt8XD5cmAiIgAiIgAludgDIgAhlF4IsvvkDbtm3x888/p8z3u+++i/bt26fcp0AREIHSJWAWeyfIzPz7QmYWvUfE94rCO0Z0g4T3kIJ7xLCd0fbABvD/VvePURx79gqWLvwe1x79Ijb89ju0bB6BWWPmYsLVk/3BpBo4082psS2OfO5w/55YuB7BDdeLLq9lEDOLrjHyFjPL02KOWX5/LFRbERABERABERCBrUBApxQBERABERABERABERABERABERABEch+AiphlhColCXlUDFEQAREQAREQAREQAREQAREQARKhYASFQEREAEREAEREAEREAEREAEREAERyH4CKqEIiIAIiEBZEjCLfwxtZtGH8mYxnR9Wm5n/CJs6P7hOlMQPstt0rInThjZC1eqVAHOrF7+hF5cNeAtvT18JLSIgAtlJYNmkxRh/3N0wi933iDtg0I4juqFp37bengTbEVzalWBj6AYxM3dsfgn0zCyockVABERABDKSgDItAiIgAiIgAiIgAiIgAiIgAiJQFAGz2BiYWdw1s2jMLIyjBZfjbEE49kahn27XvavjnMG13CkNcGtMDGYGLhcN/RDTp66iKhGBNBJQUtlAYMkDM/Du0MdAa2FmznVirmROtqlbDS3uOQ5Vt68H2hpKsDt0KbRRwaVuZvl+0NnMYGZIXMzy+xP3SRcBERCBsiRw9tlnY+HChTj33HPL8rSxcyXYQm8V/Sa2S1sREAEREAER2HICBv7F07G4Ki3rCPTo0QNvvfUWrr/+euTk5JRC+YqbJOuZubpX3PiKJwIiIAIiIAIiIALZT8BM/aPsv8oqoQiIgAhkCwGVQwQyh8CXX36Jdu3a4aeffkqZ6XfeeQe77757yn0KFAERKD0CZhYlbhbTzQxmMUl8ryi8a0Q3SPJ7SYcP2xltD2oIGNxiMDPnAtwuW7Qa1/V9ERt++x1aSkZg1pi5GH/VZHcQScLzNDOYGSrXysGRzx1e4Hfi4VrxWgYxM70rBi0iIAIiIAIikEkElFcREAEREAEREAEREAEREAEREAEREIHsJ6ASZguBStlSEJVDBERABERABERABERABERABESgFAgoSREQAREQAREQAREQAREQAREQAREQgewnoBKKgAiIgAiUOQEzi85pZv4DbLO4yw+szcx/jE09fHwd3PDBPP1t96iF04Y1QtXqhly4JddtnbgtGHDZObPx9vSVbodWERCBbCKwbNJivH7c3b5I7pb3Lu/5oLc4vxua9m3r7UiwGcGl7Qi2hW4Qs7gdMrNYmnlbs/z+vGA5IiACIiACmURAeRUBERABERABERABERABERABESgWAbPYWJhZ3DWzaCw/jKcFl+NtiRLG4eju1a0Gzhlcy4/X+7E7t8l1wgC6Iwd/gOlTVhUrX4okAsUioEgZT2DJA9PxztBHQVPB//fRVsQEqFSnKna89zhU3b4eaGOC7UnUaZsYTpdiZvpBZ2gRARHIBAJdunTB66+/jjvvvBONGjXaSlmm5Y2d2mt+E/NrKwIiIAIiIAJbToANCyWklKiHMLmZTqBx48YYM2YMXnvtNXTq1Kn0ilPClFXbSghM0UVABERABERABLKaAMfcs7qAKpwIiIAIiED2EFBJRCBDCCxduhTt2rXDDz/8kDLHb7/9Njp06JBynwJFQARKn4CZRScxi+lmlu99SDPz7xeFd47oBgnvJQX38GE7o82BDRHegeT4s5fcXCxd+D3+cfT/sOG3391+rcUhMHPMXLx+1WTkuj8y5TGB5zY1tsGRzx5W4Hfi4RrxHbEgZuavpZmBi5n5a009iJkFVa4IiIAIiIAIiEB5IKA8iIAIiIAIiIAIiIAIiIAIiIAIiIAIZD8BlTBrCFTKmpKoICIgAiIgAiIgAiIgAiIgAiIgAmknoARFQAREQAREQAREQAREQAREQAREQASyn4BKKAIiIAIisHUImMU/jjYz//G0Wdzlh9Zm5j+yph4+wg5u+FCe/rZ71MLpwxqjWvVKcAm5lekAMLjF8Pdz3sI701c6XasIiEA2EFg2aTHGH3ePu8UtJpZXKmczzAw7juiGpn3bFPijDsGm0A1iZjDbVJiymdGRiIAIiIAIZDgBZV8EREAEREAEREAEREAEREAERKD4BMxiY2JmcdfMojG0MK4WXI7VpxKO5e/VrQYGDKnjjuX5mUaei5h+8dAPMH3KKgZKRGCLCSiBzCaw5MEZeGfo47QOcCbHF8bMQM82daui5b3Ho+r29UDbQptDl0KdQpsUXOpm5v/XaObSAFwy5gUJi5kl+KSKgAiIwNYhcOONN2LWrFk4+OCDt04GorPGbaLX3Mat0V4pIiACIiACIrBFBNj3pkSJqJWJUGSJct5552HRokX429/+VuolKukJVNtKSkzxRUAEREAEREAEspmAWf7ekcGyubgqmwiIgAiIQAYTUNZFIBMILFu2DO3atcPatWtTZnfu3Lno2LFjyn0KFAERKDsCZvHnHrOYbmYwi0nie0bh3SO6QcL7ScE9fNjOaHtQo9jxrhhGcWkBhmWLVuO6o1/Eht82QkvhBGaNfRvjr5oMhw3wG5KMaZVr5qD3c4cX+J14uDa8dkHMrNB3xcwMZgYtIiACIiACIiAC5YuAciMCIiACIiACIiACIiACIiACIiACIpD9BFTC7CFQKXuKopKIgAiIgAiIgAiIgAiIgAiIgAikmYCSEwEREAEREAEREAEREAEREAEREAERyH4CKqEIiIAIiMBWJGAW/0jazPxH02ZxN3xwHdzwMXZww4fy9LfZoxZOG9YIVasZcnNznbiC5TqB051ces5svD39WwZIREAEMpjAskmL8fpxd7u72t3bvNepOdff9M5tMXwvNO3bpsAfdaA9oc2gG8QsbnfMYnpAZGZBlSsCIiACIpDZBJR7ERABERABERABERABERABERCBEhIwi42NmcVdM4vG8sP4WnA57hYkcfyeetdu1dF/UG2XA47rOcetHMIPctGQ9zFj6ioXqlUEtoiADs5gAksenIG3hzzmSxBsAz38v982daqi5b3Ho+r2df34f7A1iS5tEf10KWZW6A86wy1m5rZaRUAERGDrEpg2bRpGjBixdTMRzu7+3xqp7v+weWsIkisCIiACIiACm00gl0e6dob9e6ox8aExVduMJ3DOOefgtttuQ506dcqiLCU4hxuLcp0a1bYSIFNUERABERABERCBrCfAfnli/4g9pqwvtAooAiIgAiKQiQSUZxEo9wSWL1+Odu3aYfXq1SnzOmfOHOyxxx4p9ylQBESg7AmYmX/3kWc2Mzreb2beTXzfKLyDRDcI34OkHtzDhu2MNgc29OnwGSv2bOU0ty5b9D2uO/pFbNzwu9+vzaYEZo59G+OunORG8N0+xwxe8wq2rbEtjnruMP+eWOAdXF6DILxmQcys0HfFzAxaREAEREAEREAEyiUBZUoEREAEREAEREAEREAEREAEREAERCD7CaiEWUSgUhaVRUURAREQAREQAREQAREQAREQARFIKwElJgIiIAIiIAIiIAIiIAIiIAIiIAIikP0EVEIREAEREIGtTcAs/sG0mfmP5M3ibvjwmh9jU6ebKIkfbLfZoxZOG94Y1WpUgrFgeRtzPnP+y895C+/OWOk0rSIgAplIYNnkj/H6cfe4rJu/q52pcDpgZtxgx/P3RrNj2hb4ow7BhtANYmb+eLO4i7zFzPI0OSIgAiIgAplPQCUQAREQAREQAREQAREQAREQARHYHAJmsTEyM9tkHM3M/A+mhrE2ugWN33Msf699aqD/4Do+HbjFEsWldfGQDzBz6ioXqlUENpeAjstUAksenIG3hz6e0j5sU7caWt5zLKpuX7fY4/9m5u2TGS0NfLpmMR15i1l+f16wHBEQAREocwI77rhjmZ+zwBMm2EaDgSu0iIAIiIAIiEAaCLhWxaVirmkx54Y1UQ9hcjOVwP7771+GWS/JqczXOyvJIYorAiIgAiIgAiIgAllOwHwPKcsLqeKJgAiIgAhkAQEVQQTKN4Gvv/4a7dq1w/fff58yo2+99Rb23HPPlPsUKAIiUD4ImJnPiJnBLCZ8B9LM/HtHfBeSfrpB+B4k9eAeNmxn7HpgQxjgJLZ1CrgsW7Qa1x/9IjZu+J1eSQKBWWPfxutXTYaZOUFMYICTyjVy0Pu5wwp8T4z8Kbw2QczMXzMzpgGYmRdoEQEREAEREAERyAACyqIIiIAIiIAIiIAIiIAIiIAIiIAIiED2E1AJs4lApWwqjMrG04O+AAAQAElEQVQiAiIgAiIgAiIgAiIgAiIgAiKQRgJKSgREQAREQAREQAREQAREQAREQAREIPsJqIQiIAIiIALlgoCZRfkwM/9RtVnc5QfYZuY/1qbOD7MTJXwoz7BdO9bEqcMao2r1SkAu3JLrHK84F7j07Fl4d8ZKF65VBEQgkwgsm/wxxh17d5Rl3tW53LgQujsO3wvNjmnr7USwCcGlbahUqZLfRzeIWdzOmMV0l5xfzcy72oiACIiACGQJARVDBERABERABERABERABERABERgswmY5R8rM7N84/hhvC24HI8LkjhGR32vfWrg7EG1XV5iY/cc2+MwX65TKCMHv48ZU1e5/VpFYDMI6JCMJLDkoZmYO+Rx9389ZxecLWAhnAaqlWpXxR/uORZVd6gH2hAK7UtwqdP2BJe6mRX5g85mBi0iIAIiIAKpCLBnFgv3mt/E/NqKgAiIgAiIwJYTYMNCCSkl6iFMrggUg8BmRFFt2wxoOqTEBPbbbz/MmTPHyx133IHq1auXOA0dIAIiIAIiIAJlQYBj8GVxHp1DBERABERABLaIgA4WgXJM4JtvvkG7du3w3Xffpczl7Nmz0alTp5T7FCgCIrD1CZjF3xsyi+lmFr0Tmfj+UXgniW6Q8N5ScA8fvgt2PbAh+P4j+EsGbkCa7z3R/9WC73Bdn/9h44bft37By0kOZt39NsZdOdmhck+nDpRbHTvndexyamyLo5471H8LHvgGN/Cny2sUxMz0rhi0iIAIiIAIiEAGE1DWRUAEREAEREAEREAEREAEREAEREAEsp+ASphVBCplVWlUGBEQAREQAREQAREQAREQAREQgbQRUEIiIAIiIAIiIAIiIAIiIAIiIAIiIALZT0AlFAEREAERKD8EzCzKjJlFH8qbxXR+iG1m/iNs6vxAO1HCB9x02+xRC6cOb4JqNfhqkDseBi7cmhku6z8b785YySCJCIhABhBYNvljjDvuHpdTdxe7e9gp/q42c36ntRyxN5od07bEP+pgZjCLC9OlmBkdiQiIgAiIQBYRUFFEQAREQAREQAREQAREQAREQAS2jIBZbMzMLO6aWTS+xnH7REk1fs8wjuHvtU8NnD24LtzRcEnAXNbM3NaJ2+LiIe9j5tRVLlSrCJSMgGJnHoElD83E3CGPwd3+LvPmXHMuYO5v27pV8Yd7j0XVHeqBtoM2hJKo0+4wjC7FzPz/Es0MXMwMZkY1ErP8/miHFBEQAREQAUcgbiO95jZudeFaRUAEREAERCAdBFyrkq8/7vzpSFZpVDgCm1Ng1bbNoaZjREAEREAEREAEspWAWXLvKNmfrSVXuURABERABDKJgPIqAuWVwMqVK9GuXTvQTZXHWbNmoXPnzql2KUwERKAcETCLPweZxXQz8+8ZmVn0/hHfRwrvJtENEt5fCu5hw3dBm4MaAbDYSselY2ZYtvB7XH/0/7Bxw++o6Musu9/Ba1dOBjHBLQ5PTHW8cqrnoPdzh5b4O3FeIzOXgE/PYGZOi69m+f3xPdJEQAREQAREQATKAwHlQQREQAREQAREQAREQAREQAREQAREIPsJqITZRYC/8p1dJVJpREAEREAEREAEREAEREAEREAE0kFAaYiACIiACIiACIiACIiACIiACIiACGQ/AZVQBERABESgnBEwi39EbWb+I2uzuMuPsBMlfCgf3PChPP1t9qiJvw5rjKrVDbnuj0X9f/bOA8COqnrj37dJCAECBELvoSYEqYHQQwkgKiAkgIhYkF4UxE4VpXdQsUASUAgivReBEEihh64CASXo3wA2lJrs/zv3vvvKZoMBskvy9pu93z3nnpl3Z+4vM2/Puzvz0qqqtVW1dMz+E/HY+FcVcTEBE5iTCbwy5jncNvxi5Ms4X79xvPIQ1/OKRw7GUrsOmOmXOtS/ZxSfrL2vkNmPPkMkw1gmYAImYAImYAImYAImYAJzMQEfugmYgAmYgAmYQMcQIPPcGVmzJKtz+WX+rdiYqy+qn78Pf/Cm82P/wxdK035lri8mAcOP4HcOn4QJYz2H3zH/ku7VBOYMAi/+eiIe/trouPSzdPHHvH8cXcuCPbHSxcMx73J9EO8Z8V4SNhR+KN5rig2fZPXLt6GFzO9PcquFZNW3YwImMPcT8Ag6gEBrysZSx8lTpZLarkzABEzABEzgoxNoTff61Prxb5kaC3sdRyDOM517HbcD92wCJmACJtDBBNy9CZjA7CcQc/GRJdV6bmzV4vZMwARMwARMwARMwATqCbz22mtYc801MXXq1Ppw1Z8wYQI23HDDatuOCZjArBP4OLYkme59jH2TDJPaJJOtvx+p3KMUtqjcx1TsDkeugv5b963cB6Xu9Pf38vlryrN/x6m73IBp703Xiq5ZJlz0CG77wT01PsIgRIhPpD3m645drtt+ps+JF+bxb1JEsnqvGJn/zUiifiEb2/Xr7JuACZiACZiACZiACZiACZiACXQ+Ae/RBEzABEzABEzABEzABExg7ifQMvcPwSMwARPoYALu3gRMwARMwARMwARMwARMwARMwARMoPkJeIQmYAImYAImYAImYAImYAImYAImYAJzCAGy9jA1yfSQPFmz5cHsYstD28WWB+Wj3X/dBbDPEUtg3vnSLUKgxkiqTgKOPWAiHhvf/pdtaFMXEzCBj5nAK2Oew+27X4y4ZKFLt/5worniNwZjqd0GzPRLHeJ9It4LwhaRBNmo0i/J4tqagAmYgAmYgAmYgAmYgAnMvQR85CZgAiZgAiZgAh1IgMxzaGTNkqzOuZV5uGJjfq6ofv4+/I02nR8HHL4wqOMlKSsxGkj+d7/2BCaMfRVeTMAEmo/Ai7+eiIcOH62B6aJX0UUPxPuA1G3BebHSxcMx73J90vx/eQ+pt/EeE+2wIZLVL3SGFpLqjvJqhWxs19bYMwETmEsJ+LA7gkDde2V610xVR+zIfZqACZiACXRNAkT81MbOmmvPBDqMQJxn1LnXYTtwxyZgAiZgAh1LwL2bgAl0AAHS+VEHYHWXJmACJmACJmACTU7g9ddfx8CBA/G3v/2t3ZFOmDABG220UbvrHDQBE/ifBOaIDUim4yAJMqv+vqRyr1LYorgPMvxidzhyFfTfum/qR52oRD9qEpjy+7/jtM/egGnvTVega5WJFz+G239wrwZNMZGJUmE8z/w9sMu126f7xArHYoNtUfxbFJFsuFcMWkiqrhWysV1bY88ETMAETMAETMAETMAETMAETOBjIuDdmoAJmIAJmIAJmIAJmIAJNAGB/O3eTTAQD8EETKCjCLhfEzABEzABEzABEzABEzABEzABEzCB5ifgEZqACZiACZiACZiACZiACZiACZiACcxJBMjaQ9UkQTaqPKAdD22HH7Ze5cHusAPWWwD7HLEEevYiWjXI1tZUIzeAY/efiMfGT9UaFxMwgTmJwJQxz+G24RcjLtlQumbrDnCFIzfC0rutOdMvdSjvDWGLyMb3EpLVHsmaXw3aMQETMAETMAETMAETMAETmAsJ+JBNwARMwARMwAQ6mgCZ59LImiVZncsv83HFtjd/H7GYw99o0/mx3+ELax6wtSIdvSYE1dI8fiu+e9gkTLzvNQVdTMAEmoXA5F9PxEOHj07XuKpc0p/vWtGywDxY6eJh6LV8n1me/yfZ8IXOZH4/Qt1Csq5l1wRMoDkIeBQdQyDekHPPyUtVbrs2ARMwARMwgY9OIH6xhEpP9X6J2ZpAxxDw2dYxXN2rCZiACXQ8Ae/BBEygIwjkZ2o6omf3aQImYAImYAImYALNSeAf//gHBg4ciL/+9a/tDnD8+PHYaKON2l3noAmYwKwQ+Hi3IWv3FZHZJ9lwPyTJdH9S3PcY90WGLYr7IMMvdodvrIo1tupbuR+yVRbp/qioXn72dZy6y/WYPq3rzFpPvPhR3HrCPeIQY67j0dqKbr26YZdrt5vpfWLBNRTMi0imfwuy9m9EEvUL2diuX2ffBEzABEzABEzABEzABEzABEzg4yLg/ZqACZiACZiACZiACZiACTQDgZZmGITHYAIm0IEE3LUJmIAJmIAJmIAJmIAJmIAJmIAJmEDzE/AITcAETMAETMAETMAETMAETMAETMAE5jgCZO3hapLVB+XJ7MeD2iTTQ93hxwPc9SoPyocdsN4C+OKRS2Le+VpSP0D0AchIxHEHPIBJE16FFxMwgTmDwCv3Po/bdx8B6Bona9ervBRb8ciNsPRua6brP67xuPaLDb8o3huKSL26jVBZSFY8GxMwARMwARMwARMwARMwgbmegAdgAiZgAiZgAibQKQTIPKdG1ixJTelllXm5YsucXdj6ubzwN9p0fux3eB/oxSC0RD8yqcj/7mGTMPG+11LTlQmYwNxN4MXLHsDDh4/Og9D1jbjqdeGH2613T/QbMRy9lu8z0/n/eE+J95GwIZLVL3SGFpIgKa9WyMZ2bY09EzCBuZqAD76DCNTeM5OnSqWD9uVuTcAETMAEuhyByM1D1YH7t0wVhZ0OJ+CzrcMRewcmYAIm0DEE3KsJmECHECAbsyOCHbIfd2oCJmACJmACJmACzUDgn//8JwYOHIi//OUv7Q5n3LhxGDx4cLvrHDQBE5hFAnPAZmTtcxGZfZIgs+rvUyr3LoUtivsgwy92h2+siv5bL5ZfH+Njrgjild//Had99npMn9YawabWxIsfxa0njNGoAZIAJJUwPebrjl2v236m94kFz1CwLyJZvVeMjI4AMltUFrKxXQnbmIAJmIAJmIAJmIAJmIAJmIAJfNwEvH8TMAETMAETMAETMAETMIGmINDSFKPwIEzABDqMgDs2ARMwARMwARMwARMwARMwARMwARNofgIeoQmYgAmYgAmYgAmYgAmYgAmYgAmYwJxJgKw9ZE0yPYRN1mw8sE0yPawdfjzIXa/yoHzY/ustgH2OWAI9exFobY2SFFWr2sfsNwGTJrwKLyZgAh8vgVfufR63DrsIukp1earW9RnXqBoptuIRG2Lp3dac6Zc6xHtBW5Gc4f2jjJJkcW1NwARMwARMwARMwARMwASagICHYAImYAImYAIm0HkEyDy3RtYsyepcXNt5uvbm7yMWc/iDN5sfXz1sYc0B6vhbNY0vk4sain730Mcw8T7P4Wcmrk1g7iQw+bIH8OBho3VFl+PP13cEWuafB/1GDEev5fu87/x/vGeU9xaS6W+EJBELyfT+E34RyeLamoAJNBkBD6eDCOhvs6Vn/aU2JWXxbl1itiZgAiZgAibwYQmk3yf6PZPuAap2kqLVlh0T6BgCkdWEOqZ392oCJmACJtCxBNy7CZhAxxCIvLw+G3e21DGc3asJmIAJmIAJmMDcT+Bf//oXBg4ciClTprQ7mPvvvx8bb7xxu+scNAETmHUCc8qWJKv3HpFMh0UyxUhW71OKe5fKPUxhi+I+yPCL3eEbq2KNrfrGrVHpb++5yp/GXn7mdZy2y3WYPi230YTLYkEk1wAAEABJREFUhIsfxa0njEkji1Hmz57yVLr36o7PXrf9TO8TC46hYF1EsvpvQBKxkDVLMv1bRdwyARMwARMwARMwARMwARMwAROY8wj4iEzABEzABEzABEzABEzABJqDQEtzDMOjMAET6CAC7tYETMAETMAETMAETMAETMAETMAETKD5CXiEJmACJmACJmACJmACJmACJmACJmACczABktWjI5keviZrtjy4XWw80F2vyoPy6T8I6b/eAtjnyCUx73wtAFUk1SAJAjh2vwmYNMH/gZBQuJjAx0LglXufx63DLwbSNckwFTHFVjpyMJbebc2ZfqlDvA/E9R+2iKT6aBQqC8mKZ2MCJmACJmACJmACJmACJtAkBDwMEzABEzABEzCBTiZA5jk2smZJVufkyjxdsTF/V1Tm76Md/uDN5sd+h/cBGCUqKRohud87bBIm3uc5fHgxgbmQwOTLHsBDh49Gvpx1QYdTUbfe86DfiGHotXyfWZ7/J1n9QmdoIQmS8mqFbGzX1tgzARNoAgIeQkcRqHvvJIgo8GICJmACJmACs4GAfquoF+pXC2VLqfdLzNYEZjcBpvOOs7tb92cCJmACJtAZBLwPEzCBDiLAlCF1UOfu1gRMwARMwARMwASahMAbb7yBgQMH4uWXX253RPfddx822WSTdtc5aAIm8IEIzLEbk0zHRhJkVtwHSTLdtxT3PUY7bFHcBxl+sdt/Y1WssVVfgNASVQipOeXZv+P0Xa7H9GnT0WzLxBGP4dYT7gXEClpi1AST171XN+x63XYzvU8s+IWCbRHJxJyMPpAWsuangCsTMAETMAETMAETMAETMAETMIE5mYCPzQRMwARMwARMwARMwARMoEkItDTJODwMEzCBDiHgTk3ABEzABEzABEzABEzABEzABEzABJqfgEdoAiZgAiZgAiZgAiZgAiZgAiZgAiYwpxMgaw9hkwTZqPIAd3mgO2y9unfvXn0QvP96C+ALRy6JeXsRaI2Rt6K1VQpXOna/8Zg0wf+BkFC4mECnEnjl3udxy/CLG/epa1SXp65RYKUjNsLSuw2oXstxjZcvwQg/3geKDT9Ecob3i7IDksW1NQETMAETMAETMAETMAETaBoCHogJmIAJmIAJmMDHQYDMc21kzZKszs3FXF29Yh6vqH6OL/yNNpsf+x66sKbv6yYH1UpFoe8d+hgm3uc5/I/j39n7NIEPS2Dy5Q/iwcNGp7n+dC1HFdIfADh/D/S7eBjmW2GRWZ7/J9nwhc5kfr9B3UKyrmXXBJqfQP3v2Wb387+m644joISr0nnyUlUJ2JiACZiACZjARyYQv1hCpaN6v8RsTaBjCPhs6xiu7tUETMAEOpaAezcBE+goArWnZzpqD+7XBEzABEzABEzABOZuAv/5z38wcOBA/PnPf253IGPHjsWmm27a7joHTcAEPiiBOW97snbfEZl9kg33Q5JM9y/FfZBxn0bYorgPMvxidzhqNaw+pC/iSw3K57GYs47vNnj5mddw2i7XY/q06VrfHGXCiMdwy/FjNBiNtjVGGiOX5HeftwW7Xb/9TO8TC26hYFpEMrEma/8GJOHFBEzABEzABEzABEzABEzABExgbiLgYzUBEzABEzABEzABEzABE2gWAi3NMhCPwwRMoAMIuEsTMAETMAETMAETMAETMAETMAETMIHmJ+ARmoAJmIAJmIAJmIAJmIAJmIAJmIAJzBUEyNrD2CSrD8qT2Y8HuUmmh7jDjwe8q+rWDeVB+bD911sAXzhyKcw7XwvUkQpBAHo5qJ/j9puASROmwosJmEDnEHjl3udx6+4jdPVROwzJRNFFSRL9jtwIS+82YKZf6lCu+bBFJEHWFN0VkSyurQmYgAmYgAmYgAmYgAmYQDMR8FhMwARMwARMwAQ+NgJknnMja5ZkdY6uzNsV2978fcRiDn/w5gtg38P65LGoD4C5yEDt7x82CQ/c/xq8mIAJzPkEJl/+IB48bLQuXYJxuKqYPbQsMA9WHTEM862wyCzP/5NMfwskiVhIgmS4VZGN7eoKOybQpARWWGEFrLvuul1G8847L9Ck/5ZzxrBq76HJU6UyZxyaj8IETMAETKAJCOi3SkO+rnYTjMpDmDsI+GybO/6dfJQmYAIm0EDADRMwgQ4jQLbNjtq2O2zX7tgETMAETMAETMAE5ngCb775JgYOHIiXXnqp3WO99957sdlmm7W7zkETMIEPQWAOfQlZ+5xEZp9kuk+JZPX+pbgfMu57LDb8UNwHWW93OGo1rLHVYlAPiIWqSNXSlGdfx+m7XI/p06YrOneXCSMew60njIEGilg0wjCp2b1XN+x2/fYzvU8seIWCZRHJKmsy90Zmi8pCNrYrYRsTMAETMAETMAETMAETMAETMIE5iYCPxQRMwARMwARMwARMwARMoGkItDTNSDwQEzCB2U7AHZqACZiACZiACZiACZiACZiACZiACTQ/AY/QBEzABEzABEzABEzABEzABEzABExg7iFA1h7CJgmyUeWB7mLjQe9QUf0D8/3XWwB7H7kkes5LtLa2olUYZGSTh+O+OgGTJkxV1MUETKAjCUy593ncPHyErkNUrz85URRrxUpHbIildxvQ8KUO5ZoOG9d7seGHyMb3BjK3Yxwkw1gmYAImYAImYAImYAImYAJNSMBDMgETMAETMAET+HgJkHnujaxZktW5/Ji7q1fM6xWV+ftohz948wXwlcP6aEB5zj5NGKqlSUOVVnzvkEfxwP2vRcQyAROYQwm8OPohPHDY6HTNlr/FxbUcf5VrmX8erDpiGHqtsEjD/H9c//E+EIr3i2LDJ1n9QmdoIfP7i9xqIVn17ZiACTQvAY+sAwnETROV7iMLgyqVSsTGBEzABEzABD4qAX0aqPtdE3cKfdQe/XoT+N8EIpvRufe/N/QWJmACJmACcxgBH44JmEDHEajO2Vd3ETlTtWHHBEzABEzABEzABLosgbfeegtrrrkmXnzxxXYZjBkzBptvvnm76xw0ARP4cATm5FeRtfuQyOyTbLgfkmS6n6nc4xS2qNwHVez2R62G1bfqi1jiU1h8Nkt/K1FjyjOv4/RdrsP096bH6rlSE0dOwi3Hj0H6U5DGFIOoGHSbtxuGXb/9TO8TK8ziHrEikoktSZSFbPTJWrtsY2sCJmACJmACJmACJmACJmACJjDnEfARmYAJmIAJmIAJmIAJmIAJNA+BluYZikdiAiYwmwm4OxMwARMwARMwARMwARMwARMwARMwgeYn4BGagAmYgAmYgAmYgAmYgAmYgAmYgAnMZQTI2sPYJKsPypPZLw92F9utW7f0QHh5+Ls8KB+2/3oLYO8jl8S883UDqxzCk1SO328CJk2YWl1jxwRMYPYSmHLv87h19xHp+tMll2zagxoqWPnIwVh6twHpGo5rNq7jsKHw4zovNvwQSZCNSn2qIqnaxQRMwARMwARMwARMwARMoEkJeFgmYAImYAImYAJzAAEyz8GRNUuyOmcXc3j1ivm9ojLvF+3wB2++AL5yaB+NioAKYqn0Fe73D30UD9z3ariWCZjAHEbgxdEPYeKhl6dLlyTIkA6SQLf5e2LVkcPQa4VFZpj/j+s/FO8TxYZPsuELnUmmPlG3kKxr2TUBE2hiAh5aRxKoey9N76qp6sgdum8TMAETMIGuRYCIn9qYWXPtmUCHEYjzjDr3OmwH7tgETMAETKBjCLhXEzCBDiRAOj/qQLzu2gRMwARMwARMYC4l8Pbbb2PgwIGYPHlyuyO45557sMUWW7S7zkETMIEPTWCOfyGpz09SHCjJMCBZVf19TeVep7BFcR9k+MVuf9RqWG1IX1A9kalGxWDKs3/H6Z+9HtOntWrt3FUmjpyEm48fo7FQ0rFTAkES3efthmHXbzfT+8SCTyhYFpF833vFSMKLCZiACZiACZiACZiACZiACZjAXEPAB2oCJmACJmACJmACJmACJtBEBFqaaCweigmYwGwl4M5MwARMwARMwARMwARMwARMwARMwASan4BHaAImYAImYAImYAImYAImYAImYAImMDcSIGsPZpNMD4CTNVse8M62JT0UHg9/F5UH5cMOWL83Pn/EEujZq9xGFA/Gh4Coj/vqeDw+wf+B0Nx4nviY52wCr4x9AbcMH4HWuNB0qGFCclPpd8RGWHq3/un6jWu1XL/FxvUdftgisvY+QGY/daaKpGoXEzABEzABEzABEzABEzCB5iXgkZmACZiACZiACcwpBMg8F0fWLMnqXH6Zzys25vmK6ucCwx+8RW98+dCF04R9mktU1RrSDH7Y7x3yKB64z3P4c8q/vY/DBILA5NEPYsKhl6f5f12usq0VAS29emDVEbuh1/J9Gub/43ov7wPx3hB+2BDJ9/1CZ2ghqdrFBEygaxDwKDuWQO0vtslLVcfu0b2bgAmYgAl0JQLxiyVUxlzvl5itCXQMAZ9tHcPVvZqACZhAxxFwzyZgAh1JIP7G1pH9u28TMAETMAETMAETmNsIvPvuuxg4cCCef/75dg/97rvvxpZbbtnuOgdNwAQ+CoG577VkvkeJZMP9kCTT/U3lnqewReW+qGJ3+ObqWHVI33Q/laoo6f7IcKY88xrO2OU6TJ8298xqTxg5CTcdP0aHX7tHDOnwW9EyDzHs+u1mep9YYdTS0pL4hSUzS5KIhWRiHb5lAiZgAiZgAiZgAiZgAiZgAiYwNxLwMZuACZiACZiACZiACZiACTQTgfLN3c00Jo/FBExgdhBwHyZgAiZgAiZgAiZgAiZgAiZgAiZgAs1PwCM0ARMwARMwARMwARMwARMwARMwAROYawmQrB47yfTwNlmz8ZB3UuWh7/IQeLHlQfmwA9bvjb2PXBLzztcC9aB+KUG+pD6P3288Hp/o/0AIXkxgNhF4ZewLuHn4CEDXF1m53mQIAtLKR2yEpXfr3/ClDnHtxvUaNq7tYsMPkQTZKFQWkhXPxgRMwARMwARMwARMwARMoGkJeGAmYAImYAImYAJzFAEyz8mRNUuyOocXc3r1ivm+ojIPGO3wB2/RG18+bBG9NoYYfQCqswh8/9BH8eB9nsOHFxOYAwi8eMXDmHjoFdXrU5c9SF2oUrf5emC1UcPQa4U+DfP/cZ3H9R6K94ViwyeZvtyZVB9A6ovMPioL2diuhG1MwASalYDH1cEEau+pyVOl0sH7dPcmYAImYAJdhkDk7qHqgP1bporCTocT8NnW4Yi9AxMwAROYvQTcmwmYQIcSIBuzI4Iduj93bgImYAImYAImYAJzMoH33nsPa665Jp577rl2D/Puu+/GkCFD2l3noAmYwEckMBe9nKx9biKzTxJkVv19TuXep7BF5f6oYnf45upYfavFoA6iyEJL7mvKM6/hzM9eh+nTWhWbs8vEUY/j5uPHgDpMkiBD0QC69eyG3W/Yfqb3iRU2wa6IpO8VgxcTMAETMAETMAETMAETMAETaDICHo4JmOi0uRcAABAASURBVIAJmIAJmIAJmIAJmEBTEWhpqtF4MCZgArONgDsyARMwARMwARMwARMwARMwARMwARNofgIeoQmYgAmYgAmYgAmYgAmYgAmYgAmYwNxNgGR1ACQrD4bXbDzwXa/yMHix5UH5sP3X743PH7Ekevai+mwFckFra2vScfuOw+MTpmqdiwmYwEchMGXsC7hp2Ih0jeniUtE1pgsuXWuy/b4+CEvv1r/hSx3imo3rNGxc08WGHyI5w/VfjpFkcW1NwARMwARMwARMwARMwASamICHZgImYAImYAImMOcRIPPcHFmzJKtzeTG3V6+Y9ysq84HRDn/wFgvgi4f00SA1n6j5ezmaTczTjOF/75BH8ND9r4VrmYAJfEwEJl/xEMYfcnnae1ym+hNbvk7ltPTqjtVGDUOv5fs0zP/H9R3XeSjeD4oNn6S/0BleTMAE2hJwu4MJ6D277EFZV0q24j29xGxNwARMwARM4MMSSL9P9Hsm7g+q9ZGitaY9E+gQApHVhDqkc3dqAiZgAibQQQTcrQmYQMcSiLy8Pht3ttSxvN27CZiACZiACZjAnEtg2rRpGDhwIP74xz+2e5B33XUXhgwZ0u46B03ABD46gbmtB5LVQyazT7LhfkiS6X6ncg9U2KJyn1Sx239zdaw2pC/055P0t/mo4vMatLz89Gs4Y5drMX1a/ac3rZiDysRRj+Om4+5JR5SOUgOJ45dBt3lasPsN2830PrHCJO4RKyKZ2JFELCQT2/CLSBbX1gRMwARMwARMwARMwARMwARMYC4h4MM0ARMwARMwARMwARMwARNoLgItzTUcj8YETGA2EXA3JmACJmACJmACJmACJmACJmACJmACzU/AIzQBEzABEzABEzABEzABEzABEzABE2gCAmTtYW2S6WFusmrTw97l4e+w5aHwYsuD8mH7r98bnz9yKcw7XzeAqYAMhyCA4/cbj8cnTJXnYgIm8GEITBn7Am4ePgJxWSEuKnUSPtUIrfz1DbHMsAENX+oQ12pcn2HLNRy2iNQr20jdpkIyWVcmYAImYAImYAImYAImYAJNT8ADNAETMAETMAETmEMJkHmOjqxZkiCzyjxfsTEPWFTmBaMd/sZb9saXDl0kvTaGqy5AOUlqfO+QR/DQ/a8q4mICJtDZBF78zSOYcMgVIOOKBKION2y3+Xpg9VHD0Gv5Pg3z/3Fdx/UdiveAYsMnmf7GR0YPAMkk1C0k61p2TcAEuggBD7OjCdS9txJEFHgxARMwARMwgdlAQL9V1Av1q4WypdT7JWZrArObANN5x9ndrfszARMwARPoSALu2wRMoIMJMGVIHbwTd28CJmACJmACJmACcziB+E+qBw4ciN///vftHunvfvc7bLXVVu2uc9AETGC2EJgrOyH1iUqKgycZBiSrqr/vqdwLFbao3C9V7PbfXB2rDekLEEClH2iRi1eeeR1nfvZaTJ/WqsicVSaOehw3HTdGBxUHDqRaB00S3eftht1v2G6m94kVFsGqiGT1XjGSILNQt5Csa9k1ARMwARMwARMwARMwARMwAROYSwj4ME3ABEzABEzABEzABEzABJqMQEuTjcfDMQETmC0E3IkJmIAJmIAJmIAJmIAJmIAJmIAJmEDzE/AITcAETMAETMAETMAETMAETMAETMAEmoUAWXtom2T1wW4y++UB8GLLw+HFlgflw/Zfvzf2OmJJzNurBfFIfHyRB1pbkx/V8V8dh8cnTG0WdB6HCXQagSljX8BNw0ak/emSQlxP0Ui+nH5fH4Rlhg1o+FKHuEbjugwb12+x4YfIfI2TNauuUiGZrCsTMAETMAETMAETMAETMIGuQMBjNAETMAETMAETmJMJkHmujqxZktW5/Jjrq1fMAxaV+cFohz94y9744iF90vRizN+neXwNPvyYy//ewY/goftfVcTFBEygswhM/s3DGH/w5dqd/p5WmfSXF5ck2KsHVhu5G3ot32eG+f+4rkNx/RcbPsnqFzpDC5nfL+RWC8mqb8cETKArEfBYO55AZFd5L8lLVW67NgETMAETMIGPTiB+sYRKT/V+idmaQMcQ8NnWMVzdqwmYgAl0DAH3agIm0NEEYg6/o/fh/k3ABEzABEzABExgTicwcOBAPPvss+0e5p133omtt9663XUOmoAJzC4CzdEPme9hItlwPyTJdP9TuScqbFHcBxl+sdt/aw2sumVfxM1WcR9kzGfHLVjhT3n6NZy5yzWYPi2imCOWiZc8jhuPG4P82VLHlYsOvxXd5mnB7tcPbbhPrIwzxlwU94gVkUysSKIsZM2PGNnYjphlAiZgAiZgAiZgAiZgAiZgAiYwNxDwMZqACZiACZiACZiACZiACTQbgZZmG5DHYwImMBsIuAsTMAETMAETMAETMAETMAETMAETMIHmJ+ARmoAJmIAJmIAJmIAJmIAJmIAJmIAJNBUBsvbwNsn8oHydLQ+CF1seEi+2PEAetv/6vbHXkUuh13zd6voRLkogTvjqeDw+YWo0LBMwgVkgMGXsC7h5+EiQRPqhXpREkMTKX98Qywwb0PClDnFtxvUYNq7bYsMPkfm1ZM2q11RIJuvKBEzABEzABEzABEzABEygixDwME3ABEzABEzABOZ4AmSesyNrlmSaHySZvsA15v2KYj6wqMwTlvbgLXvjS4cuAr1aQlpIApIKvn/II3jo/lfhxQRMoOMJTP7Nwxh/yGhAl2BUZHLUJLr16o7VR+6G+VZYpGH+P67pUFzTcc0XGz7J9H5AVvqRJbOPykI2tithGxMwga5AwGPsBAK199jkqVLphP16FyZgAiZgAl2DgH6rNOTzaneNgXuUcwABn21zwD+CD8EETMAEZpWAtzMBE+hwAmTb7Khtu8MPwTswARMwARMwARMwgY+VwMCBA/H000+3ewx33HEHttlmm3bXOWgCJjAbCczlXZG1z1Fk9kmCzKq/D6rcGxW2qNw7Vez231oDqw5ZLL++woakPGLKM6/jrF2uRet0NT/mMvGSJ3DjsWMaj0KHqYLuPbth9xuGznCfWBlzscGmiKTvFYMXEzABEzABEzABEzABEzABE2hiAh6aCZiACZiACZiACZiACZhA0xFoaboReUAmYAIfmYA7MAETMAETMAETMAETMAETMAETMAETaH4CHqEJmIAJmIAJmIAJmIAJmIAJmIAJmEDzESDjEfE8LpJoq/JAeLHlYfFiy4PyYfuv3xufO2JJ9OzVgtbWVkn9tkqQL53w1XF4YqL/A6EgYpnA+xF45b7JuGn4SF010HWUrx9dUmroVXL6fW0QlhnWv+FLHeKajOswbFyvxYYfanttR1u9pVLvp4ArEzABEzABEzABEzABEzCBpifgAZqACZiACZiACcwdBMrcXb0Nvyjm/uoV84JFZb4wbGjwlr3xhUP6pHnHGH3M48eko6Ycw+D7Bz+Mh+73HH6wsUygowhMvvIRjD9kdLrm8sWoP6SlixDgvN2x+qhhmG+FPjPM/5frOq738MOGyntBWGgJG5JbLW3b1RV2TMAEugQBD7ITCFTex2NPeldP7/HJRsAyARMwARMwgY9MoDXdO1Trxr9laizsdRyBOM907nXcDtyzCZiACZjAbCbg7kzABDqeQPxdLbKk2p4aW7W4PRMwARMwARMwARNoPgJrrbUWnnrqqXYHdvvtt2Pbbbdtd52DJmACs5dAM/RWfx9T8cMWlfuhwpZ7pMIWxX2Q4Re7/bfWwCpb9q2iyTPb+rym8vIzr+HMXa5B63Q1qlt0rjPhksdxw7H35NvE2uy62zwt2OOGoQ33iZVxxRiLgkVRcAo/bHQXNhR+Udt2iduagAmYgAmYgAmYgAmYgAmYgAnMHQR8lCZgAiZgAiZgAiZgAiZgAs1HoKX5huQRmYAJfEQCfrkJmIAJmIAJmIAJmIAJmIAJmIAJmEDzE/AITcAETMAETMAETMAETMAETMAETMAEmpRA3cPcCL+t4mHwepWHxostD5SH7b9+b3zuiCXRs1cLGLwqFXMLJ+x7P56Y6P9AKNBYJtAegVfum4wbh41Iq6iaURUrv9/XBmHZYf0bvtQhrsW4/sLGtVps+CGSIBulLlMhmawrEzABEzABEzABEzABEzCBLkXAgzUBEzABEzABE5iLCJB5Do+sWZLVOb+YA6xXzA8WlXnD0t54yIL44iGLgBo/SVmJ0UDyjz7kETw87jV4MQETmP0EJl/5CMYfPFod66JT0UUH6DoMtczbHf1H7Yb5Vugzy/P/JFGufWghCZLyaoVsbNfW2DMBE+giBDzMziBQ916b3nVT1Rk79j5MwARMwAS6BgEifmpjZc21ZwIdRiDOM+rc67AduGMTMAETMIHZS8C9mYAJdAIB0vlRJ2D2LkzABEzABEzABOZAAmuvvTaefPLJdo/stttuw9ChQ9td56AJmMBsJ9A0HZKsjoXMPkmQWXE/FMl0X1Tc9xjtsEXlnsiwoe2/tQZWHbKYXg+oB0B1pWDK06/hrF2uRev0VnT2MuGSx3HjcfeCrBwVAeon6u7zdMMeNwxtuE8sxlLGGDbGXS+SiQmpXuqEykLmeKVpYwImYAImYAImYAImYAImYAImMHcS8FGbgAmYgAmYgAmYgAmYgAk0IYGWJhyTh2QCJvCRCPjFJmACJmACJmACJmACJmACJmACJmACzU/AIzQBEzABEzABEzABEzABEzABEzABE2hmAiQB5BGSBNmo+ofEw4+Hx+tVHiwPO2CDBbHXkUthnl4tQHomvlUmObLA8V+5D09OnJp35toETKBKYMp9k3HDsBHVdlw1rVEpEnalw9fHcsMHNHypQ1yHcd2FLddm2CKy8Vomqd5yIWt+jrg2ARMwARMwARMwARMwARPoGgQ8ShMwARMwARMwgbmNAJnn8siaJVmdyy/zgcXGfGFRmT8sdvCQBfGFQxZBqyYds0RD85Axk68gvn/Qg3h43KsKupiACcwuApOvfATjDh6tSywutpB6llEAnKcb1hi5K3qt0GeW5/9JVr/QGVpIpvcDudVCsurbMQET6KoEPO7OIRBv6HlPyUtVbrs2ARMwARMwgY9OIH6xhEpP9X6J2ZpAxxDw2dYxXN2rCZiACcx+Au7RBEygMwjE39Q6Yz/ehwmYgAmYgAmYgAnMSQTWWWcdPP744+0e0q233ortttuu3XUOmoAJdASB5uqTrN3XRGafZLr/iWT1vqi4HzLugyw2/FC5FzL80HbfWgOrbLkY0j2QqisF8Vnu5adexVk7X4PW6Z036z3x0idw47H3AuUeTSRXh9WKlh7EHjds23CfWNvxxJhCMe4QySoTVBaSFQ+JG7yYgAmYgAmYgAmYgAmYgAmYgAk0AQEPwQRMwARMwARMwARMwARMoBkJtDTjoDwmEzCBj0DALzUBEzABEzABEzABEzABEzABEzABE2h+Ah6hCZiACZiACZiACZiACZiACZiACZhA0xNgm4cITvuhAAAQAElEQVS9SaaHvsls4yHxesXD4/UqD5iH7b/BgtjryKXQc7641Si/PgBSFUkcv+84PDlxqlouJmACQWDKfZNx0/CRoH6gayRiVEUS8dPvaxtg+eFrNnypQ1x/cb2FjWuz2PBDpF7ZRuoyFZLJujIBEzABEzABEzABEzABE+iCBDxkEzABEzABEzCBuZIAmef0yJolCTIr5gTrFfOFRWUeMWxo8JAFsc+hfaEXSwAILalK9uiDHsbD416V72ICJvBRCUz+7aMYd/Do3I2uVySpqUuOPbuh/6hdMd+Ki8zy/D/Jhi90JgmSqF/Ixnb9OvsmYAJdiICH2kkEau+5yVOl0kn79m5MwARMwASankDk9qHqQP1bporCTocT8NnW4Yi9AxMwAROYPQTciwmYQKcQIBuzI4Kdsl/vxARMwARMwARMwAQ+LgLrrrsuJk2a1O7ub7nlFmy//fbtrnPQBEyggwg0Ybdk7XMVmX2SILPiXkiS6T6puA8y2mGL4j7I8Ivd7ltrYLUhiwNgKSCZNOXp13D2LteidXorOnqZeOkTuP7YMQChhSAleSDQrUc3fO7GoQ33iZXj79atW4qHjbEWkUwMSCIWkiAZrmUCJmACJmACJmACJmACJmACJtBsBDweEzABEzABEzABEzABEzCBpiTQ0pSj8qBMwAQ+NAG/0ARMwARMwARMwARMwARMwARMwARMoPkJeIQmYAImYAImYAImYAImYAImYAImYALNTyBGSNYe+iaZHgIna7Y8MF5sPEher/Kgedj+GyyIzx2xFHr2IlpbWxGPxSfJVwDHf+V+PDlxauzWMoEuTWDKfZNxw7CRcVnoOtG1EtdI9hRrRb+vbYDlhw9IX94Q11a55oof12PEwhaRteuWzH6BTLK4tiZgAiZgAiZgAiZgAiZgAl2QgIdsAiZgAiZgAiYw9xIg89weWbMkq3P5ZX6w2Jg3LCrzidEOf/CQ3vjCIYtCU5FZyQk2aSYfRx/4EB4e92oELBMwgQ9JYPJvH8X9B42uXl2a9FdPusZUOE83DBi1G+ZbcZFZnv8na9e7Oqpe++EXkSyurQmYQBcn4OF3EoH0t928L/2lN+VVepvPAdcmYAImYAIm8BEIpN8n+j0T993VuknRWtOeCXQIgchqQh3SuTs1ARMwAROYzQTcnQmYQOcQiLy8Pht3ttQ53L0XEzABEzABEzCBj4fA+uuvj8cee6zdnd98883YYYcd2l3noAmYQMcRaNaeydp9TmT2SVbviYr7IEkibNz3WGz4obgPst4O/dYaWHXIYunv9oil8neW+Dz38lOv4qydr0Hr9GjFytmvCZc+geuPHVPbP/TpUccQe2rpRnzuxm0b7hMrx9+tW7cUDxtjLCKZxk4SsZBMbMIvIllcWxMwARMwARMwARMwARMwARMwgbmcgA/fBEzABEzABEzABEzABEygOQm0NOewPCoTMIEPScAvMwETMAETMAETMAETMAETMAETMAETaH4CHqEJmIAJmIAJmIAJmIAJmIAJmIAJmEDzE6iOkKw97E0yPQxO1mx5cLzYeKC8XuWB87D9N1gQnztyaczbqxuoPSSpLyQBJ+x7P56cOFVrXEygaxKYct9k3Dh8JOLayBUqhrLEyl/bAMsN65++vCGuqXKtFT+uw4iFLSL12jZCZSFZ8WxMwARMwARMwARMwARMwAS6KAEP2wRMwARMwARMYC4nQOY5PrJmSYLMKvOExcb8YVGZVyztwUN64wuH9gUYJSopGiG5xxz0EB4e9yq8mIAJfHACL171GO4/aDR0aYL6gUQSkG3p2R0DRu2K+VZcZJbn/0mCZPpSZ2ghc1tutZCs+nZMwAS6PAED6CwCde+9BBEFXkzABEzABExgNhDQbxX1Qv1qoWwp9X6J2ZrA7CbAdN5xdnfr/kzABEzABDqCgPs0ARPoJAJMGVIn7cy7MQETMAETMAETMIGPkcAGG2yARx55pN0juOmmm/DJT36y3XUOmoAJdCiBpu6cZHV8ZPZJgsyK+yBJpnum4r7HaIctKvdEFjv0W2tglSGLIS16HRn9qEVgytOv4exdrkHr9FYFZm+Z+KsnccOx96pT6thloqR9Ey09WrDXTUMb7hMrx1vGEeOqF6nXtbSoLyIWklW/vXbELBMwARMwARMwARMwARMwARMwgbmagA/eBEzABEzABEzABEzABEygSQm0NOm4PCwTMIEPRcAvMgETMAETMAETMAETMAETMAETMAETaH4CHqEJmIAJmIAJmIAJmIAJmIAJmIAJmEDzE2gcIclqgGR6KJys2fqHyMMvD5gXWx48D9t/gwWx55FLoWevFsQj8a2tqUZuACd85T48OXFqdX92TKCrEJhy32TcMGwk4pKIqyJdE3WD73f4+lh++ICGL3WIayyuq7Dl2gtbRNauUzL7pUuSxbU1ARMwARMwARMwARMwARPosgQ8cBMwARMwARMwgWYgQOa5PrJmSVbn8st8YbExn1hU5heLHTykN/Y+eFFNT2qWMiYrkxe+pvFljj7wQTx8v+fwm+G88Rg6j8Dkqx7D2AMv19UU11GrrC6mqHWNtczTDf1H7oL5Vlyk3fn/+uu2+CTTl1hHG1pIputdbrWQrPp2TMAETAAwg84jEO/xeW/JS1VuuzYBEzABEzCBj04gfrGESk/1fonZmkDHEPDZ1jFc3asJmIAJzF4C7s0ETKCzCMRMf2fty/sxARMwARMwARMwgY+LwIYbboiHH3643d3fdNNN2HHHHdtd56AJmEBHE2j+/klW74UimQZMMsVIpvumyGzjPsi4hypsUbkXstjtvt0fK2/RF/F9BlkA0qR3K15+6lWcvfPVlbbis6FM/NWTuO6YMWl/qqLk/ltbwW7EXjduizjWcnzFRqxeMa4QyeqYoYXMLOSmQjJZVyZgAiZgAiZgAiZgAiZgAiZgAs1EwGMxARMwARMwARMwARMwARNoVgItzTowj8sETOBDEPBLTMAETMAETMAETMAETMAETMAETMAEmp+AR2gCJmACJmACJmACJmACJmACJmACJtD8BNoZIVl7AJxk9UF5MvvxEHm96h8yD788gB62/wYLYs8jl8a8vbqlfgCmEgbq7wf73o+nHngVXkygqxB45f4XccPwUYjzn2QY+VEIgFj58PWx/PABDV/qUH9dxbUX7bBFJEE2CpWFZMWzMQETMAETMAETMAETMAET6NIEPHgTMAETMAETMIGmIUDmOT+yZklW5wjLvGGxMZ9YFPP24Rc7eKsFsfchfSts1AeIVMKoz2MPfhiPjPccPryYwCwQmHzVY7jvoNEgCabtWbFAyzzdsMaIXTD/Sou2O//f0tKS4nF9hh8i+b5f6AwtJFW7mIAJmEAdAbudSKD2Hpw8VSqduH/vygRMwARMoLkJ6LdKQ76vdnMP2KObgwj4bJuD/jF8KCZgAiYwMwKOm4AJdBoBsm121LbdaYfiHZmACZiACZiACZhAhxDYaKON8OCDD7bb94033ogdd9yx3XUOmoAJdAKBLrgLMn/mIgkyq/4+qnJvVdiici9ksdt9ZwBWHbJ4fn0wZK4IYsrTr+HsXa4GWiP20TTxV0/iumPGqFeAZFQSgHC7E5+/adt0P1g5rmLLcYeNsRWR/J/3isGLCZiACZiACZiACZiACZiACZhA8xHwiEzABEzABEzABEzABEzABJqWQEvTjswDMwET+MAE/AITMAETMAETMAETMAETMAETMAETMIHmJ+ARmoAJmIAJmIAJmIAJmIAJmIAJmIAJND+BmY2QZHUVSZCNKg+UFxsPmterPIgetv8GC2KPI5dCj54EWlslFZnwW9U+/stj8dQDU6v7s2MCzUpgyv2Tcd1uI/N3Q+jcj/NfRhdElFasfPh6WH74gIYvdYjrKq6jsHG9FRt+iOQM12fhR7K4tiZgAiZgAiZgAiZgAiZgAl2cgIdvAiZgAiZgAibQXATIPPdH1izJ6lxhzB3WK+YVi8p8Y7GDt1oQnz+krwClifuYrGyYwzzmgAfxyLhXtd7FBExgZgQmXz0JYw8areunVX/+kiobxlXV0qMbBozaFQv0W7Td+f+4Vsv1GX6IrF3P0RWZ2+EXkSyurQmYgAlUCdjpRALpD715f/F+HwlUsjnk2gRMwARMwAQ+IgF9rqj7XaMPGx+xP7/cBGaFQGQzOvdmZVNvYwImYAIm8LES8M5NwAQ6j0C6379hd5EzNQTcMAETMAETMAETMIG5lsDgwYPxwAMPtHv8N9xwAz71qU+1u85BEzCBziHQlfZC1u6DIrNPsuF+SJKI+6riPqtiww+VeyGLHfrt/lh5i8Xiz/iVP7HEZ7kQ8PKTr+Lsna+qxPGhlom/fgrXHTMmvTZ6jc+OqUM12I3Y+6ahaO+4IhaK468XyTQ2koiFZBp7+EUki2trAiZgAiZgAiZgAiZgAiZgAibQRAQ8FBMwARMwARMwARMwARMwgeYl0NK8Q/PITMAEPiABb24CJmACJmACJmACJmACJmACJmACJtD8BDxCEzABEzABEzABEzABEzABEzABEzCB5ifwviMkaw+Dk0wPi5M1W/9wefjx0Hm9yoPyYftvsCA+942lMU+vFoAqkmqQBAGc8OX78NQDU+W5mEBzEphy/4u4ftgoxAkf53yycnQJpNgqh2+A5YcPaPhSh7ie4voJW66xsEUkQTYKlYVkxbMxARMwARMwARMwARMwARMwARiBCZiACZiACZhAExIg8xwgWbMkq3OGZR6x2JhnLCrzjmFDg7daEHsd3FeUCOQiS5CUBY496EE8Ou5VeDEBE5iRwOSrJ2HsgZdDVwuga4YkCEAGLT26of/IXTD/SovMMP8f12Ncn2FD4YdI6rVMX+oMLWRuy60WklXfjgmYgAnUEbDbmQTq3ovTu3KqOvMAvC8TMAETMIHmJkDET22MrLn2TKDDCMR5Rp17HbYDd2wCJmACJjB7CLgXEzCBTiRAOj/qRNzelQmYgAmYgAmYQCcS2GSTTTBx4sR293jdddfh05/+dLvrHDQBE+g0Al1uRySrYyazTxJkVrmvKmy51ypsUdwHGX6xQ7/TH6tsuRhAaIkqhNSc8tRrOGfnq9Haig+8TPz1U7j26DGAjgtaolcy1Wjp3oK9b9q24T6xcjxxbKH64w+fZLpPjIw+oG6ZhLqFZF3LrgmYgAmYgAmYgAmYgAmYgAmYQBMR8FBMwARMwARMwARMwARMwASamEBLE4/NQzMBE/hABLyxCZiACZiACZiACZiACZiACZiACZhA8xPwCE3ABEzABEzABEzABEzABEzABEzABJqfwP8eIVl7KJxkemicrNl4uLxe8fB5vcqD6WH7D1oIex65NObpSSA9FN+K1lapchgnfHksnnpgaqVlYwLNQ2DK/S/iumEjGweka0Cnv64BYJXD1sfyw/s3fKlDXEdx3YSNa6zY8EMkZ7geyw5IFtfWBEzABEzAsCrWVAAAEABJREFUBEzABEzABEzABAAYggmYgAmYgAmYQLMSIPNcIFmzJKtzhzGXWK+YZywq84+lvfHWC2GvgxdN8/d57lLz93JUNI/ZiqMPfACPjPMcfrOeSx7XhyPwwtWP4d4DL9c1oksnzftXrpvorlsLBozcBQv0W3SG+f9y3RXb0tJS/SLn4kcXZL6ewy8iWVxbEzABE2hDwM3OJaA3/soOk5eqSsDGBEzABEzABD4ygfjFEiod1fslZmsCHUPAZ1vHcHWvJmACJjD7CLgnEzCBziQQz7t05v68LxMwARMwARMwARPoDAKbbropxo8f3+6urrnmGuy0007trnPQBEygMwl0zX2RTPc+xuhJhkltksnGfVUk031Wcd9VtMMWlXsiix36nQFYefO+AFrTjxxZtVpb8fKTU3HOzlfhg3zum/DrJ3Ht0WPUjfpTH3Kq/bEF2PumbRruEyvHUY6vHG/YEEkUS+YxkkT9Qja269fZNwETMAETMAETMAETMAETMAETmNsJ+PhNwARMwARMwARMwARMwASamYD+fNTMw/PYTMAEZpmANzQBEzABEzABEzABEzABEzABEzABE2h+Ah6hCZiACZiACZiACZiACZiACZiACZhA8xOYxRGStYfDSaaH5MmajYfL61UeRC+2PKAetv+ghbDnN5bBPL1aoI5U1A8gK4H4wZfvw1MP+D8QgpemITDl/hdx/fBROrupMVFWJkrlGlr18PWx/PD+DV/qENdOXC9h49oqNvwQqX7aKLoMkQxjmYAJmIAJmIAJmIAJmIAJmECNgD0TMAETMAETMIGmJkDmOUGyZkmCzIo5xXrFfGNblfnIwVsvhL0O6avXQsqvJwCmH+DYAx/Eo+M8hw8vJiACk695HGMPvCJdHbrckKWrRU5LjxYMGLkzFui36Azz/22vv3J9kqx+oTO0kLkvudVCsurbMQETMIEZCDjQyQRq78nJU6XSycfg3ZmACZiACTQtgcj9Q9UB+rdMFYWdDifgs63DEXsHJmACJvDRCPjVJmACnUqAbMyOCHbq/r0zEzABEzABEzABE5jdBDbbbDOMGzeu3W6vuuoq7LLLLu2uc9AETKCTCXh3iQCZP4ORBJkV91qRTPdZxX1Y0Q5bVO6FLHbod9fEylssDr0asVAVqVp65alXce7OV6O1tVXR9y8TL3sa1x1zL9QRoIoStFBq6UZ84eZtG+4TK/vv1q1bipfjDBsimcZARg9IC1nzI0A2tiNmmYAJmIAJmIAJmIAJmIAJmIAJNBEBD8UETMAETMAETMAETMAETKCpCbQ09eg8OBMwgVkm4A1NwARMwARMwARMwARMwARMwARMwASan4BHaAImYAImYAImYAImYAImYAImYAIm0PwEPsgIydpD4iRBNioeNq9XeSC92PKgetj+gxbCHkcujXl6Mj0UH4/Fx7Pxrcg/P/jSWDz1gP8DoQ/y7+Nt50wCU+6fjGuHjdJ5Dimd6cmmM10n/cqHrovlh/dPX94Q10bb6yWuqYiFLSIbrz2S1cGTNb8atGMCJmACJmACJmACJmACJtDlCRiACZiACZiACZhA8xMg89wgWbMkq3P5ZX6x2Jh3DMW8ZKj4YQdvvRA+d3DfmNSszGfKFcKY4ZTBMQc8gMfGvxquZQJdlsDkaybh3gMuT+NP14YqFV0sqrsRA0bsjN4r951h/j+usXqVa5Jkwxc6k/n6Rd1Csq5l1wRMwARmJOBIJxPQ33vLHuPvv9CvAJUSsjUBEzABEzCBD00g/T7R75nG/2wmRT90n36hCcwagchqQrO2tbcyARMwARP4eAh4ryZgAp1LIPLy+mzc2VLn8vfeTMAETMAETMAEZi+BLbbYAvfff3+7nV555ZXYdddd213noAmYQOcT6Op7JGv3SZHZJ9lwPyTJdL9V3IsV92CFLWp7T+TQ7w5Avy36Ipb4jBef9aA/8uvPMZjy5Ks4d+er0r2Ssb49TbzsKVzz/Xu0jdZGB3ptvF4tsIX4ws3bNtwnVvZfjqccX9gQSRQLLWQem9xqIVn17ZiACZiACZiACZiACZiACZiACTQnAY/KBEzABEzABEzABEzABEyguQm0NPfwPDoTMIFZJODNTMAETMAETMAETMAETMAETMAETMAEmp+AR2gCJmACJmACJmACJmACJmACJmACJtD8BD7wCMnaw+Ikqw/Kk9mPh83rVR5ML7Y8sB62/6CFsMc3lkHPXi1g9Ugon1CFE788Fk8/6P9ACF7mWgJTxr2I64ZfEqdzlk7tNJi4XhRZ9bD1sMLuAxq+1CGulbg+wsa1VGz4IZIga0r9VSqSFc/GBEzABEzABEzABEzABEzABBoIuGECJmACJmACJtBFCJB5jpCsWZLVOcWYY2yrmIMMlXnJYgdvvRD2PHix/FrxUzegbBSSOOaAB/DYeM/hBw+r6xF48donMOaAKwBdC9CSrg1VKmD3bhg4chf0XrnvTOf/45oLleuRpLrKUncNfrRDJMNYJmACJvB+BLyuswnUvTcTRBR4MQETMAETMIHZQEC/VdQL9auFsqXU+yVmawKzmwDTecfZ3a37MwETMAETmJ0E3JcJmEAnE2DKkDp5p96dCZiACZiACZiACXQAgS233BJjx45tt+crrrgCw4YNa3edgyZgAh8LAe9UBEiqzoXMPkmQWXHvFUmELfdihS0q90IWO/S7a6Lf5ouBAMhUywKQO+Wp13D+LtegvWXiZU/jmqPvBUlJW1CCKrVbuhFfuHmbhvvEyv66deuW4vXHFz7JdMyk+gBAMgl1C8m6ll0TMAETMAETMAETMAETMAETMIEmJeBhmYAJmIAJmIAJmIAJmIAJNDmBliYfn4dnAiYwSwS8kQmYgAmYgAmYgAmYgAmYgAmYgAmYQPMT8AhNwARMwARMwARMwARMwARMwARMwASan8CHGyFZe2icZHqonKzZePi8XuUB9WLLg+th+w9aCLsfuQzmmbfcltSqgwoBUZ/wxTF4+oGpirmYwNxFYMq4F3HtbqPQGieyDj1MSG46uVc5dD2ssPuA9OUNcS20vT7iGopY2CKydp2RNT/6JBnGMgETMAETMAETMAETMAETMIF2CDhkAiZgAiZgAibQlQiQea6QrFmS1bn8Mt8YtsxBhq1XmbPceJuFsOdBfdN8fasmO8scZ/gx0XnM/hPx2PhXuxJej9UEMPnax3HP/peLRKv+BhBXhayuEl0iQAsxcOTOWGDlRdud/y/XXVxv4YdIpuszfHWafJLhVkU2tqsr7JiACZhAAwE3OpMAGe/N8Xsg7zV5qcpt1yZgAiZgAibw0QnEL5ZQ6aneLzFbE+gYAj7bOoarezUBEzCB2UPAvZiACXQ2gfgrQNt9kjE3hDSnDy8mYAImYAImYAImMBcQ2GqrrXDvvfe2e6SXX345dt9993bXOWgCJvBxEfB+CwEyf/6KNpl9kunzGEnEPVdktuWerLBF5V7IsKGh31sTK23eN9/31apPfDEhntSKPz/xN5y701WoXyZc9hSuPnpM2j7um9RL4tZJbdIKtgBfuGmbhvvEYh9l32Hj+IoNnySKhRYyj0VuKmRjOwVdmYAJmIAJmIAJmIAJmIAJmIAJNCkBD8sETMAETMAETMAETMAETKDZCejPSc0+RI/PBEzgfxLwBiZgAiZgAiZgAiZgAiZgAiZgAiZgAs1PwCM0ARMwARMwARMwARMwARMwARMwARNofgIfYYQkq68mWX1Qnsx+PHxer3g4vV7lAfaw/QcthN2/sQx69mqBXq1+KUG+pP5O/PJYPP3AVHgxgbmFwJRxL+HaYZcAOn/JyvksQxCQVj1sPaywe/+GL3WI6yOuh7Bx7RQbfogkyEahspCseDYmYAImYAImYAImYAImYAIm0A4Bh0zABEzABEzABLocATLPGZI1S7I6xxhzjkUxF1kUc5ShaBc7eJuF8LmDF8uvrZAkKU9SOfaAiXhsvOfwBcSlCxCYfO3juOeA0YDO/aiSUYNSS/cWDBy5MxZYedEZ5v/jmoprLmwo/BDJ9IXO4UMLqZ4kudVCsurbMQETMIH3JeCVHwOB2nt08lSpfAzH4V2agAmYgAk0JwH9Vmn4PECQbM6helSdRoCctXNo1rbqtMP2jkzABEzABOoJ2DcBE+h0AmTb7KhtG87V4cUETMAETMAETGBOJrD11lvjnnvuafcQf/3rX2PPPfdsd52DJmACHyMB77qBAFn7HEZmn2T6LEYy3X9FZlvuzQpbVO6FjHb4Q783ECtvsTjUgQSA0EKQxJQnp+K8na9SG5h4+dO45uh7QbVI1ZJqRIAtxD43bdNwn1j0HfsoinvCwg8bIolioYUkSMrLhaz5OeLaBEzABEzABEzABEzABEzABEygqQl4cCZgAiZgAiZgAiZgAiZgAk1PoKXpR+gBmoAJ/E8C3sAETMAETMAETMAETMAETMAETMAETKD5CXiEJmACJmACJmACJmACJmACJmACJmACzU/go46QrD1ITjI9ZE7WbDyEXq94SL1e5UH2sP0HLYThRy6DHvNSh9UK5ILW1takH3zpXjz9gP8DIcFxmcMJTBn3Iq7ZbVQ6h3Xyqugc1jHrVNZp3YpVD10XK+zev+FLHeK6iOsgbFwzxYYfIjnD9aUuUyGZrCsTMAETMAETMAETMAETMAETmBkBx03ABEzABEzABLomATLPHZI1S7I61xhzj/WKecmiMl9Z7OBtFsLuB/bVHGdmWZn1rMyDAsfuPxGPjfccfqbjulkJTL7uCdxzwOjqeZ+dymhbgIEjdkLvVfrOMP9frqtiy3VH8n2/0BlaSKp2MQETMIFZI+CtZj8Bsv33YbISjz8CV3bbGlaVSniWCZiACZiACcwGAvr0Xfe7puEzyGzo3V10PQJkJYdpM3SyPh7ZjM69Ntu4aQImYAImMOcQ8JGYgAl0PoH0TEvDbiNnqgXI+nyqFrdnAiZgAiZgAiZgAnMCgW222QZ33313u4dy6aWXYq+99mp3nYMmYAIfLwHvfUYCZO2zF5l9kg33Q5JM92PFfVpxj1bYonIvZLTD3/Z7a6Lf5n3zn1/SxzzNjevvMuG+/MRUnLfTb3H198cglohB60Lhk8QXb96m4T6x6DP6Lir7DxsimY6NJGIhmY49fMsETMAETMAETMAETMAETMAETKBrEvCoTcAETMAETMAETMAETMAEmp9AS/MP0SM0ARP4HwS82gRMwARMwARMwARMwARMwARMwARMoPkJeIQmYAImYAImYAImYAImYAImYAImYALNT2C2jJBktR+S6WFzsmbjofR6lQfXiy0PtIftP2gh7PGNZdGjZwvAVECGQ1ngxC/fi6cf8H8gBC9zLIEp417ENcMuSecrmA8zncJyo7nqIetihd37N3ypQ1wLcf6HjWul2PBDJEE2St2lQjJZVyZgAiZgAiZgAiZgAiZgAibwPgS8ygRMwARMwARMoAsTIPMcIkp41mUAABAASURBVFmzJKtzjjEHWa+Ynywq85bFbrztwtjjoMUSTfUgq5rJQB3iuAMewKQJr8KLCTQjgcnXP4F79h+toTFOd4DQoiqupxZirZE7o/cqfWeY/y/XU7HleiMJMksdNfjRDpEMY5mACZjArBLwdh1IgJzJe3JdPG2Rqg48EHdtAiZgAibQxQgQ8VMbNKsuSZCstu2YwAclQObzh8y29vpoE6wF7JmACZiACcxZBHw0JmACHwMBku3mRyQbjoYkSDbE3DCBWSXQ2lr5z0ZtYRY+F7rSOTCr7xHezgQ+LIGhQ4firrvuavflo0aNwt57793uOgdNwAQ+dgI+gJkQIGufucjsk0yfxUgi7s0is437taIdtqjcCxnt8Id+fy2stPliAAHodSRBADKY8mTcCxkttaFFQZLaB/GlW7ZBvD5U+gpbVPYbNkTG61rUb6U/tcnso7KQje1K2MYETMAETMAETMAETMAETMAETKB5CXhkJmACJmACJmACJmACJmACXYBASxcYo4doAibwvgS80gRMwARMwARMwARMwARMwARMwARMoPkJeIQmYAImYAImYAImYAImYAImYAImYALNT2D2jZCsPVROMj2ATtZsPJxer/IAe7H1D7ivMWgh7HHUsujRk2jVIcaX9iB9gVU0gBO/NAZPPzBVDRcTmLMITBn3Iq7e7ZJ0UDplkU5gtZIvu8oh62DFPQbM8J//lPM/rpG4JsIWkbXriMy+ukqFZLKuTMAETMAETMAETMAETMAETOD9CXitCZiACZiACZhAVydA5rlEsmZJVufyy3xksTFPWVTmL4vdeNuFscdBi2naXjP4mvxUyXOh4UjH7jcekybEF992deoefzMRmHz9k7h7v9EznvfxhwACa43cCb1X6TvD/H+5joot1xjJdP1FOziRuR1+Ecni2pqACZjALBLwZh1NgGx8byajrZyosuPkpaoSsDEBEzABEzCBj0wgfrGEckfpV49cMn4HyXExgQ9JgMznEJlte93Uzrz21jpmAiZgAibw8RHwnk3ABD4OAumZljY7JmeeS7XZ1E0TaJdAnFf1ancjB03ABJqeQP37QPhNP2APsFMJbLfddrjzzjvb3efFF1+MffbZp911DpqACcwJBHwM70eArH0eI7NPMt2PRRJxTxaZbdy3Fe2wRXEvZKi0tzt6LfTbfDGgtVVFQnJR8dRIpbKuFV+6ZZt0n1h5fX1fESv7CxsiWT0maCHzscqtFpJV344JmIAJmIAJmIAJmIAJmIAJmEBXIeBxmoAJmIAJmIAJmIAJmIAJdAUCLV1hkB6jCZjA+xDwKhMwARMwARMwARMwARMwARMwARMwgeYn4BGagAmYgAmYgAmYgAmYgAmYgAmYgAk0P4HZPEKy9nA5yeqD8mT24yH1esVD7PUqD7iHXWPQQtjjqOUwT8+Wun50wJRA/PDL9+LpB6ZGwzKBOYLAy+NexDXDLgVJpB/qsJIIklj10HWx4h4D0pc6xDlezv3ix7URsbBFZH4tWbPqNRWSyboyARMwARMwARMwARMwARMwgf9JwBuYgAmYgAmYgAmYgAiQeU6RrFmSaf6SZPqC2TI3GTbmK9uqzGcO3nZh7H7QYtCLJQCEFlUqUOO4/SZg0oRX4cUEmoHA5OufxN37XZ6GQuokT1Iz3JYWfGLkzui9St8Z5v/rr5+4popIVq83aCEJkvJqhWxs19bYMwETMIH3IeBVnUKAZHrfJpn2R7YkG1WKqLrr0fdw9EX/wTENegPHXlTTcfKPu+jfOO6X/8bxsseHTfoXTvhl1g9kf/DLf6LoRPkn/uKfOPEX/0j6oWzRj37xdxSdJP+kX7yOpJ+/jpMrOuXnr6Fep6p96s9fRdFp8k/72VSETpfN+hvO+FmjzlT7zJ/9H84KXSib9FecfWG9/oJzLsw6V7aqn76C8xo0Bef/NOsC2Qt++jKKfiz/xz95GT/+yZ/xkzr9VP5Pf/InFF0o/8KfvISkH7+En1X08x+/iHr9Qu1f/HgyQr+UTbrgBVzURhdf8DzqNULtERc8h5Gh82WT/ohR59d0ifxLzv8DQpfKVnXe7/GrBj2LX5+XdZnsZec9g6LL5V9+7jMIjT73aRRdIf+Kc59C0W/k/+bcJxG68pwnUfRb+b895wkUXSX/qnMeR+hq2aSzJ+GaNrr27MdQdJ38pLMexfVnS2GTHsENZ9V0o/wbz3oYoZtkbzrzYWT7EG4+s6ZbznwQRbfKv/XMB5B0xgO4Tf5tYaXbz5iIojvk33HGBBTdKf/O0yfgzjPG43en13SX/LtOH4eiu+Xfffr9CN1z2v3Iug9jTmvUvaeNRdFY+Umn3ov7GjQG959a0zj5Wfdg/KnSKUV3Y8IpNU085S4UPSA/63d44OTf4cE6PXTynSh6WP7DJ9+BokfkP3LSHXjkpNvxaJ0ek//YSbehaJL8SSfditDjP7oVWbfgiR816km1n/zRzQg9JZv0w5vwdINuxDM/rOlZ+Vk34Pc/lE4suh5/OLGmP554HYqek//cD67Dcydei+d+cC2er9MLP7gGRZPlT/7B1Ug64Wq8KP/FsNJLJ1yFoj/J/9MJv0XRn+X/+fgr8ecTrsTLskVTjv8N6vWK2q8cfwVCfznuCmSNxl+Pa9T/HXc5iv4mP+nYyzC1Qb/Gq8fW9Nqxv0LR6/JfP+ZXyLoUfz+mpn8ccwmK/in/n8eMQtLRo/CvOv376JEoekP+G0ePQNF/5P/n+xdj+iuvAfH7JoSyUCGWhq0JzBYCZPvn1HvvEUdf/N+U1xytvCb0fvlNyXVynvMGjlOOkxQ5jvz28p2S94QtOU+9TflP5EChutyn5EDZ/r2aB7WbD1XyopIT1exrDblR5EmntsmPTlV+FKrmST+f2iZXmorImc5Q7nSGcqS2KnnTmcqbQtX8Se2zlDuFGnOov6ac6hytK7lU2GoulfKqV3DuhVJDTvWKcqycU5XcqtgLUo41pZpjXRA5VijlWS/PkGvV8q4/VfOtxrzrT8q7JOVckX+V3KtmX2zIwSIfq8/DIhcryvnYZGT7Qjt52QsNeVnJ0UZU8rMRys9CjXla5Gt/bMjVSt52SV3Odkl9zha+crZLK5pZ/taYxz2rPC70jKwUedx5z6RcLvK5y5XDjW5HVyiXa6vfKFaVcrorletdGbZBtTyvvXwvcr5Qyvki9zv7cVyd1F7+N6ma/5U8MGzKA5UDXhdKOeCjuL6Nrc8Ji39jXW7YXn54k/LDUH2eeLNyw5In1ttbFc96oN288TbliiVvrLd3KGdsq1oeOQF3KneszyVrfi2fvEv5ZKg+r7x7hvzy/fLM+6p5Znv55tjT7sXYU9vmnfcq7wyNkW1UyT/HnXoPQtU8VO3xykHHS/W5aPEnKj5RuWhRzknvQra/k5XqctOcp95ZzU8fUn5a9LD8rDvayVfvmCFnreWvt1Xz1sb89Tblr5Ly18Y89tZZymcjpy3Kee3NyPamNvntTcpvQzfKNqrkuc/+8AY8e+INbfJdtRX7Q13OW/w/KvZH5bxFz8mvSrlv5MCh+jz4eeW+L7TRZLVrurrdvPhF5cIlL663JTeutylPjlw5FHlym3w5582/aciZI3+uz5sjdw6l3Fm5dLIplx7dTh49uppHl3w6bMqnj7sMfws15NSXVXPs+ty6+K8p335NuXVRNc9W7HXl2EX1+Xb4/1CeXa+cd1+ivDs0SlaK3Fu5eC0HH1nNv0seHrbk4PU25+MjkO3F+K9y80i6yMacqaUyJ0Rypjk6yXipZQIzEGit/KeiM6xQoKyzbc3/uWqFlXmYR7OeA7rsZyj1Y51hpQMm8AEIbL/99rjjjjvafcUvf/lLfPnLX253nYMmYAJzCAEfxv8kQLL6eYxk2p5kipFE3KtFZhv3cUU7bL3ifsiioUd/Av22WDy/HnlRb3II5KI+iX1vG4rymmLr+yz7CRsiqde1gGSDULeQrGvZNQETMAETMAETMAETMAETMAET6DIEPFATMAETMAETMAETMAETMIEuQaClS4zSgzQBE5gpAa8wARMwARMwARMwARMwARMwARMwARNofgIeoQmYgAmYgAmYgAmYgAmYgAmYgAmYQPMT6IgRkrWHzEk2PIxOMj2kHg+sF9U/1B5+POxe7BqDFsLuRy2LHvOw8sVNAFolVfFlNid+aQyeeXBqBCwT+FgJTBn/Eq4ZdqnOTJ2idV8wphM3Alj14HWw4u79Z/jPf8r5HtdDnPdhi8gZr58ySJLFtTUBEzABEzABEzABEzABEzCB/0nAG5iACZiACZiACZhAIUDmuUWyZklW5/LL/GSxMW8ZirnMUPHDbjy0D4Yf2FdzoOq9MnefJklVtUrH7TcekyZ4Dl90XOZiApOvfxJ37TdaZ3QeRPx9Kp306ZwHPjFyJ/ReZdEZ5v/jGmmruK5Ipr+VkUQsJNP1F34RyeLamoAJmMAHIuCNO58Aqfds/X247DlyoPilcdKv/oOTf130Bk75tfSron/j1F/9G6dIpyoW/qmX/hun/epfSafLJl36T5ye9C+cIVvTP3Cm2mddGvYfOOvSv2dd8necLf/ssJe8jrDnyD9H/jmXvo5zLnlNeh3nyobOu+RVJI16DeePerVBF2jd+aOm4oI6/Vj+j0f9DT8ZGfq/ipU/6v/w09BI2aS/4sKRof9L9mcj5Es/G/EX/Dw0UjY04hX8YgZNwS8ufgW/lC66eAqSRryMi0dMkf+yrHTxn3Fx0ssYcbF00Z8xQhpZ0aiL/4SR0qiLXkL4YS+RX9UvX8Kl0f7li7hU+tVFstKvLpqMX4d+KVvRZbKX/fIFJP1CNvTL53G5NFpK9hfP44pfPIfR0hUV/4rwf/5H/Cb0C1npyqQ/4LeKXfnzsDVdpfZVP/s9kn7+LK6Wrvr575O95mdqS2Gvlb32Z88g6cJncF3yn5YtegrXXfg0rv/Z07jhwqdwvRT2xmSfxI0XNuqmC59A1pO46adP4Oakx2Ufxy0XSj8NTcKtPw09LhuahNui/ZPHcNtP5Cf7GG7/6aO4/SeP4g6170j2UdxZZ+/88SMo+p38u37yMH7344dxV9JDyd4t/+4fP4SkCx7CPfLvueBBJP34QYyRn/UA7r2gprHyx14wEUnnT8R9Uvj3XTAh+fdp3f3nT0Bo3PnjMU5+2PHhnzcO40Pyx58vX5oQUmyCNPG8+5F1Hx44Tzq3IvkPnjcWDyZ7Hx48dywekop9+Nx71b4XD58zBo+ccy8eUTtrDB49dwweUfzRpHvw6Dn34LGKJp19Nx47+25MOuduPK5YtvLPvkttSfaJpN/hibN/hyfPugtPhpWeatCdePps6aw78HRFz1Tt7XhWfrSfPet2/L5eZ96GP0i/l/5w5q3JD/tH+aHnqvYWPH/mLXjujFvwfFU34/kzb8YLar9wRtibMfmMm6p6Uf6Lp9+IrJvwkvyXzrgx29NvwJ/OuEG+rPySpfkQAAAQAElEQVQ/n349/iT9+bTr8bLsy2FD8qckex2mnC6ddi2mnJbtK/L/cuo1eOW0a/CXU6/FX6W/yP9rvU69Gv+XdFXFXo2/nXoV/nZK1lT5Wb/Fq6dKpxRdiddOuRKvqh329ZOvxGvS66f8BqG/yyadfAX+If395N8kG/4/Th6Nf5x0Bf6p+L/k/1P618mX49/Sv06Sreoy/Fv+G6EfXYY3Tsr6j2zce5Q/h9R+25BMnyPImo21JMMkkTU/BVyZQDsESFbPpcbVkdW04iTlM5HXhK3lNv9RnvMGSn5z8q/kV/XvujxHfspx/q0cp/j/kt+okvdErnP6pf9S/tM29/knzrjkH8p/ZlQ1D1JeFLnRWcp9Igdqq3MiH5LOlkpedG7KiV5XbhR6TfY1nKec6FzlQecqPzov6dWGHOl8rYu86QJtl/2pdfnS35L/45IzVfKmHyt3CuUc6m85h2rInf4PP005VNi/pvwp51LyI4dSXlWfT0VOFWo/r/pLyrfqc6xfKo/6hfKqsL+UvaheyrMuSpqCi7TdRcqtLq4o5VlV/8/KuyTlWyOUh4246E8YGZI/SrGUe1Xzr5cwSuuyXkI1B4v8q6JLK/nYpcrFkpSD/Up5V+RlWZOreVmKa92vK7pM9rI2+dnlkaOFKvnZ5bKjtc3lys0iZxste0XScylnGx25Wr2Un+W87Tn8RvErlbf9JukPuPIXktZfqXbbHO63ytey/oCrIp9TO+dzv0953NXRlq5WbpekXO6a8MNW1JjfPa0872mkHE+53rXK6a6rKPK7qir5XuR6RZHzhW5sJ++7qS4HzLnfEzkHVO5XywGfSDngzcr/blb8lqTHqzlhzgcnKR9sVOSFtyn/u+2nj6Xc8Hblh7dHO1TJD6N9h9aXHDFs5Imhev9O5YiRJ96pnPB3SY8oR5QqeWPEIofM+WPOI1PeGDmjdLfyx2jfI5v1YGMeGflkKHLKZB9oyCnvTTnlAzmnVP449nz5UuSWobGRW1Z0v2zklo0ar3wzNCHnm+eNx3jlmOOUU1bzTcUi1xyvfDMU/gTlmxPOvx8TtN3EpPur+edE5ZoTz71feahUn4eeex+qeai2Sb5y0chHH1LemTUWDyv2cKX9sHLS8MM+Iv+RyEkrivz0UeWmEQublXPUR5WTPlbRJNlJZ+f4Y8pXJ7XR42o/fs5deCKknPZxKeeuiilXfaKiJ2VDT531u7pc9k48pfz1Ka1LOutONOazaisWOWyjblduG7qjYsO/XTnubWpLZ4Yvpfw257p/qPP/eFaJ3YrId/8YOa4U/nPKfZ+TH4qcN2wt/70ZzyvnDb0g+0LkwdLk8JNuquTBN8uGbkLOhyN+YyUnzval+rxYOXHkxX+KmPQn5cZZ1yPnyDfISpETV5RyZuXEL4eUL7+c4teh5MuRJ7+idVOkV5QzN+jUa/EXxf6iPPqvUuTPyT/tavw1pNhfT7tGufXV1fw559O5/Tfl1vX5dOTVU5VbT63Lq6eWvFp2qvLpV5OuTPl15Nb1Knn2a8qvX1dO/bpy8L8n/QZ/V+zvyqn/fsoV+EdYrY92+DWNVt4tRf590mik/Fv2n5F7J+VYYx5en5Nfrjxcqubjv8Z/fiQpJ4/8/N37nlBqHjlSXdZEpFwKXkzgAxCIz3ehti+J2Ptp+vTpsMzA58Dcfw6833Ve1rX3/tA25rYJzAqBT37yk7j99tvb3fTnP/859t1333bXOWgCJjDnEPCRfHACpD6o6WUk0+c1ktX7tOK+rbiXq9jw2yruj9zumLXRb4vFUZb8STDfKBb+V2/fDrFdqO3r69uxnxDJ6jGgspCseNmQje0cdW0CJmACJmACJmACJmACJmACJtAVCHiMJmACJmACJmACJmACJmACXYNAS9cYpkdpAiYwEwIOm4AJmIAJmIAJmIAJmIAJmIAJmIAJND8Bj9AETMAETMAETMAETMAETMAETMAETKD5CXTYCMnaw+Ykqw/Kk9mPh9brVf9Qe/jlwfewawxaCLt/cznMM2+L+tEhUwIrP8APvzgGzzzo/0AoqFgfD4Ep41/C1btdknZO1TrNoRMUpFrSaoeuixX36D/Df/4T53ec73EtFBt+iGR6PVmzqCwkK56NCZiACZiACZiACZiACZiACcwSAW9kAiZgAiZgAiZgAg0EyDzHSNYsyeqcZMxR1ivmL9uqzG9uPLQPhh+0GEAA6iMJTD/Qcvx+EzBpgufwhcJlLiTw4o1P4a79RiOd2ojzGiAJgGALsfYlO6P3KovOMP9ff73UX0ukXlcRtJC5LbdaSFZ9OyZgAibwAQl48w4kQOb3Z5IgG6VAdc9aA1BFQizJpgqkrEQQSFYGCDcpKoUBaD20RENSAVRFNEmVmjkmXw6oH+RgNKUUQSwRphySeRPISigigFiHvMhNDkmFJWRFMDw1Aa1DLARUEAtJkBKKkDxVUDgaWSBiIWUlqk1GjfAgNwkEknIlPwdIWUl1WiMXoaiSBfUDIDWYrXx5iEUuwicJFYVkwWQRNrkMD7EwKokkVKA6CalmGEkWWmRU5AAkJVmEJWKh/FS0LmxSrJBIAhJJGQlAqikrqSEHWqIRJixBEqqgWiJSE1qI5KtGXhSAlDZgeFKxACmf0EJQNVItT3FI8lIoWUAhSrIISyCsFAXaHjmUDLSQhApUg2REQP2kEm2mkKpcyAgAJLMAyIsKJJOFDCoLU0N1WiereNSpKT9Whx9uFmUIklAF1SAJAlly1ATUkgvIJkVQSrGKDV8ukkCEjW3lybAiAOEiLyShIoWlgkT8QEGSgEoS8kJGACCZBVkpF2oFED4qCysNkoBElB815adC1C3RIEhCFVSDJAhIqqNI0KJw1FnRkFQAVbFJkio1c0y+HAByIpgEQFYRxCIX4ZOEikKyIJAaYQHIoLJQDconCRWoToIa4YOxUqoUpgBAMiowfuQTCC8qqInaEmugmKxWkEw+AVA/qRBp0SrZaEjRkFQAVYqA8UM1oSWsBMWStA0kFTUJIi/RDp8kVBSUBWVLIciaqlHF2vNLzLZrEyCZAJA1Szb6ZG6nDcH0owoRJtUO5ZVQSx6BiEnIrgxBSqgs8gHmIhNOhKhYFtJCEkjKRrWaBIGsWActYZOAMKrB9BOeFEFJRQ2khZWasR2hWooNQtCiGBSlBMXCyoQrUasIoiyUT6iKApJSaqoiakv4UpQkajupskH2CAVVwiYXjJ/oE5VFPhRLhUhLhKhAVgqBJFRJKnJVq0kQkIhYDS0kkRoyCKliksIASEYlC0AutGRDNSVCVqpsh1gUQ47KUJ7E5ILMjmrkhYgfVVFQWY0cS3XeTBGEqDqJICXkpepFTAKBbCgrIS8k5UgqCEVLlmpkKaBCEkjKRrWaRPWHSAspJ0lNuahuEZ5UWRcGqVIMsRDph5CVYp2kphrQEp6UYmEBuVL4BFGW8KRckLcBqB+oQZQlPCmKlNZV1xOsbkaQBKKE5JBUjbSQlJVUkHxUDJF/kBaSspKKViSfpNyKqJAKKScpGlJli+wBsQppk1ShtlBhiZCVYkNJzWgAKQogxRSNkpQqqNY6aAlPygXaPAsRYNTaJgpVSVEkaEOSiB9UasSiGJJQMdpCbQJIko9YwobkZ0OtDymgQjJqKJglh2TUWURaSDlJahKporaQk+pYFQ5JIISyEPGjKgpItUIgIIuyyCeIVMKoDUluiuVKrVxiVRYIUkJZKEeKImmlChE/qNSIRa9BEpJRLVu2UovIS9omN8IFWPlBWkjKSiqo+MmA+YeQlSKYBKSAKkrQwlCqAFJOCGUh4kdVFJBqhUBAFtWFiB9ViDBJhKNaFlqSB8gwV0ibQC05RF6oNkJULSHWyRIEpKgRi+JIQjKqZQkCWeEAIOUkhQ8tRP6Rq0IyaiBsCEiuajB+GJ4U6yQVNaCFWiujEl7EswiEg7IQ8aMqCki1QiCQLCoLET+qoLCklhzG2lSFI6WYAlFCIEhJq6Jkj0AUxbONJuWGkJe0jlAQ4YZDEgSywgFAykkKH1qI/CO3rpCKtlFZTTK5ZLap4apLE2htzf9paIEQ7baaPn06IhbWmg4zMINmPwfK9R42FO8PYUPhF7Vtl7itCcyMwI477ohbb7213dUXXngh9ttvv3bXOWgCJjBHEfDBfAACZO1zF5l9kiCz4v4tkggb93UVG37cB9lW2x+7DlYZspReD6gHQDW0HPi7T6Js2/a10Q5F30Uk0z5J9VIn1C0k61p2TcAETMAETMAETMAETMAETMAEuhgBD9cETMAETMAETMAETMAETKCLEGjpIuP0ME3ABNol4KAJmIAJmIAJmIAJmIAJmIAJmIAJmEDzE/AITcAETMAETMAETMAETMAETMAETMAEmp9Ax46QrD10ThJko8oD7MXGg+31iofgox12jUELYfhRy6HHPC1A+s6rVpnkyAIn7nMPnnnQ/4FQx/6Luvf2CEwZ/xKu2u2S6qo4K8v3soVd9eC1seLu/Wf4z3/ivI7zO87/YsMPkY3XCslq/2TNrwbtmIAJmIAJmIAJmIAJmIAJmMD7EvBKEzABEzABEzABE5iRAJnnGsmaJVmdy4+5ynrFPGaozG3W+xsP7YPhBy6m+XvNkMbEqGbuYxZfJgqO++p4PD7h1RkPwhETmIMJTL7hKdy57+XpHI7/UCHOaZ3h6T9difbaI3dC75UXnWH+P66NoriGwg9L5usr/Bg2mdvhF5Esrq0JmIAJfAgCfklHECBr781ko08yfVm/kiCUJX5X5F8elUg1oK2qeZLWyY9Vodg+W9Uq2lIbqFR8bapQ/CaSibDiKmoolp2ISlEUUKn2qVCl2bC9Xqk1UbRWpe32aY12HL/z9EKtjo0iKoUbkqsVUcLLvyPVir5DEUybRVUvbZPWqf/ct+rky6YVNZs3jRdXViiQNlUV0XrpAOpeWNteL1G8HJFcrYrXxfbqptJKkeyHqxVhFEgvTzZiKRh9JUdhWZXaRrl/rVD3sV20ZfXaFIsNY/vciJXhJWkrWdXaNnOvrNb2KrlRdbRp9CVpc63T6xRKq4uNRkjbKKQSDUlFB5eiya2sSbEIpDUKJquASlpXCUUzudpx9rVv+RHTgaQS29e/PNZpq0pIXmV7eXn7vEHNVzutC6ttazzKHmNFRTJR8vaqtX3sP7YM5XWqoxGSm0s02myvkEo6zqiiq9pBVdYko9dFJ/JVYtO0Wfjh1F6niErE0kbyVeKVauY+YmyhFFQ0Sv32OR6R/MrYNhTx3EN4UqwOyY1S1qVtdUCxqhrLG0Sn4VVU2ULbVvnJz1FtIkdFjkpyopK0TXRUMenwFdVGEZXRCpVwstJKVSqxcRitCDdLG6soFGtCcmNNuKFoSjGWaMb48vaxv4ho5Uy2T2tiYym2jNemWLUKpyi2UJ/aNvFQM7aXid61IpW8cQRTVE5sLz+bOMradlqbGmmdtkmNik0xbaCS+gwbKvuubZtWq6SgrQAAEABJREFU63M7JM4geDGBWSRAznj+kGz/1ToZ8zmqc1qOmmk7tWTVUpGTTlOt1lmtNXJKOK1QNEraTo5WJze2CUUjrrG0bQRCaTv1pZXRzF5pKKKiTVKgrEuh1LkiqaHVdSVC0Qyb9pe2VSQCqbPkJC+qaJXtwteWKuGF0tGqyvtKkVRpk1SiIUWR8vWsbdM6vSx2EIp1EZPNh6Nt5KgZUSk8SUWNVLQ6W9UlnI6z9JeCuR9tEtGk5MeLk9Qq21XWRrP0E5tUwtowF/WYnOp2aSOFIpA2Tk7yoopW6k/bha8tVcILBYPc1OrYPAXyGsVTRK0oUvv8tF2si21lo5/oJPapplamlqxaKnJSydvFuqwIxmtSK7YLqc8cS1G1Yiv58eIktct2lbXRrL4mNbRNtQS9CKoPxdJ26idFqlVycm9yVTRs1WU7va7y6qoXG2t1mLRKW6d1qRFRBWK9OlKJY8irFa444UlRpHhdHFtytUV+hVoqaqaS+pMX60o4XhOvjV0mRVXZMLYJ6SXpGFSlTWOTcKKftE5V5SVpk7xewVSih1C8QooNpRSpVZUtFchF/YRT2YNcvVLbJEdWRa66ybuSo6aCUcKTokjqSKXSj1ZHSEbdhSepVDqpbpdDUWvLipGn9anW5nX9ad/qLBWt0AZ6QYpFqM12EddqtGozbVzWplBUCscmWiWvlFgRiv4kbRCvS5FU1baLeLw2wunfNW2r9RGIFUlqR1FMqxXRq+SoGVEpPCmKFIOOvsLVSm0ftaTX6GhSycHcj9akZtk+NSIYSkFtp2ByFYu+UycRCGldlIjFltokNdN2sc/YJqRo4/rYUq+KdaHcVB2NkNaplcaTXqtGDsuJEg0pF20WTmUPciuvjg2zFIvDiXgcm5opnl+hlkoOKCJfRU35qlNJL1ZURYejkNalWPSYpaCOI2qpfju9IJqKVjy1VNSIUOXF6q8SSKuib0mluj5vnJsRz9spGg2ZXFI0ueHFAVV7VkAlrav0kkzEEhP1E37lMCrbVYxWaLUa6k2OmvLj5eFJKpVA7FKutlNHJZyDaqkonNerHzmpGeHkJ0eVSlqhKnqKdUUk283LSZZNGizZfrxhIzealkCc2/WDK+2wRdOnT9cp2op6G741PTExB3No9nMg3gtijGHj/aLY8ENt2xGzTKA9Ap/61Kdwyy23tLcKP/nJT3DAAQe0u85BEzCBOY2Aj+eDEiBrn7nI7JOsfm6Le7ZIpr/xx/1cbVXuiwwb2uH4dbHylkumT4NLr7MIDr57R0S8Xm37iH0UkXlfZD4GaCGpulbIxnZtjT0TMAETMAETMAETMAETMAETMIGuQcCjNAETMAETMAETMAETMAET6CoEWrrKQD1OEzCBdgg4ZAImYAImYAImYAImYAImYAImYAIm0PwEPEITMAETMAETMAETMAETMAETMAETMIHmJ9AJIyRrD5+TrD4oT2a/PMhebNuH3eNB+IiFXWPQQtj9m8thnnnj1qX8+hgCVZHED784Bs88OFUtFxPoHAJTxr+Eq4ZdCuoHSbkmI0Ksdsg6WGmPATP85z9xPsd5Hed9seGHSL22jVBZSFY8GxMwARMwARMwARMwARMwARP4AAS8qQmYgAmYgAmYgAnMhACZ5xzJmiUJMivmLNsq5jTLHGe9P3hoHww/aAnoxQD0eqlSQBLH7zcej094FV5MYG4gMPnGp/C7/Uanc5c6YCJ+5KiQxLqX7ozeqyw6w/x/XBNFce2EH5bU66Xw1QXI3A6/iGRxbU3ABEzgwxHwqzqMAFl7jyZZfR+P93WS2m9IRiV5USWpUgGiIkgJEhVJviy0RFsGiiVBASmaqFiS8qIlUYKWiEmoroEWooQYLVVE/OQGyXBKJPlqIBRrsmUYkLJSrCSJ6hKulEJhoUorScqTwkoKqa2aRXJSURUhbUNtIQOSigCpVqWihmoVOYDWUEqWqrW9TCWiNrQolgKpqq2NMFSliCoVhBAxCVArWWgJPwyRQgSYfmQVIAlEO1loUVtFIaSQfIKKAySRfsJK0BJtBeWpMIuVQNgkbUtSK5HXyFVRQ7WKHMTCtFY1AZIgABnEEn5qZAfhEwSktI2q1FKloiiAiEUDquQrACQfgNoqYaC1WQowvLAS0kJECGqrJF8RZFFW0gqSiIWKRAk/WUJGFZAso9a2JBELWbGpoSo1UxVbpgBJkFK0qEolGcWQHYRlVBJJtYmKAYEkKKCihiLZARA+ALVVwkCRJCgQfrLytREARVTCllA0sxhrQcpKSAsBlVSFlVQQC7UiSduSjBDIbHNDdWqqSkUVCLIIyYcWSogqFI4sw0okAUlFhiCQBAXCD4vsAHLIaBBhkgAQsTBbBUkqUFEYrSmhaGZRUYCUleSpEHmh4vIIqCAWyqMckiAJRAmLWKIhK6MaaZ0qhrQNKY8Ky0KLXGgV0hIxBZgCqlM7LEDKAiC0qFIBFEN2ADlkNIgwpCwAIhZmGzHmNlIkGoTCqUkAWUwWWqECgCoSysL0n9OQBJmFuoVkXcuuCSCdJ9BCNp4bJNM6sma1WWMhtA0QFUkQWlQxeUQy0BLr6hWhJG0TG4VRG5VtKi5q4fAklRSsbFdt5iAURqrCiZVg+oEWhiIekdRQQD5SDIgQtIQlCTJUCYCA2tAiD+ET+omYRGipVsnR2ogRZAiyEoi8hJWiSEjbEIyVqpg8IhloSeuLZQozmsWLhtpI2+WGXGQPIMOTVJBEkEQsUROVn4glaQ2lSjx7ABlBygIgtKhSkaNmdqImCTKkNZSgSu2KB8gn9CMLidBSrZKDVMe6JEAGKQbIhidFkaCVJEEAMqB+5KWSKqqWoJUkQaCi7CmEtMghIwaEyV744UkqSCJIIpaoicpPxCQVKASoijXQwpBWMGKMhhQl/IhJpUkSZEgRAtQP1IYWSuGHJSlXSrFSMRykuqxXQ26OaS2TR4SJOFSRBAHIgPqRp0IgfJmIQxVJEKgoewohLXJUKi4r2wAkAUgqYRDtEIAcoqwUMUklr8hRxEJVJHOE0ZCihK8oknJNEmQIAKNEJQFqyuYCklnQQoD6iRplKesJkASRFyaPCKOwLEFKgKwEAiHFsgWiCbVJgkBF2VMIaVEz+wQpKciQfICoGLnMAsDqj/zYQFIBCC1Ma+XIAmRuy6iRSl1FxBI1SaQfKiJRLSgGhMcw8mQUI5n8qLJHVJdYpyZJkFJlRfYIRJEQ60JAuKB+5IEkAEklDNQmo6GoDEFAqoTCzUoxqs5NkoBaFSNX7UqDikMLQxGTVJDDlCFiiZpkastATpRkc0XEkmptQK2VgYwKZSV5ckoBySxoIUD9RI2yENAmqSIJIi9MHpEMtMS6UHKpMOUBZFhJBUkEScQShqBcInw5AIEkVSRV52bxFKoEKCtpC0rQwlBsIKkghxVNjdwkmcIyILMPQktUIVSalJUIyFGRo5IaalUKSFakNZSgKgl5UVObAKpIgsgLk0ckAy2xToICJFWHJ8lXnUoOal2KKUQpBWXlq04lhwiSqF/IFtTmh/IaMm9DZpujrrs6gdbW1gYEpR02NH36dLyfpk2b9r7r3++1Xvf+bM3HfDr7HPhf13O8J7Sn8iYS64pvawLtEfjMZz6Dm2++ub1VuOCCC3DQQQe1u85BEzCBOZCAD+lDESBrn8XI7JMEmVU+w4UNxb1doXI/ZNh6ferEQVh1q6Ux7PxN0aNHD8S62D4Ufij86KteJKufF0kiFjLb4pO1dsQsEzABEzABEzABEzABEzABEzCBLkjAQzYBEzABEzABEzABEzABE+gyBOJbtLvMYD1QEzCBRgJumYAJmIAJmIAJmIAJmIAJmIAJmIAJND8Bj9AETMAETMAETMAETMAETMAETMAETKD5CXTWCMnaQ+gkqw/Kk9mvf6g9/HjYvV7lAfiwqw9aCMOPWg7d5wHiS2via7CS0hditeKH+9yDZx6c2llD8366MIEp41/Cb3e7VCdilHQWJhrJ0/m4ysFrY6U9+s/wn//EeRzndznXwxaR+ZogazZ1qoqkahcTMAETMAETMAETMAETMAET+OAE/AoTMAETMAETMAETeD8CZJ57JGuWZHUuv8xfho25zaIy1xnt4g8eujCGHbi4dteK+JEjq1pzpjGnf9xXx+HxCZ7DFxGXOZjA5Bufwp1fHa3Jf53Fce7qWNPcv2yUtUd9Br1XXnSG+f+4ForK9RKWZPpC5/ChhczXl9xqIVn17ZiACZjAhyXg181+AmTt/ZlkNT8ia368v2+2Zis+s9F0fHrDadhx0Hv45PrvYof13knaft13sP16b2Poum9Jb2PbdaV1pLBal9rJvpPWbaP4NnptaGvFt5G2XvddJK33LraStl7vPdlQbm+V2uG/hyHyi7Zcfxq2XC/0Hoq/RbQV3yJpOrZYv6bN129VuxWbK7aZ/Kzp2GyDViQ/bGh9YNM6bbKB2hsQYZPWJzZO7Ww33qBF7VC0WzB4UEWKbyR/o7ChQd2wUUUbVm13hB8aNCj87gi7gfxBG/bABqFBdbb4EZfWT5oH6284D9arqqf80DxYN2Ib9ZSVwoY2nDe115FNUmztjebFjOqFT2zUS/Feya610Xyy82GtwWoPllV7rYodmPz5MVDtgYPD1rSm2msOXgBhB8gfID9p4wUwIDS4N/pv3BsR61/xo72GYtkuiNXlr7Fx2LZaCKtvsiBW07rVNlkIoVU3lpVW3WRhrLqxJLuKFO1VNumDVeRnFT9sH6ysdf2klTddBP1C8vtt2gf9NlE7pNhKUr9NF8VK0opStn0RfmgFxYpdYbO+aNCmi2H5kOLLb7YYlptBiyuWtexmYZdA2GU3XxzLbr4Elkl2cSyz2RJYWlpGsbBLb74kshSv+EttvhSWkh9asuKHTdpiKSwhhb/EFktjCa1PCr+ixWUX32IZLDaDlk2xvhHfcln03XIZKeyyWHQLWWnRLZdD1rJYpOKHTRqynGLLV9Vny+XRZ8gKSQsPWR5JW66AhRVfWPGFwg+btCIWGiJttUKyC8ov6i2/95CVkLSVbGhIP/TeKrQSFpC/gPwFFJ8/2X4Im7Uy5ttq5dQOm7UK5tt65aReW6+CpK1WwbyhrVfFvIplZb9naq+KnttIWt9Tmmfr1dBTmmeb1dBDynZ19FAsaZvwpbBS923WQHfZbtvKSt3CV6xbnVrC37Y/WkLbVOy2A9CyzQBQMUhUG7JIdgBqdk20brtmaoedPlRtqWq3HYjpoaEDMS1pLdlQtMNK262F94YWfQLvyn93O9mktZD8oZ/AO0PXTv47ir+z3doIvV3s9uvgLekd6e3t18U7O6yX9O6O6+O9HTfAtE9viOmf2QhYsk/6nRS/g8ja7yQy+/BiAhUCJCtezZBM5w/JFIzzqKh7N6DkNJ+KnGaD+pzmbWynPCVymu3WeUt5TVaOvV1tD23Ic3J+M9N8R3nONsptQlsn/x1sU/KeYrV+q22HYoQAABAASURBVIq2rthoZ/+9lBMNUf6zlRQ2lP1pCH/I+u9VrHIi5T9bVnKhsFvI32K96dgypHVbRFt50BZJ05QThaYj2psrN8qarnioNeVHm2vbzZJyO+VNyo2yjRga8qZNtW5T5VGRMyVf7fCziE0qeVTkUo1qqeZTg5VnbawcarDyp/q8KvkbdMPgpBakHKuSU22k7TdM6oaNUqy7cqxQN9lQ95RjDVKOtaEUNmnDiPfAINkNQoN6VPOv9cMv2lDx8GXXb9A81Tws8rHQehvOg/U27FnRPIh8bF21k5R3rSutI4Vdt+RjWr9OKHKyiMmuU1HkaOtUcrK1tS7aa6sdeVqo3o92knKytbRN5GqfSP58yuGkyNkqGihby9vmU642n3K5+ZMibyvrws+53ALaZn7lbKHwpZTLLYCU04WvnK1/SPle/6Te6K/8LuV1srEu/KwFEXZ1bb+Gcrmi1St+2JoWUr4nKd9bXVqtSDnfahVFDhj5Xs7/FsKq2ia1N6nlgzkHXFj5YB+srDxvZa2L2MqbqC2tIq2svC+vUyzlfosgcsIck6/1/Yq0fqV2FPngSpsuitCKmy2KaBdFvrjCppE/SsoLkx+2ouXDan3YyB1XKPljii2G5ZVDLp9yxcWVOy6WpTxxOcWW1brlkhbHsqlds8uoHfljySuX0WuWqeSUYSOvXKaaXy6B8JdRPpnzzCUr+eaS1RxzqS1qfuSVSymnDIW/ZCXXDLuE/FDyN19auWdI+ai2j1x0ceWd2S6D8LOWweLKNxfXusW3XFrxZVIO2jY37at8dDHln4vJhl+VYosqVstPl0X4i1Zy07ApN1U72ZSjLqcctWh5+aHlkPJV5abJKiftIy2svLVPqJKrptxV2yysdZG/LiSbfNnwF1KumrUCFkyxFWXb00qKS8pZe0duG7ZOC0SsovAX2KofiuaXH4r2/FutrNw21A/zby2pPV9SP8yn7eZL/sqYTznsfMpv59s6/NAq6KVYL63vpVgvrQvNm2Kr4MWl3sV4/hlj3n2hqnvk3/Nebic/2lVNxt3vZj06/9/xpxVa8Ma6fRF5cVLkxZEnhw0p/+2xdeTHq6GH/O5S2B7KgbsnrZ7y5fC7qd1N67tL3ZK/BropP05SLt2iWMqZlRcXS61vqSj5WsekAcqla4LyaFYUfr0ij65KuXTywyYNxHTl0dPlJ0VuLU2Ltux0rZsmTVcOPS1poHLrgSnnzjm2/O0krcvtT2h9aK1q3v2e8uuUc9fblH9/Qjm3FL7y7si9Q5GHh8KvSnn4W9utg9xeB+G/E3l5SLl55OXvflK5+acGpdy8dafByqsgsfo3AJKpTRJeTKAQiL+RFj9saYet1/Tp01GvadOmoa3ee+89WGbgc2DuPQfaXtP113x7ftv3jGiH4r0jrGUCbQnstNNOuPHGG9uGU/u8887DIYccknxXJmACcwcBH+WHJ0DWPpOR2SdZ/bxW5sTb2nLfV9wLWa+dThqM+nbxy/b1tr5PMu8zRkIyTBJZ81PAlQmYgAmYgAmYgAmYgAmYgAmYQJcl4IGbgAmYgAmYgAmYgAmYgAl0HQItXWeoHqkJmEAbAm6agAmYgAmYgAmYgAmYgAmYgAmYgAk0PwGP0ARMwARMwARMwARMwARMwARMwARMoPkJdOoIydoD6SSrD8qT2a9/qD38+gfew48H4otdfdBC2P2by6NHzxZQo0hSP4iWGj/64j145kH/B0Lw0mEEXh7/Eq4admmcccgVqotOQax+yDrot0d/lHM2bKicx+UcD1tEEmSjSqcki2trAiZgAiZgAiZgAiZgAiZgAh+UgLc3ARMwARMwARMwgf9JgMxzkGTNkqzOWZZ5zGJjvjNU5jzr/cFDF8bwg5aEXp32y6irfQEn7Dcej0/wHH5gseY8ApNvehp3fnW0zl8dWzlvs6sYse6onbDgKn1nmP+Pa6AorpPww5IEmaVuGvxoh0iGsUzABEzgoxLw62cjAbL992aS1ffyeJ8v+uXXgZ8fPh0XHvoefnLwO/ixdP5Bb+PcA97EOdLZ+7+J0FmyZ+73X5wpe8Z+b+IM2dP3fwuh02RP2/9tFJ0q/9QD3sEpFZ0se/IB7yJ0kmzWe/jRAdKB7+GHB06r6sQDp6PoB/J/cFArTjhQCisdfxBQdJz84w4ijg0dTBwje8zBLSg6+uBuCH1f9vsHd8f3QofISt89pAeKviP/O4fMg2+HDs32W4f2RNE35X/z0HlxVFW98I3DpEOlw+bDkRUdIXvEYfMj9HXZpMMXwNcqOlz28MN7I3SYbNLXFsShh0uyh3xtIYQOlj34awsjdJBs0tf74MCvSbIHJC2CA76+CPavalHs93XpiEXx1SP6VrXvEYuh6Cvyv3Lk4vjyEVJY6UtHLoGiL8r/4pFLYp/QN5bEF2S/8I2lENpbdu9vLI3Q52U//41lsFfoKFnpc0cti6I95e951HLYI/TNbOM+maLh31wBoWGyWStit29J35S+tRJ2reizsp/9Vj+EdpFN+vbK2LminWR3+vYqCH1GNuk7q+LT35ZkP/Wd1RDaUXbH76yO0Cdlk767Bnb4jiS7fVJ/bP/d/tiuqgEY+l3pewOw7ffWrGqb7w1E0dbyt/7eWtgq9H1Zacj3P4GiLeVv+f21sUXo6LWxuezmR6+D0Gaymx29LkKbym569HrYJHSMrLTxMeujaLD8wcdsgI1Cx2a74bGDUDTo2A0R2kB2g2M3Qmj94zbC+vLXP24w1qtoXdl1j9sYoXVkk47fBGtX9AnZTxy/KUJrya51/GYIDZQdeMLmWLOiAbIDTtgCof6yST/YEmucIMmunjQEq/9gCFaraius+gPpxK2wyolbV7XyidugqJ/8fidui5VCP5SVVvzhUBStIH+FH26H5UM/2g7LyS73o+0RWlZ22R/tgNAyssv86JNYOnSSrLTUSTuiaEn5S570KSxRp8VP/jSKFjv5Mwj1le178k4ILXrKTlhU/qKn7IxFKuoj2+eUXRBaWDbp1M9ioYoWlF3w1F3Ru6rd5O+GBU6VThuG+SuaT3a+04Yj1Es26fTdMe9pkmzPpD3Q8/Q9ME/SnrJ7osfp0hmfQ/c6dTtjLxS1yG854/Ng6MzPA0l7y2a1nrk3Ws/8AqaHzvoCpslOO2sfhN6Tfe+sLyL0ruy7Z30J74TOlpXePvvLKHpL/ltnfwVvSm+dsy9Cb577Vbx13n5Jb19wIN758UF496eH4L0LD8X0nx8O6BdP/A4ia7+XyOy39+uQZHthx7owAZIpp6k/j8LXqYWGnEb5zAVS5DShc/b/L85R/pLyGuU0Z0kpt0lWuU0lv6nlOW+mPCdyndBp7eU7kfOElOucsv871dwncqCTFTtZeU/RSfJPUu4T+pFskvKgH0mNudA05UKh6bLTkfKhAytWuVB9XnSC2scnAW3zo+MOIkIlT8q2pZonRb4UeVLR91O+1A3Zdm/Im76Xcqfu1dzpuyl36oHvKHcq+rb8b1fyqG8rdyp5VLEln2qbUx2V8qle+EbFHqkcq+RWYY+oy6+OKPlVscqtSp5V7OGKHa48q+gw+Ycp10pSvnWo/EPDSpF3FdXnXw052NcWxkHKvUoedmD40gFJi6R87IC6fGx/5WOhkpftp9xsv7rcLPK0fdXOWizlaSlHaydP+3LK1RZHydXC5nxtCUTOFip5W7Y5b/uC8raiGXO4pdE2j9vrqGWUx4WWlc3a86hlsedRy1WV8jq1k/3m8uke6JLbhR2u2HDldkUlxxuW8rsVsVuxyvlKrhf2synfW0n5Xqgfdik5X1jleju30U5qR+5X9JmUA66Kzyj/C31a9tPKA7NdLeWCkQ+Gdkw54WqNOWHKDZUTVvLCHZQXhraX3V55YVHOEQdgO+WHoZInZrsm6vPF8LdR/tiYMw5E5I2hrZQzlvxxiPwhyhmLtpRf09o5j1QOuUVI+WPkkfXaTLHNlEsWbSo/8sok5ZSbvG9+uT4a8szINUORZx4zqJprRs45SLHIN4s2qMs7N4icMxT5Z9Lgav4Zeei6KQcdnHLQdY/bGOsct3GWcs+1j6vlomur/YmknI9+IuWjmyofLdoMA1NeWmwtP11T+WmoPk8dUPJU5aj9pTWUoxbV56uNOesQrBY5a0h5a85ft67mriWPXVn57MrKXYv6yY88NrSSctiV3jefHYoV6vNa5bTLh5TPLtdGy6od+W3RMinP3QHJKsddui7fXVo57lJ1WlJ+1qca8t4lIu896dPV3Ddy4MUU2+Lab2H3CWdhxfP2xDM7LoyzOB4/fPN30l048U3praK78YO3GnXEX6/BPk9dhE+PPR1f/+u1uHyFv2Dyniti4VNqufFCKTf+LBZUblxUy5N3rcuTlSu3yZfby5sbcufIoZUzz1unyJ2Lcg69h3LokHLolEcX+7mGfDpy627Kr0tOHbYl5dV7IdvPV/NrKr+mcmrUqVV+1hdqubby7OnKr6eduU/KtSPfDr2n2HvKtYty3v1FZPulhvz7HeXcb7dRycPfijxciny86L/KyyMnD/1Xufmb5+2Pt84/ACk3/8nBKTef9rPDUm7esu8OiDyKzPkVyWqWSTLlXNWAHRMQgdbWVtVA2ND06dMReuPNaSj693/fq/oRi3aD/vMe/j0TvaH4rOtdvPGfD6//6LUdp3fwn/806r9qd6be1P7a19t48z/SG7NPb6mvj6638NYbs6a3tV3n6U2880YH6t/qu43eVXvW9F+8+++Ppvf0+tmhaWJUr3h/CMX7Q9hQevNwZQLvQ2CXXXbBDTfc0O4W55xzDg477LB21zloAiYwxxLwgX1EAiSrPZDZJ5k+p5HZxue5ULdu3dK9YGHL/ZBh21P9NuGHoo8QyXY/I5KEFxMwARMwARMwARMwARMwARMwARNoh4BDJmACJmACJmACJmACJmACXYhASxcaq4dqAibQQMANEzABEzABEzABEzABEzABEzABEzCB5ifgEZqACZiACZiACZiACZiACZiACZiACTQ/gc4fIVl7SJ1kw4PyJNOD7fGQe1E8+F6veFg+2mHX2HBhDD9qOXSfh4ivwGqt1MkA+NE+d+OZB/8mz8UEZi+Bl8e/hKt2uxTx3Wtx7pVzruxl1YPXxkp79E9f+BDnapyzoeLH+R3tsEXkjNdD6Y9kcW1NwARMwARMwARMwARMwARM4EMQ8EtMwARMwARMwARMYNYIkHkukqxZktW5/DKfWW9jrrPMfdb7Gw1dGLsduDhi/jTmUeML6bMU0uTq8V8dh8cnTJ21A/NWJtBJBCbf9DTu2PdynaQqOnHzORt/gZJ03q4z6jPovcqiM8z/x7lfFNdH+GHJfP2EH0Mgczv8IpLFtTUBEzCBj0jAL+9IAiRTTlT2QeZ2vMcXxft/KHKj9tSjRw9EPGwofKt7YmIO5uBzwOdAVz8H4vdCKDgU29aP3zH1Kr9/yPw7iWT6NUWy4Xc0cdo5AAAQAElEQVRWCroygQoBkhUP6TwhmWw5n+rPsTgHi9o7LyMWKtvY+r3c54DPAZ8DnXUOeD9z8rk2ZMgQnHLKKZg0aRJ++tOf4jOf+UyaT8YsLhMnTsR5552HffbZB/vvvz9GjBiBZ555xp+du3fOeR+5TVGcZ8UPG+2SK9X7JY8KS+bcisx2Fv/ZvVkXIhB/d4rhhq3X9OnT8dbbrVhs2JtYfPhbWGL3t7GktPQeb2PZPd/G8nu+gxU/9w5W+tzbWHmvd7DKXm9j1b3ekt7E6ntJn/sv1pD6f+4/6P+5NzBgzzew5p7/xsA9/oW1pE/s8U+svcc/sPbu/8C6u/9deh3r7y4Nfx0bDH8Ng6QNh7+KjYZNxWBp42F/wybSprv9Hzbb7a/SX7DFbtKur2DLXadgiLTVri9jq8/+GVtL23z2T9hWGrrLS9hulxex/S6TsUNo5xfwyZ2fx47Sp3Z+Dp/e6Y/4jLTTTn/AztIun/k9PvuZZ7HrZ57BbqFPP43hSU9hj09Ln3oSe0qf+9QT2Cu04+P4/I6TsPeOj+EL0j6ffBRfDO3wCL68w8PSQ/jKDg9h3+0fxFel/bZ/APtvPxEHbDcBB0oHbTceB0uHDB2HQ4feL92Hw4beh8O3HYuvSV/f9l4cse0YHLnNPfhG0t04apu78c2t78K3tv6ddCe+s7W01Z34rvS9re/A97e+HUdvdRuOkY7d6lYcJx0/5BacMORm6SacOETa8kb8KOkGnLTl9Th5i+twinTq5tfiNOn0za/B6ZtfjTM2uwpnJv0WZ28mbXolztn0Nzh30ytwnnT+JqNxgfTjTS7HTza5DD/d+Ne4UPrZxr/Cz0ODf4VfDr406aLBl+DijUZhhDRyo5EYtdEIXLLhxbhU+tWGFyFp0C9x2aBfJI0e9HOM3uBnuEL6zQYX4soNforfrv8TXCVdvf6PcY107XoX4Lr1zk+6Yb3zcMO65+JG6aZ1z8HN656NW9Y5G7eucxZuW+dM3C7dsfYZuHPt0/G7T5whhT0Nd33iNNy91qm4Rxqz1im4d62TMXbgSbhPun/gjzBu4A8xfs0fYsKaJ0o/wANrSgNOwIPSQwOOx8MDjsMj/Y/Fo9Jj/Y/BpP5H43Hpif7fx5P9v4enQmt8F08nfQfPrPFtPLv6t/B76Q+rfxN/lJ5b7Sg8v9o38MJqR2Ky7ORVj8RLSUfgT6t+HX9e5Wt4WZqy8uF4RfrLyofhrysfiv/rdwj+Jk3tdzBeDa10EF5f6UC8ttIBsgfg7yvuj39I/1xxP/xrxa/i3yvsizek/6zwFfw3tPyX8dbyX8Kby+2Dt6W3ltkbb4eW3gtvL7Un3l5id7y1+HC8udgwvDv6bsT7QijeK1BZwg9VmjYm0EDgs5/9LK677rqGWGmcddZZ+NrXvlaatiZgAnMNAR/o7CBAstoNmX2SaV6czDY+zxWVz331tv4zYMTbtstriyVzvyTTvslsU0MV2dhWyMUETMAETMAETMAETMAETMAETKDLEvDATcAETMAETMAETMAETMAEuhKBlq40WI/VBEygjoBdEzABEzABEzABEzABEzABEzABEzCB5ifgEZqACZiACZiACZiACZiACZiACZiACTQ/gY9phGTt4XSSDQ/Kk0R5yL3YeCC+XuXh+LBrbLgwhn9zefTo2QL1BERN5EV9nfTFMXj2oam57doEZgOBKRP+hKuG/QrQ+UUyTBYISKsfvDb67dE/fVljnKPl3C1+nNcRC1tEEmSjUFlIVjwbEzABEzABEzABEzABEzABE/iQBPwyEzABEzABEzABE/gABMg8J0nWLMnqHGaZ1wwbc51FZQ402sUfvF0f7HbQEqD2TxKkJF8OKHvCV8fhiQmewxcKlzmAwOSbn8Yd+47WuamzM0oSQUog1hu1ExZcZdE0/x/neXsq10VYUq+Two/hkbkdfhHJ4tqagAmYwEcn4B46hQBJkKze10Bmv73fC5ETxX8QV1TfrvfLetseMAMz8Dngc6CrngP1vxfa+tGuV/zOic8ZxYZPErGQ2bb1o22ZAJnPD5IpnwkiJKt5TZxLoTi3iurPvXJ9Rqw9v8Rs/V7uc8DngM+BDj4Herj/ueUc++QnP4nzzz8ff/zjH3HBBRdghx12wKwu7733HsaOHYvTTjsNe++9Nw466CBceumleP755/3ZuQOvgchzQvXnWLTbquRKJXcKS+Yci8y2/t+aZH3Tfhcj0Nra2jDiaLfV9OnTMW3atIbtgFbEdjIq8rU2uopYtFKvqqKtDbS5ommDcGOFbLxGK2ObWBURrQmT+9Y6bZJ9rVBRJPeTXpNa2kIrop1eqKZekFyF1Zpx+9jX/9o++oht8rbqruJELK9LXccKNbUnrY91MmpHuLZftXSkte2jHapun1bVtpc30+1jhfYmo620s9RHaqVOtO9YKz9iWi8TRYH32V4viX704jisirS9Xplq9aOiVqyKjWUjkCKp6whUWnqF1qmktlq52wgoolenbeVGSS/O+1Y4t9rdPr1c62Or6vbqLPxYl632plh0ELG0g3CS9MqqzX5+jXxtGC+TUSO8rFgfsWhphbrN/auOcIRSLDkRKf3XHWcOxSu0lTpKfWrbFMkr09Zam/qK9bFOm6qtaGwT24dN0uaVlbGdttB28hRTiS0r7dJqf3ttGEWK12alvrS5gqmPaIfimFIs1lUUsXhfCFuvyurK6/XqOOYStO3SBHbddVdce+217TI444wzcMQRR7S7zkETMIE5nIAPb7YRIGufycjsk0zz5GTNxme7ovK5r9jyubC0iy3bhyVrfZFMx09mGw2SaZ/hWyZgAiZgAiZgAiZgAiZgAiZgAiaQCLgyARMwARMwARMwARMwARPoUgRautRoPVgTMIEqATsmYAImYAImYAImYAImYAImYAImYALNT8AjNAETMAETMAETMAETMAETMAETMAETaH4CH+cISVZ3TzI9tE7WbDzsXq/yMHyx8bB8+GHX2HBhDDtqOXSfJ7qML8aJL7EJhd+KH37hbjz7kP8DoaBjfTQCUyb8CVfueinSdySpyl+kFOeahFasetBaWGmP/uk//4lzM87RUPHjnI522CKydt6T2S9HSbK4tiZgAiZgAiZgAiZgAiZgAibwoQn4hSZgAiZgAiZgAibwQQmQeW6SrFmS1bn8Mr9Zb2Pus8yF1vuDt+uDXQ9cQvOqec4+vgpf06lR0mEd/9X78eTEV5PvygQ+LgKTb3oad3xldGX3OkujSDpxVVqx7shPo/cqi1bn/+vP9TjfQ3E9hCUbr5XolMyx8ItIFtfWBEzABGYLAXfScQTIxvdskjPNi+J3QfyeaE/lP4+LdcW39X9c6XPA54DPAZ8D5Rxo+/sh2kXx+6Wt4jNIiKz9XiLZcb8Q3fNcS4Bs/7wgWc1pSKbPvHGexXlVf+4Vv9iZnbMlbuv3NZ8DPgd8DnTsOWC+cx/fnj174rOf/SwuuugiPP/88zj33HOx9dZbY1aX//73v7jz/9m7DwArqrP/47/friZ/TWJEQY29wSJiNwL2SqyogAoqKmpEo280Ruyxi73HXmJBBUs09hKx+0ZEBBNrVFCx5zXNaKKG+z/P3J17Z2HBBSm7d7+z88x55ky5cz5ztniu3Pn973XSSSdpl1120YEHHqibbrpJ77zzjugPs6c/xN89YVssI88j/mbKI/52Kobd9G+s4n22XVwlb2cC8W9Pik2O9cmTJysiz4vbJct2FErLcqTE5SxbKpusbCXt6yxJq5YiLReWHaFscixjkeqkSNIy8pSmOdVYdoSyybFMCzstFJEqIk9pmmNFtlNIlrKIhV1ZS5UpL89S2miXV7Ii0iyyhaKuvJCUqpQqLCsm20qznFYcy7SS5mwtLRRVyiosybIjIouIPEJpSmVaymmR9lE5kZ0qyrMcX2k9zVLkSpMjYpHKqIuNaTXNqcKyUyiPVJXmWEtVUtqWFsomp2Vatxq/IneqS7NTXTanOkWiNDnCjWupTNvSnK2nNUViW4pEaWpMo1Cqs1NWnmNN2Wos5PQlZQurcbJsSzFnYWWr5UWWy2lziigV9YqVal2sOdXZaWllU1bEItUpbVOa8jSqlepsK81KyxRStoiKLJGywuUilraVZqVlCikWtqVIlKZCqlRnW2lWWqZQNkWutBb1USomp0WqcKpPmeyUWUpzCssuR7lGkiVFnSKJNJXlOdVYdjnSFllpikWqU3lNdqooz8qn+LlQjPgZUYx8P0oEQqB///664447Ip0qzjzzTP3yl7+cqp4KBBBAoD0K2OkXbmPDbWe/g+1yWfxvumKe/3fflGVxn2Jul89nO3slu1zGil3NY32awQYEEEAAAQQQQAABBBBAAAEEEKh9AVqIAAIIIIAAAggg0G4F6tpty2k4Aggg0A4FaDICCCCAAAIIIIAAAggggAACCNS+AC1EAAEEEEAAAQQQQAABBBBAYE4K2NV/sG67yT+Yt63iP3yPfMp/JB8foBZ1UXZdZ0H1H7qM5v1OneQ0R6TEdlpKpw56VK+O+URMEgYzJ/DeH97Rrf1uUHSo1K0qpZWmtOhywGpaYUC37IOQo09G34zI87wPR5mHbdlNI50tm21nJQsEEEAAAQQQQAABBBBAAAEEZkaAYxBAAAEEEPi2AnZ5jNKulrYrY5r5OGeUMRaaR4yJRsR6Xvbs3UF9hyzSeKxSmULlKZ1RJ+zztP70LGP4ZRGWc1pg4v2v6KF9RqaXdYqYUxlziuisa167rRbo3HGq8f/o43nk3wdRFiM7W+P3TeR52HHyfI0SAQQQQKC1CtjVn9e206+FqSP/uZ//Tsj//omyGPlD46Iu8mJE3cwGx80jDDCgD9AH2nIfKP4+iHx6bcl/1+S/e6K0nf0/dnb5d5TSZFfztJr9/oqSQCAE7HL/sKtl9KVi5H0tyin7ZLGfRp7HlPuxzs9m+gB9gD5AH6APNN8Hvv/972vAgAG6+eab9dprr+nss8/WBhtsEL+mpxv5xr///e+69957dfTRR6tfv3466KCDNHLkSH3wwQf89/E8zZu3pC/mf9MUy+JxUZ+v538jRRlR/DvKLv+Nld+vKG1HQSCQCZRKJU0ZkydPVh7ZTpVFeV+VFHNWmw5PeapoXGaVlUW5vrKaknJNOk9h/6hLm9IcWUSkqSzPsdJ4jSlNc6rOLiCuO0tSXdohS7Ntce7yhaUsq84Wze0fh8bG2D12juOzSIt8/5SmXbJleffYsZKV62MZrYrryM6V75NtiEUckPaIjWk1zaki1vNTpzzVZIfFPpHHSuRp5zSXa1ISVemo2BpFilRZ3lrO89VUF/vGmcuRKtIceSrSHDtGpLRxLq/FHhHlynJdOnX2io1rUURku6R9yy9U3SNty/0ad4kTZGkk2bbYJ9WkIthSZFl2jmwRq2l77J82lotsPaVpW3aOtGNKU0WasyR2iCQi1cVqinwtjolLTVXpyLSMkZK4pgAAEABJREFUDVlFJPl6fly5XbE5ZdPdPx2Z5rRX2jnNad+Up5qUpEtvPHfjetRFGq8S1xPrjXtn1XlePqq8zDbEjllkR2ZVsTX2z8vYUt0Qtdlaqk55eU5nSEdEHhearaV90npKU9I4x7ZUl+bGijhFqfJzIa47fkZEWdmhkEyrvrALaQ0L7LTTTrr99tubbeHpp5+uoUOHNruNSgQQQKC9CthN//vMdvYeil0ti/+N15Lcrh5rl/PwtR1FFnY1zyqms2ATAggggAACCCCAAAIIIIAAAgjUvgAtRAABBBBAAAEEEGi/AnXtt+m0HAEEEGh3AjQYAQQQQAABBBBAAAEEEEAAAQRqX4AWIoAAAggggAACCCCAAAIIIDDHBezqP1y3/Y3/WD4+JK0Y8UFqsR5l13UWVL+hS2ve77ixHaXsw3vyD8E5ddAovTqm3T9AqNGGYkYE3vvDO7ql3w3lQ/IOlcrGz1lSl/1X1QoDVprq4T/RL6N/xgc95GXkEban6u/lF1BWLyYEEEAAAQQQQAABBBBAAAEEZl6AIxFAAAEEEJglAraz89jV0nY2hmk7e8hgjHcWI8ZCi5GPk/bacmHtsF+nNG4fH1ifQuWp/IH0JZ2w99P607OM4ZdVWM4pgQn3vaIHB49IL5cG/bMnLaT3lqJMq/EewJq/2UYLdO6Yjf8X+3Uxj/4f61Ha1e+PdNLK90rkedjOU0oEEEAAgTYgYDf9uW278vM9fvYXI/99EGUe8bfQN0U8RG4mQxw3LwbzYsD3AX2gLfeBb/odkW+P3yuRRxlR/P1jV3832W7y29Vuut5kIyvtWsB25W8a29kYj10uo48VI/peMeJ7rrgeedQR/DymD9AH6AP0AfrAjPWBTp06ae+999bvfvc7vfrqqzrttNPUo0cPNTM1W/XJJ5/ojjvu0KGHHqrtt99ehxxyiG6//Xb99a9/5b+VZ/C/lePvmeYi+nTUx99GUeYR6xHT+7vcLv+91ezNo7LdCJTfB526uVFfjMmTJyui6Z6NfciS05fSlLqV7FgrR1qJOW2J2cpWUpESxRSpVf1SliubolZpXTGlc0bqyFNiW3YKRaRKS3ZaqDEiT2mapVRnpyyFI5eU0hSW5OxLWYUap1TnlKY6K76klKawJGdfShVpVnmylGalCsuKKaWyXYmUyNmGtEj1aZlmy7ZUnqWUZKtp4ciVJkfEIpWpTmmb0mqao0LZalpY8ZWqLNlpIcnpS5FblSlbTQsrvqSUprBisixlFapMsSq58SuyYlhKWxRT7Birkac6O62U57QmZauxkNOXpMitxslp1VJ5jkLZ5ljI6UtSytOs8mTFuqKIhaTYZlvlL0mRW41TStJ6VqeUp9pYVVrYjiJFuZQlOy3UGJGnNM1SqrOtNCstU0ixsC2lxCkUudU4Oa02hlKZarPNsYg81Slyp5Vsdlq10kJOX0pTtjktHHnURR4raV2N61E6cilbRm4p5dVlWkkVsa40pTKdJ+pSlgorW02LlMlpj1ik1chSpJpYiSKt5XP8fIifCVFOGcV98pyyfQrsvPPOuu2229TcNGzYMB1xxBHNbaIOAQQQaPcCtmW74mCXc9tZvV0u47/3bGdj55E3F3Z5u10+xq6WapxsN2YtKtgJAQQQQAABBBBAAAEEEEAAAQRqX4AWIoAAAggggAACCLRjgbp23HaajgACCLQzAZqLAAIIIIAAAggggAACCCCAAAK1L0ALEUAAAQQQQAABBBBAAAEEEJg7Anb1H7DbbvKP5G1P9Q/k48PSihEfpBbrUXZdZ0H1H7qM5v1OndKJ0pzOpzRZcvoaNuhRvTamPT9ASEwzKDDpD+/o1n7DU+9xOtJKXTKVaU6JbTUcsKpWGLBS9vCf6IPRFyPyPD7YIdajzMOO8zSNdMZstp2VLBBAAAEEEEAAAQQQQAABBBCYeQGORAABBBBAYNYJ2OUxS7ta2k5jpeXIxz2jzMdCo4wx0og8j7LXlgur7/6LSs5mxWSnlcaKE/d5Wn96ljH8cCFmv8CE+1/RQ/uMUHS/xoWUVpwi5rWu3VYLdO6Yjf9H/837c+R55P3eTkc1RtQpTXa5LqWV2XYlJ0EAAQQQaHsCdvnnuG3Z1Yif/XnkvyOizH93FMvIZ13MI86FAX2APkAfqM0+UPw9EnlE/rsmL+3q7yK7nMdvV9tREAg0EbCr/cIu57an+TdN9LPod8WInzf5euREbf784b5yX+kD9AH6wNzpA4svvrgOPPBAPfzww/rTn/6kk046Sauvvnrj7/NvLt577z3dfPPN+tnPfqatttpKhx56qO6880599tlnjB3MM/P3NP72yb8nIs8j/lYqht307yrbU900e+q6qXaiomYFSqVSpW2RTxmTJ0/Wf//738o+5aSk2O/l6xbWS9cvlGJh/em6jvpjihev76TxWSyiF65fVONuWEwvpBib4vkbfqQxw3+k54YvrtE3LpHFszcuqT9E3LSUnrlp6SyeSuVTNy+jp25eVk+meOLm5fT4iOX1WIpHR6ygUY3xyIgV9ciIzno4YmQXPZTiwZENenBkVz1wy0q6P8V9Ke5Ncc+t3XT3rSun6K67bk1x2yq6M4tVdcdtq+m3t5fj9ttX120pbr19Dd1y+5oaeftaGhHx27V1cxY/1o2/TXHHOhqe4oY7euj6iDt76ro7e+naO9fVb1Jc87v1dPXv1k2xnq66a/0UG+jKuzbQFXdvqMtTXHb3Rrr07o11yd2bpNhYF6fy1ykuumdTXXjPZik21wX3pLh3C52f4rx7e+vcFOfc9xOdneKs+7ZUxJn3b6Uz7t86xTY67f4UD2yrUyuxnU55sI9OTnHSA9vrxBQnPLiDjn9wxxR9ddyDKR7qq2Oz6KdjHuqvox/eKYujHt5ZR/5+Zx3x+110+O8HaOgjA3RYil8+MlBZjNpVh47aTb9Iccio3XXwo4P084hRg/Q/o/bQQY/uqQNT/OzRvXRAxGODtf9je2cx5LF9tN/j++inKfZ9fF/t8/hPtc8T+2nvFIOfGKK9Ip7cX3s8eUCK/TUolYOe+pl2T7HbUwdq16cO0sAUA576H+3y1M+z2Pnpn2unpw/WTin6PX2I+j3zC/XN4lDt+Myh2uF/f6nt//cw9UmxXYpt/zBU2/7hcG2TYus/HKGtnz1SW0aMPko/SdE7i6O1xehjtHmKzUYfq01H/0qbPPcrbfzccak8Xhs9l2LM8dogixO0/pgTtd7zJ2Wx7vMnq1eKnmNPUY+xp2qdFD+OeGGY1s7iNK31wulac9wZWiPF6i+cqdUixp2lVVOsMu5sdU+x8vhz1C2Lc7XS+PO00ovnq2uKhhcvUJc/nq/Of7xAK/7xQq3wp4uyWP5Pv9ZyES9drGVeuiTFpVo6lUu/fKmWSrHkS5dpiZcu1+IvX6EfpVjs5SsVsegrV2mRLK5Wx1dSvHqNFk4xz48bpPQjIs3lb/20jJ8JecTPgYhUnc2RR2QrLNqtwIABA3Trrbc22/5TTjlFRx11VLPbqEQAAQQQqArYrqzY5dz2VGPmdtM629lnHthN65Um22lZnm1n5yqvtXTJfggggAACCCCAAAIIIIAAAgggUPsCtBABBBBAAAEEEECgPQvUtefG03YEEECgXQnQWAQQQAABBBBAAAEEEEAAAQQQqH0BWogAAggggAACCCCAAAIIIIDAXBSwXXl129k/bLerZfED0iLPPzwtL+OD1SKPsmGdBdVv6NKa5zvOPvAq+xCctCjFJ+KkOHX3UXptzMeV12tXCY2dIYFJf3hHt/YbnnpNfJ5S6kQpq3z2Wkq67L+KVhiwUvbwn+h70Qcj8jzvq1HmYVf7tV3O84uynaeUCCCAAAIIIIAAAggggAACCMy8AEcigAACCCAwiwXs8tilXS1tV8by8/HPKGOMNC8jz8dL87LnTxbSDvstkkZbyxeZj91nFWkY9sS9n9Kfnv2kvJElArNJYML9r+rBwSPS+0jpBVK/i3cBUlaZ17xmGy3QeeFs/L/YjyPPI+/ntrMPdo71CKXJLn9/pLQy267kJAgggAACbVfALv88t135W8h2k98F8fsgfl/kZeSzJerrK7+rOD8W9AH6AH2gdvtA8fdJ5MWwq7+PlCbbaVme7WpermGJQFXALvcP25W/aYp9K8/jZ0vkURK1+3OGe8u9pQ/QB+gDrasPLLfccvrlL3+pp59+Wi+88IKOPfZYrbTSStVf5N+QTZgwQddee6323ntvbbHFFho6dKjuueceffnll4wjzIKxlPxvoyiLYVf/ropbZDuKLOxqnlWwaJcCpVJ6VzRFsfFRN3ny5PR+VfZmVXFTyq34mu87Upcl51HniKVS2UysmOrKMa9WXKpprJDWp47vaIWlyrF8KqcVyy39XU0rlk3bqvH/tOzS1Vgm5c3HfFp66UIsk/IpYqm0Xo75tdQyTWPJtD51fE9LLvM9LTG9WPZ7WnzZ708zfpS2VeMH+tGy1Vgs5dOOBbTosoVYLuWFWCTl5fihFlmuaXRK61PHguq0XDk6pnJasfDyHTStWChtq8ZCWmj5anRIefOxsBZcvplYIdU1xg9T+cMVOqq5WCDVN41OWmCFcvwgldOORfT9FVKs2Hx8L9WXY1F9b8WmMX9anzoW0/wrlmO+VE4VnRfTfCn+XxY/0v/rPHV8N9U1jcX13c7V+E7Km48lNG/nxuiSyilinrRejiU1T5emkf2KsNL3uypT8WdD5MWo7ETSbgUGDhyokSNHNtv+k046Scccc0yz26hEAAEEEJhawE6/hBurbcueOor/3ZfndnW/ONwur0ceYTuKGQ+OQAABBBBAAAEEEEAAAQQQQACB2heghQgggAACCCCAAALtWqCuXbeexiOAAALtSICmIoAAAggggAACCCCAAAIIIIBA7QvQQgQQQAABBBBAAAEEEEAAAQTmtoBd/Ufttqf6x/L5P47Pyyk/bHCeeebJPpQuyoZ1FlS/w5bWPN9J54mGOV+kJM3DBj2q159vfw8QCgWiZQLvPfuubu0/PNs5dRlFVFZS0mX/VbXCgJUqfS7vj9H/Io9+mpeRR9iW3TTSqbLZdlayQAABBBBAAAEEEEAAAQQQQODbCnA8AggggAACs0PALo9h2tXSdmXMM8ZA84ix0WLk46Z52WvLhbXjkMWyy0xnSKWlNJfDOmmfp/XS6L+ICYHZITDhgVf14N4jpKz/Skp9z9nCimnNa7bWD7t0rIz/5/222Kejr8d6lBG2ZTsOz0q7nGcVaWE3XU9VzAgggAACbUjAbvpz3C6v285+7ue/C6IsRvF3ReTNRXH/Gc3Zv04YYEAfoA/UQh9o7vdD1OVtK+Z5nV3+HWSXy/i1ajsKAoFpCthN+4hdXred/U1jl8u8n+VlsQ9G3lzk+1Lyc5k+QB+gD9AH6AOztg907dpVxxxzjMaOHatnn31WQ4cO1fLLLz/N3/dTbnjttdd0+eWXa9ddd7Y9D/sAABAASURBVNWmm26qI488Ug888EC2G/eq6b1q7m+cqPsmJ7v8N5RdLgPXdhRZ2NU8q2DR7gVKpZKai8mTJ09hk/ZTaYo6VhFAoOYE4ts8RZorTZvyZ0RsiLpiGTnR/gR22203jRgxotmGn3DCCfrVr37V7DYqEUAAAQSmLWA7Gx8v7mGX62wXqyu57ewYu1xWNqTEdlrO3MxRCCCAAAIIIIAAAggggAACCCBQ+wK0EAEEEEAAAQQQQKB9C9S17+bTegQQQKDdCNBQBBBAAAEEEEAAAQQQQAABBBCofQFaiAACCCCAAAIIIIAAAggggECrELCr/7jddpN/BG97qg9vjw9VK0b+EJYou/booH5Dl1H9d6zy517Fx+FElFdP2e0RvT7mE7Wjiaa2UOC9Z9/VyL43qFTuLln3aUyzztNlyCpaceBKlYf/5H0w+l3k8UF/eRl5hO2p+nN+ObbzlBIBBBBAAAEEEEAAAQQQQACBbyvA8QgggAACCMw2Abs8lmlXS9uVsc8YCy1GjJNOGfk4as8tF9L2+y2SxmFj9DVFzClSRZpLOnHwE3ppNGP4s+1mttMTT3jgNT0weETWx9Ii5mzcvxTvBKQ3Bda6Zmv9sEvHqcb/i/04+nisR2mX+3/kQWqX1yPPw3aeUiKAAAIItGEBu+nPc7u8brvyt5BdzuP3QoTtqf4fh6gvRvxOmcnIfl9xbD0O9RjwfUAfaOt9oPh7YXq5Xf69Ypd/39jlUmmynZbV2W66Xt1C1t4F7KZ9wy6v2+ZvGn6n8ncVfYA+QB+gD7TOPlC5L2ussYZOPfVUvfrqq3rqqad08MEHa/HFF2/xnzcvvviiLrroIvXr108bbbSRjjvuOD366KOV87f1v6u/7fVP72/xKbfZzsZ87Kn/hrKtfLKreV5HiUAuUErvS00Z+bZy6exv9HLOEgEEalbAqWUp0pyS6tzcz4eoq+5RzaZVX92DrBYEdt99d910003NNiX+rjv++OOb3UYlAggggEDLBOwpfxuXj7Od/V1uV8vylqZLu7y9ae0MrbEzAggggAACCCCAAAIIIIAAAgjUvgAtRAABBBBAAAEEEGjnAnXtvP00HwEEEGgnAjQTAQQQQAABBBBAAAEEEEAAAQRqX4AWIoAAAggggAACCCCAAAIIINB6BGxXLsb2VP84fsoPUJvyw9ryhwdF2bVHB/Ubuozm+U46j5zOG6Fyls49bNAovf58e3mAkJhaIPDes+9qZL/hUuofdmN/SYVlKUXDAatoxYErZR92GH0s7395Hv0z6qLMw7bspqHGyXZjRoEAAggggAACCCCAAAIIIIDArBDgHAgggAACCMxeAbs8pmlXS9uVMdB8XLRYxphpPoZazHtt1VHbD1ksXbClmFNEYkdinTT4Kb00mjF8Mc0SgQkPvqYHBt8cXU126mMp0iylVGla65qt9cMuHaca/48+m0f068htyy5H1KXDK+uR52E7TykRQAABBGpAwG76c9129vM/mmaXc7taxu+I5sKu7mPPbM5xNgY2BjYGNgZ27RjMyO+N4u+fyPOwnaeUCDQrYDftI7an+psm+qJdro98WmGX97EpbQxsDGwMbAxsDGwM7Fll0Px5evToobPPPltvv/22HnnkEe2///5aeOGFm/3d31zlmDFjdNZZZ2nrrbfWxhtvrBNPPFFPPfVU9jeB3fxr2u2nfkb/9lGabKdldbabrle3kCEglUqljKFY5nm2IVuUKvtlqywQQKAmBbIfB+lHQpor7YufB8WIDbEeZUQxj3Wi9gUGDRqkG2+8sdmGHnvssdnfcs1upBIBBBBAYIYEbDf57+KWHGyXj2nJvtPfh60IIIAAAggggAACCCCAAAIIIFD7ArQQAQQQQAABBBBAoL0L1LV3ANqPAAIItAsBGokAAggggAACCCCAAAIIIIAAArUvQAsRQAABBBBAAAEEEEAAAQQQaGUCtitXZLvJP5q3rSk/VC0etlKM/EFCUXbt0UF9hy6j+nmlUvpqnLMPw4oPvTl1t0f0+ph28AAhMX2TwKRn39WIvsOjo6RIvaWUIh2Uiqy/NAzprhUHrDTVw3+in9XX12f9Mi/zPmpP3X/TKbPZdlayQAABBBBAAAEEEEAAAQQQQGCWCXAiBBBAAAEE5oCAXR7btKul7cpYfj4+GmU+ZhplPpZazHtttbD67LdoGpNNF559qn1axKBsGsyPEdqTBj+pl0Yzhp90mL+FwIQHXtX9e41Ivaqxq0UfS5HmrGLta7bWD7t0nGr8P/pqHnl/tp29H2CXS6XJLvf/lFZm25WcBAEEEECgdgTsqX++287+DopW2uXcnnYZv1PsaW+3W7CNfTJzGysbAxsDGwO77Ru05PdD/K6JsMvtjbwYtour5AhMU8Ceuq/Yrvx+jQPt6rpNbmNgY2BjYGNgY2BjYM8hgxa8zkYbbaRf//rX+uijj3Tfffdp8ODB+t73vhe/zlsUzzzzjE499VRtuumm2mKLLTRs2DCNGTOm8neB3Xraareeawlcu3o9sZ6H7TylRKCJQPz7pbwiz6PMI99WLp19H5ZzlgggUKsC2a8MS2lWPuU/E4plvq1YxvbiOnltCuy5554aPnx4s407+uijdfLJJze7jUoEEEAAgW8vYFv29OPbv0rjGSgQQAABBBBAAAEEEEAAAQQQQKD2BWghAggggAACCCCAQLsXqGv3AgAggAAC7UCAJiKAAAIIIIAAAggggAACCCCAQO0L0EIEEEAAAQQQQAABBBBAAAEEWqOA7cpl2Z7qH8rHhx4XI38AS17mDxKKsmuPDup3+LKa9zt1krNZdiROpTRs0CN6fUxtP0BITNMVmPTsuxrZb3jWH+TyrlHk0fWAVbTiwJWmevhP9K/oc9EX8zLyCNuym0b5zMrqxYQAAggggAACCCCAAAIIIIDALBbgdAgggAACCMwpAdvZS9nV0nY29mlbMUaaRz52GmWMqUbkeZS9tlpY2w9ZTLKkdGwWcvalNJ08+Em9NJox/ETBPBMCEx96TfcPHpn6k1JEv0plYz+LYq2rt9IPu3Scavw/+mYe0Zcjt531bbtcKk12OmeKlFZm25WcBAEEEECg9gRsyy5HsXV2uc6euizuF7k99T52y+ts9rUxsDGwMbAxsGvDIH4/FMOedrumtV+xnhyBbxKwy32suf3s8jZ76rK4vz31dps6GwMbAxsDGwMbAxsDe+YN7Bk79ic/+Ymuuuoq/e1vf9Mdd9yhgQMHZmPfxd/f08sfe+wxHX/88dpwww219dZb6+yzz9aLL75YGQexZ+x67La5f9HInnYbivtFbpf3jZxAYFoCpVKpsinyPCqVlaSk2FZZJUEAgdoUiB8JKdLcpH3Nff8X64p5kwNZqSmBvfbaS9dff32zbTriiCN06qmnNruNSgQQQACBtifAFSOAAAIIIIAAAggggAACCCCAQO0L0EIEEEAAAQQQQAABBOogQAABBBCoeQEaiAACCCCAAAIIIIAAAggggAACtS9ACxFAAAEEEEAAAQQQQAABBBBotQK2K9dme6oPj4sHrhQjHr5SjOJDhBp6dFDfoctonnmt+GCc7MNuSvGhWOklUsWw3X+v18fU7AOEUiOZpyUw6dl3NaLv8Gxz6hLKOkhaS90iLaUuQ7prxQErZR+AmPep6Gd5Hn0w1qPMw566v2YnSwvbacmMAAIIIIAAAggggAACCCCAwCwX4IQIIIAAAgjMUQG7PNZpV0vblbH8fLw0yhhDbS7ycdaeWy2sPvstlsZnY9w+RmdTmQZrY8w21k7a6wm9PJox/Dl6g2vgxSY8+Jru3XNE9KRCRDdLvSp1rrWu2koLNnScavy/2Ffz/htlhG1FqTTZ5f6e0spsu5KTIIAAAgjUvoDt7G+fb2qpXd7PniVl9po257IxsDGwMbAxsGvPoKW/W75pP7Yj8E0CdvX755v2je12dX+b3MbAxsDGwMbAxsDGwJ6lBjP93/8xxr399tvrxhtv1D/+8Q/dfPPN6tu3b/wqb1F89dVXeuihh3TkkUdqgw020A477KALLrhAr7/++kxfk906bOwZu45vArOr5/umfdmOwPQEsn/f1GSHct9qUsUKAgjUnoBTk1KkOSXleeqfB+V6lu1LYPDgwbruuuuabfTQoUN1+umnN7uNSgQQQACBNinARSOAAAIIIIAAAggggAACCCCAQO0L0EIEEEAAAQQQQAABBFSHAQIIIIBArQvQPgQQQAABBBBAAAEEEEAAAQQQqH0BWogAAggggAACCCCAAAIIIIBA6xawqx9jY3uqD42Lh6wUIz6wrhj5w4OibOjRQX0PX1bzfqcuO09axCxZabJOG/SIXh/zccprbaY90xKY9Oy7GtnvRtlW9uW0Z0SspbqGId3VeeBKUz38J/pT9LPoe3kZeYRt2U0jnTWbbWclCwQQQAABBBBAAAEEEEAAAQRmvQBnRAABBBBAYM4L2OUxT7ta2q6MkcaY6ZQRY6r5GGsx77nVwtpuv8WyY6V0jghHliKd86TBT+rl0Z+ICYGWCEx8+HXdN3ikbKv6pZSnSHVrX72VFmzoONX4f/TJPKLvRh6lnc6SInKlyS6vp7Qy267kJAgggAAC7UvAtuw5FbyOjYGNgY2BjYHdfg3a129aWjunBOz2+z1l03YbAxsDGwMbAxsDuzUYzJprmH/++TVgwADdfvvt+vTTT3Xttddq6623bvGfF//61790991369BDD9W6666rnXbaSZdeeqnefvttxkJSP2kxJDsiMB2BUqnUzNaSmq9vZleqEECgzQpk3/7pR0Cap2pD/AzII98Y63lOWbsC++yzT/Y3W3Mt/OUvf6kzzzyzuU3UIYAAAgi0WQEuHAEEEEAAAQQQQAABBBBAAAEEal+AFiKAAAIIIIAAAgggINWBgAACCCBQ4wI0DwEEEEAAAQQQQAABBBBAAAEEal+AFiKAAAIIIIAAAggggAACCCDQBgRsV67S9lQfFhcPWylGPIylGPmDhKJs6NFBOw5dRvXzWirFh2KlU2eflBN5ScN2f0R/fr7GHiCUmsg8tcB7oydpRL8bFbc/PgSpHGm/qEi1DfutrM4DV8oe/lNfX18pox/FevS5vIw8wvZU/TOdMZttZyULBBBAAAEEEEAAAQQQQAABBGaLACdFAAEEEEBgLgnY5bFPu1raroyVxthpHvmYapT5WGsx77V1R23300WzlqRR+8YyhvPTwG0a0z9pryf08mjG8DMYFtMUmPDQ67pnjxHRcdJbQanvpD1jmcfaV22pBRs6ZuP+xX4YfTGP6LOR2037cjpVpW9HnoftPKVEAAEEEEBg9gpwdgQQQAABBBBAAAEEEEAAAQQQqH2B2dDCDh06aM8999S9996rDz74QJdddpk23XTTFr/SX//6V91+++068MAD1bNnT+266666+uqr9eGHH7b4HOyIAALNC8S/ZWm6xYqvpnWsIYBArQmuyuG9AAAQAElEQVRkbzFb6ftd052m/hkx3d3Z2IYF9t13X11zzTXNtuAXv/iFzj777Ga3UYkAAggg0IYFuHQEEEAAAQQQQAABBBBAAAEEEKh9AVqIAAIIIIAAAggggEASqEvBjAACCCBQwwI0DQEEEEAAAQQQQAABBBBAAAEEal+AFiKAAAIIIIAAAggggAACCCDQVgRsVy7VtuymEQ9iKUY8lKUY+QNcomzo0UE7Dl1G83y3Lp0nndYp5MYv6bTdfq8/P187DxCK1hFNBd4bPUk39x2eVTot7bRMkWaljqCuQ7qr88CVsof/RD+KflMso6/FepR52JbdNNQ42W7MKBBAAAEEEEAAAQQQQAABBBCYPQKcFQEEEEAAgbkpYJfHQO1qabsyZpqPo0aZj61GmY+9FvOeW3fUdvstpnR01iSnpW3ZEdIpg5/Qy6MZw08szM0ITHj4dd2714jUX9LGrM84JVIsnZY/vvInWrChYzb+X+x/0QfzyPupbUVul0ulyU5nSZHSymy7kpMggAACCCAwuwU4PwIIIIAAAggggAACCCCAAAII1L7A7G7hYostpiFDhuiRRx7RhAkTdMEFF2jddddt8ct+9NFHuvnmm7XvvvtqnXXW0V577aXhw4frr3/9a4vPwY4ItFeBUqmkiOm3P+2j0vR3YSsCCLR9gfg2T5HmJm355p8RTXZnpUYEfvrTn+rqq69utjUHH3ywzj333Ga3UYkAAggg0LYFuHoEEEAAAQQQQAABBBBAAAEEEKh9AVqIAAIIIIAAAggggEAI1MWCQAABBBCoWQEahgACCCCAAAIIIIAAAggggAACtS9ACxFAAAEEEEAAAQQQQAABBBBoUwJ29QEqtmU3jXgISzHyB7XkZf4glyi79lxIOxy2jOrntcqfi1X9gKz44Jxhuz2sPz9fEw8QalP3eE5c7HujJ+mmvsMrLxX3u/zhSKkPpJWu+62szgNXyh7+U19f36TfxHr0sbyMPML2VP0xfwHbeUqJAAIIIIAAAggggAACCCCAwOwS4LwIIIAAAgjMdQG7PBZqV0vblbHTGEvNIx9jjTLG7KOMyPOeW3fUNj9dVKU0ZpvmVMb4bUQa0k8VJ+/1uF4ezRj+XL/prewCJj78Z92754jUSdKc+knqOGlO/Sa9ERTLta/srQW7dsrG//O+Fv2uGNFHY922IrfLpdJkl/tzSiuz7UpOggACCCCAwBwQ4CUQQAABBBBAAAEEEEAAAQQQQKD2BeZoC5dddln9/Oc/19NPP61XX31VZ5xxhtZcc80WX8O7776r6667ToMGDdKPf/xj7bfffrrtttv0xRdftPgc7IhAexUo/zuW5lrv7D3W5rZQhwACNSTg1JYUaU4Jc3sWGDJkiK666qpmCf7nf/5H559/frPbqEQAAQQQaPMCNAABBBBAAAEEEEAAAQQQQAABBGpfgBYigAACCCCAAAIIIJAJ1GVLFggggAACNSpAsxBAAAEEEEAAAQQQQAABBBBAoPYFaCECCCCAAAIIIIAAAggggAACbU/Arn6sje3sQ63sahkPYylGPKSlGPkDXaLs2nMh7Th0Wc3z3fhfocrnCBGnhWWdttvv9efn2/oDhFJjmCsCk0ZP0s39bkx316kuQilPEX0oZSsN6a7OA1fKHv4T/Sb6SbGMvhXrUeZhW3bTUONkuzGjQAABBBBAAAEEEEAAAQQQQGB2CnBuBBBAAAEEWoeAXR4Ttaul7coYaj6uGmU+1hplPhZbzHtt00nb7reYnJpmp2WKtFRWIemUvR7XK8/9JWXMCEgTf/9n3b3niESReknMKZQ6i+1Yap0rt1SHrp2y8f9if4s+l0exX0ZuW1EqTXY6T4qUVmbblZwEAQQQQACBOSPAqyCAAAIIIIAAAggggAACCCCAQO0LzL0WNjQ06PDDD9fzzz+vcePG6cQTT1S3bt1afEFvvvmmrrzySu20005aa621dNBBB+nuu+/W5MmTW3wOdkQAgRAoqVQqRUIggEANC2Tf5ulbPc013Eqa9k0C+++/v6644opmdzvwwAN14YUXNruNSgQQQACBWhCgDQgggAACCCCAAAIIIIAAAgggUPsCtBABBBBAAAEEEEAAgbJAfOp1OWOJAAIIIFB7ArQIAQQQQAABBBBAAAEEEEAAAQRqX4AWIoAAAggggAACCCCAAAIIINBGBezqA1Vsy24a8TCWYuQPbsnL/MEuUTb0XEg7HLaM5vmOsw/Iig/NyaLxU3RO2/Vh/fn5T9qolCSuvCIwafQk3dT3xnSfpVL6imUU+f1u2G9ldR7YNXv4T/SV6B/FMvpUrEeZh92079muvJ5dzSuVJAgggAACCCCAAAIIIIAAAgjMDgHOiQACCCCAQCsSsMtjo3a1tF0Zy8/HV6PMx1yjjDHZiDyPstc2nbTNTxdL47ppJDeN26dlNrSbN/fkPR/VK88xhp97tNdywsN/1t17jGhsfuolMaeIzhIPR1nnyp9owa4dK+P/0bemjLw/2tW+ajs7p+2s/2YrjQvbjRkFAggggAACc1CAl0IAAQQQQAABBBBAAAEEEEAAgdoXaCUtXG211XTcccfppZde0rPPPqujjjpKK6ywQouv7pVXXtHFF1+sPn36aM0119Shhx6qhx9+uMXHsyMC7VvAU7031b49aD0CtSmQveVsKc1iap8CP/vZz3T55Zc32/gDDjhAv/71r5vdRiUCCCCAQI0I0AwEEEAAAQQQQAABBBBAAAEEEKh9AVqIAAIIIIAAAggggECjQF1jSYEAAgggUIMCNAkBBBBAAAEEEEAAAQQQQAABBGpfgBYigAACCCCAAAIIIIAAAggg0JYF7OrH29iW3TTiQS3FmPJBLsWHCDX0XEg7DF1W836nTk4oWaTzKdbSyum7Paw/P/+x2uLENZcFJo2epJv73Rh3VOWFylO6v2lWtyHd1WVg18rDf4r9I/pO9KW8jDzCtuymUT6psnoxIYAAAggggAACCCCAAAIIIDCHBHgZBBBAAAEEWpuA7eyS7GppOxs7ta0YY80jH3uNshj5OG3PbTpp2/0WbzxWkmNOCyml1il7Pq5XnvtETO1TYOIjb+iePUemxpf7hFKvyOZYTX2tx1U/0YJdO041/l/sa9EXY9121jftamlbtlWc7KbrxW3kCCCAAAIIzE4Bzo0AAggggAACCCCAAAIIIIAAArUv0BpbuM4662jYsGF644039Pjjj+sXv/iFllhiiRZf6vjx43Xeeeepd+/einMdeeSReuKJJ1p8PDsi0P4ESiqVSu2v2bQYgfYmEN/mKdLc3lpOe5PAgQceqEsvvTRlU89DhgzRJZdcMvUGahBAAAEEakqAxiCAAAIIIIAAAggggAACCCCAQO0L0EIEEEAAAQQQQAABBHKBujyhRAABBBCoOQEahAACCCCAAAIIIIAAAggggAACtS9ACxFAAAEEEEAAAQQQQAABBBBo8wJ29QErtrMHsNjVMh7YUox4eEsx8ocHRdnQcyFtP3RZzfOdOsUH55Qal1mRpE7f9WG9MbbNPUAoXTnze8+9p5v63qj4/LO4t/k9zWW67reyOg/sOtXDf6JfRH+JPpSXkUfY1X5ml/P8fLbzlBIBBBBAAAEEEEAAAQQQQACBOSHAayCAAAIIINAqBezyWKldLW1XxvJjrDWPfAw2ynxstpj33Kajttp30WycN8Z4y2P4SmmM+pZ0yh6P6ZXnGMNvlR1hNl7UhN//WXcNGlHpB9EjskjdIt4T6HFlby3Y0HGq8f/oW3lEH4zctiK3y6XSZJf7a0ors+1KToIAAggggMAcFuDlEEAAAQQQQAABBBBAAAEEEECg9gVafQs33HBDnXvuuZo0aZIeeughHXDAAVp44YVbfN3PPfeczjjjDG200UZaf/31dfzxx2v06NEtPp4dEWgfAs7eU20fbaWVCLRjAae2p0hzSpjbk8BBBx2kSy65pNkm//SnP9Vll13W7DYqEUAAAQRqSoDGIIAAAggggAACCCCAAAIIIIBA7QvQQgQQQAABBBBAAAEEKgJ1lYwEAQQQQKDGBGgOAggggAACCCCAAAIIIIAAAgjUvgAtRAABBBBAAAEEEEAAAQQQQKA2BOzqx9zYzj7kyq6W8bCWYsRDXIqRP0goyoaeC2n7octq3u/UKZ0hAVkpUTalc56+68N6Y2xbeoBQduXtevHec+/pxr43Sun+2Y6iHLKUYqX9uqvLwK7Zw3+iD0RE/8jL6DuxHmUetmU3DTVOthszCgQQQAABBBBAAAEEEEAAAQTmlACvgwACCCCAQOsVsMtjpna1tF0ZY83HXaPMx2KjzMdoi3mvbRfRNj/9kWQVplhJkeZT93xMrzzHGH4Bp6bTiaPe0N17jNS0+kPPq3prwYaO2fh/sR9Fnkfe72wrcrtcKk22ZTtl1dluul7dQoYAAggggMCcEOA1EEAAAQQQQAABBBBAAAEEEECg9gXaVgu32GILXXLJJfr444911113afDgwfre977X4kY8/fTTOumkk9SjRw9tuummGjZsmMaPH9/i49kRgdoVKKlUKtVu82gZAghkAtm3efpWT3O2zqJ9CPz85z/XxRdf3Gxj99lnH11xxRXNbqMSAQQQQKDWBGgPAggggAACCCCAAAIIIIAAAgjUvgAtRAABBBBAAAEEEECgKlBXTckQQAABBGpKgMYggAACCCCAAAIIIIAAAggggEDtC9BCBBBAAAEEEEAAAQQQQAABBGpIwHalNbazB7LY1TIe2lKM/MEueZk/SCjKhp4Lqc/QZVU/r9M5S1LMKVQqf4DWaQMf0htj28gDhFIL2vM86bn3NHzHG7N7mN+/dBsjTbe1pJX2W1ldBjZUHv5TX1+f5dEPIo8+k5eRR9ieqn/lxrbzlBIBBBBAAAEEEEAAAQQQQACBOSfAKyGAAAIIINDKBezy2KldLW1Xxlpj7DWPfEw2ynystpj33LaTttpnsUKLswH8xnFg6dQ9HtUrz31c2E5aiwITH3lDv9t9RBrrT62LLpCK6lxSzyt7a8GGjtmYf7H/RJ5H9LnIbStyu1wqTXa5f6a0Mtuu5CQIIIAAAgjMFQFeFAEEEEAAAQQQQAABBBBAAAEEal+gjbYwxtm32247XXPNNfrkk0906623auDAgdk4fUub9Oijj+qYY47Rj3/8Y2255ZY699xz9dprr7X0cPZDoMYErPiqsUbRHAQQmEIgewvaSt/vYmonAgcffLAuuuiiZls7ePBgXXXVVc1uoxIBBBBAoAYFaBICCCCAAAIIIIAAAggggAACCNS+AC1EAAEEEEAAAQQQQKAgUFfISRFAAAEEakiApiCAAAIIIIAAAggggAACCCCAQO0L0EIEEEAAAQQQQAABBBBAAAEEak3AdqVJtmU3jfhQuWLEQ12KkT9IKMqGngupz9BlVT9vneQ0p1B+Pkmn7/qQ3hj7Scpa99yer27Sc+/pxr43Stm9k1S4IPsbygAAEABJREFUf0p1K/10ZXUZ2JB9qGB9fb3ivhfL6CuxHmUetmU3DTVOthszCgQQQAABBBBAAAEEEEAAAQTmrACvhgACCCCAQFsQsMtjqHa1tF0Zc83HYaPMx2ajzMdui3mv7RbRVvv+KGt2OkMqLaW5HNawPR/Xa2MYw1eNThNHvaHf7TFStlOkRlpy+sqXPa7orQUbOk41/h99KI+8n9lW5HY6Qwqlya7maTWbbWclCwQQQAABBOamAK+NAAIIIIAAAggggAACCCCAAAK1L1ALLZxvvvnUv39/3XTTTfrkk090ww03aMcdd2xx07766is9+OCD+uUvf6m11lpLffr00cUXX6yJEye2+BzsiEDbFygpvtp+O2gBAghMV6CUtqZIc0qYa13gkEMO0YUXXthsM/fcc09dc801zW6jEgEEEECgNgVoFQIIIIAAAggggAACCCCAAAII1L4ALUQAAQQQQAABBBBAoChQV1whRwABBBCoGQEaggACCCCAAAIIIIAAAggggAACtS9ACxFAAAEEEEAAAQQQQAABBBCoSQG7+gAW27KbRjzEpRj5g17yMn+QUJRdey2sPkOXVf08LluVSipFxFpJOn3gg3pjbKt+gFBcabuMSc+9p+F9byy3Pd2rLIl7F5FWVtq3mxp27Zo9/CfudUR9fX22nvePWM/zKG1P1Z/SqbLZdlayQAABBBBAAAEEEEAAAQQQQGAuCPCSCCCAAAIItBkBuzyWaldL25Wx1xiLzSMfo42yOIab5722W0Rb/XTxbNxeSgPBMadIFWku6eRBo/TqGMbw20znaOGFThz1pu4cNDK7x9l7Ntk9jx5QTnpcsYU6dO2YjfdHX4mIPlSM6GOxbluR29XSLvdHFSbbhTVSBBBAAAEE5poAL4wAAggggAACCCCAAAIIIIAAArUvUHMt7NChg3bffXf99re/1QcffKCrrrpKW2+9dYvb+a9//Ut33323DjroIK255prq37+/rr76an344YctPgc7ItA2BZy9h9o2r52rRgCBFgs47ZkizSlhrmWBQw89VBdccEGzTRw0aJCuvfbaZrdRiQACCCBQswI0DAEEEEAAAQQQQAABBBBAAAEEal+AFiKAAAIIIIAAAggg0ESgrskaKwgggAACNSJAMxBAAAEEEEAAAQQQQAABBBBAoPYFaCECCCCAAAIIIIAAAggggAACtStgVz/2xnb2oVd2tYyHuRQjHvJSjPxhMFF27bWwtj98OdXPW6d0ojTHeSQ5ZuuMgQ/pjbGt9QFCapfTpDHv6ca+N6VblG5SLKMIicY+0G2/bmrYtWv28J/6+vpKGfc7Iq8r9hHbsptGnDLCdhQEAggggAACCCCAAAIIIIAAAnNJgJdFAAEEEECgbQnY5TFVu1rarozBFsdmY7w21qOM8duIPI+y57adtNVPF08AlmJOofxcsoYNelSvjWEMXzUyTXz0Td05aES6s5KdbnaKtEwryqaeV2yhDl07ZuP+eV+JflKMvD/ZVuR2uVSabJfPm/J8tp2nlAgggAACCMxlAV4eAQQQQAABBBBAAAEEEEAAAQRqX6C2W7jYYotpn3320b333qsJEybo17/+tTbddNMWN/qvf/2rbr/9du27775affXVteuuu2r48OGK+hafhB0RaDMCJZVKpTZztVwoAgjMnED2bZ6+1dM8cyfgqDYh8Mtf/lLnnXdes9e622676frrr292G5UIIIAAArUsQNsQQAABBBBAAAEEEEAAAQQQQKD2BWghAggggAACCCCAAAJNBeqarrKGAAIIIFATAjQCAQQQQAABBBBAAAEEEEAAAQRqX4AWIoAAAggggAACCCCAAAIIIFDjAnb1gSy2swe22NUyHupSjOLDXyLPHwwTZUOvhdVn6LKqn8fZB2hVP1ynpPg6Y8CDemPsx61PtB1e0aTn3tPwHW9K90XZvUrLVKZlfBJSunEr7buSGgZ2zR7+U19fr7i/xTL6RKxHmYftqfpPTms7TykRQAABBBBAAAEEEEAAAQQQmDsCvCoCCCCAAAJtUMAuj63a1dJ2ZSw2H5+NMh+zjbIY+fhuz+0W0U/2WSwNBCeIxrHg/GEYMYZ/yqBRem3MJ2kjc1sWmDDqTd2x+4isCeXbnJZp3D8ts3vf64ot1KFrx8r4f7Gv5Hnen2wrcrtcKk12uf+ltDLbruQkCCCAAAIIzHUBLgABBBBAAAEEEEAAAQQQQAABBGpfoB21cNlll9WBBx6oRx55RK+++qrOOeccrbvuui0W+Oijj3TzzTdr0KBBWm211TR48GDddttt+uKLL1p8DnZEoHULOHvvtHVfI1eHAALfViB7S9pSmsVUmwJDhw7Vueee22zjBg4cqOHDhze7jUoEEEAAgRoXoHkIIIAAAggggAACCCCAAAIIIFD7ArQQAQQQQAABBBBAAIEpBOqmWGcVAQQQQKAGBGgCAggggAACCCCAAAIIIIAAAgjUvgAtRAABBBBAAAEEEEAAAQQQQKA9CNjVj7+xLbtpxMNdipE/ACYv84cHRdnQa2H1OXw5zfOdOjnwGheONUtnDnxIb77Quh4gFJfZnuK9Me9reN+bsianW6J0u7NcaSXybvutrIZdu1Ye/hP3Ne51XkZfiPUo87Atu2mUT6qsXkwIIIAAAggggAACCCCAAAIIzGUBXh4BBBBAAIG2KmA7u3S7WtrOxl5tKx+njTIfu40yH9Mt5r36LKqf7PsjyZLSsXYkKZXTlzRs0Ci9NoYxfLXRaeJjb+nOQSPTvXTWgljalh0h9bpic3Xo2nGq8f/oI3nk/ch21rfsONaKyXZ2rsjzsJ2nlAgggAACCLQKAS4CAQQQQAABBBBAAAEEEEAAAQRqX6C9trChoUGHHnqonn76aY0bN06nnnqq1lxzzRZzvPvuu7r22mu10047aZVVVtH++++vu+++W5MnT27xOdgRgdYnUFKpVGp9l8UVIYDArBWIb/MUaZ615+VsrULg8MMP19lnn93steyyyy666abyv4NsdgcqEUAAAQRqWoDGIYAAAggggAACCCCAAAIIIIBA7QvQQgQQQAABBBBAAAEEphSom7KCdQQQQACBNi9AAxBAAAEEEEAAAQQQQAABBBBAoPYFaCECCCCAAAIIIIAAAggggAAC7UbArj6gxXb2ABe7WsYDX4qRPwgmL/MHCUXZ0GthbTd0OdXPayn7ZJ1YRJRXT9/lAb35Qqt5gFC7ucfR0PfGvK/rd7yxfFtSRdyViJRmN2elfVdSw8CGZh/+k9//+vr67KE/+brtqfpLdr60sJ2WzAgggAACCCCAAAIIIIAAAgjMdQEuAAEEEEAAgTYtYJfHWu1qabsyNpuP10aZj+FGGWP2UUbkea8+i6r3Pj9KY8Llh2GkZRozjmWqSkqn7v6IXh/DGH6iaFPzxEff1G93G5GuOe5lRPl+xgNPInpetpk6dO2Yjf9HX4iIflGMvP/Yzt4HsKulXe5vKky2C2ukCCCAAAIItAoBLgIBBBBAAAEEEEAAAQQQQAABBGpfgBYmgdVWW01HH320nn/+eT377LM67rjj1K1bt7SlZfObb76pyy+/XH369NEqq6yiQw45RA8//HDLDmYvBFqVgLP3TFvVJXExCCAw6wWcTpkizSlhriWBI444QmeddVazTdppp500YkT8fxDNbqYSAQQQQKD2BWghAggggAACCCCAAAIIIIAAAgjUvgAtRAABBBBAAAEEEEBgKoG6qWqoQAABBBBo4wJcPgIIIIAAAggggAACCCCAAAII1L4ALUQAAQQQQAABBBBAAAEEEECgfQnYrjTYdvYhWHa1jAe/FKP4UJjI84fFRNnQa2Ftd/jymuc78b9OOZ03QoqlbZ0x4EG9+UJreICQ2s006fn3dX3fm1J7LduplGLpxmW3n66krrt2zR7+U7yfkRej2AfsdPQUocbJdmNGgQACCCCAAAIIIIAAAggggMDcFuD1EUAAAQQQaPsCdnnM1a6WtmWXozh2G2O6sR5ljNlHGZHnvfosqp/su3j5WKXjs1BapkjnO3XQKL0+hjF8tZFp4mMT9Nvdb5HtdMVW+UupTJHqel2+uRZaqVNl/D/6wpSR9xfbitwul0qTnc6YIqWV2XYlJ0EAAQQQQKD1CHAlCCCAAAIIIIAAAggggAACCCBQ+wK0cEqBddZZRyeeeKJeeuklPf744zr88MO1/PLLT7nbNNdffvllXXDBBerdu7fWWGMNHXHEEXriiSemuT8bEGhdAiWVSqXWdUlcDQIIzHKB7Ns8fauneZafmxPOPYGjjjpKZ555ZrMX0LdvX91yyy3NbqMSAQQQQKC9CNBOBBBAAAEEEEAAAQQQQAABBBCofQFaiAACCCCAAAIIIIDA1ALxKdZT11KDAAIIINB2BbhyBBBAAAEEEEAAAQQQQAABBBCofQFaiAACCCCAAAIIIIAAAggggEA7FLCrD2yxLbtpxENfijHlA2LyhwdF2dBrYW07dDnVzSOV0ldwxgftZB+uVSrpjF0e0JtjP4nquRft5JUnjXlf1+9wU9yI1OJ0N5J/SrK7Evej275d1XXXrpWH/8T9i3sbZUTkEcV7bzftG7bjlFnY1TyrYIEAAggggAACCCCAAAIIIIDA3BTgtRFAAAEEEKgRAbs89mpXS9uVsfziGG4+phtlcZw3z3v2WVS99/lRJpON3acsK7Px45JO3f0RvT6GMfzE0qrniY+9pd/uNiJdY7p72b1rfCugXKNel22mhVbqONX4f/SLPKLfRG5bkdvlUmmyy/0rpZXZdiUnQQABBBBAoFUJcDEIIIAAAggggAACCCCAAAIIIFD7ArRwugIbbrihzjjjDL355pt66KGHdPDBB2vxxRef7jHFjePGjdOZZ56pjTbaSD169NDxxx+v0aNHF3chR6CVCVjx1couistBAIFZLJC9RW2l73cx1YjA0UcfrdNPP73Z1uywww66/fbbm91GJQIIIIBAOxKgqQgggAACCCCAAAIIIIAAAgggUPsCtBABBBBAAAEEEEAAgWYE6pqpowoBBBBAoA0LcOkIIIAAAggggAACCCCAAAIIIFD7ArQQAQQQQAABBBBAAAEEEEAAgfYqYLvSdNuym0Y8/KUY8VCYYuQPD4qyodfC6nP48qqfp/y/UDmd2U7LFGnWmQMf0Jtj594DhNLl1Pw86fn3dX3fm9N9TE1N9JJlWzHFcuWfdlPXXbtO8+E/ca/r6+uzh/5EHmE7O4ddLeN8EbajIBBAAAEEEEAAAQQQQAABBBBoNQJcCAIIIIAAArUkYJfHYO1qabsyZhtjuHnkY7tRxph9lBF53rPPouq97+JyAnJaOsp0LkWeVoYNekSvj2EMX610mvj4W7p995FKtytFumHZvUupYrLWvWwzLbRSx2mO/0dfiL4Spe3sfQDbsq2YbFfyWI+wHQWBAAIIIIBAqxTgohBAAAEEEEAAAQQQQAABBBBAoJdXAKUAABAASURBVPYFaGHLBbbYYgudf/75evfdd3XXXXdpyJAhWmihhVp8gtGjR+ukk05Sjx49tMEGG2jYsGEaP358i49nRwTmjEBJ8TVnXotXQQCBuSZQSq+cIs0pYW7rAsccc4xOO+20ZpvRp08f3XHHHc1uoxIBBBBAoH0J0FoEEEAAAQQQQAABBBBAAAEEEKh9AVqIAAIIIIAAAggggEBzAnXNVVKHAAIIINBmBbhwBBBAAAEEEEAAAQQQQAABBBCofQFaiAACCCCAAAIIIIAAAggggEC7FrCrD3CxnT3gxa6W8UCYYsTDYZqLeIhQw7odtd3hy6luHis+aKdUypZqLHTmgPv15tiP54Z3zb/mpOff13U73JTaWap4K+5Chi9123cldd21YZoP/4l7HPc1yjzsaj+wy3l6gWy2nZUsEEAAAQQQQAABBBBAAAEEEGhFAlwKAggggAACNSdgl8di7WppuzKWn4/nRpmP8UYZY/ZRRuR5zz6Laot9fpRGjtM4cpLKxvDTGHKas+HkYbv/Xq+PYQw/0bSqeeLjE3T7biOze1S+V+n+pSQts3vZ69JNtNBKHbPx/7jXEXHfi5H3D9uK3K72IbucqzDZLqyRIoAAAggg0OoEuCAEEEAAAQQQQAABBBBAAAEEEKh9AVo4EwLxHsB2222nyy67TJMmTdKtt96qvfbaS/PPP3+Lz/bUU0/pmGOO0eqrr67NNttM5557rl577bUWH8+OCMw+AWfvkc6+83NmBBBoFQJOV5EizSlhbssCv/rVrzRs2LBmm7Dtttvqd7/7XbPbqEQAAQQQaHcCNBgBBBBAAAEEEEAAAQQQQAABBGpfgBYigAACCCCAAAIIINCsQF2ztVQigAACCLRRAS4bAQQQQAABBBBAAAEEEEAAAQRqX4AWIoAAAggggAACCCCAAAIIIICAXf1YHNvZh2LZ1TI+CK4YxYfGFB8kE3nDuh213eHLq36exuMVZTJ2ipSfNfBBvfXCJ7EyB6O2X+q9sR/o+h1vlm1lX07tjUhrSnUr77uSuu7akD38p76+XnGfopwyivfYdjq0aaSzZrPtrGSBAAIIIIAAAggggAACCCCAQOsS4GoQQAABBBCoTQG7PCZrV0vblTHc4thujPvGepTFseA877n9Yuq9zxJyorLTMkWalVVIOm33R/Tn5xnDTxStYp74+ATdttvIdC1xr6TsXsmyU8ha99JNtXC3Ttn4f36P494XI+8PthW5XS3tdJ4UKky2C2ukCCCAAAIItEYBrgkBBBBAAAEEEEAAAQQQQAABBGpfgBZ+W4H55ptP/fv3129+8xtNmjRJN9xwgwYMGJC9p9DSc48aNUq//OUvteqqq2rrrbfWxRdfrIkTJ4oJgbkjUFKpVJo7L82rIoDAHBPIvs3Tt3qa59hr8kKzXuC4447TKaec0uyJ42+Ku+++u9ltVCKAAAIItEcB2owAAggggAACCCCAAAIIIIAAArUvQAsRQAABBBBAAAEEEGheoK75amoRQAABBNqkABeNAAIIIIAAAggggAACCCCAAAK1L0ALEUAAAQQQQAABBBBAAAEEEEAgE7CrD3SxLbtpxENhilF8eEzxoTKRN6zbUdsevrzq6pV9wFb+4TtpLVs/Y5f79dYLc/ABQlkLa3Px3vPv69rtb1J8sFF8mFk5UlujItV227tBXXdtyD6or76+XnF/opwyivfW9lT3P50xm21nJQsEEEAAAQQQQAABBBBAAAEEWp0AF4QAAggggEANC9jlsVm7WtqujOUWx3hj/DfWoyyOCed5z+0X1eb7LJGN16dFzDF8X9EbttvD+vPzjOFXQOZS8vYTE3XbbiPTq8eAf4o0p2H/bD3eC1j30k21cLdO2fh/fm/jnhcj7we2FbldLpUmu9x/UlqZbVdyEgQQQAABBFqtABeGAAIIIIAAAggggAACCCCAAAK1L0ALZ6lAhw4dtPvuu+vmm2/WpEmTdNVVV2nHHXds8Wt8+eWXuv/++3XQQQdplVVWUd++fXX11Vfrww8/bPE52BGBby/g7L3Rb38ezoAAAq1ZIHvL2lKaxdQ2BY4//nidfPLJzV78lltuqXvvvbfZbVQigAACCLRTAZqNAAIIIIAAAggggAACCCCAAAK1L0ALEUAAAQQQQAABBBCYhkDdNOqpRgABBBBogwJcMgIIIIAAAggggAACCCCAAAII1L4ALUQAAQQQQAABBBBAAAEEEEAAgaqAXf14HNuym0Y8HKYYxYfIFB8uE3nDuh217RErqH7eunSe9BpOITd+SWfucr/eemHOPEAoXrkWY9LY93XtjjcrocasdLvKuSWlWHmflbTSbl2zh//U19cr7kuUEcW8eE9ty24aapxsN2YUCCCAAAIIIIAAAggggAACCLQ+Aa4IAQQQQACBWhewy2O0drW0XRnTLY71xjhwrEdZHA/O857bL6ot9llC6eCYU6k0OUXM1mm7/V5/fp4x/NCYG/H2ExN1664js5e2nMoUaS6n1vqXbqqFu3WsjP/HfZ4y8vtvW5Hblm3FZLuSx3qE7SgIBBBAAAEEWr0AF4gAAggggAACCCCAAAIIIIAAArUvQAtnn8Biiy2mffbZR7/97W81YcIE/frXv9ZWW23V4hf87LPPdMcdd2jffffVyiuvrIEDB2r48OH661//2uJzsCMCMydQUqlUmrlDOQoBBNqOQHybp0hz27lmrrQicPjhh+ukk06qrBeT3r176/777y9WkSOAAAIIICAIEEAAAQQQQAABBBBAAAEEEECg9gVoIQIIIIAAAggggAAC0xKom9YG6hFAAAEE2pwAF4wAAggggAACCCCAAAIIIIAAArUvQAsRQAABBBBAAAEEEEAAAQQQQGAKAbv6gBfb2QNg7GoZD4kpRvGBMvHgoIioi7Jh3Y7a5vDlVVdvKfvknVIqsiR71TN3uU9vvTDbHyCUvVatLSaNfV/X7nBzpVmhmn2WWUqi7LZ3V620W0P28J+4FxH19fWV9biHsR5lHranut/5C9jOU0oEEEAAAQQQQAABBBBAAAEEWqMA14QAAggggEC7ELDLY7V2tbRdGdvNx3ujzMeAo5xyjDjqeu6wmDbfe3HFmHIavE9+aYA5LcsD+iWdtuvD+vPzjOFnJHNwMfGJibpl15HplpTvR/lBJimPOcW6F2+shbp1zMb74z4W722sR+T337Yit6t9xC7nKky2C2ukCCCAAAIItGoBLg4BBBBAAAEEEEAAAQQQQAABBGpfgBbOIYFll11WBx54oO677z69+uqrOuecc7TJJpu0+NU//fRTjRgxQoMGDVK3bt00ePBg3Xbbbfriiy9afA52RKDlAs7eE235/uyJAAJtUsDpqlOkOSXMbUlg66231llnndXsJW+++eZ68MEHm91GJQIIIIBAuxag8QgggAACCCCAAAIIIIAAAgggUPsCtBABBBBAAAEEEEAAgWkK1E1zCxsQQAABBNqYAJeLAAIIIIAAAggggAACCCCAAAK1L0ALEUAAAQQQQAABBBBAAAEEEECgOQG7+jE5trMPybKrZTwsphjxMJli5A+bibJh3Y7a9ogVVD9v/K9V5XPEazotLOusXe7XWy/MzgcIpReqsXnS2Pd13Y4jkp5TyyKU8hSN96j7Pl3VbbeGysN/6uvrm+Rx76Iuyjxsy24aapxsN2YUCCCAAAIIIIAAAggggAACCLRWAa4LAQQQQACB9iNgl8ds7WppuzLGm4/7RpmPBUdZjBi/j/WeOyymzfdZQrIKU6ykSPPpuz2sPz/PGH4BZ7ambz/5tm7ddaTifiR+ZVO6t2qsWP+SjdVx5U6VMf/8Psa9zCO/77YVuV0tbcu2ipPddL24jRwBBBBAAIHWJ8AVIYAAAggggAACCCCAAAIIIIBA7QvQwrkh0NDQoEMPPVSjRo3SuHHjdOqpp6pXr14tvpQPP/xQ1157rXbaaSd17dpV+++/v+6++25Nnjy5xedgRwSmL1BSqVSa/i5sRQCBNi+QfZunb/U0t/m2tKcGrL766rr//vubbfKmm26qhx9+uNltVCKAAAIItHcB2o8AAggggAACCCCAAAIIIIAAArUvQAsRQAABBBBAAAEEEJi2QN20N7EFAQQQQKBNCXCxCCCAAAIIIIAAAggggAACCCBQ+wK0EAEEEEAAAQQQQAABBBBAAAEEpilgVx/4Yjt7IIxdLeOhMcXIHyyTl/lDZ6Lssm5HbXP48qqbx9kHbsWH8GTR+Kk8Z+18n9564eNpXsu32lBjB096/n39ZocRyVEqpa9YRhNzz257N2il3Rqm+/CfuEfFe2dX76tdzuOcEbajIBBAAAEEEEAAAQQQQAABBBBo3QJcHQIIIIAAAu1MwC6P3drV0nZlLL84BpyPCcd4fUSsR+R5zx0W02Z7LzGFYBp1Ls86fdeH9MbYT6bYzuqsFpj45ESNHJjG/+PEjfaRlqOk9S/eWAuv3Ckb/497FxH3sRhx32PdtiK3y6XSZJf7R0ors+1KToIAAggggECbEOAiEUAAAQQQQAABBBBAAAEEEECg9gVo4VwXWG211XT00UfrmWee0bPPPqvjjjtOa6yxRouv65133tHll1+uPn36qKGhQYcccogefvjhFh/Pjgg0L2DFV/PbqEUAgVoRyN7CttL3u5jagMCbb76pZZZZRuPHj2/2ajfeeGM98sgjzW6jEgEEEEAAAUGAAAIIIIAAAggggAACCCCAAAK1L0ALEUAAAQQQQAABBBCYjkDddLaxCQEEEECgDQlwqQgggAACCCCAAAIIIIAAAgggUPsCtBABBBBAAAEEEEAAAQQQQAABBKYvYLuyg23ZTSMeHlOMeKhMcxEPoemybkdte8QKqp8nnSOd1RHpfFLK0nz2LvfrrRc+1qyeaul8k8a+r2v7jgwxVRcJT8pWV967Qd12a8ge/lNfX69wjzKimBfvmW3ZTUONk+3GjAIBBBBAAAEEEEAAAQQQQACB1i3A1SGAAAIIINAeBezyGK5dLW1XxnyLY8ExThzrURYjHzvuucNi2mzvJZQOVnmyVJ5TaZ2+68N6Y+wnYpo9AhOfnKhbdr1FtlOoHLJiiuX6l2yihVfulI3/5/eseB8jz++vbUVul0ulybZsp6w6203Xq1vIEEAAAQQQaL0CXBkCCCCAAAIIIIAAAggggAACCNS+AC1sXQLrrLOOTjzxRI0dO1aPP/64Dj/8cHXr1q3FF/nGG2/oggsuUO/evdW9e3cdccQReuKJJ1p8PDsiUBUoKb6q62QIIFCTAqXUqhRpTglzaxa46667tOaaa+qdd95p9jL79++vRx99tNltVCKAAAIIIBACBAIIIIAAAggggAACCCCAAAII1L4ALUQAAQQQQAABBBBAYHoCddPbyDYEEEAAgTYjwIUigAACCCCAAAIIIIAAAggggEDtC9BCBBBAAAEEEEAAAQQQQAABBBBogYBdfQCM7ewBMXZUv4ZrAAAQAElEQVS1jIfIFCMeMpNH8SE0kXdZt6O2OWJFuV6KD+Ipf/hWytIcl3L2zvdpwrhZ+gChOG1NxHsvfKDf7DBCpVJZLQPMFmW8bns3aOXdu2pa9nGPYluUedjV+2iX8xzLdp5SIoAAAggggAACCCCAAAIIINDaBbg+BBBAAAEE2q2AXR7Ltaul7cpYfj4eHGU+Rhzj9RGxHpHnPXf8kTYdvHiyjHHoNPYcc4o0MJ3mkk4b+KDeGMsYfgKapfPbT72tkbvekhln7wEk8/RWQHoHICXplda/eGMt3K1jZfw/7tmUkd9f24rcLvcBpcmu5mk1m21nJQsEEEAAAQTamACXiwACCCCAAAIIIIAAAggggAACtS9AC1uxwIYbbqgzzjhDL730kh566CEdfPDBWn755Vt8xXHcmWeeqY022khrr722jj/+eI0ePbrFx7Njexdw9h5oe1eg/QjUvIBTC1OkOSXMrVXg6quv1vbbb69//OMfzV7iQQcdpFtvvbXZbVQigAACCCDQKECBAAIIIIAAAggggAACCCCAAAK1L0ALEUAAAQQQQAABBBCYrkDddLeyEQEEEECgjQhwmQgggAACCCCAAAIIIIAAAgggUPsCtBABBBBAAAEEEEAAAQQQQAABBFoqYFc/Nsd29qFZdrWMh8kUo/jgmXhwUETURdll3Y7a9sjOqp8nHS+nS0iR5pRI6Zxn73yfJoybVQ8QUk1M773wga7ZYYTCx3YU5ZClFCvv3aCVd2vIHv4TxhH19fXZepRxb/Iy8gjbspuGGifbjRkFAggggAACCCCAAAIIIIAAAm1BgGtEAAEEEECgfQvY5TFdu1rarowBx5hwHvlYcZTFseQ877njj7Tp3ksqHa20UDpNKtNaStJSZwx8SG+MZQxfs2h6+6m3NWLgSDmdz07LFGmpqIhy/Ys30sIrd6yM9+f3Ke5fHnFvI7etyG3LbhoqTLYLa6QIIIAAAgi0JQGuFQEEEEAAAQQQQAABBBBAAAEEal+AFrYVgS222ELnn3++/vznP+uuu+7SkCFDtPjii7f48p9//nmddNJJ6tGjh9Zbbz0NGzZM48ePb/Hx7NgeBUoqlUrtseG0GYF2JZB9m6dv9TS3q3a3pcaec8452nfffad5ySeffLIuuuiiaW5nAwIIIIAAAmUBlggggAACCCCAAAIIIIAAAgggUPsCtBABBBBAAAEEEEAAgekL1E1/M1sRQAABBNqEABeJAAIIIIAAAggggAACCCCAAAK1L0ALEUAAAQQQQAABBBBAAAEEEEBghgTs6gNhbE/18Jh4qEwx4mEzxcgfShNll3U7ausjVpTr4xJKUsxZlD+Q66yd7tWEcbPgAUJx+jYek8Z+oKu3H5EZqVT2SUWkia2klffuopV3a1BYh22UzUXx3thT37+cyXaeUiKAAAIIIIAAAggggAACCCDQNgS4SgQQQAABBBDIxuyDwS6P8drO6uxyWRwjjjHkWI+yOK6c5z13/JE2Gbx4Ni6dhu5T2Tg2nV4g1k8f+KDeGMsYfuL4VvPbT7+jmweOzM4RrtkDS9IbAJGnNwC0/sUbqePKnbLx/ynvVaxH5PfRtiK3q6VdvvcqTLYLa6QIIIAAAgi0MQEuFwEEEEAAAQQQQAABBBBAAAEEal+AFrY5gXh/YrvtttNll12mN954Q7feeqv22msvLbTQQi1uyzPPPKNjjjlGq6++ujbbbDOde+65eu2111p8PDu2FwFn73+2l9bSTgTaq0D2lralNIupdQn84x//0C9+8Qsddthh07ywK6+8Uscee+w0t7MBAQQQQACBigAJAggggAACCCCAAAIIIIAAAgjUvgAtRAABBBBAAAEEEEDgGwTqvmE7mxFAAAEE2oAAl4gAAggggAACCCCAAAIIIIAAArUvQAsRQAABBBBAAAEEEEAAAQQQQGDGBezqx+fYlt004sPbihEPnylG/vCgKLus21HbHNlZdfWWYs7CslNIOnvnezVh3Ld7gFA6TZueJ73wga7ZcaRkKQtJiUexGovuezdo5d0aKg//qa+vbzYv3hPbspuGGifbjRkFAggggAACCCCAAAIIIIAAAm1HgCtFAAEEEEAAgbKAXR7jtaul7cqYcHGsOMaTYz3KYsT4faz37Lu4Ntl7CTlOnZ8j5SlNddaZAx/UG2M/TjXMMyPw9tPv6OYBIzPLOD6cbcuOkDa4eEN1XLlTZcw/vy9xb/LI759tRW6XS6XJjvM4ZdXZbrpe3UKGAAIIIIBA2xDgKhFAAAEEEEAAAQQQQAABBBBAoPYFaGHbFphvvvnUv39//eY3v9Ebb7yhG264QQMGDND888/f4oaNGjVKv/zlL9W1a1dtvfXWuvjiizVx4kQxISCVVCqVgEAAgVoXiG/zFGmu9Za2qfbdc8892mSTTXT++ec3e90dOnTQ3XffrX333bfZ7VQigAACCCAwpQDrCCCAAAIIIIAAAggggAACCCBQ+wK0EAEEEEAAAQQQQACBbxKo+6Yd2I4AAggg0OoFuEAEEEAAAQQQQAABBBBAAAEEEKh9AVqIAAIIIIAAAggggAACCCCAAAIzKWBXHxBju/FhNNUyHjJTjPxBNHmZP6Qmyi7rdtQ2R3ZWXb3LV1MqfyBX9iE9aXH2TvdowrhPyttmfNmmj5j0wge6eocRqQ0JIs0pyeZEpFhdea/OWnm3hmYf/hO29fX12bbivbA91f3KTpoWttOSGQEEEEAAAQQQQAABBBBAAIE2J8AFI4AAAggggEBBwC6P9drV0nZlbLg4ZhzjyLEeZTHyMeaefRfXxoOXkNLAdDxMI43gpzRbZuPUZwx4UG++0D7H8AvkM5xOfPod3TRgZDqubBmYMe6fGSfrDX69oTqu3Ckb4497EVG8P5Hn9822IrfL91hpsqt5Ws1m21nJAgEEEEAAgTYswKUjgAACCCCAAAIIIIAAAggggEDtC9DCGhLo0KGDdt99d91888168803ddVVV2nHHXfM3tdoaTPvv/9+HXTQQWpoaFDfvn119dVX68MPP2zp4ew3EwKff/65brjhhpk4ck4c4uw9zznxSrwGAgjMRQGn106R5pQwz22Bf//73zriiCO03XbbaezYsc1ezsorr6wHH3xQ2267bbPbqUQAAQQQQKAZAaoQQAABBBBAAAEEEEAAAQQQQKD2BWghAggggAACCCCAAALfKFD3jXuwAwIIIIBAKxfg8hBAAAEEEEAAAQQQQAABBBBAoPYFaCECCCCAAAIIIIAAAggggAACCHwbAbv6MTq2sw/RsqtlPGymGPEwmmLkD6uJsvO6HbXNkZ1VV2+lE6XZKSRZabLO2eleTRg3Mw8QSoe30XnSCx/omh1GJoJAsBJtuSUpsa3ug7uo++5ds4f/1NfXKxyjzCPsI48yD9vpPE2jfFJl9WJCAAEEEEAAAQQQQAABBBBAoE0KcNEIIIAAAgggMKWA7azKrpa2s7Fg28rHjaOMseSIKceZ8/WefRfXxoOXKB+rdI4slE22dcaAB/XmC+1rDD9r/Ewu3n7mXd084BbZTmew4istYpZtbfDrDdVx5U7Z+H9+D+L+FCO/b7aze2mns0wRKky2C2ukCCCAAAIItFUBrhsBBBBAAAEEEEAAAQQQQAABBGpfgBbWqsBiiy2mffbZR7/97W/15ptv6te//rW22mqrFjf3yy+/1B133KF9991XXbp00cCBAzV8+HB9/PHHLT4HO7ZcYI899lCfPn304osvtvygObJnSaVSaY68Ei+CAAJzTyD7Nk/f6mmeexfBK2cCDz30kDbZZBOdeeaZ2Xpzi969e+v+++/Xj3/84+Y2U4cAAggggMA0BKhGAAEEEEAAAQQQQAABBBBAAIHaF6CFCCCAAAIIIIAAAgh8s0DdN+/CHggggAACrVqAi0MAAQQQQAABBBBAAAEEEEAAgdoXoIUIIIAAAggggAACCCCAAAIIIPCtBezqA2NsZw+msatlPICmGMWH00SeP7gmys7rdtTWR3ZO5yh/IFf+YT1SWk9xzk73aOL4GXyA0Ldu4dw5wXvjPtTVO4xMrU6tb4RoLKJCK+/VWd13b8ge/lN0jLwYRXu7el/scp63znaeUiKAAAIIIIAAAggggAACCCDQ9gS4YgQQQAABBBBoVsAuj/3a1dJ2GocvR3EMOcaWYz3G6yOfMnr2W0Ib7bV4edw6vVr+QfvlB2yUdMYuD+jNse1jDD81f6bnt595RzftMjIdnwSzgf807J+pRiltcNEG6tS9Uzb+P617Efcp7o9tRW5XS7t8b1WYbBfWSBFAAAEEEGjDAlw6AggggAACCCCAAAIIIIAAAgjUvgAtbBcCyy67rA488EDdd999evXVV3XOOedo0003bXHb//nPf2rEiBEaNGiQll9+efXp00fnn3++XnzxxRafgx2/WeDuu+/Waqutpl/96lffvPMc28OKrzn2crwQAgjMFYHsLW4rfb+LaS4J/Pe//9Wxxx6rn/zkJ/rDH/4wzas4+OCDFb8vllpqqWnuwwYEEEAAAQSaFaASAQQQQAABBBBAAAEEEEAAAQRqX4AWIoAAAggggAACCCDQAoG6FuzDLggggAACrViAS0MAAQQQQAABBBBAAAEEEEAAgdoXoIUIIIAAAggggAACCCCAAAIIIDBrBGxXTmRbdtOIh88UIx5KU4z8ATZRdl63o7Y+qovq6tM54qwuLyxHonP636OJ41v+AKHsoDa2eG/ch7pq+3j4j7JW29H2FGmOiu6Du6j77g3Zw3/q6+sVblFOGUVz27Kbhhon240ZBQIIIIAAAggggAACCCCAAAJtU4CrRgABBBBAAIFpC9jlMWC7WtqujBkXx5JjnDnWi+POxbxnvyW08eAl0rFSOkOKVKZzpaWiOHPgA3pzbG2P4etbTG8/845uHHCLZEkBFiHJ6Utp2vCiDdSpe6ds/L/oHvclj7g/kdtW5Ha5VJrsdKYUKa3Mtis5CQIIIIAAAm1dgOtHAAEEEEAAAQQQQAABBBBAAIHaF6CF7U+goaFBhx56qB555BGNGzdOp556qtZdd90WQ/zrX//S3XffrV/84hdabbXVtM466+jII4/Uww8/3OJzsOP0BU455RR17dpVt99++/R3nCNbS4qvOfJSNfIipVJJY8eO1X777af11ltPa6+9dha9e/duJfe0RqBpxqwVKKXTpUhzSpjntMBjjz2mTTfdNPudrGlM3bt3z36GnH/++frOd74zjb2oRgABBBBAYNoCbEEAAQQQQAABBBBAAAEEEEAAgdoXoIUIIIAAAggggAACCLREoK4lO7EPAggggECrFeDCEEAAAQQQQAABBBBAAAEEEECg9gVoIQIIIIAAAggggAACCCCAAAIIzEIBu/oAGduym0Y8hKYY8XCaYuQPsomyy3qdtNURneX4v7CyT+qJRYQUy7P73a2J41v0AKFZ2MI5c6pJ4z7UlduPSC8WLS23QUTsowAAEABJREFUt/zhZGk9zd336qzuuzdkD/8Jv/CKMqKYF63tpvfCdjp/ebarebmGJQIIIIAAAggggAACCCCAAAJtToALRgABBBBAAIFvELDLY8F2tbRdGcsvjinHeHOsR5lHjD9HxHrPfktogz0XT+P1jaPXpTR4nSLN2aD2mQPu15tjP/6GK2p/m9/+33d144BbMqOEl8rk14iWMm140Qbq1L1TNv6fW4d3MfL7YluR2+V7qDTZ1TytZrPtrGSBAAIIIIBAjQjQDAQQQAABBBBAAAEEEEAAAQQQqH0BWtjOBVZbbTUdffTRevrpp/Xss8/quOOO01prrTVDKs8995zOOOMM9e7dW0svvbT22msvDR8+XH/5y19m6Dzs3FTgtddeU//+/TVgwAC98cYbTTfO0TVn73HO0Zdswy9WSu9H3nDDDdp///01duxY/ec//6m05tNPP1WHDh0q6yQItCoBp6tJkeaUMM8pgeeff15DhgzRJptsoieeeGKaL/uzn/1Mo0aNUt++fae5DxsQQAABBBD4BgE2I4AAAggggAACCCCAAAIIIIBA7QvQQgQQQAABBBBAAAEEWiQQHz3doh3ZCQEEEECgNQpwTQgggAACCCCAAAIIIIAAAgggUPsCtBABBBBAAAEEEEAAAQQQQAABBGa1gF39WB3b2Ydq2dUyHkZTjOJDa4p5PNimy/qdtPVRXVRX73SZeUhZls55Tv97NHH8J5r+1La2Thr3oa7aYWS66NTK1MaUlNvbuFxlcBd1370he/hPfX29winKPMI28ijzsC27acR5I2xHQSCAAAIIIIAAAggggAACCCDQxgW4fAQQQAABBBBoiYBdHhO2q6XtyhhyPq4cZYw1Ty969V9SG+21ZPaytpVOkkJSSpWmswY8oLdeqK0x/NSsmZ7f/t93deMut6TjE1Cay05W0EnWRhdtoE7dO2Xj/1OO/ef3Ib8vthW5Hcc3DRUm24U1UgQQQAABBGpBgDYggAACCCCAAAIIIIAAAggggEDtC9BCBKoC66yzjk488USNGTNGjz/+uA4//HCtvPLK1R1akL377ru67rrrNGjQIC2++OLacsstdc455+ill15qwdHs0pzAyJEj1dDQoNNOO625zXOgrqRSqTQHXqc2XuKtt97S8OHDNXny5KxBP/jBD9S7d2/17dtX22yzjZZeeumsngUCrU0g+zZP3+ppbm2XVpPX8/zzz2vIkCFae+21dcUVV0yzjfHz/+abb9bFF1+sTp06TXM/NiCAAAIIIPDNAuyBAAIIIIAAAggggAACCCCAAAK1L0ALEUAAAQQQQAABBBBomUBdy3ZjLwQQQACBVinARSGAAAIIIIAAAggggAACCCCAQO0L0EIEEEAAAQQQQAABBBBAAAEEEJgtAnb1gTK2ZTeNeChNMfIH10QZD7WJyPPO63XSVkd0luukUvqKC44P7sk+rKtU0jn97tbE8dN5gFAc0EZi0rgPdeX2I6Oh6YpTa1P7UpK1Otrbfa/O6r57l+zhP7lPlFNG0dZuam87TpmFXc2zChYIIIAAAggggAACCCCAAAIItFUBrhsBBBBAAAEEWixgl8eG7WppuzKWXxxjzsef83H7WC/mPfsvoQ33WrLxARtp9D7N2aB249Wcucv9euuF2hjDb2zSTBXv/GGShu9yS6JpBGossjcEUr7RRRuoU/dO2fh/0Te884j7ErltRW5X75ldzlWYbBfWSBFAAAEEEKgRAZqBAAIIIIAAAggggAACCCCAAAK1L0ALEZiGwIYbbqgzzjhDf/rTn/TQQw/p4IMPVkNDwzT2br76q6++0oMPPqjDDjtM3bt31+qrr64jjjhCo0aNav4AaqcpMHnyZB199NFac801df/9909zv9mzwdl7m7Pn3LV31vHjx+vTTz/NGrb00kvrxhtv1LBhw7L7d+KJJ2rFFVfMtrFAoLUJZG95W0qzmGafwPPPP68hQ4Zo7bXX1hVXXDHdF9p3332z35kDBgyY7n5sRAABBBBAoEUC7IQAAggggAACCCCAAAIIIIAAArUvQAsRQAABBBBAAAEEEGihQF0L92M3BBBAAIFWKMAlIYAAAggggAACCCCAAAIIIIBA7QvQQgQQQAABBBBAAAEEEEAAAQQQmH0CdvXjdWzLbhrxcJpixENripE/4CbKzut30tZHdlFdvbMLjqWdlllI5/a/WxPHN/8AoeyANrCYNO5DXbnDLckpXWxqWlqqscjKVQZ30Sq7d8ke/lNfX69wiXLKKJralt004rwRtqMgEEAAAQQQQAABBBBAAAEEEKgJARqBAAIIIIAAAjMmYJfHiO1qabsyplwca45x6FiPMo/iGHXP/ktoo8FLpQuI47OivEjnS4nO2uV+vfVC2x7Dj3bMbLzzh0m6YeeR2eFJKJWW0lwOa6OLNlCn7h2z8f+ia24dZe5vW5Hb1dK2bKs42U3Xi9vIEUAAAQQQaMsCXDsCCCCAAAIIIIAAAggggAACCNS+AC1EoCUCW2yxhc4//3y9+uqrevLJJ3XiiSdqo402asmhTfYZP368zjzzTG222Wb60Y9+pAEDBujss8/WY489ps8//7zJvqw0L/DCCy9o66231t57763333+/+Z1meW1JpVJplp+1Vk/42WefVZq26qqravHFF6+skyDQqgXi2zxFmlv1ZbbVi3v++ec1ZMgQrb322rriiium24zllltO119/va688kp+hkxXio0IIIAAAjMiwL4IIIAAAggggAACCCCAAAIIIFD7ArQQAQQQQAABBBBAAIGWCtS1dEf2QwABBBBodQJcEAIIIIAAAggggAACCCCAAAII1L4ALUQAAQQQQAABBBBAAAEEEEAAgdksYFcfMGM7ewCNXS3jITXFiIfYFCN/0E2UndfvpK2O6CLXSfHBPeUP60pZmqPi3H53aeL4j6dsUZtYnzTuQ125/cjUsPgQsnTJ0aZqoe57ddYqu3fJHv4TPuER5ZRRtLSrznY5T6fMZttZyQIBBBBAAAEEEEAAAQQQQACBGhGgGQgggAACCCAwEwJ2eazYrpa2K2P5xTHnKcejY704Vt2j/xLacK8llT1nIxvjjvHuSFKZBvHP2vk+vfXCJzNxlW37kLf/MEnX73xLEii3Y8r3Nja+cH116t6xMv4frlNG3Ieos63I7XKpNNnl+5XSymy7kpMggAACCCBQYwI0BwEEEEAAAQQQQAABBBBAAAEEal+AFiIwwwLrr7++jjvuOD322GOaMGGCLr/8cu2yyy7q1KnTDJ3rww8/1MiRIzV06FBtsskm+sEPfqAePXrowAMP1LXXXqtXXnllhs7X3nb+zW9+o4aGBl1wwQVzoOnO3tOcAy/ESyCAwNwUcHrxFGlOCfOsEnjggQc0ZMgQrb322rriiiu+8bT77befHn30UQ0aNOgb92UHBBBAAAEEZkCAXRFAAAEEEEAAAQQQQAABBBBAoPYFaCECCCCAAAIIIIAAAi0WqGvxnuyIAAIIINDKBLgcBBBAAAEEEEAAAQQQQAABBBCofQFaiAACCCCAAAIIIIAAAggggAACc0LArn7Mju3sQ7bsahkPqylGPMSmGPkDhKLsvH4nbXVUg+rqy8dLUUqpSGGd1/8evf1i8QFCavXTe+M/0pU73CJVTCRZabJsa5XBXbTK7l2yh/+EQUR9fX1lPc+Lhnb5WLtaphNms+2sZIEAAggggAACCCCAAAIIIIBA7QjQEgQQQAABBBCYWQG7PGZsV0vb2fi0bRXHnvPx6GJZHLPu0X8JbTh4KcnKpnLhtGqlhc7e5T699cLHai/TO8++pxt2vkWJUUkga7YdWYo0b3zR+urUvWM23h+mRctYjwj/KG1n98K2bCsm25U81iNsR0EggAACCCBQowI0CwEEEEAAAQQQQAABBBBAAAEEal+AFiLw7QSWXXZZ7bfffhoxYoQ+/vhj3X///Tr44IO1yiqrzPCJJ0+erNGjR+uSSy7R4MGD1a1bNy2yyCLaZpttdMIJJ+iBBx7QX//61xk+by0f8Nlnn+mQQw7R+uuvr8cff3w2NrWkUqk0G8/PqRFAoDUIZN/m6Vs9za3hctr0NYwaNUqHHXaYVlppJW211Va64oorvrE98ft0zJgxuvzyy7XMMst84/7sgAACCCCAwIwJsDcCCCCAAAIIIIAAAggggAACCNS+AC1EAAEEEEAAAQQQQKDlAnUt35U9EUAAAQRalQAXgwACCCCAAAIIIIAAAggggAACtS9ACxFAAAEEEEAAAQQQQAABBBBAYI4J2NUHztjOHkhjV8t4gE0x4mE2xcgfehNl5/U6acsjusjxf2eVSkqzFJ/kk5L4AK9z+t6lt8d/Um5bK19OGv+RLu8zsvHyoy0R6aKjPal2lT07a5XdOlce/lM0iTzM8jLyCLvqapfzdMZstp2VLBBAAAEEEEAAAQQQQAABBBCoKQEagwACCCCAAALfSsAujx3b1dJ2ZSw/xp7ziDHpKSPG7vO6Hv2X0AZ7LTXF9aRB7/Kss3e+TxPGtY0x/CkaMUOrbz87SdftlI//l9/GiBOkdwFSUdLGF6ynTt07Vsb/i4a5ZZhHbluR29V7YpdzFSbbhTVSBBBAAAEEalCAJiGAAAIIIIAAAggggAACCCCAQO0L0EIEZrHAlltuqfPPP18vvviiXn31VZ133nnaYostsvdoNBPTJ598ovvuu08nnniittpqKy200ELq1q2b9tprL1122WUaN27cTJy19g55+umntfHGG+uggw7S3/72t9nQQCu+ZsOJZ/kpTzjhBK299tradNNN9corr+j//u//dOqpp2rDDTfM6rfeeuusj/7lL3+Z6rUnT56sp556Sj//+c+12WabZfvHuSKPuieeeEJff/31VMdFRWyLfSMuvPDCqMrinnvuqZwntsV+2YYpFm+//bZOO+009enTR+uss052zHrrrafddttNN954o/7+979PcUTT1WhrtDleIwzi33uNGjVKO++8c3a+ONd+++2XtS/a2fRoKTwuueQS9e/fXz169MheP8pYj/qPPvpoykOarH/++ec64IADsuN22GGH7HxxDW+99ZZOOukk9e7dO9sW1xf3INoabW5ykumshHvYxX2I+xHniYg86uK+NdeuKU8Z+8S+cUwcG+eIiDzq4jXitaY8rrn1aHP8fNp7770r/at4rkceeUT/+c9/mju01dZlb4Fb6ftdTDMhEH3rqKOO0mqrrZb9DDnnnHOy34XfdKr43hwzZowuv/xyrbXWWt+0O9sRQAABBBCYOQGOQgABBBBAAAEEEEAAAQQQQACB2heghQgggAACCCCAAAIIzIBA3Qzsy64IIIAAAq1IgEtBAAEEEEAAAQQQQAABBBBAAIHaF6CFCCCAAAIIIIAAAggggAACCCAwZwVsV17QtuymEQ+vKUY81KYY+cNvouy8fif95Igucp3SeSRZabLsFCk7r99denv8J1Gj9psAABAASURBVEppq50njf9IV2x/i+Rslu3GkGRplb06a5XdO2cfLBcO0e4op4yimW3ZTUONk+3GjAIBBBBAAAEEEEAAAQQQQACB2hKgNQgggAACCCDw7QXs8hiyXS1tV8aci2PRU45Tx3pxDLtH/yW0wV5LKR2s8mSpPKfSOnvn+zRh3Ceq1emd0e/p+p1vle0UKoesmJzKjS9YX4us0ikb/w+3iDAsRnjHum1FbldLO50lhQqT7cIaKQIIIIAAArUpQKsQQAABBBBAAAEEEEAAAQQQQKD2BWghArNToKGhQYcccogeeughffHFF7rzzju13377aaml0vta3+KFX3nlFV133XU64IADtMYaa2i++ebTJptsoj333FPHHXecrr76aj388MN6/fXX9e9///tbvFLbO/Tiiy9WuF955ZWz+OJLiq9ZfNLZfrr3338/6yd33HGHPv/88+z1Pv74Y8V6bMsqGhcTJkzQwIEDsz77zDPP6O9//3vjFmV51B166KEaMGCAXn755cq2b5vEdZ100knaaaeddPvttyuua/Lkydlp//Of/+i1117Teeedp+22204jR45Uvi3bYRqLUqmkG264QUceeaTeeuut7Jg419ixY/XAAw8otueHfv3119n3zDbbbKNrrrlGEydO1H//+99sc5SxHvV9+vTRhRdeqDhPtvEbFl999ZV+/etfZ6Z33XWXPv3008oRcQ+irTvvvLMuuugixTVUNjaTxHWHe/jHfWju3sTPmiFDhmR+zZwiq5qV9/i5555Tv379sp85L774YqV/xQvF9cV1HnHEEYo2xvVHfZuIUrrKFGlOCfM3CXz22WeKe3388cfrxz/+sTbYYAOdfvrpij7xTcfG9vidOGbMGF1++eVaa621oopAAAEEEEBgtglwYgQQQAABBBBAAAEEEEAAAQQQqH0BWogAAggggAACCCCAwIwI1M3IzuyLAAIIINBqBLgQBBBAAAEEEEAAAQQQQAABBBCofQFaiAACCCCAAAIIIIAAAggggAACc0HArj6AxrbsphEPsSlGPNymGPlDcKLsssEi2vLIBsmSsk/yKSn/0KdYPbff7/T2+Nb5AKFJ4z/S5duPzC+88fLL119KF7/Knitq1d27ZA//ifZHe6OcMopWtmU3jfQC2Ww7K1kggAACCCCAAAIIIIAAAgggUIMCNAkBBBBAAAEEZpGAXR5Ltqul7crYc3FMesrx6liPseyIyHvstKTW33PJdGVp7DtGwdPYd4x/xzh+xFk73aMJ41rnGH666Jme3xn9nq7tf0v2fkW0s9LmMEhn3fiC9bTIKh2z8f/cKryKEc6xbluR2+VSabLL9yOlldl2JSdBAAEEEECghgVoGgIIIIAAAggggAACCCCAAAII1L4ALURgjgnMO++82n777XX55ZfrnXfe0YsvvqhLL71UgwcPVvfu3b/Vdfz73//WY489puuvv14nn3yy9t13X/Xu3VsNDQ2ab775tNhii6lHjx7aaaeddNhhh+nCCy/U7373O40bN06ffvrpt3rt1njwxx9/rP322y8zeO6552bRJTp7D3MWnWyOnOaLL77QsGHD9NZbb2n++efXJptsom233VaLL7641ltvPXXr1q1yHdEfhwwZojfffDOri/cMl19++azPRr/t0qX8741i48SJE3XIIYdo9OjRsVqJRRddVH379s1i5ZVXrtQvvfTSWV2+LfbLN/7jH//I+uRdd92lyZMnZ9ULLbRQdu9i/+i3ce2x4fPPP9c555yjq666Sl9//XVUTTOefPLJ7Hstdsjbsc4666hDhw7q169f9t5pbPvPf/6j008/Pfte/O9//xtVFat4/TD74Q9/mNXH9vgeO/XUUxXXklVOY/Hll1/qtNNO03XXXac4rtim+H6P92bj0Nh2ww03ZN+Psd5cjBo1Sv/zP/+jcI/tU96baF/UxbYXXnhBcW8++OCDWG0Ss+Ie5yd87bXXdMwxx+iTT8rvv8c9insVZlP2l/fee09HHnmk4pj8+FZdOl1dijSnhLko8Nlnn+mZZ57RZZddpgMOOCD7ObLIIotk5UknnaQxY8YUd59uHj+jY//4nbjWWmtNd182IoAAAgggMIsEOA0CCCCAAAIIIIAAAggggAACCNS+AC1EAAEEEEAAAQQQQGCGBOpmaG92RgABBBBoJQJcBgIIIIAAAggggAACCCCAAAII1L4ALUQAAQQQQAABBBBAAAEEEEAAgbklYFc/dsd29qFbdrWMDzoqRnyQUjHyB+JE2XmDRbTlkQ1y/J9aLp8j2pVSWdZ5/e7S2+PLH2AU9a0hJo3/SFfscIvS1abLcQqlXFK6aNtada/OWnX3LtkHWEW7o51RThlFI9vp8Kahxsl2Y0aBAAIIIIAAAggggAACCCCAQC0K0CYEEEAAAQQQmJUCdnlM2a6Wtitj0MWx6SnHrfP1fFy7x05Lav29llY6WmmhdJoUaS0laamzd7pXE8a1rjF8fYvpndHv6dqdbkltVIrUwqydSlPK03KTC9bTIqt0zMb/c6PcLC/DN3LbitxOx6ZQmuxqnlaz2XZWskAAAQQQQKD2BWghAggggAACCCCAAAIIIIAAAgjUvgAtRGDuCayyyiraf//9dc011+iPf/yj/vWvf+nRRx/VmWeeqf79+2vppZeeZRf30UcfafTo0brtttt0zjnn6OCDD9YOO+ygNdZYQwsvvLAWWGABde/eXdtss41+9rOf6eSTT872u/TSS3Xdddfp1ltv1b333ptd37PPPqsXX3xRb7zxht5//3397W9/05dffjnLrnVWnujhhx/WOuuso8MPP1xfffXVtzx1SaVS6VueY84eHm3++9//rrXWWkt33HGHzjrrLJ1wwgm68847ddxxxyneP4wrivsY9Z9++mmsZv0i+sott9yiX/3qV1ncdNNNuuuuu7Txxhtn+8S+p59+etYHsoq0aGho0NFHH53FZpttlmrK86qrrprV5dtiv9jy9ddf6/zzz8/6Zqx36NBBZ599th544AENGzYsO+biiy9W3Mf/+Z//0Xe/+11NnjxZv/nNbzRq1Kg4ZJrxj3/8I9sW1z9y5MisDZdcconuvvturbbaatm2uJ8333xz5hEV888/vw477LDs3GEV1xtlvP4pp5ySfZ/Efvfdd5/CJo6P9ebi448/1jPPPJMdE8cW23TttddqxIgRle/xaFNcV37NxfO99dZb2X37z3/+k1V369YtOzZeP9oWEe274IILtNBCC2X7xDFXX321/vvf/2brsZhV9zjOFee94YYbFH0g1rfeemvdf//9insVZnFN0V+GDx9eaWPsG8fEsXFMa47s27wkpbk1X+Ysv7a4N/Hz4r333tNrr72mMWPG6LHHHsu+R/fcc8/s++YHP/iB1ltvPR1wwAG67LLLsj7+xRdftPha1l577exnT5z78ssvz342tfhgdkQAAQQQQOBbC3ACBBBAAAEEEEAAAQQQQAABBBCofQFaiAACCCCAAAIIIIDAjAnUzdju7I0AAggg0CoEuAgEEEAAAQQQQAABBBBAAAEEEKh9AVqIAAIIIIAAAggggAACCCCAAAJzVcCuPpDGdvVBOI15PNSmGPGwm2LEB1vFepSdN1hEPzmyIbWnlH2AV3yoT3zATykWKum8vr/T2+NbxwOEJo3/SJdtf0u6zvjwoexKI0lXmYp0vavsuaJW3b1z5eE/0b5o55RRtLGn9ksY2Ww7K1kggAACCCCAAAIIIIAAAgggULMCNAwBBBBAAAEEZrmAXR5btqul7cpYfnGMesrx63w9H9/usdOSWm/PJdMgeDanRXUsPy787J3u0YRxH0fapuOd597Xb3a6JbUvm9OiaTs3Pn9dLbJKx2z8PzeassxdbSty2xVzu5yrMNkurJEigAACCCBQ4wI0DwEEEEAAAQQQQAABBBBAAAEEal+AFiLQigTmn39+bbzxxho6dKhuvfVWvf322/rwww9111136dhjj1Xv3r3VoUOH2XLF//znP/XSSy/pvvvu06WXXqrjjjtOhx12mH72s59pr7320s4776xtt91Wm266qXr27KnVVltNnTt31hJLLJFd03e/+13NO++8+uEPf6gf/ehHWmGFFbTKKquoR48e2mSTTVocW2655Wxp31lnnaUuXbropptu+hbnd/Y+2rc4wVw59Hvf+572339/LbzwwpXXj/cF/9//+3/ZeqlU0vDhw/XOO+9k63HPzjvvPC299NLZenGx6KKL6oQTTsjua9THMSNGjFCcI9ZnNEaPHq37778/O2yhhRbS+eefr4033jh73zKrbFxE/9pjjz00ZMiQbNtXX32la6+9Vp9++mnjHs0XG220kbbaaqsm9y3aHe2PI956661Kn4jXiLYNGDBA8b5zbM8j9o++Gd+HsV/Ujxw5UhMmTIh0mhH7xjFxbJyjuONyyy2no48+WvPNN19WHd/vkyZNyvJ8Ea633XabPvmk/O/Tll9+eZ1xxhmKMt8nStvq1atX9j0b34dR99RTT1XuaZxnVt7jv//973r55ZfjZRR9Iu5L9LOsorCInxHxcyS/pvgZ83//93+FPVpnmjglZ7Py6YorrtBOO+2kHXfcUX369NE222yT9a2f/OQn2mKLLbT55ptrs802y35Gxs/JiBn52Ten911vvfWyn+PRlxZZZBHF75/o9wsuuKCWXHJJde3aVT/+8Y+zn92/+MUvdP311+vFF1/MOWaoXHXVVXXUUUfpySef1HPPPacTTzxRa6211gydg50RQAABBBCYJQKcBAEEEEAAAQQQQAABBBBAAAEEal+AFiKAAAIIIIAAAgggMIMCdTO4P7sjgAACCLQCAS4BAQQQQAABBBBAAAEEEEAAAQRqX4AWIoAAAggggAACCCCAAAIIIIDA3BewXbkI27KbRnygUjGmfBBOfJhN1EXZeYNFtOVRXeW6dI7Gs9pOWYo0n9/vd3rnxfKHLKXKuTK/9+LHunyHW5Uup+nrp4o0a7W9OmvV3TtP9+E/0d6iiW3ZTSM/ue08pUQAAQQQQAABBBBAAAEEEECgZgVoGAIIIIAAAgjMHgG7PMZsV0vblTHp4lh1jF1PL3rsvJTW22spWWnKz1FOU511zk73auL4uTuGny5npud3nntfv+l/S9aWtIhZKrRzkwt6adFVO1XG/+N9jSm9wjPqooywrby0nU5nFSe76XpxGzkCCCCAAAK1KECbEEAAAQQQQAABBBBAAAEEEECg9gVoIQKtXWDRRRfVdtttp5NPPlkPPvigPv30U73++usaPny4Dj74YPXq1St7P6g1tOPrr7/WP/7xD3344Yd666239Kc//UmjR4/WY4891uJ48sknZ1tTJk6cqN1331077rijXnrppZl4nZJKpdJMHDd3D1luueW0wgorTPMiPvjgAz311FPZ9u9973vad9999f3vfz9bb24R2376059qvvnmyzbHPfvkkxklyPnkAAAQAElEQVR/3/W///2v7rvvPn311VfZeeK+dOvWLcubW9jWDjvsoHyfN954I+tjze2b122wwQaK90nz9SnLRx55JPueivqNNtpIG264YaTTjNgnzhk7RJtzt1hvLtZaay2tt956zW3K6lZccUUtueSSWf7Pf/5Tf/nLX7I8X8Rr/O///m+2Gu/jxr350Y9+lK03t1h33XW1yiqrZOdcc8019eWXX2a7zep7PHnyZEXEyeP+/fvf/4602Yj71blzZy2++OJaeeWVFT8nmt2xNVXGt3mKNFeuKn6mxb145pln9PTTT2ffM9H3n3jiCUU8/vjjyuOxGfiZN7f2jXa8+OKLmjBhgqKfffHFF5W2zopkpZVW0mGHHaZRo0Zp/PjxGjZsmNZff/1ZcWrOgQACCCCAwEwLcCACCCCAAAIIIIAAAggggAACCNS+AC1EAAEEEEAAAQQQQGBGBepm9AD2RwABBBCY6wJcAAIIIIAAAggggAACCCCAAAII1L4ALUQAAQQQQAABBBBAAAEEEEAAgVYiYFcfUGM7e4CNXS3jQ5GKEQ+/aS7iQ6A6b7CIfnJkg2TFpFL6UkTjp/yct+OdeufFGf8gq+xk33Lx3osf69I+I7MPGGu8nCZnXGWPFbTq7p2zD3uL9kV7opwyiha2ZTeN/KS285QSAQQQQAABBBBAAAEEEEAAgVoWoG0IIIAAAgggMBsF7PJYs10tbVfGpotj1sXx7HyMOy9jW4+dl9K6ey5VHicvNY7gZ2V51Pzsfndr4vi5M4avbzG989x7+k3/W9IZok2pLeW50s5Nzu+lRVfp9I3j/2FkW2Fql0ulyS57p7Qy267kJAgggAACCLQTAZqJAAIIIIAAAggggAACCCCAAAK1L0ALEWiTAp07d9Zuu+2m888/X88884y+/vprPf/887rpppt06qmnat9999Vmm22m5ZdfPnuPrU02cjZe9O9+9zutuuqqOumkkzR58uQZeCW3Sc+ll15aP/jBD6bZzjfeeEMffvhhtn255ZbTCiuskOXTWyy77LJacskls13i2IkTJ2b5jCz+7//+Ty+99FJ2yHzzzadevXp9o+8CCyyg7t27Z8fEvRs9enSWN7eINi+zzDLNbcrqPv/8c73wwgtZHosNNthA8V5z5NOKeH91nXXWqWyO47/88svK+pRJ165d9d3vfnfK6sr6d77zHS244IKV9SmTcA3fqF9iiSW0+uqrRzrN+P73v68rrrhCd955p4YNG6aGhoZs31l9j//f//t/WmihhbJzf/rppzrxxBP12muvNfv9tOCCC+r666/XXXfdpVNOOUWLL754dlyrXjhdXYo0p4S5JQLxvRH98+c//7kefPBBvfzyyzrrrLO0ySabtORw9kEAAQQQQGBOCPAaCCCAAAIIIIAAAggggAACCCBQ+wK0EAEEEEAAAQQQQACBGRaom+EjOAABBBBAYC4L8PIIIIAAAggggAACCCCAAAIIIFD7ArQQAQQQQAABBBBAAAEEEEAAAQRak4Bd/Rge29mHRNnVMh52U4z4IJo84gOdImI9ys4bLKKfHNVVrkvHy6mZKdKcEimd8/y+v9O7L87ZBwi99+LHunT7W7LXty1LSoWcvlKmVfdYQasN6pI9/CfaEBHtmTKKBnY6eopQ42S7MaNAAAEEEEAAAQQQQAABBBBAoNYFaB8CCCCAAAIIzG4BuzzmbFdL27LLURy7Lo5r52PdeRnbeuy8lNbbc6nysYopnSOKiHS+c/rfo4nj5+wYfrz0zMa7Y97XNf1vazw82mKpPMu2Nr1gXS26aqfpjv/nfrYVue3sWKXJruZpNZttZyULBBBAAAEE2pcArUUAAQQQQAABBBBAAAEEEEAAgdoXoIUI1I7AmmuuqYEDB+roo4/WlVdeqd///vd68803NXnyZE2YMEGjRo3SVVddpWOOOUa77rqrevXqpcUWW6x2AGawJZ07d1a3bt2y98pafmhJpVKp5bu3kj2XXXbZynuBzV3SG2+8kfWT2PbRRx/p/PPP17Bhw6YbF154of72t7/FIfrqq680adKkLJ+RxV/+8pfKOb7++mvddNNN033N/Jr++Mc/Vl7mvffe05dffllZLyY/+MEP1LFjx2JVk/yzzz5THJ9X3nfffS16/UcffTQ/RB9++KE+//zzyvqUyXLLLTdl1Qytx70J3zho8cUXV7Qp8hmNOE/8LIjjZsU9/v73v69tttmm8v3z8ssva7fddtPGG2+sI488Mvv5k/ePeM22Ftm3efpWT3Nbu/Q5cr0//OEPs3t9yCGH6IorrtDTTz+t+H5+4YUXdMEFF6h3795z5Dp4EQQQQAABBGZMgL0RQAABBBBAAAEEEEAAAQQQQKD2BWghAggggAACCCCAAAIzLlA344dwBAIIIIDAXBXgxRFAAAEEEEAAAQQQQAABBBBAoPYFaCECCCCAAAIIIIAAAggggAACCLQ6Abv6wBrb2Qda2dUyHnpTjHhQUHMRDxLqvMEi+smRDZKVppJUnrMP94oP+Dp3xzv1zotz5gFCk178WJf0uSW7hnQBaS7F5aQyqkpadY/ltdqgLpWH/zTXpqgrtt227KaRGprNtrOSBQIIIIAAAggggAACCCCAAALtQoBGIoAAAggggMAcEbDLY892tbRdGasujmHnY9pR5hFj9xGx3mOXpdVrjyWzsfK4+DSEH0WKyEo6p9/dmjh+zozhpxed6fmdMe/r6n63puPjulORzeU8lpuc11OLrtIxG/+PdjcXuZvt7IEMdtXULucqTLYLa6QIIIAAAgi0IwGaigACCCCAAAIIIIAAAggggAACtS9ACxFoJwLLLrusNtlkE+2zzz465ZRTdOONN+qZZ57RBx98oM8//1wvvfSS7rnnHl100UX6xS9+oR122EHrrbee1lhjDTU0NGippZZSx44dNf/886sWpqOPPlqvvvqq+vfvP4PNseJrBg+a67vHe6bTu4h33nmnsvmTTz7RXXfdpd/+9rfTjdgn9s0P/Oyzz/K0xeVf/vIX/fOf/8z2/+qrrzRq1KjpvmZ+TdFfs4PS4t///re+/vrrlE095++LTr2lXPN///d/Kl73//7v/7bo9WO/8hmkL774YpqvH/t873vfi2Kmo9i2Tp06ab755pupc82Oe7zVVltpyy23bHI98fPk97//vY488khtvvnm6tOnT/ZzJV4//m1dk51b8Ur2FrmVvt/VbqcOHTpo+eWX11prraVtt91Wxx57rG6//Xa9/vrr+tvf/qZHH31U5513nn76059q3XXX1YILLigmBBBAAAEEWrUAF4cAAggggAACCCCAAAIIIIAAArUvQAsRQAABBBBAAAEEEJgJgbqZOIZDEEAAAQTmogAvjQACCCCAAAIIIIAAAggggAACtS9ACxFAAAEEEEAAAQQQQAABBBBAoHUK2K5cmG3ZTSP/wKe8LD4sJz4EKyLqolxxg0XU+8gGuc5SeZbtckg6v++deufF2fsAoUkvfqxLt79VspRFWthOSykWq+2xolYb1CV7+E9cc1x7c5G3N0o7HT9FqHGy3ZhRIIAAAggggAACCCCAAAIIINA+BGglAggggAACCMw5Abs8Bm1XS9uyyxFj2HnEWHfkURYjHwvvscvSWnfPpdKxUjpaypaWokzFuf3v1sTxs3cMX99ievf5D3RN//L4v9M1KxmUT+es2PS8nlps1U7Z+H+0P2935HnkPlFG2E6naRrZyRoXthszCgQQQAABBNqfAC1GAAEEEEAAAQQQQAABBBBAAIHaF6CFCCAgzTfffOrWrZu22WYbHXTQQTr33HN1xx136KmnntLYsWP16quv6p133tEnn3yif/3rXyqVSlkZ61Ef22O/2P+hhx7S7373O9188826+uqrddFFF+mMM87Q8ccf3+I4+uijZ9tt2XrrrbM2nXLKKTP5GiXF10wezGEIzLDAW2+9NcPHzKkD5p9/fp1wwgk67bTTtOyyyzb7su+//76uu+469e3bV3vvvXf2s6TZHVtbZSldUIo0p6Q8b7755jr00EN12GGH6fDDD9eRRx6p+Hl1zDHH6Nhjj9WvfvUrHXfccVnMyM+8ubXv6aefrssvv1y33HKLHn74YY0ZM0ZvvvmmPv30U8XP+ShjPervvvtunXzyydl97Ny5cxmEJQIIIIAAAm1MgMtFAAEEEEAAAQQQQAABBBBAAIHaF6CFCCCAAAIIIIAAAgjMjEDdzBzEMQgggAACc02AF0YAAQQQQAABBBBAAAEEEEAAgdoXoIUIIIAAAggggAACCCCAAAIIINCKBezqA2xsT/Wwm3gITjHyB+VMUSoeptN5w0W1xREN6RyNDS6Vsg++yT70Jy3O3/EOvfPi7HmA0KQXP9YlfW5JL5xeKM0pSXP59VOiVQetoNUGda48/GfK68/Xi221p/aIc0XYjoJAAAEEEEAAAQQQQAABBBBAoD0J0FYEEEAAAQQQmMMCdnks2q6WttM4fDmKY9r5OPe0yh67LK1eeyzV+GCOxvHzbBw/NSqNq5/b7y5NHPdxWmld8zvPf6Cr+t6S3m9I15WuM1258pXINz2vpxZbtVNl/D/er5jSIJyizrYit6ulXbZUYbJdWCNFAAEEEECg3QnQYAQQQAABBBBAAAEEEEAAAQQQqH0BWogAAjMpMP/886tjx45aaqml1NDQoDXWWEPrrbeetthiC/Xp00cDBgzQ3nvvrYMOOkiHH364TjjhhBbHMccco1k9LbHEEvrNb36je++9V6uvvvq3OL2z9yi/xQla/aHbbrutxowZM8Oxxx57fKu2LbnkknrggQdm+HUvvfRSRX/8Vi+eDl5ggQV0ww03zPDr33nnndn3QjrFbJmXXnrpWX7eWXmP433n+L6/7bbb9NBDD+lXv/qVVl11VX33u9+d6rr/+Mc/6oADDtCECROm2tbqKpyuKEWaU1KeN998cx166KEaOnSojjjiCB111FE6+uijdeyxx2btPu644xRx/PHHK48TZuBn35zeN9qw3377aaeddlK0ba211tLyyy+vDh06lBvMEgEEEEAAgdoSoDUIIIAAAggggAACCCCAAAIIIFD7ArQQAQQQQAABBBBAAIGZEqibqaM4CAEEEEBgLgnwsggggAACCCCAAAIIIIAAAgggUPsCtBABBBBAAAEEEEAAAQQQQAABBFq7gF39WB7b2Ydy2dUyPpSoGPGQnDzKD9Kpzx6sE3nnDRfVFkd2leusdKI0O4UkK03WBTveqXdf/CTls26e9OLHunT7W2XHiziVjedO67a12h4raPVBnSvXGNeZX3+xLLbRjvM0jcazpvM7TykRQAABBBBAAAEEEEAAAQQQaEcCNBUBBBBAAAEE5oaAXR6Ttqul7Wys2raKY9vFMe88L46Jr7PL0uq1x1LKpnRsOolkKQtJ5/W/W2+Pn7Vj+Om0Mz2/8/wHurrfrVJcq9IU16pska1sdl4vLbZqnwjhQwAAEABJREFUp2z8P9pbbGusR4RPlLYzK9uyrZhsV/JYj7AdBYEAAggggEA7FqDpCCCAAAIIIIAAAggggAACCCBQ+wK0EAEE2oPAIYccotdff1177bXXLGhuSaVSaRacp3WdYpFFFqlc0N///nd9+eWXlfXZmSywwAKab775spf497//rX/+859ZPqcWxdf/4osv5vjrt6Sd8d5vvt8nn3yiuM58fUbKOXGPF1poIW2//fa65ppr9OSTT+rWW2/VAQccoOJrf/TRR1l9a/8+yr7NS1KaxYQAAggggAACtSBAGxBAAAEEEEAAAQQQQAABBBBAoPYFaCECCCCAAAIIIIAAAjMnUDdzh3EUAggggMBcEeBFEUAAAQQQQAABBBBAAAEEEECg9gVoIQIIIIAAAggggAACCCCAAAIItAkBu/pAG9vZA2/sahkPyClGPCwnj3nmmUfxwUqxHmXnDRfV5kc0pHMo+4Cv/MN/0ppK6ev8He/Qu3+cNQ8Qeu+PH+uS7W9NZ01njxdKkea0kthTssruy2m1QZ2zh//EtcU1NhfFttnVdtvlPJ0tm21nJQsEEEAAAQQQQAABBBBAAAEE2p0ADUYAAQQQQACBuSZgl8em7WppO43Dl6M4xt3cGHhxfLzHgGXUc4+l0jh6fGR/ijRng+ypdZGe2+8uvT1+1ozhp1PO9Pzu2A91Vb80/p/G+tPFls8TF9h4sZud11OLrdoxG/+PNhfbGOsRuYttRW6XvexqqcJku7BGigACCCCAQDsVoNkIIIAAAggggAACCCCAAAIIIFD7ArQQAQRqWmDjjTfW008/rfPOO0/zzz//LGqrs/cmZ9HJWs1plltuucq1vPnmm/rLX/5SWZ+dSadOnbTAAgtkL/Hpp5/qz3/+c5bPqcUPfvADxTXE63311VcaN25cpK0qVlxxxew93rio999/X//85z8jnW5cc8016t27twYNGqS77ror23dO3+N4Xzpec5999tEdd9yh7bbbLruOWLz88sv67LPPIm21kb1lbinNYkIAAQQQQACBGhCgCQgggAACCCCAAAIIIIAAAgggUPsCtBABBBBAAAEEEEAAgZkUqJvJ4zgMAQQQQGAuCPCSCCCAAAIIIIAAAggggAACCCBQ+wK0EAEEEEAAAQQQQAABBBBAAAEE2o6AXf14Htuym0Z8CFEx4uE5EXnkD9eJsvOGi2rzI7uqri6dIwhcXliORBfscIfe/eO3e4DQe3/8WBf3uS07X5w1Xa6y02cr0qqDVtAae3TJHv4T15Rf55RlsU22ZTcNNU62GzMKBBBAAAEEEEAAAQQQQAABBNqfAC1GAAEEEEAAgbkrYJfHqO1qabsypl0c655yHDzWi+PkPQYso157LpMaFMdnRbawnUrpvH536e3x324MPzvRTC7eHfuhrux7i+Jq7GypxiKd0drs3B5adJWFs/H/KdsW6xFFj8htp3M0jXSyymy7kpMggAACCCDQngVoOwIIIIAAAggggAACCCCAAAII1L4ALUQAgdoU6NChgy6++GI9+uijWnfddWdxI0sqlUqz+Jxz/3Rdu3ZVx44dswt5//339dRTT2X59Bbvvvuutt9+e2277bYaNGiQXnnllent3uy2Tp06qUuXLtm2yZMn65577tF//vOfbH1ai6+//lpHH320evfurb59++qmm26a1q7fWL/AAguoe/fulf0eeeQRffrpp5X15pK4/5deeqk222yzrP0XXnihvvzyy+Z2nSV1yy67rBZbbLHsXB9++KH+9Kc/Zfm0FuE3bty4rB1xT8Ir9p3V9/iZZ57R0KFDs/t/wgknTPf74rvf/a422WSTuIws/vGPf+irr77K8la7KKUrS5HmlDAjgAACCCCAQFsX4PoRQAABBBBAAAEEEEAAAQQQQKD2BWghAggggAACCCCAAAIzK1A3swdyHAIIIIDAHBfgBRFAAAEEEEAAAQQQQAABBBBAoPYFaCECCCCAAAIIIIAAAggggAACCLQxAduVK7Y91cNw4iE5xaivr688YCceqJNHPEio84aLavMju8p1lrJP/olFRHn1/O1/q3f/OHMPEJr0x4/16z63pmutnq/yWWKpatXdl9fqg1Zs9trya4yy2BbbU7U3vUA2287K/8/encdZUtWHAv/9bs+IInFBtmEHQUV9oqw+41Of4pYFUPMiCoNIokYUkyjuioiKKIuAohDXxLgywyZuuCQSjaISFZCoiUtkcAEl0USNUbjvnKquvrd7mmWG3qbmW12/OktVnXN+X+b2H9V8bjkQIECAAAECBAgQIECAAAEC/ReQIQECBAgQWKoCme2z6sxRmZlTz7bHn3nXZ+Azoz677/r2O2TH2H/l9tE8Wy/P1euT+/rShqYsD/VPffwF8W9fW79n+LfF7/v/9MP4q8d/sKygrqREXWCJspdGxCNO3S+2vt8W0eXSlV1etawOXVnrmRldmdl6xdiWmWMtVQIECBAgQGBjEZAnAQIECBAgQIAAAQIECBAg0H8BGRLYWASe/vSnxze/+c046qij5inlbP4mOU+DL9qwO+64Y+yzzz5T87/tbW+Lr3/961PtmZXf/va38e53vzuuueaa+NGPfhQ/+9nP4s53vvPMy26xfbvb3S4e+9jHNn/DrBd/4QtfiA984APlb7fNH25r11pxySWXxGc+85m4/vrrY82aNbHFFlusdc26dDzqUY+KO97xjs0t3/72t+Oss86Kml/TMcvhqquuivPOO6/JueZ/+9vfPmoes1w6J10rVqyIBz/4wc1Yv/nNbxr36t10zHL43Oc+F5dddllzZtttt40HPvCBTX2u/xvXv09/9rOfbf77X3rppfHd7363meemDt/73vemTu20006x2WabTbWXZCXLqkqUvVTsBAgQIECAAIENR8BKCRAgQIAAAQIECBAgQIAAgf4LyJAAAQIECBAgQGBuBQZzO5zRCBAgQIDAnAgYhAABAgQIECBAgAABAgQIEOi/gAwJECBAgAABAgQIECBAgEBvBDJHX9OTmc2XdGWOyvqSnPGoL9Hpon6R0Xh9t4dsHQe86F4xmMji00VEUytjnn7webHminV7gdCaK66NMw9aFVFHKWNE2brxovTtefiu8YDDd7/Zl/9MTEzEeA6ZGZnTIya3zJyshZIAAQIECBAgQIAAAQIECBDov4AMCRAgQIDAkhbIbJ9ZZ47KzJx6xj3+7Ls+C58Z48/x93/SzrH/4TtGZJQtowzTltHWT3vCBfH9r63bM/wywHrvV3/lR/HWx6+qs5doh8nMiCYiDjh1v9jmflvc7PP/mn/NOTObvwNktmWULTPLUFlqoz1zent0Ro0AAQIECBDouYD0CBAgQIAAAQIECBAgQIAAgf4LyJBA7wX222+/+MQnPhFnn312bLnllvOY7zCGw+E8jr84Q9e/K65cuTI233zzZgHXX399HHPMMXHppZeule8vfvGLOOWUU+L8889vrq1/l3ziE58Y2267bdNe18ODH/zg2H///ZvbbrzxxjjzzDPjbW97W/z6179u+rpDPfexj30sXv3qV0+dq/fV+7tr1qe8z33uE4997GOnbq151TlqnlOdpVL/u3/pS1+Kl7zkJVF9Slfc/e53j4MPPrhW5y0yM/7oj/5o6t/1FVdcES94wQvixz/+8bQ56/o+//nPx4knnjjlU/NasWJFc91c/ze+973vHXvssUcz9nXXXRfHHXdcfOc732na44e6rksuuSTe9a53Nd3138sjH/nIuN3tbte0l+qh+ZiXj3rZl+oSrYsAAQIECBAgMJuAPgIECBAgQIAAAQIECBAgQKD/AjIkQIAAAQIECBCYY4HBHI9nOAIECBAgMAcChiBAgAABAgQIECBAgAABAgT6LyBDAgQIECBAgAABAgQIECDQL4HM0QtvMrN5IU7mqKxfPDQe9QuRuhh/eVCt7/aQreMRL7xX5CBiWH6qVP0ioPplRjEcxmkHnRtXX3HrXiC05opr400HrqoDlWHKaOX+UmlGrePtuXKXeMDK3WO2tXR9tRxfe+Yor8y2XseskZm1mAwFAQIECBAgQIAAAQIECBAg0H8BGRIgQIAAgaUvkNk+u84clZk59Sx//Bl4fSY+M+qz+65v/yftFPuv3LEkXZ7cl71UmmfuXfmGx58f37/81j3Dr/esb1z9lR/F2Y87p7m9LqNGbdRn//WPAgecsl9ss+eW0a29K7s8alnzrmVmRq1ntiZRtsxRvTSbPTOb0oEAAQIECBDYGAXkTIAAAQIECBAgQIAAAQIECPRfQIYE+iuwySabxEknnRSXXnppHHDAAQuQaEb9WYCJFnyKe97znvGiF70oNt1002bu6667Lp71rGfF7//+78dLXvKSOOGEE+Koo46KRz3qUXHOOefEjTfe2Fx38MEHxxOf+MSmvj6HOl8d/x73uEdz+w033BBnn312PPKRj2zmr/PW8495zGPiZS97Wfz85z9vrtt1112bddX7m471PNS/qz772c+O3/3d321GqHlddNFFTZ5HHnlkk/dxxx0XBx10UDzzmc+Ma665prlu8803j2OPPTa22mqrpj2fh5rr85///Kj/3us8l112WRx44IFxxBFHTFvf0UcfHddff329JPbff/9YuXJlZGbTroe5/G+82WabxTOe8YypNV111VVxyCGHxOMe97ioXt1/t/rv57nPfe7Uf7cHPehB8bCHPawuZ0lHw1boyr6k12lxBAgQIECAAIHpAloECBAgQIAAAQIECBAgQIBA/wVkSIAAAQIECBAgMNcCg7ke0HgECBAgQOA2CxiAAAECBAgQIECAAAECBAgQ6L+ADAkQIECAAAECBAgQIECAQA8FMkdf15OZzZcfZY7K+vKc8ahf/tTF+It3an23h2wdj3jhvZoxKlWWQ2Y5lih7nHHwubHmiutK703va664Ns48aHUZo1xTbo3I5ifKliX2XLlrPGDl7lHXUOesUeszY3zNmRmZ06MM1eyZ2ZRTBxUCBAgQIECAAAECBAgQIECg/wIyJECAAAECG4hAZvsMO3NUZubUM+/xZ+Ezn5PX9vgz9P2etFPsf/hOUW6OumU9lGjKMuZpj78grr785p/hl8vXe1/z1R/H2Y9fVaZvZixlRK01UeY/4OT9YsWeWzbP/2euvbZrdPlmZtR6Zkbm9IixLTPHWqoECBAgQIDARicgYQIECBAgQIAAAQIECBAgQKD/AjIk0FOBww47LL75zW/GMcccs4AZDqP+LOCECzrVwx/+8DjttNNi5513npr32muvjYsvvjjOPffc+OIXvxi//vWvm3P1b5OHH354PO95z4v6N9emcz0PK1asiDe+8Y1R569/46zD/PKXv4xLL720mbfOf/3119fuJh7wgAc066z3NR238bDZZpvFa1/72jjkkEOav8XW4Wqel19+eTP/RRddFD/4wQ9qdxPVpzrd5z73adoLcag21ajOXee74aPcLqMAABAASURBVIYb4sorr1xrfdXvwAMPjJNOOilqXvXa8ajj1LV349Rz6/vfeP/992/muetd71qHiRtvvDGuvvrqqF7130v971bHrie7dZ1wwgmx6aab1q6lHcOyvBJlLxU7AQIECBAgQGADEbBMAgQIECBAgAABAgQIECBAoP8CMiRAgAABAgQIEJhzgcGcj2hAAgQIECBwGwXcToAAAQIECBAgQIAAAQIECPRfQIYECBAgQIAAAQIECBAgQKCvApmjF+Bk5lovy6lfRDQe9YusuqhfZDVe3/2h28QjXnSviIyoXwQ0HDbHmCzi9INWx5orfxKzbddceV286cBV5dphiXJFvbUdpTQi7nfYLrHX4bs3XzjVzTlbOb7WzIzM6dEMVg6ZWY7Tdy0CBAgQIECAAAECBAgQIECg/wIyJECAAAECG5JAZvssO3NUZubUs+/xZ+KzPTMff46/35N2iv1W7ljSL8/hy/P3+uy+Poqvz/JrnPq48+P7l19Xzs/tfvVXfxxvOfic8uy/zFsmLcfJevu3hEecvG9ss+cWU8//x9fc5VTzrPVa1sgcGWS29fFVZ+Z4U50AAQIECBDYCAWkTIAAAQIECBAgQIAAAQIECPRfQIYE+iZw3/veNy644IJ497vfHTvttNMCp5fN3yAXeNIFnW6vvfaK97///XHqqafGgx70oNh8882n5t9kk03inve8ZzztaU+LCy+8MJ7znOdE7Zu64DZU7na3u8XrXve6Zu4nPOEJsf322zd/G61D1r99brvttvGHf/iH8fa3vz3OPvvsqO16bq5i0003jWOOOabJ68gjj4xddtllWm7V4YADDmhcqs+9733vuZr6Vo9T/9u85z3viVe/+tVxv/vdL+qau5vr+g488MDG7+Uvf/m0c901XVnHqTnMxX/j+m+kfh6PP/74Zk11Hd089W/XO++8czzlKU+J1atXx7HHHnuz6+ruWxJlllWUKHup2AkQIECAAAECG4aAVRIgQIAAAQIECBAgQIAAAQL9F5AhAQIECBAgQIDA3AsM5n5IIxIgQIAAgdsk4GYCBAgQIECAAAECBAgQIECg/wIyJECAAAECBAgQIECAAAECvRbIHH1tT2Y2X9qVOSrrF0qNR/2ioi7GX8RT67s/dJs44EV7TI0RUceJKEWJjDMOWh3XXDn9BUK1/cYDVzXnM8eurzeV9p6H7RJ7Hb578wVXdd46Ty1nxvgaM+s40yMmt8ycrE0rNAgQIECAAAECBAgQIECAAIH+C8iQAAECBAhscAKZ7TPtzFGZmZHZxviz8ZnPzWt7/Jn6fk/aKfY/fOcod0a5PbJoZGZklij10x5/flx9+fRn+KV7vferv/rjOOtx55TxI+oMZZq2rMeMeOTJ+8aKPbeIbo1dWdc9MzIzaq6ZozIzIzNjfMuc3h4/p06AAAECBAhsNAISJUCAAAECBAgQIECAAAECBPovIEMCvRJ45StfGVdccUUceOCBi5TXMIbD4SLNvW7THnfccfHlL3+5icMPP3ydbq5/j3zIQx4SZ5xxRlx88cXNGHWsz33uc/Ge97wnnvGMZ8TWW299i2PWeet9Nep6bumGzIxdd901XvziF8f5558fl156aTP3F7/4xbjwwgvjFa94Rey5557N30Nvaqw99tgjPv3pTzf31TG22GKLm7p01v6a11FHHRXnnHNO1Hzr2mtUhxNPPDGqS/WZ9ebSuemmm8Zb3vKWZv56X72+dN/kvq7Xb7LJJvGYxzwm3vGOd8Qll1wyNU9d37HHHtv4Zd7y34JrDnVtt/W/cU2s5vB7v/d7zZrqOmreNep/v1WrVsXRRx8dO+ywQ710g4nmYz6MKPsGs2YLJUCAAAECBDZ6AQAECBAgQIAAAQIECBAgQIBA/wVkSIAAAQIECBAgMA8Cg3kY05AECBAgQOA2CLiVAAECBAgQIECAAAECBAgQ6L+ADAkQIECAAAECBAgQIECAQP8FMkdfgpSZzQtzMkdlfanOeIy/eKd+OVLXrvXdHrpNPOJF9ypow4jhsO6lrM1aH8ZpB66ONVe2LxC6ppRn/OGq5ouD6peFtVGvLVF69zx059jr8N1jfPyuPl6Ory1ztO7Mtl5Hq5GZtZgldBEgQIAAAQIECBAgQIAAAQL9F5AhAQIECBDYMAUy22fbmaMyM6c9y++ek48/O+/q9dl9V9/3STvFvit3bCDKU/zyDL99dl/r5bF8vOFx58X3L2+f4TcXredhzdd+HGc97pz27wPNGHWeplKniQNO3jdW3H/L6NbWld06a9nllJnNyy4y25yjbJmjemk2e2Y2pQMBAgQIECCwsQvInwABAgQIECBAgAABAgQIEOi/gAwJ9EPg8Y9/fFx11VVx7LHHLnJC2fztcZEXYXoCBOZZoPmTekaUPWwECBAgQIAAgQ1DwCoJECBAgAABAgQIECBAgACB/gvIkAABAgQIECBAYD4EBvMxqDEJECBAgMB6C7iRAAECBAgQIECAAAECBAgQ6L+ADAkQIECAAAECBAgQIECAwEYikDn6+p7MjMzp0b1opyvry3e6qC/mqVHbtdztodvEI15878hBRpS9iXLIzHKMOOPA1XHNldc1Ze3IiMgsxxLlWBoR9z9s19jr8N2jG7OOW+szo1tPLTOzGSdzVMbklpmTtVkKXQQIECBAgAABAgQIECBAgED/BWRIgAABAgQ2YIHM9hl35qjMzOaZeH0+Ph4zn6PX9vgz9v2evHPsu3KnyOKRmZFZotQjo+wZpz/u/FhzxXWxvtuar/043nzwqnJ7M2Apy17nKFFq8aiT941t779l8/x/5tpqu0aXT2ZGrWdmZE6PGNsyc6ylSoAAAQIECGzUApInQIAAAQIECBAgQIAAAQIE+i8gQwIbuMCuu+4a73vf+2L16tWxxx57LIFshjEcDpfAOiyBAIF5Fagf8xJln9dpDE6AAAECBAgQmDMBAxEgQIAAAQIECBAgQIAAAQL9F5AhAQIECBAgQIDAvAgM5mVUgxIgQIAAgfUUcBsBAgQIECBAgAABAgQIECDQfwEZEiBAgAABAgQIECBAgACBjUkgc/SCnMxc62U69SU741FfwjMe3QuEarnbQ7eJh79oj8gK2HwzUPuFYE219J1+YH35T9tqjvXLwkrU+p6H7hJ7Hb5b8/KfOtb4HOP18bVkZmROjzJNs2dmU97UQT8BAgQIECBAgAABAgQIECDQfwEZEiBAgACBDV0gs33WnTkqM3Pq2fj4M/PxZ+ldffx5+35P3jn2XblT8yKP+jKP+my+NKI8yS9Mw3jDQefG1VdcV+rrtq+5/Np488Hl+X/zvL+MWvcSzdil75En7xsr7r9F8/y/rmt8TbVdYzyPWs8c5ZjZ1sdXlZnjTXUCBAgQIEBgIxeQPgECBAgQIECAAAECBAgQINB/ARkS2JAFXvjCF8a3vvWtOOSQQ5ZQGtn8zXEJLchSCBCYD4Esg5Yoe6nYCRAgQIAAAQJLX8AKCRAgQIAAAQIECBAgQIAAgf4LyJAAAQIECBAgQGB+BAbzM6xRCRAgQIDAegm4iQABAgQIECBAgAABAgQIEOi/gAwJECBAgAABAgQIECBAgMBGJ5A5+hqfzGy+xCtzVNaX7YxHfRnPbFFf2rP7w1bEI15yn8hBRhmo7BkZEVkOGRnRxOSxdGZmPOCwXWLvw3drXv5Tx5ht7No3vobMjMzpEZNbZk7WbrJwggABAgQIECBAgAABAgQIEOi/gAwJECBAgEAvBDLbZ96ZozIzp56Rjz87r8/SZ8b4c/d9n7xz7Hf4zu29VaeOU8sapX76wefFmiuuq61bFWsuvzbOPGhVe225v6wqIsteohzj0afsGyv2vFvz/L+ua3wttV2jrr8raz0zoyszMzIzxrfM6e3xc+oECBAgQIDARikgaQIECBAgQIAAAQIECBAgQKD/AjIksEEK/Od//md8+ctfjhNPPLH5e9nSSmIYw+FwaS3JaggQmHOB5mNePupln/OxDUiAAAECBAgQmAcBQxIgQIAAAQIECBAgQIAAAQL9F5AhAQIECBAgQIDAPAkM5mlcwxIgQIAAgfUQcAsBAgQIECBAgAABAgQIECDQfwEZEiBAgAABAgQIECBAgACBjVMgc/TCnMxsXqiTOSrry3bGo76Mp4v6wp4aXXu3h24TD3/xvZsvA6tfCFa/JKh+YdAwmlrUoqmVzj0P3Tn2fsruUe+v0Y0xXq9943NnjtaV2da7/2qZ2VVvpnSKAAECBAgQIECAAAECBAgQ6L+ADAkQIECAQH8EMttn35mjMjOnnuWPP0Ovz9Rnxvgz932fXJ7LH7ZjfVQ/9by+lWqe3MdpB50ba664ru26meOay6+NMw9aVa6o95WiGbHUy15bjzp5n9jmfndrnv/X9YyvobZr1HXXMjOj1jPbnKJsmaN6aTZ7ZjalAwECBAgQIEBgJKBGgAABAgQIECBAgAABAgQI9F9AhgQ2TIGtt9469t577yW6+Iz6s0QXZ1kECMyRQPMn9ozyeQ8bAQIECBAgQGADELBEAgQIECBAgAABAgQIECBAoP8CMiRAgAABAgQIEJgvgcF8DWxcAgQIECCwzgJuIECAAAECBAgQIECAAAECBPovIEMCBAgQIECAAAECBAgQILARC2TmVPaZGZnTo758ZzzqS3nGo768p4vdH7YiDnjpfcsYERntlk0toxblGHutvHvse8Q9YrYxxvvG58zMyJweMbll5mTtFgqnCRAgQIAAAQIECBAgQIAAgf4LyJAAAQIECPRMILN9Bp45KjNz6pn5+LP08WfsXb17fl/b+x26S+y7cqeIrHs5lEqWqK1anH7wubHmiuviprZryrkzD14V9drmvrKOptF2xKNO2ie2vf8WUees83VlrXfRrTczo9Yzy0gzIsa2zBxrqRIgQIAAAQIEJgUUBAgQIECAAAECBAgQIECAQP8FZEiAwDwIDKP+zMPAhiRAYCkJDMtiSpS9VOwECBAgQIAAgSUuYHkECBAgQIAAAQIECBAgQIBA/wVkSIAAAQIECBAgMG8Cg3kb2cAECBAgQGAdBVxOgAABAgQIECBAgAABAgQI9F9AhgQIECBAgAABAgQIECBAYGMXyBy9QCczI3N61JfwjEf3op6urC/x6eKeD98uHvmy+0X3JUHtl4O1rb1W3j32PWL35uU/3fW17Mapc9R6LbvInL6WzJz6z5U5qk913kRFNwECBAgQIECAAAECBAgQINB/ARkSIECAAIE+CmS2z8IzR2VmTj3L756n17I+Y58tumfx+x66S+xz2E7lGX59bl+e4A/bsnRErZ5+0OpYc+V1azGuueLaeOOB5zTX1EO5M2pZo9YfddI+se39t4hu7m6+rl3Lur7xyBzlkNnWxyfOzPGmOgECBAgQIEBgSkCFAAECBAgQIECAAAECBAgQ6L+ADAkQmA+BbP7GOB8jG5MAgSUkkGUtJcpeKnYCBAin9+bZAAAQAElEQVQQIECAwNIWsDoCBAgQIECAAAECBAgQIECg/wIyJECAAAECBAgQmD+BwfwNbWQCBAgQILBOAi4mQIAAAQIECBAgQIAAAQIE+i8gQwIECBAgQIAAAQIECBAgQKAIZI6+1iczmy/1yhyV4y/lqfX6sp4a4y/xqfUa93j4dvHoY/csY0SUESLKcZ+n7Bb7PfUeUc+PRx2jRjdmLbvILHfPiJjcMnOydqsKFxEgQIAAAQIECBAgQIAAAQL9F5AhAQIECBDorUBm+0w8c1RmZmS20T1Xr2V95n5zse+hu8Q+h+3UWpX7I7LdS1ErZxy0Oq658rrotjVXXBtvKn1Rrm0vaY7t6dL3mJP2iW33vFt0c9a/AXT1ruzWVcsamVmGmx7tgO0xM9uKIwECBAgQIEBgbQE9BAgQIECAAAECBAgQIECAQP8FZEiAwLwIDGM4HM7LyAYlQGDpCDQf8/JRL/vSWZSVECBAgAABAgRmF9BLgAABAgQIECBAgAABAgQI9F9AhgQIECBAgAABAvMoMJjHsQ1NgAABAgTWQcClBAgQIECAAAECBAgQIECAQP8FZEiAAAECBAgQIECAAAECBAh0ApmjF+pk5lov36kv5alRX9jTlbVeo77QZzzu+Yjt49GveEAMy8+jj3tAPPDIe8Xy5cujXtNdX8vxqGN2kbn2/LOts+u7+dJZAgQIECBAgAABAgQIECBAoP8CMiRAgAABAv0WyMwmwcxRmZlTz/K75+u1HH/23tXr8/katb3vYbvGPit3LuPVr/wvUfbyOL9p15cBnH7g6rjmyuuaeONBqydfBFKf+DeXlEO7P/qkvWPFnne7xWf/dc7MjLq2zFGZ2a4/xrbMHGupEiBAgAABAgRmCmgTIECAAAECBAgQIECAAAEC/ReQIQEC8yOQzd8W52dsoxIgsFQEmj+5Z0TZw0aAAAECBAgQWNoCVkeAAAECBAgQIECAAAECBAj0X0CGBAgQIECAAAEC8ykwmM/BjU2AAAECBG61gAsJECBAgAABAgQIECBAgACB/gvIkAABAgQIECBAgAABAgQIEJgmkDn6ep/MjMzp0b2cp76sp4vuhUHj7dq3xyN3jN9/1b5Ry9oej+7aWtYxxyNz+pyZObXGzFF9qvOWKs4TIECAAAECBAgQIECAAAEC/ReQIQECBAgQ2AgEMttn5JmjMjOnPcvvnrfX5++zRX1WX/v3OXSX2GflLkUtI8reRkZmRt3OOHB1nHHgqqitzCxliSxnSmRpPeakvWO7+28R3XhdWcfuoq6l1jMzaj2z3FkiypY5qpdms2dmUzoQIECAAAECBG5SwAkCBAgQIECAAAECBAgQIECg/wIyJEBgngSGMRwO52lswxIgsGQE6se8RNmXzJIshAABAgQIECAwq4BOAgQIECBAgAABAgQIECBAoP8CMiRAgAABAgQIEJhXgcG8jm5wAgQIECBwKwVcRoAAAQIECBAgQIAAAQIECPRfQIYECBAgQIAAAQIECBAgQIDA2gKZoxfsZGZkTo/6kp6ZUV/gU1/uMzP2eOSOzct/an93TS1nRjde5vS5MnNqgZmj+lTnrai4hAABAgQIECBAgAABAgQIEOi/gAwJECBAgMDGIpDZPivPHJWZ2TzLr8/aMzNqWWPms/iu3T2z3+fQXWKvw3aKqN/838TopR+lFvX9H213aZVG2ZtrH33SXrHt/beImeN17Vp282e268ls15g5KmNsy8yxlioBAgQIECBAYHYBvQQIECBAgAABAgQIECBAgED/BWRIgMB8CWTzN8X5Gt24BAgsEYEs6yhR9lKxEyBAgAABAgSWroCVESBAgAABAgQIECBAgAABAv0XkCEBAgQIECBAgMD8Cgzmd3ijEyBAgACBWyXgIgIECBAgQIAAAQIECBAgQKD/AjIkQIAAAQIECBAgQIAAAQIEbkIgc/Q1P5nZfMlX5vSyvrynRn2Rz8zoXh40Xnb18Wvr/V1kTh8/M6dWlzmqT3XeuoqrCBAgQIAAAQIECBAgQIAAgf4LyJAAAQIECGxUApntM/PMUZmZzbP8+sw9M6OWNcafyY8/p6/1GvutvHvsvXLniIyyZZRbSxlRalHrGVHKciyNcozHnrR3bHf/LaKOW++vUevj0c2bmc06MrMZI3NUxtiWmWMtVQIECBAgQIDATQo4QYAAAQIECBAgQIAAAQIECPRfQIYECMybwDCGw+G8jW5gAgSWhkDzMS8f9bIvjQVZBQECBAgQIEBgdgG9BAgQIECAAAECBAgQIECAQP8FZEiAAAECBAgQIDDPAoN5Ht/wBAgQIEDgVgi4hAABAgQIECBAgAABAgQIEOi/gAwJECBAgAABAgQIECBAgACBmxPIHL1wJzOnvZynvrwnM5sX99R6fbFPV9Z6jfrSny5qezzqtV1kTh87s23H5JaZk7X1KdxDgAABAgQIECBAgAABAgQI9F9AhgQIECBAYOMTyGyfnWeOysxsnuV3z9+7cvz5/GzP7fddeffYe+UuBbG+9KMUZa8vA5iKyTcEPPakvWO7B2wRs43RzVHnrPXMbP6GkDkqM9v1xdiWmWMtVQIECBAgQIDAzQk4R4AAAQIECBAgQIAAAQIECPRfQIYECMyfQEb9mb/xjUyAwFIQaP4En1E+72EjQIAAAQIECCxhAUsjQIAAAQIECBAgQIAAAQIE+i8gQwIECBAgQIAAgfkWGMz3BMYnQIAAAQK3KOACAgQIECBAgAABAgQIECBAoP8CMiRAgAABAgQIECBAgAABAgRuUSAzp67JzMgcRX2Jz3jUF/qsS4zfW+uZo7G7STOzq65f6S4CBAgQIECAAAECBAgQIECg/wIyJECAAAECG6lAZvsMPXNUZubUs/z67L2L+vy+1mtZY9myZTEe+x2+W+xz+K7NvZWzDBNZKk2Uxh+cvG9sv9eW0+7p7q/j1ejGz8yo9cyMzIy6ZeZUvbZrZGYtBAECBAgQIEDg1gm4igABAgQIECBAgAABAgQIEOi/gAwJEJhHgWHUn3mcwNAECCwFgWFZRImyl4qdAAECBAgQILBEBSyLAAECBAgQIECAAAECBAgQ6L+ADAkQIECAAAECBOZdYDDvM5iAAAECBAjcgoDTBAgQIECAAAECBAgQIECAQP8FZEiAAAECBAgQIECAAAECBAjcOoHM0Qt4MrN5QU/mqKwv8ZkZ9UU/M2P8mszR/ZnT692qMrOrrnfpRgIECBAgQIAAAQIECBAgQKD/AjIkQIAAAQIbs0Bm+yw9c1Rm5tSz/PFn8/W5fW3XcjyWLVsWNfZ7yu6xz8pdC+cwhsMaEfWlAH9wyr6x/V5bNtfU68bv7ep13BqZGV2ZOVpHZsb4ljm9PX5OnQABAgQIECAwm4A+AgQIECBAgAABAgQIECBAoP8CMiRAYD4Fsvkb4nzOYGwCBJaAQJY1lCh7qdgJECBAgAABAktTwKoIECBAgAABAgQIECBAgACB/gvIkAABAgQIECBAYP4FBvM/hRkIECBAgMDNCjhJgAABAgQIECBAgAABAgQI9F9AhgQIECBAgAABAgQIECBAgMA6CGSOvvYns61nZvPlX5mjsr7U55YiM9d6+U+ULTPLsd0zR/W2Z72ObiJAgAABAgQIECBAgAABAgT6LyBDAgQIECCw0Qtkts/UM0dlZk49wx9/bj8xMRFdLFu2LLqofbX+wCPvGfsesXuUu+N2my6LJ73rIbHj3lutdV29vkYdu5Y1ar1GZrl7Roz/R8rM8aY6AQIECBAgQODWCLiGAAECBAgQIECAAAECBAgQ6L+ADAkQmFeBYQyHw3mdweAECCy+QPMxLx/1si/+YqyAAAECBAgQIDC7gF4CBAgQIECAAAECBAgQIECg/wIyJECAAAECBAgQWACBwQLMYQoCBAgQIHAzAk4RIECAAAECBAgQIECAAAEC/ReQIQECBAgQIECAAAECBAgQILCuApmjF/JktvXMjMw2upf6dGVm25/Zll3/zLKuIzNr0UTmqN50rPfBjQQIECBAgAABAgQIECBAgED/BWRIgAABAgQIVIHM9tl65qjMzGnP8Ovz+S4mJiaixrJly6bKWq/xoD/ZI/Z/6j3iiWf/n9jy7neJ2jce9b7x6MasZeZozsy2XtfXRWZ2VSUBAgQIECBAYB0EXEqAAAECBAgQIECAAAECBAj0X0CGBAjMr0A2fzuc3zmMToDAYgs0f5LPiLKHjQABAgQIECCwNAWsigABAgQIECBAgAABAgQIEOi/gAwJECBAgAABAgQWQmCwEJOYgwABAgQI3KSAEwQIECBAgAABAgQIECBAgED/BWRIgAABAgQIECBAgAABAgQIrJdA5ujrfzIzMrMZJzObemZb1pf8zIzM9lxmW9YbM0f1rl3LOQmDECBAgAABAgQIECBAgAABAv0XkCEBAgQIECAwJZCZTT1zVGbm1PP77rn9xMREjMeyZctiZvzu0+8TW+1+12n94/fUejdeLTNH82SO6s2CJg+ZOVlTECBAgAABAgTWUcDlBAgQIECAAAECBAgQIECAQP8FZEiAwDwLDGM4HM7zHIYnQGDRBerHvETZF30pFkCAAAECBAgQmFVAJwECBAgQIECAAAECBAgQINB/ARkSIECAAAECBAgsiMBgQWYxCQECBAgQuAkB3QQIECBAgAABAgQIECBAgED/BWRIgAABAgQIECBAgAABAgQIrL9AZjYvC+pGyBy1M9t65k2X9b7M9nyt18ic3q59tzXcT4AAAQIECBAgQIAAAQIECPRfQIYECBAgQIDAdIHMbDoyR2VmNs/1MzMGg0FTr2WNiYmJ6GLZsmVxU1Gvqedq2UW9v0bmaPzMUT3Gtswca6kSIECAAAECBNZNwNUECBAgQIAAAQIECBAgQIBA/wVkSIDAfAtk83fC+Z7F+AQILLJAlvlLlL1U7AQIECBAgACBpSdgRQQIECBAgAABAgQIECBAgED/BWRIgAABAgQIECCwMAKDhZnGLAQIECBAYFYBnQQIECBAgAABAgQIECBAgED/BWRIgAABAgQIECBAgAABAgQIzIFA5vSvAsrM5svAMm+5HJ8+M8ebc1U3DgECBAgQIECAAAECBAgQINB/ARkSIECAAAECswhkts/dM0dlZk49wx8MBlFjYmJiqqz1LpYtWxaz1bu+eu9skTmaY3xZmTneVCdAgAABAgQIrKuA6wkQIECAAAECBAgQIECAAIH+C8iQAIF5FxjGcDic91lMQIDA4go0H/PyUS/74i7E7AQIECBAgACB2QX0EiBAgAABAgQIECBAgAABAv0XkCEBAgQIECBAgMACCQwWaB7TECBAgACBWQR0ESBAgAABAgQIECBAgAABAv0XkCEBAgQIECBAgAABAgQIECAwVwKZ2bwwaH3Gy1z/e295PlcQIECAAAECBAgQIECAAAEC/ReQIQECBAgQIHBTApnZnMoclZnZPNMfDAYxIdTfWwAAEABJREFUMyYmJmJmLFu2rOnrynpPd02t18hsx8wclc3Ek4fMnKwpCBAgQIAAAQLrK+A+AgQIECBAgAABAgQIECBAoP8CMiRAYP4FMurP/M9jBgIEFlOg+RN9Rvm8h40AAQIECBAgsAQFLIkAAQIECBAgQIAAAQIECBDov4AMCRAgQIAAAQIEFkpgsFATmYcAAQIECKwloIMAAQIECBAgQIAAAQIECBDov4AMCRAgQIAAAQIECBAgQIAAgTkXyMzIHMVsE2SOzmfmbJfMXZ+RCBAgQIAAAQIECBAgQIAAgf4LyJAAAQIECBC4WYHM9ll8Zk57hp85ag8Gg+hiYmIixqP213ZXdvXM0f2Zbb0uJDNrMRWZ09tTJ1QIECBAgAABAusi4FoCBAgQIECAAAECBAgQIECg/wIyJEBgAQSGUX8WYCJTECCwmALDMnmJspeKnQABAgQIECCwxAQshwABAgQIECBAgAABAgQIEOi/gAwJECBAgAABAgQWTGCwYDOZiAABAgQIzBDQJECAAAECBAgQIECAAAECBPovIEMCBAgQIECAAAECBAgQIEBg/gUyc62XCc3/rKMZ1AgQIECAAAECBAgQIECAAIH+C8iQAAECBAgQuGWBzJy6KDPXenY/GAxitpiYmIgaM89l5tT1me14UbbMLMd2z8xmnrblSIAAAQIECBC4bQLuJkCAAAECBAgQIECAAAECBPovIEMCBBZCwN/wFkLZHAQWXSDLCkqUvVTsBAgQIECAAIGlJWA1BAgQIECAAAECBAgQIECAQP8FZEiAAAECBAgQILBwAoOFm8pMBAgQIEBgmoAGAQIECBAgQIAAAQIECBAg0H8BGRIgQIAAAQIECBAgQIAAAQL9F5AhAQIECBAgQIAAAQIECBAg0H8BGRIgQIAAAQK3UiBz9NX+mW09MyNzFIPBoGnX8qYiM6Oey8yoW+b0cryv1gUBAgQIECBAYA4EDEGAAAECBAgQIECAAAECBAj0X0CGBAgsiMAwhsPhgsxkEgIEFk+g+ZiXj3rZF28RZiZAgAABAgQIzC6glwABAgQIECBAgAABAgQIEOi/gAwJECBAgAABAgQWUGCwgHOZigABAgQIjAmoEiBAgAABAgQIECBAgAABAv0XkCEBAgQIECBAgAABAgQIECDQfwEZEiBAgAABAgQIECBAgAABAv0XkCEBAgQIECCwLgKZOXV5Zkbm2jEYDNapP7Mdoxs4M7uqkgABAgQIECAwRwKGIUCAAAECBAgQIECAAAECBPovIEMCBBZGIJu/BS7MXGYhQGCxBJo/22dE2cNGgAABAgQIEFhaAlZDgAABAgQIECBAgAABAgQI9F9AhgQIECBAgAABAgspMFjIycxFgAABAgSmBFQIECBAgAABAgQIECBAgACB/gvIkAABAgQIECBAgAABAgQIEOi/gAwJECBAgAABAgQIECBAgACB/gvIkAABAgQIEFhngczpX/GfmZE5PQaDwbS+me06aWZ7T613kZldVUmAAAECBAgQmDsBIxEgQIAAAQIECBAgQIAAAQL9F5AhAQILJDCM4XC4QHOZhgCBRROoH/MSZV+0JZiYAAECBAgQIDCrgE4CBAgQIECAAAECBAgQIECg/wIyJECAAAECBAgQWFCBwYLOZjICBAgQIDApoCBAgAABAgQIECBAgAABAgT6LyBDAgQIECBAgAABAgQIECBAoP8CMiRAgAABAgQIECBAgAABAgT6LyBDAgQIECBAYP0EMjMyc9rNmdn0ZWbTn5nT2k1nOWS2/aU6bc/MaW0NAgQIECBAgMBcCRiHAAECBAgQIECAAAECBAgQ6L+ADAkQWCiBbP4GuFCzmYcAgUUSyDJvibKXip0AAQIECBAgsHQErIQAAQIECBAgQIAAAQIECBDov4AMCRAgQIAAAQIEFlZgsLDTmY0AAQIECDQCDgQIECBAgAABAgQIECBAgED/BWRIgAABAgQIECBAgAABAgQI9F9AhgQIECBAgAABAgQIECBAgED/BWRIgAABAgQI3EaBzNm/7j8zmxd/ZK5djk+ZOTo/3q9OgAABAgQIEJhDAUMRIECAAAECBAgQIECAAAEC/ReQIQECCyYwjOFwuGCzmYgAgcURaD7m5aNe9sVZgFkJECBAgAABArML6CVAgAABAgQIECBAgAABAgT6LyBDAgQIECBAgACBBRYYLPB8piNAgAABAhEBgQABAgQIECBAgAABAgQIEOi/gAwJECBAgAABAgQIECBAgACB/gvIkAABAgQIECBAgAABAgQIEOi/gAwJECBAgACBuRDIzMhs49aOl7lu19/acV1HgAABAgQIEFhbQA8BAgQIECBAgAABAgQIECDQfwEZEiCwcALl73yRCzedmQgQWBSB8if9qB91n/awESBAgAABAktKwGIIECBAgAABAgQIECBAgACB/gvIkAABAgQIECBAYKEFBgs9ofkIECBAgEAgIECAAAECBAgQIECAAAECBPovIEMCBAgQIECAAAECBAgQIECg/wIyJECAAAECBAgQIECAAAECBPovIEMCBAgQIEBgzgUyMzJvOeZ8YgMSIECAAAECBG5KQD8BAgQIECBAgAABAgQIECDQfwEZEiCwgALDqD8LOKGpCBBYDIFhmbRE2UvFToAAAQIECBBYIgKWQYAAAQIECBAgQIAAAQIECPRfQIYECBAgQIAAAQILLjBY8BlNSIAAAQIbvQAAAgQIECBAgAABAgQIECBAoP8CMiRAgAABAgQIECBAgAABAgT6LyBDAgQIECBAgAABAgQIECBAoP8CMiRAgAABAgQIECBAgAABAgT6LyBDAgQIECBAgAABAgQIECBAoP8CMiRAYCEFMjJzISc0FwECiyFQP+Ylyr4Ys5uTAAECBAgQIDCrgE4CBAgQIECAAAECBAgQIECg/wIyJECAAAECBAgQWHiBwcJPaUYCBAgQ2MgFpE+AAAECBAgQIECAAAECBAj0X0CGBAgQIECAAAECBAgQIECAQP8FZEiAAAECBAgQIECAAAECBAj0X0CGBAgQIECAAAECBAgQIECAQP8FZEiAAAECBAgQIECAAAECBAj0X0CGBAgsqMAwhsPhgs5oMgIEFl6g+ZiXj3rZF35yMxIgQIAAAQIEZhfQS4AAAQIECBAgQIAAAQIECPRfQIYECBAgQIAAAQKLIDBYhDlNSYAAAQIbtYDkCRAgQIAAAQIECBAgQIAAgf4LyJAAAQIECBAgQIAAAQIECBDov4AMCRAgQIAAAQIECBAgQIAAgf4LyJAAAQIECBAgQIAAAQIECBDov4AMCRAgQIAAAQIECBAgQIAAgf4LyJAAgYUVyMjMhZ3SbAQILLhA8zEvH/WyL/jcJiRAgAABAgQIzC6glwABAgQIECBAgAABAgQIEOi/gAwJECBAgAABAgQWQ2CwGJOakwABAgQ2YgGpEyBAgAABAgQIECBAgAABAv0XkCEBAgQIECBAgAABAgQIECDQfwEZEiBAgAABAgQIECBAgAABAv0XkCEBAgQIECBAgAABAgQIECDQfwEZEiBAgAABAgQIECBAgAABAv0XkCEBAgssMIzhcLjAc5qOAIEFF6gf8xJlX/CpTUiAAAECBAgQmFVAJwECBAgQIECAAAECBAgQINB/ARkSIECAAAECBAgsisBgUWY1KQECBAhstAISJ0CAAAECBAgQIECAAAECBPovIEMCBAgQIECAAAECBAgQIECg/wIyJECAAAECBAgQIECAAAECBPovIEMCBAgQIECAAAECBAgQIECg/wIyJECAAAECBAgQIECAAAECBPovIEMCBBZaICMzF3pS8xEgsNAC9WNeouwLPbP5CBAgQIAAAQKzCugkQIAAAQIECBAgQIAAAQIE+i8gQwIECBAgQIAAgcURGCzOtGYlQIAAgY1UQNoECBAgQIAAAQIECBAgQIBA/wVkSIAAAQIECBAgQIAAAQIECPRfQIYECBAgQIAAAQIECBAgQIBA/wVkSIAAAQIECBAgQIAAAQIECPRfQIYECBAgQIAAAQIECBAgQIBA/wVkSIDAggsMYzgcLvisJiRAYGEFmo95+aiXfWEnNhsBAgQIECBAYHYBvQQIECBAgAABAgQIECBAgED/BWRIgAABAgQIECCwSAKDRZrXtAQIECCwUQpImgABAgQIECBAgAABAgQIEOi/gAwJECBAgAABAgQIECBAgACB/gvIkAABAgQIECBAgAABAgQIEOi/gAwJECBAgAABAgQIECBAgACB/gvIkAABAgQIECBAgAABAgQIEOi/gAwJEFh4gWx+Fn5eMxIgsJACmWW2EmUvFTsBAgQIECBAYLEFzE+AAAECBAgQIECAAAECBAj0X0CGBAgQIECAAAECiyUwWKyJzUuAAAECG6GAlAkQIECAAAECBAgQIECAAIH+C8iQAAECBAgQIECAAAECBAgQ6L+ADAkQIECAAAECBAgQIECAAIH+C8iQAAECBAgQIECAAAECBAgQ6L+ADAkQIECAAAECBAgQIECAAIH+C8iQAIFFEBhG/VmEiU1JgMBCCgzLZCXKXip2AgQIECBAgMAiC5ieAAECBAgQIECAAAECBAgQ6L+ADAkQIECAAAECBBZNYLBoM5uYAAECBDY6AQkTIECAAAECBAgQIECAAAEC/ReQIQECBAgQIECAAAECBAgQINB/ARkSIECAAAECBAgQIECAAAEC/ReQIQECBAgQIECAAAECBAgQINB/ARkSIECAAAECBAgQIECAAAEC/ReQIQEC8yeQmTcxeEZm3sQ53QQI9EagfsxLlL03KUmEAAECBAgQ2HAFrJwAAQIECBAgQIAAAQIECBDov4AMCRAgQIAAAQIEFk9gsHhTm5kAAQIENjIB6RIgQIAAAQIECBAgQIAAAQL9F5AhAQIECBAgQIAAAQIECBAg0H8BGRIgQIAAAQIECBAgQIAAAQL9F5AhAQIECBAgQIAAAQIECBAg0H8BGRIgQIAAAQIECBAgQIAAAQL9F5AhAQJzLJCZkZm3MOowhsPhLVzjNAECG7pA8zEvH/WyT0sl85Z+R0y7XIMAAQIECBAgMBcCxiBAgAABAgQIECBAgAABAgT6LyBDAgQIECBAgACBRRQYLOLcpiZAgACBjUpAsgQIECBAgAABAgQIECBAgED/BWRIgAABAgQIECBAgAABAgQI9F9AhgQIECBAgAABAgQIECBAgED/BWRIgAABAgQIECBAgAABAgQI9F9AhgQIECBAgAABAgQIECBAgED/BWRIgMB8C2RmZOaMaXKWvhmXaBIgsMELNB/9jCh73NyWeUtX3NzdzhEgQIAAAQIEbo2AawgQIECAAAECBAgQIECAAIH+C8iQAAECBAgQIEBgMQUGizm5uQkQIEBgIxKQKgECBAgQIECAAAECBAgQINB/ARkSIECAAAECBAgQIECAAAEC/ReQIQECBAgQIECAAAECBNL6SikAABAASURBVAgQINB/ARkSIECAAAECBAgQIECAAAEC/ReQIQECBAgQIECAAAECBAgQINB/ARkSILBIAsMYDoeLNLdpCRBYMIH6MS9R9rWmzMzIbKM7mZldVUmAAAECBAgQmFsBoxEgQIAAAQIECBAgQIAAAQL9F5AhAQIECBAgQIDAogoMFnV2kxMgQIDARiMgUQIECBAgQIAAAQIECBAgQKD/AjIkQIAAAQIECBAgQIAAAQIE+i8gQwIECBAgQIAAAQIECBAgQKD/AjIkQIAAAQIECBAgQIAAAQIE+i8gQwIECBAgQIAAAQIECBAgQKD/AjIkQGD+BDIzMrOZILMtm0ZzyObc57/+m/jg3/13nDMVv4pVfzeK1aW++tO/jC7OLfVzP/2LqHFeKdv4rzj/06O44FP/FRd86j+buLCUbfw8LvzUz+NDk3FRKS/65M+iiw+X+oc/+R9R4yOlbOPf46OfHMXHPvHv8bFPXN/Ex0vZxk/j45/4aVw8Fp/4xE+iiYt/Ep9s4rpSXhefuriLa+PTF0+Pv7v4x/F3H2/j70vZxo/iMx8fxSUf/2E08bEfxj808YNStvHZj/0g2rgmPvexUfzjx9bEP360jc+Xso2r4wsfHY/vx6UfLfGRNr74kX+LLr5U6m18L778kVFcVuqXffi7UeOfStnGd+IrHx6Pb8dXPzyKr130r9HF5aXexr/EFReN4spSv/Kib0UTH/pWfL2Jb5bym3HVh7r4Rvzzh0bxjQu/Ed+48J+b+GYp27gqvnnhVfGtsfiXC78eTVzw9fjXJq4s5ZXx7Qu6uCK+c8FYnH9FfPf8y6fie6X+vfO/FjX+rZRdfP/8r0YT5301rm7iK6VsY815X4k15/1TXDMjfnDeZfGDc9v4YSnb+HL86Nzx+FL8+Nw2ri3ltau/GF1cV+rXrb40avyklF38dPUX4qer2ri+lG18Pv591Xj8Y/zHqlH87JzPRRc/L/U2Phv/ec4o/uucf4j/+uAoflHqv/jgJVHjl6Vs4zPxqw+O4r8/8PdRI7J84EuUvVTaPTMjM9uGIwECBAgQIEBggQRMQ4AAAQIECBAgQIAAAQIECPRfQIYECBAgQIAAAQKLKzBY3OnNToAAAQIbiYA0CRAgQIAAAQIECBAgQIAAgf4LyJAAAQIECBAgQIAAAQIECBDov4AMCRAgQIAAAQIECBAgQIAAgf4LyJAAAQIECBAgQIAAAQIECBDov4AMCRAgQIAAAQIECBAgQIAAgf4LyJAAgTkWyMy1Rsxcuy9iGMPhMJ78qp+X+FkThx7/H3FYE/8eK4//9zj8ldeX+Gk8pZRHvPKnccQrfxJPrXHcT+JPShx53HWlvDb+9BVtPO0VP46nv+JHTTyjlH/2ih9GE8f+II469oclanlNPOvla5p49rFr4ugSz3n51fGcl38//rzEX9R42b/FX07F9+K5L/1uPK/Gy74Tx7zsu/H8l36nxLfjBS/913jhS78dL3rJv07Gv8RLXvKtePGLvxUvKfHSF38zaryslC9/8Tfi5S/65zi2xCu6eOFV8coXfr3ElXF8KY9/4ZXxqiauiFe/8PJ4zQvaOOEFX4vX1nj+1+LE5381XveCr7Tx/K/E60uc9Px/ipOef1mcfMyX45RjLivx5Ti11N/wvC9FjdOO+WKcXuK0510aZ0zFF+KNz/18vKnEmZPx5uf+Y7zluZ9r4qxSnvWXn42zm/iHeOtf/kP81V9cEm8t8ba/+EzUeHsp3/EXfx/v+PO/i3eWeFcXz/l0/M1zPjUV7z76k/G3NZ7zyXjPcz4R7z26xsXxvqM/Hu8/+uJ4/7M/Hh949sdKfDQ++OwSz/ponFNi1bM/Eque/eFY/ayPxLnP+nCJi+K8Z10U5x9V40OlvDAuPOrCuOCoC5ryQ6X80FHnx0XPPD8+XOIjzzwvanz0z86Nj/3Z6hLnxsdL+fE/WxUX13jGqvjEM85p4pPP+GB86ultfPrpH4i/K/H3T39/1PjM098Xl5T4zNPeG5eU+Icm3hOf/dO/jc9Nxj+W8vN/+u74/J/+TXyhxKU1/uSv44t/8q4SbfmlI98ZXy5x2ZHviMtK+U+l/MqRb4+vHPm2+GqNp74tvtbEW+OKp/5VXHFEG1cecXbU+HoprzrirPjnI97SxDee8pb4ZolvPOXN8a2nnBnfOvxNJc6Mf3nKm+Jfaxz+xvj24WfEd1a28d2Vp8f3SvzbYafHvx12Wok3xNWHvSG+X6KWaw47NdYcdkpcc+jJ8YNDTylxcvyw1H/05JOiiUNfH9fWePLr4rrJ+MmTT4yfPOm18dMS10/Gvx9yQvzHIa+J/3jSa+JnJf7n0m/Uj3v5xK/1qyEys4nuTGZ21Wn9U50qBAgQIECAAIH1F3AnAQIECBAgQIAAAQIECBAg0H8BGRIgQIAAAQIECCyywGCR5zc9AQIECGwUApIkQIAAAQIECBAgQIAAAQIE+i8gQwIECBAgQIAAAQIECBAgQKD/AjIkQIAAAQIECBAgQIAAAQIE+i8gQwIECBAgQIAAAQIECBAgQKD/AjIkQIAAAQIECBAgQIAAAQIE+i8gQwIE5lIgM5vhMjMyc1p9MJj59c4Z9adelOUwirZWj6W77KVW9ijjZWRpR5RqOTR7ZP0pHWWPutV26YpoOjLq1lVrK6P8lI6y11OlVYqs0RxKpez1ZGmWvZzPyKwRkRFN1EPmVKt0lnq7R5STmRlln4ooW+mJtiPKliWiadZDRkbdMjPKHlkaWY+lUfamVQ5Ru6LpyIjIyKxRazWyHLL0RdlKWY6R5VCuibYSmaWj3SPrT2mXPaLWo2xZoznUStdbytIsx5wWtS+anqiD1IiMurXVLK3JKB1lr6eavnKIzCztGpNFaWdk08jMKHtk24payWxbUbemmqU7Sysjs0ZERpTIKM0SGRE1IpqidkbdMjIzou5NZLTNLH3Z1KPbslTqyaiViFrNzMiIEuVY66WIsjVFPZS+KGejbG01m1Y9ZpZjxmQ7oq2UjqZSmpPVWpRWZGaJWmsjspSlrxyj2Uq7lm2R5XSNmCqjbE1PuafspTW5ZylLR5YrSy0ySy0jyl6iHCfb0W2lK2pf1EpEZinbPbL+lHbZI2o9ypY1mkOpRGSWertHt2Vm2z/ZkZmTtelF5uz906/SIkCAAAECBAjcGgHXECBAgAABAgQIECBAgAABAv0XkCEBAgQIECBAgMBiC8z8P8QWez3mJ0CAAIE+CsiJAAECBAgQIECAAAECBAgQ6L+ADAkQIECAAAECBAgQIECAAIH+C8iQAAECBAgQIECAAAECBAgQ6L+ADAkQIECAAAECBAgQIECAAIH+C8iQAAECBAgQIECAAAECBAgQ6L+ADAkQmFeBzIzMUUyfbBj1p/YN66FELdu+9li6xvb2bO2ota6sV7ZRe6KMWcp6wbA5lEbZJ6u1qFcMy7mylxO1VYp6oumoldouZbvXRtTr68ClqxbNTU1f2yrtcqbs5eKyl9XUsUq77N0VpZzeKhe2e722rTXz1GZ7ZTmWRtnL2VIvxzJIO1etl0azhnKq7LXVnOuur32ls+lrLq+NerKcKHvT1TSbRllz7an12lnr9fomyhBNuy3rlW20nbXe1dor2lY91uFqX72mrddWOVMazdonx2+K2ldO1Suac5PtUtSuxqap1GtqZ41aLzfPvL6m0PSVc5OXTN3aVJoLmlp7uoxV11h7SrXpGx1qT41ythYlyl5Ol2MZp+ylXs7VY+kqCy21WpksSrXsTaOuqV5f2zWa5dWOptJcMjlQqZe+2a6vfVMXNYPUa2vUDNqOUa1eWftqT71mPGpfPdddU8sapa/uJaaurvWxdTZrKH1lr6tsUm5ON61yV3OiOZRG2evJ0ix7abR7ZsZgMJj6/RBly8xybPfMUb3tcSRAgAABAgQI3EYBtxMgQIAAAQIECBAgQIAAAQL9F5AhAQIECBAgQIDAogsMFn0FFkCAAAECvReQIAECBAgQIECAAAECBAgQINB/ARkSIECAAAECBAgQIECAAAEC/ReQIQECBAgQIECAAAECBAgQINB/ARkSIECAAAECBAgQIECAAAEC/ReQIQECBAgQIECAAAECBAgQINB/ARkSIDB3Apk5bbDMjMxRDAYzv965PRcZZS+HiCiXl8hofyJKJWpfNFtG06hFlENEc8xybCPKVmtNEZnZVsqxNCJKs+wRpZKZkVkiakSUIjIzImpERK2XatkjIiMzS5HR/jTVyMyIqBERtT5ZLY3SLI3Sl1F/Sk/WKIemXcp6rhRRt1Iv3RGlzMxaTEatt1FORkbZ6qFcU2plz8jMiHYvRUbmZEQpo2xZox5KWfqinI/SLHvtiKZZDhn1p3RlRGY5RN1KWeu1qM0STbMcMupP7YjIzKhbRkbUeilicmurGe1PlLKNWsnMiFqJsk1WaxGlL7PU2r20Sk+t177SKtXJjpjcMjIzot1rEU2zHiLLT0SUetmj3TJqO2oR7VbPZWbpqlH6aj1L2eylUtrlZGTWepQyoh4ysxZRjiUimkPpm6yUIks0e0Q5mZlR9ijHEhH1kJkRtVKj1msz6paRWSOiHEuUMmuUQ2lliSjnI2Nyy8jMKIfI5qepRmZGRDY/UesZk1tG/YnmmFG3eszazojMcogsPxHNYbJdG5lZi7a7HJtmPdR6lK2enmxH6Ytar30x2jKzdGfU3wuZbT2zLWOWLTNn6dVFgAABAgQIELj1Aq4kQIAAAQIECBAgQIAAAQIE+i8gQwIECBAgQIAAgcUXmPl/iC3+iqyAAAECBPomIB8CBAgQIECAAAECBAgQIECg/wIyJECAAAECBAgQIECAAAECBPovIEMCBAgQIECAAAECBAgQIECg/wIyJECAAAECBAgQIECAAAECBPovIEMCBAgQIECAAAECBAgQIECg/wIyJEBgHgQyMzKnx2AwaPruvmIYNXbd5saosfNWN0QTW5eyxI5b/jaa2KqU5dyOW94QO5TYsdZr1PqWN8YOpb7DVqXcusYNsX2p19ihjLF96av17WpfrW89nDw/jO1KfTy2Le0a220dUcs2unrEitK/dmRss3WNcn6bjBUl2nbGNrVeozmfsXWpb73NILbeejJKfasSta+WW20zEVuV9laT5ZalvmWprxUrJmKLFctiy23aqPUtJvtq/W4rlsfdyvnpUfumx+blus1X3C4237ZEqd+11O9ay9K+a4l6rukr9dpu6is2ibtsOxm1XuLOpV3jLituH3cu7btsW8rJvjs39dq+fdxpu8kofXfa9g7xO9vVuH009dLXtu9Q+jctUcs2NivXbbbdptHFHUu9Rm3XchR3jPH6ptvfMZrYrpQ1SvsO228Wm5b6HbbbLGr9DrWv1mts/ztx+3J+erR9mzTnav13otY32f5Ok2Vtt/Xblb4mdviduN0Od1orlpe+5TvcObpYVurjsXyHu8R4u63fJSZ2nIwH/X+EAAAQAElEQVRyfmKHu8agtAc7lrLWa1+t176mXfqb9l0jS7uJ0s4dN4+YjK5eyxqx493aczuVa0oMy3XD0jfc6W5R48ZS1mjrW5S+Nm7caYuo/W25RdxQ2jPjtzttWfpL7LxV3LDLZJT6jbtsEzfuuk0M776iifo7oUbm6HdF9+soM7uqkgABAgQIECAwVwLGIUCAAAECBAgQIECAAAECBPovIEMCBAgQIECAAIElIDBYAmuwBAIECBDotYDkCBAgQIAAAQIECBAgQIAAgf4LyJAAAQIECBAgQIAAAQIECBDov4AMCRAgQIAAAQIECBAgQIAAgf4LyJAAAQIECBAgQIAAAQIECBDov4AMCRAgQIAAAQIECBAgQIAAgf4LyJAAgbkSyMxmqMxRmZmRmTEYDJrY/E6D+MdTh3HJ638Tn3nd/8SnTvhVfLLEx1/9y/jI8f8VF72yxPG/iA+VuOCVv4jzS5xX4twSq1/5y1hV4pzjfxUfbOK/4wPH/3e8//hfx/uO/59436v+J977qt/Ee1712/jbGq++Id5d4m9efWP8dYl3vWYY72wi4h2viXj7azLeVuOEQbz1hIn4qxJnn7Aszn7t8jirxFtee7t4c40TN4kzS7zpxNvHG0uc8bo7xOlNbBqnve6O8YYSp75uszj19ZvFKa//nTj59XeKk0q8/qQ7x+uauEuceNJd4rUn3zVOaGLzeM3Jm8erT75bvOrkLeJVp2wRx5+yZbyyxHGnbBXHnbp1vKLEsaduEy8v8bI3rIiXNrFtvOQN28aLT9suXtTE9vHC03aIF5R4/mk7xvNP3zGOOX2neN7pO8dzS/zlGbvEXzSxa/z5GbvGc9549zi6id3i2W/cLZ71xt3jqDfdo4lnvume8WclnvGme8XTz9wjntbEveNPz7x3/Mmb7xNHNnHfeOqb7xtHvOV/xVOauF8c/pY9Y+VZe8ZhZ90/Di3x5LMeEE8+a694UolDzt47ntjEPvHHZ+8T/++v9o0/amK/eMJf7R+Pf+v+8bi3PrCJg9/6v+OgEge+9UHxh2/73fiDJh4cv/+2B8fvvf3/xGObeEg85u0PiUe/46HxqHc8rIlHvuP/xgHv/L/xiHc+PB7+zkfE/23igHjYOw+Ih77rkfGQJh4V/+ddj4oH//Wj43ebeEw86K8fG//7bx4bD/yb34v9m/j92O9v/iD2LbHPu/8w9m7iwNjr3QfGA/72oLh/EwfHnn97cNzvPY+L//Wex8d9S9znPU+I+7z3CXHv9/5R7PHe/xf3auKP457v/eO4x/ueGLs3cUjs9r5D4u7vf1Ls2sSTY5f3Hxo7f+DQ2OkDh8WOJXb4wMrY4YOHx/YltvvgU2LbJo6IFR88IrY556mxdRNHxlbnHBlbrvqT2GLVn8bdSmy+6mmx+eqnxV1XPz3usvoZceca5/5Z3KnE75z7zNisiaPijuceFZue96y4Q4nbn/fs2OS8o2OT84+O253/nFh+/p/HshoX/EVMlBhc8JeRTTw34oLnxvDC58WNJW648Jj4bY0PPT9+86EXxP+U+PWHXhi/vuhF8d8lfnXRi+NXH35J/OojL41f1vjoy+MXJX75sVfELz9+XPzqk6+KX33q1fHrvz8x/uczr4sbP3dK5MpHNL8X6u+HzGx+V2S2ZdgIECBAgAABAnMuYEACBAgQIECAAAECBAgQIECg/wIyJECAAAECBAgQWAoCg6WwCGsgQIAAgR4LSI0AAQIECBAgQIAAAQIECBDov4AMCRAgQIAAAQIECBAgQIAAgf4LyJAAAQIECBAgQIAAAQIECBDov4AMCRAgQIAAAQIECBAgQIAAgf4LyJAAAQIECBAgQIAAAQIECBDov4AMCRCYF4HMbMbNzMhsYzAYRBcTExNRY9myZdHF8uXLm/psZe0Ty4MBg6X8b2DmZ7lrj5f1c1+j+11Qy8xsfjdktr8romyZo3pp2gkQIECAAAECt13ACAQIECBAgAABAgQIECBAgED/BWRIgAABAgQIECCwJAQGS2IVFkGAAAECvRWQGAECBAgQIECAAAECBAgQINB/ARkSIECAAAECBAgQIECAAAEC/ReQIQECBAgQIECAAAECBAgQINB/ARkSIECAAAECBAgQIECAAAEC/ReQIQECBAgQIECAAAECBAgQINB/ARkSIHDbBTJz1kEyMzIzBoPBtJiYmIguli1bFuOxfPnypj1e1rpYHgwYbCj/BupneuZaa9941N8B478bMtvfF1G2zCzHds8c1dseRwIECBAgQIDA+gm4iwABAgQIECBAgAABAgQIEOi/gAwJECBAgAABAgSWhsBgaSzDKggQIECgpwLSIkCAAAECBAgQIECAAAECBPovIEMCBAgQIECAAAECBAgQIECg/wIyJECAAAECBAgQIECAAAECBPovIEMCBAgQIECAAAECBAgQIECg/wIyJECAAAECBAgQIECAAAECBPovIEMCBOZBIDMjs406fGZbHwwGMTExEV25bNmypl3LLpYvXx41aruWM6P2i2XBgMFS+Tcw8zM63p5tjfV3wHjU3wc1MtvfE5lZf22sFZmz9691oQ4CBAgQIECAwOwCegkQIECAAAECBAgQIECAAIH+C8iQAAECBAgQIEBgiQgMlsg6LIMAAQIEeikgKQIECBAgQIAAAQIECBAgQKD/AjIkQIAAAQIECBAgQIAAAQIE+i8gQwIECBAgQIAAAQIECBAgQKD/AjIkQIAAAQIECBAgQIAAAQIE+i8gQwIECBAgQIAAAQIECBAgQKD/AjIkQGCuBTJz2pCZGZkZg8FgqpyYmIiZsWzZsli+fHnUskatd1HbXXR9yuWNFwcOi/1voPts1nJ8LV27ll2Mf+7r74QuMke/IzLb3xmZbRk2AgQIECBAgMCcCBiEAAECBAgQIECAAAECBAgQ6L+ADAkQIECAAAECBJaKwGCpLMQ6CBAgQKCHAlIiQIAAAQIECBAgQIAAAQIE+i8gQwIECBAgQIAAAQIECBAgQKD/AjIkQIAAAQIECBAgQIAAAQIE+i8gQwIECBAgQIAAAQIECBAgQKD/AjIkQIAAAQIECBAgQIAAAQIE+i8gQwIE5kwgM6eNlZmROT0Gg0F0MTExETWWLVsWXXTt5cuXT/XVc7UtlgcDBkv930D9vN5U1M/3zOh+H9Qyc/rvi/FfKJk53lQnQIAAAQIECKy7gDsIECBAgAABAgQIECBAgACB/gvIkAABAgQIECBAYMkIDJbMSiyEAAECBHonICECBAgQIECAAAECBAgQIECg/wIyJECAAAECBAgQIECAAAECBPovIEMCBAgQIECAAAECBAgQIECg/wIyJECAAAECBAgQIECAAAECBPovIEMCBAgQIECAAAECBAgQIECg/wIyJEBgbgUysxkwc1RmZmSOYjAYxMTExC3GsmXLQjDwb2DD/jdwU5/1+nugi8zR74fMbH6H1EPmqF7bggABAgQIECBwWwTcS4AAAQIECBAgQIAAAQIECPRfQIYECBAgQIAAAQJLR2CwdJZiJQQIECDQMwHpECBAgAABAgQIECBAgAABAv0XkCEBAgQIECBAgAABAgQIECDQfwEZEiBAgAABAgQIECBAgAABAv0XkCEBAgQIECBAgAABAgQIECDQfwEZEiBAgAABAgQIECBAgAABAv0XkCEBAvMgkJnNqJmjMjMjM2MwGDRlZluv7RoTExMhGPg3sPH8G6if+y4y298PmRl1y8zm90StCwIECBAgQIDAHAkYhgABAgQIECBAgAABAgQIEOi/gAwJECBAgAABAgSWkMBgCa3FUggQIECgVwKSIUCAAAECBAgQIECAAAECBPovIEMCBAgQIECAAAECBAgQIECg/wIyJECAAAECBAgQIECAAAECBPovIEMCBAgQIECAAAECBAgQIECg/wIyJECAAAECBAgQIECAAAECBPovIEMCBOZbIDObKTIzMkcxGAyadi3HY2JiIsZj/Jz6IBgw2FD+DYx/jmu9rrsrM7P5t5w5+p2QOarHjC0zZ/RoEiBAgAABAgTWVcD1BAgQIECAAAECBAgQIECAQP8FZEiAAAECBAgQILCUBAZLaTHWQoAAAQI9EpAKAQIECBAgQIAAAQIECBAg0H8BGRIgQIAAAQIECBAgQIAAAQL9F5AhAQIECBAgQIAAAQIECBAg0H8BGRIgQIAAAQIECBAgQIAAAQL9F5AhAQIECBAgQIAAAQIECBAg0H8BGRIgsCACmdnMk5mRuXYMBoOmv5YzY2JiIgQD/wY2vH8DMz/LtZ2ZUcsamWv/LoiyZbb9pdrsmdmUDgQIECBAgACB2yTgZgIECBAgQIAAAQIECBAgQKD/AjIkQIAAAQIECBBYUgKDJbUaiyFAgACB3ghIhAABAgQIECBAgAABAgQIEOi/gAwJECBAgAABAgQIECBAgACB/gvIkAABAgQIECBAgAABAgQIEOi/gAwJECBAgAABAgQIECBAgACB/gvIkAABAgQIECBAgAABAgQIEOi/gAwJEJg/gcycNnhmRmY2fZnZ1DNH5WAwWKsvc3Q+Uz2TQSaDzA3X4OY+5/WXQ2bWYioyp7enTqgQIECAAAECBNZRwOUECBAgQIAAAQIECBAgQIBA/wVkSIAAAQIECBAgsLQEBktrOVZDgAABAj0RkAYBAgQIECBAgAABAgQIECDQfwEZEiBAgAABAgQIECBAgAABAv0XkCEBAgQIECBAgAABAgQIECDQfwEZEiBAgAABAgQIECBAgAABAv0XkCEBAgQIECBAgAABAgQIECDQfwEZEiAwzwKZGZltdFNljtqZbT1Tmckgk0Hmxm3Q/Z6oZWbWQhAgQIAAAQIE5kLAGAQIECBAgAABAgQIECBAgED/BWRIgAABAgQIECCwxAQGS2w9lkOAAAECvRCQBAECBAgQIECAAAECBAgQINB/ARkSIECAAAECBAgQIECAAAEC/ReQIQECBAgQIECAAAECBAgQINB/ARkSIECAAAECBAgQIECAAAEC/ReQIQECBAgQIECAAAECBAgQINB/ARkSILCQApk5bbrMjMxR1JOZo3ameiaDTAaZ/TGY7XNe+2ZGZs7s0iZAgAABAgQI3AYBtxIgQIAAAQIECBAgQIAAAQL9F5AhAQIECBAgQIDAUhMYLLUFWQ8BAgQI9EBACgQIECBAgAABAgQIECBAgED/BWRIgAABAgQIECBAgAABAgQI9F9AhgQIECBAgAABAgQIECBAgED/BWRIgAABAgQIECBAgAABAgQI9F9AhgQIECBAgAABAgQIECBAgED/BWRIgMCCC2RmZOas82Zmcy5Tmckgk0FmPw1m+wWQOT3X2a7RR4AAAQIECBBYbwE3EiBAgAABAgQIECBAgAABAv0XkCEBAgQIECBAgMCSExgsuRVZEAECBAhs8AISIECAAAECBAgQIECAAAECBPovIEMCBAgQIECAAAECBAgQbbadigAAAn1JREFUIECg/wIyJECAAAECBAgQIECAAAECBPovIEMCBAgQIECAAAECBAgQIECg/wIyJECAAAECBAgQIECAAAECBPovIEMCBBZPIDMjcxSLtxIzEyCwWAKZfgcslr15CRAgQIDAxiYgXwIECBAgQIAAAQIECBAgQKD/AjIkQIAAAQIECBBYegKDpbckKyJAgACBDVzA8gkQIECAAAECBAgQIECAAIH+C8iQAAECBAgQIECAAAECBAgQ6L+ADAkQIECAAAECBAgQIECAAIH+C8iQAAECBAgQIECAAAECBAgQ6L+ADAkQIECAAAECBAgQIECAAIH+C8iQAIElJJCZkSkyGWQyyNw4DJbQryBLIUCAAAECBPotIDsCBAgQIECAAAECBAgQIECg/wIyJECAAAECBAgQWIICgyW4JksiQIAAgQ1awOIJECBAgAABAgQIECBAgACB/gvIkAABAgQIECBAgAABAgQIEOi/gAwJECBAgAABAgQIECBAgACB/gvIkAABAgQIECBAgAABAgQIEOi/gAwJECBAgAABAgQIECBAgACB/gvIkAABAgQIECBAgAABAgQIEOi/gAwJECBAgAABAgQIECBAgACB/gvIkAABAgQIECBAYCkKDJbioqyJAAECBDZgAUsnQIAAAQIECBAgQIAAAQIE+i8gQwIECBAgQIAAAQIECBAgQKD/AjIkQIAAAQIECBAgQIAAAQIE+i8gQwIECBAgQIAAAQIECBAgQKD/AjIkQIAAAQIECBAgQIAAAQIE+i8gQwIECBAgQIAAAQIECBAgQKD/AjIkQIAAAQIECBAgQIAAAQIE+i8gQwIECBAgQIAAgSUp8P8BAAD///F570QAAAAGSURBVAMAeZO6xjMto2YAAAAASUVORK5CYII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CDIAGRAM" val="mcDiagram:16497bc9-6c30-4edf-9d94-0ffd7d636e6c:53f95f8e-633e-4dd0-b67f-e37d65728e40:0:1:2"/>
  <p:tag name="MC:BASE64" val="iVBORw0KGgoAAAANSUhEUgAAIAAAAAQuCAYAAAB0/rOQAAAQAElEQVR4AezdebwlZXkn8KcOIO77vuG+oyIisu9gMjFxEnXyyWY2E+OWyUhPJoomJo5mZ3Mmic4kk5ksKiouMaLs7mwibiiKNt2A0Gyyg3ZVzfvU7TqevoB00/fevvft77n11PtUnaq36vetOv/AHz3pfQgQIECAAAECBAgQIECAAIHaBeQjQIAAAQIECBAgQIAAAQIE6heQkAABAgQIECBAgAABAgQIEKhfQEICBAgQIECAAAECBAgQIECgfgEJCRAgQIAAAQIECBAgQIAAgfoFJCRAgAABAgQIECBAgAABAgTqF5CQAAECBAgQIECAAAECBAgQqF9AQgIECBAgQIAAAQIECBAgQKB+gX4SPgQIECBAgAABAgQIECBAgEDlAuIRIECAAAECBAgQIECAAAEC9QtISIAAAQIECBAgQIAAAQIECNQvICEBAgQIECBAgAABAgQIECBQv4CEBAgQIECAAAECBAgQIECAQP0CEhIgQIAAAQIECBAgQIAAAQL1C0hIgAABAgQIECBAgAABAgQI1C8gIQECBAgQIECAAAECBAgQIFC/QMRkWwgpIwECBAgQIECAAAECBAgQ2KYFhCdAgAABAgQIECBAgAABAgTqF5CQAAECBAgQIECAAAECBAgQqF9AQgIECBAgQIAAAQIECBAgQKB+AQkJECBAgAABAgQIECBAgACB+gUkJECAAAECBAgQIECAAAECBOoXkJAAAQIECBAgQIAAAQIECBCoX0BCAgQIECBAgAABAgQIECBAoH6BknBSykKAAAECBAgQIECAAAECBAhULCAaAQIECBAgQIAAAQIECBAgUL+AhAQIECBAgAABAgQIECBAgED9AhISIECAAAECBAgQIECAAAEC9QtISIAAAQIECBAgQIAAAQIECNQvICEBAgQIECBAgAABAgQIECBQv4CEBAgQIECAAAECBAgQIECAQP0CEhIgQIAAAQIECBAgQIAAAQL1C2TCSa4UAQIECBAgQIAAAQIECBAgUK2AYAQIECBAgAABAgQIECBAgED9AhISIECAAAECBAgQIECAAAEC9QtISIAAAQIECBAgQIAAAQIECNQvICEBAgQIECBAgAABAgQIECBQv4CEBAgQIECAAAECBAgQIECAQP0CEhIgQIAAAQIECBAgQIAAAQL1C0hIgAABAgQIECBAgAABAgQI1C8wJJwMaysCBAgQIECAAAECBAgQIECgUgGxCBAgQIAAAQIECBAgQIAAgfoFJCRAgAABAgQIECBAgAABAgTqF5CQAAECBAgQIECAAAECBAgQqF9AQgIECBAgQIAAAQIECBAgQKB+AQkJECBAgAABAgQIECBAgACB+gUkJECAAAECBAgQIECAAAECBOoXkJAAAQIECBAgQIAAAQIECBCoX2Au4WRusCZAgAABAgQIECBAgAABAgSqFBCKAAECBAgQIECAAAECBAgQqF9AQgIECBAgQIAAAQIECBAgQKB+AQkJECBAgAABAgQIECBAgACB+gUkJECAAAECBAgQIECAAAECBOoXkJAAAQIECBAgQIAAAQIECBCoX0BCAgQIECBAgAABAgQIECBAoH4BCQkQIECAAAECBAgQIECAAIH6BTYknGwYDQQIECBAgAABAgQIECBAgECFAiIRIECAAAECBAgQIECAAAEC9QtISIAAAQIECBAgQIAAAQIECNQvICEBAgQIECBAgAABAgQIECBQv4CEBAgQIECAAAECBAgQIECAQP0CEhIgQIAAAQIECBAgQIAAAQL1C0hIgAABAgQIECBAgAABAgQI1C8gIQECBAgQIECAAAECBAgQIFC/wJhwMjZGAgQIECBAgAABAgQIECBAoDoBgQgQIECAAAECBAgQIECAAIH6BSQkQIAAAQIECBAgQIAAAQIE6heQkAABAgQIECBAgAABAgQIEKhfQEICBAgQIECAAAECBAgQIECgfgEJCRAgQIAAAQIECBAgQIAAgfoFJCRAgAABAgQIECBAgAABAgTqF5CQAAECBAgQIECAAAECBAgQqF9gmnAy7TQECBAgQIAAAQIECBAgQIBAZQLiECBAgAABAgQIECBAgAABAvULSEiAAAECBAgQIECAAAECBAjULyAhAQIECBAgQIAAAQIECBAgUL+AhAQIECBAgAABAgQIECBAgED9AhISIECAAAECBAgQIECAAAEC9QtISIAAAQIECBAgQIAAAQIECNQvICEBAgQIECBAgAABAgQIECBQv8CPEk5+1OoIECBAgAABAgQIECBAgACBqgSEIUCAAAECBAgQIECAAAECBOoXkJAAAQIECBAgQIAAAQIECBCoX0BCAgQIECBAgAABAgQIECBAoH4BCQkQIECAAAECBAgQIECAAIH6BSQkQIAAAQIECBAgQIAAAQIE6heQkAABAgQIECBAgAABAgQIEKhfQEICBAgQIECAAAECBAgQIECgfoGZhJOZXkuAAAECBAgQIECAAAECBAhUJCAKAQIECBAgQIAAAQIECBAgUL+AhAQIECBAgAABAgQIECBAgED9AhISIECAAAECBAgQIECAAAEC9QtISIAAAQIECBAgQIAAAQIECNQvICEBAgQIECBAgAABAgQIECBQv4CEBAgQIECAAAECBAgQIECAQP0CEhIgQIAAAQIECBAgQIAAAQL1C8wmnMxu6AkQIECAAAECBAgQIECAAIFqBAQhQIAAAQIECFQp0Pd9jFVlQKEIECBAgMDmCTiaAAECBAgQIECAAAECBAgQqF9AQgIECBAgQIAAAQIECBAgQKB+AQkJECBAgAABAgQIECBAgACB+gUkJECAAAECBAgQIECAAAECBOoXkJAAAQIECBAgQIAAAQIECBCoX0BCAgQIECBAgAABAgQIECBAoH6BjRJONtqyQYAAAQIECBAgQIAAAQIECFQiIAYBAgQIECBAoA6Bvu9jtmZT3dH+2WP0BAgQIECgbgHpCBAgQIAAAQIECBAgQIAAgfoFJCRAgAABAgQIECBAgAABAgTqF5CQAAECBAgQIECAAAECBAgQqF9AQgIECBAgQIAAAQIECBAgQKB+AQkJECBAgAABAgQIECBAgACB+gUkJECAAAECBAgQIECAAAECBOoX2DjhZONNWwQIECBAgAABAgQIECBAgEAVAkIQIECAAAECBFa4QN/3kbWpMfLYsTb1HMcRIECAAIEVLyAAAQIECBAgQIAAAQIECBAgUL+AhAQIECBAgAABAgQIECBAgED9AhISIECAAAECBAgQIECAAAEC9QtISIAAAQIECBAgQIAAAQIECNQvICEBAgQIECBAgAABAgQIECBQv4CEBAgQIECAAAECBAgQIECAQP0C8xJO5m3bJECAAAECBAgQIECAAAECBCoQEIEAAQIECBAgsBIF+r6PsWbvf9x3R+PssdnncTkqAgQIECBQu4B8BAgQIECAAAECBAgQIECAQP0CEhIgQIAAAQIECBAgQIAAAQL1C0hIgAABAgQIECBAgAABAgQI1C8gIQECBAgQIECAAAECBAgQIFC/gIQECBAgQIAAAQIECBAgQIBA/QISEiBAgAABAgQIECBAgAABAvULzE84mb/DNgECBAgQIECAAAECBAgQILDiBQQgQIAAAQIECKw4gb7vb3PPuS8rv8hxUyqPzZo9NrcVAQIECBCoUEAkAgQIECBAgAABAgQIECBAoH4BCQkQIECAAAECBAgQIECAAIH6BSQkQIAAAQIECBAgQIAAAQIE6heQkAABAgQIECBAgAABAgQIEKhfQEICBAgQIECAAAECBAgQIECgfgEJCRAgQIAAAQIECBAgQIAAgfoFbpNwcps9dhAgQIAAAQIECBAgQIAAAQIrXMDtEyBAgAABAgRWlkDf9xvdcG7PVtd1kds5zlbum62cZNzOfqzcN/ZGAgQIECBQj4AkBAgQIECAAAECBAgQIECAQP0CEhIgQIAAAQIECBAgQIAAAQL1C0hIgAABAgQIECBAgAABAgQI1C8gIQECBAgQIECAAAECBAgQIFC/gIQECBAgQIAAAQIECBAgQIBA/QISEiBAgAABAgQIECBAgAABAvUL3Dbh5La77CFAgAABAgQIECBAgAABAgRWtICbJ0CAAAECBAisIIG+76d3m/386rouNqXyvDwux5xwHLPPmr+d+xQBAgQIEFjRAm6eAAECBAgQIECAAAECBAgQqF9AQgIECBAgQIAAAQIECBAgQKB+AQkJECBAgAABAgQIECBAgACB+gUkJECAAAECBAgQIECAAAECBOoXkJAAAQIECBAgQIAAAQIECBCoX0BCAgQIECBAgAABAgQIECBAoH6B20k4uZ19dhEgQIAAAQIECBAgQIAAAQIrWMCtEyBAgAABAgRWikDf99NbHfscs7qui9ury791dZxy7Bdv97s87/ZqvEh+N/ZGAgQIECCw0gXcPwECBAgQIECAAAECBAgQIFC/gIQECBAgQIAAAQIECBAgQIBA/QISEiBAgAABAgQIECBAgAABAvULSEiAAAECBAgQIECAAAECBAjULyAhAQIECBAgQIAAAQIECBAgUL+AhAQIECBAgAABAgQIECBAgED9AreXcHJ7O+0jQIAAAQIECBAgQIAAAQIEVqyAGydAgAABAgQILHuBvu8ja7zR7OdX13UxW23bxmUXXB3v/b3T4rT/eV6c+s5zI/fNHjPbj/PlNbLPMWu2z21FgAABAgRWqIDbJkCAAAECBAgQIECAAAECBOoXkJAAAQIECBAgQIAAAQIECBCoX0BCAgQIECBAgAABAgQIECBAoH4BCQkQIECAAAECBAgQIECAAIH6BSQkQIAAAQIECBAgQIAAAQIE6heQkAABAgQIECBAgAABAgQIEKhf4HYTTm53r50ECBAgQIAAAQIECBAgQIDAChVw2wQIECBAgACB5S3Q9/1GN5jbY3VdF3dU3/vm1XHcGz4VV1z4/XJ+H6f/zXlxyrFfjLZtpzV77jhnjuWEGMf5fW4rAgQIECCw8gTcMQECBAgQIECAAAECBAgQIFC/gIQECBAgQIAAAQIECBAgQIBA/QISEiBAgAABAgQIECBAgAABAvULSEiAAAECBAgQIECAAAECBAjULyAhAQIECBAgQIAAAQIECBAgUL+AhAQIECBAgAABAgQIECBAgED9ArefcHL7u+0lQIAAAQIECBAgQIAAAQIEVqSAmyZAgAABAgQILGOBvu83urvcnl9d18VstW0bl55/Zbz/8E/Hld+9tpzfbKiIz77rq3HqsedGHpPnjGP2Y43zl5Mi+xyzZvvcVgQIECBAYEUJuFkCBAgQIECAAAECBAgQIECgfgEJCRAgQIAAAQIECBAgQIAAgfoFJCRAgAABAgQIECBAgAABAgTqF5CQAAECBAgQIECAAAECBAgQqF9AQgIECBAgQIAAAQIECBAgQKB+AQkJECBAgAABAgQIECBAgACB+gXuAvabXwAAEABJREFUIOHkDvbbTYAAAQIECBAgQIAAAQIECKxAAbdMgAABAgQIEFiuAn3fT28t+/nVdV2M1bZtZK1fvz4u+fqV8YH/+tm4avV1EcMUfRlKlb4s8dl3fzVOPfbc4fjx/HHMa2SfY1bewDjO73NbESBAgACBlSLgPgkQIECAAAECBAgQIECAAIH6BSQkQIAAAQIECBAgQIAAAQIE6heQkAABAgQIECBAgAABAgQIEKhfQEICBAgQIECAAAECBAgQIECgfgEJCRAgQIAAAQIECBAgQIAAgfoFJCRAgAABAgQIECBAgAABAgTqF7ijhJM7+sJ+AgQIECBAgAABAgQIECBAYMUJuGECBAgQIECAwLIU6Pv+NveV+8bqui7mV9u28b3zr4rj/+Dzcc2aG6KZztCUvlQTZSzVNPGFvz8/Tj3m3Fi/fn3kefPnyu3xWlE+2ZdhWGb7YYcVAQIECBBY/gLukAABAgQIECBAgAABAgQIEKhfQEICBAgQIECAAAECBAgQIECgfgEJCRAgQIAAAQIECBAgQIAAgfoFJCRAgAABAgQIECBAgAABAgTqF5CQAAECBAgQIECAAAECBAgQqF9AQgIECBAgQIAAAQIECBAgQKB+gTtMOLnDb3xBgAABAgQIECBAgAABAgQIrDABt0uAAAECBAgQWH4Cfd9vdFO5PVtd18VYbdvGWN87/+r44B98Ia656PoYjp/OkvNlxVw3zN/HGf9wfpx+7Jdi/fr10zlyrpw7zx/H7HOqcZzf57YiQIAAAQLLW8DdESBAgAABAgQIECBAgAABAvULSEiAAAECBAgQIECAAAECBAjULyAhAQIECBAgQIAAAQIECBAgUL+AhAQIECBAgAABAgQIECBAgED9AhISIECAAAECBAgQIECAAAEC9QtISIAAAQIECBAgQIAAAQIECNQvcMcJJ3f8lW8IECBAgAABAgQIECBAgACBFSXgZgkQIECAAAECy0yg7/uN7ii3Z6vruphfbdvGJV+/Kj70xjPi+2tviGiaspSK8mli6J/9k0+M/JTNYTuiiXJYnPmP34hPHXte5Bzz5x23x+tH+WRfhmGZ7YcdVgQIECBAYLkKuC8CBAgQIECAAAECBAgQIECgfgEJCRAgQIAAAQIECBAgQIAAgfoFJCRAgAABAgQIECBAgAABAgTqF5CQAAECBAgQIECAAAECBAgQqF9AQgIECBAgQIAAAQIECBAgQKB+AQkJECBAgAABAgQIECBAgACB+gV+TMLJj/nOVwQIECBAgAABAgQIECBAgMAKEnCrBAgQIECAAIHlJND3/Ua3k9uz1XVdzK+2beOSr18VH37jGXH1musjp5ieU2ZrmiZ+6Z2Hxi+WevZPPjHyCvl9Hjh3bMSZ/3h+nHb0ubF+/frI+fIa45h9Vp6TVaYsp+Ys2cVG/dweawIECBAgsPwE3BEBAgQIECBAgAABAgQIECBQv4CEBAgQIECAAAECBAgQIECAQP0CEhIgQIAAAQIECBAgQIAAAQL1C0hIgAABAgQIECBAgAABAgQI1C8gIQECBAgQIECAAAECBAgQIFC/gIQECBAgQIAAAQIECBAgQIBA/QI/LuHkx33pOwIECBAgQIAAAQIECBAgQGDFCLhRAgQIECBAgMCyEej7fnov2c+vrutifrVtG5d87ar48BvPjGsuvjGiKctQwyom203il955SOz8E0+I/PziOw+N5/zUk6Jp5r6PDUOU5px/uiBOP/pLkXNmzb9Wbo/3FOWTfRmGZbYfdlgRIECAAIHlJeBuCBAgQIAAAQIECBAgQIAAgfoFJCRAgAABAgQIECBAgAABAgTqF5CQAAECBAgQIECAAAECBAgQqF9AQgIECBAgQIAAAQIECBAgQKB+AQkJECBAgAABAgQIECBAgACB+gUkJECAAAECBAgQIECAAAECBOoX+LEJJz/2W18SIECAAAECBAgQIECAAAECK0TAbRIgQIAAAQIElodA3/e3uZHcN1bXdTFbbdtG1tqvXBEfeuOZcc0lN5Tzyxy5DNXHZLsmfumdh8TOL3pC+e5Hyy8cc0g8+6eeVHbkgXNDRB95rbP/6Ztx2lHnDnPn/LPXHPs8LqucOZyTY9a4L3tFgAABAgSWl4C7IUCAAAECBAgQIECAAAECBOoXkJAAAQIECBAgQIAAAQIECBCoX0BCAgQIECBAgAABAgQIECBAoH4BCQkQIECAAAECBAgQIECAAIH6BSQkQIAAAQIECBAgQIAAAQIE6heQkAABAgQIECBAgAABAgQIEKhf4McnnPz4r31LgAABAgQIECBAgAABAgQIrAgBN0mAAAECBAgQWAYCfd9vdBe5PVtd18VstW07bF/8lSvjw0ecHd+/9MZoyl9kNWVdavsdtotffuchsfNhj4/b+/zCMYfEc1/85MhThiqrpmnKOuKL/3xBnH7UlyKvkzV77bEf7y/KJ/syDMtsP+ywIkCAAAECy0HAPRAgQIAAAQIECBAgQIAAAQL1C0hIgAABAgQIECBAgAABAgQI1C8gIQECBAgQIECAAAECBAgQIFC/gIQECBAgQIAAAQIECBAgQIBA/QISEiBAgAABAgQIECBAgAABAvULSEiAAAECBAgQIECAAAECBAjUL3AnCSd38r2vCRAgQIAAAQIECBAgQIAAgRUg4BYJECBAgAABAltboO/7jW4ht2er67qYrbZth+21X74ijn/TmfH9S28czs9zIspcZdluh0n80rGHxLMOffzw3R2tfv7oQ+K5P/3kmLuFvoylNhx8zj99I04/8tzI62XN3sPY5zWz8pRxnN/ntiJAgAABAltbwPUJECBAgAABAgQIECBAgACB+gUkJECAAAECBAgQIECAAAECBOoXkJAAAQIECBAgQIAAAQIECBCoX0BCAgQIECBAgAABAgQIECBAoH4BCQkQIECAAAECBAgQIECAAIH6BSQkQIAAAQIECBAgQIAAAQIE6he4s4STOzvA9wQIECBAgAABAgQIECBAgMCyF3CDBAgQIECAAIGtKtD3/fT62c+vrutittq2HbbXnHdFHP+ms+K6y26OZsMMTZNdE9vvuF388rGHxLMOfdyGb3788PNHHRK7vOQp5aAmmqZU6XJpmia++C8XxOlHfjHyulmz9zL24z3nOdnnmDXb57YiQIAAAQJbUcClCRAgQIAAAQIECBAgQIAAgfoFJCRAgAABAgQIECBAgAABAgTqF5CQAAECBAgQIECAAAECBAgQqF9AQgIECBAgQIAAAQIECBAgQKB+AQkJECBAgAABAgQIECBAgACB+gUkJECAAAECBAgQIECAAAECBOoXuNOEkzs9wgEECBAgQIAAAQIECBAgQIDAMhdwewQIECBAgACBrSfQ9/304mOf41hd18VstW07bF/0pSvi+DedFddddlMMx26YpY8+tt9xu/jlYw+OZx7yuA17N234T0ceHM99yVNuM1+UOb/4zxfEaX/9xcjrZ83e09gP97EhT/bjVWf7cZ+RAAECBAgsvYArEiBAgAABAgQIECBAgAABAvULSEiAAAECBAgQIECAAAECBAjULyAhAQIECBAgQIAAAQIECBAgUL+AhAQIECBAgAABAgQIECBAgED9AhISIECAAAECBAgQIECAAAEC9QtISIAAAQIECBAgQIAAAQIECNQvcOcJJ3d+iCMIECBAgAABAgQIECBAgACBZS3g5ggQIECAAAECW0mg7/vbXDn3jdV1XcxW27bD9przrojjjzgrrl93czm/iaYpVbpc7nb3HeJXjj04nnnw43Jzs+s/HXlw7PpzT4umnDlXc+vc8aV/vSBO+6tzIu8ja/bexn6893J6ZJ9j1myf24oAAQIECCy5gAsSIECAAAECBAgQIECAAAEC9QtISIAAAQIECBAgQIAAAQIECNQvICEBAgQIECBAgAABAgQIECBQv4CEBAgQIECAAAECBAgQIECAQP0CEhIgQIAAAQIECBAgQIAAAQL1C0hIgAABAgQIECBAgAABAgQI1C+wCQknm3CMQwgQIECAAAECBAgQIECAAIFlLODWCBAgQIAAAQJbQ6Dv+40um9uz1XVdzFbbtsP2RV+6Ij74prPi+stvjrkp+jKWKrPtcPft45ePPSiecdBOZeuuLy/9y4PieT/3tMg7zHuK7MpGXu/cf70gTv3LcyLvJ2v2Hsc+z8nKOxjH+X1uKwIECBAgsJQCrkWAAAECBAgQIECAAAECBAjULyAhAQIECBAgQIAAAQIECBAgUL+AhAQIECBAgAABAgQIECBAgED9AhISIECAAAECBAgQIECAAAEC9QtISIAAAQIECBAgQIAAAQIECNQvICEBAgQIECBAgAABAgQIECBQv8CmJJxsykGOIUCAAAECBAgQIECAAAECBJatgBsjQIAAAQIECCy5QN/3G10zt2er67qYrbZth+3V566L4990Vly/7pbh/KbJoYn82/GeO8Qr3nlwPOPAnXLnFtdL//Kg2PWlT4+macpcpXIZqokvv/dbcepfnB15X1mz9zr2Y55ycmSfY9Zsn9uKAAECBAgskYDLECBAgAABAgQIECBAgAABAvULSEiAAAECBAgQIECAAAECBAjULyAhAQIECBAgQIAAAQIECBAgUL+AhAQIECBAgAABAgQIECBAgED9AhISIECAAAECBAgQIECAAAEC9QtISIAAAQIECBAgQIAAAQIECNQvsEkJJ5t0lIMIECBAgAABAgQIECBAgACBZSrgtggQIECAAAECSyvQ9/30gtnPr67rYrbato2s1V9cFx9809lx3bqby/lzc8xN1cfd7rl9/MqxB8XTD3hs+W7hlp/7iwPjeS97epmwXC+XUlEumvd83nu/Faf++VnDveX9zd7z2OdxWWWCclqenF1s1M/tsSZAgAABAostYH4CBAgQIECAAAECBAgQIECgfgEJCRAgQIAAAQIECBAgQIAAgfoFJCRAgAABAgQIECBAgAABAgTqF5CQAAECBAgQIECAAAECBAgQqF9AQgIECBAgQIAAAQIECBAgQKB+AQkJECBAgAABAgQIECBAgACB+gU2LeFk0w5zFAECBAgQIECAAAECBAgQILAsBdwUAQIECBAgQGAJBfq+v83Vct9YXdfFbLVtG1mrv3hFfPBNZ8eNV94STdOUOUrlUmrHe98tfuWdB8fT939s2b/wy8/9+YGx68ufEVGuNXfpJpqmVER8+bhvx6l/dtZwj3mfs/c+9mO2cnhkn2PWbJ/bigABAgQILKqAyQkQIECAAAECBAgQIECAAIH6BSQkQIAAAQIECBAgQIAAAQIE6heQkAABAgQIECBAgAABAgQIEKhfQEICBAgQIECAAAECBAgQIECgfgEJCRAgQIAAAQIECBAgQIAAgfoFJCRAgAABAgQIECBAgAABAgTqF9jEhJNNPM5hBAgQIECAAAECBAgQIECAwDIUcEsECBAgQIAAge5+AcIAABAASURBVKUS6Pt+o0vl9mx1XRez1bZtZH33nHVx/BFnx/VX3hI5Q54TOVfZ2PFeO8Qrjj0onr7fYzaae6E3fvbPDoznv/wZc5ct1857KJePvKEvH/etOOVPzxzuNe93NsPYD8eX8/K+ss8xa7bPbUWAAAECBBZLwLwECBAgQIAAAQIECBAgQIBA/QISEiBAgAABAgQIECBAgAABAvULSEiAAAECBAgQIECAAAECBAjULyAhAQIECBAgQIAAAQIECBAgUL+AhAQIECBAgAABAgQIECBAgED9AhISIECAAAECBAgQIECAAAEC9QtsasLJph7oOAIECBAgQIAAAQIECBAgQGDZCbghAgQIECBAgMCSCPR9v9F1cnu2uq6L2WrbNrK+e866OP7N58QNV90aTRNRlmiasi51j/vcLV7xzoPjafs+Jpbi8x//7MDY7eefOVy/aZpophdt4qvvvzBOeceZwz3nfc9mGfsxb56WfY5Zs31uKwIECBAgsAgCpiRAgAABAgQIECBAgAABAgTqF5CQAAECBAgQIECAAAECBAgQqF9AQgIECBAgQIAAAQIECBAgQKB+AQkJECBAgAABAgQIECBAgACB+gUkJECAAAECBAgQIECAAAECBOoXkJAAAQIECBAgQIAAAQIECBCoX2CTE042+UgHEiBAgAABAgQIECBAgAABAstMwO0QIECAAAECBBZfoO/76UWyn19d18VstW0bWd85+/L44BHnxA1X3RrjDDnmdPe4z93iFcceFE/b59HTuZeiecmfHhDP//lnxpBhesHhruKrH/h2nPqOM4d7z/ufzTT2w3kZoJybfRmGZbYfdlgRIECAAIEFFTAZAQIECBAgQIAAAQIECBAgUL+AhAQIECBAgAABAgQIECBAgED9AhISIECAAAECBAgQIECAAAEC9QtISIAAAQIECBAgQIAAAQIECNQvICEBAgQIECBAgAABAgQIECBQv4CEBAgQIECAAAECBAgQIECAQP0Cm55wsumHOpIAAQIECBAgQIAAAQIECBBYVgJuhgABAgQIECCwyAJ930+vMPY5jtV1XcxW27aR9Z2z18UHj/hi3HjNrcP5zbCOyPGe979bvOLYg+Kp+zw6tsbnJe84IHb7hWcN95KrJldDRXz1A9+OU99+5pAhc8xmG/sxe9579jlmzfa5rQgQIECAwIIJmIgAAQIECBAgQIAAAQIECBCoX0BCAgQIECBAgAABAgQIECBAoH4BCQkQIECAAAECBAgQIECAAIH6BSQkQIAAAQIECBAgQIAAAQIE6heQkAABAgQIECBAgAABAgQIEKhfQEICBAgQIECAAAECBAgQIECgfoHNSDjZjGMdSoAAAQIECBAgQIAAAQIECCwjAbdCgAABAgQIEFhMgb7vbzN97hur67qYrbZtI+s7Z6+LD7zp7Ljxmlsjhin6MpQq/T3ut2O84piD4ql7P+o2cy/ljp95+wHx/F941nB/5c6G+yurXOIrH/hWnPLfzxiyZJ7ZjGM/GuQ9Z59j1myf24oAAQIECCyEgDkIECBAgAABAgQIECBAgACB+gUkJECAAAECBAgQIECAAAECBOoXkJAAAQIECBAgQIAAAQIECBCoX0BCAgQIECBAgAABAgQIECBAoH4BCQkQIECAAAECBAgQIECAAIH6BSQkQIAAAQIECBAgQIAAAQIE6hfYnISTzTnYsQQIECBAgAABAgQIECBAgMCyEXAjBAgQIECAAIFFE+j7fqO5c3u2uq6L2WrbNrK+c9a6+MAR58RN1/5w5vwm8u9eD9gxfvXYg+Kpez1q5rut1/7M2w+IF/zSzuUG8u6aKDeZSzRNE187/sI45W1nDJky12zWsR89onyyL8OwzPbDDisCBAgQILBlAs4mQIAAAQIECBAgQIAAAQIE6heQkAABAgQIECBAgAABAgQIEKhfQEICBAgQIECAAAECBAgQIECgfgEJCRAgQIAAAQIECBAgQIAAgfoFJCRAgAABAgQIECBAgAABAgTqF5CQAAECBAgQIECAAAECBAgQqF9gsxJONutoBxMgQIAAAQIECBAgQIAAAQLLRMBtECBAgAABAgQWR6Dv+40mzu3Z6rouZqtt28i68Mx18f4jzokbr/lBxEZT9HGvB+wYv3rsQfGUPR+50dxbe+PFb9s/XvBLO5fbmLvhXGfWDPC1478dp/zJF4ZsmW8289jnsVllghjH+X1uKwIECBAgcNcFnEmAAAECBAgQIECAAAECBAjULyAhAQIECBAgQIAAAQIECBAgUL+AhAQIECBAgAABAgQIECBAgED9AhISIECAAAECBAgQIECAAAEC9QtISIAAAQIECBAgQIAAAQIECNQvICEBAgQIECBAgAABAgQIECBQv8DmJZxs3uGOJkCAAAECBAgQIECAAAECBJaFgJsgQIAAAQIECCyCQN/301mzn19d18VstW0bWd8+c128/4hz4uZrfxBNE3MV5VP6+zzonvGrxx4YT9njkWXH8lte/Lb94wW//OzhxsrtlntvYvhrIr7+4Qvj5D/5/JAxc85mH/vRKCfIPses2T63FQECBAgQuEsCTiJAgAABAgQIECBAgAABAgTqF5CQAAECBAgQIECAAAECBAgQqF9AQgIECBAgQIAAAQIECBAgQKB+AQkJECBAgAABAgQIECBAgACB+gUkJECAAAECBAgQIECAAAECBOoXkJAAAQIECBAgQIAAAQIECBCoX2AzE04283iHEyBAgAABAgQIECBAgAABAstAwC0QIECAAAECBBZaoO/76ZRjn+NYXdfFbLVtG1nf+sLl8f43nR03X/uDyCnG43O2+zzoHvGrxx4YT37hI6dzL8fmp/5k/3jBrzw78p6n9z9sRJz/oQvj5Ld+fsiaeWcNZvs8L7ON4/w+txUBAgQIENhcAccTIECAAAECBAgQIECAAAEC9QtISIAAAQIECBAgQIAAAQIECNQvICEBAgQIECBAgAABAgQIECBQv4CEBAgQIECAAAECBAgQIECAQP0CEhIgQIAAAQIECBAgQIAAAQL1C0hIgAABAgQIECBAgAABAgQI1C+wuQknm3uC4wkQIECAAAECBAgQIECAAIGtLuAGCBAgQIAAAQILKtD3/XS+sc9xrK7rYrbato2sb33h8nj/m8+JW65fH9GUZahhFfd9yD3j1449MJ70gofHSvj81B/vH7u/4jnRNHP3H2UYqqy+8dHvxMlv/dyQOXPPWmSfTuOYWXM7x6zZPrcVAQIECBDYDAGHEiBAgAABAgQIECBAgAABAvULSEiAAAECBAgQIECAAAECBAjULyAhAQIECBAgQIAAAQIECBAgUL+AhAQIECBAgAABAgQIECBAgED9AhISIECAAAECBAgQIECAAAEC9QtISIAAAQIECBAgQIAAAQIECNQvsNkJJ5t9hhMIECBAgAABAgQIECBAgACBrSzg8gQIECBAgACBhRPo+/42k+W+sbqui9lq2zayLvj8ZXHcEefELdevnzu/TJNTZd3vIfeIXzvmwHjibg+f+26FrP/DW/eL3V/xnHK3GWZuiOgjLb7xke/ESX/0uSF75p81yT6PGcdy5nBOjln5XY6KAAECBAhsnoCjCRAgQIAAAQIECBAgQIAAgfoFJCRAgAABAgQIECBAgAABAgTqF5CQAAECBAgQIECAAAECBAgQqF9AQgIECBAgQIAAAQIECBAgQKB+AQkJECBAgAABAgQIECBAgACB+gUkJECAAAECBAgQIECAAAECBOoX2PyEk80/xRkECBAgQIAAAQIECBAgQIDAVhVwcQIECBAgQIDAAgn0fT+dKfv51XVdzFbbtpF1wecui+OO+GLcesP6aMYZStOUuv/D7hm/dsyB8cTdHjZ+s6LGn3zrfvHCX3tuZJYoeaI0TZNNxAUf/U6c9IefHQzSYdYm+/Qbxwyd2zlmzfa5rQgQIECAwJ0KOIAAAQIECBAgQIAAAQIECBCoX0BCAgQIECBAgAABAgQIECBAoH4BCQkQIECAAAECBAgQIECAAIH6BSQkQIAAAQIECBAgQIAAAQIE6heQkAABAgQIECBAgAABAgQIEKhfQEICBAgQIECAAAECBAgQIECgfoG7kHByF85xCgECBAgQIECAAAECBAgQILAVBVyaAAECBAgQILAQAn3fT6cZ+xzH6rouZqtt28i64HOXxXFvPjduvXH9cP5wfJS5ynK/h90zfu2YA+IJz3/Y8N1KXf3EH+4Xu//acyNjRXGayzi3+c2PfidOestnBov0mDXKPo8dx8yf2zlmzfa5rQgQIECAwI8T8B0BAgQIECBAgAABAgQIECBQv4CEBAgQIECAAAECBAgQIECAQP0CEhIgQIAAAQIECBAgQIAAAQL1C0hIgAABAgQIECBAgAABAgQI1C8gIQECBAgQIECAAAECBAgQIFC/gIQECBAgQIAAAQIECBAgQIBA/QJ3JeHkrpzkHAIECBAgQIAAAQIECBAgQGCrCbgwAQIECBAgQGCLBfq+n84x9jmO1XVdzFbbtpH1zc9eFu874tz4wY3roxlnaJrSN3H/R9wrfv2YA+MJuz5s/GZFjz/xh/vFC39jl5Kh5BsylrYsTdPEBR9bHSe9+TODSbrMWmWfjuNYTonczjFrts9tRYAAAQIE7kDAbgIECBAgQIAAAQIECBAgQKB+AQkJECBAgAABAgQIECBAgACB+gUkJECAAAECBAgQIECAAAECBOoXkJAAAQIECBAgQIAAAQIECBCoX0BCAgQIECBAgAABAgQIECBAoH4BCQkQIECAAAECBAgQIECAAIH6Be5SwsldOstJBAgQIECAAAECBAgQIECAwFYScFkCBAgQIECAwJYJ9H1/mwly31hd18VstW0bWd/4zGVx3JvPjR/ctD5yhqxxovs/4l7x68ccEI9/3kPHXVWML3rLvrHHb+4Sg82GRP2G9Bd87Ltx4hGfHmzSZ9Ys+zxnHPPU3M4xa7bPbUWAAAECBG4rYA8BAgQIECBAgAABAgQIECBQv4CEBAgQIECAAAECBAgQIECAQP0CEhIgQIAAAQIECBAgQIAAAQL1C0hIgAABAgQIECBAgAABAgQI1C8gIQECBAgQIECAAAECBAgQIFC/gIQECBAgQIAAAQIECBAgQIBA/QJ3LeHkrp3mLAIECBAgQIAAAQIECBAgQGCrCLgoAQIECBAgQGALBPq+3+js3J6trutittq2jaxvfOayeP9bzo0f3Lx+OL9pIsoS+XngI+8dv3HMAfH4XR6am9XVYW/eN/Z85fOGvJm5Gbsm4tsfXx0nvunTg1E6zdpln7bjmDC5nWPWbJ/bigABAgQIbCRggwABAgQIECBAgAABAgQIEKhfQEICBAgQIECAAAECBAgQIECgfgEJCRAgQIAAAQIECBAgQIAAgfoFJCRAgAABAgQIECBAgAABAgTqF5CQAAECBAgQIECAAAECBAhXUbChAAAQAElEQVQQqF9AQgIECBAgQIAAAQIECBAgQKB+gbuYcHIXz3MaAQIECBAgQIAAAQIECBAgsBUEXJIAAQIECBAgcFcF+r6fnpr9/Oq6LmarbdvIOv/T34v3vfncuPWm9TE3RV/GUmW2Bz7y3vHrx+wfj3vuQ8pWvcuhR+wbe7zyeZGCc8lLl0upb3/8u3HiGz81WKXXrGH26TyOKZTbOWbN9rmtCBAgQIDAKGAkQIAAAQIECBAgQIAAAQIE6heQkAABAgQIECBAgAABAgQIEKhfQEICBAgQIECAAAECBAgQIECgfgEJCRAgQIAAAQIECBAgQIAAgfoFJCRAgAABAgQIECBAgAABAgTqF5CQAAECBAgQIECAAAECBAgQqF/griac3NUTnUeAAAECBAgQIECAAAECBAgsuYALEiBAgAABAgTukkDf99Pzxj7HrK7rYn61bRtZ53/6sjjuzV+KH97SRjRlKVXW0TRNPOjR94nfOPaAeNxzHhLbwufQI/aNPX9r12jKX2Q1ZV0qisWFn7goTnrjpwazdJvvOTrnGOUzjqWN2T63FQECBAgQiAgIBAgQIECAAAECBAgQIECAQP0CEhIgQIAAAQIECBAgQIAAAQL1C0hIgAABAgQIECBAgAABAgQI1C8gIQECBAgQIECAAAECBAgQIFC/gIQECBAgQIAAAQIECBAgQIBA/QISEiBAgAABAgQIECBAgAABAvUL3OWEk7t8phMJECBAgAABAgQIECBAgACBJRZwOQIECBAgQIDA5gv0fT89aexznK2u62Kstm0j6+uf+l6894gvxg9uaefOL9OMUz3oUfeO3zh6/9jp2Q+e+24bWR/ypn1ij9/etaRNjDLkUlDS8lsnrI4T/+BTg136jZ7jmMdkn+PcaWWObEqN+0prIUCAAAECEQGBAAECBAgQIECAAAECBAgQqF9AQgIECBAgQIAAAQIECBAgQKB+AQkJECBAgAABAgQIECBAgACB+gUkJECAAAECBAgQIECAAAECBOoXkJAAAQIECBAgQIAAAQIECBCoX0BCAgQIECBAgAABAgQIECBAoH6Bu55wctdPdSYBAgQIECBAgAABAgQIECCwpAIuRoAAAQIECBDYTIG+76dnjH2OY3VdF7PVtm1kff3078X73nxutD/oo2k2TFGapmniwY+9T/zGMfvHTs9+8IYvtq3hkDfuE3u+areIeS65eeEnV8eJ/+30wTAdZ22zT/dxjPLJ7TIMy2w/7LAiQIAAgW1XQHICBAgQIECAAAECBAgQIECgfgEJCRAgQIAAAQIECBAgQIAAgfoFJCRAgAABAgQIECBAgAABAgTqF5CQAAECBAgQIECAAAECBAgQqF9AQgIECBAgQIAAAQIECBAgQKB+AQkJECBAgAABAgQIECBAgACB+gW2IOFkC851KgECBAgQIECAAAECBAgQILCEAi5FgAABAgQIENgcgb7vb3N47svqui5mq23bGOtrp10a73nzufHDW7vo8y/n2VAPfsy94zeO3j8eu/ODbzP3trTj4D/YO/b6nedHsuQqTQftsrrwk6vjxN8/beo565x9HjuOaZbbOWbN9rmtCBAgQGDbFJCaAAECBAgQIECAAAECBAgQqF9AQgIECBAgQIAAAQIECBAgQKB+AQkJECBAgAABAgQIECBAgACB+gUkJECAAAECBAgQIECAAAECBOoXkJAAAQIECBAgQIAAAQIECBCoX0BCAgQIECBAgAABAgQIECBAoH6BLUk42ZKTnUuAAAECBAgQIECAAAECBAgsmYALESBAgAABAgQ2WaDv++mx2c9W13WR2znOVtu28bXTvxfvffOXovthH00zN0XTlKbUQ3a6b/zmMfvHY5/1oLkvtvH1Qf9tn9j7NbtFQjVNE02Mnya+c+KaOPG/nhZpmjXrnP3on2OeNY7z+9xWBAgQILDNCQhMgAABAgQIECBAgAABAgQI1C8gIQECBAgQIECAAAECBAgQIFC/gIQECBAgQIAAAQIECBAgQIBA/QISEiBAgAABAgQIECBAgAABAvULSEiAAAECBAgQIECAAAECBAjULyAhAQIECBAgQIAAAQIECBAgUL/AFiWcbNHZTiZAgAABAgQIECBAgAABAgSWSMBlCBAgQIAAAQKbJtD3/fTAsc8xq+u6GMfss9q2jayvnva9+Nc3nRvt+j5yhnGaHB+6033iN4/ZPx7zzAdN59ZEHPj7e8der95tME2zOZPs+vjOSRfFJ1edWjznfNM4vccan0OOed44zu9zWxEgQIDAtiQgKwECBAgQIECAAAECBAgQIFC/gIQECBAgQIAAAQIECBAgQIBA/QISEiBAgAABAgQIECBAgAABAvULSEiAAAECBAgQIECAAAECBAjULyAhAQIECBAgQIAAAQIECBAgUL+AhAQIECBAgAABAgQIECBAgED9AluWcLJlpzubAAECBAgQIECAAAECBAgQWBIBFyFAgAABAgQIbIJA3/fTo8Y+x6yu62Ics89q2zayvnrq9+K9b/5S9N3c6U0ZmqaJ/HvY4+8bv3nM/vGYZzyw7LXMFzjw9/eOvV+3e7Eq3zRRxrIq6yif1SeviU+uOjXW/3B9jN45jjU+jxzL4TGO8/vcVgQIECCwjQiISYAAAQIECBAgQIAAAQIECNQvICEBAgQIECBAgAABAgQIECBQv4CEBAgQIECAAAECBAgQIECAQP0CEhIgQIAAAQIECBAgQIAAAQL1C0hIgAABAgQIECBAgAABAgQI1C8gIQECBAgQIECAAAECBAgQIFC/wBYmnGzh+U4nQIAAAQIECBAgQIAAAQIElkDAJQgQIECAAAECdybQ9/30kLHPMavruhjH7LPato2sr5xyabznLV+Kdn0X5aAyRz/3V+Z76OPvE795zH7x6Kc/sOy33JHAAav2ir1et3vxyyWfQ6m5Jb578kVx4qpTY/0P1sfonuNY43PJMecfx/l9bisCBAgQqF9AQgIECBAgQIAAAQIECBAgQKB+AQkJECBAgAABAgQIECBAgACB+gUkJECAAAECBAgQIECAAAECBOoXkJAAAQIECBAgQIAAAQIECBCoX0BCAgQIECBAgAABAgQIECBAoH4BCQkQIECAAAECBAgQIECAAIH6BbY04WRLJ3A+AQIECBAgQIAAAQIECBAgsOgCLkCAAAECBAgQ+LECfd9Pvx/7HLO6rotxzL5t2xjryydfGu99y3nRtT86P6IZ/h7+xPvFK4/ZPx79tAeGz50LHLBqr9jnd19YDmzmqgxliaZpYvWpa+PEVafGD2/9YeQzmF/j88mxnDw8rxyzxn3ZKwIECBCoXkBAAgQIECBAgAABAgQIECBAoH4BCQkQIECAAAECBAgQIECAAIH6BSQkQIAAAQIECBAgQIAAAQIE6heQkAABAgQIECBAgAABAgQIEKhfQEICBAgQIECAAAECBAgQIECgfgEJCRAgQIAAAQIECBAgQIAAgfoFtjjhZItnMAEBAgQIECBAgAABAgQIECCwyAKmJ0CAAAECBAjcsUDf99Mvxz7HrK7rYhyzb9s2xvG8ky6J97zlvGjbcn5ZppOU5uFPvF+88uj94lFPfUDZsmyqwH5v2DP2/c8vLIfPgQ7r4fn0sfrUNXHSqlPjh7f+sJi3Q+WzGGt8TjmWCYbnlmPWuC97RYAAAQI1C8hGgAABAgQIECBAgAABAgQI1C8gIQECBAgQIECAAAECBAgQIFC/gIQECBAgQIAAAQIECBAgQIBA/QISEiBAgAABAgQIECBAgAABAvULSEiAAAECBAgQIECAAAECBAjULyAhAQIECBAgQIAAAQIECBAgUL/AliecbPkUZiBAgAABAgQIECBAgAABAgQWVcDkBAgQIECAAIE7EOj7fvrN2OeY1XVdjGP2bdvGOJ530iXx3j/8ckQ5vWnKFKWaaCLKxiOedL945dH7xaOe+oDw2XyBff/LnrHv7+05nFhEI02bKH9NxEWnr42TVp0SP7jlB9Nnkc9krPF55RjlM46lHZ5ljooAAQIEKhYQjQABAgQIECBAgAABAgQIEKhfQEICBAgQIECAAAECBAgQIECgfgEJCRAgQIAAAQIECBAgQIAAgfoFJCRAgAABAgQIECBAgAABAgTqF5CQAAECBAgQIECAAAECBAgQqF9AQgIECBAgQIAAAQIECBAgQKB+gQVIOFmAOUxBgAABAgQIECBAgAABAgQILKKAqQkQIECAAAECtyfQ9/1099jnmNV1XYxj9m3bxjh+6cRL4l/fcl7Z7odj8rjSRNmKRzzpfvHKo/eLRz7l/tO5NZsvsM/v7RH7/t6exTQKbZEtz6osZSPiotPWxsmrTosf3vLD8gy6GJ9NPp+sfB7jmFfO7RyzZvvcVgQIECBQl4A0BAgQIECAAAECBAgQIECAQP0CEhIgQIAAAQIECBAgQIAAAQL1C0hIgAABAgQIECBAgAABAgQI1C8gIQECBAgQIECAAAECBAgQIFC/gIQECBAgQIAAAQIECBAgQIBA/QISEiBAgAABAgQIECBAgAABAvULLETCyUJMYg4CBAgQIECAAAECBAgQIEBg0QRMTIAAAQIECBC4jUDf97e7L/d3XRfjmH3btjGOXzrxknjPH345mvxrIpqhhlU86in3j986et945JPvHz5bLrDP7+0R+/2XPYvxnG9aR2mjrNZ8am2ctOqU+MHNP5w+m3xGY43PL8con3Es7fBsc1QECBAgUJ2AQAQIECBAgAABAgQIECBAgED9AhISIECAAAECBAgQIECAAAEC9QtISIAAAQIECBAgQIAAAQIECNQvICEBAgQIECBAgAABAgQIECBQv4CEBAgQIECAAAECBAgQIECAQP0CEhIgQIAAAQIECBAgQIAAAQL1CyxIwsmCzGISAgQIECBAgAABAgQIECBAYJEETEuAAAECBAgQ2Fig7/vpjuxnq+u6yO0cs9q2jXE895OXxHv+8MvTc6NMk1NlPeop949XHr1fPOJJ9//R97otFtj7P+8R+75hzzJPX57LMMytCvqa09fGyatOjltvvHX6jPJZjTU+xxzLSeX88sCyKTXuK62FAAECBKoREIQAAQIECBAgQIAAAQIECBCoX0BCAgQIECBAgAABAgQIECBAoH4BCQkQIECAAAECBAgQIECAAIH6BSQkQIAAAQIECBAgQIAAAQIE6heQkAABAgQIECBAgAABAgQIEKhfQEICBAgQIECAAAECBAgQIECgfoGFSThZmGnMQoAAAQIECBAgQIAAAQIECCyKgEkJECBAgAABAjMCfd9Pt8Y+x6yu62Ics2/bNsbxi5+4JN77R18p5zalNixNE03TxKOf9oD4raP3jUc88X4bvjAspMDev7tH7Hf43sW6zNpklVVxL12s/dTFcfKqU+LWG26dPqt8ZmONzzPHPH4c5/e5rQgQIEBghQu4fQIECBAgQIAAAQIECBAgJF6neAAAEABJREFUQKB+AQkJECBAgAABAgQIECBAgACB+gUkJECAAAECBAgQIECAAAECBOoXkJAAAQIECBAgQIAAAQIECBCoX0BCAgQIECBAgAABAgQIECBAoH4BCQkQIECAAAECBAgQIECAAIH6BRYo4WSB5jENAQIECBAgQIAAAQIECBAgsAgCpiRAgAABAgQIjAJ9349tjH2OWV3XDftyzGrbNsbxnBMujve+9SvRl7/IKtOUZTj+UU+9f/zW0fvEw59wv+ncmoUX2Ov1L4x9V+098Bf4skyfRqz9zMVx0qqT45brb5k+s3x2Y80+37yz3M4xa7bPbUWAAAECK1fAnRMgQIAAAQIECBAgQIAAAQL1C0hIgAABAgQIECBAgAABAgQI1C8gIQECBAgQIECAAAECBAgQIFC/gIQECBAgQIAAAQIECBAgQIBA/QISEiBAgAABAgQIECBAgAABAvULSEiAAAECBAgQIECAAAECBAjUL7BQCScLNZF5CBAgQIAAAQIECBAgQIAAgQUXMCEBAgQIECBAYBDo+34YczX2Oc5W13WR1bbtdDznhIvjfX/81WjKiVlliNzI/rHPeGD89jH7xsMff7/wWXyBvV73wtjv9/cpF2qiaUoNXUR2l3z20jh51Slxy3W3TJ9dPsux8jlnn2OUzziWNmb73FYECBAgsCIF3DQBAgQIECBAgAABAgQIECBQv4CEBAgQIECAAAECBAgQIECAQP0CEhIgQIAAAQIECBAgQIAAAQL1C0hIgAABAgQIECBAgAABAgQI1C8gIQECBAgQIECAAAECBAgQIFC/gIQECBAgQIAAAQIECBAgQIBA/QILlnCyYDOZiAABAgQIECBAgAABAgQIEFhgAdMRIECAAAECBCL6vr8NQ+7L6rouZqtt22E7x7M/fnG894+/OpybM2QNG2X12Gc8MH7rqH3iYY+7b9myLJXAnq/dPfb//X3yoQ6XzGfSx9z6ks9eEievOjluvvbm6TOcfbbj884xTx7H+X1uKwIECBBYaQLulwABAgQIECBAgAABAgQIEKhfQEICBAgQIECAAAECBAgQIECgfgEJCRAgQIAAAQIECBAgQIAAgfoFJCRAgAABAgQIECBAgAABAgTqF5CQAAECBAgQIECAAAECBAgQqF9AQgIECBAgQIAAAQIECBAgQKB+gYVLOFm4qcxEgAABAgQIECBAgAABAgQILKiAyQgQIECAAIFtXqDv+6lB9rPVdV3kdo5ZbdvGOJ7172vjfW/7WjRNM5yfQxNN6Zt43LMeFL999L7xsMfdt2xbllpgj9fuHvv/wb7DZeeeyIZ1GS79/KVxyqqT4+Zrb54+y3ymY43PO8ecYBzn97mtCBAgQGAFCbhVAgQIECBAgAABAgQIECBAoH4BCQkQIECAAAECBAgQIECAAIH6BSQkQIAAAQIECBAgQIAAAQIE6heQkAABAgQIECBAgAABAgQIEKhfQEICBAgQIECAAAECBAgQIECgfgEJCRAgQIAAAQIECBAgQIAAgfoFFjDhZAHnMhUBAgQIECBAgAABAgQIECCwgAKmIkCAAAECBLZtgb7vpwBjn2NW13Uxjtm3bRvjeObH1sZxb/t6lAPK0kfOksdmt9OzHhi/ddQ+8ZDH3ns6t2bpBV746t1j/z/Ytzyb8lSG5zw35nO69POXxsmHnxQ3ff+m6TPNZztWHpN9jnnn4zi/z21FgAABAitDwF0SIECAAAECBAgQIECAAAEC9QtISIAAAQIECBAgQIAAAQIECNQvICEBAgQIECBAgAABAgQIECBQv4CEBAgQIECAAAECBAgQIECAQP0CEhIgQIAAAQIECBAgQIAAAQL1C0hIgAABAgQIECBAgAABAgQI1C+wkAknCzmZuQgQIECAAAECBAgQIECAAIEFEzARAQIECBAgsA0L9H0/TT/2OWZ1XRfjmH3btjGOZ/7b2jju7V+PaGL4NGUsS+mbePzOD45XHb1PPOQx9y7blq0t8MJX7x4HvHH/aJp8QqXK2DRz42VnXBanrjolbrrmpsjnm5XPeKzx+eeYOcZxfp/bigABAgSWvYAbJECAAAECBAgQIECAAAECBOoXkJAAAQIECBAgQIAAAQIECBCoX0BCAgQIECBAgAABAgQIECBAoH4BCQkQIECAAAECBAgQIECAAIH6BSQkQIAAAQIECBAgQIAAAQIE6heQkAABAgQIECBAgAABAgQIEKhfYEETThZ0NpMRIECAAAECBAgQIECAAAECCyRgGgIECBAgQGBbFej7fhp97HPM6rouxjH7tm1jHM/8t7Vx3Du+HvGj08uxc1M9/tkPilcdvU88+NH3ntthvSwEdv+dF8T+b9qv3Et5aGUpTXl+fXlufVz6hUvj1FUnx03X3BT5nLPyWY81vgc55nnjOL/PbUWAAAECy1nAvREgQIAAAQIECBAgQIAAAQL1C0hIgAABAgQIECBAgAABAgQI1C8gIQECBAgQIECAAAECBAgQIFC/gIQECBAgQIAAAQIECBAgQIBA/QISEiBAgAABAgQIECBAgAABAvULSEiAAAECBAgQIECAAAECBAjUL7CwCScLO53ZCBAgQIAAAQIECBAgQIAAgQURMAkBAgQIECCwTQr0fT/NPfY5ZnVdF+OYfdu2MY5nfuziOO4d55dzm2iaMuRSmqZp4gnPeXC86uh94kGPulfuVctMYPdXvSAOOOKAiHnPLTe/d+b34rRVp8RNV98U+byz8pmPNb4POUb5jGNph3clR0WAAAECy1zA7REgQIAAAQIECBAgQIAAAQL1C0hIgAABAgQIECBAgAABAgQI1C8gIQECBAgQIECAAAECBAgQIFC/gIQECBAgQIAAAQIECBAgQIBA/QISEiBAgAABAgQIECBAgAABAvULSEiAAAECBAgQIECAAAECBAjUL7DACScLPJ/pCBAgQIAAAQIECBAgQIAAgQUQMAUBAgQIECCw7Qn0fT8NPfY5ZnVdF+OYfdu2MY5n/NvaeN/bvz58H9GXsUyTU5X5nvCcB8Wrjto7HvTIe5WdluUq8ILf3i0OOOKADc8un2Gp8ixzx/fOvDROW3Vy3HTVjdNnns9+rPG9yHGsMWduj72RAAECBJangLsiQIAAAQIECBAgQIAAAQIE6heQkAABAgQIECBAgAABAgQIEKhfQEICBAgQIECAAAECBAgQIECgfgEJCRAgQIAAAQIECBAgQIAAgfoFJCRAgAABAgQIECBAgAABAgTqF5CQAAECBAgQIECAAAECBAgQqF9goRNOFnpC8xEgQIAAAQIECBAgQIAAAQJbLGACAgQIECBAYBsT6Pt+mnjsc8zqui7GMfu2bWMcz/jo2jjuHedHU85ummEdG4Z44i4PiVcdtU888JH3Kt9alrvAC357tzjwLQdEPsCmaSL/YsN42VmXxWmrTo4brrgh8vln5Tsw1vh+RPlkn1XaYZnthx1WBAgQILCcBNwLAQIECBAgQIAAAQIECBAgUL+AhAQIECBAgAABAgQIECBAgED9AhISIECAAAECBAgQIECAAAEC9QtISIAAAQIECBAgQIAAAQIECNQvICEBAgQIECBAgAABAgQIECBQv4CEBAgQIECAAAECBAgQIECAQP0CC55wsuAzmpAAAQIECBAgQIAAAQIECBDYQgGnEyBAgAABAtuSQN/307hjn2NW13Uxjtm3bRvj+PmPrI3j/vT84dycoY8N6zI8aZcHx+8ctXc88BH3HL63WhkCu/3WbnHgWw4Ynnl5jJGPdHyul519WZy26uS48YobIt+DrHwXxhrfk0yafVb2WbN9bisCBAgQWC4C7oMAAQIECBAgQIAAAQIECBCoX0BCAgQIECBAgAABAgQIECBAoH4BCQkQIECAAAECBAgQIECAAIH6BSQkQIAAAQIECBAgQIAAAQIE6heQkAABAgQIECBAgAABAgQIEKhfQEICBAgQIECAAAECBAgQIECgfoGFTzhZ+CnNSIAAAQIECBAgQIAAAQIECGyRgJMJECBAgACBbUag7/tp1rHPMavruhjH7Nu2jXH8/IfXxvv/7BsRTRP5yXUTTWmbePKuD4lXHbVPPODh9yzblpUm8PxX7hYH/dFBc0+zPNJmrhtirDvnsjht1clxw7obIt+HrHwnxhrflzw4+6zss2b73FYECBAgsAwE3AIBAgQIECBAgAABAgQIECBQv4CEBAgQIECAAAECBAgQIECAQP0CEhIgQIAAAQIECBAgQIAAAQL1C0hIgAABAgQIECBAgAABAgQI1C8gIQECBAgQIECAAAECBAgQIFC/gIQECBAgQIAAAQIECBAgQIBA/QKLkHCyCHOakgABAgQIECBAgAABAgQIENgCAacSIECAAAEC24ZA3/fToGOfY1bXdTGO2bdtG+P4uQ+tiff/+TfKuf1wTGkiZ8rjn/y8B8fvHLV3POBh98jdaoUK7Pqbz48D33rQ8HzLUy4pyhMu70v2l59zWZy+6qS44fLrI9+LrHw3xsr3IPty0tz55bzss/K7HBUBAgQILA8Bd0GAAAECBAgQIECAAAECBAjULyAhAQIECBAgQIAAAQIECBAgUL+AhAQIECBAgAABAgQIECBAgED9AhISIECAAAECBAgQIECAAAEC9QtISIAAAQIECBAgQIAAAQIECNQvICEBAgQIECBAgAABAgQIECBQv8BiJJwsxqTmJECAAAECBAgQIECAAAECBO6ygBMJECBAgACBbUCg7/tpyrHPMavruhjH7Nu2jXH87IfWxAf+8psRTQyfDcOw+dTdHhqvPnrvuP9D7zF8Z7WyBXb9jefHQX98yPBshyRNU/pSTcQV514ep686OW64/PrI92OsfE+yxvcnz8s+K/us2T63FQECBAhsNQEXJkCAAAECBAgQIECAAAECBOoXkJAAAQIECBAgQIAAAQIECBCoX0BCAgQIECBAgAABAgQIECBAoH4BCQkQIECAAAECBAgQIECAAIH6BSQkQIAAAQIECBAgQIAAAQIE6heQkAABAgQIECBAgAABAgQIEKhfYFESThZlVpMSIECAAAECBAgQIECAAAECd1HAaQQIECBAgEDtAn3fTyOOfY5ZXdfFbLVtO2zn+Jnj18QH/uKbMZz+oymGuZ7y/IfE7xy1d9zvIfcYtq3qEHjer+8aB/7xIdMww2Mvq7LEunMvj9MPPymuv+y6yPcj35txzH58n/Lk7LOyz5rtc1sRIECAwNYQcE0CBAgQIECAAAECBAgQIECgfgEJCRAgQIAAAQIECBAgQIAAgfoFJCRAgAABAgQIECBAgAABAgTqF5CQAAECBAgQIECAAAECBAgQqF9AQgIECBAgQIAAAQIECBAgQKB+AQkJECBAgAABAgQIECBAgACB+gUWJ+FkcaY1KwECBAgQIECAAAECBAgQIHCXBJxEgAABAgQIVC3Q9/0039jnmNV1XeSYlX3btjGOnz1+bTc6FWEAABAASURBVHzwry6IpmlKlSmaUlFWZfupL3hovProveN+D7577lSVCTzv13eNg952yJCqPPGI8sybKH9NxBXnrYtPHX5yXP+962L2fcn3Jmt8l6J8ss8q7bDM9sMOKwIECBBYWgFXI0CAAAECBAgQIECAAAECBOoXkJAAAQIECBAgQIAAAQIECBCoX0BCAgQIECBAgAABAgQIECBAoH4BCQkQIECAAAECBAgQIECAAIH6BSQkQIAAAQIECBAgQIAAAQIE6heQkAABAgQIECBAgAABAgQIEKhfYJESThZpXtMSIECAAAECBAgQIECAAAECd0HAKQQIECBAgEC9An3fT8ONfY5ZXdfFOGbftm2M42c+uCbe/1ffHL7PY4Zphqn6eOpuD4lXH7lX3PdBd5/OralPYJdf3TUOetsh0edfeQHm3oPyEpT+ivMuj0+tOjmuu/TaGN+bfHfGymOzT5Xss7LPmu1zWxEgQIDA0gm4EgECBAgQIECAAAECBAgQIFC/gIQECBAgQIAAAQIECBAgQIBA/QISEiBAgAABAgQIECBAgAABAvULSEiAAAECBAgQIECAAAECBAjULyAhAQIECBAgQIAAAQIECBAgUL+AhAQIECBAgAABAgQIECBAgED9AouVcLJYE5uXAAECBAgQIECAAAECBAgQ2GwBJxAgQIAAAQKVCvR9P0029jlmdV0Xs9W27bCd46c/sCY+8NcXRFPObpommiYrNyKevvvD4jVH7R33fdDdyw5L7QK7/OqucfB/P2zDO5DvQRNlI/Jz5Zcvj0+vOjmuu+TayPdmrPG9Gt+zHMfK87JyO0dFgAABAksq4GIECBAgQIAAAQIECBAgQIBA/QISEiBAgAABAgQIECBAgAABAvULSEiAAAECBAgQIECAAAECBAjULyAhAQIECBAgQIAAAQIECBAgUL+AhAQIECBAgAABAgQIECBAgED9AhISIECAAAECBAgQIECAAAEC9QssWsLJos1sYgIECBAgQIAAAQIECBAgQGAzBRxOgAABAgQI1CjQ9/001tjnmNV1XWRl37ZtZOV2jp96/0XxwSMvGM4dZijz5HFliKfv/tB49VF7xX0euOPwvdW2IfDcVzwvDnr7odHnX74UWRm9jFd+eV18etVJcd3F39/oPcr3aay596ecXV6i7PPUrNk+txUBAgQILLaA+QkQIECAAAECBAgQIECAAIH6BSQkQIAAAQIECBAgQIAAAQIE6heQkAABAgQIECBAgAABAgQIEKhfQEICBAgQIECAAAECBAgQIECgfgEJCRAgQIAAAQIECBAgQIAAgfoFJCRAgAABAgQIECBAgAABAgTqF1i8hJPFm9rMBAgQIECAAAECBAgQIECAwGYJOJgAAQIECBCoTqDv+2mmsc8xq+u6GMfsx2rbNj71gTVx/FHfLuc2pSKGddNE0zTxzD0eFq85aq+4zwN2DJ9tT+C5v/K8OPgdLyrvQsneRBmHVeTnqq9cEZ/+ryfHdRdfG/ke5Ts1juO7lmMem2NW9lmzfW4rAgQIEFhEAVMTIECAAAECBAgQIECAAAEC9QtISIAAAQIECBAgQIAAAQIECNQvICEBAgQIECBAgAABAgQIECBQv4CEBAgQIECAAAECBAgQIECAQP0CEhIgQIAAAQIECBAgQIAAAQL1C0hIgAABAgQIECBAgAABAgQI1C+wiAknizi3qQkQIECAAAECBAgQIECAAIHNEHAoAQIECBAgUJdA3/fTQGOfY1bXdTGO2bdtG+N4+vvXxAeP/Fb05S+yyjRlGY5/xh4PjdcctVfc+/47TufWbHsCz/nlXeKgd7yovB7lLSnvWb5LZaO8LX1c+ZV18enDT4zr1n4/Zt+rfL/yuByzUi23s7LPmu1zWxEgQIDA4giYlQABAgQIECBAgAABAgQIEKhfQEICBAgQIECAAAECBAgQIECgfgEJCRAgQIAAAQIECBAgQIAAgfoFJCRAgAABAgQIECBAgAABAgTqF5CQAAECBAgQIECAAAECBAgQqF9AQgIECBAgQIAAAQIECBAgQKB+gcVMOFnMyc1NgAABAgQIECBAgAABAgQIbLKAAwkQIECAAIGKBPq+n6YZ+xyzuq6Lsdq23ag//bg1cfxR39pwblPGUnNLPGuvh8drjtor7nW/u5X9lm1d4Dm/vEsc/Oc/MTA05R2JaDb8RVz1tSvi04efGNeu+X6M79g4zr6D2Y8VGz65vaE1ECBAgMDiCJiVAAECBAgQIECAAAECBAgQqF9AQgIECBAgQIAAAQIECBAgQKB+AQkJECBAgAABAgQIECBAgACB+gUkJECAAAECBAgQIECAAAECBOoXkJAAAQIECBAgQIAAAQIECBCoX0BCAgQIECBAgAABAgQIECBAoH6BRU04WdTZTU6AAAECBAgQIECAAAECBAhsooDDCBAgQIAAgVoE+r6fRhn7HLO6roux2rbdqD/tfRfFB4/+VsycXeaZ23rWXg+L1x65Z9zrvncr+ywE5gSe/Yu7xCF//hMxvjT5tmTlt1d97Yr49OEnxrUXXRPjuzaO4zuY7+Rs5XlZuS9HRYAAAQKLIWBOAgQIECBAgAABAgQIECBAoH4BCQkQIECAAAECBAgQIECAAIH6BSQkQIAAAQIECBAgQIAAAQIE6heQkAABAgQIECBAgAABAgQIEKhfQEICBAgQIECAAAECBAgQIECgfgEJCRAgQIAAAQIECBAgQIAAgfoFFjfhZHGnNzsBAgQIECBAgAABAgQIECCwSQIOIkCAAAECBKoQ6Pt+mmPsc8zqui7GMfux2raNU993URx/7IXRNE00ZYYylHHoYue9Hx6vOXKvuOd971a+sRDYWGDnX9wlDv6Lnxx2zr0xzfDuNE0T15x/ZXx61Ylx7UXXRL5n+c6N4/gu5jhbw0RllfvKYCFAgACBhRYwHwECBAgQIECAAAECBAgQIFC/gIQECBAgQIAAAQIECBAgQIBA/QISEiBAgAABAgQIECBAgAABAvULSEiAAAECBAgQIECAAAECBAjULyAhAQIECBAgQIAAAQIECBAgUL+AhAQIECBAgAABAgQIECBAgED9AouccLLI85ueAAECBAgQIECAAAECBAgQ2AQBhxAgQIAAAQIrX6Dv+2mIsc8xq+u6mF9t28b69evj1PdeFB865sKIcn4em7OUNvryt/PeD4vXHrln3PM+O0zn1hCYL7DzLzw3Dv2r/1DemHxrNtTwEvVxzdevjE+/4ZPx/e9eHfnOzX8Pc3t478rx4zjOn9tjbyRAgACBhREwCwECBAgQIECAAAECBAgQIFC/gIQECBAgQIAAAQIECBAgQIBA/QISEiBAgAABAgQIECBAgAABAvULSEiAAAECBAgQIECAAAECBAjULyAhAQIECBAgQIAAAQIECBAgUL+AhAQIECBAgAABAgQIECBAgED9AoudcLLYFzA/AQIECBAgQIAAAQIECBAgcKcCDiBAgAABAgRWuEDf99MEY59jVtd1MY5t20Zuj3Xq+9bE8e+8MKKJ8mmiaUqVLpqI5+z7iHjdUXvGPe69Q+5RBH6swDN//jlx2F+/OF+duePKuxRDRXz/m1fFZw4/Mb7/3atjfAfHcXwX8x2drblJYnh3x95IgAABAlssYAICBAgQIECAAAECBAgQIECgfgEJCRAgQIAAAQIECBAgQIAAgfoFJCRAgAABAgQIECBAgAABAgTqF5CQAAECBAgQIECAAAECBAgQqF9AQgIECBAgQIAAAQIECBAgQKB+AQkJECBAgAABAgQIECBAgACB+gUWPeFk0a/gAgQIECBAgAABAgQIECBAgMCdCPiaAAECBAgQWMkCfd9Pb3/sc8zqui5ur9avXx8nv+ei+NA7L4yYnt5HnpObz9nnEfHaI/eMu99rh+ncGgJ3JvCM//TsOPTIF88dli9SdmXMV/Sab14Vn3nDJ+P737kq2ra93fdyeP/KweOYp2fldo6KAAECBLZUwPkECBAgQIAAAQIECBAgQIBA/QISEiBAgAABAgQIECBAgAABAvULSEiAAAECBAgQIECAAAECBAjULyAhAQIECBAgQIAAAQIECBAgUL+AhAQIECBAgAABAgQIECBAgED9AhISIECAAAECBAgQIECAAAEC9QssfsLJ4l/CFQgQIECAAAECBAgQIECAAIEfK+BLAgQIECBAYMUK9H0/vfexzzGr67oYq23boc9x/fr1ccp71sSH/8d3yrlNNE0ZcilN0zSxy36PiNcdtUfc/Z7b515FYLMEnvHyZ8dhR/30bd6r8mrFtd+6Oj5z+CfjmguvinwXx/dzdsx3d7bGi+e+sTcSIECAwF0UcBoBAgQIECBAgAABAgQIECBQv4CEBAgQIECAAAECBAgQIECAQP0CEhIgQIAAAQIECBAgQIAAAQL1C0hIgAABAgQIECBAgAABAgQI1C8gIQECBAgQIECAAAECBAgQIFC/gIQECBAgQIAAAQIECBAgQIBA/QJLkHCyBNdwCQIECBAgQIAAAQIECBAgQODHCPiKAAECBAgQWJkCfd9Pb3zsc8zqui7mV9u2kXXyv14UH/qf34k8rqxyGSpXu+z/iHjtkXvEjvfYfjq3hsDmCjz9ZTvHoUf9dOQ7lZXv2ljfv+Dq+MwbPhHXfPvK4X2c/57m9njsOI7Xz+2xNxIgQIDA5gs4gwABAgQIECBAgAABAgQIEKhfQEICBAgQIECAAAECBAgQIECgfgEJCRAgQIAAAQIECBAgQIAAgfoFJCRAgAABAgQIECBAgAABAgTqF5CQAAECBAgQIECAAAECBAgQqF9AQgIECBAgQIAAAQIECBAgQKB+gaVIOFmKi7gGAQIECBAgQIAAAQIECBAgcIcCviBAgAABAgRWoEDf99O7Hvscs7qui/nVtm1knfSvF8WH/+a70ZSzm6ash4rI4XkHPiped+SeseM9tg8fAlsq8PSX7RyHHfMzEdPXrDRlI9fXffua+OyqE+Oab105vJfz39fcznd5tmLDJ/dtaA0ECBAgsHkCjiZAgAABAgQIECBAgAABAgTqF5CQAAECBAgQIECAAAECBAgQqF9AQgIECBAgQIAAAQIECBAgQKB+AQkJECBAgAABAgQIECBAgACB+gUkJECAAAECBAgQIECAAAECBOoXkJAAAQIECBAgQIAAAQIECBCoX2BJEk6W5CouQoAAAQIECBAgQIAAAQIECNyBgN0ECBAgQIDAShPo+356y2OfY1bXdTG/2raNrBP/5aL48N98dzg3Z8jjI0pXll0PfGS8/sg9Yocd/Wf7AchqQQSe9tKd47Bjfibyle3zXStVXrdh7mu/dVV89vBPxtUXXDG8n/Pf29zOd3S2hhPLKveVwUKAAAECmyXgYAIECBAgQIAAAQIECBAgQKB+AQkJECBAgAABAgQIECBAgACB+gUkJECAAAECBAgQIECAAAECBOoXkJAAAQJ7rbcZAAAQAElEQVQECBAgQIAAAQIECBCoX0BCAgQIECBAgAABAgQIECBAoH4BCQkQIECAAAECBAgQIECAAIH6BZYmoX9JaGmcXYUAAQIECBAgQIAAAQIECNy+gL0ECBAgQIDAihLo+356v2OfY1bXdTG/2raNrBP/ZU185G9XR9M0w/m5bpphHc8/+FHxuiP3iO3v5j/ZDzhWCyrwtJ/bOV70zpdEk3/lncsxSp913YXXxOdWnRjXXHDl8J7Of39zO9/t2YoNn9y3oTUQIECAwKYIOIYAAQIECBAgQIAAAQIECBCoX0BCAgQIECBAgAABAgQIECBAoH4BCQkQIECAAAECBAgQIECAAIH6BSQkQIAAAQIECBAgQIAAAQIE6heQkAABAgQIECBAgAABAgQIEKhfQEICBAgQIECAAAECBAgQIECgfoElSuhfE1oiaJchQIAAAQIECBAgQIAAAQK3J2AfAQIECBAgsHIE+r6f3uzY55jVdV3Mr7ZtI+vEf1kTH/nb75Zz+8hjSxM5U/bPP/iR8foj94jtd/Cf69NFLY7AU3/2WXHY/3jJ8P6Vt7BcpLyB5X3O/rpvXx2ffcMn4upvXjG8r/Pf49zOd3W2ygTDkvuGxooAAQIE7lTAAQQIECBAgAABAgQIECBAgED9AhISIECAAAECBAgQIECAAAEC9QtISIAAAQIECBAgQIAAAQIECNQvICEBAgQIECBAgAABAgQIECBQv4CEBAgQIECAAAECBAgQIECAQP0CEhIgQIAAAQIECBAgQIAAAQL1CyxVQv+i0FJJuw4BAgQIECBAgAABAgQIELitgD0ECBAgQIDAChHo+356p2OfY1bXdTG/2raNrBP/eU185O++G9FE+TRlaMoYZYx4waGPjt89co/Ybvu5feFDYBEFnvofnxUv+p8/O7x7w2WapvRNlFVc/91r4nOHfyKu/sYVw3s7/33O7XzXZys2fHLfhtZAgAABAncs4BsCBAgQIECAAAECBAgQIECgfgEJCRAgQIAAAQIECBAgQIAAgfoFJCRAgAABAgQIECBAgAABAgTqF5CQAAECBAgQIECAAAECBAgQqF9AQgIECBAgQIAAAQIECBAgQKB+AQkJECBAgAABAgQIECBAgACB+gWWLOFkya7kQgQIECBAgAABAgQIECBAgMA8AZsECBAgQIDAShDo+356m2OfY1bXdTG/2raNrE/805r48N99N4bThyn6yL+cbLdDHxWvP/KFMdmuyU1FYEkEnvKSZ8Zhf/OzG66VL2WpuSWu+8418bnDT4irz183vL/z3+vcznd+tjZMVN7xMsm4YSRAgACB2xGwiwABAgQIECBAgAABAgQIEKhfQEICBAgQIECAAAECBAgQIECgfgEJCRAgQIAAAQIECBAgQIAAgfoFJCRAgAABAgQIECBAgAABAgTqF5CQAAECBAgQIECAAAECBAgQqF9AQgIECBAgQIAAAQIECBAgQKB+gaVLOFm6S7kSAQIECBAgQIAAAQIECBAgsJGADQIECBAgQGDZC/R9P73Hsc8xq+u6mF9t20bWJ/5pTXz03aujaZpSZYqmVDTRNE3sftij43f/eo+YTJrcqQgsqcBTfuaZ8aK//blyzXz/SpV3sonyV8brV18bnzv8E3HV+euG93j++53b+e7PVploWHLf0FgRIECAwG0F7CFAgAABAgQIECBAgAABAgTqF5CQAAECBAgQIECAAAECBAgQqF9AQgIECBAgQIAAAQIECBAgQKB+AQkJECBAgAABAgQIECBAgACB+gUkJECAAAECBAgQIECAAAECBOoXkJAAAQIECBAgQIAAAQIECBCoX2AJE06W8FouRYAAAQIECBAgQIAAAQIECMwIaAkQIECAAIHlLdD3/fQGxz7HrK7rYn61bRtZJ/y/i+Ij714dedxclWmGqfrY/dBHxev/+oXR+K/zBcWytQSe/NPPiBf97c+VN7K8mOU9n3tP5/rrV38/PvdfToirvnb58D7Pf89zezx+HMccuT32RgIECBD4kYCOAAECBAgQIECAAAECBAgQqF9AQgIECBAgQIAAAQIECBAgQKB+AQkJECBAgAABAgQIECBAgACB+gUkJECAAAECBAgQIECAAAECBOoXkJAAAQIECBAgQIAAAQIECBCoX0BCAgQIECBAgAABAgQIECBAoH6BpUzonxhaSm3XIkCAAAECBAgQIECAAAECPxLQESBAgAABAstYoO/76d2NfY5ZXdfF/GrbNrI+/n8vio/+r4uiKWc3TVmXKuvIHXu86DHxu0e+MMqu8CGwtQWe/NPPiJ/4u5dGTJrhnWyaJoYmIm5ce2187vAT4qqvXT681/Pf99zO38JsldOGJfcNjRUBAgQIjAJGAgQIECBAgAABAgQIECBAoH4BCQkQIECAAAECBAgQIECAAIH6BSQkQIAAAQIECBAgQIAAAQIE6heQkAABAgQIECBAgAABAgQIEKhfQEICBAgQIECAAAECBAgQIECgfgEJCRAgQIAAAQIECBAgQIAAgfoFljThZEmv5mIECBAgQIAAAQIECBAgQIDABgEDAQIECBAgsFwF+r6f3trY55jVdV3Mr7ZtI+vf/3F1/Nv/vmg4N2fI46PMlf0eL3p0vP6vdx++syKwXASe9OJnxIv+7qURTVNe1fKmlvc18lPaG9dcG597w8fjyq9eNrzf89/73M53fLby1Kzcl6MiQIAAgRRQBAgQIECAAAECBAgQIECAQP0CEhIgQIAAAQIECBAgQIAAAQL1C0hIgAABAgQIECBAgAABAgQI1C8gIQECBAgQIECAAAECBAgQIFC/gIQECBAgQIAAAQIECBAgQIBA/QISEiBAgAABAgQIECBAgAABAvULLG3CydJeztUIECBAgAABAgQIECBAgACBQcCKAAECBAgQWJYCfd9P72vsc8zqui7mV9u2kfWxf7woPvb3a8u5TamIXDdNE03TxJ4/+Zh4/V/tHj4ElqPAk37q6fGid700JtuV/2VU3temaaK8uBHRxE1rr48vHP6JuPIrlw3v+fz3P7fztzFbseGT+za0BgIECGzbAtITIECAAAECBAgQIECAAAEC9QtISIAAAQIECBAgQIAAAQIECNQvICEBAgQIECBAgAABAgQIECBQv4CEBAgQIECAAAECBAgQIECAQP0CEhIgQIAAAQIECBAgQIAAAQL1C0hIgAABAgQIECBAgAABAgQI1C+wxAknS3w9lyNAgAABAgQIECBAgAABAgQiAgIBAgQIECCw/AT6vp/e1NjnmNV1Xcyvtm0j69/+YXV87O/XRF/+IqtMU5bI8/b8yUfH6//yBdN5NQSWo8AT/8PT47B3vTSa7ZrhvS2rcpv5Rvdxw9pr4wuHnxBXnHfp8L7P/x3kdr7r86tMUKbJX0J2igABAtuugOQECBAgQIAAAQIECBAgQIBA/QISEiBAgAABAgQIECBAgAABAvULSEiAAAECBAgQIECAAAECBAjULyAhAQIECBAgQIAAAQIECBAgUL+AhAQIECBAgAABAgQIECBAgED9AhISIECAAAECBAgQIECAAAEC9QssdcLJUl/Q9QgQIECAAAECBAgQIECAAIFAQIAAAQIECCwzgb7vp3c09jlmdV0X86tt28j62P+5KP79/6zdcG5TxlJzS+z9U4+N1/3FC8o+C4HlL/DEn3x6vOhdL4vtdtguorzDuWpK00TEjRdfF2es+kRccd6lw3uf7/7830T+VsYqp0T2s2P2igABAtuggMgECBAgQIAAAQIECBAgQIBA/QISEiBAgAABAgQIECBAgAABAvULSEiAAAECBAgQIECAAAECBAjULyAhAQIECBAgQIAAAQIECBAgUL+AhAQIECBAgAABAgQIECBAgED9AhISIECAAAECBAgQIECAAAEC9QssecLJkl/RBQkQIECAAAECBAgQIECAwDYvAIAAAQIECBBYTgJ9309vZ+xzzOq6LuZX27aR9dF/WB3/9g9rYubsMs/c1t4/9Zh43Z/vVrYtBFaOwBN+4mlx6LteGpMdtis33Zd3O6u0Zbnx4uvijMM/EVd86dLhN5G/gfm/jfzNjFVOmS65b7qhIUCAwDYlICwBAgQIECBAgAABAgQIECBQv4CEBAgQIECAAAECBAgQIECAQP0CEhIgQIAAAQIECBAgQIAAAQL1C0hIgAABAgQIECBAgAABAgQI1C8gIQECBAgQIECAAAECBAgQIFC/gIQECBAgQIAAAQIECBAgQIBA/QJLn3Cy9Jd0RQIECBAgQIAAAQIECBAgsI0LiE+AAAECBAgsG4G+76f3MvY5ZnVdF/OrbdvI+ujfr45//8eLo2maaHKGsmqGrol9XvzYeO2f7ZZ7FYEVJ/CEFz0tDnvXy2K7Hbcvb3S+1RuqvOs3XXp9nHH4CXHFuZcMv438Lcz/jeRvZ7ZGgNw39kYCBAhsMwKCEiBAgAABAgQIECBAgAABAvULSEiAAAECBAgQIECAAAECBAjULyAhAQIECBAgQIAAAQIECBAgUL+AhAQIECBAgAABAgQIECBAgED9AhISIECAAAECBAgQIECAAAEC9QtISIAAAQIECBAgQIAAAQIECNQvsBUSTrbCNV2SAAECBAgQIECAAAECBAhs0wLCEyBAgAABAstDoO/76Y2MfY5ZXdfF/GrbNrI++vcXxcf+8eLI44bKWcpUffSxz4sfE6/90+fnHkVgxQo8/rCnxqF/97KY7LhdeavzzS6Vv5dSN116fZxx+Amx7ouX3OY3Mv5mht9FOXZ2TIzczlERIEBgWxGQkwABAgQIECBAgAABAgQIEKhfQEICBAgQIECAAAECBAgQIECgfgEJCRAgQIAAAQIECBAgQIAAgfoFJCRAgAABAgQIECBAgAABAgTqF5CQAAECBAgQIECAAAECBAgQqF9AQgIECBAgQIAAAQIECBAgQKB+ga2RcLI1LuqaBAgQIECAAAECBAgQIEBgGxYQnQABAgQIEFgGAn3fT+9i7HPM6rou5lfbtpH1kb+/KD72f9dG00Q0+VeaJuY++/3MTvHaP33+3IY1gRUu8PjDnhqHvetlsf3ddxiSNE1504eKuPmyG+LMw0+IdedcHOvXrx9+G/N/M/lbGisnyH52zF4RIECgcgHxCBAgQIAAAQIECBAgQIAAgfoFJCRAgAABAgQIECBAgAABAgTqF5CQAAECBAgQIECAAAECBAgQqF9AQgIECBAgQIAAAQIECBAgQKB+AQkJECBAgAABAgQIECBAgACB+gUkJECAAAECBAgQIECAAAECBOoX2CoJJ1vlqi5KgAABAgQIECBAgAABAgS2WQHBCRAgQIAAga0t0Pf99BbGPsesrutifrVtG1kf/t+r49//79qIPD2rNHlOtvv9zGPjNW/fdTqvhkANAo879Klx6LteFtvfY4fId314+fOFL3XzZdfHmYefEFecc/Hw+8jfyPzfTp4zUdyVEAAAEABJREFU1qxH7pvd1hMgQKBOAakIECBAgAABAgQIECBAgACB+gUkJECAAAECBAgQIECAAAECBOoXkJAAAQIECBAgQIAAAQIECBCoX0BCAgQIECBAgAABAgQIECBAoH4BCQkQIECAAAECBAgQIECAAIH6BSQkQIAAAQIECBAgQIAAAQIE6hfYOgknW+eyrkqAAAECBAgQIECAAAECBLZRAbEJECBAgACBrSrQ9/30+mOfY1bXdTG/2raNrA/9r9Xx8f93STm3iSjLXDXRNE0c8JKd4jVv3zV8CNQo8LhDnhKHvutlscO97lbiNRFlGaqsbll3Y5x5+AlxxdkXD7+T/K3M/w3lb2u2YsMn921oDQQIEKhTQCoCBAgQIECAAAECBAgQIECgfgEJCRAgQIAAAQIECBAgQIAAgfoFJCRAgAABAgQIECBAgAABAgTqF5CQAAECBAgQIECAAAECBAgQqF9AQgIECBAgQIAAAQIECBAgQKB+AQkJECBAgAABAgQIECBAgACB+gW2UsLJVrquyxIgQIAAAQIECBAgQIAAgW1SQGgCBAgQIEBg6wn0fT+9+NjnmNV1Xcyvtm0j6/h3r46P/9MlkcdFlDlyGaqP/V/y2Hj1f3/edF4NgRoFdjr4KXHIu14e299zh7mfQL7/5beQv4mb190YZxz+8Vh31trh95K/mfm/pTxufqVT7stRESBAoEYBmQgQIECAAAECBAgQIECAAIH6BSQkQIAAAQIECBAgQIAAAQIE6heQkAABAgQIECBAgAABAgQIEKhfQEICBAgQIECAAAECBAgQIECgfgEJCRAgQIAAAQIECBAgQIAAgfoFJCRAgAABAgQIECBAgAABAgTqF9haCSdb68KuS4AAAQIECBAgQIAAAQIEtkEBkQkQIECAAIGtJND3/fTKY59jVtd1Mb/ato2sD757dZzwz5dEU85ummEduZHtQT+7U7z6bc8LHwLbgsBOBz05Dn33y2OHe+8Y+f43Uf5K05Twt15xU5y16hOx7qy1w+8mfzvzf1P5WxurnBLZz47ZKwIECFQkIAoBAgQIECBAgAABAgQIECBQv4CEBAgQIECAAAECBAgQIECAQP0CEhIgQIAAAQIECBAgQIAAAQL1C0hIgAABAgQIECBAgAABAgQI1C8gIQECBAgQIECAAAECBAgQIFC/gIQECBAgQIAAAQIECBAgQIBA/QJbLeFkq13ZhQkQIECAAAECBAgQIECAwDYnIDABAgQIECCwNQT6vp9eduxzzOq6LuZX27aR9cF3rY4T/vmS4dycIY+PKF1ZDvzZneJ3/uR5w3dWBLYVgcce+OQ45N0vix3uvWOJ3Ef+JsrPofQRt1xxQ5x1+Amx7ow1w+8nf0Pzf1vD8eX3mGOeNH/MfYoAAQJ1CEhBgAABAgQIECBAgAABAgQI1C8gIQECBAgQIECAAAECBAgQIFC/gIQECBAgQIAAAQIECBAgQIBA/QISEiBAgAABAgQIECBAgAABAvULSEiAAAECBAgQIECAAAECBAjULyAhAQIECBAgQIAAAQIECBAgUL/A1ks42XqXdmUCBAgQIECAAAECBAgQILCNCYhLgAABAgQILLlA3/fTa459jlld18X8ats2sj74rtVxwr9cGk3TDOfnummGdRz80p3id/54l2G/FYFtTeCxBzw5Dnn3y+Nu97378PvIX0VsWN165U1x9qoT4vIz1gy/o/wtzf+N5W9vrLTLfnbMXhEgQGDFCwhAgAABAgQIECBAgAABAgQI1C8gIQECBAgQIECAAAECBAgQIFC/gIQECBAgQIAAAQIECBAgQIBA/QISEiBAgAABAgQIECBAgAABAvULSEiAAAECBAgQIECAAAECBAjULyAhAQIECBAgQIAAAQIECBAgUL/AVkw42YrXdmkCBAgQIECAAAECBAgQILBNCQhLgAABAgQILK1A3/fTC459jlld18X8ats2st7/d6vjhH+5tJzbRx6bswxV5jv4pTvFq966S/nOQmDbFXjM/k+Kg9/18tjhvjtG/jaGVfl9lF9M3HLlTXH24R+PdWesGX5P+Zua/1sbfld5fKlUzO3ZMXtFgACBlSzg3gkQIECAAAECBAgQIECAAIH6BSQkQIAAAQIECBAgQIAAAQIE6heQkAABAgQIECBAgAABAgQIEKhfQEICBAgQIECAAAECBAgQIECgfgEJCRAgQIAAAQIECBAgQIAAgfoFJCRAgAABAgQIECBAgAABAgTqF9iaCSdb8+KuTYAAAQIECBAgQIAAAQIEtiEBUQkQIECAAIElFOj7fnq1sc8xq+u6mF9t20bW+/92dXziPZdGNFE+TRmySluWQ17+uHjVHz23dBYCBB6z/5Pi0Hf/fOx4/3vMYTT5W2mi/GjiB1ffHGe94eOx7gtrht9V/ra6eb+7/C2OFeWTfRliHLNXBAgQWKECbpsAAQIECBAgQIAAAQIECBCoX0BCAgQIECBAgAABAgQIECBAoH4BCf8/e/cBJ1lVJQz8vDaLgCBBsogSVUDEnN3db5ObFVGiOayuijkLDALmHEjmNWdQAUkSDJizIsMMIKCgmMhV9Z3zql9PTTu6AhO6X/+r33k3vFD3/Ol3+2f3LYcAAQIECBAgQIAAAQIECBDov4AMCRAgQIAAAQIECBAgQIAAgf4LyJAAAQIECBAgQIAAAQIECBDov4AMCRAgQIAAAQIECBAgQIAAgf4LrNEMp9bou3tzAgQIECBAgAABAgQIECCwYAQkSoAAAQIECKwugdFoNPNWXb3KiuFwGLNjMBhExUffvji++KFfRNTlFVkZZdTN/u4RW8WTX75LVQUBAtMCmz3wjvG3R+wRt1zv1hHts5IPzniLq399RXz9gOPikrOWtM9XPWOzn716JrvIG0TVJ8uqCwIECMw/ASMmQIAAAQIECBAgQIAAAQIE+i8gQwIECBAgQIAAAQIECBAgQKD/AjIkQIAAAQIECBAgQIAAAQIE+i8gQwIECBAgQIAAAQIECBAgQKD/AjIkQIAAAQIECBAgQIAAAQIE+i8gQwIECBAgQIAAAQIECBAgQKD/Ams2w6k1+/benQABAgQIECBAgAABAgQILBABaRIgQIAAAQKrXWA0GrXvWWXFcDiM2TEYDKLiI29fHMd/5OKIpqkty8hX1Zv4f4/aOp708l2ybSNAYLbAZg+4Y/zNEXvErdZfKyKaboumaeKay6+Ksw84Li45c0n7nNWzNvsZrGezi8hX1bOIrqy6IECAwLwSMFgCBAgQIECAAAECBAgQIECg/wIyJECAAAECBAgQIECAAAECBPovIEMCBAgQIECAAAECBAgQIECg/wIyJECAAAECBAgQIECAAAECBPovIEMCBAgQIECAAAECBAgQIECg/wIyJECAAAECBAgQIECAAAECBPovsIYznFrD7+/tCRAgQIAAAQIECBAgQIDAghCQJAECBAgQILDqBUajUVTUO02WVR8OhzE7BoNBVHzk7efF8R+5eHxte4+8wygjRvH3e9whnviSu1VDECDwZwQ2vf/W8bAj9ohb3u7WkY9NbTPP0zWXXxVnH3BsXHLGee3zVs/c7GexntEuIl9Vz2J8j6oIAgQIzCMBQyVAgAABAgQIECBAgAABAgT6LyBDAgQIECBAgAABAgQIECBAoP8CMiRAgAABAgQIECBAgAABAgT6LyBDAgQIECBAgAABAgQIECBAoP8CMiRAgAABAgQIECBAgAABAgT6LyBDAgQIECBAgAABAgQIECBAoP8CazrDqTU9AO9PgAABAgQIECBAgAABAgQWgIAUCRAgQIAAgVUsMBqNZt6hq1dZMRwOY3YMBoOo+PDbzovjP3JRNHl10+Q+I7eojn/Y847xhJfcLbwIEPi/BTa939bxN0fsEbfa8Db1+ETTTD9Peem1v7s6zj7guLjk9MXtc1fP3uxnsp7VLvKSqPpkWXVBgACBeSBgiAQIECBAgAABAgQIECBAgED/BWRIgAABAgQIECBAgAABAgQI9F9AhgQIECBAgAABAgQIECBAgED/BWRIgAABAgQIECBAgAABAgQI9F9AhgQIECBAgAABAgQIECBAgED/BWRIgAABAgQIECBAgAABAgQI9F9gjWc4tcZHYAAECBAgQIAAAQIECBAgQKD3AhIkQIAAAQIEVqXAaDSauX1Xr7JiOBzG7BgMBlHx4bedFyd89KL22rpDnR95r9ziH/fcOp7w4ru2x+wIEPjrBDa579bxsCP2iFtteJt8lPKpyocp9xG5u/Z3V8XZBxwXF395cfv81TM4+9msZ7CLyFfVsxjfqyqCAAECc17AAAkQIECAAAECBAgQIECAAIH+C8iQAAECBAgQIECAAAECBAgQ6L+ADAkQIECAAAECBAgQIECAAIH+C8iQAAECBAgQIECAAAECBAgQ6L+ADAkQIECAAAECBAgQIECAAIH+C8iQAAECBAgQIECAAAECBAgQ6L/Ams9was0PwQgIECBAgAABAgQIECBAgEDPBaRHgAABAgQIrDKB0Wg0c++uXuVwOIwVxWAwiIoPve28OP6jF+e1TUZE7Zsm9xn/9Jg7xuNfdNfwIkDg+gtscp87xMOO2CPW2njtiHyecssy8tXEdb+/Jr5xwLFx8Wnnts9hPYuzn9N6frvIi6Lqk2XVBQECBOasgIERIECAAAECBAgQIECAAAEC/ReQIQECBAgQIECAAAECBAgQINB/ARkSIECAAAECBAgQIECAAAEC/ReQIQECBAgQIECAAAECBAgQINB/ARkSIECAAAECBAgQIECAAAEC/ReQIQECBAgQIECAAAECBAgQINB/gTmQ4dQcGIMhECBAgAABAgQIECBAgACBXgtIjgABAgQIEFj1AqPRqH2TKofDYXRl1bsYDAZR8b9vOS9O+OjFef4o6it3tbXX/NNjto7Hv/AuecxGgMANFbj9ve8QD33Xo+LWG90mn6u8S/t41tM2imv/cE188znHxcWn/rx9HuuZ7J7Rrqznt4u8Ou/R3mCmrD5BgACBuShgTAQIECBAgAABAgQIECBAgED/BWRIgAABAgQIECBAgAABAgQI9F9AhgQIECBAgAABAgQIECBAgED/BWRIgAABAgQIECBAgAABAgQI9F9AhgQIECBAgAABAgQIECBAgED/BWRIgAABAgQIECBAgAABAgQI9F9gLmQ4NRcGYQwECBAgQIAAAQIECBAgQKDHAlIjQIAAAQIEVpHAaDRq7zxZVr1iOBzGZAwGg6j44FvOixM/fnF7XUTTfuWutnj43tvE419wl/AiQODGC9z+3lvFw454VKx1+3WifcByN/3ExXV/uCa++ZzPx8Wn/Lx9LuvZnHxeq17PcReRr6pnEV1ZdUGAAIE5JmA4BAgQIECAAAECBAgQIECAQP8FZEiAAAECBAgQIECAAAECBAj0X0CGBAgQIECAAAECBAgQIECAQP8FZEiAAAECBLuJOL4AABAASURBVAgQIECAAAECBAj0X0CGBAgQIECAAAECBAgQIECAQP8FZEiAAAECBAgQIECAAAECBAj0X2BOZDg1J0ZhEAQIECBAgAABAgQIECBAoLcCEiNAgAABAgRWpsBoNIou6r5V78rhcBgrisFgEBUfePPiOPHjF8eoLmijahURD9/7jvG45+/U9toRILByBDa+11bx0CP2iFvffp28YT67009fPXXX/uHq+OZzjouLTj6nfT7rGZ39/Nbz3UXeoH32J8uqCwIECMwdASMhQIAAAQIECBAgQIAAAQIE+i8gQwIECBAgQIAAAQIECBAgQKD/AjIkQIAAAQIECBAgQIAAAQIE+i8gQwIECBAgQIAAAQIECBAgQKD/AjIkQIAAAQIECBAgQIAAAQIE+i8gQwIECBAgQIAAAQIECBAgQKD/AnMjw6m5MQyjIECAAAECBAgQIECAAAECPRWQFgECBAgQILDSBEaj0XL36tpVdjEcDmMyBoNBVHzgzefFlz75y2iaJpq6y8yuiX/Z547x2OftVL2CAIGVLLDxPbeKhx3xqFhr03Xz2WsfvCwjmqaJ6664Nr71nOPiopPOaZ/TelYnn9+qd892lZGv2WV22QgQIDA3BIyCAAECBAgQIECAAAECBAgQ6L+ADAkQIECAAAECBAgQIECAAIH+C8iQAAECBAgQIECAAAECBAgQ6L+ADAkQIECAAAECBAgQIECAAIH+C8iQAAECBAgQIECAAAECBAgQ6L+ADAkQIECAAAECBAgQIECAAIH+C8yRDKfmyDgMgwABAgQIECBAgAABAgQI9FJAUgQIECBAgMDKERiNRsvdqGtXWTEcDmN2DAaDqHjfGxfHiZ+4JOq8NupO7e1G8S/73DEe+9ydqkcQILCKBDbafct46BGPirU2XSfq0WujnumM6664Nr71nGPj4pPOaZ/XemZnP8vVbp/dPL+GWPXJsuqCAAECa1rA+xMgQIAAAQIECBAgQIAAAQL9F5AhAQIECBAgQIAAAQIECBAg0H8BGRIgQIAAAQIECBAgQIAAAQL9F5AhAQIECBAgQIAAAQIECBAg0H8BGRIgQIAAAQIECBAgQIAAAQL9F5AhAQIECBAgQIAAAQIECBAg0H+BuZLh1FwZiHEQIECAAAECBAgQIECAAIEeCkiJAAECBAgQWAkCo9Foubt07SqHw2GsKAaDQVS8742L46RP/zKaJqKpr6w0MX79277bxGOfu+O4YU+AwCoV2OgeW8ZDjtwz1t7stvkkRjRNPoltRAyuui6+ecCxcdFJ57TPbT27k89196xXWRH5ml1ml40AAQJrUsB7EyBAgAABAgQIECBAgAABAv0XkCEBAgQIECBAgAABAgQIECDQfwEZEiBAgAABAgQIECBAgAABAv0XkCEBAgQIECBAgAABAgQIECDQfwEZEiBAgAABAgQIECBAgAABAv0XkCEBAgQIECBAgAABAgQIECDQf4E5k+HUnBmJgRAgQIAAAQIECBAgQIAAgd4JSIgAAQIECBC4sQKj0Wi5W3TtKrsYDocxGYPBICre84Zz46RP/zIibzG+zSjaa/KO/7bfNrH/c3bMmo0AgdUlsNFuW8RDjnxUrLX5bdtncfxw5rvnMzq46tr45rM+Gxed+LP2+a1nePK5rme32lVW5FXT98i7jB/w6hIECBBYQwLelgABAgQIECBAgAABAgQIEOi/gAwJECBAgAABAgQIECBAgACB/gvIkAABAgQIECBAgAABAgQIEOi/gAwJECBAgAABAgQIECBAgACB/gvIkAABAgQIECBAgAABAgQIEOi/gAwJECBAgAABAgQIECBAgACB/gvMnQyn5s5QjIQAAQIECBAgQIAAAQIECPRMQDoECBAgQIDAShUYjUbt/aqsGA6HMTsGg0FUvPcN58Upn7k0z28iasuIpsmtif/Yf5vY/4AdwosAgdUvsOHdt4iHHLlnrL3l+vnmTURu42hidO0wvvnsz8ZFJ/6sfY7rWZ58xuu5n4zIV7WziK6suiBAgMBqF/CGBAgQIECAAAECBAgQIECAQP8FZEiAAAECBAgQIECAAAECBAj0X0CGBAgQIECAAAECBAgQIECAQP8FZEiAAAECBAgQIECAAAECBAj0X0CGBAgQIECAAAECBAgQIECAQP8FZEiAAAECBAgQIECAAAECBAj0X2AOZTg1h8ZiKAQIECBAgAABAgQIECBAoFcCkiFAgAABAgRunMBoNJq5QVevcjgcxopiMBhExXtevzhO+swvo87NXUTepm5V7X/f/46x37N3mLmvCgECq19gw103j4cc8ai4zZbrzTyf9azWMzq8dhjfeOZn4hfH/7R9nuuZrpj9zNe5FTX62WX1CQIECKxOAe9FgAABAgQIECBAgAABAgQI9F9AhgQIECBAgAABAgQIECBAgED/BWRIgAABAgQIECBAgAABAgQI9F9AhgQIECBAgAABAgQIECBAgED/BWRIgAABAgQIECBAgAABAgQI9F9AhgQIECBAgAABAgQIECBAgED/BeZShlNzaTDGQoAAAQIECBAgQIAAAQIEeiQgFQIECBAgQGAlCYxGo/ZOVQ6Hw+jKqncxGAyi4j1vOC9O/uyv2vOjaWIc4+K/Hnen2O9ZO4QXAQJrXmCDXTePhxyxZ6x9h/XbxzSiiabJiHwNRvHtAz4XF37xx+1zXc95Pd9VVnRzQJUVeUU7L0yWVRcECBBYTQLehgABAgQIECBAgAABAgQIEOi/gAwJECBAgAABAgQIECBAgACB/gvIkAABAgQIECBAgAABAgQIEOi/gAwJECBAgAABAgQIECBAgACB/gvIkAABAgQIECBAgAABAgQIEOi/gAwJECBAgAABAgQIECBAgACB/gvMqQyn5tRoDIYAAQIECBAgQIAAAQIECPRGQCIECBAgQIDADREYjUbRRV1f9a4cDoftsSonYzAYRMW7X784TvrML2NUF1TkvaJa2fGfj9sm9n3m9tUrCBCYIwIb7LJZPPiIPWPtrdbPEY3a5zsf16xHDK8bxLeffWxc+IUftc93PfP1nFdZUXNDV1a9LppdVp8gQIDAqhfwDgQIECBAgAABAgQIECBAgED/BWRIgAABAgQIECBAgAABAgQI9F9AhgQIECBAgAABAgQIECBAgED/BWRIgAABAgQIECBAgAABAgQI9F9AhgQIECBAgAABAgQIECBAgED/BWRIgAABAgQIECBAgAABAgQI9F9gbmU4NbeGYzQECBAgQIAAAQIECBAgQKAnAtIgQIAAAQIErrfAaDRa7pquXeVwOIyurHoXg8EgKo553Xlx8mcvjaZposm7tJH1yNYjnnCn2Pd/tg8vAgTmnsAGO28WDz7y0bHO1htE0zTR1BBz11RtOIrvHHBsXPj5H7XPeT339bxXWdHNCVVW1KWzy+oTBAgQWKUCbk6AAAECBAgQIECAAAECBAj0X0CGBAgQIECAAAECBAgQIECAQP8FZEiAAAECBAgQIECAAAECBAj0X0CGBAgQIECAAAECBAgQIECAQP8FZEiAAAECBAgQIECAAAECBAj0X0CGBAgQIECAAAECBAgQIECAQP8F5liGU3NsPIZDgAABAgQIECBAgAABAgR6ISAJAgQIECBA4PoJjEaj5S7o2lV2MRwOYzIGg0FUHP3axXHK536V14+iPbetRVt/xOO3iX2esV322AgQmKsCt7vbpvGgI/eMtbe+XbQzQe7qWc6nOEaDUXz72Z+LC4/7Yfu81xxQz32VFXVeV1a9cpxdVp8gQIDAqhJwXwIECBAgQIAAAQIECBAgQKD/AjIkQIAAAQIECBAgQIAAAQIE+i8gQwIECBAgQIAAAQIECBAgQKD/AjIkQIAAAQIECBAgQIAAAQIE+i8gQwIECBAgQIAAAQIECBAgQKD/AjIkQIAAAQIECBAgQIAAAQIE+i8w1zKcmmsDMh4CBAgQIECAAAECBAgQINADASkQIECAAAECN0JgNBq1V1c5HA5jRTEYDKLiqNcujlOOuzSiiXw1WVRkNbc9nnin2OcZ22XNRoDAXBe43V03jQcf+ehYd5sNxkNtmiwzxlt854Bj48Jjf9g+9zUn1PNfZUU3V1RZkRfG7LL6BAECBFaBgFsSIECAAAECBAgQIECAAAEC/ReQIQECBAgQIECAAAECBAgQINB/ARkSIECAAAECBAgQIECAAAEC/ReQIQECBAgQIECAAAECBAgQINB/ARkSIECAAAECBAgQIECAAAEC/ReQIQECBAgQIECAAAECBAgQINB/gTmX4dScG5EBESBAgAABAgQIECBAgACBeS8gAQIECBAgQOCGCoxGo/bSKofDYXRl1bsYDAZRceSrF8epx14aUZdUZGXURsSjnnin2Pvp27X3siNAYH4IrH+XTeJBRz461rnTBjngeqgzxls7F3zngM/FBZ/7Qfv813xQ80CVFd1cUWVF3qC9ZrKsuiBAgMDKFXA3AgQIECBAgAABAgQIECBAoP8CMiRAgAABAgQIECBAgAABAgT6LyBDAgQIECBAgAABAgQIECBAoP8CMiRAgAABAgQIECBAgAABAgT6LyBDAgQIECBAgAABAgQIECBAoP8CMiRAgAABAgQIECBAgAABAgT6LzD3Mpyae0MyIgIECBAgQIAAAQIECBAgMM8FDJ8AAQIECBD4qwVGo1FU1AWTZdUrhsNhTMZgMIiKI169OE77wmURTVNblpGvqjex55PuFHv997bZthEgMN8E1t9pk3jwkY+Ode+8UQ69iRhv0TRNG9977rFx4ed+2M4DNTfUfFBlRTdnVFkR+Zosu3p22wgQILByBNyFAAECBAgQIECAAAECBAgQ6L+ADAkQIECAAAECBAgQIECAAIH+C8iQAAECBAgQIECAAAECBAgQ6L+ADAkQIECAAAECBAgQIECAAIH+C8iQAAECBAgQIECAAAECBAgQ6L+ADAkQIECAAAECBAgQIECAAIH+C8zBDKfm4JgMiQABAgQIECBAgAABAgQIzGsBgydAgAABAgT+OoHRaDRzYlevsmI4HMbsGAwGUXHEqxfHaV+4LOq83NUW0d5qFI960jax19O2nbmvCgEC809gvR03iQcf9ZhY984bts92TRX1vI8j4rvP+Vxc8Jnvt/NBzRM1L1RZUed0ZdUr+66cXa+2IECAwI0RcC0BAgQIECBAgAABAgQIECDQfwEZEiBAgAABAgQIECBAgAABAv0XkCEBAgQIECBAgAABAgQIECDQfwEZEiBAgAABAgQIECBAgAABAv0XkCEBAgQIECBAgAABAgQIECDQfwEZEiBAgAABAgQIECBAgAABAv0XmIsZTs3FQRkTAQIECBAgQIAAAQIECBCYxwKGToAAAQIECFxPgdFo1F5RZcVwOIzZMRgMouJdhy+O075wWTR5RdPkviLr1fHop9w59nrqttUSBAjMc4Hbbr9xPOjox8S6223Q49qHAAAQAElEQVQU9Zg3zfh5z31E7r73vOPigk9/r50Xar6o+aHKim4eqbIi8tWVWbURIEBgZQm4DwECBAgQIECAAAECBAgQINB/ARkSIECAAAECBAgQIECAAAEC/ReQIQECBAgQIECAAAECBAgQINB/ARkSIECAAAECBAgQIECAAAEC/ReQIQECBAgQIECAAAECBAgQINB/ARkSIECAAAECBAgQIECAAAEC/ReYkxlOzclRGRQBAgQIECBAgAABAgQIEJi3AgZOgAABAgQI/DUCo9GoPW2yHA6HsaIYDAZR8c7DFsdpX7xsfF3u22un7/OYJ98pHvOUO2evjQCBvgjcdruN48FH7RXrZtk97+3MMb373vOPiws+/f12fqi5o+aJKivq/K6sepnMLqtPECBA4IYLuJIAAQIECBAgQIAAAQIECBDov4AMCRAgQIAAAQIECBAgQIAAgf4LyJAAAQIECBAgQIAAAQIECBDov4AMCRAgQIAAAQIECBAgQIAAgf4LyJAAAQIECBAgQIAAAQIECBDov4AMCRAgQIAAAQIECBAgQIAAgf4LzM0Mp+bmsIyKAAECBAgQIECAAAECBAjMUwHDJkCAAAECBP6iwGg0ioo6abIcDodtf5WTMRgMouIdhy2OLx//62jyq65tctc0uc/Y66l3jkc/5c7ZYyNAoG8C6263UTzoqMfEejvcPpqmycgMm4xo2q/vP//YuOBT32vniZo7ar6osqLmmK6sel01u6w+QYAAgRsk4CICBAgQIECAAAECBAgQIECg/wIyJECAAAECBAgQIECAAAECBPovIEMCBAgQIECAAAECBAgQIECg/wIyJECAAAECBAgQIECAAAECBPovIEMCBAgQIECAAAECBAgQIECg/wIyJECAAAECBAgQIECAAAECBPovMEcznJqj4zIsAgQIECBAgAABAgQIECAwLwUMmgABAgQIEPjzAqPRaOZgV6+yi+FwGJMxGAyi4u2HnhunH//rvHYU9ZW72qKu2/upd4pHP/lOecxGgEBfBdbddqN40FF7xbo7bJzPfWbZTiU1G7SV+P4LjosLPvnddr6oOaTmjSorap7oyqrn1XmP8XXVrqg+QYAAgesr4HwCBAgQIECAAAECBAgQIECg/wIyJECAAAECBAgQIECAAAECBPovIEMCBAgQIECAAAECBAgQIECg/wIyJECAAAECBAgQIECAAAECBPovIEMCBAgQIECAAAECBAgQIECg/wIyJECAAAECBAgQIECAAAECBPovMFcznJqrAzMuAgQIECBAgAABAgQIECAwDwUMmQABAgQIEFiBwGg0ioruUFevsmI4HMbsGAwGUfH2Q8+LM074zfSlTdRX7mqLff5729jzSXeaPqYgQKDPAuvcecN40FF7xXo7bRLtBJC7dj6IyFrED174+bjgE99t542aT2r+qLKim2eqrIh8dWVWl5ufqi0IECDwVwg4hQABAgQIECBAgAABAgQIEOi/gAwJECBAgAABAgQIECBAgACB/gvIkAABAgQIECBAgAABAgQIEOi/gAwJECBAgAABAgQIECBAgACB/gvIkAABAgQIECBAgAABAgQIEOi/gAwJECBAgAABAgQIECBAgACB/gvM2Qyn5uzIDIwAAQIECBAgQIAAAQIECMw7AQMmQIAAAQIE/i+B0WjUnlLlcDiMFcVgMIiKt71qcZx+wmUxvqIuG2V93Nr36dvGnk/cpjoFAQILRGCdO20YDzxqr1hvx00y42XzQc0KNaf84EXHxfkf/047f9TcUvNIlRV1vCurnjeIrqy6IECAwPUTcDYBAgQIECBAgAABAgQIECDQfwEZEiBAgAABAgQIECBAgAABAv0XkCEBAgQIECBAgAABAgQIECDQfwEZEiBAgAABAgQIECBAgAABAv0XkCEBAgQIECBAgAABAgQIECDQfwEZEiBAgAABAgQIECBAgAABAv0XmLsZTs3doRkZAQIECBAgQIAAAQIECBCYZwKGS4AAAQIECPxFgdFo1B6vcjgcRldWvYvBYBAVbz3k3DjjS7+JpmmiviLLiKo1sd8zto09Hn/H8CJAYOEJrLPNBvHAo/eK9e6yaTsjlECTu6Zp9/GjF38+zv/Yd9p5pOaVmk+qrOjmnCor8rJ2Hposqy4IECDwfwo4gQABAgQIECBAgAABAgQIEOi/gAwJECBAgAABAgQIECBAgACB/gvIkAABAgQIECBAgAABAgQIEOi/gAwJECBAgAABAgQIECBAgACB/gvIkAABAgQIECBAgAABAgQIEOi/gAwJECBAgAABAgQIECBAgACB/gvM4Qyn5vDYDI0AAQIECBAgQIAAAQIECMwrAYMlQIAAAQIElhcYjUZRUb2T5XA4bPurnIzBYBAVb150bpzxpcvbc+q6vEtkI28ziv3/Z9vY43F3zLqNAIGFKrD2HTeIBx69d6x/t01zVsjpISFqrqh5Iqed+NGLPx/nf/Tb7XxSc0zNKxVVr/O6sup5aV42qqItu762w44AAQJ/RkA3AQIECBAgQIAAAQIECBAg0H8BGRIgQIAAAQIECBAgQIAAAQL9F5AhAQIECBAgQIAAAQIECBAg0H8BGRIgQIAAAQIECBAgQIAAAQL9F5AhAQIECBAgQIAAAQIECBAg0H8BGRIgQIAAAQIECBAgQIAAAQL9F5jLGU7N5cEZGwECBAgQIECAAAECBAgQmEcChkqAAAECBAhMCIxGo5lWV69yOBxGV1a9i8FgEBVvXrQ4zjr58miaiCa/IitNjF+PfeZ28cjHbj1u2BMgsKAF1t76dvGAo/aK2+28edQc0TS5byNZsvqjl3whzv/It9p5ZXKeqXo3B1VZkVe081KVFV1f1QUBAgRWIKCLAAECBAgQIECAAAECBAgQ6L+ADAkQIECAAAECBAgQIECAAIH+C8iQAAECBAgQIECAAAECBAgQ6L+ADAkQIECAAAECBAgQIECAAIH+C8iQAAECBAgQIECAAAECBAgQ6L+ADAkQIECAAAECBAgQIECAAIH+C8zpDKfm9OgMjgABAgQIECBAgAABAgQIzBsBAyVAgAABAgQ6gdFo1FWjq1c5HA7bdpWTMRgMouLNixbHWSf/JiIvr1uMpivZjMc9c9t45P5bz9xXhQABAre5w+3iAUftFevvsnk7t4wnj3SpSSPnjx+99Aux9MPfbOeXbs6puabqk3NS1fOq6XtULe9Uk9C4ak+AAIFZApoECBAgQIAAAQIECBAgQIBA/wVkSIAAAQIECBAgQIAAAQIECPRfQIYECBAgQIAAAQIECBAgQIBA/wVkSIAAAQIECBAgQIAAAQIECPRfQIYECBAgQIAAAQIECBAgQIBA/wVkSIAAAQIECBAgQIAAAQIECPRfYG5nODW3h2d0BAgQIECAAAECBAgQIEBgnggYJgECBAgQIPAnAqPRqO2rcjgcRldWvYvBYBAVb150Xpx18uV5fhPRNLktiyc8a7t4xP5bhxcBAgRmC9xmq/Xj/kftFRvcfcs8VPNGW7S7pmniJy/7Ypz/4W+288zkvFP1bk6qsiIvauepKgUBAgT+rIADBAgQIECAAAECBAgQIECAQP8FZEiAAAECBAgQIECAAAECBAj0X0CGBAgQIECAAAECBAgQIECAQP8FZEiAAAECBAgQIECAAAECBAj0X0CGBAgQIECAAAECBAgQIECAQP8FZEiAAAECBAgQIECAAAECBAj0X2COZzg1x8dneAQIECBAgAABAgQIECBAYF4IGCQBAgQIECAwFhiNRm1lshwOh1HtKidjMBhExRsPXhxnnvyb9pyIvD7vUedXPP5Z28Z/7XeH9p52BAgQWJHAbbZcP+5/5F5xu123yHkkz8hppOaSmkOq+uOXfTGW/u832vmmm4Nq7ql6ndOVVc+r8x51Vd4h56JqCwIECEwKqBMgQIAAAQIECBAgQIAAAQL9F5AhAQIECBAgQIAAAQIECBAg0H8BGRIgQIAAAQIECBAgQIAAAQL9F5AhAQIECBAgQIAAAQIECBAg0H8BGRIgQIAAAQIECBAgQIAAAQL9F5AhAQIECBAgQIAAAQIECBAg0H+BuZ7h1FwfoPERIECAAAECBAgQIECAAIF5IGCIBAgQIEBgwQuMRqOoKIjJcjgctv1VTsZgMIiKNx60OL5yyuV1WUTTRERGbRlPOmD7+K997xBeBAgQ+L8E1tpyvbj/UXvFBrttGTWN1K5pmnE1In76iuNj6f9+o513Jueiqtec1ZVVz9Pbeasru75qCwIEFrwAAAIECBAgQIAAAQIECBAgQKD/AjIkQIAAAQIECBAgQIAAAQIE+i8gQwIECBAgQIAAAQIECBAgQKD/AjIkQIAAAQIECBAgQIAAAQIE+i8gQwIECBAgQIAAAQIECBAgQKD/AjIkQIAAAQIECBAgQIAAAQIE+i8w5zOcmvMjNEACBAgQIECAAAECBAgQIDDnBQyQAAECBAgsXIHRaBQVnUBXr3I4HLbHquxiMBhEF68/cHGcdepvYzRzcVWyldsTD9gu/nOfrapDECBA4K8SWGuL9eJ+R+0dt9ut5o7x3JTTSXtttuKnr/hiLP3A2e0cVHNSzUVVVkzOWVWvi7pydr3aggCBhSogbwIECBAgQIAAAQIECBAgQKD/AjIkQIAAAQIECBAgQIAAAQIE+i8gQwIECBAgQIAAAQIECBAgQKD/AjIkQIAAAQIECBAgQIAAAQIE+i8gQwIECBAgQIAAAQIECBAgQKD/AjIkQIAAAQIECBAgQIAAAQIE+i8w9zOcmvtDNEICBAgQIECAAAECBAgQIDDHBQyPAAECBAgQaAVGo9FMORwOo9pVdjEYDKLq1113Xbz+wMXx1dN+G00T0eRXu28iX008+bnbxX/uvVXWbQQIELh+Amttftu4/1F7xQa73yGapokmL88iy7YWPz3w+Fj6gbOjm4+6suambs6qsiIvbeexKiu6vqoLAgQWqIC0CRAgQIAAAQIECBAgQIAAgf4LyJAAAQIECBAgQIAAAQIECBDov4AMCRAgQIAAAQIECBAgQIAAgf4LyJAAAQIECBAgQIAAAQIECBDov4AMCRAgQIAAAQIECBAgQIAAgf4LyJAAAQIECBAgQIAAAQIECBDov8A8yHBqHozREAkQIECAAAECBAgQIECAwJwWMDgCBAgQIEAgYjQatQxVDofDtl1lF4PBIKp+3XWDeN0rF8dXTvttjOorr6sy79Be8+TnbBv/sddW7b3sCBAgcEMEbr3ZbeN+R+0dG+y+Vc4yObvk9FRzU9ba7acHHh9L3ve16Oalrqw5qs7ryqrX+3dl1QUBAgtbQPYECBAgQIAAAQIECBAgQIBA/wVk2A+B+r2uyL/A1d/hRPs3SN8Pq+77oR+zhiwIECBAgAABAgQWmoB8CRAgQIAAAQIECBAgQIAAgf4LyJAAAQIECBAgQIBAHwSsfVt1a9/YsvU9cOO/TiHqtAAAEABJREFUB+bCPGsMBAgQIECAAAECBAgQIECAQP8FZEiAAAECBAgQIECAAAECBAj0X2A+ZDg1HwZpjAQIECBAgAABAgQIECBAYA4LGBoBAgQIEFhwApMfYqzkq92Vw+Gw/Uc0quxiMBhE1a+7dhCve+W58bXTfxdNE9HMfEX7eurzto//2Gurtm5HgACBGyNw603XjfsetXdseK+tx7epSSfnnOktzjn4xFj6/q9HNz915TDnsC5qbquoG0yWXb36BQECC0pAsgQIECBAgAABAgQIECBAgED/BWQ4jwXqd7ddzOM0DJ3AvBPw3M27/2QGTIAAAQIECBAgEMGAAAECBAgQIECAAAECBAgQ6L+ADAkQIECAAAECBAjMawHrsub1fz6DJ7BgBLq5qso1lLS3JUCAAAECBAgQIECAAAECBPovIEMCBAgQIECAAAECBAgQIECg/wLzIsOpeTFKgyRAgAABAgQIECBAgAABAnNWwMAIECBAgMDCEpj9obuuXeVwOIyurHrFYDCIKq+99rp47YGL42un/34MNqpiFOOviKc+b7v498dsWZ2CAAECK0Xg1pusG/c7au/Y8N5b5/1q0skYb5GTVfzswONj6fu+Ft08VWVFzVld1JxWkTfIS/LiqmR0fVm1ESCwYAQkSoAAAQIECBAgQIAAAQIECPRfQIbzTaB+V9vF7LF3/cr8a9xI+D5Yud8Ds5+3anfGVRcECBAgQIAAAQIE5raA0REgQIAAAQIECBAgQIAAAQL9F5AhAQIECBAgQIAAgfkn0K3BqnL26KtPrNx1cDx5+h64cd8Df2memn1s1bXdmQABAgQIECBAgAABAgQIEOi/gAwJECBAgAABAgQIECBAgACB/gvMjwyn5scwjZIAAQIECBAgQIAAAQIECMxRAcMiQIAAAQILSKA+vDiZbteucjgcRldWvWIwGESV11xzXbzuwPPi62f8LqKJiCZ3FdG0X//9/O3j3x+9ZXgRIEBgZQvc6vbrxH2P2js2us8d89ZN5KRTW5ZNNE0T5xx8Qix979eim69qzuqim9OqrIh8dWVW2zmvSkGAwAIRkCYBAgQIECBAgAABAgQIECDQfwEZziuByd/XdgOvvi5W1NcdU964/8NOfgvX7889V11/lZPfH9UWBAgQIECAAAECBOacgAERIECAAAECBAgQIECAAAEC/ReQIQECBAgQIECAAIF5JNCtuZocctfXlXWsqysX7ho+/+39t58L3wM1H1XMHkv1ddEd69qrrHRjAgQIECBAgAABAgQIECBAoP8CMiRAgAABAgQIECBAgAABAgT6LzBPMpyaJ+M0TAIECBAgQIAAAQIECBAgMCcFDIoAAQIECCxUgfqwXeVe5XA4jK6sesVgMIgqr776unjtKxfH1874XXtO7qKizh/FKJ72gu3i3/bcom4lCBAgsEoEbrXxOnGfo/aJDe+zdc4/7ZbTUM5Ao4qIcw4+IZa+56vRzVs1d82Ods7K82uAVa9SECCwsARkS4AAAQIECBAgQIAAAQIECPRfQIbzQ6B+R1vRjbbqfy7qd71/7pj++h258H1w/b4H6pmqmHSrZ7FrV30yqn+yrU6AAAECBAgQIEBgLggYAwECBAgQIECAAAECBAgQINB/ARkSIECAAAECBAgQmC8Cs9dYVbuixl+luH5r3Hjx8j2w6r8HZq8jLfPJOavqXXTHuvbKLt2PAAECBAgQIECAAAECBAgQ6L+ADAkQIECAAAECBAgQIECAAIH+C8yXDKfmy0CNkwABAgQIECBAgAABAgQIzEEBQyJAgAABAgtGYPJDdV29yu6DeVV2MRgMoupXXXVtvPbA8+Lss34fTUo1Te7biKjiGS/cPv7tUVuEFwECBFa1wK02Wjvue/Q+sdH9tomciaJpmnHUGzcR5yw6MZa++6tR81dFzWGzo+a8irpkdll9ggCBXgtIjgABAgQIECBAgAABAgQIEOi/gAzngUD3u9luqF27ysnofr9bfV1dOWz/fseBw435HqhnqqLuUWVFV6/nstoVVe9idrvrVxIgQIAAAQIECBBYQwLelgABAgQIECBAgAABAgQIEOi/gAwJECBAgAABAgQIzAuB2WurunaVk1FrtCq6vqoLawF9D/geWBPfA7Pnoa7dlTX5Vr3KLma3u/6VULoFAQIECBAgQIAAAQIECBAg0H8BGRIgQIAAAQIECBAgQIAAAQL9F5g3GU7Nm5EaKAECBAgQIECAAAECBAgQmHMCBkSAAAECBBaGwOSH6bp6lfVhwK6sesVgMGj/8ZCrrrw2XnfQkjj7rN+3SKPcj9pdVSKe8cLt41/32CIbNgIECKwegVtuuHbc5+h9YsP7bRORE1LNXzUtxfTu54ecEEuO+UrUPNZFzWuT0V6T19aIq96VXb3aggCBPgrIiQABAgQIECBAgAABAgQIEOi/gAznk0D9TvbPRf1Ot45VKfyfm/oeWLnfA/X3k9mm9bxVVH+VNZd0ZdUrZrerTxAgQIAAAQIECBBYMwLelQABAgQIECBAgAABAgQIEOi/gAwJECBAgAABAgQIzH2ByTVVVf9z0a3LqrJiRWu4ql+s3LVyPHn6Hljx98DkHFTzVjlVORk1A3ftqldUu8qVG+5GgAABAgQIECBAgAABAgQI9F9AhgQIECBAgAABAgQIECBAgED/BeZPhlPzZ6hGSoAAAQIECBAgQIAAAQIE5piA4RAgQIAAgZ4L1AfoKro0u3qV3Yfwquyi+6DelVdcG687eGmcfdbvo2kvbrLMaLKR8T8v3j7+5ZGbZ8NGgACB1Stwyw1uE/c7Zt/Y6AF3jqZpMvL9m4yoXRPnvurEWHrMV6Lms4pufpssaw6sqKu6cna92oIAgR4JSIUAAQIECBAgQIAAAQIECBDov4AM57xA9/vYFZXVN/l73O73u5Nl1SfjuuuuC8HA98Bf/h6YfGaqXs9ZV1Z98tmrehc1oVS9yi5mt7t+JQECBAgQIECAAIHVKuDNCBAgQIAAAQIECBAgQIAAgf4LyJAAAQIECBAgQIDAHBeYXEvV1aucjFqf1UW3ZmuyrHoX1sH95XVwfPj4Hrjh3wPdPNOVNS9VvcrZMTmHVb2m4q6s+koPNyRAgAABAgQIECBAgAABAgT6LyBDAgQIECBAgAABAgQIECBAoP8C8yjDqXk0VkMlQIAAAQIECBAgQIAAAQJzSsBgCBAgQIDAQhLoPlRXZX0IryurXtF9QO/KK6+N1x60JM4+63cRo1G0XxPlM1+0XfzLIzYPLwIECKwpgZuvv1bc9+h9Y8MH3KmmqZyraiTtbFWVOPfQL8XSo8+KYc5v3dxW9cmoObCiLujK2fVqCwIE+iEgCwIECBAgQIAAAQIECBAgQKD/AjKc2wLd72Eny6pP/t52dr1+v1tR/6edVVZUvYtqi0EwYPCXvgf+muelnr16HmdHzSrVV6UgQIAAAQIECBAgMFcEjIMAAQIECBAgQIAAAQIECBDov4AMCRAgQIAAAQIECMw3gVpn1UWtx1pRrGid11+zvmtF1+mzbtD3gO+Bv/Z74P+aZ2bPV91cVvNw1avsYna767+hpesIECBAgAABAgQIECBAgACB/gvIkAABAgQIECBAgAABAgQIEOi/wHzKcGo+DdZYCRAgQIAAAQIECBAgQIDAHBIwFAIECBAg0FuB+tBcRZdgV+8+eFftrl5lfbCvyiuuuDZec+CS+OZXfz++tGmi/Woiy4hnvWSHePgjNg8vAgQIrGmBm69/67jv0fvGxg+6c7QTVO6ajMhXk7H4sJNiyZFnzvzDRzXHzY6aCyvy9OjKqgsCBHonICECBAgQIECAAAECBAgQIECg/wIynMMCs3//Wu2KGnKVFfX7289/7do47qvXRJXjuCa++PVr2/jC17Kex47PsuKELLs48WtXRxdfyvqXvnZVtPHVq+KkNq7M8so4+avL4pSvXhGTcWq2T/3KH6PitCzH8Yf48leWxelf+X10cUbWzzjr93HGWb9r48wsuzjrrN9GF1/J+lfOvDwqvprlOH4TXztz+fj6mb+OLs4+49dx9hmXtfGNLLv45hmXRhffyvq3zvhVtHH6r+LbM/HL+M7py+K7p18Sk/G9bH/vyxdHxfezHMdF8YMvL4sffvkX0cZpv4gfzcSFWb8wfnzasvjJaRdEFz/N+k9PPT8qfpblOJbGOacuHz8/dUl0ce4pS2Ic58XiU5bFeacsji6WZH3JyedGF0uzPo6fx/knL4sLTj4nZuKkc+LCNn4WvzhpMn4aF520LC7O+sUn/SQu/tJP4pKZ+HHWfxy//NKy+NWXfhRdXJr1S0/8YVRclmUXvz7xBzEZvznx+9HGCd+Py2fie/HbE5bF7074bnTx+6z//vjvxu+P/04bf8hyHN+OPx6/LK7I+hXHfysqrvzit2Ic38zym3HVF7v4Rlz9xWVxTdav+eLZcfXnvx7XTMe1Xzg761+Laz8/Ead+J+o5rKhnsovuOa1SECBAgAABAgQIEJgDAoZAgAABAgQIECBAgAABAgQI9F9AhgQIECBAgAABAgTmtECtreoGWPWKalfZRa3D+vyfrIm8dmY9ZK2JrDj+69fG8Xne8V+/JstxdGsjx+XVM+sju3WSVbZrJP9kreRV7VrJkybWSp48XT8ly1O+uoJ1k9lX6ya7GK+d/GOMy2XrJ7u1lKd/5Q8z6yhPr3WUFe1ayhWvpzzzrN/NrKc866wVr61cfn3l5fHVWesra73l17Pv6xPrLKt+drvW8tftWsuzz7isLb+R5bK4dGbN5f+99rLWYf4yvj2x/rJbizm5BrOrT67FXH495sXx/Yn1mN3azB9m3w+7tZnT5ez1mT+aWJ85Xqt5wcwazRWt1Vx+veb58bNTl7ZxTpaT8fNs//zUJTNrN38+sXbz3FPOi4rFWU7GeacsnlnHWfUl2R7HuStYz3luLD35521Mruus+sy6zlrjWes6s7ywypN+Fhdm/OJP4qfLrfOsNZ/jtZ4/bdd61nrPir+05rPWf/7qSz+eWfdZ6z8vbdd+/iguPbHiT9eAjteCLr8OtNaE/ubEH4zXgtaa0Jm1oN+fXhf6veXWhHbrQ7t1oV3Zrg9t14iO14fWOtHx+tDvxLhctka0Wy86uVb0iloreny3XrTK2WtGV7x2tNaRXlPrR2u9aBfTa0hrLem1X/j68mtIp9eT1hxW81dF1Wtuq/hz9Tp2I8KlBAgQIECAAAECBAgQIECAQP8FZEiAAAECBAgQIECAAAECBAj0X2BeZTg1r0ZrsAQIECBAgAABAgQIECBAYM4IGAgBAgQIEOinwOQH5yrDrl1lF/Vhuy4Gg0H7jzlc8cdr4zUHLolvfvUPMaoLp6Ot5+5ZL9k+Hv5fm033KggQILDmBW6+3q3jvkfvFxs/cNscTE5U07NXWxuNYvHhX4qlR54ZNc9VdPPeZNnNi3mDqHpXdvVqCwIE5ruA8cwWd9UAABAASURBVBMgQIAAAQIECBAgQIAAAQL9F5DhfBSo39XW72KrrDj6i9fFfx10bRuPPPi6eNSiQcZ18ehF18Vehwwyrot9Dqm4NvY95NrYb9E1sf+iq9t4bJaPO/iqeNzBV8bjD7oynpDxxIOviCce/Md40kF/jKcc9Id48kG/j6dmPO3A30XFf7/yt/H0jGe88vJ4xit/E/+T8cw2fh3PeuVl8exXXBYHVLz80njuy3/VxvOyfP7LfhnPf9kl8YKXXxwvfPkl8aKXXdTGi1/6i3jpSy+Ml2S8LOPlL7kgXv6S8+MVLz0/XlnxkqVx4EuWxEEvHsfBLz4vFr14cRzyonMzFsersjzsRT+PQ190Thye8eoXnhOvfuHP4jUv/Gm89oU/ide+4CfxuozXv+DH8frn/yjekPGmNn4Yb37+D+Itz/9+vDXLtz7v+/G2530v3v6872Z8L97x3O/GO5/7nXjXc77dxhHP/VYclXHkc74ZRz/nG3HMAeN49wFnx3sO+Hq859lfj/dmvO+Ar8X7DvhqvP/ZX4kPPPur8cEs//dZZ8X/PuvM+HDFM8+MjzzzjPjoM0/P+HJ8LMuPP/PL8fH/OS0+8T+nxiczPlXxjFPiM884OT77jJMyTo7PPf2kOPbpX4pjn3FiHPf0E+PzbZwQX/jv4+OL03HCf38xTnjaF+LENj4fJz3t83Hy047LODZOeern4tSnHpvxuTjtqZ+NLz/lMxmfjdOf/Jk488mfjjOf8qk4K+MrT/5UfOXJn4yvPvkT8bWMrz/pE/H1J308zn7ix+IbbXw0vvXEio/Et5/44YwPxXez/N4TPhTfe8L/xvcf/8H4wXT88PEfiB897v1t/Pjx74+fPP598ZPHvTd+VvHY98Q5GT9/7Lvj3IzF+x8TFeftf3QseexRsWT/I2Npxvn7HRkX7HdExrviF/tl7PuuuGjfd8bF+74jLt7nHXHJvm+PX2b8ap+3RcWl+7w1LqvY+y3xmzbeHJfv/ab47V5vit/t9caMN8Tv93pD/CHjj3u9Pv74mNfFFRlXVjz6tXHVo18T12Rcveer49qM6x59eLTxqEPjuj0OiUHGdY9cFNf+10FxzX8e2P69uJ7DeiZnx+T8Uscm2+oECBAgQIAAAQIEVq+AdyNAgAABAgQIECBAgAABAgT6LyBDAgQIECBAgAABAnNXYHL91Ox6tStqHVbFC4++JpZfE3ld1LrIPRcN4jGHDGOvdl3kIMvrYu92beR17drIfQ+5JvarWHR17D+9TrLWSD62XSN5VTy+1klmfbxWstZJVvwxntSuk/xjPLkt/xBPOej37ZrJpx74u6ho101mvVs3+fRXXj69dvLyeOb02slnvvLX8axXXNaun6w1lBUHvOLSeE7GeB3lL6fXUv6yXUdZaymf//KLx+spX3ZxvKiNi+LFL8t46S/iJdPx0ixf+pIL42UvrXWVFefHy2tdZcVLlsYrM9r1lStYY7noRYtjvM7y3Had5aEv+nl0ay0Pe9E54/WWWdZ6y4rXtGsufxqve0HFT7L8Sbz+BT9u11zWusuKN06vvXzTC344vf7yB/GWWn9Z6zCn12DOrMN87nfbdZjveO53Zq3F/HYc+dyKb2X5rThqek3m0dPlMQecHe/OaNdlTq7NfPbX4v0Z73t2rc/86sz6zA8+6yvxwek1mh+qNZpdPPOMibWatV7z9GXrNZ9Z6zVPa9drTq7Z/PT/nBKffsbJ7drNz0yv3fzs008ar998xpem129+aXr95olZnjCxhvOL7VrO45/2xTghY7yO8wtx4tM+H1/K6NZznvS0Y/9kTeepT/1cnPaUz47XdD7lM3F61k9/8mfijKyf+ZRPx5lP/lSc+ZRPTa/x/ORyazy/9qSPx9e7dZ5ZP3t6nec3nvjR+OYTP9LGt7Mcr/f8cHzniR9q13x+9wlZZrTrPle49nN6/efj3xc/zvjJ494XP834yePem+V742ePe0+ck/Hz6XWgP3/su+Pcx47XgS7e/+ioOC/LJfsfFRXtetDpNaHdutAL9zsiLqx1ofu9M34xvTb0olobWrHP2+OSjHZ96ArXiL41Ltv7LfHrjN/s/eZ2nWitFb18rzeN14vuXetFK94wsWb0DfGHx7x+Yt3oa+Oqdt1ola+Jqx/9mrhmz1fHNY8ex7VZtutHH314DPY8LAaPelVct0fFIXHdIxbNrCO97uNf/rNrSWtWrvmtyorJerVvWLiKAAECBAgQIECAAAECBAgQ6L+ADAkQIECAAAECBAgQIECAAIH+C8yvDKfm13CNlgABAgQIECBAgAABAgQIzBEBwyBAgAABAj0UmP0hua5d5XA4jK6sesVgMGg/gPfHP1wTrz5oSXzr63+IaGqrXUZENeOAl20f//yfm4UXAQIE5prAzW57q7jPMfvGxg/eLofWZEQ7bzVN1Zs479UnxdIjzoya7ypq7psdNTdWRL66MqvtnFmlIEBgngsYPgECBAgQIECAAAECBAgQINB/ARnOWYHZv3Ot9mRM/r52lH/L6hIZRX6NRpFF/q42e6uejeyZ7svj0+061N0zu3KrszLGB+ri7GuLvFdel/25tX3ZavuqkVd0J7Xv0fbViVkZn5fd2W7r1Zf1vLi2OtBe294jd+146pzq7drt+Xlq9rX76XZbz3PrRnXduKze6XfK83KrM/LK7KtG1qqjPT8r+RZ1WUYer3Z2tKflrj0ny7pjG+2x3NV5eZ+uVufVadWu86qdp1Q1I3vzYO6znltbr/earueBtjXdn7fNA7llO/fj29Q52a77ZpFjrbPyqrZR9Yr2pDyWZV5V5457x+ctO3XczlPy3DyjDmSjrsoi+/J4Vqpdh+o+FdmVW9ubw8pz6uB0Txbj67Ivt2rWjdu+atRVeVFuWcut7asTs5J3yvPqUFsb99SxPK+K9mDb294ym915dU1GHasT6/w8pXrypLao3XjseU2eU/Us8or2SJ42vij3eWXu62DW6oQ6d3xW7ttDeY88UP3tae2uTo72b8bLPY95rM4bH43x+3QNJQECBAgQIECAAIE1JeB9CRAgQIAAAQIECBAgQIAAgf4LyJAAAQIECBAgQIDAPBKoNVaTMbkGK0bLEmlXbmW7zo32QPbMrNGqA9nbtqtcFlmL7M7Ic1Z0Xb5Fe888nFt7RrvLi3Jb4XX5zu0pebBun/XqqRtVjOvtfnyDPCfvnPV6nyym21nU6Rl5g2y0V2Q1y/b03GUrD+TbVN90O4tstUdqV/esW/zJeXmwjrXvV/U8qerLor1RXpZ3q2odyPOyY+b98kjbkx3V3darb1xpa3moyunIe+SWh6vdvWF7afZVu2J8rPbj8bVvnidlT16cW1uvC/JIFfke1ZXH8/KsZTvr4xOzZ1xvm+3ZeUZeWO1xZCPPyt4/e13eob2yzq9KXVFjq3pelFue0R3Mzu5Y9mYrb17H8qLcsp373PKitt6ek8fH1+SBdqveum4c2dWem7scZrWyPxt1TUV25pbXtPfJY1nm4doyqr8O13XjqGsqsjdPzn2en9u4XvvxaTXEjGqMO+uairxi+r7T925beU6dmjdqi+yrLW+QW503HXladtQt8nD2te3c5UW5jfuyUu9TR9uoe2b8tde1N6875TV1n3E79227ymVR98zuLPJN85o80tZnX1eHujOqnidNF9Wb489WXdNG1duuPNZuuat2Rh2vOazKFUWesnI3dyNAgAABAgQIECBAgAABAgT6LyBDAgQIECBAgAABAgQIECBAoP8C8yzDqXk2XsMlQIAAAQIECBAgQIAAAQJzQsAgCBAgQIBA3wTqA3STOXXtKrsP2VXZxWAwaP8hhz/8/pp4zUFL41tf+0PUubkbf2SvPgmYtQNetn38039sNnlrdQIECMwpgZute6u4zzH7xcYP2bYdV33MeGY+y8Z5rz4plh5xZtS8V9HNg5NlnV9RN+jK2fVqCwIE5p+AERMgQIAAAQIECBAgQIAAAQL9F5Dh3BeY/L1rjbbak1G/r23/NFUHM5rIr6aJLKKK6V20r+oed0ZWo6pN5Ne4UrX2tKxEVF800b6yaJp2F22RnU3k13SjyXZkO6od+cqOpsldNOOvJqJpmmgiMppomqYqWUZM76J9VXcdiya/2p4ss159TWQ98lWViqxO91TRtLvcN1G1jCaapmLcrn22on010R7LfWS1imiaJtqvpm1GVCvrkf1Vj3pNtKs67mrylIqIJurVRNM0EbmNY1ypfbXHh5qqRtNk2YxPzUY0+RX1anKXxyLbVc0imqaZjuqNfI3b0WS13bKSW+R5EU20RURkLZom903VI19N244mIru7XWQz67llZ5OtJiKyGuMy9+2Wu8hXFXWwPTpuN012ZuQ23dtE0zQR4y2iKm1EVNE0eSAiq01UtY2IyFY0TRP1aovxrpoR2d00ucvKeF9dTTRNU5XIfUTtp9vjerSvZrq/O1Ttpmmi7Y56Zb0a09WmGbfbfe6apsmjGW05fVIVGfU8jp/DUf65eBzZvVy92oIAAQIECBAgQIDAmhTw3gQIECBAgAABAgQIECBAgED/BWRIgAABAgQIECBAYD4I1HqryXFWezK6tVjdOU00UVs0WcY4mqaJ3CKiiXpVvaLq1TWuN1Fl0zTZPY6madq+iCbq1TRZ5tbWu132VVfTntNkbxNNU5HVyHJcRFZra6Pd1TkRWW1yNx3ZiupvI6LqUYciqhjv6lhEtpvIakYTERW5z47cIrp2xLhWh8cHIrKnaZpomiYixtE0TeQWEU3Uq+ptZKOpvqYqTbR9tYumOqJpmoysRlO7aIus5pbV3OcWdU5ENPlV+4qqZ3f2VC0iK200EW213eUJ43busx4VkfWIaJomI6LdNVlERBbjXR2LejXRNOOIaKJeTdNEblVto+oV1WiapoqMJs8ZR0QT9WqaJnLLapa1b2oXMS5yn1vkCU3TZNFEREXus13VJndN5Kt2GbmNe9pK09bbfZ7fNM30iTHdH5GVNsZHcp9btOdFvpqsjiOiiXo1TRO5VTWiabcsmqi+pmkiYhxN00TTNBFRkfus5xYzr+rOyC3PqH0daaJpxhHRRL2aponcoslGxbjSjIvaN3WgyVpGe2KTHbm19cj+cXSVOtpUo4mIPKeJ6a+qN5GvdjfdO93MrtzavtxF5Lm5i4gmmqYi8tVkRLbHEdOvPBzVWWXT1DnjaJomu5uIqMh9tqer46K6s68txj0RWTYVTeSryVoVTVQl9zH5mv3/xVHz2uTxlVl3LwIECBAgQIAAAQIECBAgQKD/AjIkQIAAAQIECBAgQIAAAQIE+i8w3zKcmm8DNl4CBAgQIECAAAECBAgQIDAHBAyBAAECBAj0WqD7EF19MLii2lV20X3o7ve/uyZec/D58a2z/xhN00R9RVem0HNfvkP8079vmjUbAQIE5rbAzda5ZdznmP1i44duH00OtWlyn5FbVMd5rz5BBFPBAAAQAElEQVQplr7rjKj5r6KbDyfLmisrIl9dmdX2H7epUhAgMC8FDJoAAQIECBAgQIAAAQIECBDov4AM54lA/d51RdH9njZiNJHJaPy72ZmuqlTkKVnUfer8rOZ541pekQer3hbjSp3Q3Tfry13XnpZXjepA28hd1TOyVlsezWJ6n911fRbZl7evSkW16h5/5n3aw3msvUuen1t25b6uySIb4y3rueWNc8tKbm1/vWde3tbzSJbdkWzVPfJg25O7Ord9n5mzspX9eUr2TG9tu3Z5/UxXnZd94y17q1KR1XbLet6k9lnMmNeh6SFUdzUz2rPGN58+2PbkrhtfVqfPX/a+eWFueSS36YNdkWWdt+xwe/O6d52b3e2A2rOykX3LvU+2s7c7WtVxVH9FHmk7sl7X1b2X3bretw60Z+Qu6935bavadUVGVTNyyyO5dZUq64bdddmeeZ/p0/Jd8mgdyPtkX7uva7KrbU7v2mb255bnV2deuayRHXVGRVZzW+59srvaeUUead8hy+zMfW3dc1hle17etyvr+GRU/2RbnQABAgQIECBAgMBqEvA2BAgQIECAAAECBAgQIECAQP8FZEiAAAECBAgQIEBg3gjUOqrZUeuvuviTRGq51qh2dWQU42vH9Xafh3KrarfAK+t1Xjb/wnV5ozwhT81t5vrpel6dtdqyVvdoT8j6uKu9rroq2kVpWcktq7nPrT0hW/UeddW4K/fjrY4sO6XumT3t29Qu69U1c91Mu3oz8h7TXW2jLimTbOSWV2VHbm09d8u9T13a9uUN6pzxddWb0XbU0ax3RVZzy7OroyLvn8V4n5X2SJ7RbtO9Wa/u6WL6/as1fX5V673qpOyqq6qrrKqr6hVVbyPPqZvUJcvG2/YsO9yes2w3Pq/aefe82bidlexq6201j2W7vUm2c2ur1dXePTvac7vedgDtkXFPHq/KdFEHMqbvmQeqVpGd7S2rXufmobarrdeRqtS9q54H6z0r2pOyb+a6rOfh2rdRl4zPq2aelfcZt7PSdmWZW1Uno7ry7OmurOWNVnTd+Lw8bboyXWRHbdXKMq/txvnn/vvVmfku49Pa8/O6TKT66tj4QO2rJ49VZ0VW263qk9dlPbc8VAfyuizG7eya2KpvnFd15r2zY9zOC9quLHNrq7WbjurKs2daVc9Ls121KvKM8ZaN8dbNXVXWe0zG+IwaZ17UNW5c6WoCBAgQIECAAAECBAgQIECg/wIyJECAAAECBAgQIECAAAECBPovMO8ynJp3IzZgAgQIECBAgAABAgQIECCwxgUMgAABAgQI9FegPkRX2VXZRX3ArovBYBBV/93vro7XHLw0vn32H+pTdtGe216YzRjFc1++ffzjv21aPYIAAQLzQuCma98y7nPMfrHxw7Zv57R2NqvPEFfkvHbea06Kpe88PWoerKi5cHa0c+H408vT95gXqRskAQJ/VsABAgQIECBAgAABAgQIECBAoP8CMpxvAt3vYauc/B1t+6vcmWSaaJom7rnDzWL37StuHrvvMBm3iHvsUHHzLCuqfovYLfsq7r7DLePuO1bcIstbxbL2rWLXHZfFLjveOnbd6daxy063ip13vPU4sr1zRdteK+62U8Wtp8uqrxV3zb5x3CbuslPGXdbOsmK6nu2ddlo72qj6XdbJ+jqxY5YVO2S5w13XiTaqfpd1Y/u7zo7bxnbZt91dbxvbzsR6Wa+ovizvtl7c+a7TUfW7rZ/t9eNOd83I+jYZd7rb7aLKcdwu7pjtO95tg4my6hk7bxhb77xBbJ3H7nC3DeMO2W6j6hlb7bxRbJV9W+2yYWy1S9U3ii2zb8usb7HLxlnfOLbI9ha73D62yPbmGVXfPNvLYpPYfJeK28dm2b9p1jfbdZPYtCLrm+6yaWyya8UmsUnVK9r2ZnH7LDfetcrNYuNdN4+N756R7Y0qsr7RcrFFbHT3is1jwyw3yOjKqm9w9y3jdrtNx923itu17Sx32yrWz/b6VWast9sdYv2M9abr1b5ttpfF1nHb3cax7j22jnUy1t3tjrFO9lV9nXvcMdZuY5ssp2P3cXmbe0yX2b7N7neK29zjTrFWlRlV3nr3O8etsz6Oqo/jVvfcNtrYfdu4ZUbVb5l9t8j6LXbfLm5xz+mYrt/8ntu3fTfP/qpX3GSbTfP5ihjvon1NPotVr+ezoj04vZvdnu5WECBAgAABAgQIEFhNAt6GAAECBAgQIECAAAECBAgQ6L+ADAkQIECAAAECBAjMP4FaVzUZtf6qYvk1kdEu16o1kRW773DzuOd0VH123COPjeMWcY8dMna8xcz6yHvseMvYrW1nObNW8pYxXjOZZfbtmjFu3yp2zfN3nV43uctEuctO47WTu+yYZfbvnO2dd7pVVP/OO60VO1d7x7WWrZ2sekUeq/WTd9tpfOyuO91mek3lbeIuVb9LlhU7rZ3tZbFTu5Zy3N4xj3XtHbN/x7usE5NlrbHc8a7rxo53XSd2uMu6GevMrLHcIfu3r8j+7e9y2+n+28Z2WW9jer3ldllWbHvX9WLbrG87Ud65rVf/+lH1O0+vubzT3aq9/swazGp3sU0e2+Zut2vXY96xyp2znvEn6zFrHWbGuH+DaNdlZvsO02szq92uzdx5ep3m3TaKO0yu0dx5o9gyj22V5VY719rMame5S5a7ZJl9W2RsmfUtJmLzrFdsscvto8rNd65yWWy2yybRxaaT9Vq/WZF91V/rOWsdZ1dusstm7XrO2++6WbuOc5PpctyuvlrTmXH3is2j1nnOrPGcXNe56+axUcXdt4iNsn/DXbeIDbO9YbYrurWdVd/w7lvGBtOxbK3nluO1ntk/XvOZ7d22inbNZ7vu8w4xXvs5Lmu952Tc9h53iIqu77btWtCtY93sX7dd+5n13TLuccfsy3K3LLO9TrbXyePjcpvoytlrQ2tNaMXay60N3SbWqrWh2VfrQpePO8da7TrRO8etu/Key+q3yr42sq9dJ5rtW+6+bdzqnttlbBu33H27jG3b9aG3qDWk2X+LiuxftpZ0+5hcO1rrR7u42b22j2hqy110r6b9/yKanM+6I11f177xpTsQIECAAAECBAgQIECAAAEC/ReQIQECBAgQIECAAAECBAgQINB/gfmX4dT8G7IREyBAgAABAgQIECBAgACBNSzg7QkQIECAQE8Eug/JVVkpdWV9ILii2lV2MRgMouJ3v706XnPw+fHtb/yxLotomtwqIqKJeP4rdoh//LdNw4sAAQLzTeCmt7lF3PuY/WKTv90xh95ETm8RTURkpWmaWPLak2PpO05v58KaD7v5cbKsubMi8jVZdvXsthEgMF8EjJMAAQIECBAgQIAAAQIECBDov4AM56VA/b61i+73s6OMLplR5NdoFI/5m1vEmW9bP87IOP1tt4svZ5z29g3i1DY2jFPevlGc/I6N46SML73j9nFixTs3iRMyjn/npvHFd24WX8j4/Ls2j+PetUUc28aW8bl3bRmfPWKr+EzGp4+4Q3zqiK3jU0duHZ888o7xiSO3iY9nfOyoO8VH27hzfOSobePDR28bHzp6u/jfo7ePD1Ycs0O8v40d433H7BjvffdO8Z533yXenXHMu+8ax7znbnF0xlHv2TmOzDjivbvEu9rYNd753rvHO967W7w9423vu0e8tY3d4y3v2z3e/P57xpvef694Y8Yb3n/veMMH7hOvz3jdB+4br814zQfvF6/+4P3j8IzDPviAOOx/HxiHZrzqfx8Uh2Qs+tCD4+A2HhIHfeihceCHHxqv/PDD4hUf/pt4ecVH/jZelvHSj/xdvCTjxR/9f/Gij/59vDDjBR/9h3jBx/4xnp/xvI/9Uzw34zkf/+c44OMPb+PZH/+XeNbH/zWemfE/n/i3eEYb/x5P/8S/x39/8j/iaZ/8z3hqxlM++V/xlE89Ip7UxiPjiZ96ZDzh03vE4zMe9+lHxWM/vWc89jOPjv0z9vvMY2LfjH0+u1fs3cbesddn94nHfG6fePTn9o09P7dfPKri2P1jj4xHHvvYeETGfx37uPjP4x6f8YT4j+OeEP9+3BPj3zL+9fNPin/JePjnnxz//PmnxD9/4SnxT194avzjF54W/5Dx91/87/h/bTw9/u6LT4+/Pf4Z8TfH/088LOOhxz8zHnrCs+IhGQ8+4dnxoIwHnnhAPODE58T9M+534nPjfl96Xtw34z5fen7cO+NeJ70g7tnGC2P3k14U9zj5RbHbyS+Ou5/8kti14pSXxi4ZO5/ysrhbxl1PeXnc5dRXZLwydjy14sDY4dQDY/vTDortMrY97eC482mL4s5fXhR3+vIhsc2XXxV3zNj69EPjDm0cFludflhsecbhscUZr47Nz3hNbFZx5mtj04xNznxd3D5j47NeHxud9YY2NjjrjbHBV94Ut8tY/ytvjshnK7e2jOlXPY/1LFb552L6VAUBAgQIECBAgACBNSPgXQkQIECAAAECBAgQIECAAIH+C8iQAAECBAgQIECAwDwW6NZd1Tqsilqn1aUzml4TedBj14oz37peG+N1ketHtzbyy2/fIE572wZx6ts3bOOUt28UJ1e8Y6M46e0bL79O8h2bTK+T3CSOb9dKbrrceskVrZn83BFbTa+bvEN85og7xOy1k5PrJ/90DeWd4yNHbzuzjnL5tZTbxweO2aGN9x+zY7ue8n3H7DS9pnKnmXWV7651lRm1rrKiW1t55Ht2iSMq3rtrvCuj1ldWvOO9d2/XWL79fbtFrbOsqLWWb3nf7hNrLe85s97yjR+4d7wh4/UfuM9yay5f+8H7Rq27rOjWXh7err18QBz6vxUPjFfNWoO5aGYN5kPG6zDbtZgPm1mL2a3HfNmH/3ZmPeZLP/J34zWZH/l/8eKMF33079t1mS+sdZkVH/vHmbWZz/vYP8VzP/bP8ZyKP1mj+S/jdZqf+Nf4nzb+7U/Wak6u13xqrdes+NQj4skZT2rjkfHETz8ynvCpPeIJn94jHv/pR7XRrt/8zJ7x2Izx+s1Hx36feUy7hnPfz+4V43Wce8fen917vI5zYi3ncus5P7f/9HrO/aNb0/mIYx8X3brO/zju8dPrOp8ws7bz3z7/pJhc3/nwLzy5Xd/ZrfEcr/N8avzDF58Wf9/Gf8fkWs+/O/4ZMbne82G13rPihGe2az4fMrnu84QD4oHt2s9l6z/vX+s/M8brP58X3RrQe3/pBXGvipNeGPfM2D3jHhNrQbv1oN2a0PF60JdGtyb0bqe8PGpd6F3bdaGviJ3adaHL1obucNqB7frQ8RrRg2P5NaKLpteJHhLbnP6qFa4V3er0w2PLijNePb1m9NWxWbtm9DXtmtFu3ejya0fH60c3POsNsWGtH634yptm1pCu95U3x83/+d6R01Juo+heo9Ewp61R1Pw1Go3aeld256y00o0IECBAgAABAgQIECBAgACB/gvIkAABAgQIECBAgKZkSgAAEABJREFUgAABAgQIEOi/wDzMcGoejtmQCRAgQIAAAQIECBAgQIDAGhXw5gQIECBAoA8C9UG5yTy69uSH6arexWAwiIrf/faaePVB58d3vvHHiOkP3XVl3eMFr9g+/uFfN5m8tToBAgTmlcBN17pF3OuY/eL2f7NDTW851+Xwp+e7+gjyktedHEvf/uV2Tqx5sZsnJ8uaDyvyyrxHXVW1vFXeZ1yzJ0BgPggYIwECBAgQIECAAAECBAgQINB/ARnOL4H6vWtFjbrKLur3sxFNdK8m603TRBbhRYDAShbIZyufruVuWs9g9zx25XInzGrUObO6NAkQIECAAAECBAisUgE3J0CAAAECBAgQIECAAAECBPovIEMCBAgQIECAAAECc1mgWzPVlTXWqq8oaj1WHe+iqcWQTdM1lQQIEFjDAjkfjbeZcdRcVnNXV9aBqk+WVe+iO9a1r0/pXAIECBAgQIAAAQIECBAgQKD/AjIkQIAAAQIECBAgQIAAAQIE+i8wHzOcmo+DNmYCBAgQIECAAAECBAgQILAGBbw1AQIECBCY9wKzPwjXtavsoj5Y18VgMIiK3/32mnjNogviu9+6Ig3q03hNNE0TUVvGiw7aMf7+XzYJLwIECMx3gZve+uZx73fvF5v83Y5Rc1ztmqZpq01ELH39ybH0bae1c2PNj918OVl282meHlWvUhAgMK8EDJYAAQIECBAgQIAAAQIECBDov4AM57BA93vV2WUNufr+NIZ1aDpG49/LjqabCgIEVp7AKJ+vWXeb/TzW4eqrUhAgQIAAAQIECBCYAwKGQIAAAQIECBAgQIAAAQIECPRfQIYECBAgQIAAAQIE5pXA5Pqqqq8olkvIesjlODQIEFjDAjkn5TYziMk5rDqrPVlWfSWF2xAgQIAAAQIECBAgQIAAAQL9F5AhAQIECBAgQIAAAQIECBAg0H+BeZnh1LwctUETIECAAAECBAgQIECAAIE1JuCNCRAgQIDA/BboPiTXZdG1h8NhVFS7yi4Gg0FU/Pbya+LVB58f3/nmH2P8TzqMIivj22T1RQftGP/vn28/btsTIECgBwI3udXN417v3j9u/3c7ZTY5841ysmtr4+lv6RtOiaVvPbWdI2ue7ObNybLm1Iq8bPyPTWWl2hVZtREgMKcFDI4AAQIECBAgQIAAAQIECBDov4AM56PA5O9Xq95FNM1EOk02m4jcwosAgZUrkM9abhHtLtpX9xxWWR2zy+oTBAgQIECAAAECBNacgHcmQIAAAQIECBAgQIAAAQIE+i8gQwIECBAgQIAAAQLzR6BbXzV7xNXfRcxa/zixXGv2ZdoECBBY/QI5RzWzJqpu/posV/7A3JEAAQIECBAgQIAAAQIECBDov4AMCRAgQIAAAQIECBAgQIAAgf4LzM8Mp+bnsI2aAAECBAgQIECAAAECBAisIQFvS4AAAQIE5rFAfUhucvhdezgcRtUrqt7FYDCIissvvyZeveiC+O63rmg/fjf+EF4TbSMiXrJox/i7f9o4azYCBAj0S+Amt7xZ3Ovd+8Umf3+XaJqc9zK9KppoqhZL33hqLH3Lqe1cWfNlN39OljW3VuQF7VxbZUXXV3VBgMAcFDAkAgQIECBAgAABAgQIECBAoP8CMpw3At3vUyfLqi8X+feuLqFR5NdoFFl0XUoCBFaWQD5bueXzlc/Y9D2Xexbbg9MHsqhjWdgIECBAgAABAgQIrDkB70yAAAECBAgQIECAAAECBAj0X0CGBAgQIECAAAECBOapQK2vWlFMrn8cZWPWsqx5mq1hEyDQD4FR5LSUW5YTCU3OZRPdbbWOtZUbu3M9AQIECBAgQIAAAQIECBAg0H8BGRIgQIAAAQIECBAgQIAAAQL9F5inGU7N03EbNgECBAgQIECAAAECBAgQWCMC3pQAAQIECMxXgdkfhqt2xXA4jCorqt7FYDCIissvvyYOP+j8+O63/th++K79cHDWxp/GG8VLDt4h/vYfN56vLMZNgACB/1PgJre4WdzrmP3j9n+/03j2G9UMmLtqZbH0TafGkjef0s6ZNW928+hkWXNsRb1ZV86uV1sQIDB3BIyEAAECBAgQIECAAAECBAgQ6L+ADPsjMP69azOTUBP51TSRRXgRILCSBfLZyqcrbzreZ2Xm781Vr6hnsqLqk7Givsnj6gQIECBAgAABAgRWhYB7EiBAgAABAgQIECBAgAABAv0XkCEBAgQIECBAgACB+Sjw59ZTze5vajFkMx8zNGYCBPopkBPSeJtJr+atiq5jst71Vfnn+uvYXxPOIUCAAAECBAgQIECAAAECBPovIEMCBAgQIECAAAECBAgQIECg/wLzNcOp+Tpw4yZAgAABAgQIECBAgAABAmtAwFsSIECAAIF5KTD7A3DVnh3D4TC6GAwGUXH5b66JVx98QXz/O1dG0zQx+RXZetkhO8Xf/uPG4UWAAIG+C0zd4qZxr2MeG5v+411z9ouMJiL301tc8ObTYsmbTmnnzpo/u/l0suzm3chX1bNot8l622FHgMBcEDAGAgQIECBAgAABAgQIECBAoP8CMuyJwLLfsY4mMhrFsv6JblUCBFaCQD5f7V0mn7m2w3M3ZrAnQIAAAQIECBCYWwJGQ4AAAQIECBAgQIAAAQIECPRfQIYECBAgQIAAAQIE5r1At+axK/8koT9drvUnp+ggQIDAahPIOSm35d6u5q8u6sBkvWtXeSPCpQQIECBAgAABAgQIECBAgED/BWRIgAABAgQIECBAgAABAgQI9F9g3mY4NW9HbuAECBAgQIAAAQIECBAgQGC1C3hDAgQIECAw/wTqA3GTo+7aVXYxHA6ji8FgEBW/+fU1cdjBF8T3vn1FXj6KGGWMa1H/pMPLDtkh/uYfNsoeGwECBBaGwNTNbxL3PGb/uP0/3bWdB3NiXJZ4zpEXvPnUWPLGk9s5tObRbl6dLLt5ty6sepUVk/VqCwIE1rSA9ydAgAABAgQIECBAgAABAgT6LyDD+S5Qv1etqDzasmmqOh1NNE0zXVcQILByBZp8vvKOs56x9jnM7q7M6sy2or6ZgyoECBAgQIAAAQIEVqmAmxMgQIAAAQIECBAgQIAAAQL9F5AhAQIECBAgQIAAgX4IdOus2nLW+qxZzX4kLAsCBOavQBPR5FfMvJqZ2uxKO6fN7rxBbRcRIECAAAECBAgQIECAAAEC/ReQIQECBAgQIECAAAECBAgQINB/gfmb4dT8HbqREyBAgAABAgQIECBAgACB1Szg7QgQIECAwDwTmP0huK49HA6j6hVV72IwGETFry+7Jg5fdEH84LtXRPt5u/o0cEVEVPGKV+0Yf/P3G4UXAQIEFprA1M1uEvc65rGx2cN3ydQnPoSck2PTNHHhW0+LpW88uZ1Laz7t5tfJsubeirxBOxdXWdH1VV0QILCGBbw9AQIECBAgQIAAAQIECBAg0H8BGfZPYDSayWkU+VXtZV0zx1QIELiRAvls5Rb5R44beSOXEyBAgAABAgQIEFgNAt6CAAECBAgQIECAAAECBAgQ6L+ADAkQIECAAAECBAj0UaBdpDVObNStiRw37QkQILCGBUaR01JuWc6MZLI+07lyK+5GgAABAgQIECBAgAABAgQI9F9AhgQIECBAgAABAgQIECBAgED/BeZxhlPzeOyGToAAAQIECBAgQIAAAQIEVquANyNAgAABAvNJYDTxgd4ad9ceDodR9YqqdzEYDKLiskuvjsMOPj++/90r2vNyFxV1fn0w+BWv2iEe9v82qlsKAgQILEiB5qZTsfvR+8WmD98558fcRhU5Q+a8m1tc8JbTYukbTmrn1JpXu3l2smzn1Do5BaueRbtN1tsOOwIE1oiANyVAgAABAgQIECBAgAABAgT6LyDDPgo0M0k1kV9NE1mEFwECK1kgn618ulbyTd2OAAECBAgQIECAwKoRcFcCBAgQIECAAAECBAgQIECg/wIyJECAAAECBAgQINB3gaYWQzZN39OUHwEC80Yg56PxtlpH7M0IECBAgAABAgQIECBAgACB/gvIkAABAgQIECBAgAABAgQIEOi/wHzOcGo+D97YCRAgQIAAAQIECBAgQIDAahTwVgQIECBAYN4IjEaj5cZa7YrhcBhVVlS9i8FgEBWXXnp1HL7owvjh96/K6+vTdtMRTTRNEwcetlM89O82ymM2AgQILGyB5iZTsfsx+8dm/7pLzo+xLCJfTcQFbz0tlr7+pHZurfm1m28ny5qLK/KKdm6usqLrq7ogQGCNCHhTAgQIECBAgAABAgQIECBAoP8CMuylwOTfx0bj37tOdvUyZ0kRWAMC+bdoj9YacPeWBAgQIECAAAECN0TANQQIECBAgAABAgQIECBAgED/BWRIgAABAgQIECBAYGEIWLS1MP47y5LAfBHIOSm31Tla70WAAAECBAgQIECAAAECBAj0X0CGBAgQIECAAAECBAgQIECAQP8F5nWGU/N69AZPgAABAgQIECBAgAABAgRWm4A3IkCAAAEC80NgNFr+I3LVnh3D4TC6GAwGUXHppdfEYQdfED/4/pXjfxAl8j65VRG5O/DQHeKhf7vh/EAwSgIECKwGgWaqiXscs39s+q+71jSZc2dbTO8iLnzbabH0dV9q59iaZ7t5d7Ls5ucabtWrrJisV1sQILA6BbwXAQIECBAgQIAAAQIECBAg0H8BGfZJYOb3qU0zkVYTTdNE5BZeBAisXIF8tnKLaHfhRYAAAQIECBAgQGAOCxgaAQIECBAgQIAAAQIECBAg0H8BGRIgQIAAAQIECBDol8CyNZHL52W51vIeWgQIrGGBJqLJr5j1mpnDZvXf+KY7ECBAgAABAgQIECBAgAABAv0XkCEBAgQIECBAgAABAgQIECDQf4H5neHU/B6+0RMgQIAAAQIECBAgQIAAgdUk4G0IECBAgMA8EJj9Qbhqz47hcBhdDAaDqLj0V1fHYQdfED/6wVXtx+uapj5ml9FENPlb5IMP3yke8rcbhhcBAgQILC/QNE3sfsz+sdm/3z2apsnI401Ek1+1v/DtX46lr/1SO9fWfNvNv5NlN09HvqqeRbtN1tsOOwIEVo+AdyFAgAABAgQIECBAgAABAgT6LyDDfgqMRjN5jSK/qr2sa+aYCgECN1Ign63cItrdjbyXywkQIECAAAECBAisSgH3JkCAAAECBAgQIECAAAECBPovIEMCBAgQIECAAAECfRWYWP84atdE9jVReREgMP8EcoJqt9ytrsF7HwIECBAgQIAAAQIECBAgQKD/AjIkQIAAAQIECBAgQIAAAQIE+i8wzzOcmufjN3wCBAgQIECAAAECBAgQILBaBLwJAQIECBCY6wKjWf/AQrUnYzgcxmQMBoOo+NUvr45XHXRB/OgHV7Yp1sfr2utiFE0TcdBhO8aD/2aD9pgdAQIECKxY4B5H7x+b/vuu43/rZhQ5g+Yu93X2he/4cix5zUOsjvMAABAASURBVAntnFvz7uRc3NXbeXd6Hq96XVcxWa+2IEBg1Qt4BwIECBAgQIAAAQIECBAgQKD/AjLsq0D+YWs6tSbyq/7Q1Ux3KAgQWHkC+WyNH63xfuXd2J0IECBAgAABAgQIrFwBdyNAgAABAgQIECBAgAABAgT6LyBDAgQIECBAgAABAgtBoIkmagsvAgQIzAmB8ZyU+9U2Gm9EgAABAgQIECBAgAABAgQI9F9AhgQIECBAgAABAgQIECBAgED/BeZ7hlPzPQHjJ0CAAAECBAgQIECAAAECq0HAWxAgQIAAgTktMBqNlhtftSdjOBxGtausGAwGUfHLS66OQxddGD/+0dV5/fijdbVvmiZuMtXEwYfvGA9+2AbhRYAAAQL/t8A9jto/Nv/P3WL2/4FCzasXvfP0WPrqE9q5t+bfmotnR83TFZGvrsxqO39XKQgQWC0C3oQAAQIECBAgQIAAAQIECBDov4AMeysw+feykd+t9va/s8TWvEA+X+0gJp+5tsOOAAECBAgQIECAwFwSMBYCBAgQIECAAAECBAgQIECg/wIyJECAAAECBAgQILBwBCzXWjj/rWVKYD4I5JyU2+oaqfchQIAAAQIECBAgQIAAAQIE+i8gQwIECBAgQIAAAQIECBAgQKD/AvM+w6l5n4EECBAgQIAAAQIECBAgQIDAKhfwBgQIECBAYO4KjEbLfySu2iuK4XAYg8FgJi655Ko47JBfxI9/eFUmV/eoiKj9TW4ScdDhO8SDHrpBHrMRIECAwF8rsNuR+8Vm/7nbcqfXvFpT9S/edXosOfz4mXm45uXZ0c3fdYOqV1kxWa+2IEBgVQm4LwECBAgQIECAAAECBAgQINB/ARn2VqBpJlJrommaibYqAQIrT6DJ5yvv5hlLBBsBAgQIECBAgMDcFTAyAgQIECBAgAABAgQIECBAoP8CMiRAgAABAgQIECDQY4FZ67NmNXucuNQIEJgXAk1Ek18x82pmaiu/4o4ECBAgQIAAAQIECBAgQIBA/wVkSIAAAQIECBAgQIAAAQIECPRfYP5nODX/U5ABAQIECBAgQIAAAQIECBBYxQJuT4AAAQIE5qjAaDRabmTVnh3D4TAqBoPBTHnxxVfFYYdcFD/+0ZVRn6dr2l0T9brZTZs4+PAd40EP2aCaggABAgSup8BuR+wXmz9i97xqPK/WvmmanGmbuPiIM2LJ4cdHzckVNT/Pjm4ezxtE1ausmKxXWxAgsAoE3JIAAQIECBAgQIAAAQIECBDov4AM+ysw8XezUeRXtZf/U1p/c5cZgdUpkM9WbpF/xFid7+q9CBAgQIAAAQIECFw/AWcTIECAAAECBAgQIECAAAEC/ReQIQECBAgQIECAAIE+C7SLtMYJjro1keOmPQECBNawwChyWsoty5mRTNZnOldOxV0IECBAgAABAgQIECBAgACB/gvIkAABAgQIECBAgAABAgQIEOi/QA8ynOpBDlIgQIAAAQIECBAgQIAAAQKrVMDNCRAgQIDAXBQYTXxgt8bXtausGA6HMTsGg0FcdNFVcdiiX8SPf3hl1Hm5G3+oLu9305s2cfBhO8QDH3y7uqUgQIAAgRsocPd37RubPeIeeXX7f6mQU22WOc/WvHvxu06PJYd+MWpOrpg9V1e7zqvIG7TXVlnR9VVdECCw8gXckQABAgQIECBAgAABAgQIEOi/gAz7LNDMJNdEfjVNZBFeBAisZIF8tvLpWsk3dTsCBAgQIECAAAECK1fA3QgQIECAAAECBAgQIECAAIH+C8iQAAECBAgQIECAwEIRaGoxZNMslHTlSYDAnBfI+Wi8rZaRehMCBAgQIECAAAECBAgQIECg/wIyJECAAAECBAgQIECAAAECBPov0IcMp/qQhBwIECBAgAABAgQIECBAgMAqFHBrAgQIECAw5wRGo9FyY6p2xXA4jNll9Q0Gg6i4+KKr47BDLoqf/OTqaJom6iuyjGjiZjefikWH7xAPePDtwosAAQIEbrzA3d+1b2z+yHvmDJuzbZP3y2iadhcXH3lGLHnVF9q5uebnmqtnR83nFXllO7dXWdH1VV0QILBSBdyMAAECBAgQIECAAAECBAgQ6L+ADHstMPn3s9H496qTXb3OXXIEVqNA/q3ao7Uavb0VAQIECBAgQIDADRFwDQECBAgQIECAAAECBAgQINB/ARkSIECAAAECBAgQWFgCFm0trP/esiUw1wVyTsptdYzSexAgQIAAAQIECBAgQIAAAQL9F5AhAQIECBAgQIAAAQIECBAg0H+BXmQ41YssJEGAAAECBAgQIECAAAECBFaZgBsTIECAAIG5JTAaLf8RuGpPxnA4bP9BkyoHg0F0cdEvropDFl0YP/nJVZEn5DaK9k65u/nNm1h02A7xgAfdbm4lazQECBCY5wK7vnPf2GyPe+acO06kncJz3q3WxUedGUtf9YWZebrm7dnRze91ftWrrJisV1sQILAyBNyDAAECBAgQIECAAAECBAgQ6L+ADHst0DQT6TXRNE1EbuFFgMDKFchnK7eIdhdeBAgQIECAAAECBOaggCERIECAAAECBAgQIECAAAEC/ReQIQECBAgQIECAAIGeC8xa/2i5Vs//e0uPwHwTyDmqiWY1jNpbECBAgAABAgQIECBAgAABAv0XkCEBAgQIECBAgAABAgQIECDQf4F+ZDjVjzRkQYAAAQIECBAgQIAAAQIEVpGA2xIgQIAAgTkkMBqNlhtNtSdjOBxGtascDAbRlRdddHW86pCL4mc/vXr88bmmiaapiLjFLafikMN3iPs/cP3l7q1BgAABAitHYNd37BNb7HmvyFk3cuqNaCIiK03TxMVHnRlLX/WFqDm7oubt2VHzekXkqyuz2s73VQoCBFaSgNsQIECAAAECBAgQIECAAAEC/ReQYb8FJv6ONor8qvbyf1rrd/6yI7C6BPLZyi3yDxWr6x29DwECBAgQIECAAIHrJ+BsAgQIECBAgAABAgQIECBAoP8CMiRAgAABAgQIECDQd4GJ9Y+jdk1k3xOWHwEC80cgJ6h2y92qHrT7EyBAgAABAgQIECBAgAABAv0XkCEBAgQIECBAgAABAgQIECDQf4GeZDjVkzykQYAAAQIECBAgQIAAAQIEVomAmxIgQIAAgbkiMGr/FYVlo6n2ZAyHw6h2lYPBILryF7+4OhYddGH87KdXRYxyy8gTcxvFLW95k1h02PZxvwesv+zGagQIECCw0gV2efs+sdme98q5N289MQ/nrBwXH3VGLF30+ai5u6Lm79lR83tFXp33qBtULa+e9bNh3GtPgMANEXANAQIECBAgQIAAAQIECBAg0H8BGfZdoJlJsIn8aprIIrwIEFjJAvls5dOVNx3vs2IjQIAAAQIECBAgMKcEDIYAAQIECBAgQIAAAQIECBDov4AMCRAgQIAAAQIECCwkgaYWQzYLKWO5EiAwtwVyQhpvq3yY3oAAAQIECBAgQIAAAQIECBDov4AMCRAgQIAAAQIECBAgQIAAgf4L9CXDqb4kIg8CBAgQIECAAAECBAgQILAKBNySAAECBAjMCYHRaLTcOKo9GcPhMKpd5WAwiK688MKr4pCDL4yfn3NNXj/+9FyTReTu1mvdNBYdtl3c7/7r5zEbAQIECKxqgV3etnds8Zh7R9Q8HBE5FUdE035dcsyZsfTg46Lm8Iqax1cUNddHvroyq+38X6UgQOBGCbiYAAECBAgQIECAAAECBAgQ6L+ADHsvMPn3tJHfnfb+v7cE15xAPl/tm08+c22HHQECBAgQIECAAIG5IGAMBAgQIECAAAECBAgQIECAQP8FZEiAAAECBAgQIEBg4QlYrrXw/pvLmMBcFsg5KbdVPUL3J0CAAAECBAgQIECAAAECBPovIEMCBAgQIECAAAECBAgQIECg/wK9yXCqN5lIhAABAgQIECBAgAABAgQIrHQBNyRAgAABAmteYDRa/iNv1Z6M4XAYXQwGg7Ze5QUXXBWLDv5FnHPONTH+JxjyPrlVRre+9U1i0au2i/veb/1qCgIECBBYTQI7v3Xv2Pwx927frZvea2quuOTdZ8WSg46NmsMrurm9Kyfn/rpBtausmKxXWxAgcH0FnE+AAAECBAgQIECAAAECBAj0X0CGvRdomokUm2iaZqKtSoDAyhNo8vnKu3nGEsFGgAABAgQIECAw9wSMiAABAgQIECBAgAABAgQIEOi/gAwJECBAgAABAgQILACBWeuzZjUXAIAUCRCY0wJNRJNfMfNqZmorr+JOBAgQIECAAAECBAgQIECAQP8FZEiAAAECBAgQIECAAAECBAj0X6A/GU71JxWZECBAgAABAgQIECBAgACBlSzgdgQIECBAYA0LjEaj5UZQ7ckYDodR7SoHg0F05fnnXxWHLPpFnPvza9qPyzXT+yrWWuumsejQ7eI+91tvuXtrECBAgMDqEdj5LXvHFnvfN5qmad+wiiaarDfxq/d8JZYedGzUnF5R8/qKoub+vKD9GVBlRddXdUGAwPUUcDoBAgQIECBAgAABAgQIECDQfwEZ9l9g4u9qo8ivai//p7b+G8iQwOoQyGcrt8g/UqyOd/MeBAgQIECAAAECBK6fgLMJECBAgAABAgQIECBAgACB/gvIkAABAgQIECBAgMBCEGgXaY0THXVrIsdNewIECKxhgVHktJRbljMjmazPdN64iqsJECBAgAABAgQIECBAgACB/gvIkAABAgQIECBAgAABAgQIEOi/QI8ynOpRLlIhQIAAAQIECBAgQIAAAQIrVcDNCBAgQIDAmhQYTXwgt8ZR7ckYDodR7Sq7GAwGsXTpVXHIoovi5z+/JurjceMY72+z1k1i0aHbxn3uu17dUhAgQIDAGhK425v3is33uk/O06N2Ls99jiT3Off/8j1nxXmv+GzUnF7RzfFd2c39VeZF7fVVVnR9VRcECPz1As4kQIAAAQIECBAgQIAAAQIE+i8gw4Ug0Mwk2UR+NU1kEV4ECKxkgXy28ulayTd1OwIECBAgQIAAAQIrR8BdCBAgQIAAAQIECBAgQIAAgf4LyJAAAQIECBAgQIDAQhNoajFk0yy0tOVLgMCcFcj5aLyt0hG6OQECBAgQIECAAAECBAgQINB/ARkSIECAAAECBAgQIECAAAEC/RfoU4ZTfUpGLgQIECBAgAABAgQIECBAYCUKuBUBAgQIEFhjAqPRaLn3rvZkDIfDqHaVg8EgunLp0ivjkEMuinPPvSaapolm+i5N1tZe+6ZxyGHbxb3vs950r4IAAQIE1qTA3d68V2y5z/1zhq5ZenokOXdH9lz6/q/Gkpd/JmqOr6h5fjK6nwFVRr66Mqvtz4cqBQECf7WAEwkQIECAAAECBAgQIECAAIH+C8hwQQhM/n1tNP5d6WTXgjCQJIHVIJB/y/ZorQZnb0GAAAECBAgQIHBDBFxDgAABAgQIECBAgAABAgQI9F9AhgQIECAlIcuWAAAQAElEQVRAgAABAgQWpoBFWwvzv7usCcxVgZyTcluVo3NvAgQIECBAgAABAgQIECBAoP8CMiRAgAABAgQIECBAgAABAgT6L9CrDKd6lY1kCBAgQIAAAQIECBAgQIDAShNwIwIECBAgsGYERqPlP+JW7ckYDofRxWAwaOtVLllyZSxadFEsPveaHPj4HzXp7rT22jeJRYduF/e693p5zEaAAAECc0Xgrm96TGy+7/2im69nxpUdv3r/1+K8l306ao6v6Ob+rqyfDVWvsq7rytn1agsCBP6SgGMECBAgQGBuCFx22WUxH+OKK66YG4BGQYAAAQIECBD4iwIOLgiBpplIs4mmaSJyCy8CBFauQD5buUW0u/AiQIAAAQIECBAgMIcEDIUAAQIECBAgQIAAAQIECBDov4AMCRAgQIAAAQIECCwQgVnrHy3XWiD/3aVJYL4I5BzVRLMKR+vWBAgQIECAAAECBAgQIECAQP8FZEiAAAECBAgQIECAAAECBAj0X6BfGU71Kx3ZECBAgAABAgQIECBAgACBlSTgNgQIECBAYA0IjEaj5d612pMxHA6ji8Fg0NarXLLkqlh0yMVx3nnXRvv5uKaJpsmIiHXXvWm86vDt4173um22bAQIECAw1wTu+sbHxJb7PSAixvN21KuJyGk8Lvvg12PJyz4dNddXdD8DurJ+RlS9yshXV2Y1JuvVFgQI/BkB3QQIECBAYI4IXHjhhfm/68+bdzFH+AyDAAECBAgQIPCXBRxdGAITf2cbRX5Ve/k/vS0MB1kSWNUC+WzlFvmHiFX9Tu5PgAABAgQIECBA4PoJOJsAAQIECBAgQIAAAQIECBDov4AMCRAgQIAAAQIECCwUgYn1j6N2TeRCSVyeBAjMfYGcoNotd6tqsO5LgAABAgQIECBAgAABAgQI9F9AhgQIECBAgAABAgQIECBAgED/BXqW4VTP8pEOAQIECBAgQIAAAQIECBBYKQJuQoAAAQIEVrfAqP1XEpa9a7UnYzgcxuwYDAZx3nlXxsGLLsrymvG/sVCfj8t71bXrrHvTeNWh28Xuu6+77MZqBAgQIDDnBO7yhkfHFvvfP+fxdhKPyCKn8rZ96Qe+Fkte+umoOb9i9s+Cmu+rr8pKrCtn16stCBD4UwE9BAgQIECAAAECBAgQIECAQP8FZLhQBJqZRJvIr6aJLMKLAIGVLJDPVj5dedPxPis2AgQIECBAgAABAnNCwCAIECBAgAABAgQIECBAgACB/gvIkAABAgQIECBAgMBCFGhqMWSzEDOXMwECc1MgJ6TxtsqG58YECBAgQIAAAQIECBAgQIBA/wVkSIAAAQIECBAgQIAAAQIECPRfoG8ZTvUtIfkQIECAAAECBAgQIECAAIGVIOAWBAgQIEBgtQqMRqPl3q/akzEcDqPaVXYxGAxi8eIrY9Ehl8SSJdfm9dOfjssioon11rtZHHbY9nGP3dcNLwIECBCY+wJ3ef2jY8vHPTAHmhN5bRU5n0fTxGUf/Foseemnoub+iu5nQVd2PyOqzBu0PzOqrOj6qi4IEPgTAR0ECBAgQIAAAQIECBAgQIBA/wVkuGAEJv/eNlru96QLhkCiBFaLQD5f7ftMPnNthx0BAgQIECBAgACBNSngvQkQIECAAAECBAgQIECAAIH+C8iQAAECBAgQIECAwMIVsFxr4f63lzmBuSiQc1Juq2pk7kuAAAECBAgQIECAAAECBAj0X0CGBAgQIECAAAECBAgQIECAQP8FepfhVO8ykhABAgQIECBAgAABAgQIELjRAm5AgAABAgRWn8BotPxH2qo9GcPhMGbHYDCIcxdfGQcfcnGct+Sa6X/AJO+TW2Sst95N41WHbhe73WOd1ZeIdyJAgACBGy2w0+seHVs87oFRc3n9eMgpfVzPO1/2wa/Hkhd/MupnQMXsnw31s6P6qszTp382VC1vUTcbV+0JEFhOQIMAAQIECBAgQIAAAQIECBDov4AMF4xA00yk2kTTNBNtVQIEVp5Ak89X3s0zlgg2AgQIECBAgACBuSNgJAQIECBAgAABAgQIECBAgED/BWRIgAABAgQIECBAYAEJzFqfNau5gCCkSoDAnBRoIpr8iplXM1O78RV3IECAAAECBAgQIECAAAECBPovIEMCBAgQIECAAAECBAgQIECg/wL9y3CqfynJiAABAgQIECBAgAABAgQI3EgBlxMgQIAAgdUkMBqNlnunak/GcDiMLgaDQVuv8tzFV8WiQy6JpUuvbT8O1zRNlhlNxPrr3ywOPWy72G23dZa7twYBAgQIzA+BnV67Z2z5hAdF0zQZMY5o2splHzo7lrz4k1E/Cyq6nxFdWT9Dql5l5KsrsxqT9WoLAgQiAgIBAgQIECBAgAABAgQIECDQfwEZLhyBib+7jSK/qr38n+IWjoVMCaxKgXy2cov8w8OqfBf3JkCAAAECBAgQIHD9BJxNgAABAgQIECBAgAABAgQI9F9AhgQIECBAgAABAgQWkkC7SGuc8KhbEzlu2hMgQGANC4wip6XcspwZyWR9pvOGVVxFgAABAgQIECBAgAABAgQI9F9AhgQIECBAgAABAgQIECBAgED/BXqY4VQPc5ISAQIECBAgQIAAAQIECBC4UQIuJkCAAAECq0NgNPGB23q/ak/GcDiM2TEYDOLn514ZBx18USxZek37byrUR+C669Zb72Zx6GHbxt3vvk7dUhAgQIDAPBXY8TV7xhaPf1DO86NxRM727c+NUVz2oa/Hkhd+IupnQsXsnxX1M6H6qqz0u3J2vdqCwEIXkD8BAgQIECBAgAABAgQIECDQfwEZLiSBZibZJvKraSKL8CJAYCUL5LOVT9dKvqnbESBAgAABAgQIELhxAq4mQIAAAQIECBAgQIAAAQIE+i8gQwIECBAgQIAAAQILVaCpxZBNs1DTlzcBAnNOIOej8bZKRuamBAgQIECAAAECBAgQIECAQP8FZEiAAAECBAgQIECAAAECBAj0X6CPGU71MSk5ESBAgAABAgQIECBAgACBGyHgUgIECBAgsMoFRqPRcu9R7ckYDocxOwaDQfz851fGwYdcEudfcF009dVE7jOaJjbY4OZx2GHbxa67rhNeBAgQIDD/BXZ8zaNiqyc+JCLn+Jh5NVFfv/7I2bHkBR+P+tlQMftnRv1Mqb4q69KunF2vtiCwgAWkToAAAQIECBAgQIAAAQIECPRfQIYLSmDy72+jaH8vOtm1oCwkS2AVCuTfuj1aq9DXrQkQIECAAAECBG6IgGsIECBAgAABAgQIECBAgACB/gvIkAABAgQIECBAgMDCFrBoa2H/95c9gbkmkHNSbqtiVO5JgAABAgQIECBAgAABAgQI9F9AhgQIECBAgAABAgQIECBAgED/BXqZ4VQvs5IUAQIECBAgQIAAAQIECBC4wQIuJECAAAECq1ag/cdGJt6i2pMxHA5jdgwGgzjnnCvjoEMuifPPvzavro/BVUTU/na3u1kceui2seuua+cxGwECBAj0RWCHVz8qtnziQ5ZLp+b9mvx//dFvxJLnfyzqZ0TF7J8d9bOl+qqsG3Tl7Hq1BYGFKSBrAgQIECBAgAABAgQIECBAoP8CMlxQAk0zkW4TTdNE5BZeBAisXIF8tnKLaHfhRYAAAQIECBAgQGAOCBgCAQIECBAgQIAAAQIECBAg0H8BGRIgQIAAAQIECBBYYAKz1j9arrXA/vtLl8BcF8g5qolmFYzSLQkQIECAAAECBAgQIECAAIH+C8iQAAECBAgQIECAAAECBAgQ6L9APzOc6mdasiJAgAABAgQIECBAgAABAjdQwGUECBAgQGAVCoxGo+XuXu3JGA6HMTsGg0H87Jwr46BXXRIXXHhtjD//1mSZEREbbXjzOPywbWOXXdbOlo0AAQIE+iaww+F7xFZPfuhMWu3sn7vc4jcf+2Ysef7Hon5WVMz+GTL5M6ZuUO0qKybr1RYEFpyAhAkQIECAAAECBAgQIECAAIH+C8hwYQlM/B1uFPlV7eX/NLewPGRLYFUJ5LOVW0S7W1Vv4r4ECBAgQIAAAQIEroeAUwkQIECAAAECBAgQIECAAIH+C8iQAAECBAgQIECAwEITmFj/OGrXRC40APkSIDB3BXKCarfcrexBuh8BAgQIECBAgAABAgQIECDQfwEZEiBAgAABAgQIECBAgAABAv0X6GmGUz3NS1oECBAgQIAAAQIECBAgQOAGCbiIAAECBAisKoHRrH8AodqTMRwOY3YMBoP46c+uiAMXXRwXXHDt+N9QaD//Nsr6KDbc8GZx6KF3jp13XntVDdt9CRAgQGAOCGx/2B6x5VMemiPJ+X/6/6ShfqzUz5HffPQbseS5H436mVEx+2dJteu8irxB+/Ojyoqur+qCwEITkC8BAgQIECBAgAABAgQIECDQfwEZLjSBZibhJvKraSKL8CJAYCUL5LOVT1fedLzPio0AAQIECBAgQIDAGhXw5gQIECBAgAABAgQIECBAgED/BWRIgAABAgQIECBAYCELNLUYslnIAnInQGBuCeSENN5W+rDckAABAgQIECBAgAABAgQIEOi/gAwJECBAgAABAgQIECBAgACB/gv0NcOpviYmLwIECBAgQIAAAQIECBAgcAMEXEKAAAECBFaJwGg0Wu6+1Z6M4XAYs2MwGMRPfnpFHHTIL+MXFw2iaZpo6i7Tu403vkUcfth2sfPd1q5eQYAAAQI9F9j+0D3iDk/72/xZ0ET+SJiOJqrym49/M5Y85yNRPzsqZv9M6dr1syfy1ZVZjcl6tQWBBSIgTQIECBAgQIAAAQIECBAgQKD/AjJcDQI//OEP4w1veMNqeKe/5i0m/x438rvPv4bMOQRukEA+X+11k89c22FHgAABAgQIECBAYE0IeE8CBAgQIECAAAECBAgQIECg/wIyJECAAAECBAgQILBaBD71qU/F+973vtXyXtf7TSzXut5kLiBAYBUK5JyU28p+A/cjQIAAAQIECBAgQIAAAQIE+i8gQwIECBAgQIAAAQIECBAgQKD/Ar3NcKq3mUmMAAECBAgQIECAAAECBAhcbwEXECBAgACBlS8wGi3/kbVqT8ZwOIzJGAwGUfHjn1wRBx5ySVx40XUReY/2mhpe3m7jjW8Wh7/qznG3u96megQBAgQILBCBbQ95RGz133+TPxfarX48jCuZ/+Wf+FYsOeDD7c+Q+jky+bOl6vVzpCvz9Lw2f6BUJaOOZWEjsIAEpEqAAAECBAgQIECAAAECBAj0X0CGq0vgWc96Vtz3vveNk046aXW95Yrfp2km+ptommairUqAwMoTaPL5yrt5xhLBRoAAAQIECBAgsOYFjIAAAQIECBAgQIAAAQIECBDov4AMCRAgQIAAAQIECKw+gX322Sce/vCHx3e+853V96YreqdZ67NmNVd0hT4CBAisPoEmosmvmHk1M7UbXnElAQIECBAgQIAAAQIECBAg8fEQegAAEABJREFU0H8BGRIgQIAAAQIECBAgQIAAAQL9F+hvhlP9TU1mBAgQIECAAAECBAgQIEDgego4nQABAgQIrGSB0Wi03B2rPRnD4TAmYzAYtO0f/fiKOPjQX8VFFw/GH3drmv/P3n0ARlH0fRz/bWgCYkFEUToCAvaC7dEHC4gNARv2ruCDCthAiihSbIAiduzYpdiwIHYRxQICihUB6aCUBAR8753/hD2W5ICUS7gc38vNzuzs7OzMJ3fZ45idVRBYkHbdtazuGtBAe++97QZ1s4IAAgggsHUINOh7hmpd00KB6647NSg7IVn898jvNPP6l2TnEwvRc4ylo+cguYetu8g/o2mfwQIBBBBAAAEEEEBgSwho6dKl6tGjh6688kof7rjjDmVmZuarLatWrdKgQYP8/lbPFp90LF+tpzACCCCAAAIIIIBASRQYP368jj32WLVv316LFi3aMl2I/L9cTO7H1jf8r7ot0658HjUrK0tjx45V165ddeKJJ6pp06Y66KCDfGjRooX+97//afTo0f7fDpur+ocfftAxxxzj923dunWBfzfJqmdz7WV7CRFw7y33lPyihLQ59ZpJixBAAAEEEEAAAQQQQAABBBBAIP0F6CECCCCAAAIIIIAAAggggAACCKS/AD1EAIE0FXjjjTe03377qXv37tpi119HxmfFwjGRaepNtxAoLoFkjYf9+OOP/dhcG9/boUMH2djf4upDahwnJvdnyT1dHG9QNB3PJIEAAggggEC6CNAPBBBAAAEEEEAAAQQQQAABBBBIfwF6iAACCCCAAAIIIIDAZgUyNluCAggggAACKS5A8xBAAAEEEEAAAQQQQAABBBBAIBUFcl7Ia+vRYDdijobwRs3TfsxUn/4LNGfumuwL3mIuisX8hcG77lpWdw6or7322jYVu0ybEEAAAQSKSaDB7aer1tUt/LnBLdyJwj3d+cIt9deIb/RHlxdl5xUL0XNNmA7PR9ZcS1tsIZq2dQICCCCAAAIIIIBAcQvkPt5vv/2msWPHuo99/gNf7gLkIIAAAggggAACCCCQQgIPP/ywGjRooAceeGALtCqIHzOQ+wkCuUgl5bF27Vo988wzatmypbp27er/HbBgwQLZ97phH5YsWaIJEyaoT58+atGihe666y5lZmaGm4kRKB4B995y767iOVbaHoWOIYAAAggggAACCCCAAAIIIIBA+gvQQwQQQAABBBBAAAEEEEAAAQQQSH8BeogAAuku0K9fPz8m8sUXX9yiXQ1sMGQQbNE2cHAESoKAjbl95513NHDgwEI1N1n1FKoRKb2z+3uU/UzpVtI4BBBAAAEEkidATQgggAACCCCAAAIIIIAAAgggkP4C9BABBBBAAAEEEEAAgc0LZGy+CCUQQAABBFJagMYhgAACCCCAAAIIIIAAAggggEDKCURvoGzpnMEu9ouG8AbNU3/IVJ/+izRv/r+uT9lXu9l1uIFb7LZbOd01oIH2arKt28YTAQQQQGBrF6h/++mqfW1LyZ0j5B7ZUSD7WTrqW83s/ILs/GIhes6Jpu385Hbd4GayYZ7lExBAAAEEEEAAAQSKWWAjhxs3bpx++eWXjWwlGwEEEEAAAQQQQACB1BL466+/9L///U/NmjXTp59+WoyNi0WOFcv+3jOaFdmaaskVK1aoZ8+euvfee5WVlZWn5tl3vzap8OWXX665c+fmaR8KIZAUgZh7fyWloq24ErqOAAIIIIAAAggggAACCCCAAALpL0APEUAAAQQQQAABBBBAAAEEEEAg/QXoIQIIbBUCdj1Pu3btdNppp+mHH37Ycn0uIeMhtxwQR97aBaZMmaKLLrpI3bt317JlywrMkax6CtyAkrKj+5vkniWltbQTAQQQQACBwgmwNwIIIIAAAggggAACCCCAAAIIpL8APUQAAQQQQAABBBBAIA8CGXkoQxEEEEAAgRQWoGkIIIAAAggggAACCCCAAAIIIJBaAtEbJ4dpi8MQvfGype3mHBZP/SFLffov1Lz5a5V9y4SYXMKe2q1aWd01oL6aNK6YWp2lNQgggAACW1Sgfp/TVPva47Pb4E4blrDIwt+jv9OMa5+TnWcs2LkmGuy8ZOsW+/1itpel3Oknks7OYYkAAggggAACCCBQHAIbO8aqVas0YsQIZWZmbqwI+QgggAACCCCAAAIIpJzARx99pCOPPFLXXHNNoSbSzHPHgiBSNFAQBJJ7KsUf9h3tK6+8ovfeey/e0tq1a6tfv356++239eWXX2rixIn66quv9O6772rAgAFq3LhxvOxPP/3ky2ZlZcXzSCBQpALuveWekl+IRwEE2AUBBBBAAAEEEEAAAQQQQAABBNJfgB4igAACCCCAAAIIIIAAAggggED6C9BDBBDYugTsuh4bu3frrbcWT8dzjH9kuFbxsHOUkivwzTffaNq0aYXuQLLqKXRDUr0C9zcqUJDqraR9CCCAAAIIJEWAShBAAAEEEEAAAQQQQAABBBBAIP0F6CECCCCAAAIIIIAAAnkRyMhLIcoggAACCKSsAA1DAAEEEEAAAQQQQAABBBBAAIEUErAbdORsjuWFwW60HA3hDZmnTstSnwGLNH/Bv373wF/kFsii6ruX09131FfjRhXFAwEEEEAAgZwCe9x2mmp3PkF2zpB72AQO7gziUtLy1ydr5rXPy843FqLnIEvb+SmMbQdbt9hCNG3rBAQQQAABBBBAAIEiF9jkAX777TeNHTtWfE7bJBMbEUAAAQQQQAABBFJQYMiQIapfv74ee+yxom1dLBavPyb3Y+vrs+LbUi0xd+5c2cTAYbtat26t4cOHq0WLFqpSpYoyMjL8piAIVLlyZR133HF6/PHHdf7558e3TZgwQZ9++qkvVxSLRo0aady4cZo4caJGjRrl21UUx6HOEiLg3lvuKfcP1BLS4JRrJg1CAAEEEEAAAQQQQAABBBBAAIH0F6CHCCCAAAIIIIAAAggggAACCCCQ/gL0EAEEtlKB3r17q0mTJho5cmTRCkTGP8b8mMiiPRy1I7A1CDAeNlm/ZfcHyj/dIllVUg8CCCCAAAKpK0DLEEAAAQQQQAABBBBAAAEEEEAg/QXoIQIIIIAAAggggAACeRLIng0uT0UphAACCCCQegK0CAEEEEAAAQQQQAABBBBAAAEEUkUg5w34bD0a7AbL0RDeiHnK1EzdOmCh5s1fo/DSNrsAV26t+u7ldFf/PdRoz4qp0k3agQACCCCQggJ73NpWtTqf4FrmziAxF1zKnnYeWvr6d/rjmudk5x0L0XORpa1MGMJ9LLZg+RYTEEAAAQQQQAABBIpDIPExKlZc/53AuHHj9MsvvyQuSC4CCCCAAAIIIIAAAikssGDBAl1++eVq3ry5vvzyyyJqaRCvN5D7CQK5SKn+mDRpkubMmeObWadOHe9Urlw5v76xRenSpXXppZdq//3390Xsu9433nhD//zzj19ngUCRCrj3lnt3uUNkL12CZ74EKIwAAggggAACCCCAAAIIIIAAAukvQA8RQAABBBBAAAEEEEAAAQQQQCD9BeghAghszQLTpk1T27ZtdfbZZ+vXX38tcorABkMGRX4YDoAAAgjkUcD9Qcp+5rE8xRBAAAEEECjJArQdAQQQQAABBBBAAAEEEEAAAQTSX4AeIoAAAggggAACCCCQN4GMvBWjFAIIIIBASgrQKAQQQAABBBBAAAEEEEAAAQQQSAmBnDdItvVosJtuRIPdgNnClGlZum3AIi1Y8K+CIFCwrjeBS9WosY3uHlBfjfZcf6O/dZuJEEAAAQQQyCWwR++2qn3dSe4MYmeR7M1BELhEoGVvTNLMq4fLzj0WouekMB2et9wOsrTFFqJpWycggAACCCCAAAIIFJHARqo96aSTVLVqVb911apVGjFihDIzM/06CwQQQAABBBBAAAEESprA2LFjdcghh+i6667TypUrk9z8WKS+2Abfc0Y2pFxy4cKF8TbVq1dPVapUia9vKrHtttuqdevW8SI2ifCiRYvi6yQQKDoB9/7ylUffcz6DRV4EKIMAAggggAACCCCAAAIIIIAAAukvQA8RQAABBBBAAAEEEEAAAQQQQCD9BeghAggg4AReeOEFNWjQQP3793drRfxkuFYRA1M9AgjkS8D9TXLPfO1CYQQQQAABBEqkAI1GAAEEEEAAAQQQQAABBBBAAIH0F6CHCCCAAAIIIIAAAgjkUSAjj+UohgACCCCQggI0CQEEEEAAAQQQQAABBBBAAAEEtrxA9MbIls4Zwhsrh7HdeNnClGkr1bvfQi1Y+K/rRMzfhCS8uK1mzW10d/89tGfDCnIbeSKAAAIIIJAngXq3tFGt609UeD4JY8tY+sZk/dHxWdk5yEJ4XsoZ23nMDhbGOdO2TkAAAQQQQAABBBBIvsDGaqxSpYpatWql0qVL+yK//fabPvnkE/89gs9IwmLNmjX65ptvdN9996lLly668sorfbC05U2aNMl/jkzCoagCAQQQQAABBBBAAAEvMHDgQD/p7VNPPeXXk7IIgkg1gYIgiKyXjOTSpUv1zz//5LmxtWvX1g477KCqVav6eOXKlXneN1pwwYIFuuiii3TQQQf5cMIJJ2jatGnxIj/88IOOOeYYv61169ZatGhRfJslots7dOigrKws34+XXnpJbdq0UdOmTf2+xx57rP83x5QpU5Lyb5qPP/7Y12vtfvrpp7V27VrZMe3fUJZ31FFHbfR45vz+++/rmmuukbXLyluwtOVZ3Vaf9S8a7Pv1rl27xo87ZsyY6OYN0qtXr1bnzp3jZdu2baslS5ZsUCa6cvfdd8fLPvLII9FNKZYO3PvLNakEvsdcq7f4kwYggAACCCCAAAIIIIAAAggggED6C9BDBBBAAAEEEEAAAQQQQAABBBBIfwF6iAACCIQCdp32zTffrP33319vvvlmmF34OMf4rByrha+/CGqIjiXs3bu3Hyc4btw4nXnmmX4c4RFHHKErrrhCn376qcwtZxNsbOIDDzyg008/XYcccogfT2exrVv+/Pnzc+6ScN3GML711lu65JJLZOMIbWyghXB8oI0dtDGECXfOkWnX21u/+vfv76/vCsdDWl/OPfdcDR8+XDb2M8duG6zaeEQ7voVwjOUGBXKsbK682VpdNq7T2rZ48WL17ds33tcTTzxRgwcPzjXW0w5j4yKtfhsnaR5WjwVLW97Gfje2bzSY39tvv53LuEWLFurevbvsWrREv+NoHclI2+/aTK0Pdg1cWOcbb7zhXz+Wb9utnG0zL3Oz/Oh4WNtu5Sw/L/VYXfkJf/zxhwrzGsrPsYqtbCAF7kfxRxBPkUAAAQQQQCCdBOgLAggggAACCCCAAAIIIIAAAgikvwA9RAABBBBAAAEEEEAgrwIZeS1IOQQQQACBlBOgQQgggAACCCCAAAIIIIAAAgggsIUF7GLNnE2wvDDYBYnRYDeEsPD91JW6tf9CLVz8r/z1bFvNH+sAABAASURBVEGgIHBBUu1a5XV3/3pq2KCCWxMBAQQQQACBfAnU69VGdW44ye8T+KVbuIQ7zWj5W99r5v+e9TdvtfNR9BxlaTt/hbHby0+sYLEF22YxAQEEEEAAAQQQQKBIBDZZ6QEHHOAnrgoLvfvuu5oxY0a4WuDYPuPZxEU9evTQww8/rKlTpyozMzNen6UtzybJuu2222STDcU3kkAAAQQQQAABBBBAoJACs2fP1kUXXaSTTjpJ3377bSFrc7vHYm6R/YzJ/dj6+qzsDSm4rF27tjIysi/rmDx5sr744os8t7JRo0YaO3asbKJam0R2jz32yPO+YUGb+LVnz56aMmWKz9p55511zz33qHHjxn69IIu5c+fq4osv1p133qlZs2bFJ+q1SW5t4libVNcmeF22bFlBqk+4z5o1a/zx7Jhz5szxZWxCVjve559/7v8v1jLt30ETJkyQTdx60003ybZZu2ybBUtbXpcuXdSuXTtNmzbNsuOhVKlS+u9//xtf/+qrrzb4Lj2+wSX+/vtv/frrry6V/Vy4cKFmzpyZvZJjaRbh76B8+fJ+suMcRVJn1b233FOu46nTppLTElqKAAIIIIAAAggggAACCCCAAALpL0APEUAAAQQQQAABBBBAAAEEEEAg/QXoIQIIIJBL4LvvvtPJJ5+sCy+8UDY+MleB/Gb4QVrZO8XCMZHZqyViaWP1nnnmGXXt2lW//fabH0f4zz//6JtvvtHbb78t2x52ZO3atRo2bJgfT/r444/7a6bsOnjbbrFdQ2X5rVq10n333Serx7YlCjam77TTTlOvXr1kYzJtHGFYLhwfaGMHzzzzTN+WcFuieP78+erYsaPOP/98vfrqq7KxiXYdvpW1NkyfPl2DBg3SKaecohdffNH30bYVZ7A2dejQQSNHjlTY1wULFvh12xZti9nbuEgbH2njJM0j3G5py+vUqZOuvPJK39dwW87YjG0Mpl2PltN4yZIleuedd3TppZdutp6c9abjuv1O7Jq8M844I2VfQwVzj8n9WXJPF8criKbjmSQQQAABBBAo6QK0HwEEEEAAAQQQQAABBBBAAAEE0l+AHiKAAAIIIIAAAgggkGeB7Jni8lycgggggAACqSNASxBAAAEEEEAAAQQQQAABBBBAYEsKRC8otXbYejTYhZvRYBeWWpg8JUu9+y/UwkX/Zl/QZtewxWL+AtXatbbRXf3qqkH9ClalJCIEEEAAAQTyL1C3ZxvVvvFkf27JPtm4pTvf2Hlq2VuT9cdVT8vOSWGInq+sjK1bbEcO45xpWycggAACCCCAAAIIJEtg0/WUKlVKJ554oqpWreoLZmZmasSIEVq5cqVfL8jCPud9+OGHGjp0qP7++29fRRAEqlatmo444ggddthh/nhBEPht8+bN0z333LPZya18YRYIIIAAAggggAACCORD4K233tIBBxygbt26+e8t87FrjqLZn10tM5D7sc+yga2ldthrr71Up04d30ibELZ379569NFHZZOg+swiXCxbtkw9e/bU119/7Y+y++67a/DgwWrcuLFfL8hi8eLFskldf/rpJ7/7brvt5ic1btGihSpXruzz7Dvod9991//OV6xY4fMKu7DJc0eNGiX795OZtm3bVhZbn0444QRfvf076OWXX5ZNXrtw4UKfl5GRobp16+rUU0/17axRo4YszzbOmDFD7du317hx42w1Hvbcc09VqVLFr//www+yiW/9So6F7R8exzbZv+FsImNL5wx//vmnZs6c6bOrV6+u2rVr+3RKLtx7qwS8tVKSTqJZCCCAAAIIIIAAAggggAACCCCQ/gL0EAEEEEAAAQQQQAABBBBAAAEE0l+AHiKAAAIbF3j66adVv359fw3Oxkvlb0ugQApcUMl5fPLJJ3r44Yd9g8Mxek2bNtWOO+6o0047zY/1s402bnLAgAF68MEH42NIK1SooKOPPlo2DtDi7bff3or67ebbt29fZWVl+bzoYvr06erevbvCcXtWzyGHHOLrsTGCDRo0iB/Xxux17dpVtk+0jjBt+VdccYUmTJgQZvkxkDYW0tq1zz77qFy5cn6btcWuubrzzju1du1an1ccCxuT2K9fP9m4ROurWZ188smycZt2bVh0LKiNg7z66qtl4xqtbTZOMvy9mI2lLc+2ffvtt+rUqZPmzp1rq/FgYzBt7KdtC42jYzbt2NExmFZPx44d9fvvv8frSHaidOnSOvzww/3vuEmTJvHqa9as6fPsd2XbrVx8Y4KEbbdyVr4w9USrtjG6119/vV577TXZuFnbZuNow9eQvTbt92b54WvoscceK9bXkB27YMH9Pcp+Fmx39kIAAQQQQKDECNBQBBBAAAEEEEAAAQQQQAABBBBIfwF6iAACCCCAAAIIIIBA3gUy8l6UkggggAACKSVAYxBAAAEEEEAAAQQQQAABBBBAYIsJ2IWJ0YPbejTYxXfREN5gedL3Weo9YJEWL/k/+Qts7YI2F9yK6tYpr7v711OD+hUUf5BAAAEEEECggAJ1e7RWna6nuL3dicaeFhQoCAKtGDNFMzs8rX/XrvUXjEfPWZa2c1oYuwpk6xZbiKZtnYAAAggggAACCCCQBIE8VFGlShW1atVKNqGQFf/pp5/00UcfbfBZzfLzGn788Ue9+uqrWrNmjd+lTp06uvXWW9W7d29dcMEFuuiii9SnTx/16NHDT/xkhWxSreeff16zZs2yVQICCCCAAAIIIIAAAkkVsAlcbXJV+8xZsIpjkd1i2Z+Vo1mRramUtMk8r7zyyg0mgrVJb1u2bKk2bdpoyJAhmjp1asLJagvTjxUrVqhbt2768ssvfTW77767bPLZhg0b+vWCLmwi2Z9//tlPdGttHz16tP93hk0y+/bbb8smMw0nvbWJcR955JHs31VBD7huvyVLlmiHHXbwXk8++aRuvvlmWfzCCy+oevXqvpT19d5775X928Yy9tprL73yyit66aWX1LNnT9/OkSNHavjw4apXr54V8e722rTJfH2GW9jkuPZadUnNnj1b4YS4th4NEydOjP+bK8z/7rvvEvb3hx9+kE32auUOPPBA3xdLp2SIufdXSjasBDSKJiKAAAIIIIAAAggggAACCCCAQPoL0EMEEEAAAQQQQAABBBBAAAEEEEh/AXqIAAIIbEZg1apVfqzcIYccovfee28zpfO4uQSMh4z2JBwPZ2PzXnzxRT9G74EHHtDrr7+ufffd1xe1a9ZtzOioUaP8eoUKFbzbuHHjdNddd/lxgBab4e23367tttvOl3vrrbf8uD/b32e4hc3p8swzz8jGErpVnXjiiRozZoyGDh3q67F2PPfcc3r22WdVs2ZNK+LL2j62r89Yt7A67BqrP//80+fYca0dNgbSxkLa+MTHH39c7777rk4++WRlZGT46/VHjBgh66vfqRgWdk3Y0qVLZWMObeyjtdGuCxs1apR69eoVvwbNxnXatnDsZOPGjWVjK8Oxk2Zj7bbxlTam1Zpu+wwbNkxRGxvLauMprR7rc4sWLbyxjdU0Ezu2tcPqtmNYPTNnzpTtY2NWbT3ZoWzZsjr//PP97/jYY4+NV7/PPvv4PGuXbbdy8Y0JErbdyln5wtQTVr127VoNHjw4PkZ3xx131N13363oa8hem/bavvrqq/0YYpvb4YknnpC9/sN6Ujp2f5PcM6WbSOMQQAABBBAotAAVIIAAAggggAACCCCAAAIIIIBA+gvQQwQQQAABBBBAAAEE8iGQkY+yFEUAAQQQSCEBmoIAAggggAACCCCAAAIIIIAAAltGIHoRqLXA1qPBLqqLBrug0cJ332ep94DFWrzk/9bd1CEmuaeFunW20d396qn+HhWsyngggQACCCCAQGEE6nRvrdo3neLPNzE757iTjj9nuUqXvz1Ff3R4WmvXrPUX30fPXZa2cmHsiq87d1nKVZddWfYKSwQQQKCQAvZZOTMz00+WMnfuXP3++++ym1JPmjRJdhO4jz/+WB9++CEBA14DvAbS+jXwofv9rl69erN/UQ844ADtv//+8XI2UdSMGTPi63lN2ERiNmGQTfRk+zRq1EjXXnutdtllF1vdIFSvXl0dO3bUbrvt5vNtAi47rn1WtIyJEyem/e/Gfj+ED/k9u/fphwReB7wGeA3wGuA1wGsg12vgq6++so+FSQs2Yeg555yjNm3ayCYKzVfFQRApHigIAsk9VQIeRx99tPr37x+fnNaabJ+5Z82apaeeekoXXnihjjrqKD8hrZX78ssvlZd/Q1g9iYJNpHrTTTf5715su01maxONNmzY0FYLHWwC2EGDBumwww5TEKz/JdiEr2eddZauvPJKP+GtHcj+bWK/d0sXNtjr5uCDD96gmvLly/s2ZGVlySaZtYlnrYBNrHz//ffHJ/K1vDDUr1/fT7xat25dn2WT+UYn+S1XrpwOOuggv23lypWaPHmyT0cX9vv5+eeffZZ5WDtsxSazXb58uSXjwcp+8sknfr1MmTI6/PDDfTplF+536p5ysOKRPwFKI4AAAggggAACCCCAAAIIIIBA+gvQQwQQQAABBBBAAAEEEEAAAQQQSH8BeogAAukjsHbtWtk1jXYto10vMGXKlKR2zsb6tWjRQpdffrnmz5+fv7rXD73z+/kxWz5Vchb//e9/dcIJJygI1ndmm222iY8ftLGDzz33nO+Qjcvr3bu32rVrp9KlS/u8cGFjD1u2bKkePXrIyln+iy++KLsW1dIWli5dqmnTplnSXx9l4xQrVqzo16MLGx94/fXXy8bqWb6NVV28eLEl4+GNN97QTz/95Ndt/N+QIUNk4zytHT5z3cLqtza1bt3a59i4T2vXnDlz/HpxLKwN7du310477RQ/nLXTnC3D5gt45ZVXtHDhQluVjYu84447fOwz1i2CIPBjPqM2n376qWzMoxWxsZePPPKI7LoyW7c+33bbbTIfW4+GnMf49ttv9c4770SLpH3a3vtjxozx/TQjG6PbrFmz+Gvfb3ALez1fcMEF8XG1dq2fjXW1catuc2o/3ds6UBBvo73Gxo8fr88//1yfffaZ7PVjY2PtGnELH330kcJgf2+TFcza/paEr814g0gggAACCCCQBAGqQAABBBBAAAEEEEAAAQQQQACB9BeghwgggAACCCCAAAII5EcgIz+FKYsAAgggkDICNAQBBBBAAAEEEEAAAQQQQAABBLaAgF3cGB7W0jmDXZAZDXYzUwvfTs7SrQMWa8lf//rL14LALmJzwT3r1Suve/rX0x4uDuteFxMhgAACCCBQaIE63U9V7W6tlH3qCVzswrpaV7wzVbM6PK21q9fIzlcWoucxO8/ZusW2SxjnTNs6AQEE0kPAbghtE3LYzfvef/99vfnmmxoxYoSef/55PfHEE3rooYd07733yib4sMk5unfvruuuu87fGNomoTn//PN15pln6tRTT9Xxxx8vm5DCbvRmN6tu3LixnxQYDLzJAAAQAElEQVRk9913V5UqVbTtttv6SVJsMhZL2wQjdnNpm9zDbkS933776dBDD5VN8mKToxCO9pPE4IADr4G0fA3493fOyaISnVlKlSqlVq1axSdHyszM9H+nV65cmaj4RvP+/PNPzZgxw2+3CZ1OOukklS9f3q8nWtjf6FNOOSU+gdb06dPjE49dccUVvv28NtP3tcnvlt8trwFeA7wGeA3wGuA1sKnXwEUXXZToI2Sh80aNGqW9995bNplrniuLxeJFY3I/tr4+K74tFRNBEOioo47SyJEjdeGFF6pSpUoJm7lgwQK9+uqruuqqq/zn8D59+ii/E8WuWLFCffv21YQJE/wxatasqXvuuUd16tTx68lYtGnTRvZdUKK6giBQ27Zttddee/nNNkmpTfTpVwqxsH/T2PdQQRAkrOWXX36JT+5rE95edtll/vuphIVdZrVq1WST4oaT/E6cODE+ka3brP3cd1dWj6VtwtKsrCxLxoNNZBpOAHz44YfLvu+yjbNnz9a8efMsGQ/Rsrvuuqv22GOP+LaUTLj3lntKfpGSLUzVRtEuBBBAAAEEEEAAAQQQQAABBBBIfwF6iAACCCCAAAIIIIAAAggggAAC6S9ADxFAoIQJ2Pi0W2+9Vf/73/90xhln+OsVbTyXXStj48PsmkYbD2ZjJXv27FkkvXvsscfUsGFDDRkyJO/1R8Y/xvyYyLzvmioljzzyyPi1SInaZNew2hhC22bXkdo4SktvLFgZq9O227i7Tz/91JI+2PXwFmxlzZo1smtlLZ0o2PjG+vXry373TZo00dq1a+PFbIzlhx9+GF/f1HhIK2TXx1566aXxMZg2pvOLL76wTcUSbOxnvXr1Nnosc7IxjlYgIyNDNnbSxkfaeqJg4x1t/G716tV1wAEHaPXq1b6YXUs2adIkn7ZxjnYtsfXdZyRY2DEuvvhiv8V+L2PHjlXOcZZ+YxoubL6Gt956S/Y6tO5t7jUUBIFat24dH3dr412nTJliu6ZwcH+g/NMt1rXyo48+8n9jbYywXf9o1yuecMIJ/lrz5s2b67jjjtOxxx6rY445Jh6OPvpoPx66MPEhhxwiew9sv/32KleunOwa9n333dcf66yzzvJ/+2+55Rb/99eulX/vvfe0aNGida0mQgABBBBAYJMCbEQAAQQQQAABBBBAAAEEEEAAgfQXoIcIIIAAAggggAACCORLICNfpSmMAAIIIJAiAjQDAQQQQAABBBBAAAEEEEAAAQSKWyB60+Pw2JYXBrvoMBrsojwL30zK1K13LNbiv/6VXbrmg78ZQkx71C2vu/vVVT0Xh3Wuj0khgAACCCCQHIE6N5+q2t1OVXjOsnNRds0xLX93imZ2eEpr/1kjO4/ZucviMNg+lrbY9gnjnGlbJyCAQGoK2A2lp02bJpt05KWXXtL999+vXr16+RuY2cQRRxxxhGyyEpvcwG6UVqtWLTVt2tRPpnDyySfrtNNO0znnnKNLLrlEHTp0UKdOndS1a1fZhAf9+vXTwIEDNXToUNkkNM8++6xefvllvfbaa3r33XdlEzbYZCXfffedfvjhB/3+++/+pnTWJrtpdXRilNTUo1UIIIBAcQjk7xhVq1bVqaeeqiAI/I4//fST/3sb/ZzmN2xiMWPGjPhEVrVr11aNGjU2UTp7U4MGDWQTNNna0qVLNXPmTEsSEEAAAQQQQAABBBAoUoHbbrtNNrnqiBEj8nCc7M/IVjCQ+7HPzIGtlZxg389cffXVsskln3jiCZ199tn+87pNupqzF//8849Gjx7tJ8t8+umnN5iANmfZcN0mT73zzjt9/ZZXs2ZN3XPPPfGJZy2vsGG77bZTs2bNFAQbx9922219mfBY3377bXyS2DAvv/GOO+7oJ+Pd2H42Gap9H2XbbfJem0zZ0psKNnlt7dq1fRGb7PPHH3/0aVtYvk2ca2n7zmv+/PmWjIdff/1VNnGuZdikxGZt6b///lu2zdJhsPWwrL3ebWLpcFtKxu53m/3bzV6mZBtTslE0CgEEEEAAAQQQQAABBBBAAAEE0l+AHiKAAAIIIIAAAggggAACCCCAQPoL0EMEEEh1gfHjx2vQoEFq1aqVKlSooP/85z/q3bu3HnjgAb3yyiv6+OOPZWPBlixZUqxdWbZsma699lr997//9W3Iz8EDBbKnStCjUqVKsmtVN9ZkG89oYwfD7UceeaRKly4driaMS5Uq5a99DTfa/qtXr/ar22yzjSpXruzT9ru99dZbNX36dH/tvM+MLHbYYQfZuEu7Dvb222/fYOzhnDlz4tdM5WU8pFW7yy676JBDDrGkD19++aXsen2/UsQLG5to1hs7jF1DNm/ePL95991313777efTG1vY+M5HHnlEo0aNkl0/HI61/O677xSOwdxrr702MNtYXXvuuaeqVKniNycaZ+k3pOHCrp+eOnWq75lds33YYYcpCAK/vrGFvdbM1bbbvA72GrJ06gbXn+xnSjXR/h7Ye3jy5MkaN26c7Jp6+9tv49GvueYaf618ixYttPPOO8ten3bdvF0bP2nSpJTqB41BAAEEEEgVAdqBAAIIIIAAAggggAACCCCAAALpL0APEUAAAQQQQAABBBDIn0BG/opTGgEEEEAgJQRoBAIIIIAAAggggAACCCCAAAIIFKtAzpvo2Xo02AV00WAXY1r4+rtM3XrnX1ry1/8p8D9ySxeCQA32qKB7+tdVvTrllfBBJgIIIIAAAkkUqN2tlep0b60gsDNSWLGlA2W+N02zOjyltatW+4kM7BwWPa/ZOc/WLbY9wzhn2tYJCCBQ9AKrVq3yE4h89dVXevPNN2U3g7vjjjt03XXX6bzzzpNNPmCTcOy2225+whObIMNuHHb00UfrrLPOkt1Erk+fPnr44Yf9JByff/65fvnlF9kEMkXfeo6AAAIIIJBLoAAZBx98sA466KD4nu+++65sQqZ4xmYSs2bNipew84VNchXP2EiiYsWKql69enxrOPlTPIMEAggggAACCCCAAAJFJGAT7Z555pmySVY3fYhYZHNM0e8xIxtKRNImsd1777399z0jR47Up59+qqeeekoXXnihatSooYyM9ZeB/PPPP7r//vv13HPPbbLPNqnl3XffrbfeeituYJO52sSz8YwkJGwyWat3c1Xtscce8X788ccfWrFixeZ22eT2XXfdVTbx7MYK/fTTT/FN9erV8xM7xzM2kth+++1Vv379+FabgDZcsclWmzZt6lcXLVrkJ4T2K+sWU6ZM8d+323dzderUUePGjddtkcKJXS3DXqdffPGFL2vrRxxxhGySYkunbogp+92WvUzddqZYy2gOAggggAACCCCAAAIIIIAAAgikvwA9RAABBBBAAAEEEEAAAQQQQACB9BeghwggkHICNobOrpW0cYY2du3www9Xly5d9Prrr2vlypUp114bD3jaaafpoYceyl/bSthwrUqVKsnGz22skzZm8M8//4xvtrGN/fr10+bCBx98EN/Hrm3Kysry6zZ+8KSTToqPS5w2bZrOPfdcNWvWTF27dtXYsWP1999/+7KbWlidYTkbX1mtWrVNFY9vO+CAA+JpqyMzMzO+XpSJ2rVr+7kDNnYMu3Z4zZo1frNdQ2a/F7+Sj4WNc7R6wl1sPKZd07y535Vd+xy+B5cuXaqFCxeGVaR1bGNKw9fQ2rVr/fjezVnZ9u+//z7uYu8NG/cbz0jFhPub5J6p2LI8tWn69On++vzLL79cdk1+5cqVdcopp8iuv7dr9+19nKeKKIQAAgggkL4C9AwBBBBAAAEEEEAAAQQQQAABBNJfgB4igAACCCCAAAIIIJBPgfUzv+VzR4ojgAACCGw5AY6MAAIIIIAAAggggAACCCCAAALFJ2AXI0aPZuvRYDdEjga7abKFrydl6dY7luivv/51u9tlaxbkb4bQYI/yuqdfXdWtXd5tS/wkFwEEEEAAgWQL1O7aSrW7t/bnouy67dzkgnuuGDtNs656WmtX/uNvNGTnsuj5zc59tm6x7RvGOdO2TkAAgYIJzJ49Wx9++KFeeuklf9O2Xr16qX379mrTpo3sxl92szG76Vj58uVVq1Yt2Q3GTj75ZF1yySV+ApKBAwdq+PDheu+99zRp0iTNnTtX9l4uWGvYCwEEEECguAQKcpxSpUqpVatWsollbH+bFGrEiBF5mpjMJjYLJxGyfXfccUeLNhuCIFCFChXi5f766694mgQCCCCAAAIIIIAAAkUp0LZtW02ZMkU9evTY9GHcZ9b1BYJNTmi6vlzJSJUtW1ZNmjTR1VdfrZEjR+rtt9/WBRdcEP+Mbt/dDhs2TN99991GO7RgwQJ9/vnnG2yfMGGCr2+DzEKu2HdXpUuX3mwt9m8Rm3DXClr7LVi6oMH+nbSxfW0C2ejEsVWrVt1Y0Q3ygyDQdtttF88zw/iKSxx00EEqU6aMS0lfffWVwu/NbULhcCLWOnXqyCYB3nPPPRVOnGuT31oZ29Emtf32228t6Sc7tnJ+JaUX9v5yDXQ+bskzjwIUQwABBBBAAAEEEEAAAQQQQACB9BeghwgggAACCCCAAAIIIIAAAgggkP4C9BABBFJHwMZz3Xnnndp///39dZgvv/yy5syZkzoN3EhLrrjiCv3www++zRspkp2dY3xWjtXsMim8zMjIkIWNNXHx4sVasWJFfPP48eNl10ZtLli5cCcbG7h27dpwVSeccIJatmwZX7eEjdUbO3asunbtquOOO85fjzVkyBDNnDkzPubPyoXBrvMN0zvssINs/Ga4vqnYxkOG4wntuq3Vq1dvqnjStm1uvGbUZ+edd5aN8czvwc05OgbT7Db3e7Ltb731luyaNzvemjVrtGrVKkumfVi0aJGWL1/u+2n9HjduXJ5e21OnTvX72MKsor87y0u5EEiB+1H8EcRTJTFh10q+8cYbsmv77dr9atWq6eCDD9aVV16pF198UcX1ni6JdrQZAQQQSFcB+oUAAggggAACCCCAAAIIIIAAAukvQA8RQAABBBBAAAEEEMivQEZ+d6A8AggggMAWF6ABCCCAAAIIIIAAAggggAACCCBQTALhTRrscJbOGexGFNFgN1i18PWkleo9YIn+XvZ/yr5eLXCxC5L2rF9BA/vXU+1a27i1jT7ZgAACCCCAQJEI1LrpFNXp2Ubx85Ml3CnKPZU5dppmX/WM1q5cLTu/2TnN4jDYedDSFss9wtglE05yYPkEBBDYUOC3337Te++9pwcffFDXXXedWrdurb322stPmlGjRg0dffTROuuss/zN3Pr06aOHH35Yo0aN8jdn++WXX7Rs2bINK2QNAQQQQKCkCxS4/VWrVtWpp56qILBPctJPP/2kjz76aLOfy+wznIWCHHjHHXcsyG7sgwACCCCAAAIIIIBAgQTq16+vF154QTYp75577rn5OmKxeJmY3I+tr8+Kb0uHROXKlXXNNdfo/vvvl6WtTzZJ6uuvYfqkWwAAEABJREFUv77ZfxPUrFnTT2Jr+9j3vc8++6zsOytbT0bYZZddVKFChWRUlbQ67N9A1teCVGj/9trYfnvssYfM07bbhMxLly61pObPn6/ff//dp+vVq+c9dtttN+26664+788//5RNFGorM2bMUDhhcKNGjbT77rtbdmoH995yT7kXW2q3M7VaR2sQQAABBBBAAAEEEEAAAQQQQCD9BeghAggggAACCCCAAAIIIIAAAgikvwA9RACBFBD4+eef1b17d+2///666aabZGO3UqBZm23CYYcdprFjx/prS6tUqbLZ8tHxWbFwTOTm99qqS9jYxd69e6t///6qXbt2Qos5c+boqaeeUtu2bXXJJZdo5syZG5Rbu3btBut5XalUqZK/Tjiv5YurXDLHhxZXmzlOSRCIyf1Zck8Xx5sbTcczS3Ri4sSJeuSRR9SuXTs1btxYN9xwg7/ev0R3isYjgAACCORVgHIIIIAAAggggAACCCCAAAIIIJD+AvQQAQQQQAABBBBAAIF8C2Tkew92QAABBBDYwgIcHgEEEEAAAQQQQAABBBBAAAEEikPAbgQRHidMWxwGu0lENNhNki1M/G6levVfpL+X/pt9Ta2/Ri3m0jE1rF9e9/Svq1o1y4VVbyQmGwEEEEAAgaITqHXjKards607gDs/2aXV7lxlN+uxc9yKsVM1q8OTWpv1j+w8Z+c2i8NgZSxtsavAn98sthDmWZqAwNYqYJN7TJ8+XW+++abuvfdefyO2E088UQ0bNlSpUqVkN/xq0aKFrrrqKg0cOFCjR4/W1KlTtWrVqpQjy8jI8BOO2M2e7eZktWrV8v3YZ5991LRpUx155JH+ZnEnn3yyTjvtNJ177rl+wpMOHTqoc+fO6tq1q2655RY/WYr19YEHHtCwYcNkN5V75ZVXZDeke++99/Txxx9rwoQJmjRpkn788UfZTc/mzp2rJUuWKCsrS/Z3yP6+ENzfbPfHGgcceA2k22tgfX+qVauW73PBwQcfrIMOOii+37vvvuv/jsYzEiSCIFAQBAm2bD5r/vz5uQp988034nW5/veIBRa8BngN8BrgNcBrgNfA1vYasO81cn1ITEKGTc5r37GceeaZ+aht/efcQO7HPvcG+dh9CxR99dVXdeqpp+rYY4/136XY9yD5aYZ9T9O6dev4LrNnz9bKlSvj6zkTdevW9d9Z3XjjjWrQoIHfvHDhQg0dOlT//POPXy/sYunSpVq9enVhq0nq/kEQyL7rUgEeOSf3jVZh35s1adLEZ5n9jBkzfHrWrFn+uy07pn2PZpk2ua99v2ZpM//jjz8sqcmTJ8d/Z4cddpjKli3r81N64TxT/K2Vgnw0CQEEEEAAAQQQQAABBBBAAAEE0l+AHiKAAAIIIIAAAggggAACCCCAQPoL0EMEENiSAnb9YceOHbX//vurX79+mjNnTp6as80226h58+Y655xz1KlTJ/Xt21ePPPKIRo4cqc8++0w//fST/vrrL39tjOXlqdJ8FKpYsaIGDRrkj3XMMcfkY8/1RQMFUuCC0vOx3Xbb6ZlnntHEiRPzFUaNGqUqVapsgGLj9uz3bdew2nVWPXv2lI21LFcu9xwv33//vex62N9//z1eR+nSpePp/CTsNbRixYr87FIsZWvWrJn041xzzTX5+j2Fv9ejjjoq6W1J9QqrV6+ut99+O99eDz74oCpUqJDC3XN/j7Kf8TaefvrpsrG08+bN0+LFi2Xjie09YeOabYzymjVrZNfg21hpm6vCQjLG3Vv9dk36Dz/8oPHjx2vMmDF6/vnnZYb9+/f347Pbt2+vdu3aqWXLlqpfv368zflJ/Prrr7r77rt1xBFHqFmzZn489qbGGOenbsoigAACCKSiAG1CAAEEEEAAAQQQQAABBBBAAIH0F6CHCCCAAAIIIIAAAgjkXyAj/7uwBwIIIIDAFhXg4AgggAACCCCAAAIIIIAAAgggUOQCdpFYeJAwbXEY7EKyaLALzCx89W2WbhmwWMuWxxS/gDaQewRq3LCCBg2op1o1cl8Y6gps+GQNAQQQQACBIhaodcPJqnPLaQrsJ5Bs3ocgyE5kvv+DZnd4SmszV8nOd3aOszgMdj60tMVyjzB2ST/BhcUEBNJZwCYDsIk9bDIXu1jfLvy3CUHq1KmjMmXKaM8999TJJ5/sJ4MZMmSInyzAJoGx982WdLGbjFkb7aZjJ510ki688EJdf/31GjBggIYNG6bXXntNn3/+uX7++Wf9/fffsvd+VlaWv1mZTX4wY8YM/fjjj7KJciZMmKCPP/5Y7733nl5//XXZZCjPPvusr+eBBx7QwIEDZRMj9O7dW127dlXnzp39RCiXXHKJzj33XJ122mne6LjjjtORRx4pa5NNotKwYUPZjdB23XVX2Q3UypcvX+Cbs21Ja46NAAII5FmgkAVLlSol+5u+ww47+JoyMzM1YsQIrVq1yq8nWtiEVWF5224TTFm8uWDnMTsHhuWqVq0aJokRQAABBBBAAAEEEEiawCmnnOK/e7j99tsLUKf7/7n4XrHs7yqjWfFtqZMIgkB//vmnn+Ty999/93F+W7fXXnvFd1mwYIHs+5x4RiRhn+HvuOMO1ahRQ5UrV5Z9p2X/PrAin3zyid544w1LFjrYv0tsgs7NVbRw4UItW7bMF7N/o5QtW9ani2Jh3zHtvPPO8arNKb6yiYR9P2aTj4ZFck6EGwSBDj30UP/9lf17afLkyb7ol19+6b9bt2PWq1fP59m/3+z7L1uxf1999913sglNbWJby7MJjPfee29Lpn6IufdX6rcytVpIaxBAAAEEEEAAAQQQQAABBBBAIP0F6CECCCCAAAIIIIAAAggggAACCKS/AD1EAIEtJmDXP9o1nEOHDpWNUdtcQxo0aOCvaRw7dqxsbNe7776r4cOHa9CgQbr55pt1+eWXq3Xr1jr88MNVv3592Ri2zdVZkO0XX3yx7NrSTp06FWT3DfdJ8fGQGzZ282s2Zs7G9llJ+x0tX77ckkkNNlby1FNP1eOPPy4bJ/nyyy/761xtPKXWPebPny/LD6+Vr169+rotkl1nu3r16vj6phJLly714watjNVfoUIFSxYozJ49u0D7JdqpdOnS8Wwbt2nW8Yw8Jmys6fbbbx8vndcxmPEdtrJE9LVt1/gVxWs7JUhjkntu8aZss802smvS99xzTz+mt2XLlmrXrp0fJ23Xt9u17g8++KCef/75+PX+ixYt8ulbb73VX5tZpUqVfPXjo48+8nMING7cWOeff76/njP8G5KviiiMAAIIIJC6ArQMAQQQQAABBBBAAAEEEEAAAQTSX4AeIoAAAggggAACCCBQAIGMAuzDLggggAACW1CAQyOAAAIIIIAAAggggAACCCCAQNEKJLqoyvLCYDdkiAa78YOFL7/JUq8Bi7V0+f+tu6HIukvVXNS4YXkN7FdXNauXy1PjKYQAAggggEBxCNS8/mTV7n2av7rana42OH9ljvtBszo8pbUrVvkJB+xcFz3/2XnR1i22toZxzrStExAoiQI22cbXX3+tl156Sf369dOll16q//73v9p9991lE2/Yzbratm2rG264QQ8//LBsIpgZM2YUa1dtQoFGjRrpyCOPlLXlyiuvVPfu3TV48GA/Gc0777yjb775RjNnzvST1NgN1X777TdNmDDB39DtySef1F133aWbbrpJl1xyiewGe4cddpj22GMPRSfjKNZOcTAEEEBgKxNIRnerVavmJ5oJgsBX9/PPP+vDDz/0n+F8RoJFjRo14rlz5syRTSYUz9hIwiZImzt3bnzrTjvtFE+TQAABBBBAAAEEEECgsAK1atXSM888o9dee032vUuB6lv3mTh730BBEEjuqRR+1K1bV+EEtvYdznfffZfv1tpn9XCnTU0aW7ZsWVWqVEnhwyYuPv744/2qfdf72GOPyb478hmFWPz555/666+/NlvDlClT4mVs4s2KFSvG14siYRM6h/X++uuvysrKClc3Gtt3hL///nt8u/37K76yLtGkSRPtvPPOfu3bb7+VTQoa9q1mzZracccd/TZb2ESf4e/b/u02Y8YMP7mzbatdu7ai/1azvJQN7r3lnpJfiEceBCiCAAIIIIAAAggggAACCCCAAALpL0APEUAAAQQQQAABBBBAAAEEEEAg/QXoIQIIFL+AjUVr3769LrvsMi1cuHCTDTj66KP9taBfffWVpk+froEDB+rYY4/d5D5FtfHAAw/UmDFj9Pjjj2u33XYr2GFyjH9Mt+FaNp4xHHu3Zs0aFWT8ZH5gMzIyVKdOHX+t8MiRI/31tOH+06ZN0/Lly/2qjWfcYYcdfHr+/PmKXkvlMxMs7Br777//Pr6lcuXKKleu4HPL/P333/G6Cpuw64Wt71aPXUMW9tPWNxbsdduiRQudf/75flxvqVKlZOMhw/LmtWLFinCVOIeAva632247n7tkyRLZeFG/km4L9zcqUFAie2XXRbZs2VK9evXy19vb+WXy5Ml64okn1LFjR9m19qVLl95s32wM97PPPqvTTjtNdr1/t27dZGOJN7sjBRBAAAEEUl6ABiKAAAIIIIAAAggggAACCCCAQPoL0EMEEEAAAQQQQAABBAoikFGQndgHAQQQQGCLCXBgBBBAAAEEEEAAAQQQQAABBBAoQgG7sDJava1Hg938IhrsZsgWvvwmS73uWKLlK2L+8rQgCBQELrjKmjSqoEH966lG9TxfoOn24okAAggggEDxCNS87iTVue10Be5wQeCWLrinLCPrgx81u8OTWrt8pb+BrJ3zoudBO0fausVyjzB2SUXTtk5AIFUF7MZqo0ePVu/evf1kFHZRvt0ozSboOOigg3TWWWepe/fufqKVjz/+WDbBRVH1JQgC1a9fX82bN9c555yja665Rn369NGDDz6oV155RR999JGmTp2qBQsW+PeYTShgE2VYu1599VU99NBDuv3223Xttdf6/W2Cjf33319247BtttmmqJpNvQgggAACBRdI2p52/tpnn318ffY5bNy4cZo1a5ZfT7SoXbu2wnPDjBkzNlk23N8mG7JzkK3bJER2frE0AQEEEEAAAQQQQACBwgrccMMN+umnn3TeeecVrqpYLL5/TO7H1tdnxbelUsImVrXvg6xNNoGtfb+Tl8lirbyFrKwsP7mqpS1YfeXLl7fkZoNNTGmTIoeTstp3TY899pjWrl272X03VcDqmTRp0qaKaOnSpbJJlsNC//3vf2UTxIbrRRHvtddeqlixoq/avlOzCZ79yiYWNqGwfX9oRWxC3gYNGlhyg2CT/e69994+z17HVve8efP8uuVXqFDBp21hEzlXqVLFkvr111/1+eefa9GiRX7dvovcdtttfTrlF+695Z5yX1KmfFNTpIE0AwEEEEAAAQQQQAABBBBAAAEE0l+AHiKAAAIIIIAAAggggAACCCCAQPoL0EMEEChmgffee89fa/nwwyspXQ8AABAASURBVA9v9MjlypVT165dZePB7Fqabt26ycZibXSHIt5g4/LuuOMOTZw4US1btizc0SLjH2N+TGThqku1ve3aJBvXF7br/fff15IlS8LVhLFdM2XX2x577LE69dRTdd9992n16tW+rI3Hs/GoJ598sr9e2Mr6DQkW9ro5+uij41uWLVsWHztp4/zCcZWW/+GHH2pTdVkldr1VdEzkAQccsNExkfPnz9eqVatst4RhxYoV/vWTcGMBMu0aMhvnaLva2MYpU6ZYcqPhn3/+kY2dtN/FDz/8EHex91WZMmX8fpY/efJkn97U4ttvv/Xv4VatWumqq64q0uuzN9WO4t628847KxxvavMwvPHGGzLXTbXDxu7efPPNsuvC27Ztq+eee25TxVNgm/sD5Z9ukQKtSUYTbMzvRRddpCFDhvjxvfZ+efPNN3XxxRcrL+N77Tw0YMAAHX744erRo4f++uuvZDSLOhBAAAEEtowAR0UAAQQQQAABBBBAAAEEEEAAgfQXoIcIIIAAAggggAACCBRIIKNAe7ETAggggMAWEuCwCCCAAAIIIIAAAggggAACCCBQVALRiy4tnTPYhXXRYDdBtvDF11nq0X+xVqz4Pynmnj7E/EWcTRpV0MB+dVV997L5aDZFEUAAAQQQKF6BGl1OUp3bzvDnLrewpzuhWRtiyvzwR83q8KRWL8uUnQft3GdxGOx8aWmL/R7+rj+WclVE0tk5LBHYsgI2qYRNemCTeDRv3lx2s61atWqpdevWuvXWW/Xss8/qiy++kN2krKhaahODNGnSRDZhRZcuXfTAAw/onXfe8Tf8sveS3STs3Xff1fDhw3Xvvff6i/zbt2+v0047TUcddZQaN24sm/yhqNpHvQgggAACxSmQvGPZBEpt2rTRDjvs4Cu1SYFWrlzp04kWNhFVvXr1/CabNMomo9lU+cWLF+v111+PT9rUsGFD7bLLLn5/FggggAACCCCAAAIIFFTg+OOPl014euedd6ps2WT8X1oQb0og9xMEcpFS+WETQp5++unKyMi+rOO3335Tp06d9PPPP2+22fa53yY2/vrrr33ZihUr+olSg8D12+dsfmET1V522WXx448dO1b23dTm99x4CfuO68knn9TcuXMTFrLvkkePHq2pU6f67XXq1JFNdutXinBh/47Zd999/REyMzP12GOPuf/fXeHXEy2s/Q899JDWrFnjN9vktfZdol+JLEqVKqWmTZv6HPte0fq2aNEi2b/TbB+/Yd1ihx12kE2mK/ewiT1ffvlll1LCsn5Dqi7cayz7VZa9TNVmpk67aAkCCCCAAAIIIIAAAggggAACCKS/AD1EAAEEEEAAAQQQQAABBBBAAIH0F6CHCCBQnAL9+vVTixYtFI6PS3Ts8847T59//rn69++vBg0aJCpSrHnnnHOOH/t34403Jv24gQ2GDJJe7Rav0H7HNvbRGvLrr7/KxuytXbvWVhOGadOmaeTIkVq6dKn+/PNPbbPNNvHxp6VLl9ann36qefPmacKECfr9998T1hFmzpgxI0zKxgbaeE7LsLhly5aW9MGOZ8f1KwkW1t5hw4bFj7frrrvqsMMO26Ck5dn4Qcu0sYk//vijJRMGe03btdAJNxYgs1q1avrPf/7j97TxkM8884z38xkJFp999ln8fWdjTA899FBfyq5tbtSokU9bPYMHD97oOFErtGLFCj9O08ZKzpkzR3b92nbbbWeb0j7YmOgTTjghPjbXrlt/8cUXZeNnN9b5jz/+WB999JGWLFmi2bNn++vfN1Y2NfLdH6TsZ2o0pwhasdNOO+nEE0/U448/7sc833PPPbne24kOa6/1vn376vDDD/fvgURlyEMAAQQQSHUB2ocAAggggAACCCCAAAIIIIAAAukvQA8RQAABBBBAAAEEECiYQEbBdmMvBBBAAIEtIsBBEUAAAQQQQAABBBBAAAEEEECgSAQSXShneWGwG1VEg9382MIXE7N0yx1/KTPLmpV9dVpgkVvs3biiBvWvq+q75fOGJVYVAQEEEEAAgWIWqN75RNW9/SzJncNkD3c+kwL/s/Kj6ZrT4WmtXpopOx/aOdDiMNj50tIWyz3C2CU3eTG6bScgUBQCNmHGxIkT9eijj+qqq67yF9SXL19eNsHEueeeq7vvvlt2MzO7mXFRHL9SpUrab7/9ZDdv69q1q2/HBx98oJkzZ/pJKqZMmSK7EZhd7N+hQwc/EU3dunWLoinUiQACCCCQygJJbptNyHTSSScpCILN1lymTBnZREI20ZUVtomhbOIlm1DJ1qPBJg26//77FW6zyZaOO+44lSpVKlqMNAIIIIAAAggggAACeRawz6422enbb7+tgw46KM/7bb5gLFIkVmK+m7QJbFu3bh1vu01iaxMTX3vttX5y4r///jveF/vey75jeuKJJ9SmTRsNHz7cf2drO9tn/H322ceS+QrHHnusjjzySL+Pfc/7wAMPaNasWX69oIvffvtNN910kyyO1vHPP//4ySyHDh3q252RkaF27dppl112iRYrknS5cuV08cUXK5ws2Cb4te8Oc7bRDv7zzz+rU6dO8fZXrlxZ9r2iTRBs23OGfffdV1bG/GwCVttu67vvvrsl48Emdd177739+sqVK7VgwQKfrl27dkpMQO0bk6eFe3/5ctH3nM9gkUiAPAQQQAABBBBAAAEEEEAAAQQQSH8BeogAAggggAACCCCAAAIIIIAAAukvQA8RQKDYBM466yx17959o8dr1qyZvz7zmWee0QEHHLDRcsW1Ya+99tKoUaP8eD4bC1Zkx03D4VpNmjTx1zeFZuZ4++23KzMzM8zysV23/tVXX+nmm2/WkiVLfF69evUUHXtp1w83atTIb1u4cKF69+4dHwPoM9ctrK6PP/5YTz75pM+xcYzNmzeXje/zGW5x/PHHKxzrZ8e7+uqrZWNebYyg2xx/WjutvdZuy7S6zjzzTFWvXt1W42G33XZTzZo1/fqaNWv8Nc6///67Xw8XNj7Urju2+qxMmF/YOAgCf63zzjvv7Kv6/vvvdeONN2r+/Pl+PVyYy/jx4zVgwADZWE/Lt3GpNubX0ttuu60uuugi2VhMW7exlzbO0sZb2no0WN3mb+M0Ld/2sX2tDlsvjmC/t7AfhTleQev5z3/+o0MOOcQf2l43Nm72sccei9v6DW5h2+y1Zb/3sL22n+3vNqf20/1Ncs/UbmOSWmfv3y5duvhx3e+++66uuOIK7bjjjpus/ccff9Tll1/u/8bZnAabLMxGBBBAAIHUEqA1CCCAAAIIIIAAAggggAACCCCQ/gL0EAEEEEAAAQQQQACBAgpkFHA/dkMAAQQQ2AICHBIBBBBAAAEEEEAAAQQQQAABBJIvYBciRmu19WiwC+aiwW56bOGLiVnqeccSrcj8P7e7XZbmQvZTezeuoEH962j3amXdtvw9KY0AAggggMCWEqje6QTVvf2s7MO7c5oUW/cjZX08XXM6PKnVf6+QnQctRM+Pdu60dYutgjDOmbZ1AgLJFFi6dKk+/PBD2U2LL7zwQtlNzuymxgcffLC/gP7BBx/UF198oVWrViXzsP6GXk2bNtU555yjnj176qmnntKnn36qefPmadmyZfr222/18ssvq3///rrsssvUrFkz1ahRI6ltoDIEEEAAgZItUBStP+yww/y5MC9177HHHn6iKztvWvkZM2botttuU+/evfX000/LJrKyc5xNIDRnzhwr4idpOvvss1W7dm2/zgIBBBBAAAEEEEAAgfwKXHvttfrpp590ySWX5HfXzZcPgkiZQEEQRNZTN1m6dGldc801sglkw1ba96+fffaZzz/uuONk33UddNBBOvTQQ9W2bVvZRKALFiwIi+vEE0/0ZUuVKhXPy2vCJla1iSgrV67sd7Hvt+w7NZtM1mfkc2ET2Fqfpk2bJvv3w0UXXaR+/frphhtu8H18+OGH/XfMVq1NvnvqqadasljCfvvtp//973/+3zZ2QGtju3btZBPu9unTx/97qE2bNjr33HP166+/WhFVqFBBXbt2lU007DMSLGyCW5tMOLqpQYMGCifMjebbZM/hv8PC/P3331/bb799uFoC4sC9v1wzS8h7zLV0iz45OAIIIIAAAggggAACCCCAAAIIpL8APUQAAQQQQAABBBBAAAEEEEAAgfQXoIcIIFA8AnaN6EsvvZTwYDZGy8bOffDBB2rVqlXCMsWdadfhfP/99yqScXA5xmflWC3urhbJ8WzMY8eOHXXEEUf4+u069TfeeEMtWrTw40xt7KFd52S+HTp00J9//unL2XjHXr16qWrVqn7dFttuu62uvPLKXOMDbUyg1WF13XzzzTrppJPUpUsXfx2w7Xf44YerWbNmlowHG89n4wZ33313n2fXDPfo0UMtW7aU1WF12ThYa6e119ptYydtfKddcxwEgd8vXFjbbKxiOHZw5syZsvXo+MpjjjlGNo7RroU+66yztNtuu4W7FzquW7euH8Np40Wtsq+//tq/h8Ljm48ZX3311VqyZIkV0SGHHKLzzz9fQbC+L0ceeaSuuuoq2e/NCtk4SxtvGTW2Ou39add9Wxlzsd+L7WvrRRnsWjk7nh3Driu//PLL/fjVZ555RqtXr7bsPIVk1GNjT+21YmNJ7aA2LtjGz9pYYRvHaq8h226vKXtt2WvMytnvyvJtf1tP6eBeGoGCSBOj6Uh2miXtd2i/y6lTp+q+++7TUUcdtckevv322378tL13fvnll02WZSMCCCCAQGoI0AoEEEAAAQQQQAABBBBAAAEEEEh/AXqIAAIIIIAAAggggEBBBTIKuiP7IYAAAggUuwAHRAABBBBAAAEEEEAAAQQQQACBJAtEb05sVdt6NNiFltFgF9VZGD8xS73u/FtZWf7uyArcjywE0r5NKmpwvzrabdeyKsCDXRBAAAEEENiiArtf21J1+7WTndZsEQSBTwaSVn7ys+Z0eEpr/s6UnR/tnGhxGOwcammLXXGFcc60rRMQKIiA3Xz4zTfflN2I+PTTT5dN2LLDDjvo6KOPVufOnf3Nim2ylILUnWifXXfdVf/5z39kk8bYxBnPPfecvvzySz+BxeLFizVhwgQNHz7c3yz5ggsu8JOM7LLLLomqIg8BBBBAAIGcAkWybhNB2aRJdn7c3AGCIJBNUHXFFVeoUqVKvrh9fps7d64+++wzjR8/XgsWLIh/prPz4nXXXacDDjjAl2WBAAIIIIAAAggggEB+BOz7G/ucOXjwYNlEpvnZN89lY9n/b2flY3I/tr4+y7JTNphJ3759ZWHHHXfMczutrO1jk68WZrJPm2D0vPPOUzjxqU2QPG7cuDy3I1rQJp29++67ZRPf2nfIU6ZM0YgRI2R1ZmVl+aI2+atNxnvjjTeqdOnSPq84FkEQ6IwzztCAAQNkdnZM+077t99+0+jRo2UT8c6aNct//23bateurYceekg2sa4iSUq1AAAQAElEQVStbyyY/WGHHbbB5r333ltly5bdIM9WzMUmH7a0BTM/9NBDFQT2LbzllIDg3lvuKfcPxhLQ2C3eRBqAAAIIIIAAAggggAACCCCAAALpL0APEUAAAQQQQAABBBBAAAEEEEAg/QXoIQIIFIPAlVde6a8RTXSodu3a+etcrrrqqkSbiz3Prm/98ccf1bNnz6I7th+klV19LBwTmb2aVksbP9m/f3/Z79jGFlrn/vnnH02ePNmPPbRxfXZtseVbsHF9Nha1SZMmtrpBOOSQQ3TXXXdtMD7QxgRaHTaO8d133/XXStlONnavVatW6tevn2wMoOVFQ8OGDfXggw9q//33j2cvWbJEVofVZe2zdtpG29+uudrUmMjjjjtO1157rcqVK2e7KNH4StvWpUsXf02ztc8XTNLCxkEOGTJE5mdVRo9vPqGxHddczNF+N1Y2DEEQ6JxzzpFdbx0dgxk1tjGjVrftE7rY+NQgKPoxkvvss48OPvhgO7QfBzpt2jT/Gho5cqRWrFjh8/OySFY91apVk5mbvbnasW0crV2bbq8hey3Za8ryLdhrzV7btp+tp3aIyf1Zck8XxxsaTccz0zZhv6err75aH330kR8jfemll26yr/b35IgjjtCdd97p3/+bLMxGBBBAAIEtKcCxEUAAAQQQQAABBBBAAAEEEEAg/QXoIQIIIIAAAggggAACBRbIKPCe7IgAAgggUMwCHA4BBBBAAAEEEEAAAQQQQAABBJIpYDe1C+uzdM5gN3uIBrvI0MLnX2Wp54C/tCLzX4WXn9kFs3Z12r5NKmhwv9qqtmvumzmEx9p0zFYEEEAAAQS2vMDu17RUnX7tXEPcGS7mgk+5M51Lr/z0J83t8JRWL1nuLy62c2P0fGnn03Dd0hbc7v4ZTfsMFghsQuDnn3/WSy+9pG7duqlly5aymw7bzbFOPvlkPynKq6++Krsx1yaqyPOmRo0a+Ukn7MZfr7zyir777jstX75cdgPkTz75RE8++aR69Oihs88+20/+EE5MkecDUBABBBBAAIFcAkWXYZPHnHTSSQqCzU+MFASBbFIimyjLJpmpW7euKlasGG9cpUqV/Lmvc+fO6t27t2rVqhXfRgIBBBBAAAEEEEAAgbwIVK5c2U+AOm7cOB1++OF52aUQZdZ/Bg7kftznXRcVor7i3dUm9zz++OM1ZswYPfHEE/67KPuMbhOghi2xMlWrVpVNBDtw4EBf1vax/LBMQeIgCNS2bdv4RLVr1qzRQw89pHBC1/zWueeee+q5557TNddcoxo1asjaZ8HSl1xyid58803Zv0FKly6d36oLXT4IAh155JGyCWtvv/12/2+i7bffPl6vvWbN9IEHHvDfTzZu3Di+bVMJ+7dV+fLlfZEyZcpor7328umcC/tusWbNmvFs+95zjz32iK+XiIQzDEpEQ1OhkbQBAQQQQAABBBBAAAEEEEAAAQTSX4AeIoAAAggggAACCCCAAAIIIIBA+gvQQwQQKGqBa6+9Vo888kjCw1xwwQV6/vnntfPOOyfcXpyZDRo08OPKXn75ZTVs2LDYDh3YYMggKLbjFfeBbJzk9ddfr9dee002xrBOnToqV65cvBk2ri8cN/nCCy9oU+P6bKzq6NGjddttt/nxgbZvWFGpUqVUu3ZtXXjhhbJrlHv16iU7drg9Z7zbbrv51+WTTz4pG1do4zdtLKSVs/1s3GDPnj39WM6zzjrLj5W0bYmC7deuXTuNGDFC5513nqyusJylzzzzTNnryspY2XBbMuMDDjhAw4cPVzh20voQ1m9OrVq1kvlan6LbwjIWB0GgFi1aKGocHYNp+5mL/T5ff/11bc7F6kxW2HbbbXXnnXf668WjbVq2bJkWLVqU58Mkqx474E477aQ77rjDu5522mmqXr267HVo2+z3bK+xU045RcOGDdPDDz8sW7dtqR/c36PsZ+o3tRha2KxZMz322GP+b0Hz5s03esQFCxbopptu8mPqbQ6FjRZkAwIIIIDAFhTg0AgggAACCCCAAAIIIIAAAgggkP4C9BABBBBAAAEEEEAAgYILZBR8V/ZEAAEEEChWAQ6GAAIIIIAAAggggAACCCCAAAJJE4jegDhMW2whvGlxNLabG1v47Mss9bzjL2WtjCkIAgXxFgXab++KGty/rnbdpWw8N98JdkAAAQQQQCBFBHa/uqXqDjjHnesCF7IbFQSBSwTK+uwnzb3qKa1eslx2frQQPW/a+TQMbgdZ2mIL0bStExAwgW+//dbf1MxuCGY337LJEWwiFJvYYcCAAXrnnXc0f/58K1rosP/++/sJQIYMGaLPPvtMWVlZmjZtmp+0wi6atwkU9t13X1kbxAMBBBBAAIGiEthEvTbBkE2kZJP2WLDz0iaKJ9x01FFH6aGHHvIT/+SljjJlyqhp06Z+ApmBAwfG97v77rt12WWXac8991QQ2GfBhIcjEwEEEEAAAQQQQACBhAIdOnTQzz//rPbt2yfcnvzMWKTKWPb3ktGsyNZUTpYuXVp77723rrvuOj9R8Mcff6yJEyf68OWXX+qtt96SfWdmn/ut7Kb60qhRI40bN87vO2rUKFWpUmWjxe37MPv3Q3gsm2Q2nEg0P/WEB6hYsaJs4uWRI0fK2m3B0lddddUm2xHun5fYDML2Pvjgg5uciDdnfTY5cMuWLfX444/r/fff90ZW17vvvqu+ffv6fyPZ5Ko599vY+n777adPPvnE1zN+/Hi/f6KyNrmttdWOZcEmLA6dE5VPybyYe3+lZMNSsFE0CQEEEEAAAQQQQAABBBBAAAEE0l+AHiKAAAIIIIAAAggggAACCCCAQPoL0EMEEChSgRtvvFH33XdfwmNcfvnleuqppxJuK+7MHj16aPr06TrjjDOK+9DZxysB4yELMtYwu3PZy1122UU2xvDll1/21//aGDsLNq4vr+MmrSYbp3fiiSf68YG2r9VhYcKECXrllVd09dVXq0aNGlZ0syEIAu21115+XKGN37SxkFaXje208YennnqqbLzkZitaV8D62KlTJz8W1OqxYPXa+yAcS2hjPW3Mp22z8YbWn3W7+6h3795+rKJtt3GaPjOPi+jYSeuD1WHBnHr16qW6devm6Roya1NoHB2DaXWaS7t27WTXyOWxWUkrZr+LLl26bDAudOzYsbJr1u0geX2Nbq6e/IxfDYLAu3br1k32e7XXoZnba8nGkN5yyy2y6wfzM2bV+rLFg/ub5J5bvBmp1AAbl2zvJRuPbddjbqxt9ru3ORQ6duyotWvXbqwY+QgggAACW0KAYyKAAAIIIIAAAggggAACCCCAQPoL0EMEEEAAAQQQQAABBAohkFGIfdkVAQQQQKAYBTgUAggggAACCCCAAAIIIIAAAggkRyB64+EwbbEFu3lxGFvagt3U2MKnEzLV446/lLXSLkGLycpZylq1/94VNLhfHe1atYytFjiwIwIIIIAAAqkksFvH41XnjnMUnu/c2c81z625Z9anP2teh6e0evFy/fvvvz7YeTMM/jwZi8nW3U7+vGmxBdtmMWHrFbAbYNlNtI499lg/EcQBBxygSy65REOGDNGnn36qzMzMQuPYJBSHHnqon+zj0Ucf1ddff+1fj998842GDRsmuyj+8MMPV/ny5Qt9LCpAAAEEEEAgvwKURwABBBBAAAEEEEAgnQXsO5cPPvhADzzwgCpXrlx8XQ2CyLEC/72TgkgWSQQQSI6Ae6+5p+QX4rEJATYhgAACCCCAAAIIIIAAAggggED6C9BDBBBAAAEEEEAAAQQQQAABBBBIfwF6iAACRSfQs2dP3XXXXQkPYNeAPvLIIwm3FWdmq1atNHnyZPXp06c4DyvlGP/IcC3xQACBVBJwf6OCnH+oUql9W7AtV1xxhT7//HP16NFDFSpU2GhLhg4dqpYtW+r777/faBk2IIAAAggUrwBHQwABBBBAAAEEEEAAAQQQQACB9BeghwgggAACCCCAAAIIFEYgozA7sy8CCCCAQLEJcCAEEEAAAQQQQAABBBBAAAEEEEiCQKIbDlteNNiNisMQ3tD4ky8y1fPOpVr1T0z+wli3CILsS9EO2Lei7u1fR7vsXKawLWR/BBBAAAEEUk5gt/+1UN07z1XgWhasW1rkToNaOf4XzbvqKa1ZvFzhOTM8h1ocPb+63WXrFluIpm2dkN4CkyZN0qBBg3TKKaeoUqVKspvA2UXr48aNS0rHt9tuOzVr1kydO3fWM888oylTpmjVqlUaP3687OL3yy67TAcccICCIEjK8agEAQQQQACBQgqwOwIIIIAAAggggAACaSmw7bbb6t5779Vnn30m+66m2DsZi8UPGZP7sfX1WfFtJBBAoJAC7r3lnnJf+heyorTfnQ4igAACCCCAAAIIIIAAAggggED6C9BDBBBAAAEEEEAAAQQQQAABBBBIfwF6iAACRSTwxBNP6Pbbb09Y+3XXXachQ4Yk3FZcmbVr19azzz6r0aNHa++99y6uw64/TmT8Y8yPiVy/iRQCCCCwZQXcHyj/dIst25CUPfqOO+6oPn366PPPP9cFF1yw0Xa+//77OuGEE/Tyyy9vtAwbEEAAAQSKTYADIYAAAggggAACCCCAAAIIIIBA+gvQQwQQQAABBBBAAAEECiWQUai92RkBBBBAoJgEOAwCCCCAAAIIIIAAAggggAACCBRWIOeNhm09DHaT4pwhvJHxJxOy1OOOv7Vq1f9JMfd0wW5mYPsesG9F3du3tqpWKVPY5kmiCgQQQAABBFJTYLerWqjOXee6058/CbqToXv6ZEwrP/9Zc9s/oTWLlik8d0bPqXa+tHWLrXdhnDNt64T0Efjpp5/00EMP6cwzz1S1atW03377qUuXLnrjjTe0YsWKQnW0atWqOv7449WtWze99NJL+uWXX7R06VJ98MEHGjhwoM477zw1adKkUMdgZwQQQAABBIpWgNoRQAABBBBAAAEEEEg/gUsuuUQ///yzrrnmmi3YuSB+7EDuJwjkIvFAAIEkC7j3lnt3uUqzly7BM6EAmQgggAACCCCAAAIIIIAAAgggkP4C9BABBBBAAAEEEEAAAQQQQAABBNJfgB4igEBRCNh1obfcckvCqm+++WbdfffdCbcVV+aNN94ou0723HPPLa5DbvI4gQ2GDDZZhI0IIIBAMQq4P0jZz2I8Zsk81L777qunnnpKr732mpo1a5awE3/++aefk6FPnz4Jt5OJAAIIIFBcAhwHAQQQQAABBBBAAAEEEEAAAQTSX4AeIoAAAggggAACCCBQOIGMwu3O3ggggAACxSLAQRBAAAEEEEAAAQQQQAABBBBAoFACOW82bOthCG9KbHEYwhsYf/xFlroP+Eur17jDB9lXn1kkBTpov211X7/a2rlKGSXlQSUIIIAAAgiksEC1Di1U957zXQsj50N3UgyCQKu++FVzOzypNQuXKTyHhudUi+2ca7EFV4Fs3WIL3HzX+gAAEABJREFU0bStE0qmwOzZs/X000/roosuUv369dWwYUN16NBBL7/8subNm1fgTtWsWVOnnnqqevfu7S9snzVrlubPn6+3335b/fr10xlnnKF69eoVuH52RAABBBBAYIsIcFAEEEAAAQQQQAABBNJM4J133tGwYcO06667buGexSLHj23wPWRkA0kEECi0gHt/+Tqi7zmfwSIqQBoBBBBAAAEEEEAAAQQQQAABBNJfgB4igAACCCCAAAIIIIAAAggggED6C9BDBBAoEoFbbrlFdr1ozso7d+6svn375swu1vWJEyfqjjvuUJkyKTaPCMO1ivV1wMEQQGAzAu5vkntuphCbQ4FTTjlFH3zwgT+/hHk54169eumcc87RggULcm5iHQEEEECgOAQ4BgIIIIAAAggggAACCCCAAAIIpL8APUQAAQQQQAABBBBAoJACGYXcn90RQAABBIpBgEMggAACCCCAAAIIIIAAAggggEDBBaI3Fg7TFluwGxGHsaUthDcu/mh8lm4e8JdWr5GsjFv6p2LSQftX1L39aqvKTsm7aLfgPWRPBBBAAAEEikegWvvmqnPP+f58GHPnQ3eCdM/sG/2s+uJXzW3/hFYvWKrwXGrn1TDYudSCrVtrLW2xhWja1gmpL7B48WK9/PLL6tixo/bbbz/VqFFDF154oZ566in98ssvBepA/fr1ddZZZ2nAgAF69913tXDhQv3xxx8aNWqUbDIXu7C9evXqBaqbnRBAAAEEEEglAdqCAAIIIIAAAggggEA6CTRu3FgtWrRIjS4FQaQdgYIgiKyTRACB5AkE7v3lauM95hA2/mQLAggggAACCCCAAAIIIIAAAgikvwA9RAABBBBAAAEEEEAAAQQQQACB9BeghwggkHyBhx56SM8991yuips2bao+ffrkyi/OjNatW+vAAw8szkNu/Fg5xmflWN34fmxBIIUFevfurYMOOiip4eOPP07hHqdx0wIpcD+KP4J4isTGBW688UY/d0KtWrUSFnr++efVsmVLffTRRwm3k4kAAgggUHQC1IwAAggggAACCCCAAAIIIIAAAukvQA8RQAABBBBAAAEEECisQEZhK2B/BBBAAIEiF+AACCCAAAIIIIAAAggggAACCCBQQIHoDYXDtMUW7AbEYWxpC+ENiz8av1I97lyqtWvlLzcLArvQzAX3POTAbXVfv9qqUrm0kvigKgQQQAABBEqEQLUrj1PdQRco+9QYuNgFa3kg/fPlb5rf4Umtnv+3wnOqnV/DYOddC7ZusQXb1UI0beuE1BJYuXKl3njjDXXt2lX/+c9/VKVKFZ155pkaOnSoJk2aVKDGNmnSRB07dtSIESP0119/6aefftILL7ygm266Sc2bN/fHKFDF7IQAAggggEBqC9A6BBBAAAEEEEAAAQQQKCqBWCxec0zux9bXZ8W3kUAAgUIKuPeWe0p+Uci60nd3eoYAAggggAACCCCAAAIIIIAAAukvQA8RQAABBBBAAAEEEEAAAQQQQCD9BeghAggkWWDatGm65ZZbEtbap08fVaxYMeG2rTIzMj4rFo6J3Coh6DQCCKSeQEzuz5J7ujjeuGg6nkkigcCpp56qMWPGqEWLFgm2St9++61OOOEEPfzwwwm3k4kAAgggUCQCVIoAAggggAACCCCAAAIIIIAAAukvQA8RQAABBBBAAAEEECi0QEaha6ACBBBAAIEiFqB6BBBAAAEEEEAAAQQQQAABBBAoiECiGwlbXjTYDYjDEN6o+MPPs3TzgL+0es3/ya6JtUvMbB9bOeSAbTW4by3ttGPpgjRpE/uwCQEEEEAAgZIjsOsVx6nOwAvdqTGWHazp7oTp1rTqy181r/0TWj3vb4Xn1vBca7GdU8Pgd7OTrSVcsHwX8UwRgQ8++EA2YUrLli1VtWpVnXLKKbrjjjv02WefFaiFDRs21JVXXqkXXnhB8+fP15QpUzRkyBC1adNGO+ywQ4HqZCcEEEAAAQRKngAtRgABBBBAAAEEEEAAgaITCOJVB3I/QSAXiUfRCzRq1Ejjxo3TxIkTNWrUKFWpUqXoD8oRtpyAe2+5d9eWO36JODKNRAABBBBAAAEEEEAAAQQQQACB9BeghwgggAACCCCAAAIIIIAAAgggkP4C9BABBJIt0KtXLy1YsCBXtZbfokWLXPlkZAsENhgyCLJXWCJQggWuu+46vf3220kNhx56aAkWKalNd3+Psp8ltQNbvN029nrMmDHq2LFjwrasXLlS7du3V+fOnRNuJxMBBBBAINkC1IcAAggggAACCCCAAAIIIIAAAukvQA8RQAABBBBAAAEEECi8QEbhq6AGBBBAAIEiFaByBBBAAAEEEEAAAQQQQAABBBDIt0DOGwjbehjs5sM5Q3iD4g8+z9LNd/yttf9Kgf0E8o8gCHTYwZV0X99aqrxDaZ+X1AWVIYAAAgggUMIEdr3iWNUdfJGCIFAQb7ulAv0z8XfN7/CEVs/9S+E5Nue5187Llme7WtpiC9G0rROKT+Crr77SoEGDdPrpp6tatWo65phjZJOmvPPOO1qxYkW+G9KgQQNdfPHFevrppzVr1iz9+OOPeuihh3TWWWepatWq+a6PHRBAAAEEEEgLATqBAAIIIIAAAggggAACRSgQi9Qdk/+uMZoV2UoSAQQKIRBz769C7L5V7EonEUAAAQQQQAABBBBAAAEEEEAg/QXoIQIIIIAAAggggAACCCCAAAIIpL8APUQAgaQK3HfffXr11Vdz1Xnsscfq1ltvzZVPRg4BxkPmAGG1JApUqlRJVapUSWooW7ZsSaQo+W12f5Pcs+T3Ywv2ICMjQ0OGDPHB0omaMnjwYLVp00ZLly5NtJk8BBBAAIFkCVAPAggggAACCCCAAAIIIIAAAgikvwA9RAABBBBAAAEEEEAgCQIZSaiDKhBAAAEEilCAqhFAAAEEEEAAAQQQQAABBBBAIH8C/mYe63axdDTYjYZt3WIL4U2JLR73WZa637FU//5rO9tNCyxYWjrsoG117+01teMOpbMzkrykOgQQQAABBEqiwK6XH6s6gy/S+ouzLeWCe66a+LvmtX9Cq+cscefWf+PBzr/huTgaWzo0iKbDPOLkC/z444969NFHddFFF6l+/fpq2rSpunTp4idQmTdvXr4PuMcee+j888/XY489pl9//VXTp0/X448/7vOqV6+e7/rYAQEEEEAAgXQUoE8IIIAAAggggAACCCBQhAJBEKk8UBAEknuKBwIIJFfAvbfcU/IL8UggQBYCCCCAAAIIIIAAAggggAACCKS/AD1EAAEEEEAAAQQQQAABBBBAAIH0F6CHCCCQPAG75rRv3765Ktxmm23Up0+fXPlkOIEc4x8ZruVMeCKAQOoIuL9RgYLUaU8JbknHjh01ZswYNWrUKGEvRo0apTZt2mjmzJkJt5OJAAIIIFB4gaKsweZQioaiPBZ1I4AAAggggAACCCCAAAIIIIDAxgXYggACCCCAAAIIIIBAMgQyklEJdSCAAAIIFJkAFSOAAAIIIIAAAggggAACCCCAQD4EbKB7WDxMW2whesNhS//7778K4/c/zVL3O5fq339jyr6+LFAQuCDpiIMr6b6+tbTD9qXdWpE8qRQBBBBAAIESK7DLZceo7n0XS4E93SI7YUut/maGFlz1pFb/ucSdY9efd+38Gz03WzoMWvew9XVJoiQJZGZm6q233tJNN92kQw891F8EfsUVV+ipp57SL7/8ku+j1K1bV+eee64efPBB/fjjj/r555/19NNP69JLL5Vty3eF7IAAAggggED6C9BDBBBAAAEEEEAAAQQQKEqBmPt/vnX1x+R+bH191rotRAggUGgB995yT8kvCl1bOlZAnxBAAAEEEEAAAQQQQAABBBBAIP0F6CECCCCAAAIIIIAAAggggAACCKS/AD1EAIEkCgwePFgLFizIVWOfPn102GGH5conwwlExj/G/JhIl8cTAQQQSAkB9wfKP90iJdpT8hvRokULjRkzRqeeemrCznzwwQdq06aNvv/++4TbyUQAAQQQKJRAUne2+ZKiIWfl0W2WzrmddQQQQAABBBBAAAEEEEAAAQQQKBIBKkUAAQQQQAABBBBAICkCGUmphUoQQAABBIpIgGoRQAABBBBAAAEEEEAAAQQQQCCvAtHB7GHaYgvRGw1b+t9/19+EeOwnWbr5zqX691+77NUdzV9f5tKxmI5oWkn39q2p7bcr5TYU1ZN6EUAAAQQQKNkCu1x6jOrcd4lNH+E64k6k2U/ZOXjVxN81v8MT+mf2YneuXX/+tfOxbQ9jS4fBVeKftu4TLAosYBdx33///TrjjDNUp04dnXTSSbrzzjs1YcKEfNdp+59zzjkaMmSIJk+erF9//VXPPvus2rdvr4YNG+a7PnZAAAEEEEBg6xOgxwgggAACCCCAAAIIIFC0AkG8+kDuJwjkIvFAAIEkC7j3lnt3uUqzly7BcwMBVhBAAAEEEEAAAQQQQAABBBBAIP0F6CECCCCAAAIIIIAAAggggAACCKS/AD1EAIFkCXzyySey61xz1teqVStdf/31ObNZTyAQ2GDIIMEGshBAAIEtIuD+IGU/t8jR0/WgtWrV0qhRo3TjjTcm7OI333yjNm3a6NNPP024nUwEEEAAgYIKJGc/myPJQn5rs30s5Hc/yiOAAAIIIIAAAggggAACCCCAQH4EKIsAAggggAACCCCAQHIEMpJTDbUggAACCBSJAJUigAACCCCAAAIIIIAAAggggECeBKID2MO0xRbCGwtbHA3//vuv3vskUzfftVSxmDtMELiFe/oo0JGHVNJ9t9fU9pVKucwifFI1AggggAACaSCwyyVHq+79l7qeuBNp9lNBYIlA/3wzQwuvekL/zFokO/9Gz8fRc7Wlw+Aq8k9b9wkWeRJYunSpRo8erS5duujAAw/UPvvso6uvvlqvvPKKFi5cmKc6wkJ2kXi7du107733auLEifrtt980fPhwdezYUXvvvXdYjBgBBBBAAAEE8ipAOQQQQAABBBBAAAEEEChiAfsPv/AQMff/f9H1MJ8YAQQKL+DeX74S3mOeIeeCdQQQQAABBBBAAAEEEEAAAQQQSH8BeogAAggggAACCCCAAAIIIIAAAukvQA8RQCBpAoMHD05YV6dOnRLmk7kRAYZrbQSGbAQQ2CIC7m+Se26RQ6f7Qe+44w7dddddCbv566+/qk2bNnrzzTcTbicTAQQQQKAAAknYJefcSLaelxA9tJWPrpNGAAEEEEAAAQQQQAABBBBAAIEkClAVAggggAACCCCAAAJJEshIUj1UgwACCCBQBAJUiQACCCCAAAIIIIAAAggggAACmxeIDlwP0xZbsBsMh7Gl7abDYXj340zdfMcyxWJywS+yD+aSRx6yre67vaa2q1QqO68Il1SNAAIIIIBAughUvfho1Rl6qTux+ucG59d/vvlDCzs8oX9mLlJ4LrbYzk7ccWYAABAASURBVM/hudriaAhdLC9ME+cW+PbbbzVo0CC1bt1au+++u49t/ZtvvsldeBM5NWrU0Jlnnunr+uKLLzRjxgw9//zzuuaaa3TggQduYk82IYAAAggggEBeBCiDAAIIIIAAAggggAACRSwQBJEDBAqCILJOEgEEkicQuPeXq433mEPI/SQHAQQQQAABBBBAAAEEEEAAAQTSX4AeIoAAAggggAACCCCAAAIIIIBA+gvQQwQQSI7ASy+9pBEjRuSqrH379jr66KNz5ZMREcgxPivHaqQgSQQQQGALCARS4H4UfwTxFInCC1x//fV65JFHEla0aNEitWnTRs8991zC7WQigAACCORPoKClbS6kMIR1RNfD9MZi2yfcZmkL4brFtk5AAAEEEEAAAQQQQAABBBBAAIHkCFALAggggAACCCCAAALJEshIVkXUgwACCCCQdAEqRAABBBBAAAEEEEAAAQQQQACBzQhEB6qHaYstRG8obOnwJsMWv/NRprrftVx2LZldQhYEgYLAgnTUYZU0pG9NVdq2lIrhwSEQQAABBBBIK4GqFzVTnQcvU+B6FQSBgsCCrUj/fDdTC696QqtnLpKdj6Pn5+i529JhcHv6p637BAvZRdmvvvqqrrnmGu2zzz464IAD1KVLF40ePVqZmZl5Ftpxxx3VunVrDRw4UOPHj9fMmTP14osvqlOnTjrkkEPyXA8FEUAAAQQQQCBPAhRCAAEEEEAAAQQQQACBohaIxeJHiMn92Pr6rPg2EgggUEgB995yT8kvCllX+u1OjxBAAAEEEEAAAQQQQAABBBBAIP0F6CECCCCAAAIIIIAAAggggAACCKS/AD1EAIEkCQwaNChXTXZtq13HmmsDGRsKRMZnxcIxkRuWYA0BBBDYQgIxuT9L7unieAui6XgmiUIIXH755X7uh/Lly+eqZc2aNTr33HP14IMP5tpGBgIIIIBAvgQKVDjnHEi2bsEqszg/IbqPpcNgdYRpYgQQQAABBBBAAAEEEEAAAQQQKJQAOyOAAAIIIIAAAgggkDSBjKTVREUIIIAAAkkWoDoEEEAAAQQQQAABBBBAAAEEENiUQHSAepi22ILdUDiMLR29yfA7H2Wp+93L/IVkds1rdojJyh91aCUNub2Gtq1YalOHTuI2qkIAAQQQQCD9BKpe2Ex1Hrzcn1vt/GrnWnfidR2N6Z/v/tCC9sO0+o+Fip6f7XxtZcPY0mFwO/qnrfvEVrj48ssvddddd+nkk09W1apVdfrpp2vIkCH6/vvv86VxwAEHqHPnzho9erR+//13jRw50q8feuih+aqHwggggAACCCCQX4HNl2/UqJH22WefEhfKlCmz+c5RAgEEEEAAAQQQQACBYhEI4kcJ5H6CQC4SDwQQSLKAe2+5d1eSK02X6ugHAggggAACCCCAAAIIIIAAAgikvwA9RAABBBBAAAEEEEAAAQQQQACB9BeghwggkAyBwYMH64svvshVlV3j2rBhw1z5ZGxcILDBkEGw8QJsQQABBIpVwP09yn4W61G3xoOdeeaZfj6IXXfdNWH3r7rqKg0YMCDhNjIRQAABBPIikP8yOec+CtctDudMisaWzhkSlbWWWL7FYci5HuYTI4AAAggggAACCCCAAAIIIIBAfgQoiwACCCCAAAIIIIBA8gQyklcVNSGAAAIIJFWAyhBAAAEEEEAAAQQQQAABBBBAYKMC0YHpYdriaAgHvUdvLvzOxyvV/e5lrt5A/ieQ7DrXIAjU7PDtNLRfTVWsUErF9uBACCCAAAIIpKnAzhf8V3UfvkL+RCv3cOdcKfA/qyfP0oL2j2v1jIWKnqft3G3n8jC2dBi07mHr65JpHc2dO1cvvPCCOnTooHr16umQQw7RjTfeqDfffFP5MahcubJOO+00DRkyRJMnT9bXX3+tgQMHqlWrVtp+++3T2pDOIYAAAgggkFICeWhMmTJlVFJDHrpHEQQQQAABBBBAAAEEikEgFjlGLPt7tGhWZCtJBBAohEDMvb8KsXta70rnEEAAAQQQQAABBBBAAAEEEEAg/QXoIQIIIIAAAggggAACCCCAAAIIpL8APUQAgUILzJkzR4MGDcpVT5MmTdSpU6dc+WTkQYDxkHlAoggCCBSbgPub5J7Fdrit+UDHH3+8Ro4cqYYNGyZk6Natmywk3EgmAggggMCmBfK5Ned8P7aeM4RzJlkchnk/Lda86YsVrlts+4WxpaMh2izLj66TRgABBBBAAAEEEEAAAQQQQACBfApQHAEEEEAAAQQQQACBJApkJLEuqkIAAQQQSKIAVSGAAAIIIIAAAggggAACCCCAQGKBRAPSLc+CDWiPhuhNhcd8mKWb71q6rlK7jMyF7KeOPryS7u9bU+W3Kd6vTNc1hggBBBBAAIG0FNj5/P+qzsNXZPfNnXMluymQBWn197O0oP0wrf59gaLnazuPh+d0i6MhuyJXS8xXFq6mTfzZZ5+pX79+Ou6447Tbbrvp7LPP1kMPPaTffvstX308+OCDdcMNN+iNN97QH3/8oVdeeUUdO3bU3nvvna96KIwAAggggAACyROgJgQQQAABBBBAAAEEECgGgSCIHCRQEASSe4oHAggkV8C9t9xT8gvxiAiQRAABBBBAAAEEEEAAAQQQQACB9BeghwgggAACCCCAAAIIIIAAAgggkP4C9BABBAovMHjwYM2cOTNXRZ07d1alSpVy5ZORQCDH+EeGayUwIgsBBLacgPsbFSjYcsffyo586KGHauTIkWratGnCng8YMEBXXXVVwm1kIoAAAghsXCA/W2z+o7C8pcNgeWHaYps3KZxHydJzpy/Wi50/1ItdPpSlLc9CWMb2CUPOumzdgm23mIAAAggggAACCCCAAAIIIIAAAvkXYA8EEEAAAQQQQAABBJIpwN2skqlJXQgggEDyBKgJAQQQQAABBBBAAAEEEEAAAQQSCEQHols6GmxQu61bbCEc4G7xWx9kqufA5ZFLx+wiMhfc89gjKun+vjVVfhu3kuCYRZhF1QgggAACCKS9wM7nHaV6j7VX9kk4UBC4ICmQtGbKbC1s/7hW/TpPdr6Onr8tbcHO7dHgdvNPy/OJEryYNWuWnnnmGV122WXadddd9Z///Efdu3fX+++/n69ebb/99jrrrLP0wAMPaOrUqfryyy9155136qSTTtK2226br7oojAACCCCAAAJFIkClCCCAAAIIIIAAAgggUBwCsVj8KDG5H1tfnxXfRgIBBAop4N5b7in5RSHrSq/d6Q0CCCCAAAIIIIAAAggggAACCKS/AD1EAAEEEEAAAQQQQAABBBBAAIH0F6CHCCBQSIGJEydq0KBBuWpp3ry5Lr300lz5ZGxEIDL+MebHRG6kHNkIIIBAsQu4P1D+6RbFfuyt94CNGjXSyJEjZefTRAoPPvigzj33XK1ZsybRZvIQQAABBHIL5DknOsdRmLbYgs2NlCjYPEpzpy/Wy9d9pIW/LnXhb73S5SPNc3m2LdE+lmd1WrDGhXHOtK0TEEAAAQQQQAABBBBAAAEEEEAgTwIUQgABBBBAAAEEEEAgqQIZSa2NyhBAAAEEkiRANQgggAACCCCAAAIIIIAAAgggkFMg0WB0y7MQDly32EI4wN3itz7IUo+By2Xl1l865i9x1bFHVNL9fWtqm3JBzsMVwzqHQAABBBBAYOsQ2OmcI1X30Q6us+78G3PBp+zeQDGtnjpLizo8rlW/zJOdt6PncUtb8Odw229dcLv7p+X7RAlafPTRR7r11lt1+OGHq2bNmrrgggs0bNgwzZ8/P1+9OOyww9S1a1eNGTNG8+bN0wsvvKAOHTqocePG+aqHwggggAACCCBQHAIcAwEEEEAAAQQQQAABBIpHYP3/9wVyP0EgF4kHAggkWcC9t9y7y1WavXQJnl6ABQIIIIAAAggggAACCCCAAAIIpL8APUQAAQQQQAABBBBAAAEEEEAAgfQXoIcIIFBYgcGDB2vt2rW5quncuXOuPDLyJhDYYMggb2UphQACCBS9gPuDlP0s+kNxhA0EdtttN40cOVKnn376BvnhynPPPafWrVtr4cKFYRYxAggggMBGBfK2ITq3UZi2OBpsbiQL0XmT5k1foleu/0SLflumwJ83Ay36fZlevf5j2bZoWdvXQrROS1sLwzhn2tYJCCCAAAIIIIAAAggggAACCCCwOQG2I4AAAggggAACCCCQXIGM5FZHbQgggAACSRGgEgQQQAABBBBAAAEEEEAAAQQQ2EAg0SB0y7MQDly32EJ0YPubH2Sp56DlCuwnsGVYbaDmR26nof1qqlzZIMws3pijIYAAAgggsBUJ7HTOf1R32P/sjOyCsoM7N1tqzbQ/tbjD41r181yF53E7p0eDnfNzBrmH5bkoZZ+//fabnnjiCZ177rmqVKmSmjVrpt69e2v8+PHKz8P2Peecc/Twww9r+vTp+vzzz9W/f3+1bNlS22yzTX6qoiwCCCCAAAIIFLcAx0MAAQQQQAABBBBAAIFiEohFjhNTqn93GGksSQRKmIB7f/kWR99zPmPrXtB7BBBAAAEEEEAAAQQQQAABBBBIfwF6iAACCCCAAAIIIIAAAggggAAC6S9ADxFAoFACr732moYPH56rjgsvvFAnnHBCrnwy8iHAcK18YFEUAQSKXMD9TXLPIj8MB8gtULFiRb388su69NJLc290OW+99ZbatGmjX375xa3xRAABBBDYqEAeNkSvSwrTFkdDODdSOF+SxXN/XKxXbvhEi35f5o8SlpdiWvTbUo24/mNZGStr+4expcOyYWwVWNpiC9G0rRMQQAABBBBAAAEEEEAAAQQQQGATAmxCAAEEEEAAAQQQQCDJAhlJro/qEEAAAQSSIEAVCCCAAAIIIIAAAggggAACCCCwXiA64DxMWxwNNnDdQjiQ3eI3xmWp58Dliq27YszidUk1P7KSht5eQ2XLBOsPVMwpDocAAggggMDWJrDT2Ueo7uNX+W7bOTn7FkEu5Z5rpv2pRR2GadVPc2TncTuv5wzRc7+vZN3C8tclt3i0Zs0ajR07Vj169NC+++6revXq6ZJLLtFzzz2nFStW5Kt9TZs2Vffu3fXee+9p8eLFftKTK664Qg0aNMhXPRRGAAEEEEAAgS0rwNERQAABBBBAAAEEEECgmASC6P/7BQqCoJgOzGEQ2NoEAvf+cn3mPeYQ1j9JIYAAAggggAACCCCAAAIIIIBA+gvQQwQQQAABBBBAAAEEEEAAAQQQSH8BeogAAoUTGDx4cK4Kypcvr06dOuXKJ2MzAjnGZ+VY3czObEYAAQSKWCCQAvej+COIp0gUj8Bjjz2mLl26JDzYZ599pjZt2ujrr79OuJ1MBBBAAAFpcwbRuYzCtMVhyDknkq2vXbtWc35YrBFdx2vxjOUKP8MHcj/BuiO6zCV/LNfomz7T3B8WyfaxfXOG8DgW255hnDNt6wQEEEAAAQQQQAABBBAVFMLAAAAQAElEQVRAAAEEEEgsQC4CCCCAAAIIIIAAAskWyEh2hdSHAAIIIFBoASpAAAEEEEAAAQQQQAABBBBAAIF1AokGnVuehZwD1sObBVv82thM9Rq8Qgrc04UwtmSLo7bTA31rqEwZW9OWenBcBBBAAAEEtkqByu2OUN0nOtqp2QU7F7vgnm5Fa3+cq8UdHteq6XNk5/Oc53pbt88A0RAiWl6YLu54+vTpeuSRR9S6dWuVK1dOzZs3V9++fTV58uR8NaVChQo6//zzNWzYMP3yyy+aMGGCbr/9dh133HHuc0uZfNVFYQQQQAABBBBIGQEaggACCCCAAAIIIIAAAsUlEIvFjxST+7H19VnxbSQQQKCQAu695Z6SXxSyrvTZnZ4ggAACCCCAAAIIIIAAAggggED6C9BDBBBAAAEEEEAAAQQQQAABBBBIfwF6iAAChRB46KGH9MEHH+SqoVOnTtpvv/1y5ZOxGYHI+KxYOCZyM7uwGQEEECgegZjcnyX3dHH8gNF0PJNEEQvcc889uvXWWxMeZcqUKWrTpo3GjRuXcDuZCCCAwFYusMnuR+cwCtMWhyGc/8himx8pDHN/XKKRXcdryYzl2fWvOz1aZMFnrkssmbFMo7t+rnlun3B/i61OO04YW9qC7RvGOdO2TkAAAQQQQAABBBBAAAEEEEAAgVwCZCCAAAIIIIAAAgggkHSBjKTXSIUIIIAAAoUUYHcEEEAAAQQQQAABBBBAAAEEEDCBRIPNLc9CODjdYgvhwHWLR7+XqVvuXSF/w4HYuigWc6sxtfhvJT3Qt7pKl7Y7DdtRtlTguAgggAACCGy9ApXPOlx1nuzoz83uTJ39dOdsl6E1P87R4g7DtOrHP2XndTvP5wz2WSAaQknLC9NFGa9cuVJjxoxR586dtccee2jPPffUlVdeqdGjR7suWEfyfvQDDzxQt9xyi79wevny5Xr66ad1ySWXqF69enmvhJIIIIAAAgggkMICNA0BBBBAAAEEEEAAAQSKT2D9//8Fcj9BIBeJBwIIJFnAvbfcuyvJlZb06mg/AggggAACCCCAAAIIIIAAAgikvwA9RAABBBBAAAEEEEAAAQQQQACB9BeghwggUFCBv/76S4MHD861u10r26lTp1z5ZORPILDBkEGQv50ojQACCBSZgPt7lP0ssiNQcd4FevXqpUTnYKth1qxZatOmjUaOHGmrBAQQQACBuMDGE9G5i8K0xWEI50CyOZEs2LrFc6Yt1uibJ+ivWStkH99ln98tSHKnTR8stS7LJQP9PXOFXu/2ueZOWxSfY8nqsmD1WgiPa7HcI4xdUtG0rRMQQAABBBBAAAEEEEAAAQQQQCAqQBoBBBBAAAEEEEAAgeQLZCS/SmpEAAEEECiUADsjgAACCCCAAAIIIIAAAggggMAGA8vDQeYWWwgHpVtsIRysbvHo9zLVe0imgiCQW7jgnpZUoJbNttMDfWuqVCmXoS384PAIIIAAAghs5QKVzzxcdZ++xim487I9XZA7fwdBoLXT52rJVY9r1Q+z4xeo2Tk/GuwzQc7gKtvgM4StJytMnTpVQ4YMUfPmzVWhQgWdeOKJ/kLoX3/9NV+HKFeunM4//3w9+eST+v333zVx4kT17t1bRx99tDIyMvJVF4URQAABBBBAoAQI0EQEEEAAAQQQQAABBBAoRoFY5Fix7O8Ko1mRrSQRQKAQAjH3/irE7mm5K51CAAEEEEAAAQQQQAABBBBAAIH0F6CHCCCAAAIIIIAAAggggAACCCCQ/gL0EAEECiwwaNAgTZ8+Pdf+nTp1UtWqVXPlk1EAAcZDFgCNXRBAoMgE3N8k9yyy6qk4fwLXXnutnnjiiYQ7LVu2TG3btvXzWyQsQCYCCCCwNQpspM82j1G4KUxbHIbovEeWtjkPLcyZtlijbp6gxX8sX3ctkztL2nUXLiiQzr2/uQstXNWxXNuX/LFMb3Qbr7nTFvk5lqw+qzsawuNb7CrJrsMSLoR5LskTAQQQQAABBBBAAAEEEEAAAQSiAqQRQAABBBBAAAEEECgCgYwiqJMqEUAAAQQKIcCuCCCAAAIIIIAAAggggAACCGztAtEB5WHaYgs2KD2MLR0OVrd49Ngs3TIk0/PZuPfshGTpE5pV0gO311CpFPlG1LeNBQIIIIAAAlu5QOUzDlPdp692J2sHEbOQfaGaJddMn6slHR7XPz/M9heo2Xk/Z7DPBGFwe7tzvu3pqrOTv2UUItiFzK+//rquvPJKVatWTXvttZeuueYajR07Nt+17r///rrtttv00UcfadWqVXr66ad14YUXqnbt2vmuix0QQAABBBBAoGQJ0FoEEEAAAQQQQAABBBAoRoEgiBwsUBAEknuKBwIIJFfAvbfcU/IL8ZAEAgIIIIAAAggggAACCCCAAAIIpL8APUQAAQQQQAABBBBAAAEEEEAAgfQXoIcIIFAwgalTp2rw4MG5dj7yyCPVsWPHXPlk5FEgx/hHhmvl0Y1iCCBQPALub1SgoHiOxVHyJHDRRRdpxIgR2m677RKWv/jii3Xvvfcm3EYmAgggsLUJJOqvzV8U5odpi8OQc84jm/PQ8mZPXaRRN0/QX7NXyE6NQeDOjxYkZWQEOu/+FtrnxHo+nDe0hTJsEkTbHkjZUeD3fb3b55ozZaGszrBuS4chbIfFco8wdsn4fEuWJiCAAAIIIIAAAggggAACCCCAQLYASwQQQAABBBBAAAEEikKA210VhSp1IoAAAgUXYE8EEEAAAQQQQAABBBBAAAEEtmqBRIPKLc+CDUQPY0uHg9QtHvVelnrfl6lgnZ4NbPdJl3HSMdvpgb41lJE634b6prFAAAEEEEAAAWnH0w9T3WevlT+JuxN4EAQ+aYu1P8/TovbDtGrabNn53s7/OYN9NgiD3MPSLirQxWnfffedBgwYoMMPP1zbb7+9WrVqpUceeUTz5s2zKvMcSpcurXPOOUfPPPOMZs2apW+++UY9e/bUUUcdlec6KIgAAggggAACaSFAJxBAAAEEEEAAAQQQQKA4BWKx+NFicj+2vj4rvo0EAggUUsC9t9xT7ov4QlaUNrvTEQQQQAABBBBAAAEEEEAAAQQQSH8BeogAAggggAACCCCAAAIIIIAAAukvQA8RQKCAAoMGDdLy5ctz7d2pU6dceWTkQyAy/jHmx0TmY1+KIoAAAkUq4P5A+adbFOlxqDy/Am3atNHIkSNVo0aNhLvaufm2225LuI1MBBBAYCsSyNXVcK4i2xCmLQ5DzrmObA4kC7OnLtLo7l/qrz+z4pdXZF9rIQWlAp13f3Ptc0JdhY+9T6inc+5voSAjkPuIH9/H0ktnZ+rN7l9ozpSFfo4lqz/nccP2WGx1hnHOtK0TEEAAAQQQQAABBBBAAAEEENjKBeg+AggggAACCCCAAAJFIsAtr4qElUoRQACBggqwHwIIIIAAAggggAACCCCAAAJbr0B0MHmoYHkWbCB6GFs6HJxu8Yh3s9R7yApFL1q1sja6/aSjt9MDt1dXEIQ1pkJMGxBAAAEEEEAgKrDjaYeqzrPXulO3O5vHXLCNMbtWLaZ/f5mnxVc+qlVTZ/kL1OxzQM5g5/0w2K5hsLwwnShevHixXnzxRZ133nnabrvttP/++6tbt24aP358ouKbzNtnn33Up08fffbZZ1qzZo2GDx/u661evfom92MjAggggAACCKSzAH1DAAEEEEAAAQQQQACB4hVY/x+CgdyP/QdhULwt4GgIbBUC7r2V/dbKXm4Vfd5kJ9mIAAIIIIAAAggggAACCCCAAALpL0APEUAAAQQQQAABBBBAAAEEEEAg/QXoIQIIFETgvffe07Bhw3LtetZZZ6lt27a58skomECgQPYUDwQQQCAlBLL/JrllSrSGRmwocMwxx2jkyJHaa6+9Ntywbu2WW27Rddddt26NCAEEENgaBTbsc3RuojBtcRhyznFkcx5a+HPqYr3WY6L+/jPLf1QPgsDFLgRSRukMnX9/C+3dsu6GB3Nrlnfu0BbKKBXI7SIF7mlB0tLZK/RW9y80d8oiP8eSHSfn8cN2Wex2URjnTNs6AQEEEEAAAQQQQAABBBBAAIGtV4CeI4AAAggggAACCCBQNAIZRVMttSKAAAIIFEiAnRBAAAEEEEAAAQQQQAABBBDYSgVyDiK39TDYAHRLW2whHJRu8Yh3snTb0EynFsj/BC7pnkEQ6ORjt9MDt6fgTXdd+3gigAACCCCAwIYCO7Y9VPWe66wgI3Dn9Oxt2alA//62QEvaP6ZVU2b6C9Ts80DOYJ8VcgarxfIsDsNXX32lnj17ar/99lOVKlXUrl07DR8+XMuXLw+L5CnOyMiQTUDy/PPPa86cOZo0aZJ69Oihww8/PE/7UwgBBBBAAAEEtgIBuogAAggggAACCCCAAALFLBCLHC+2wSRWkQ0kEUCg0ALu/eXriL7nfMbWuaDXCCCAAAIIIIAAAggggAACCCCQ/gL0EAEEEEAAAQQQQAABBBBAAAEE0l+AHiKAQIEEBg0alHC/Tp06JcwnsxACDNcqBB67IoBA0gXc3yT3THq1VJgcgQMPPFAjR47UEUcckbDCgQMH6rLLLku4jUwEEEAg7QUiHYzOSRSmLQ5DzrmNbM5DC7OnLNKo7l/pr9krfG12Tgz3ySiVofPvP057H1/Hb0u02Ov4ujrn/uMVlAr8tU9+33UF/569XG92H6853y/0cyzZ8XK2w5ePxfy+tputW2whmrZ1AgIIIIAAAggggAACCCCAAAJbpQCdRgABBBBAAAEEEECgiAQyiqheqkUAAQQQKIAAuyCAAAIIIIAAAggggAACCCCwNQpEB4yHaYst5Bx4Hg5Gt/iVd7J069BMyUa/OziLLLikTj62kob2qW7JlAs0CAEEEEAAAQQSC+zQ5hDVGd5JsYzAF4j5k3z22X3tbwu0+MpHtXLyH/4CtZyfEWzdPjuEwSqw9Pz58/X444+rTZs2KlWqlJo2barbb79dkyZNsiL5Ck2aNNGtt96qL774wrfhhRdeULt27VStWrV81UNhBBBAAAEEENg6BOglAggggAACCCCAAAIIFLNAkP29YvZRAwVBkJ1kiQACSRYI3PvLVcl7zCFILBBAAAEEEEAAAQQQQAABBBBAIP0F6CECCCCAAAIIIIAAAggggAACCKS/AD1EAIH8Czz11FMaM2ZMrh07deqkQw89NFc+GfkUyDE+K8dqPiujOAIIIJBkgUAK3I/ijyCeIpEaAnvssYdGjhypE088MWGDhg0bpjPOOENZWVkJt5OJAAIIpKtA2C+bkyhn2vLCYPMYRYPNeWhh9pTFGt1jov6ekxnu7s+I9nm9dNlSOn9oc+3Vok5828YSe7Wsq3PvP16ly5RSEAQK4gUDLfszU291H685Uxb5+Y3suNG2WDpsp8W2axjnTNs6AQEEEEAAAQQQQAABBBBAAIGtTYD+IoAAAggggAACCCBQVAIZB+if+wAAEABJREFURVUx9SKAAAII5FuAHRBAAAEEEEAAAQQQQAABBBDY6gQSDRq3PAvRQeaWDgehW/zK21nq84BdQBRIgQuSjwIFanXcdhp6W3Wl6INmIYAAAggggMAmBHZofYjqPtdZQakMd1YPXEkLcmnp/2Ys0l8dHtPKSTP8BWr2+SBnsM8QH374oa677jo1bNhQ1apV06WXXqpRo0bJyiqfjzPOOEMvvfSS5s+frylTpqhXr1465JBDxAMBBBBAAAEEENiMAJsRQAABBBBAAAEEEECguAVisfgRY3I/tr4+K76NBAIIFFLAvbfcU/KLQtZV8nenBwgggAACCCCAAAIIIIAAAgggkP4C9BABBBBAAAEEEEAAAQQQQAABBNJfgB4igEA+BVauXKlBgwbl2mu33XZT586dc+WTUQCByPisWDgmsgDVsAsCCCCQfIGY3J8l93RxvPJoOp5JYgsL7Lzzzho5cqTOPvvshC155ZVX1Lp1a82dOzfhdjIRQACBNBTwXbK5iXzCLcK0xWGw+YmiweY8tPDnlMUa2f1L/T3H5j50O6972lmwVNlSOn/Icdqree11uZuPmhxfV2fff7wyymS48+qG5Zf9mam3un2mOd8v9HMs2fGjbbJ02F6Lbe8wzpm2dQICCCCAAAIIIIAAAggggAACW5EAXUUAAQQQQAABBBBAoMgEMoqsZipGAAEEEMinAMURQAABBBBAAAEEEEAAAQQQ2LoEEg0WtzwL4eByiy2Eg88tfmlMpm57IFPZNxSIuciGv2fHrY6rpPtv3T2FIWkaAggggAACCGxOYIdTm6r2c50UK2X/lenO89lPf87/9/eFWtL+Ua387nd/gZp9Tvjjjz/04IMP6qSTTlLZsmV13HHHafDgwfrll182d6hc2/fcc0/16tVLX331lT/eSy+9pDPOOENVq1bNVZYMBBBAAAEEEEBg4wJsQQABBBBAAAEEEEAAgeIXCOKHDOR+gkAuEg8EEEiygHtvuXdXkistqdXRbgQQQAABBBBAAAEEEEAAAQQQSH8BeogAAggggAACCCCAAAIIIIAAAukvQA8RQCC/AnYN76RJk3Lt1qlTJ9WsWTNXPhmFEwhsMGQQFK4S9kYAAQSSJuD+HmU/k1YjFRWdgM2/8dxzz6l9+/YJD/Lee++pdevW+uGHHxJuJxMBBBBILwH5uYTCPtlch5a2OAw2j1E02JyHFmZ/v1gje0zUsnkrZR/NAwVuVwtSmXKldcGQ5mrSvLbLy9+zSYs6Ouf+41WmbOkNd3RVL5+bpbe6fa453y/0cyxZO6Jts3TYboutgjDOmbZ1AgIIIIAAAggggAACCCCAAAJbhwC9RAABBBBAAAEEEECg6AQyiq5qakYAAQQQyJcAhRFAAAEEEEAAAQQQQAABBBDYigQSDRK3PAvhoHKLLYSDzi1+8a1M9X3IBsAHko2Cl+RSklu2PX4H3X/r7krpB41DAAEEEEAAgTwJ7NCqqeo+31lBmdJyp3l7KggCH2J/LNbci+9X/wuvVcOGDdWkSRNdd911ev/991WQR9u2bfX8889r8eLF/sLkW2+9VQcddFBBqmIfBBBAAAEEEEAgW4AlAggggAACCCCAAAIIbAGBWOSYsexJuaJZka0kEUCgEAIx9/4qxO5ptSudQQABBBBAAAEEEEAAAQQQQACB9BeghwgggAACCCCAAAIIIIAAAgggkP4C9BABBPIl8Ouvv2rw4MG59rHrcjt16pQrn4wkCTAeMkmQVIMAAkkRcH+T3DMpVVFJ8Qg8+OCDuummmxIe7Msvv1SbNm30xRdfJNxOJgIIIJAuArHY+rOXzXVo/bI4DDbfYTTYnIcWZk1epBHdv9TfczJlVfggqyumMuVK6YIhx6rJcbWsugKFxs3r6OyhLVSqbCm3v12v4YKr3o6zbG6m3ur2ueZMXiBri4VoGy0dtt9iV4Fro9vZEi6EeS7JEwEEEEAAAQQQQAABBBBAAIGtQ4BeIoAAAggggAACCCBQhAIZRVg3VSOAAAII5EOAoggggAACCCCAAAIIIIAAAghsLQLRAeFh2mIL4WByi22guYUw/cJbmer70MrsYe82vtzCOrS2x2+ve3tVW7eWuhEtQwABBBBAAIG8C2x/ysGqPbyzgrJl/PlfMbtAzQVXRdn5mTr63cXaacFqt5a/Z4MGDdS9e3d9++23rsqYXn31VbVr106VK1fOX0WURgABBBBAAAEENiJANgIIIIAAAggggAACCGwBgSCIHDRQEASSe4oHAggkV8C9t9xT8gtt1Q86jwACCCCAAAIIIIAAAggggAAC6S9ADxFAAAEEEEAAAQQQQAABBBBAIP0F6CECCORPYPDgwVqwYEGunTp16qQyZcrkyiejgAI5xj8yXKuAjuyGAAJFI+D+RgUKiqZuai0ygQEDBqhfv34J658+fbratGmjd955J+F2MhFAAIGSLmDzG4Z9CNMWh8HmOYwGm/vQwszJizSyx0Qtm79S9pncn/38QipbvowuuL+5Gh9bK6y6wHGj4+ronKHHq3S50grsJ5D88dxi+bwsvdXtc/05aYGsTRaibbV02A+L5R5h7JJ+biWLCQgggAACCCCAAAIIIIAAAghsDQL0EQEEEEAAAQQQQACBohTIKMrKqRsBBBBAIM8CFEQAAQQQQAABBBBAAAEEEEBgqxBINCjc8iyEg8gtjg4wt/QLb2Wp38OrZCPSA7mfQHKR7HFay+11b69qlkz1QPsQQAABBBBAIJ8C259ykGoP76RS25SVgsA9LUgKpOrBtrqn7GFqEuyozT1atWqlZ599VkuWLNGPP/6oPn36aL/99tvcbmxHAAEEEEAAAQQKIsA+CCCAAAIIIIAAAgggsCUEYrH4UWNyP7a+Piu+jQQCCBRSwL233FPyi0LWVbJ3p/UIIIAAAggggAACCCCAAAIIIJD+AvQQAQQQQAABBBBAAAEEEEAAAQTSX4AeIoBAPgQ++eQT3X///bn2sGt4zz333Fz5ZBRCIDL+MebHRBaiLnZFAAEEkirg/kD5p1sktV4qKw6Bbt26aejQoQkPNW/ePLVp00YvvfRSwu1kIoAAAiVVwOY3lOSbH6YtDoPNeRgNNuehhZmTFmpE96+0bP5KuY/k/hIKf/ZzizLblNYFQ45V42Nq+nqTsWh0XB2dPfR4ld6mVPbxXKX+sg13vOXzsvRWt880+7v5srZZiLbZ0mF/LHa7uva6HS3hQpjnkjwRQAABBBBAAAEEEEAAAQQQSGcB+oYAAggggAACCCCAQJEKZBRp7VSOAAIIIJBHAYohgAACCCCAAAIIIIAAAgggkP4C0QHgYdpiC+HgcYujA8st/fybWer7cJayL0p1y1h2kItPP2F7De5ZrYTg0UwEEEAAAQQQKIjA9icfpJrPdlKwTRl3+rfPAa4Wf41ZTLupgu4uc6iaBDu6zPXPOnXq6IYbbtAXX3yh1atX69VXX1W7du20/fbb+zqspH0GsZiAAAIIIIAAAggkV4DaEEAAAQQQQAABBBBAYMsIBPHDBnI/QSAXiQcCCCRZwL233LvLVZq9dImt9Em3EUAAAQQQQAABBBBAAAEEEEAg/QXoIQIIIIAAAggggAACCCCAAAIIpL8APUQAgfwIDB48OGHxTp06JcwnMzkCgQ2GDJJTF7UggAAChRdwf5Cyn4Wvihq2iMBVV12lZ599VqVLl851/JUrV+qss87So48+mmsbGQgggEBJFFg/t5A2mG/I8i3YnIfRYHMeWpg5aZFGdJ+oFQtWZXfbrqPwQSpbobQuvP84NTq6Zva2JC4bHVtHZw9tqTIVyti/AuQOKbnzrtwjc8FKjen2uf78boGsjRaibbe09SkMbpd4n3OmbZ2AAAIIIIAAAggggAACCCCAQPoJ0CMEEEAAAQQQQAABBIpWIKNoq6d2BBBAAIE8CVAIAQQQQAABBBBAAAEEEEAAgTQXsAHhYRfDtMUWwkHjFkcHlFv6uTey1O+RlW7XQP4nkGxAehAEOuPEHTS4RzWVmAcNRQABBBBAAIECC2x/0oGqPbyzSlUsJ/dxQOEicIndg4oaWOYwXXroCXrwwQc1e/ZsTZo0Sbfccov22Wcf2WcM+8wRBrmHpV2kMLY0AQEEEEAAAQQQSIoAlSCAAAIIIIAAAggggMAWEohFjhvju7+IBkkEkivg3l++wuh7zmdsXQt6iwACCCCAAAIIIIAAAggggAAC6S9ADxFAAAEEEEAAAQQQQAABBBBAIP0F6CECCORZ4MUXX9SIESNylW/fvr2OPvroXPlkJFmA4VpJBqU6BBAolID7m+SehaqCnbeswLnnnquRI0dqp512StiQK664QnfffXfCbWQigAACJUUgOqdQLJZ95rK8MNh8RNFgcx5a+OO7hXq1+1davnCV1u0mS9h+ZcuX1oVDjlXjo2sWGcOex9TW2fcfr9LblHaHde1e1wiLMhdkaUy3zzT72/mytlqI9sHS1s4wWCMtbbGFaNrWCQgggAACCCCAAAIIIIAAAgiklQCdQQABBBBAAAEEEECgiAUyirh+qkcAAQQQyIMARRBAAAEEEEAAAQQQQAABBBBIZ4HogO8wbbGFcLC4xdGB5JZ+7s2V6vfoyg1pbCy6yznjhO01qPuuLlVynrQUAQQQQAABBAonsN2JB6rms50VVCwnuc8E2QufULWggjrP312n1DlA5cuXl322yBnss0cYrCWWjsaWJiCAAAIIIIAAAoUVYH8EEEAAAQQQQAABBBDYQgJBEDlwoCAIIuskEUAgeQKBe3+52rby95gT4IkAAggggAACCCCAAAIIIIAAAmkuQPcQQAABBBBAAAEEEEAAAQQQQCD9BeghAgjkXWDw4MG5Cu+4447q1KlTrnwyCi4QBEH2zmGcvZY9ZmtdmggBBBDY4gLuT1WgINKM7HQQZMeRDSRTWODkk0/WyJEjVbdu3YStvOGGG9SzZ8+E28hEAAEEUl0gnFPI2mnpMLa0hZxzEtmchxZmfLtQI3p8rRUL/3G7uPOae7qE7LS3zbZldeH9x6lRs5oq6kfDY2rr7KEtVbZCGWnd+TU7CpS5YKXe7vaZZn8zX9ZmCzn7Y30Mg9zD0i7yz2jaZ7BAAAEEEEAAAQQQQAABBBBAIE0E6AYCCCCAAAIIIIAAAkUtkFHUB6B+BBBAAIHNClAAAQQQQAABBBBAAAEEEEAAgbQViA70DtMWW4gOGA8HkFtsYfgbK9X/0ZUK3I98UPYjCNTupO01qPuu2eslZ0lLEUAAAQQQQCAJAtudcIBqDe+iUttu42oLJPfZQO7hUorN+VtL2z+qlV/+nO8L1OyziauGJwIIIIAAAgggUFgB9kcAAQQQQAABBBBAAIFiFggC+3bQHTQWc4vsZ0zux9bXZ2VvYIkAAoUXcO8t95T8ovDVldAaaDYCCCCAAAIIIIAAAggggAACCKS/AD1EAAEEEEAAAQQQQAABBBBAAKh5KvMAABAASURBVIH0F6CHCCCQR4HBgwfriy++yFW6c+fOatiwYa58MpIgEBmfFQvHRCahWqpAAAEECi8Qk/uz5J4ujlcWTcczSZQAgSOPPFIjR47U/vvvn7C1t99+u6655pqE28hEAAEEUlUgOofQurQsDkN07kNL25yHFmZ8s0Cvdp+o5QtXrTvPufObe1o/t6lYVhcOOUaN/lvDVoslNDymttoNbamyFcpkH29dWyxasXClxnT7VLO+npfvOZasMrOwmIAAAggggAACCCCAAAIIIIBAGgnQFQQQQAABBBBAAAEEilwgo8iPwAEQQAABBDYjwGYEEEAAAQQQQAABBBBAAAEE0lMgOsA7TFtswQa9h8EGvls6jJ99PUv9Hs3KHjAvG2ruQsxfkqp2J22ne7rtWgLBaDICCCCAAAIIJEtgu5b7q8bwzsrYdpt1nxf8NeI+/X9z/9LfVz6ilRN+UvTzhaXDYJ9FwmBtsnQ0tjQBAQQQQAABBBAomAB7IYAAAggggAACCCCAwJYTCOKHDuR+gkAuEg8EEEiygHtvuXdXkistadXRXgQQQAABBBBAAAEEEEAAAQQQSH8BeogAAggggAACCCCAAAIIIIAAAukvQA8RQCAvAnPmzNGgQYNyFW3SpIk6deqUK5+M5AsENhgyCJJfMTUigAACBRJwf4+ynwXam51ST2CfffbRyJEj1axZs4SNGzJkiC688MKE28hEAAEEUk0gnEPI2hWmY7GYn5PI1sO5h8LY5j20MOObhRrR8xtlLv5H9tE7UOCqCGTp8pXK6sL7j9WeR9VwecX7bHh0bbUb2lLlti0rBfIPa5MlVy5apXdu/lyzv54n64OFsF9hbH0Og+1saYstRNO2TkAAAQQQQAABBBBAAAEEEECgZAvQegQQQAABBBBAAAEEil4gI5mHsP+sIaz/jzwssOA1wGsgT6+BGE448RrY1GsgmZ9VqCv1BTb1WmAbfyt4DfAa4DXAa2Breg2k/lmbFiKweQF7z4alwrTFFsKB4TljGzz+zGtZGjBslQL3IxtlHlbi0uecvIPu6bZrmFOyYlqLAAIIIIAAAkkV2O74/VX7+etUersKClzNPrjPC3JrsflLtbT9o1r5xU/5vkDNPquIBwIIIIAAAgggUFAB9kMAAQQQQAABBBBAAIEtKBCLHDt7jIWiWZGtJBFAoBACNva9ELunxa50AgEEEEAAAQQQQAABBBBAAAEE0l+AHiKAAAIIIIAAAggggAACCCCAQPoL0EMEEMiTwODBgzVz5sxcZTt37qxKlSrlyiejiAQYD1lEsFSLAAIFEnB/k9yzQLuyU2oK1KpVSyNHjtSpp56asIFPP/2037Zs2bKE28lEAAEEUkEgOmdQmLY4ZtdAuJBozkOb9/D3rxfq1R5fa/miVf4yJFdUtp/c2jaVyurC+47RnkdW32JdbNCsltoNbalyFcu6NmRfL+Xb6NYyF2bpnZs/06yJc/M9x5LbfV0/LUVAAAEEEEAAgeISsM8ZhPAzDTGvBV4DvAZ4DeT3NVBc56sSeRwajQACCCCAAAIIIIBAMQhkJOMY4T8EklEXdSCAAAJbmwD9RQCBTQvwOWPTPum01X7X6dQf+oIAAggggEBhBDgvFkaPfVNBINFr2PIs5BwAH66vXbtWz7y+UgOGrVI4sFyRK73OOWV73d11l1ToXoHawE4IIIAAAgggkHyBbZvvq5rPdVHGdhX8x4bYuqVFsXlLtbT9I1r1xU95vkAtbKF9ZgnTxAgggAACCCCAQH4EKIsAAggggAACCCCAAALFJxAEgYIg8AcMAhdb8Gu2CLK3BZYmIIBAUgXce8095d5kij6CIPsNFwTZcaJt0bySnKbtCCCAAAIIIIAAAggggAACCCCQ/gL0EAEEEEAAAQQQQAABBBBAAAEE0l+AHiKAwOYFJk6cqEGDBuUq2Lx5c1166aW58skonEAQRMZeRZJWa3STrRMQQACBLSrg/kYFCvLUhCDIW7k8VUahIhXYYYcdNGLECF1wwQUJj/Paa6+pVatWmjlzZsLtZCKAAAJbUiA6V1CYttiChXCuwzD+999//XxEv329QCN6fq0Vi1f5M5udtXxwiwrbl9NFQ45VwyOrb8mu+WPX/28ttXvgBJXbtpxrZ6Dw9BoEgTIXrdI7N3+uWV/N9X2yvoX9DGMzCINVaGmLLUTTtk5AAAEEEEAAgaIRsHOuhaKpnVoRQAABBLYWAc4lG/9NswUBBBBAAAEEEEAAgf9n7zwArKiuN/4djF2aggjW2I0tdo1dY2LvvSsq2BCs2LvGEkFjzz/FRCMWwG6wiyX2lmhiEjX2lqYo0vf/fXfefW/27QMlUne/2fvdc+65986b+b3ZfYdldu60INDu27yIEnqpvA+1rSaYgRn4GvA14GvA14CvgW9/DTTKMcox+zM/gfL3SflsynH73/57yQzN0NfADH8N+N+QTX6P8vfppD4Py332TWBGJqDrOR+f/LLyjeBlqxvFx40bh9/c8RUu+OVo6K7yiOLmchrQw17bdsTFJ3SDNxMwARMwARMwAROoJzDPD1fGojceg+90mjvlDWCtIjV98jlGHPpzjPrD69/oD9Ry3gJu8mlcTGBKEvC+TMAETMAETMAETMAETMAETMAETMAEWj8Bn+F0IBARxas2NRWWdRP4pXYtxKiLCZjAFCHA7y0WIFXFHiOK78OIwhZR1yZgAiZgAiZgAiZgAibQagn4xEzABEzABEzABEzABEzABEzABEzABFo/AZ+hCZiACZiACZiACZgACQwcOBB6HgjdZqVfv37N2m58ewIRxb1XEYGIAEr3PzaxUbpd69u/mPdgAiZgAt+KAH9ApcKqtJ+ISD+/IiJFIyK1U4NVRLCe4YoPqI5Au3btcN111+HII4+s6ymajz76KLbbbju88sorRcC1CZiACcwABMrPCMq+bFb5mYfy9dxD6c3nPsHgU57HF/8anc4if7LJztVxdux/2SZYZr0FU9+MUC25wSLY7crNMXv72fgvhOKIdI76x8PIf36FYSc9gXee+eAbPWNJs4u58rgH/4OjAOHaBEzABEzABKYCAX3mSvW7Vszibz6Zh0wDDvBrmLWvAV8DM/M1MKnPkPo+t03ABEzABEzABEzABEygDROYJqfebnJfpfyPkTy3PlZu2/c/YH0N+BrwNeBrwNeAr4H/5RpQnlGep7bUKKa4NXMRyO9j+ahzTFZxWcs/P3wN+BpoG9eA32e/z8U1UP/5p3ZZ4lRu2zeBGZFA+TrNvqykm97rpRvgpd/cMQoX/HI00h3l1Zuv2GwC9tq2Ay46vtuMeLo+JhMwARMwARMwgRmEwDybroSFf3c02nWam0fEBEKFAvOK8R9/hs97/xyjnvzLZP+BmnIY7tDFBKYQAe/GBEzABEzABEzABEzABEzABEzABEyg9RPwGU5rAhHFgyAjZKXiCAL8YuyYq77EnJt9grk2+xhz//AjzEO1/+GH6PDDD9Bx0/fROek9zLfpu+iyyTvoSs2/8T/QjVpg47fQneqx0RtYkFpoo79j4Y3+hkU2/CsWpRbb4HUsvsFfqD9jyQ2o9V/D0uu/Sv0Jy67/Jyy33h/xvfVewfLrvowVqBXXfQkrrfsiVv7BC/g+tcoPnseqP3gOq63zLFan1ljnGay19tPUU1hn7afwg7X+gHXXehLrrfUE1qc2WPNxbLjmY9hozeHYeI3h2GSNR7HpGo/gh6s/jM2oH63+EDZf/UFsvtoD2HK1+5O2Xu0+bLPqMGy76u+x3Sr3Yntqh1XuwY6r3I2dvn8XdqZ2+f6d2HXlO7Dbyrdjd2qPlW7DXisNpYZgn5WoFQdjvxVvxf4r3oIDqANXuBk9V7gJBy0/CAdThyx/I3ot/zv0/t4NOJQ67HvX4/Dv/RZHLPcb9JGWvQ59l/01+i37KxxNHbPML3HsMr/Accv8H46nTlj65+i/9LU4celrcNJS1+Dkpa7GKUtdhVOXvBKnJ12OM5eklvgZzl7iMpyzxKU4d/FLcd7iA3H+4gPwk+9egguoC7/7U1z03Ytx8WIX4afUJYtdiAGLXYCBi/4El1KXLXI+Ll/kPOpcXLnIubhq4XNw9cJn45qFz8K1C52Fny90Jv5voTPwiwVPxy+pXy14Gn694Km4rscp+A312x4n44YeJ+GG7ifiRmrQAv1x0wIn4OYFjsct1K3djsPgbsdiSLdjMJS6bf6jcfv8/XBH1764s+tRuIu6u2sf3NPlSPy+yxHU4bivCzXfYXhgvkPx4Hy98dC8vfHwvL3wyLyH4NHOB2M49Vjng/B45554otOBeJL6Q8cD8FTH/fF0x/3wrNRhXzzfYR+80GFvvEi91H4vvNx+T7zSfg/8kfrTPLvj1Xl2w2tz74o/U3+Zexe8PvfO+OtcO+HvSTvizTl3oLbHP+bcHm/PsR3emWNbvDvHNniPen/2rfAB9eHsW+Kj2bfAx7NtjvHvfMLvMH2vhaqqImrtiEBEVPuyE9EylvtsTcAETMAETMAETMAETGDmIeAjNQETMAETMAETMAETMAETMAETMAETaP0EfIYmYAImYAImYAImYAJ33HEHbrjhhhYg9ttvP2yxxRYt4g5MPoGIxvdTRTSPBwIqW534GebY7JPafZEt7o38EB02/QAdf/g+OlXuj+y86XuYd9N3Md8m71Tuk3wb829Cbdz8XsnuG72JHtSC6X7JN7DQhn+v3DP5t3TP5KIbvo7FqO9u8Bfo3skldN+ktP5rWIrS/ZPLrP8qllnvT1iWyvdQpvso13sZK6z7Eqr3Uba4l/J5rLrOc1iNKu6nfBZrrP0M1lznaei+yrXXfgprr/0HrEP9YK0nm91buf6aj6N2f+Vj2GiN4c3usUz3Wa7xMDZb/SHoPssfr/5g9V7LLSr3W2612v3YatX7sDW1Tbrnchi2XeX3ze673GGVu1vee1m9//KO4v7Lyj2Ye650G3Qf5t4rDYG0z0qDse+Kt6Z7Mfdb8RYcIK1wMw6keup+TGn58j2ZN6LX95rfl3lY6d7MI5f7DY5c7jocJS3762b3aB69zC9Rvk+zuFfz58j3avZf+hoU92teXbtfs3LP5mnpns0rcMaS1BKX48wlfoazKN27KRX3bw5M92+et/iABvdw/hQXLab7OC+u3Md5ES5Z7MLKvZwXQPdyXrro+biM+lm6n/M8XLHIuemezisXPqd0X+fZuGahs5rd25nu71zo9Or9nb9a8NQW93he3+NkXN/9JNxA/a77idC9njd2749B3U+o3u9Z3PN5HG7tdmyzez6Hzn80bqNun78f7pDSvZ99K/d+HoV0/2fXI3Fvl9o9oMMq94DeX70P9FA8OG/v0r2glftB5z2kej9oi3tCOx2Ap6R0X+j+eEb3hUod9sVz1PPp/tB98EL7vfFih72Q7xF9uf0exX2i8+wO3Sf6p3l2w2vS3LuW7hXdBa/PtTP+OvfO+FsQNv5QAAAQAElEQVTlftG/z7Uj3phrh3TP6Ftzbo9/zLkd3pbm2LbZvaPvzb413qc+SPePboUPZ9uycg/pFvhkts3x5Vm/TT+T+JMJeYsIRERuNvOrQToRtTFszgDFhzAxApdddhlOOeWUht0vvfQStt9+ewwfPrxhv4MmYAImMC0JlJ8NlH3ZrIk99/DN5z7B4FNfwMj/jAHSx1MgIqBtns5zYP+fbYql111QzRlKS22wKHa7cgvM2WF26GgjUg01vvr3KNx30hN499kPJ/sZS+AmZjQuJmACJmACJmACU4iAPlulvDv5VhOmDwO/rrn7GvA10LqugfzZIqv3VtYyARMwARMwARMwARMwAROYNgTaTc7L1Cfsakvah+ykVP+fXG5PgBmYga8BXwO+BnwN+BooroFJ5RDqy7mGbFm5rxyzP+MTqH/f1JZ05LKSvjdks9S2iu8XczAHXwOt8BqY4HNqy9d1/qyTFQfZeukzMkt92bc1gRmNQPn6zL6slK9v2azx48enG8Svu30ULvjVKOjm8SzdT65byvfdviMuOr4bvJmACZiACZiACZjA1xGYZ5OVsOiNx+A787aHcgrlE2AVEWj69HOMOPT/MOqJv6T8Q3lIzkmyVc6SBW7yadKN4rKWCXxrAt6BCZiACZiACZiACZiACZiACZiACZhA6yfgM5xqBCL0v4fgr/xqNqK5X2mi2Io/wh43rgnjxtdJMYnxsZTGjGU7+WyPHY9iDmPqq86vb3Ns6qvEx1fa4yvt1FeJJb8UT2PZ1lj548dNgKRx4xkfx/a48RNKxyF/AsfwXNg/nn3jOWZ88puQ2+PUpgqbxxd2PI9lfP28tA/2q4/zxqutMeW2YqmPr5N8jpfVGI2VX9GEkq36GiNV+tJrVPzqmNzmuAnjxkNxaXzF15yinV+7sDkmO2nV9lmMU1uaUHkt+VLjdlM6jqK/icc6odSu+eqviBeR4nleE+fIz5qQ2nqt8WhK+6I/dkLFV0y+RJ/7apI4TmPLmlCJyUoal6zimiPJL2vsOGhcsR/5FPt5sfH15Ut8XcaaNFZW0r4k+mls+kZrSrWqiEjfnxGFVSwrIrJrawImYAImYAImYAImYAKtg4DPwgRMwARMwARMwARMwARMwARMwARMoPUT8BmagAmYgAmYgAmYgAlg4MCBLSjMOeec6NevX4u4A/87gYhodu9VRNFusccmYNy4JhS3cDUh3feY2opV2uMLf9w4jq36jKVxRax+Xtpn6ue4PCfbcpz+eGpcuW+i7QlI++XY8eMmYPxEx/E11Sdp7PgJxTzNoV/MY0x9HFO0mzCe7bR/xeiP59iiPSH1Fe0JaV/jtS+Nq6gYV+yjGNfEcRM4r6I0vuJr36ndhPGV+eMVa/B649O4PI82tTVPvqw0ARPSfnJMtiLuc7yU5jEmX6+V2k2cp7kTKseRfbbTONo0jnG2J1D5eCYwLjVqTyyusdqHJF/SvYkaPzFpjFT0j+dx8lh4sdbmja+eQzFG/cVx19p5jGxZGqt2zTbxvKRibvO+CdXXHV/cLzm2PI8xzm05bzyPr6Ym7kPK+2rS/ZPN9jMB6m/ivmQncLwkX5IvFfNK+037Gc+5xXyNkTRHki/JbyHN5eukuHyp1J5Qbue4bLN7QccVTBSXNEeS30Icm2KyVBpHyxjogz+TWJr9qIoofn5FRLP4DN3wwU2SwNlnn42LL7644Zi33noLO+ywA+68886G/Q6agAmYwLQgkJ8NpNfKvmxWfqZQtuMrzz1887lPcespL+DLf49Gkz7QJH64ad7cnefA/pdtgqV/0EO7nSG15PqLYLcrtsAcHWfn8evgKRVq5L9HYdiJj+PdZz5EPt98/tnqPLN0gvJlpbKvtmUCJmACJmACJvC/Eaj/TM1t2Ukpf17bTpiy67n5+f/m6WvA18BMdg1M6rNCn0y5X76ktqxlAiZgAiZgAiZgAiZgAm2awDQ6+Xbf9HXqE/Xcli1LvwhSW9byL4V8Dfga8DXga8DXgK+Byb0GlEdImifbSOX8Rf3ltv0Zm0D5/ZIv6YhlG0nXgaQ+Wcs/U3wN+BpojdeAz6ntXtflzzf5kq4H2UbSZ6akPlnLBGYkAuXrMvuykq7reuWbwn91+yhc8OtRxak0FQa0uiF+3+074oJj568EbUzABEzABEzABEzg6wnMvfGKWPh3x2CWedtDOQWYVCgfYXqBCZ9+jhG9r8Wox/882X+gpn18/at7hAlMmoB7TcAETMAETMAETMAETMAETMAETMAEWj8Bn+G0IRBReyhkRFQffEundABFHJFDdDRWzeQGuySAYUp+QFu1ZgcLQ4FgDTYiAsUXQBcAW3IClY1OqR3sBxUAUphVIKCNLpAqoLCBADdWEUFfAuhS8oONVADIl5C2qLSLsUCEIgFtEbQs8gE6pXYE24ylmlVEVFocGQDUpiAfoKGjwhgN24zRCXoRwUYqANuotJE29UUKIYCIgL7AjS7AKrflQ1uALisEv+RL8iX5ADSPQqCy0WGbJbWDHUEvZCM59GhVa5BiqUmHbdYouoJGYjMApD45qGz0FaMBgl+sQwr6VNCHtkBEACxIGx22WSotttmZ6koVbFc6AQ0MIFkEvwBVEfIlNkMKhoNOKgBb0BiGwC0QQKUdEXLBGlDNNg2KLYBSO4JtBL8qYbaLVtEG26hsEeypk7oiQsYyARMwARMwARMwARMwgVZFwCdjAiZgAiZgAiZgAiZgAiZgAiZgAibQ+gn4DE3ABEzABEzABEygrRO4+uqr8fDDD7fA0LdvX6y88sot4g5MHoGIxvdVRQQiCtFptlOGGYpKLJIfEaBDsdBni82gUNkKPyJK7WB/sC3J0BYFNAwURVMiciQQEWCFSF8AUpsGigA0SQEggnUqqgoF9AWg1BfgxqoSSo3kqwI7qKgIigUQ/AK31Aw6qQSKdqQWEIiQkocAN7blJJMCjDFQtBWoqAioh+KY1EbyNQJpC6Qwq2A7EAB9KaAvAKlNAyDATZVidMGI3AgGKwrFwC21wVZFQUshbYHUrQrBSLCW6NJTQVFBQyICxRaldjAUbAeQSsgkX46mSEgb+wKIYIWK5NMNtgPcqm0wAqSKsdwXDEhgDKHukKETVCpIm5oaU2lEBCICrJIC+gLAGAvyJj8iKs1QNxVsV6Q+ugF9MVwpKawqtdlHP4I2jQuAPmRY0bAN0FWBupA29rAoECi+oM4AIn0BNEkB0A2kblXQxjYKQbEAIn0BNIVQbKlbVWpyFP2IYItSoc+CiKAYrhQ22Y7cSn6E2hLD8umyQGIklRRWVbQQEYVAS4FtBFhYodgi2iEiWqjoRYpjBtx8SF9P4JhjjsHPf/7zhgP//e9/Y4cddsD111/fsN9BEzABE5iaBMrPAsq+bNbEnnv4xrOf4NZTnsfI/44BP6BUaMEtMM+8c+CAn22CpdbpzvaMXZZYfxHsdsWWmLPTHDzQAFQkOqP+MxrDTnwc7z7z4WQ/YwncxJDGxQRMwARMwARM4H8kUP4sld9IylUUly2rUazcb/9/e469uZmbrwFfAzPTNVD/WZDbsmXpY0ptWansq22ZgAmYgAmYgAmYgAmYQFsjMK3Ot903eaH6BD23ZSX9IyVb+WXlxbzKMfv+h62vAV8DvgZ8Dfga8DVQvgaUL+R29nNuIVuWche1ZbPq2zluO2MRKL9P2ZfNytdAI5uvi0Z9jvnnia8BXwMz+TUAH3/bvYbLn2/Z1+eirgnZsvSprrasVPbVtkxgehIoX4/Zl5V0PWfl61xW+uVto3DxdaMR/AIVgWKjs/8OnXDBsfMXbdcmYAImYAImYAImMBkE5t5oBSxy4zH4TpcOAPOKiEAAoEHTv77AF4f+HKOf+PNk/4Gacht4M4H/nYBnmoAJmIAJmIAJmIAJmIAJmIAJmIAJtH4CPsMpTCBCv9kDf7fX3IJbRKR4RMkynksT+NXUBBrIpIoOI5UY+9mpNsPsZjs56k5ROpVYZRwHsRSxNJTD2EoxDlHhyzOSOpNb9LGH0eTr94zJVyyNY4v7YWeaIJddbDJOR+1iGNt0WBjlUNbaFw0bRR8nsRS++uixmzUnsdDnUNbqo+H5saiDjWavozbjLBqQ9smKk7kv9qXCztTiRLoMsUWHhT6Hsi6/TprPTpbqPjlDo9hFjx2sq33aAztTH4Ny6dPTuCT5HJX84iBYK5A6itfmHtWfohWfg1iKCPu0Y5nKztXkfBYGOSO1ta8sjVOcI1jocRydyjh6bBdj6Revwil8xaKkCAMqaYDGyuGeGGOt+dyb4hKDKhzCHSjOPdAwxrF0UpSVxkoMqXBUCnIcXUaKPs7R/pO4S8UltmlUGCzmpUZyWbGRalbaT03ct+bSqETUvhfVliJCpqEiJt7XcIKDJmACJmACJmACJmACJjDjEPCRmIAJmIAJmIAJmIAJmIAJmIAJmIAJtH4CPkMTMAETMAETMAETaNME/vOf/2DgwIEtGCyxxBLo169fi7gD/xuBiNo9VBHxje6J1P1bQBNfsHY/WLpRjCH16ZaumtUwjeMMddTPS+2iT93cBSOsWbTPFFPFKEcxpH1RbBdDWKeimF5LKnwdAyewsK19UIrRcFdpUtoLPbZZ2CGfo2tzOII9tTbHKJT2U7xU6qPLwpnsV5/mSPIZ4hT2aQQbLJzD3uSkYK3Nkexhm+PZzzpFGFA4+YoVDj2NaSQO0Lk0n6fXkjhPRmMqc4txjKe2Ojm7KBpV6WZ/0WKbPsemg1KMPosmplD1vLWPoiP1FXEGOUcDi3byikjq0r4Z07xqWzE2FOPI+nk8IE5IRb0Vh3PU4pxiPNv0GWKhzyNqNC+N5QjtJPlpTvHaRZsTGWOpTOe+Ujer+nnN2mmPKZIq7oCF+9A87pPBYv/cn3yJA1jkURyjoQwUhjV97oCFc+jn+QzoxTiHcU6jU2nLMJam0rIj1ZW51XlqV+dpRPN5aknV1+N+UtG8vO9kOaoUY4t75f5SjAM0SZHUrvZWHI2jy750XBybX489ajHMfaTCivspSlP155jaESGTYsmZMSsf1TckcNBBB+Hmm2/GXHPN1WKGniO2zz774IorrmjR54AJmIAJTC0C+mzK+86+bFZ+7mG2+lkl/f2ZT3DLKc/jy/+OKT7P9MnWxD1R88w7Ow64bBMstXZ3BmaOsvh6C2PXK7bAnB1n54c3C8+DdTq3r/4zCsP6P4Z3nv5gsp+xpLMXS1nLBEzABEzABExg8giUP0OzL1tWzlHKVrlKVjluf4o8t97P/59gjv5e8jUwM10Dk/o8KH+eyNenVLb1vtqWCZiACZiACZiACZiACbQhAtPsVNt93SuVk3SNVbuRyv9Q0T8E1JZtpHHjxsEyA18DvgZ8Dfga8DXQtq+BRjmCYuUcQn5WOf/IOYmsNXMQ0PuXjzT7so2U33NdDxOTf3607Z8ffv/9/reua8DvZ1t7Pyf22Vb+/Mu+bPmzrzRCKgAAEABJREFUUp+lastKZV9tywSmB4HydZh9WUnXcL3y98Avhn6Fi68bjeJvvXTHeBN9Wgb2374DfnJM1+lxOn5NEzABEzABEzCBVkJg7g1XwEI3HoNZurRPOQazDNr0J2qY8K8R+PyQazD6sT9P9h+oKcdpJYh8GtOcgF/QBEzABEzABEzABEzABEzABEzABEyg9RPwGU4LAhGRHgQZUbPt2rWDBATyFvQjAjSQqVRIm8JFEHRrUoyBSBGODClVdFjohvo4jkUexUilERyCIoK0MRDBio1gHPRZEJV2hDwgmaJC2hiOYIXgV4rQ0meMhb5iRbtoBAorIz+Qx9GjzzrUB24BfdEBHSoAOqppEBFIX8mCG1shkyo6LMlNFTiMASD0xQYLPXBjJDdCzVQVfYyzJD9YR6gGPQDJD6RNhm0g+AWoigjaQDLQJj+gAGsArFkKG9A4cKNHn3UALADrCHoqFORDDiATIT/kUhWrGFW0AHZQASQHkIlUsY7UZCsQEanBGoBqCZAbUfjBRgTrSGFERBK40QUbAAJpo4lgxXZRI3kRbBUFaau0wV4VcAs5jLPIoxipNIL9kI/kQSZCfsitthWKqMRQ2/Q9KEWwr061UfZMwARMwARMwARMwARMoDUQ8DmYgAmYgAmYgAmYgAmYgAmYgAmYgAm0fgI+QxMwARMwARMwARNo2wQGDBiA119/vQWEvn37omtXPwukBZhvGIiINDKisGpEBCKaS/dhSerP4ghwYCEEQEUEWAAEtMmX5EvJZ8WCCI0pFBFspxGq6Oe2mgGwQGMABL9US/IZBlKMdQByKyb54ICizZp+0aYPim0WjpNPAyhaVOxglG3W8qmigzV9FuRNPkcVTTWSF4goBARARQRYAAS0yU9iIxQLOYEUU4VgAIgICtyCYpGhWBD8UoHGQK0A6EsBfbFZsTRqZJN8cGwACH6BfhIC2iICLHKBSIUmO5H8VHNQRACMgFtEgIVeUeRLlVZhoDGFQB/cItSmU23TV0xGsZAT9CjGIaWQ2nRYgoIqioUuaxZwbKD4gnwJodGsg6IbhQrDmgXVcUFX4hiEKrArKTVYpTYCyapCKIqISAIC2iICLHILBQ0DyUA127QRARY2ggL9oGgBBLip4oBkFKEPKlB8gT5C41gVJTVTVW1nJxiuiPNYNJEC5Ae4qWIjGbBmAdtAchARFLgFheQzhLzJj4hKPBguFBEpBgS0RQRY5FIBsICBZMCavoJBP6CtUstQLAomRUS6nzsiEBHQFtHcKpYVUfTl9vSxftXJIbDLLrtg6NCh6N69e8NpRxxxBM4777yGfQ6agAmYwJQkUH72T/ZlpfpnHqqdn3v4xjOf4NZTX8BXn42FPoUigpYKoH2XOXHAzzbBUms3/hk3JY9/Su9rifUWwa5Xbom5Os8JnhJURQQCwKj/jsZ9/R/Du09/MNFnLImR2EmcgmzrfbUtEzABEzABEzCBSRNo9DmqWJY+d8tSnqJ22crPamvPbJ965+vn/5utrwFfAzPHNZB//svWfz6oXVb+bJHVp1O29b7algmYgAmYgAmYgAmYgAm0DQLT7izbTc5LKVmXNEdWKif32dc/BPSPN9kstbNyTDbHbGeOf+z5ffL75GvA14CvAV8D/+s1oM/9ssr7UVxtWSnnFNkq56hXzkdkrZmPQPn9zO+zrN7/euVrQzar0ZjcZ+ufU74GfA3MVNfAOL9frf39mtRnlvp0/rJZ+jzMKn9eZl+f+vJlLROY3gTK12L2ZSVdx9nKl/J1/n9DvsJPfzMmHb5uEA9VatE5YKdO+Mkx86tlmYAJmIAJmIAJmMC3IjD3BstjkRuPxXfm75j+KE07i+QFmv7zJUb0vgajh7820T9QUy6Tpbnyy1a+ZQLfmIAHmoAJmIAJmIAJmIAJmIAJmIAJmIAJtH4CPsNpTiCCv/GrSA+7vbBnE1782Vg8N3AUnvrpl3jioi/w2IVf4JELRuChn3yOB87/L+4//zMMO+8z3EvdQ9113ue48/wRuOP8L3B70pe47ScjMfQnX2HIT0ZhMHXrBaNwywWjcfMFYzDoQmksbrxwHH530XjcQF1/0QT89qIm/OZi4Drq1xcHfkX98uJ2+IX00+/g50mz4pqfzoarL5kdV1FXXjIHrhgwJzUXLh8wF342cC5cNnBuXDpwHgyQLm2Pn17aAT+9rCMupi66rBMuvKwzLvjZvPgJdf7P5sN5P+uCcy/vgnMu74qzr5gfZyV1wxlXLIDTr+iO06hTr+iBU65YECdfuRBOok68amFI/a9aBCdQx1+9KI69ejHquzj66u+i3zWLo+81S6DvtUviKKrPtUvjSOqIny+Nw3++DA77+bI4lOr9f8uh1/99D71+sTwOpg76xQro+YsVceAvV8IB1P6/XBn7/fL72LeifX61Cvb61arUatjjV6tj91+vgd2oXX+9Jna5bi3sfN3aSTv9Zm3s+Jt1sMNvfoDtqe1+uy62+e161PrY6rfrY+vrN8CW12+ILW7YCJtTP75hY/zohk2w2e82wQ+pTX/3Q2xyo7QZNrrxR9ho0I+xAbX+jZtjvRu3wLqDtsQPqHUGbQVp7Zu2xlrUmjdvgzVu3har37wdVpVu2R7fv2UHrHzrjtROWOnWnbDirTtjhcE7Y/nBu+B7g3fFctSyQ3bDMkN2p/bAUkOlPbHE0L2w+G1747vUYrftg0Vv2xeL3L4vFk7aDwvdvj8WvP0AdJfu6Ilu1Px3HISudxyMLncekjTfnb0w71290Pmu3uhEdbz7UHS4+zC0v/twzC3dcwTmuudIzHlvH8xBzX7vUZjt3r6Y9fd98Z3f98MsVLvfH40Ydgx1LHDfcZiQdDzG3XcCxt7XH2Oo0fediFH3nYRR95+Er6iRD5yMLx84BV88cCpGPHgaRjx0Oj5/+EyMeORsjHj0HHzx+E/wxRMX4MunLsZXzw7AmBcuw7iXLkcs2QMRkR7equ/HiEDeIiL15batCZiACZiACZiACZiACczUBHzwJmACJmACJmACJmACJmACJmACJmACrZ+Az9AETMAETMAETMAE2jCBV199FQMHDmxBYP3114cW9m3R4cAUIxBR3GcVEek+rMGnNDW7J/LJi77A4xeOwKMXfI6Hzv8vHjhP+gz3n/cf3Ef/9+f+F/dK530G3R9593mfI90jed4I3CGleyS/wO3nf4nbzh+J2r2SX6V7JQdfMAq1+yVH46Z0v+QYDLpwbNKNF43D7y4cj+LeyQm4/qKmZvdOXndRoHb/pO6jbId0H+VPZ8H/JX0H1/501qTyvZRXXTIHavdTzpnuqfxZs3sq58bAgfNg4KXtMYC6RPdVSpd1xMWXUpd1QvX+ygb3WJ53+Xy1+ywv71q5z3J+2m4484puKO63zPdc9kC+5/KUK/N9lwvjxCupqxZG/6RFqvdeHnf1ojju6sWgezCPuea7OPqaxWv3YF6zJPpSR127FPokle/FzPdjLoND/29ZFPdjLodDKvdkHvJ/ui9zBei+zIN+sWKDezNXxn6/Whn7/ur72OeX0irY51erYm9qr1+thj2lX6+OPajdf71G7V7Nyv2au+T7Na9bB43u2dz2t+ti23Tf5nrY+vr1072bW12/Aba6fsPi/s3rN8IWN2yMHydt0uwezh/+blNsShX3cf4Qm9y4GTaSBv0IGw6q3M85aHOsf+MWze7p/EHlns51btoKa1Ppvs6btkH53s7Vbt4Oq92yPValVrllB6R7PG/ZEStLt+5Uu8+z2b2eu6R7PZcbshvy/Z5LD9kdS6f7PffAUkP3xJJUuu9z6N6Vez/3QYt7P2/bDwvfvl/l/s/90z2gPW4/AN3vOBALJOle0INQvhd0vnQ/aC/MV70ftFfdPaGHov3dh2Geuw/HPPccjrkr94Xq3tC57umDOak57j0Kuj909nv7lu4R7Vu9R7TdsKPRLt8nOqy4V7Spcq/o+Pvy/aKN7hk9sXbf6P0nY+QDp9TuHX3gVHz+4Gn4jPr8oTPwmfTIWfj80XMwYvi5GPHY+fjiiQvxxZMXYeQzl2D085di7Is/Q9PJu6efXbqHVIqo/UzDjLr5uCabwI9+9CMMHToUyy67bMO5J598Mk444YSGfQ6agAmYwJQgkJ/9o31lX7YsPe8wKz/38O9Pf4KbT3kBIz8bo6loYp3nzDPfHDjgso2x1FrdGZ05y+LrLoxdr9wCc3aeE/m8dI46m1Gfjcaw/o/hnafeb/iMper4pqY0V3MUk5XKvtqWCZiACZiACZjA1xPIn5+yZeUcpWxzvpKfTy6blftkc8z2f3iWv5//D183vm58DcyY14B+vpeV3yfF5MuWVf78KH++yNenU7b1vtqWCZiACZiACZiACZiACbR6AtPwBNt909eqT9LVVmIv+9aH43DQJaOpUdRoHDJgDHpfOha9ZAeORe+BY3AY21mHqp00GodfOibpCNojBo6GdCRtVh/6fQaOQtZR9I8a+BWSBnyFvs00Ev0G1HT0gC+RdQz9Yy75EoX9AsdeUtYIHHdJTcfTL/Q5jr/kc5zw06zP0P+nzXUi2yf+9L/IOon+SRf/Byf9lKI9uaJTaE+5+N/IOpX+qRf/C1mn0T/ton+h0D9x+kU1nXHRp8g6k35VF36Cs5rpY5x9YXOdw/Y5F34E6dwLPsK59M+94EOcV6fz2T7/gg+Q9RP6P7ngfST95H1cUNKFP3kPWRfRv+gn7yLrYvoXn/8uCvsOfnp+WW/jkvMLDaCt6R8YeD51XtZbuPS85rqM7cvOexPSz2iTzn0DP6MuL+kK+lec+3dkXUn/ynP/hqRz/oar6F8lS119zl+RdQ39a855HVnX0r/27Ndx7Tl/wbVn/wU/b6Y/4//OrukX9Au9hl+eTZ1FJfsqfnVWc/36rD+hrOvYvu7MP+K6s/6I39Bm/Zb+b898BVnX07/+zJeRdQP9G854GTec8RJ+V6cbz3gRWYPoF3oBg05/ATedQckmPY+bT6/pFvq3nP4cpFtpbz3tORT2WQw+rbmGnPYMyhrK9tDTnoZ026lP4zb6t536FG6v0x1s33HqH5B1J/07T/kD7jz1Sdx5ypO4q6S7T3kCWffQv+eUx5F1L/17T34chR7D709urmEnD0fWffSTTnoU9zfTI3jgpOZ6kO0HT3oYSSc+jIfoP3TiQ3i4To+w/ciJDyLrUfqPnvgAkvo/gOElPdb/fmQ9Tv/x/vch6wn6T5xwHwo7DE+eUNbv8YcTanqKfqF78fQJ1PFZ9+CZ45vrWbafPf5uZD1H/7nj7oL0PG3WC/RfOO5OZL1I/8Xj7kDSsXfgJfovySbdjpePremVY29D1h/pV3XMUPypmYbg1WNqeo1+ocF47ZjB+PPRVLK34i9HN9frbL9+9C3I+iv9vx59M6S/9bsZWX+n//d+NyHrDfpv9BuErDfpv9l3EArdiLf61vSPvr9D1tv0qzrqBrzTl5JNuiTgubcAABAASURBVB7vHtVc77H93lG/hfR+n9/iffrv9/kNPqjTh2x/2Oc6ZH1E/6M+v0bSkb/Gx/Q/lj3yV/ikpE/pf3rkL5H1T/r/POKXKOwv8K8jyvo//PuIQv+hLfRz/OeIn+O/0uG0Sdfis8Ob63O2Pz/8GkgjaJMOuxojqC9K+vKwq1DWSLZHHnYlkg69El/R/0qWGnXoFcgaTX/0oZdDGtX7ZxiddBntZRhDf2xFY3qx3etSjDlkYNLogwdgDDX6oEswilLOITVVbgbJtpzHKFZu259xCJTfm+zLlqX395ABo3Aw88ck5paHMF/snXLJsS3ySeWQhzFPlA6nVQ4p5RxSNuePstUcUrkjc8mcQzbPHUc2zx1T/vhFs7yxZc74+STzxZwjyqY8UbniJPLEIkf8d8oRJ5YfnsE8MeeGsik3bJYTKkf8uJoXnlPKB89RLigx92ueD35Qlwd+0CIPzPlftjkPLPK+d1vkf5cwD8y5n+yAlP/9Y5J5n3K9rJzvXX7eG7icOV6hv1fzvCtSnvf3ycrzrlWOJzXL7f7SILd7Db9I+dxrlfzu1WZ53dfnc69U8zjlc9ef+crX5nE3nvFSNYe78YwXMSjphWb528Ryt1r+9mxd3vZMNWcr52tDla9V1DJf+0PK1e5UnpbVLEd7spqjKVe7p5KnTSw/G8Y8bRjzsaxqXnbyo6Xc7JFqXtYsH1MuJjH3qs/JmudhD05WHjax/Ktl7nUvnppE3pVzLdki37obzx1/F55njpX1AvOrrBfpJym3KuVZzXOs21vmWM1yK+Va9bnV4K/Jq25pmE/9lTlULZ+6qZpLKad6o5JPTSyP+gfzqX8wd8oqcqgbJpo/lfOmlDs1zJuuq8uXrqvlSylX+nWzXEl506elfCnlSClf+kU1T/o386V/MzfKapYjpdxIOVJ9blTkRdXciPnQiMOvRi0vuqouJ7qyyIeUC0nMhb5i/pNzoWR7Xw7lQdIY5kVJyoEO/RmKHIh5UF0OlPMgfT5KTc6BZpzExkdSJaDrMjeyLyvl61Y2K98s8H9DR+Gnvx2Tbn7XfN0gLsnvuWNHnN+vq1zLBEzABEzABEzABKYIgbnWXx4L33gsZpm/Y9pfU8pCmH2wTPjPl/i819UY/eirDf9ATXmMcpss7UB+2cq3TOCbEPAYEzABEzABEzABEzABEzABEzABEzCB1k/AZzj1CUREepGIQEQhPSAyq/t87ZDVo8sskHI72S7fwQLzzYLuJSu/rAXU10KzYoEuzdWN7Ymq66zo1nW2pPlpv05dOabQ7OjatbG6MD5xzYEuXQvNR1vV/HNgvolo3vnnxNepM8c011zoPH9zdWL7a9VtbnT8hurAcR26zYNJqT37G6s92neraR76zbRAe8xTp7kX6IBvork4rqaOmGuBlpqTsUmrE+ZcoBPm6P71mp1jCnXG7N0nrtnY11LzYrbuzTUr2y3UY17MWtJ3esyHes3CeTkmvx3b0iwcK7XrPh+aqV276vdmRFR9VLaIqHg2JmACJmACJmACJmACJjDzEvCRm4AJmIAJmIAJmIAJmIAJmIAJmIAJtH4CPkMTMAETMAETMAETaMsEBgwYgBEjRrRA0Ldv3xYxB6YMgYio3muV74eUTfc9Vu6L7FF3T2RuL6B+3fNYuTeyO/2v0wIc01jN75NcoEutPdH7JTmm2td1ViS/62zoRs3/P6gr59Q0+0TvqezatdbXhf6kNUf1HsuG91rm+y4ncr9lvg/z6+65bNTfucV9mHO2uA/zf7ovM927OTc6zU91++b3aHasjO1AW9M8k7xns3w/Z/uJ3r85T7P7N9t3a5/a89BOVHX3c+b7O+deoMM3uq+zPG4uzmmpjphrgYlr0vd7dkStvxN9qnsnzPEN7wEt3yc6O+cV6jzJ+0Fn717rb3lfaGfUYvPSb65Zu8+Lr1XpftFZkz9fi3tG8/2iZat7R9WWbcfXKat8H+ksPbpA0s8uKSKQLbhFRPo5R3eGKj6Y/43AWmuthSFDhkC20R4uvPBC9O7du1GXYyZgAibwrQjkZ/5oJ9mXzdJzgsrKzz3829Mf45ZTX8BXn48FP5E0nRaICHRgXnXgzzbBkmsugJl9++4PFsauV26JeeabK51bVE8oMPqzMbiv/2N45w/vT/YzlrQbMZa1TMAETMAETMAEJk4gf16WrfysnKccdInWdRuNgwcU0tpuvQaMSWtwHDpwTFrX7fBLx6Y13A6/lO2Bo5HX4DiSflafgaOar+E2ybU3vkxrbxRrtX2JYyayVtvxaZ22ia+5ceJPP2u+LpvW27j4Pzi5olMu/ndpPbZ/pXU2TtU6bNJF/5z0GmwXftJs7bXyumvnVNbYODetrfER6tdba7TGWm19tfdQv6aG1lZrtKbaJaU1NQZU1tMYoDXU0lpqbzVbQy2voyFbXUujuo7GGw3X0bjqa9ZKq66fcU55fbQ/V9fP+EVaF620dobWRSuth/Zr+r8+q1gPLa2DRl9rodXWQHulum5GyzUzXmq27pnWyMgadMaLLdY6a7RWRrG22XMt1jgbclqxTkbjNTJqa5o1Xsvsya9dw6y2NkZ5zbLhzdcrO+lR3PcN1sR4SGuUJT1UXaPskRMfarku2UTXI7uvbi2yYc3WIGu0BkZ57bFnjr+nuvbYs8ffndYbe472uePuqltr7M6Ga4y9pLUvkm6vri32yrG3T3LNi5ZriQ3GaxNZQyyvGyb7V60dpjUujr65tG7YTdV1LlqucVFbI+yt0voWb/f9Hd7ue0PSO2ldsBvwzlHXV9cGK69tkdYDq1vborwW2EdpHbDr8FFlPQutAaZ1LLI+PfKXdWt//aK6loXW/srrWMjmtSzKa32V1/nS+hXSCK3vddg1GDGRNSxGltb0Smt5pTUsamt5jaqsXaG1vNK6FVq/ond53Yra+l1jDxmI6tpdY8chf640ldau0KeU2rKWCZiACZiACZiACZiACbQ1AtPyfNtN6sXqk3K1s5TIy8/2dw+Nw40PT8CgRybgpkebaJtw0/Am3JwEWorxW6hbGSsEDB4uNdG21JDhExiXmiB/yKMTkDWU/lD2Dx0+HtJttLc9Oh6NdPuj4xgvdPsj46B2obG441FpHC31yFjcSd1ByVb16BjcKVXjY3DXI9JoWmkM7mb77odHI4n+PQ+PwT2PsE3d88go9lPsvydpFO55uNC9tDV9hd8/PHENe4h9D43E76lh0sMjMayi+2jvY6zQl7j/oUb6gvEv8EC1T35JD36BBx+iHhyBB5O+wEOMPfTQCCQ9+Dktxb6HkuRLI/Aw+x5+4PPCPvgZHnmAYuwR+dSjUop9hkdlk/5Lv7mGP/hfDH8g6z947IGS7q/4stTj7JMee+DfeFy6v2afoP/E/f9CoX/jSbafZLuR/nD/P9lP3fcv/IFj/nDfP5F0/6d4iv5T7E+671M8zdjTjD0tv6pP8PR91DD2y1LPDPsEz8hW9Czts8M+RrbP0ZcUe+6+j1H4H+G5+6hhNT1Pv6wX2H7h9x8iaRit2sl+iBeHfZCkvhc55sXfs13RS7QvsT/Z37+Pl5M+qNjcfi+1X7mXben37+GVeynZiv5I+8d738UfGZf9E/2Guudd1OLv4NV7S7rnHbzG9mv3vI2ke9/Gnxn7M+1r1J8ZT75s0j/YL72Nv7D9l7v/QSu9hdfvkf5BK8l/C3+9u2aTf/ebjFEc+9d7aNn+G+3fZCv6O+3f734DSXcV9g216Scr/+6/4w3prpp9k35Zb7H91l1/w1t3U7LN9Fe8dRd159/wD8b/cedfkcTY23e+jrdlJfrv3PU63mH/29Q7alNv3/kXxqg71Cf9Be8yVtZ7bL93x5/x3p3UHX+B/PfVpt5nTEox+Xe8hvcr+oC2qttfw4dsf3jHq/jg9lfpF/qIbcVkpQ/Z91HSn/DR7YU+pv34jj8h6fY/4pMkthkv/Bx7BZ/c9kd8Sn1y+yu0FMd+mvQK/snYP297GYVewb9uk4r2vxiX/lmx/7rtJfYX+jf9qoa+hP+UdduL+A/1X0r2P0NfxH+pbP879AW2C31GP2nIC5D9fOjz+LwSK/znMWLI8/i8ouQPfY4ximNHSEOewxdJz9JKz+FLtr8cIv9ZfDmY7cHPYiTbX9J+OeSZwmdbsZGD2a7oK9qqhjyNUYMLfVWxud3M3voURt/6NCVLDX4KY8q69Q8YQ42lZKXsj731SYxlfBw1lv64qv4A+ePZHn/LExhHjb/lSUgTbn2C9glMuPXxJPVPYP+EW9hOegJNtFXd/DiTgsfRdPNjmEA13TycPhOCip0w6FE0UeNvfBjShNfeTjeHKOeQlH/Ua1L5jPumLwG9V/kIsl+28vW+SvKLnHI8Bj3ahJseoR6dwDyyCcohlVfKZt3Ky2bw8Cbmi801hLEhwycwf2xKuaNyxiHME4dyX/ILOx7KH4cyflvSuEq+OJ654njcppxRYh55e9JY5otj2TeOlmJeqJxRulO+ckXqLvpq38V8sCzliHcxL5S95+EiT7yH7XuYJyZVckLliPdW/MJ+hd8/QtXniMwLhzE2jPlfEnPBYRXdR3sf44W+xH3M/aT7ae9/8EvmgzU9wNxPejBb5n4PMM97MOkL5n4jCjGvU0w5YMr72G5uP2uR/6U8kDmfcr9HH8g532fV/G/4g/9tkfcN57jHmOM9xlwvKfvK9agnGFfe9wRzu0L/Yr73b+Zysv9K9g/M3ZTz/UF5Hf0/SPf9M+V1yvGeYg6XcjvGn1JuRyn2NOOFPmFu9ylzuU9pP8EzLfK6j1PsWcafHfYxku77uMjnZFM+V7SfZ65W6EPIvvD7j/A887QXUv72EWRfpJ/yNuZqL7LvJeVtLfR+ytPU93LK44r2y8zZXmE75WzMz5LPfO0Vqsjb3qvmbX9k3qYcrpajvct87R2qsMrXlIsly9zsVeo15l5Sys1SnqacTHqb+Zj0D1rq7oqYbzXKz15nfqa87K/MuZI47q8p9iaa52Vv4G/Mu/5215vMyyjmYn+XGHuD+rtyMeku5mOMKw97g/6bd/0N8t+SrcvDUt7FHOsfEnMr5VfyZZvlXynfep35VnO9y/g7zLHerZPyrndTvvWXlHO9x3zrvTtfY37159R+n/4HzKneZ/x9Wvkf3PEqpA/VZh71Idsf3vFqLd9izvTRHX9ibvUqPpZPySYx/jFzpU+S/oTC/rGwzKla5lWvpByryKteYV4lvUwrvcL86eWSXqr4L0G5lHKof6c8iW3lU5X8KedR/019LzB3epG5kvQCLaXcSWLeVORML+Bz+cqZmB8pd1LeVOg5jGAsiTlSkTc9x7wp61l8kXKk55hDPVvRM4VlfCRzJ+VHI5knSfK/Ym4kjWKssE8jW+VJo5UfMR8azRxpTMWvz4/GMv/JeZH8rHG3/IH50ZMpF1I+lDWeedG4Sj40nrlPUsqHnihyI8ZyPpTzoAk3DWf+M5xZEtsYAAAQAElEQVS5z2OYcNNjtPILTbhJOdAjKf8Z97uHMP6BF9J/ourzMX9OytfnqqwkXyr7alsmMLUJlK+57MtK+XqV1c3v2cr/+ZBR+Olvx/DwIt0cTgfBKlgftFMnnNevK1suJmACJmACJmACJjBlCcy13vew8KDj8J0FOjHrCO6cKgrw2VcY0fsajH7kT+l3kMpZlL+UpRwni5Mhv2zlWybwNQTcbQImYAImYAImYAImYAImYAImYAIm0PoJ+AynEYGIQERz6QGR0iyzzALpO9/5TtXKz5p11llhmYGvgcm/BvQ9lLnJl/S9Vi99H0oRte/RRj8aIqJR2DETMAETMAETMAETMAETmBkI+BhNwARMwARMwARMwARMwARMwARMwARaPwGfoQmYgAmYgAmYgAm0WQL3338/fvGLX7Q4/9122w077rhji7gD/zuBiGhxL2REEdM9WFK+PyvfryVbVvmeruzbTv79cWZmZr4GJv8aKP8syj+r9HNLighkC24RwbooETW/iEzX2i/+LQgst9xyGDJkCH70ox813Ms111yDPfbYIz3Do+EAB03ABExgMgnkZ/1oWvZls8rPCZKv5wdJf33qY9x8ygv46vOxnNpUESCvQ9c5ceClG2PJNRZgvHWU766zEHa5ckvMNe8c6RyLs9LZNmH0Z2NwX//hePvJ99LPZ/ERq7IyT1nNzbbeV9syARMwARMwAROoESh/Ziqqdlnlz9vn/joeNz4sTUB5DY6bh6O2FsejTWlNjltpW67BobU3JmDw8MKm9TYeHY9Jr70xPq2tcVtaa2NcWmND627cUbdWW15vQ2ts3PnomLRGW3mdDa2xofbdWn/j4dFpbbZ7HqGl7klrbYxO67BpbY3ma218BcUkrcc27OGvkO2wh0Yi6WHaiu57+Evcx3h1XQ2trVHVF5X11mS/wIMPjWCbtrq2xhdpjTXFH2LfQw+OYHsE9XlSbV2Nzya5psYjD2hNjc/QfB2N/2I444898J+qfez+/0B6nDHFH3/g33iCerzZGhr/SutoPHH/v9IaGlo/Iyutn3H/P4v10e6T/bRYS+N+Wuppxpqvn/Fpbe2M+z6hn/Ux/Y+hdTOKtc8+xnPDPsJzac2Mij+ssM8z/vywvGbGh9D6Zi8wpvUyJK2ZoVheL+NFrZeR1s/4AC/9/v3KWhmFLdbLeA9aK0PS2hhaLyOtj6F1MirrYhTrY7yb1suorZHxDl5lfyH5VFoX451iHTOtj3Hv29C6GWkNs3u+bm2Mf6BYH+Mt/PXut9BsXYx73sLfGPvr3W/S1vT3u99g+w38/a438Aal9htaA4PxZO/6O+OFtAbGm3f9DW8x9lay8v/KtuzfoHUv3rqTltL6F//Qehh3/bVYhyytc/E63q7Yd+78C6R3K2uPvct2lta+eO+OP+O9tP6FLKX1xSTG309rX/wZH2idiyytMUZ9cMer1fUuPqT/0e1/wkTXvGCf1rz4mPaTtO7FH/HJba/gU/qf3k5b9f+IT+n/k8r2X7e9nNa6kC30UlrbQr7WuPj3ULbTOhayL1XWCaNlTOtc/HfoC2l9i8LSH/IiPhvyAoq1wV4o1rXgGK1pkda6GPI8tK7F50Oeo30urWMxYmhh89oWX7KvWNPi2WIdi7Tu1zPJHzn4GYwcQg1+FsVaFs/QPo2vGEsa/HR1DbDma1k8Vaz3NfgpjBn8h+SnNS3SOhZPIa9fMVbrVDBW2AbrWOQ1LG59AhPSmhW0yX+c7YpufgzjqQn8MGhK9rHq2hVp7a6bHk3rVozX+l2/eyitW6HPFn3WZCtf0udQVn07x21NwARMwARMwARMwARMoBUSmKan1O6bvFo5IZefpSQ+q7wf9af/wkr/r8OqqSL+l08TVSlpgQyNraqykzSGgxTnIO5K89WpHvp0Vau/2DXjdFIs9RWe+jWfXdwHO7RPqvBYc5j6NC6pCHEE96e66NQuqvMrjnqTqyEaUJtfmasR6qRY0tii4ouyL/l0iz7OocOaPapTL3dbDGBXChQ9PEiOqgQ4hm0OKF5fI6TUyz76qa8yhkZTGaWnfXMcDQeyJCfZwlMfR6b5FctZzedzJPs5SYW9xTg6GsaY2qX9VDoYpVebWwxmiI7Oo/A0L4sz+DqcwYCKvCLGF1GgULP56meYQ7XPJO64sAzmsdpv0VQvd1c0OJuTWdhMczSuMkd9DBdjFU8NTme/CmfRMFgUNjlD4xRNliEO137lMUTDwYxxCGv5VFFSn8ZWlUcUExsfh3aU5qvS62s3slRpPntbzK+O4P6Tz0F0tYM0lk3tnT5D2hc7i2NTQ7HKCMU1kk267ODekiNXPq2mMNZiPmPpBRrO11ypfn7xQuxJHdpn4ehFJPZwiGLqSy+RwoqXxFjxshqsOAOVwTJ5PqMaxsPUmJLYoXGMyEv9rDStEGfp9dkpjzGO5EsplsSOr5uf9pdma2LaBUPaD9Vsvvo0hnEaTlGvgskySj+Vuvmph2PYp4PhxIpJ41ixT2O406JoIMOMcWD1PDSKbXayLzVoqxO0V3XRlvsq+1BI4nxGKvPocXplgnpL8+mmPo2hit40Ty0dExsqHMjOtBNOYEkBWr4UXY6mwyZHlHzGNFmGHSzFCMU4qSgplOfQahRjLBzGNiezFGPZl46iFuAYRthOx8p+zkix+vnqV4yj06jKDpPRBPWrofnFGLYq+1VfkjqoYgz3xqK5hdiR9qwg57KZ5pT3wZhKnq9+zeWQYkLD+eziAI3VngtVasYnNl+vw5npl4hpLsdmW/Q1r9XXPOLWjEZA71FZOZeUVbx6vHyv9d5XDK8q9vCSaXTdaQy7OIAz2NAY7SuJUYbSfI1JMQayZTf7OIOdDGsHvBzZKKLqTh4rxtnUIEkBKQ1lxVI0C0f7586qcxTN/Xw1xllzPyyFr11LDLCniCWfe5HlDljUSH10KjZ5qthOO6DVyLSXFE9VEdIANnODY5KbLbt0kBrF1+SOVCj2M6Yir5hCj2NYqv21OPfDjoIBfe6TTdbcAx0WOWkeHcY5U4ViUBMYTo2aX23SUUk70TFoKC0Nd8RS+HrtZmI/p3H3k+7nABW+Lsfl1+BeUyl2UPQzwBF5rxyfXQ5iyQEdgyZUdpVmcSRDGsQ9sENjUkt+ZUSKqZ3FSRyd5lXHsk+vo7GcxsIexlgY5ujCqcQVKvoZSHtjpGbZxZ2rpDBnp75i32zl/hTlEO6bUY5nnXzGuOM0TGMUK0sx9qeSBhXz0iyOS/Gi4j45mH56bVqNKQwnsiQ/VeV9cA73o251sUcB7oue4uzQ/mjUXYpX+ovRRZ/8NIejs1VMvUWIh1TMo5N6ii51Fs0UT01WRSdDmlP006OjkPrZ4uvwoDRShmKMI9Ixs0+t5CsmKcapKSafMzWGRkU75j44kC2NYUCeTBHXHM5PAfakIGNypbQvTi8s69Qnm4IckiZzmmIlFd1FXD7n6fU5oharxpOT4joOjeGOVdhkK70EK+6DgxiXrzkUW0VhLDm0HMfCuSpsc5heO7XUQSlKwxncf6VfY6pSTOLANI5V6qvO0N40gJZj0nFxDFtpBCu5NeVAHpPmFN3qqhwFd8MOjmFJnWzxRWpFn49SOpY0iMMqtjbKnglMWwK6HvMrZl9WyterbL6xW1a6dvAo/PS3Y3gRaza/CyrXsq77g3bugHP7dlGHZQImYAImYAImYAJThcBc6y6HhX53LGZZoBP3zwwkFVXMS/47EiN6XY1RD/9psv9ATTkQd+hiAl9DwN0mYAImYAImYAImYAImYAImYAImYAKtn4DPcGoTiGj+wMeISA+/1QMiy8oPkSw/WDI/mFMx+dnKbyTt77PPPsNbb72F559/Hnqo8U033YSrr74ajcY7NvkP/jSzmYdZ+ftFfr3y95y+b8qKiPRjISLS92pquDIBEzABEzABEzABEzCBmZ6AT8AETMAETMAETMAETMAETMAETMAETKD1E/AZmoAJmIAJmIAJmEDbJTBgwICGJ9+3b9+GcQcnn0BENJwUEek+q4hA+T6sfH+W7tuSL5vvvyv7OWY789yb5/fK79XMcg3knzWy9dLPpbLyz6+I2s80NNgiokF0Wof8et+WQI8ePTB48GDssssuDXc1aNAgbLPNNvjXv/7VsN9BEzABE/imBMrP9sm+rKTnHZal5x1m/e2pj3HLKS9g9BfjgPTRo0oCOnWbCwdetjGWWKMbWtu22NoLYZcrt8I8XeaqnJrOmWIZM2Is7u//GN5+4r3qM5bEq8xQvthK2kG29b7algmYgAmYgAmYwKQJ6HO0rPQ5O6GpOqmpeEh58ZxmPaOZXSnGeHmefE1KfRzD7socmRRNzzjXuKxqTxrPMclWo5Xx3CtfV3PUI7FJk8fTaojEDpZKX2VnPJA0lx0sxT41lmIX23RSB60ClMY3E7vSq3CXGpomyedYdrHJXnbkOSmmPo5hpwqPSUUB2tJYzQEUp1g0mN0clIr2wpD2zzY7mo/nhBSr9PGFGamOp6OSo/TZ22K8YpqvYRW/eNXSeL0+pSHq0zBKrlT0aB/00v4Lywi7OZBFPhsVw37tK41lKFkNUpyWhVG+fhqUp7HNfvWVxhfjUpD99ePZm7pYsbClARynhvZVURFlnCNSFysWttjDWq/HoxD7JEY5kx0s7GMXHZU0iftRL8U+jS962MfCThWF0jTuim2OpaOxkjpThPOTn+bJq4hxhThRRTMLMa5AYdIe+Bq0HMzCyYVPJ42vvhYnyNcYjkjd8jm54rNVGaNAGqs2B6TxaW+VSkMZTyWN4QxZicE8ntFU0vFqqualMQzLUvTSDFmpCBV7kJ/EuWkfaqTR3BFtMZ4+46w1pFB1fHJUcXQawX7uuzpevvbCIUV3xVGMfZqlsVLFp2HhYBY6KhpM23y8gmIoK3EXMhxXvEQxmiF2sMhJx0YnDajG1OJrsaS52mfqUys5RU8R1165B8aLqCarLctIitNybm085zDOEYyyZndqqpKfosWYNIdtWY6sFn2eZKkvKw9QO/u2JmACJmACJmACJmACJtA2CEzbs2z3TV9Oybmk8bJSTub1HzSKZ0Xwf3L0P1rJqGJPMsFogJUKIoJSU5ZCsRVeoOikBbdkAvpiixbg9EJglI1AsQXboCKCRgLYBFgFBW5ByS2GBCIoxiJJNVKMlQob4Ka4BAS/UgkAmisBiPQlSzEGioUNcAtKRZZSoYoxgdoX6FOaSLGwgdIW9CkVChwQEah9gT7FGCgWNRDImzxKhQIHsLAzUHyBllIwso0UA7fCCyD1yxYuawS/wC0kVsWQwmHNKDhCHlV0KlAo9TAO0KPoFkMCERSKreoxxg4ggCRWQYGbbLWbToQi7GB/yEiMIYmNFAwEXbAOKpVgi2Migs1QgxZpiyjaKUC3CKoOhgKsVGgDERSoZJG2iKANFCbosySjiioKNEBjAvyiEwA9ij64RTAi0U8dqVIM9Co200L7yAAAEABJREFUmUAEBSAA0IW2CLak1MhVEQsEUqGRExFqFgqkLYIOxRqpI1VspZgswzSsEZEchL5CEUoxik02UkHaGAPHpVLpTCEGQorUi4gohGAgVCNtjEOtAGSkFKITUlTCDEYEIoKBQCBv8igWpD4kwxrBL3ALiX0siGCLYs0oEPyCNsaQxEZQiPSVPTaQullFqE89QKDYIuglsU0XqUdO0IvUTN2sIoIxhoJCsUWoIbFNA41QjDaoSkEEWxJQ+Ci2iKBDsUBSVbFR8YMjwHEsCH3RCcWoCHmBwgQjLMkE9MVKBarSGDoRqYcew/RZIyJoAgFu1YpOUaAODZETEWoWyj4tqAC3akWHBWClQsmPCEUo2lCEYgwUm2yAW/KgGKuipFAwRKGiSF2IkBMIcGPFQodFcUUZKNxARKgDoa8Aa4qxiACLGggUWyQvkA04gAVApC9wC4lBFkREIcZU2KIJgAXsQ7LgFnSDFrQU3dTNKiJSDNwKLwDGCgFgU1UUTqqr3XQick8xCtwiAkgCQFdVFA606XeNOeeQVQ7SSBprzTwE6t/D/N5Wz0DXhK6DYESiUQnFqIgAKBbaVKAtgnE6EbQUazSTYgwEoxHBkZAHuZKcZBHpC9zksYEcRzCYKjosKDoA+UVFX41A6mIVKLZAJCeClmJBRCBSFIgIBICIKASAHthEgBsdFjlsp0hh6aY4K5ZaP+PgCJWkogKSZScLigkpFAhoi6ClWABWbEFbQF9ABK0EFD6AABARVLYBbQF+BVgDqPTTQfAL3JINgF2sANAvKjosyZeVUNkqgwsTxRR2BaUSQY+KCERQClJ0EckGIihQyYIeoIpNgE5EALJUKkUTKYxIX+pPCoABpE1+atDR4CT2qEmjEsEGx0TQUqwZDkZQSLGyAMbZH7JU6gO3SHFWLAFWYBeAQNUi1EREYUGTAtCmBsUC9ecQFAAiaCnWaiBZABGFFxHJDwCRvmSpFKdVTD4gTxXYpOXoALeAvlixBFgh9SP4BW5RKBlWLEWHHHXJUizgRBlGEfxKljFQUTQgm6QYnYhABMV+1ZEsipgaCEQEtAUCqdDIKcJqUKmkSl2ABkIbY/KTUcVYMqlCRAAIRARYgTW0RRReRCCCQhboUZEViKBQiEaFnSwBbsF21CxdDmcbKCwDoNRIAtREZYvUCCD1BQLcWLHQASLoUYFQQ3UhNQFERCHQJjEGgOEkVREBINIXKxU1kcIIQGIjkgVkoC1yRYf9oFgANVFsEWwwEEFLsU4dVauYVBmjeBIrhhERhUBLaXJUKnbRC0REYUHLIlNVdipjcpMTUokcUD/FAoUCtU2flfp9iz4jJbWz8ii1s29rAtOCQPmay76spOu0XrqGpWtuHYVLbhiDfK3rWJNP55BdOuLco7rSczEBEzABEzABEzCBqUtgrnWXw0I3Hofv9JgXYPIdqWKtxOTzUfiy9zUY9dAfq3+gVp/bKOfJAjf5NJUbN+VZJjARAg6bgAmYgAmYgAmYgAmYgAmYgAmYgAm0fgI+w6lGICKa7TsiENFS5YdHytcDJrMdOXIk3nvvPbzyyit4+OGHMWTIEPz85z/HBRdcgBNOOAEHH3wwdtppJ2y00UZYccUVsdhii2GVVVbBpptumh5I2KtXL5x44onYcsstMbM8bNPH6QfDTulrQN9TeZ/yJX2PlaUHt0Y0//7M38ARkV1bEzABEzABEzABEzABE5h5CfjITcAETMAETMAETMAETMAETMAETMAEWj8Bn6EJmIAJmIAJmIAJtFEC1113He69994WZ9+vXz+svfbaLeIOTBkCEdHsnsh8D1b5viz5ul+rXrqfSzFZy/cM+hrwNTA1r4H8s0a2kfSzq6yI5j/bImLK/NCcknvxvqYIgXnmmQc333wzDjrooIb7U26x7bbb4o033mjY76AJmIAJfB2B/Gwfjcu+rKTnAmUrX887zPavf/gYN53yAkZ9MQ56rjma0h5omtCx21w48NKNscTq3RRslVps7YWw8xVbYu4uc/H8dPKUCjV6xBjc13843n7ivfSMpcxMVspMZSXugAw5UQ6VY3RdTMAETMAETMAE6gjkz0nZLH2+loXSP5FDjeBOJBqVUIxORABUgF+04EYPbBYCtwCbrABEBEUL2QBkKRWwD9oYZkESYywAq4gUAUDLArZlspXPkJocEoVFAFQELcWazWCEBtwCYLio6NOBtgg2qAC/koU8VWAzWQS4pQoRUQiFZYc8sKKCAuTTg7aIAAtYIyIABMMUC9hmAeizQFtEgAWsIQsEIKlBsbAZihSK1ExV6iuiqQ0GWGgCAVCsVShoSzZViKClIiL5wf5AIBUaWSlUAYgIViy0EfQR6YsVoCqAbMAtIsBCyYYiCH6pQFUA4IBkALlJqhgGUOlJjUBhaAEEALWlwgE3RcGmbBSWAwJA6CtoKbp0wE0NIEI2ko2gBZDqoGWbDTqobhFRhGQpsJUiAUDtZOmi2CICQTciwCIP9IDUoBcAKBZoUzj5dFgYUotSg2IBWDGC0FewCW6yFBiDNo4B/YhABAUg1SELsFEoOXQ5BtwiAhEUCjFEj3VURKMSoQAQEYVASyFtgeSqD8VGtxIKyAdoKdmkAMCOZAC5kA/FCgfJpDoQEWkQaySxYmGMJTsA+9QIRAQbgQCoQGqCW1REoxIIGUREIdBSRQnIJqHYgo2gGxFgkQd6yYKeihQoNtkkDmZhMNgdyYKeCtihCLjJJrFiuBxJfkTRwRqRvsAaUKWuwgG3oICIKARaCtyCkssueUi+KgARUQi0FEpb/vdv/qyRVbesJN8yARMwARMwARMwARMwgTZFYBqfbLuJvd7EEnLFy8q/LCrvp4n/jQVJ/ycjqTNZ9SRHvRzCNpss/A8cNjWOYjTVaZA62Up+qopAqlml/zxjPB2TxlF5fupTxXEcknpqr1I01a0Xz/OLoao5Up0UCxscn3ZS9KmlZtHHV6SjnmZirNg3R6tDE+gWhQEVqhgjp3gZeUmazzkVU0xLdeotBqvNATr+5HJ8YdnNOGvtXqbSU+1NMbXSAO2SI3gmRYh1dZ/qo1gY1TR5FEsloCBdzS6CqvXy2eo15HNQepU0IQVYsTDIrubzFUtd3JGORT4HMVzxGK/uJ4VUSSmaqtTiuObztReK8eqgYiCDpcIYC4fwuDi28NmsDNE+U0sdkuLJqqKKwiG1+ZrDsEZWzkN9bNaClUYRSLVeu3CIkeOrI1KQsUqAhjtlrbhEV4Uud0GPcwsnDWOYsXR4lYrNFFQlsa2RciX6Ov5KlC15mqpO7ltNualHTkUy6mO8fr66ilhtvmJpOMdz76nkduXwU49iGqv5mi1fHcmqUw0pB2Ql9mk8jXq5f7Uo9fEFZNTHDhq2WOhUmyWnNJ9RztWbURte8SomDU6+KolztGO6LJyqY6AUoxSjYTzVxeAUVCUVIe03tfj6BQvGGWDRRM6XR7FoLHtZ1KApAkVdma9JdIsYG8URcTxLEaTDotmFKjUnsXAG2+xnKfw0iXtRQFI0WVWSAhTd2nyOL0KczQ7VyRRxNqu9dIrC/mI+x9BhMw1jq7CMEUbya5VGFdMV0xAePYcVcdVVqZNSW2M1rjKThlGWHNf7wGDRpJO6OJc7LmIMsLBHRR7Fkjor44oeBYtX0j4LsYdhFjrqk0ex1OarK5+5xrDN/bLoEAoxpKJRaUR1PqPyubOiL/WmSvMZ5vzco7AGUyzqq6rmJE+VhnAyS/187qfopFN7/aLBdqXkfEMc5CssX9aaOQjk90u2XnpPJcVrZ6MLg2LRNZTjxRXEunJRVkx1CHvS0LQvdubp2fIirIzlSPZrsPoULKziRZSenELqlGoDGWeAhU5Rkp8qtmW5h8JoFmO6shWg1WtTLDqkZv0aoeOXNEntquUEFja57+qs1Cxa6kwTVEnsU5ErFaMYUYNiYaMo9LVXNYrXZosxTZFJcTbkqz+JwfySiutkqlYd6qdUcpy7YJP7Lhz6LOosK/UpwD4VuZL8JDW4j8Kk0QqrmWx67aI/H2eKs9KYFEtjKu9FJa4dqZ9Rnkrhya/GFZIUSOJEWcWkSjPNUVxtWfVRLJWIvOL4+EIaUYlXZvLY2KsuSl4R1yDNZFBFTc5NEVo25UpqJctY2VdMUkxdSQywVEPyKw0eBkcUr69Q6qpF0jEklilWHKPGpJgcxYudaDpbxRhNrIQZqwyklwalZqoUoeiz0CkmJz9VDMlSLJorwyDdwtNxaFJqsWJhHyN88eTLSpykNk3qrx0fz539tbg8iaNZuCc2kkPLIlcq9lILKCYxUnQVDe4d2kd6CVZFNEU0kofBEZU4vTRVYxhKPgewKFKao5kMaYyihXJQtiKOKfrosCRfVqoOUYNi4QtVXjONTCOa89URFn1puEbwIDSmaKsu+rUjdrHBOcmhq6DmSBoqpVhyGKVlSSG2ClsJyDCQdkWfRSMUodVryNDSqFT7OUFRtXWcuS+1U4O9HJNc7q2wrDmgCFedSpBGheFieHYqtmI0ROLeaRjUzigWgSimsicXfT5KOsYs9ZV9tS0TmBYEdN3l18m+rKTrNEs3AJR1zeDRuOSGMWlqvtaLBtBrl444p0+X1HRlAiZgAiZgAiZgAtOCwFw/WBYL/e5YfKfHvEX+zQRF+TmzczR9/hW+7H0NRj34SvoDNeU0OcfJVrlPlo5XftnKt0ygnoDbJmACJmACJmACJmACJmACJmACJmACrZ+Az3DaEIgIjBo1Cu+99x5eeeUVPPzww7jllltw9dVX49xzz8UxxxyDAw44ANtvvz3WX399rLDCClhwwQWx5JJLYq211sKWW26JffbZB0cddRTOOussXH755fjd736H3//+93jmmWfSgwX/+9//NjyZzTbbLO2v0UMrHfsOzKD1MtADYcvvrx4mnaW4/PJDW+VHBCJqKn9TRUS5ad8ETMAETMAETMAETMAEZioCPlgTMAETMAETMAETMAETMAETMAETMIHWT8BnaAImYAImYAImYAJtkYDuyxswYECLU+/Rowf69u3bIu7AlCEQUdxLFRHpfqt875Vslu7PytL9WvXS/V1Sfdzt1ntPn99bv7fT+hrQzxhJr5ut/PyzKdv8cysiID+i+NkWEdAWUVj5M4J8DFOWwM9//vN0L3+jvT755JPYbrvt8PzzzzfqdswETMAEJkogP9NHA7IvK+k5QNnKz88Ikn39yY9x86kvYvSX41OenT6BKlXnBeZGz8s2xuKrza/dtmottvZC2OXKrdC+6zw8TwJQSQqM/XIc7u8/HG8//m56xlKZofzMVlbiDpBtva+2ZQImYAImYAImUCOQPzPLVr4+Y6Xi4YfFeD37sNxWVM9ETLaJvRIbmk/DoYrJqyg1WbGpMcVw7qFwFE3PO6dTFA5l4X4Y5hgWOYWKKH0N5T4Kk6MpXhtf6WRvismmkPaehqYqtTSgcDSiklMU+9cxK1jtluOrNeMAABAASURBVJPFfaY+ztfoJPqK1XbOVmW8DFtp/4XPGU1NUKw2XjFGOICFjgpjMny9YvfqoVg0L8Xos3BEGlhYdSiYWnTUpi+TxKGMsi6VFEhVOs68/xqHoi/NkEtVj047VQftpMdrEPescXJlKUbY4g5ZpyKXYuFRs5cOS9nhsBRJtthFcTS1qLrYYuFENlSrwXHJqFIsdaXXSVUKp4pNWY0vpJGKyCapIaWG9sVx9MVAosuSB9CycKcqjNfGE7gKY5UB9FJvpSmjkKykwemc054UKZRidFlST56TGgomJ0d5rIzpOGmqPepNDQWTk46kCPMFNF4NzpYppLFS0eKsoqGxUrGHIpaGyKVYyk0O415TUJWkbloW7lSlmcQhBYqKg4uBPMxiX5UITTGi6GZTDoekqF6TbU5inSIcUNhygEGOZM15GkupkWPy0yTNSQ2OY0BNMagMZ48iNOxTkUoRNTmRe01BVSVVXJnKHirj0xSG1FNTek1WOcIB1fFVR51Fo8BZHZ86NIU7p8lNWh4dAwxrLEWPe2BHihaVPk+yivPnrDS26HdtAiZgAiZgAiZgAiZgAm2NwLQ+33Zf94JK1PMY+Vk5kZdVLI+RDQS+M0vg4kPnxkVS73lw4aFU7/a4iLpQbeqCQ9szXki+9BPGfnJoByQd1gHnJ3WkpQ7tiPMOo2Spcw/rxHYnnHtYZ0o2qzPOYeycwzvj7MPnpWSleXEW22cdVrGHz5faZ9I2VxeccTh1RE2n0z/9iK44rYFOPWJ+xgvJl05h7JQjuyHrZPonH7kATkq2Gy39PoVOPLI7TurTHSeyv1B39GfsxD49aCnaE5ppQRzfhzpqQRxXscdX/OP6LIRjKdnjjlo4+ccetRCOoY5l+5ikRXD0UVTfhWmpvougX9KitNRRVN9Cfen3pV9oMRzVt1Af2j79FkNhv4sj+0mLo0+/xSt+0T6i7+I4grEj+i2R7OH0D6efdPQSOKzfkjjs6CVxaEVlv/cxSzFeSH7vo5dCr6SlaaljlsEhR1PHLI1DkpbBwYxlHXRs0T7o2GWRdMyy6EkddMxytNSxy+FA+gfKJn0PBxwrLUdLHSf/e9j/uOWb69jlsR9j+x23AvY9dgX6K2Bf+dQ+SStin+Oo4ynavY9fCdI+bO9d8fei3eu4lZFEf8+klbHH8Stjz+O/T1vT7ifQp3Y/YRVk7Ua/rF37r4JdT1i1otWwywnSqtiZsZ3706d27r86pJ2Sv1rFXx07nbg6djxxDezYv6Yd6BdaEzucuCa2L2m7qr8WtjuROmltWuqktbCtdOLa2IaxbU5cB0n0t2Zs65PYpmQL/QBbnUSdTFXslvS3PHldJJ20LraQ2N6cdvOT18MWlKz0Y/rS5qesjx+fTNH+qJk2wGanFPrhybIb4oenSBsku2nyN8Smp26ETU+hTt0Qm8inZDc5dWNsLJ1WsfQ3StoEG55aaCPZ0wp/w9M2RdYG9Dc47YdYn9rg9E1pqdN/iPWk0zajpdi3HrXu6ZthXcbWPf1HyPoB/arO+BHWOf3HWOeMH2PtpM0Ly9ja1FpnsH365ljrjC0q2hxrMrYm20lnbok1zqDO3AJrJG2J1RkrtBVWO2MrrE6tdiZ9alWq8LfGqmdK22AV2lXO2hqFtsH3z5K2xcpnbVvxt0m+2isxJivJX+ms7bAitdLZtEnbY4Wzm2t5tpc/ZwcknU1b0fdov3f2jkg6Z0csd85O1I5YtuIvy7a0DO0y5+6MZc/dCbJJ5+yMpallztmFljp3FyzVTLtiyXMLLUG7xHn0qSXO2w3S4hW7xLm7YXHpvN3x3WbaA4uxXYj++Xtg0aQ9affEIsnfg1a+tBf9QgufvxekhWgXOn9vJP1kbyzYQvugx08qumBf9Lig8Lsz1v0n+6LQfljgJxT7uyXth24XSPvT7o/5L9i/sBfuj/kr6krb9YIDkNWFfpcLD8B8VJcLD6SVeiY7b6U970U9IXWm7XzRQTX/woPQSWKsU9LB6HhRoQ4Vq3aHiw9Bh4sOQXvZiuS3v7gX5qGSvah38udmG8wjULpBU3mG8o0stSV4m+kI1L9vauf3Vbb5CQWbgbMOmAsX5XyS+WORS7ZPOeQFyiuZO16QpPyxPS6o5pEdi/yRueP5yieZO55HnXtYJ5x3aKdq7ngO24opbzyH+ePZzBXly0q1vHFenMm+M6t5Y5dKvjgfTmfsjJQrdsHpDXPFrlB+mNU4T+yGk1OeuECRJzIXPKmUH6bckLH+zAmlE2izjqd/PHPB4yt54XH0j2M+eCyV7bHMBY9JWph5obQI80Cq78K0VMoFlRMuWuSDyv8mkgemfJC5X5+KjizZI5jrFVoCR6Scb3EczthhyV+iYd7Xm3lgyvWY+/VOud5SRa539NLJHkJb5HpLM+dbppLvLUtLMd9TzncQc7ye1EHM7XpKyu2yZX53IHUAY0Wu9z0cwFxOOZ5yuv2PWwH7Kb+jlNPtx/xuX+Zw+zK+T9KK2Id53D6M7X38SszrVqRWQsrn2N6L+dtetBPL53Znbrd7yuW+n3K53erzOOZru5a0C/1dmK/tcsJqkFX+pnxO2on5nKS8baeUv62ecrgib1ujWd62XSVn2y7la2th22xzvsb8bJukdVLutrVytmqu9gMUedo6FfsD5mfSurQUc7Ocpyk/k5SfST9mjpbys2petgFyjrbZyRuk/Ew52WYpF9uAediGNVXzsI1SXrYJ2xufujE2Po2SpXI+thHzsI1OZf4lKR9L2hQbNMvDfsg8rJDysPWZc60nTST/WqeSg63DnEtamznVOpRyLmkt+mtV8q416a+Z8y3aNSTmWGucuQVzri2xOv3VK3lVYbeEcqxVU2zrnGeV8qxtmGttU82tqvnW2dtW8qztaLfDSsy1lFetxPxqReZQ0gp1OVbKqZRbpVxqB+ZSO2A55VTKoWiXo12WWo451LKScijlTbIS/aWZWy1dzaN2bpxHMXdK+RSt8qeqlDtRyp0WZ74kffe8PWq5E/OkxahFz9+zlDftyVxpT+ZI0l60hYp8aa+J5Ev7IOVKKUfaN/nd6Rc50r7MlfYr5Un0U460X5EbKUdiTqRcSTlSV+VBzInK+dF8zIO6ULLzXdgTLfOig6C8qDP7OuV8KNkiF+pYzYUOSXmQ8qH2DfKgeS4uciDlREp/9OmH6hbQ56Okz8yyqkPsmMA0IqDrL79U9mWlfI3KZukGeOnqW0djwA1jmN4H0ldwLxJbvXfrhLP7dGHAxQRMwARMwARMwASmLYE511kWC914HGZdcD6AiXiAXwHQACNGYWTvazHqgZfTH6gpp8k5TrbKgbLATT4NspVvmUCJgF0TMAETMAETMAETMAETMAETMAETMIHWT8BnOJUJROgXeMWLzDnnnFhsscWw2mqrYfPNN8c+++yDo48+Gueddx6uvfZaDBkyBI8++iheffVVfPTRRxgzZkwx8VvW++23H/SwSssPTvU1ULsG9IDWWWaZBZJ8KSIQUZO+9SJCxjIBEzABEzABEzABEzCBmZ2Aj98ETMAETMAETMAETMAETMAETMAETKD1E/AZmoAJmIAJmIAJmECbJDBgwAC8/PLLLc69b9++WGSRRVrEHfh2BCJq91NFNPfL92DJl3R/Vln197Cprz7mdu0+N7MwC18DU+4aKP+8kS/p55RU9iMi3Uuaf1pGRHabxavBae/4FacCgYsvvhhnnXVWwz3r3v7tt98eDz74YMN+B03ABEygnkD5GT7Zl5X0/J9s5ednA8n+5YmPcPOpL2L0l+OApmIBxLRMIqvO3edCz8s2xuKrzl//cq22vehaC2LnK7fE3F3nIo9UiIUwyGbMF2PxwImP4R+PvZuesVRmKT8zlpUEKdt6X23LBEzABEzABNoqgfLnYz0D9Un6bM1ihlIdlv61zOqi3nPjot7z4ELqIq27QXvhoe0htVh/I623oXXcKmtwHNoR50mHdWq2dts5bJ9zWGek9TZoz05rt3VGWnfj8Hlp56uu1XbG4fPhTK3PJh0xX2XtjS44Pa270ZW2K06rrL2R19k49YhuKNbamJ+WfnV9jW5prY2TtBZbWn+tO048slBaZ6NPD/Q/kurTHSfQz9IaG1pbI9vjKutrHHfUwji2DyVLHUMd3WittaMWbba2xlF9F0Pfvoul9dX60O+T1lb7Lvr0+25aTy3bI5qtp7YEDu+3BNJ6GtW11NiWf/SS0JpqWkPj0KOXgmwv2l5HL53W0eh1zDI4hH79WhoHMV5oWfQ8ltK6GdKxy0FrpfWUrVs/Y3+2q+tnHFtbG622dsaK2Oe4FbDvcSvSroi9afc+njZppcraGSuntdD2PH5lSHsc//3qGmi7M1a/Zsbu/VfBbiesktY72+WEVWlXq655tssJ9PuvltY30zoZktbJkNI6Z2mtjDVQrJOxJi1VXR9jzbTWWVon48S1ivXMSmtkbFtd02wdbH1STVofY0u2t0rrl/2gWBfj5HWxZXVtjPWqa5f9WGuVnbzeJNcsq62JsWFtPYy0RtlG2ORUxk6VlTYu1ig7tbAbpXUwNsFGWgdDSutgbJLWJdvgtE3T+hfJah0ySetfVFSsQbZZszXItAZG0hnF2mPrVOzaWveCWvuMLbAWtWZp/Ys12F7jzC2xxplbUFsWa1+csRVtoWLdi62x2plbp3UvVqEt1hXbusWaF1pDTNL6FoW2bbiWWLHuxfbF+mHN1rrYEd87m6qsb7FcsjsirXNxzk6VtcJoW6xxsUuzNS7Suhbn7oolz9sVSyTthrQ+2LmFLda02L2yPtgezda2qK0JtkdlfYs9scj5eyUtfP6e+CZrWmgdix6VtSwWSOt+7Vday2JfLFBay6LbBfvX1vnSGhYXHpDW+cprfGkNC2m+Cw9stoZFXtcrWa1bIVXW89K6Xnn9Cq3p1eHi2jpeWsOi/cW90rpd7S8u1q4AAhGB8lb9TOG/7fQ5U1Z5nHz1yVomYAImYAImYAImYAIm0IoJTPNTa9foFeuTb7WlPFZ+WUrsc5+s+mSP3mUuJO1as/3o99t1bmT1pV/TPOi7a6GjaMvqw3af3dqjz66UbEVH0hbqgCN364AjGqojDt+tpN074jC2D5PdvRMOK+lQ+jV1Ru/dG6sX4732mBdZh9CvaT4cskehg2mbqwsO2qNOe3ZBT8Z67tkVZR3IdnPNjwP2bKn99+yGpL1oK9qPttAC2G+vQvvSNld37LNXS+29d3fszfjee/dA1l70a1oQe+1daE/asvZge4+9F0LSPrQV7U67+z4LI2s3+i21CHbdp7l2YXuXfRfFLvtQshXtTFvTYthp30b6Lnbct6T96FM7VLU4dtiv0Pa0NS2B7fZrrG0Z33b/JbHtfpQstU1VS2Gb/QttTVuvrfZfGs10wNLYMmkZ2pq2OGAZNNey2PyARloOPz6AOpCq2B/Rr+l7+NGBhTajrWl5/PDABuq5PDZ3DlioAAAQAElEQVRNWoG20CY9V0BNK9IvtHHPFVHWRmxv1HMlJB1UsxvS3/CglZG1Af2W+j7WP6i51mN7vYNXQb3WZaymVbHuwaviBy20GtY5uKRD6FNrV7U61j6k0Fq0Na2BtQ5ZA2s20BqMrdFrTdRrdcZW77UWslajX69Ve62NZuq9NlZhbJXe66Be32esph9g5d6NtVLvdbHSoTWtSL+m9bDioYVWoK1pfSx/aAMdtj6+l7QBbaHlDtsAzbUh2xti2cNaapnDNkLS4bQVLU279OEbo6yl2G6uTbDk4S21xBGbYIkjNm2mxdmu6YdY/Igf4rsNtNgRm6GqI+lTi1b1Iyx6ZKFFaFvqx1j4yOZaiO2F+myOei3IWKEtsGCfLdCjobZE9z4lHbUlFmimrdgu1O2orVDT1pj/qMbqetQ26Nq3pi70a9oWXfoWmo+2rHnZnrfvdmimftuhc9L2tDV16rc9atqB/g7o2K+lOvTbEUlH01bUnramndD+6J0wTwvtjLmPbqm5jtkZhXbBLEsuyBSC//3EXxbSqZSmtPit8otGqgwqbiDJDdsZgoDer0YHoni9lE8qVh2froEmNDFQzSdTHjkX80hpbtq5Ucsj5c+Dcv6Y/cb5Y4eUOzbKHxvnjZ2qOeOhu3dCTZ3pd0bLnHFe9NqdYo7Yq6JDaA9hbpg1yRyxQX54YLPccH4c+A3ywiIf7FbNB5UXfl0++HV54J7M9+q1Rzn/o797yv0WquZ+u7fI/RaZeN6376JQ/lfL9RbFzvsu1iLf25GxHXOux/xuR2qHqhZPed72dTne9szltqtTNb9jTqc8bxvaQkul3G7rurxuq7qcbku2t2T+VlZ9LrfFAcvW5XPL1fI45m8/pooc7nvfLH9TzsZ8blPmamXV520bM0cra6NyvsY8bSNqw6SVsSHzNKl5rvb9r83T1v0G+Vk1N2M+lnzaIjdbHRPLy+pzsvp8bPWUh63JPExaC/U5mNrVHIz5l/xVaAutU83Dvv81+ddKvX8wkbxrvZRz1XKt9SB/+Qb51sRzrQ2wHPMraVnamjaq5VfKtVJutRFzK2lj2o2xVLPcqmVOtSTzrCWYQ5W1ONuFfjiRfGqzIpdi/rSY8iraRZN+NJE86sdfmz8t2Gdz5ktZW9DfAi1zpy0nkjdt9Y3zpa7Mn7oyN+payZe60K9p25QnlfMj+fN+g/yolhdtj04Nc6Id0IE5UFZ7+jXt1CAX2qllLpTyoF0w60YrM5dB+tzjR1+lNFVzIH1OSvmzMtvKwGQaxVKHKxP4lgTK11b2ZaV8Xcpm6QZ46cpbRmHADWPSda2xhXgwTPAO5e/vzjpiPjZcTMAETMAETMAETGD6EJhz7WWw4I3H4TsLzcdcvCmJFXMX+l98hS97XYNR97+U/kBNuU3OdbItchuOTb/DYi5fZ6fPWflVZ0wCPioTMAETMAETMAETMAETMAETMAETMIHWT8BnOC0IRNT+MPnggw+eFi9ZfY2llloKeuCgHwA65R4AapYzD0s9kLWRJvaw1ohIDxKIiPQ9FFFYNSJqvtqWCZiACZiACZiACZiACcxcBHy0JmACJmACJmACJmACJmACJmACJmACrZ+Az9AETMAETMAETMAE2h6BN954AwMGDGhx4quvvjr69u3bIu7A1CEQUdxbFRHQvVn1qr+HS/fg5Zh8a+a5J8/vld+rme0ayD9rZHXsso0UEdX7RyMC2iIixeRLESEzA8iHMLUInHrqqbj00ksb7v69997DDjvsgCFDhjTsd9AETMAEMgE906feV0zSc3+ylZ+fCST7lyc/xi2nvYTRI8cV0/m5ExH8LALm7TEPDrpsY3x3la5FXxuqF1lzQexy5VaYp9vcCJ53RCBCAsZ8ORYPnvgY/jH8nfSMpTJT+Zm1rMTpyLbeV9syARMwARMwgbZMoP4zUu2y9NkqoalGqUkNtlda/Ds4ete5kvrR9tt1bkhft/5Gn13nQVrDbbf2yR5JW6hDWn/jiN06lNZv69hszbb6tdoO3T2vu9FyvY2Jr802H7TexteutaH1NvbsmtZiO5C20NevsVFbX6NbWmNjkmtrNFxjrQf2SuusLUi7IPYsra2xx94L1dZUo7973Zoau1XX1FhkMtbSWKzBWhrfLdZM269md6C/w36L162hsQS2r1s7Q2tpaM2MvDZasW7GkijsUmi+dsbSX7sWWm3djGVRv2ZGWvessuZZbb2M5dJ6GbV1zr6HzQ5cvsVaZ5sy9s3XyaitZVZbH2Olb7Q+Rv0aZvVrY/yg2bplq2GdujXLJr4mxhot1ihbo9eayPq6tTBW7bV2bT2yyVwDYyWtOyYdum5aB2NF2kLrtVj/Yvny2hdaX4zt7x22Ab5X0XK0NW1Yt7bYRrU1Lw6nTy2d1Gi9i42brSO2RN1aF8UaF5uisD/Ed+vWDctrW2Q7qTUuWqwP1mdzLHQkJUvV1rfYosW6Fo3XAvuma1psg7yWRdevWcti3vJaX1rfq+926Nxv+6o60a9phxZrezVe02unhmt51a/jpfW75thrU35S8NOi8qzb/AmizxN9xmQrP/dl2yiW+2xNwARMwARMwARMwARMoHURmPZn025yXlLJuZTnyFcyL+WYbETIWCZgAiZgAiZgAibwPxAIRGmWfp+oXENS7qGubOt9ta0Zm0B+72QbqXr0KZ+MZtdCtc+OCZiACbQGAj4HEygRCPmsWORVVf6szEHF5NdbxSwTmNIE8nWm/WZfVlJ+nqUb3+XLSlfcMgqX3jgWSuZ0XVdSO8getntHnHVEF3gzARMwARMwARMwgelNYM61lsaCNx6HWRfpiuAXlKwgeFjUyNEY2ftajLrvpfQHaspxlO/US3mRxEnVP1DLbcUsE4ARmIAJmIAJmIAJmIAJmIAJmIAJmIAJtH4CPsNpRiCCv7vjq11zzTVYccUV6U2bcsABB6DRgyodm8VcZmmbDPRwaV3/slJEVB86HRGICGiLKKx8ywRMwARMwARMwARMwARmegI+ARMwARMwARMwARMwARMwARMwARMwgdZPwGdoAiZgAiZgAiZgAm2QwMCBA/Hpp5+2OPO+ffti1llnbRF3YMoQiKjdWxVR+BGR7r2KKKzuzaqX7tuSFJe12uY9fH7f/b5P72tAP4PKioh0H2lE8fMromYxI24+pqlKoE+fPvj1r3/d8DVGjBiBnXbaCb/61a8a9jtoAiZgAuVn9mRfVtIzf7KVn58FJPuXJz7CTae8gNEjxwFNLEnFIomdu8+NnpdthMW+37XNAl5kzQWx85VbYZ75507PRxJHPe9drMZ8OQYPnDgc/xj+TnrGUpmtfI3NVr4gZlvvq22ZgAmYgAmYQFsmoM9IKTOQX5Y+UxG5F3TZKAq8TQUC3qUJmIAJtAICkT4totmZ6PNEyp8x6sx+topZJmACJmACJmACJmACJtAmCEyHk2z3v7xmTtbLtrwf/rdWuWnfBEzABEzABEzABCaDQFOLseWcQ74GZNvIL/ep35qxCJTfH/n6BbEkv3akug6kWsSeCZiACbQmAj4XEygTSJ94rFiqYX0u5s9H+VnVAXQUo3ExgalCoHx9ZV9W0rWZpRvf5ctKl988CpfeOLZ6TLqu803eh+3eEWcePl+1z44JmIAJmIAJmIAJTG8Cc665NHrceBy+s0hX6I/SikoZDL2RozGy19UYNezF9AdqynWU92TlvEhW0rnUW8Wstk3AZ28CJmACJmACJmACJmACJmACJmACJtD6CfgMpy2BiOIPlF9++eVp8sJ6OOUBBxyQHkop32pnFu3MQN8HEZGuhYiaBbeI4ns0orAMpRLRvJ2CrkzABEzABEzABEzABExgJiLgQzUBEzABEzABEzABEzABEzABEzABE2j9BHyGJmACJmACJmACJtDWCDz22GO4/PLLW5z2tttui7322qtF3IEpSyCidk9VRCAi0gtERPIjCqv7teo1yyyzpPu36uNu+/4+XwO+Bqb1NRAR6edRRPEzKyKgLaKw8qWI5m3Fppf8ulOfwH777YehQ4eiY8eODV/swAMPxMCBAxv2OWgCJtB2CeRn9ohA9mUlPesnW/n5GUCyf378I9x82ssY+9UETuXnjUpSYL4F58FBl22ExVbuwr62XRZZY0HsfNXW6NC9PfgPDqSNnIDAuJHj8eCJj+GtR99Jz1gqM5af2ctK4JYtXZR9tS0TMAETMAETaOsE9NkoiYNsM00onnGY+ipVLaKANaUIeD8mYAIm0BoIaA1QqXwuzT5XmthLlfvtm4AJmIAJmIAJmIAJmEBbIjA9zrXdN31RJe8aK9tI6ssK/odN9m1NwARMwARMwARMYPIIBIdLNJUysdxD8coQmxmYQH6fstWhypfkS2VfbaR8svl1AG8mYAIm0HoI+ExMoBmB9InHiqVZXJ+PkoJlm33FLROYGgTK11j2ZSXdiF0v3QAv/eymUbjspnHM5HQ1S6BPRaDPXp1w5mHzwZsJmIAJmIAJmIAJzGgE5lxjKSw46HjMutj8zF2YwzB30THSA0aNxVe9r8HoYS+mP1BTzlPOhXJ+JCtpXr1VzGqzBHziJmACJmACJmACJmACJmACJmACJmACrZ+Az3A6EIhIv72Dflc3tV9eDxfs0qVLejDltH4gpl/PD2Gd0a6BiEBEVL8fIop2REuL0hYRpZZdEzABEzABEzABEzABE5gpCfigTcAETMAETMAETMAETMAETMAETMAEWj8Bn6EJmIAJmIAJmIAJtDkCE1t4t2/fvm2OxfQ64Yjm91ZFFO2IqN6rFdHSj4jqfVwz2n1mPh7f++hroPVeAxG1n0d6nyOKdkRLi9IWEaXWdHd9ANOIwPbbb4+hQ4dikUUWafiK/fr1w5lnntmwz0ETMIG2RyA/q0dnnn1ZSX87lK38/Owf2dce+xA3nfoSRo8chyZ+QWrSXoB5F5wbPS/bCIut3LUIuMbCq/fAzlduhQ4LzFPQSKxErgljRo7FgycOx1uPvJ2esVRmLT+/B7KSdpBtva+2ZQImYAImYAImwMyksiCzPjOzUPoncnJZ+Z/NU+Vq8U5NwARMoFUQCH5wRESzc8mfKdmqU76sZQImYAImYAImYAImYAJtjMB0Od12k/Oq5WQ9+9mW99MoVu63bwImYAImYAImYAITJ1Dc+FHrZ5v/SeX8okakNXl6X6UW58T3nP89qVunWnQ5YAImYAIzPwGfgQk0J1C597XF554+I7M0Q76sZQJTk0D5Osu+rKQbsOulG+ClywaNwmU3jVMKx2tZV7WUmuizZ0ec1nveqXnY3rcJmIAJmIAJmIAJfCsCc6y+JHrceBy+s9j8TGCUx/B3kspq+DuqplFj8OUhV2H0719If6Cm3KecE+U8SVbSgdRbxay2SMDnbAImYAImYAImYAImYAImYAImYAIm0PoJ+AynF4GI4g+Vd9xxx6l6CD179kREWGbga4DXgB7WKkU0/57QQMQuJgAAEABJREFUN2FEEZOfFdEylvtsTcAETMAETMAETMAETGDmIuCjNQETMAETMAETMAETMAETMAETMAETaP0EfIYmYAImYAImYAIm0LYI3HTTTRgyZEiLk+7duzc23njjFnEHph6BiGi284io3q+mjohau9H9WxG1/gj7EWYQYQYRZhAxdRg0+jlU/lklPyuiOIbcnjGsj2JaElBOoXxjxRVXbPiyZ5xxBo4++uiGfQ6agAm0HQL5GT064+zLSnq+T7by8zN/ZF977CPcfNrLGDtqPIKTo1LLzLfQPDj4so2w2Epd2ONSJrDQaj2w01Vbo0P39hArVREFvfFfjcODJw7HPx59Oz1jqcxcfn4vZCVwy5Yuyr7algmYgAmYgAmYgB5pqGcaFjZ9VhbNhKYJbKhQKeBqChLwrkzABEygdRDQZ0X6/CidjtpSDpX9HLM1ARMwARMwARMwARMwgbZBYPqcZbtv87I5gc827ysismtrAiZgAiZgAiZgApNJIKCv2qSo3sChnEOq9dmbWQiU37eyn49fMSm3kfLJ5ldCtc+OCZiACczsBHz8JlBHINRmxSLPMoHpRqCcj2VfVtKN1/XSDfDSpYNG4fJbihvgkS5kVRLQd69OOK33vNPtnPzCJmACJmACJmACJvBNCcyx2pLoMeh4zLr4ApwSTGuoyu+oMGYcRva6GqPvfSH9gZpyoHJulPMlWYk7aPY7TbWtNkjAp2wCJmACJmACJmACJmACJmACJmACJtD6CfgMpyuBiMDgwYPRo0ePqXIcG220EdZcc01EFL8rjLCNMIOItssgf6NFtGSQ+2Qjin75lgmYgAmYgAmYgAmYgAm0CgI+CRMwARMwARMwARMwARMwARMwARMwgdZPwGdoAiZgAiZgAiZgAm2MwMCBA1uccefOndG3b98WcQemPoGIxvdcRRTxiMLqSCIKP8I2wgwizCDCDCKmHQP9HJIimr+mYmVFRLk54/g+kmlOYLXVVsOQIUOw3nrrNXztAQMGoGfPng37HDQBE2j9BPIzenSm2ZeV9FyfbOXnZ/3Ivjr8Qww69UWMGTUeTZyc1JRqdFloHhx06YZYdMUu7HFpRGChVbtjpyu3Qofu7dndlJ6RVNADxn01Dg8c/yjeevjt9IylMnv5+T2RlbiDNF9WyjH5lgmYgAmYgAm0ZQLlz8TsJ1v653IgkAoNvE1ZAt6bCZiACbQSAsEPCql8OunzhAFZiW4qZT8FXJmACZiACZiACZiACZhAaycwnc6v3f/yuuWEveznffG/a7JrawImYAImYAImYAKTSSDf8lFMa5hrNDHboIoRrmcmAuX3U35Wy3Nofh207HfEBEzABGZeAj5yE6gnoE893T2cbKkzf05mW+qyawJTlYCuOb2ArKQbruulG+ClSweNxuU3j0s3X6druFo1oe/enXBqr87alWUCJmACJmACJmACMwWBOVZdAt1vPA6zLr6AUnRKyQ3FgtHjMPKQKzH6nufTH6gpFyrnSDlvkpV0wvVWMavtEPCZmoAJmIAJmIAJmIAJmIAJmIAJmIAJtH4CPsMZg8D7778/VQ5EDxKMCERYEWYQYQYRBYOJfcNFTLp/YvMcNwETMAETMAETMAETMIEZnYCPzwRMwARMwARMwARMwARMwARMwARMoPUT8BmagAmYgAmYgAmYQFsioIV2n3rqqRan3K9fPyyzzDIt4g5MOwIRxT1YEdHwRSPC9zSaga8BXwMzxDXQ6IdURO1nVKP+GSHmY5g+BJZcckkMHjwYW221VcMD+OUvf4mddtoJo0aNatjvoAmYQOskkJ/Jo7PLvqyk5/lkKz8/40f21Uc/xM2nvYJxo5uKz0TuICR+DnVdpAMOvmwjLLpiF0ZcJkVgodV6YKcrt0bHBTsg0lcxOiIwfswEPHTicLz18D/SM5bK74H8/N7ISpqZbb2vtmUCJmACJmACJoD0zObEoSnVqUouKy+3knBM0co7MwETMIHWQ6Cp8kzcb3ZG5X+bfbMZHmUCJmACJmACJmACJmACMy+B6XXk7Sb3hRsl6vUx/WfN5O7X403ABEzABEzABEygIBBAUGi+1ecbzXvdmtkJtHx/dQ1IM/uZ+fhNwARMoAUBB0ygBQF94in9ka11Nm/V4vZMYMoTUC4mac9lK183WtdLN8BLlw4ag8tvGQfl7xEhUwiBo/fphFMP6QxvJmACJmACJmACJjCzEZhjlSXQfdDxmG3J7sxqmOOoDp6FNG4Cvup1FUbf/Vz6AzXlRFLOl3L+JCtxVvWm+9xWzGoTBHySJmACJmACJmACJmACJmACJmACJmACrZ+Az3AGItC/f/8pejQLL7ww9tprrym6T+/MBFojgYhARKHWeH4+JxMwARMwARMwARMwARMAYAgmYAImYAImYAImYAImYAImYAImYAKtn4DP0ARMwARMwARMwATaDIEPPvgAAwcObHG+yy+/PPr27dsi7sD0IxBR3JcVEdPvIPzKJmACJvA1BCJiZrqP9GvOxt1Tk8D888+PwYMHY88992z4MkOGDMHWW2+Njz76qGG/gyZgAq2LQPkZPNmXlfQMn2zl5+f6yP7pkQ8w6LSXMXb0eAJpqj3Th62ui7THQZdugEVWmI8tl29CYMFVu2PHK7dGx4U6oKkygVTpNWHcqHF4sP9wvPnQW+kZS+X3Qn5+j2QlTqq+H/W+2pYJmIAJmIAJtEUC+TMyn3tqR24ByWXFf1rD2xQl4J2ZgAmYQCsiEIiIZuejzxOpWdANEzABEzABEzABEzABE2h7BKbbGbf7Nq88sWR+YvFv81qeawImYAImYAIm0FYINDW7YQOob7cVDm38PJt06w/f+zaOwadvAibQGgn4nEygJYH0qceKpdTZvFXqsGsCU5RA+fd42ZeVdIN1vXQDvDTgxjH42c1jmbvzcJi7aTxNah+9T0ecfHBndriYgAmYgAmYgAmYwMxJYI7vL47ug07ArEv10G8nmeMwP68kO01jx+OrXldh9F3PTvYfqClnmjmJ+Kgnn4BnmIAJmIAJmIAJmIAJmIAJmIAJmIAJtH4CPsMZicD555+PDTfccIodUs+ePdMfQ0eErRn4GpjENTDFvum8IxMwARMwARMwARMwAROYYQn4wEzABEzABEzABEzABEzABEzABEzABFo/AZ+hCZiACZiACZiACbQdAgMGDMA777zT4oT79euH9u3bt4g7MGMQiPC9jBFmEGEGEWYQMWMxmDF+Sn7To/C46U1g9tlnxw033IBDDz204aE8+OCD2GabbfCXv/ylYb+DJmACrYNA+dk72ZeV9MzDbOXreYfZ/vGRD3DT6a9g/NgJQACofCaCW7fFOuDgyzbEIsvPx5bL5BBYcJXu2PHKrdFpoQ5IWCu1zIQx4/FQ/+F488G3JvsZSzoGvZeylgmYgAmYgAm0dQLNPhObajTSChxs6/GGtai9b0/AezABEzCB1kNAnxXNPkdaz6n5TEzABEzABEzABEzABEzgWxKYftPb/a8vPankPkL/TfO/7tnzTMAETMAETMAE2jaB0D0eJQRR9SeVf1QH2ZkpCHzte5nyyai7FmaKU/NBmoAJmMCkCbjXBBoQCMVYscibqL7283OiM91hAo0JlK+p7MtKuuG9XroRXrrkxjG44tZxULJWSdsgq2v42P064eSDO8ObCZiACZiACZiACczsBGZfaTH0GHQ8Zlt6IRTJDrMdFQrjJmBUr6sx+s5nq3+gVs6dcj4lK4FbvWXIpTUT8LmZgAmYgAmYgAmYgAmYgAmYgAmYgAm0fgI+wxmOwCOPPIJZZ511ihxXz549p8h+vBMTMAETMAETMAETMAETMAETMIGZnIAP3wRMwARMwARMwARMwARMwARMwARMoPUT8BmagAmYgAmYgAmYQBsh8Nxzz2HgwIEtznazzTaD75lrgcUBEzABEzCB1kbA5zPDELjyyivRv3//hsejfGXbbbfFU0891bDfQRMwgZmbQH72js4i+7KSntuTrXw97zDbPz7yIQad+jLGjZmApibOTmqi34T5F+uAgy7dAAt/b152uPwvBHp8fwHseOXW6LBQh8SUFUDGYj1hzHg8dMKjePPBt6rPWMrvjd6f/J7JSnr9bOt9tS0TMAETMAETaGsEyp+L6dz1DMPkAMGvSoG3KUjAuzIBEzCBVkRAnxXSpE6pxWfNpAa7zwRMwARMwARMwARMwARaC4HpeB7tvu1rN0ri+d9e33a3nm8CJmACJmACJtBmCTS12TP3iZcJ6DqQyjH7JmACJjDzE/AZmEAjAukTjxVLi+5Gv3dpMcgBE/gfCJSvrezLSrqhul662Vr66e/G4Ipbx/IVecWy0KnepH3sfp1wUs9OKeTKBEzABEzABEzABFoDgdlWXAzdBx2P2ZZZKOU8+Y/TlAY1jZ+AUb2uwug7nkl/oKZcqZxD5bxKVhKPequY1ToJ+KxMwARMwARMwARMwARMwARMwARMwARaPwGf4YxH4KqrrsL888//rQ9s7733xkIL8XeC33pP3oEJmIAJmIAJmIAJmIAJmIAJmMDMTsDHbwImYAImYAImYAImYAImYAImYAIm0PoJ+AxNwARMwARMwARMoK0QGDhwIMaNG9fidPv169ci5oAJmIAJmIAJtDYCPp8Zi8D5558PqdFR/e1vf8N2222HYcOGNep2zARMYCYlkJ+5o8PPvqyk5/VkKz8/w0f2lYc/wKDTXsGE8ZwZAbAksVpg8Y445LINsfBy88LbtyPQ4/vdseNV26DTIp2ACmcZNtA0vgkP938Ubz7wZnrGUvk9kp/fO1kJ3LKli7KvtmUCJmACJmACbZqAHmBYAZBcViyViM2UIOB9mIAJmEBrIqA1QKVG5+R/azWi4pgJmIAJmIAJmIAJmEBbITA9z7Pd1HjxQEyN3XqfJmACJmACJmACbYKA8gipTZysT5IEGv9yWNeAxAEuJmACJtB6CPhMTKAhgfSJx4qlYb+DJjA1CeRcTFbSjdT10g3w0sU3jMFVg8fxN3+6WimWdGwROH7/TjipZ6fUdGUCJmACJmACJmACrYnAbCssiu6DTsBsyy0MMO+JCAQAGmBCE0b3ugqjb386/YGaciYp51M5v5KVwK3eMuTS+gj4jEzABEzABEzABEzABEzABEzABEzABFo/AZ/hDETgnXfeQa9evXDYYYfh/fff/9ZH1rNnz2+9D+/ABEzABEzABEzABEzABEzABEygVRDwSZiACZiACZiACZiACZiACZiACZiACbR+Aj5DEzABEzABEzABE2gTBO644w7ccMMNLc51v/32wxZbbNEi7oAJmIAJmIAJtDICPp0ZkED//v1x5ZVXNjyyTz75BNtttx1uuummhv0OmoAJzFwE8rN2dNTZl5X0jJ5s5efn9si+8tAHGHTaKxg/bgI0BmhKRabbd9vjkEs3wELLdtZurSlAoMfKC2DHq7ZGp0U6Js5NxC1H7MePnROjZKgAABAASURBVICHTngUb9z/JvTelN8r+RqTrXwdTrb1vtqWCZiACZiACbRZAnqAYeXkk8sqPc+wErP51gS8AxMwARNoVQQC/PIHRat6T30yJmACJmACJmACJmACU4TAdN1Ju6nx6uX/VJka+/c+TcAETMAETMAEWjOBJuirdobpbo9a017bIJDu8ml+JbSNE/dZmoAJtG4CPjsTaEwgZTusWBoPcNQEpiAB/d5O0i7LVr5unK6XbrKWLrp+NK4cMo65OlrcBH/C/h1x4oGdtEvLBEzABEzABEzABFolgdmWXwQLDDoesy27UMqF9Fsr5U/ZjjrkSoy+7anJ/gM17aNVAmvzJ2UAJmACJmACJmACJmACJmACJmACJmACrZ+Az3BGIaCHEu+666649tprp8ghrbXWWthoo42myL68ExMwARMwARMwARMwARMwARMwgZmdgI/fBEzABEzABEzABEzABEzABEzABEyg9RPwGZqACZiACZiACZhA2yAwcODAFic655xzol+/fi3iDpiACZiACZhA6yPgM5pRCRx66KG44YYbMOuss7Y4xNGjR2P33XfHNddc06LPARMwgZmHQPnZOtmXlfTMw2zl63mH2b784PsYdMYfMWF8E4KnG5FqyCywREccctmGWHCZzuxxmZIEuq+0AHa8aht0WrRjYq0qIhB8kSa+F4+cOBxv3PfGZD9jidPTM5tkLRMwARMwARNo0wSaamevZxjqIc9pOY5a2N63IuDJJmACJtC6COizQv9ubl1n5bMxARMwARMwARMwARMwgW9LYPrObzc1Xj5C/xUzNfbsfZqACZiACZiACbR+AgF91c4zaq69tkMg5ZPBa6HtnLLP1ARMoA0Q8CmawEQIhOKsWORZJjDVCJT/sz77spJueK+XboSXLrx+NK4eOiHlZrpOI1INBfof2An9D+iEmXU744wzsPrqq38jrbvuuth2223Rv39/PPDAAxg5cuTMeto+7hmEwJ///Gdssskm6frbfvvt8c9//nMGOTIfxtQmMHz4cOhnin7+6OdQo9fTGPVPKela0zWXX0uvm/ctP8e/qdXPQP0R5bfZxzd9rfpxZTY6Bh1L/Ri3TWBqEJjte4tggZv6Y/blF2UaVORDqtNrMT8a3ftqjB761GT/gZpysbQPV62HgM/EBEzABEzABEzABEzABEzABEzABEyg9RPwGU53Avp/zLPPPhu77rornn766Sl2PD179pxi+/KOTMAETMAETMAETMAETMAETMAEZnICPnwTMAETMAETMAETMAETMAETMAETMIHWT8BnaAImYAImYAImYAJtgMDVV1+Nhx9+uMWZ9u3bFyuvvHKLuAMmYAImYAIm0OoI+IRmaAJ77rknhg4dii5dujQ8zt69e+PCCy9s2OegCZjAjE2g/Eyd7MtKeuZhtvL1d0LZvvzgBxh0+h8xftyEdIJNrDUWTU1YYPEOOOTS9bHQMp0ZdZkaBBZYsRt2uGobdFqkE8Rc7PUe6LUmjBuPR/o/ijfuewPl90zvnaSx2crXnGzrfbUtEzABEzABE2hzBKoPLkTxLEO2g4K3KUPAezEBEzCBVkYg0qdFtLKz8umYgAmYgAmYgAmYgAmYwLckMJ2nt5sar9+E/F8xU2Pv3qcJmIAJmIAJmEDrJqA8QmrdZ+mz+zoCugakrxvnfhMwAROYeQj4SE1gYgTSJx4rlokNcdwEvjWBRjc/KybpRul66aZq6YLfjsbVQ8fzt33FFaq6+N1fE048oBNO2L/jtz62mWUHo0ePxgcffIAHHngA/fv3x+abb47f/OY3UHxmOQcfpwmYwPQn8OGHH+Lyyy/3z47p/1ZM9hF8/PHHOOuss/D6669P9tzWNkF5w7Bhw3DJJZe0tlP72vOZbbmF0W3Q8Zht+UXSWOVGyalUo3tfhdFD/jDZf6CmnKyyC5tWQMCnYAImYAImYAImYAImYAImYAImYAIm0PoJ+AynL4EXXngBu+66K0477bSJ/r596aWXxksvvTRZBzrffPPhoIMOmqw5HmwCJmACJmACJmACJmACJmACJtB6CfjMTMAETMAETMAETMAETMAETMAETMAEWj8Bn6EJmIAJmIAJmIAJtHYC//nPfzBw4MAWp7nEEkugb9++LeIOmIAJmIAJmEBrJOBzmvEJbLXVVhgyZAiUozQ62hNOOAEnn3xyoy7HTMAEZlAC5WfpZF9W0rOLspWv5x1m+9KD72PQGX/ChAlIyxyCm5Y6jAj0WKoTDrl0Qyy4dGdGXaYmge4rLoAdrt4GnRfrjIhAVF8s0MT35tETh+ONYW9M9jOWtBu997KWCZiACZiACbRJAqUHFyaXVRPVJllMhZP2Lk3ABEyg9RFoqq4L0PrOzWdkAiZgAiZgAiZgAiZgAv8bgek9q93UOIAo/VfM1Ni/92kCJmACJmACJtCaCQQQFLy1bQK6BqS2TcFnbwIm0KoI+GRMYKIE9Imn9Ee2Nqh5qxa3ZwLfjkC+6VlW0g3v9dKN8NJPfjMa19w+gS8YTNGDFlAdrE/u2Qkn7N8RbXkbOXIkLrvsMhx//PH44osv2jIKn7sJmMA3JDBu3Dj86le/wptvvvkNZ3jYjEBg9OjRuPzyy7HLLrvgkUcegT43Z4Tjml7H8Kc//Qn7779/+sPYzz//fHodxnR93dmWXRgL3NQfs6+4GLOi4LFINCpM7Mccdg1GD35ysv9ATbmZdmHN9AR8AiZgAiZgAiZgAiZgAiZgAiZgAiZgAq2fgM9wOhL45S9/iV133TU93G9ih3HooYfi9ddfx8orr4wdd9xxYsNaxHv27ImIaBF3wARMwARMwARMwARMwARMwARMoE0S8EmbgAmYgAmYgAmYgAmYgAmYgAmYgAm0fgI+QxMwARMwARMwARNo9QQGDBiQ7qerP9G+ffti/vnnrw+7bQImYAImYAKtkYDPaSYhsP7666e/E1h11VUbHvF5552HI444omGfgyZgAjMWgfIzdLIvK+nZTdnK1/MOs1568AMMOv1PmDBezz5s4klJgOruS3bEIQPXx4JLd2LcZVoQWGCFbtjhqm3RebFO6T0oXlPvRhMmjJuAR/o/ijeGvZGesZTfQ72nUn6PZSXNzbbeV9syARMwARMwgTZDoPQnzMll5T9rnmLvvndkAiZgAq2QQPj5F63wXfUpmYAJmIAJmIAJmIAJfCsC031yu6lxBOX/RJka+/c+TcAETMAETMAEWjOBJjTPJXRjR2s+X59bQwJNet95LTTsdNAETMAEZkYCPmYTmDiB9KnHiqU0qHmr1GHXBCaLgHJrSZPKVr5ukK5XvoH6/N+MwTW3TyjuegfzMuZnuiqlk3t2xHH7dtQuW5W23nprPPfccxPV8OHDcdNNN0ELf7Rv37567k888QROPPFEjBw5shqzYwImYAKNCDz00EO48847G3W1iG2wwQYT/Xmkn1X6mbTGGmtU533dzzC99nLLLVcdb+ebExgxYgQeeOAB/5yvIHvhhRfw2muvVVpt18y6zELoNugEzLbiooTADCnlShVLf/RhV2P0rU+kP1BTvqUcS1bKeZisxB1Ufx+a24pZMysBH7cJmIAJmIAJmIAJmIAJmIAJmIAJmEDrJ+AznB4EPv74Y/Tp0yf9X90bb7zR8BDatWuHW265BVdeeWW1f/DgwejRo0e1PSlH/w84qX73mYAJmIAJmIAJmIAJmIAJmIAJtCUCPlcTMAETMAETMAETMAETMAETMAETMIHWT8BnaAImYAImYAImYAKtm8Crr76KgQMHtjhJLa7rxXNbYHHABEzABEyg1RLwic1MBFZaaSXobwA23njjhod9xRVXYJ999mnY56AJmMCMQaD87Jzsy0rl5+7I1/N4JPkvPfABbjz9j8UzeELnokoCFly6E3pfugF6LNVJHdY0JNBthfmx/VXbYr7F502vGghaioVvFh7p/wje+P0b0Huo91KSL5Xfc/mcyClNMkk5lhquTMAETMAETKCtEKh9FOpJz+mZz02lWFvBMHXO03s1ARMwgdZHoEmfFv6gaH1vrM/IBEzABEzABEzABEzgWxCY/lPbTY1DiND/vEyNPXufJmACJmACJmACrZ9ApFs5aucZNdde2yGQ8smouxbazun7TE3ABFohAZ+SCUyCQKiPFYs8ywSmGIHyjc3Zl5V0Y3S9dNO0dN5vxuDaOyagkpLxeALFF3DqQZ1w3L4dGWt7Za655sISSyyBQw89FIMGDcJqq61WhfD0009j6NCh1bYdEzABE6gn8O677+Kyyy7D2LFj67vcNgETmEkJzLr0guh2U3/MvtJ3ASZOypcQyaUJjDniWoy+5XEov1Lela38nI/JSuBWbxlymRkJ+JhNwARMwARMwARMwARMwARMwARMwARaPwGf4TQnMGzYMOy666742c9+NtHX3nTTTfHpp59i5513bjHm/fffbxGrD+ywww5Yeuml68Num4AJmIAJmIAJmIAJmIAJmIAJtFUCPm8TMAETMAETMAETMAETMAETMAETMIHWT8BnaAImYAImYAImYAKtnMCAAQMwYsSIFmfZt2/fFjEHTMAETMAETKDVEvCJzXQEFltsMQwePBjbb799w2O//vrrse222zbMcxpOcNAETGCaEcjPztELZl9WKj9vR375OTwvPfABbjjtFTRNaEJa17Ap7UHLHGLBpTuh18D10X3JtvnsQ5GY3uq2/PzY/qpt0Xnxzuk9AetU+D7pPXvkhIfx93v/Br2vUvm9Lb/38nUu2db7alsmYAImYAIm0OoJRO0MA4FKgbcpQMC7MAETMIFWSCD4QSG1wlPzKZmACZiACZiACZiACZjA/0ZgBpjVbmocA/+LbGrs1vs0ARMwARMwARNoEwSa2sRZ+iS/joCuA+nrxrnfBEzABGYOAj5KE5gUgfSJx4plUsPcZwKTRaDRzc2KSbo5ul66WVo697oxuPb28Xwt/oZPF6UE+tSpB3fEsft0YJ9Lt27dcMYZZ2DxxRdPMMTzxhtvxLvvvpvarkzABEygTGD06NEYOHAgPvroI8w999xYa621yt32TcAEZmICsy61IOa/qT9mW/m7xVkwd2Jh5sS6qQljjrgWo29+HMqzlC9kKz/nZbKSdlBvFbNmLgI+WhMwARMwARMwARMwARMwARMwARMwgdZPwGc4bQlceOGF2HXXXTF8+PCJvvC5556LBx54APPOO+9Ex5xwwgkT7VPHQQcdJGOZgAmYgAmYgAmYgAmYgAmYgAmYQCLgygRMwARMwARMwARMwARMwARMwARMoPUT8BmagAmYgAmYgAmYQGsmcP/99+MXv/hFi1PcbbfdsOOOO7aIO2ACJmACJmACrZWAz2vmJNC5c2fceuut2G+//RqewJ133omtt97az/tqSMdBE5g+BPIzc/Tq2ZeVys/Zka/n70jjxo3Di/d/gN+d/kdEBFiBNS24BRZepjN6X7oBui/RkW2X6UnoPDVQAAAQAElEQVRg/u91xQ5XbYv5lpiPh8F3SSUpVXi0/6N4496/Q++p3ltJ77VUvgbkcwfItt5X2zIBEzABEzCBVk2g6f/ZOxMAG6v/jT/vWMY+yE6ylQglu/CjxV9lS5GS0qpSUqkkCZX2SNoTqRQJIUnKkmSpSPY9ZE92MWr+73PGud65c++s95o7M8/M/Z7zPfs5n/e85z33fd97zunWGdU13M9pT2kiIAIiIAIi4CEQZ1a21ZXCg0SqCIiACIiACIiACGQSAqpmViYQFY7GOfGPyMKRtfIUAREQAREQARHI8gQct4UU19InGxNgH6BkYwRqughkBAGVKQIikCEEzBXPNdxPhpSvQrMegUAvNdOPwheh/YUvSVOe/TAW70/5D47D3ui4tsvGcQUOBtxVGL1v0gvwpGGldOnSePjhhxEdHW28du7ciVmzZhldhgiIgAh4CfAHhT/88IPx6ty5M+rXr290GSIgAlmDQK4qZVBy7OPIfVElwJ1HOXD/XRuuuBpie76H42N/AOdbnIdZm7qdn9GmwP3zt12v0H+UowiIgAiIgAiIgAiIgAiIgAiIgAiIQNYnoBaKQCYnsGLFCtx444147LHHcPDgwYCtKV++PBYsWIC+ffsGDPd6Pv/88/jf//7n9fLpNWvWxFVXXeVzSxEBERABERABERABERABERCBTENAFRUBERABERABERABERABERABERABEcj6BNRCERABERABERABERABEUgDgSFDhgRM1atXr4D+8hQBERABEchgAipeBEQgEYEcOXJg1KhR6NmzZ6IwesydOxdt2rTB8uXL6ZSIgAhkIAG7Vg6rYHXaFO/6OtS57o6VJd9ux5infge3MmRcxHFrQzcX1+Ps8wuj+2tNUapSIddDn0ggUKJ6CbR7qy2KVi4KHjT3MLmHzDXd48b6zekzGxu+Xm/WWLLHmMecwuNrbeqMb21/nW6JCIiACIiACGRZAs7plhnVNRxXTvtKEwEREAEREIHTBBy4/7pQnAYiTQREQAREQAREQAQyCwHVM0sTiApH67wPTcKRv/IUAREQAREQARHIygT4sk2cp4Fe3eMtNWsTMC/vsC9k7WaqdSIQaQRUHxEQgYwhYGY7ruF+MqYCKjXLErD36GhT+OKzv9gXpJ8ZFYv3pvzL96l9L1OfmpJhwF0xeKiLXoAP1FEuuugi1KlTxxf0008/4ejRoz63v8LjsGrVKjz33HNo27Yt6tevj7p16+KSSy5Bly5d8Mknn+DAgQP+yZJ0//HHHyHJj/WeNm0abrvtNjRr1szUi3W77LLLzI+gvvvuOxw/fjzJuqQkcMCAASbvSy+9FGTx119/4dlnn/WVyc1Vhg4dir179ybK7siRI/jyyy8T1bFly5Z44okn8Ntvv4F93D8hN4Xp1q2bKbdp06ZYunSpfxSfe//+/bjhhhtMXLa/R48eOHbsmC/cq5w4cQIPPvigictjOWPGDG9wmnTWf968ebjrrrt8TBo0aIDrrrsOo0ePBhmkJGMez5kzZ5pjR6asH9tD4THlcebxZjz//LZv3276J+M2atQI8+fP948S0P3uu+8aFkzXr18/8yMM/4i2ffxhHevBuBTq9OMP606ePOmfLN3uXbt2GX5du3YFy2KZFHIhn6T6T3oLX7NmDT788EPTNzlesA6O46Q32yybnuPM9OnTzXnOsZHHiWPSQw89ZH5wyXE0NY1Pz7Fnf2T5rVq1wrZt20yxHE94DOlPYRwT4Gekp1xvVmzvxo0bE43zdlx4/fXXsXXrVm+SJHUvX3JlGyjJjaMcK+655x5zjg8bNsxXxtSpU40f82A44/kCs5mSq3JplPisD3LXrmTmUjx2ruLOrdxZvjupiu35Lo5/NteMjRwLOQejTWFca1MnOn+bfqEU5SUCIiACIiACIiACIiACIiACIiACIpD1CaiFIpCZCfCZWadOnfDpp58GbQaf/fA5Ge+XBo3kFzB79mxER0f7+QK33357Ij95iIAIiIAIiIAIiIAIiIAIiEBmIKA6ioAIiIAIiIAIiIAIiIAIiIAIiIAIZH0CaqEIiIAIiIAIiIAIiIAIpJYAf9v+9ddfJ0rGtREaNmyYyF8eIiACIiACGU9ANRABEQhO4LXXXsOTTz4ZMALXm2rTpg24XlPACPIUAREIOwG7Rg4Lsjptil1PhzaF6+1Y+XXGdnw6cAXgmA8cxzklQPlqRXH3a81QqqLWPkSE/ZWoVhzt326Ls849C45bN8dx4DgUOoC5j8/BhmnrzRpL9ljz2FO8fYK6mwLW9tfploiACIiACIhAViSAuNOtiqPDdce5ctpXmgiIgAiIgAicJsBrhfd70+kQaSIgAiIgAiIgAiIgApFMQHXL2gSiwtE8x3HCka3yFAEREAEREAERyBYEHPD/dFOd06q07EPAzCcdty9knyarpSIQAQRUBREQgQwi4LBc13A/1CQikC4C9oG816bOF5/9xb4Y/fSoWLw/9T9TLvuh47imK+4HA7vH4KEuegHewAlgcIOQ5s2b+0I2bdqEXbt2+dxehf733Xcfunbtii+++ALbt28HjwnjHD9+HGvWrMGQIUPAHxSNHTvWF8bwQHL06FEMGjQIHTt2THd+ixcvxrXXXov+/ftj2bJlYN62zAMHDmD+/Pl47LHHwI1Wfv31VxuUbpsM7rnnHkycONFX5u7du42bYbYAcpo8eTKuvPJKPP3004nquG/fPnzzzTdmc5bu3bsbtjYt7UKFCqF+/fpUcezYMZPeOAIYLHfnzp2+kM2bN4P5+zw8yp49e7B27VrjU7x4cVxwwQVIzx/LZv179eoFcrbHgecq6zFs2DBcd9114PEKVg7P9xkzZqBdu3bo06ePOXZkSoY2DY8pjzOPN4+7f36lS5dGkyZNTPTY2FjMnDkzwY8kTICfcfjwYSxYsMD4RkVFoVmzZsiRI4dxW4Pnxw033AC2j32K9bBh1On30EMPoXPnzli5cqUNSpdNhi+//DLatm0L8lu1ahVYls2UXMjH9p/7778ff/31lw1Ot00uLJd9iP2Q+RcoUCDd+WbVDNjvu3Tpgn79+pnzlGMj28rjOHfuXNx2221mDOB5TP+khGky4tiHslzmxTGP54T/dcOOCx9++KEZv1988UXfOBqMC8/19u3b+/gyfxuXfdSeBxyHOB7ZMNkpJ5CrcmmUHPs4outUce9pxc+nTGpXhetz8oH3cfzTOeYHahx/eBxpUzh+W5s63D9/2/UK1Uf5iIAIiIAIiIAIiIAIiIAIiIAIiIAIZH0CaqEIZEoC+/fvx6OPPoqbbropyWcFo0ePxsiRI9PUxn/++SdBurx585pnTAk85RABERABERABERABERABERCBzEFAtRQBERABERABERABERABERABERABEcj6BNRCERABERABERABERABEUgVAb4jx3Ur/BOVKVMG/J2/v7/cIiACIiACEUFAlRABEUiGANfZ4joygaJt3rzZrC00derUQMHyEwERCCMBuzYOi7A6bYpdR4c2hevsWPl1xnZ8OnC5mywOZt9bWnFxZp2zs6sVRffXmqBkhYJuuD6RSKD4+cXR/u12KFqlqDlmPN7u4TPHksbcvrOx/qt1Zo0le8zZByiMa23qbJ+1/XW6JSIgAiIgAiKQxQgAZk1CmD+HDgfg2s/QnwiIgAiIgAgEIOAg/j9AkLxEQAREQAREQAREQAQil4BqlsUJRIWjfe5jsnBkqzxFQAREQAREQASyBYE4t5UU19InGxNgH6BkYwRqugiccQIqUAREIKMImCuea7ifjKqCys3kBPjishU2hbq1+ZJzILEvRA8aGYv3p/7rRo/vgTTj08dhUPcYPHhjITdMn6QInH/++ShYMP6HAvv27cOOHTsSRV+zZg3uuusuLFy40BdWtGhRtGzZEh06dECtWrUQHR1two4ePYpXXnkFL774Ik6ePGn8/I2DBw+id+/emDx5Mnh8Ge7Nr0GDBsiXLx+9YfN7//33A+bHuj3xxBPYs2ePic90TM96tWvXDueddx5y5Mhhwv7880/06dMHTGM80mEcO3YMgwcPxsaNG01dW7RogdatW4M/HL/kkktQvXp1kzsZvP7663jmmWdMW+jJ+tSoUcOwI8MSJUrQ28iSJUvMJi0rV640bmvUrVsXuXLlMk7GOXHihNH9jdWrV+PQoUM+bx5Tttvn4VE2bNjg40ZOxYsX94SmTiV//mCedYuKisLZZ59teFgmNjfG69+/v+Fm/azNc/ejjz5Cv3798Pfffxtv9iv2Lx5PCo8tj7EJdA3mN3DgQGzdutV1xX8cx0GTJk0S8GK8+NDA5vr167Fu3ToTWLFiRZC3cZwyli1bhu7du4PM6MU2VqpUCexjFPLjcWUYf1RHFosWLaIzzXL48GE88sgj+Oyzz8wPQZhRTEwM2NfIwr9chvMc5fnHfkd3eoTHY8KECVi8eDHY3m7duuGCCy5IT5ZZOu2KFSvM+MLjz4ayP3jPc45xHO847gVadIJprITq2JcsWdKMM1dddRXy589vsuc4cumllxp/9iPGMQGuEapy3axMnx02bJhvnGcfsuMCy2U/Zn9mXHIZN24cGJ/Xd/p5hX1xxowZZlEOey57+XKcYd4sg+k4Dt13333YtGkTnUZy5syJxo0bm3Z7+3H58uWNH+vEcMYzCbKxkbNiKZT47HHkrlOFv0eLJxF32jrZ632c+HSOOcY8djxmtCk8VtamzlT+Nv3SL8pBBERABERABERABERABERABERABEQg6xNQC0Ug8xGYPXs2OnXqhJdeeilo5fkMic9tunbtGjROSgLuuOMOX7Tbb78dBQoU8LmliIAIiIAIiIAIiIAIiIAIiEDmIaCaioAIiIAIiIAIiIAIiIAIiIAIiIAIZH0CaqEIiIAIiIAIiIAIiIAIpI4Af4f922+/JUr04IMPgr8LThQgDxEQAREQgQggoCqIgAikhMDDDz+M9957L2BUrrXEtYQ+/vjjgOHyFAERCD0BuyYOc7Y6bYpdP4c2hevrWPllxnZ8OmgF4DgAXOHHiIPy1YvinqFNUPKc+DX9oL+IJVCsajG0e7sdip1XDHCPpXsIXRvunwP+z3tiDjZMW2fWWLLHnn2B4u0j1N1EsLa/TrdEBERABERABLIOAbclp9YkdDUY1TXiXKFbIgIiIAIiIAKJCXAXUF0oEnORjwiIgAiIgAiIgAhEMgHVLasTiApHA/lwJRz5Kk8REAEREAEREIHsQMABHFegv+xNgH2Akr0pqPUicEYJqDAREIEMI8ArHqc/tE9XIqHrtL80EUhIwPvCMkOsm7YVvuzsFfsi9MCRsRgx7T83GfsbBaDpOA6eubswet1QCPpLnkCxYsVQsGD8jwXIefPmzQkS7du3DwMHDgQ3I2FAoUKFzMYl06dPx+DBg9G3b1988MEHmDFjBlq3bo2oqCgwnwkTJmDs2LFMkkBOnjyJrgHUyAAAEABJREFUoUOHYtGiRca/SJEiePnll+HN74033sC3336L+++/H9HR0Sa/kSNH4vvvvzdprMG+8NFHH4F1pN9VV12Fr7/+GkzPej355JMYM2YM+MMm+2NuxmUapmWatEpsbCwOHDiAOnXqYOLEiYbJgAEDMGnSJPTv3x85c+Y0WX/55Zf45JNPTBvocdlll5k6jho1yrAjw6+++srUuXjx4oyCPXv2GOa7d+82bhpVqlTx/SB97dq1Jg79vcI2Wa7Wn/Vcvny5dSawGZfHip5NmzZF7ty5qaZJjh8/joMHD6Jy5cogXx5/8qCQAdvJY8nM2T6GU/fKpk2b8Omnn/pY8Udp7AfsXzyeFB7b2bNng8fW5rdz507MmjXLmxVq1KiBqlWrGj/23aVLlxo9mDFz5kwcO3bMBPOYsl8ah2ts374dAwYM8PWz2rVrY/z48Rg3bpypB+vCfjZ58mQ0b97cTQET9/nnnwfTGo80GN988w0WL15sUrKtzz77rDkvuHEQWdhyeV6w75uIrrFgwQKsW7fO1dL3WbFiBdhP2Ufq1auHDh06wHE4yqYv36yYmuMKjw9tto/nAccd8uOxYv+fMmWKb0zbu3cvowWVUB17ngMsv2fPnrB9Om/evLj11lvN+MMwxrEVCVW5zI/9h+Mx9aJFi+K1114Dz3ueSyyX/XjatGm48847zXWD8Rif6ah7hX48nzjO8BrTsmXLBOMo8+Q4/Nlnn6F69eom6ZYtW8A0hw8fNm6Ob9xQi2VzHDaerlGrVi0fC4Yznuud7T85K5ZEibGPI7reuXDcf5w69x1DxsHJXiNwYswc8wM1jhG8/tCmcP5mbepM4m/TL12ixCIgAiIgAiIgAiIgAiIgAiIgAiIgAlmfgFooApmMAO+BdurUydzHD1Z13tefN28eypQpEyxKiv256B+fhTDB7bffTksiAiIgAiIgAiIgAiIgAiIgApmPgGosAiIgAiIgAiIgAiIgAiIgAiIgAiKQ9QmohSIgAiIgAiIgAiIgAiKQCgIbNmzAkCFDEqWoW7cuHnjggUT+8hABERABEYgQAqqGCIhAignccccdZs2ifPnyJUrDtTq49snw4cMThclDBEQgtATsWjjM1eq0KTwXrU2d6+pY+eWb7fh00AomcyUuXlzL/aB89SK4Z2gTlDgnfj0/N1CfCCdQvGpxtHu7HYqdd5ZvA2MYjUcU+KHvHKyfutassWT7APsExfYR2hQ21dr+Ot0SERABERABEcgSBNiI+MUIqcGornFqmULjJ0MEREAEREAEEhJw4DhOQi+5REAEREAEREAEREAEIpuAapflCUSFo4XehyThyF95ioAIiIAIiIAIZGUCcUg4l4h/aSMrt1htC0Agjsfd7QsBguQlAiIQHgLKVQREIOMImKuea7gfTyUSujwBUkUgKAE7j6bNl5sDiX0B+qkPTmDEV//FvycNzrvcPhf/wTN3x+CBznoBPihov4CoqChQrPfJkyetauypU6di7dq1Ri9atChef/11tGjRIkEaBubPnx/9+vVD+/bt6QSP39ixY7F9+3bjtsaiRYvw9ddfGyfzGzp0KJo3b54ov+joaNx8883o3r27CYuNjcWoUaOwb98+k5bGgQMHsHLlSqooWbKkict6GA+Pce6556J3797IlSuX8V2xYgX++usvo6fHYFl33303zjrrLF82ZJknTx7j3rVrFz777DPDgh4dOnTAs88+C7abbiuO46BBgwZ4+eWXfWH8cfqkSZNsFBQpUgQXXHCBce/ZswcMNw6PcejQIfzxxx/Gh2XkzZvX6Dx+PHeM45Sxf/9+/PLLL8bFuBdeeKHR02OUL1/e/KC+atWqCV6ucRwHV1xxBW666SZf9qzT0aNHfW4qM2fOBNtGvWbNmujZsycC/ViNjNu2bYt27doxqpH169cn+C5eqFAhNG7c2ISxL86dO9f8iMJ4+BnsU4sXLza+ZNayZUtf/Tkeffzxx9iyZYsJ53HiogFsq/HwGOyDAwYMMMeS3kzD48886E6NHD58GF999ZWv75Ad68W2++fDftirVy9UrlzZBB08eBA7duwweloNnluvvPIKmBf7x7333osCBQqkNbssn459l32aDWXfYB/huEO3Ff8xzfr72xl17ENd7vLly3HkyBHTPF4XGjVq5DuvjKdrkEm3bt3QsGFD1wUTf+nSpUa3xvHjx/Huu++avkg/5jVo0CDfWEk/K5UqVcILL7wA2vRbsmQJvvnmG6qSNBDIWaEkin/2OHLXO9edb7mTrFPzLY5pca4e2+s9HP94lhlbOc7yOkObwjjWps7i/W36pVWUTgREQAREQAREQAREQAREQAREQAREIOsTUAtFILMQ4POJW2+9FbxPb59x+Ne9ePHimDVrFnhv0z8sPe7ff/8d//d//4eLLrooPdkorQiIgAiIgAiIgAiIgAiIgAhkGAEVLAIiIAIiIAIiIAIiIAIiIAIiIAIikPUJqIUiIAIiIAIiIAIiIAIikBoCXHsi0Lt4Dz74oG+tiNTkp7giIAIiIAJnhoBKEQERSB2Bjh07YsKECShdunTAhPfff79ZoypgoDxFQATSTcCugcOMrE6bYtfLoU3hejpWfp7+Jz57ZiW4bWG8xJv0qHBBUdwztAlKnKO1D8k1M0mx84qh3dvtUPz84uCxNIbDY2s0/NhvLtZPXWvWWLJ9gX2D4u0z1OH+WdtVE6yJR7dEBERABERABDI7AVN/LkloFIDrEbqGe8075SFLBERABERABPwI8Frh/Z7kFyynCIiACIiACIiACIhABBJQlbI+gahwNNFx4h+uhCNv5SkCIiACIiACIpDVCTjx72v4mun4NCnZiICZTzp+fSEbtV9NFYEzT0AlioAIZCABh2W7hvuhJhGBNBGwD+Jpe19qpm7Fvvjcf0QsRn2N+LmW6XiOqzvGY/A9MXigs16AR4j+Dh8+jNmzZ/tyu+aaa1C9enWf21/JmTMnbr/9dlSsWNEEbd++HQsWLDA6DR7DadOmITY2lk4kl5/jOGjfvr2vTG6isnz5cpOWhu0b1JnnP//8QzWgsN7nnnsuypQpgwsuuAAnT54MGC81nmxn5cqVgyb57bff8Mcff5jwUqVKoWvXriAj4xHAYL1uuukmXwg3g9m/f79xO46Dhg0bIioqCmw3jwvPFxN4yti8eTO2bdtmXORWpEgRo69duxYHDhwwujW8cdmGYD8Is/FTYrNM8g0U13EcNGrUCHnz5jXBu3fvxtGjR41Og8cvd+7cqFSpEmJiYtCmTRtjMyyQOI6DmjVr+oL4Q/5jx4753FQuu+wyFC1alCqWLFmCnTt3Gt3fWL16NbZs2WK82UeqVKlidBo7duzAvHnzqCJ//vy44447UKBAAeMOZDDszjvv9LXzhx9+AOsWKG5SfkeOHEG5cuVMfyXTVq1awXHccS5IIjJjf7TBth9Yd2ps9qsRI0aAGwexv91yyy3mnElNHtkpLvsxz1Xb5s6dO5vjZt1e23EctGvXLkmeGXXsQ12ud4zltYT9ysvC6tHR0WjevLk5V6tVq5bo/FqzZg04ljJ+SsZRjmW33noro5uxcubMmQnGGhMgI8UEcp5TAsXH9kV0g6puGgfm33FV9+M4Dv59+AMc/+h78wM1Xpt4naftFR57ipsE/jb90iBKIgIiIAIiIAIiIAIiIAIiIAIiIAIikPUJqIUikCkIjB8/Hp06dcKoUaOC1pf3jPlMhPdBg0ZKR8D06dPTkVpJRUAEREAEREAEREAEREAERCBDCahwERABERABERABERABERABERABERCBrE9ALRQBERABERABERABERCBFBPg7/KHDx+eKH7btm1x4403JvKXhwiIgAiIQMQQUEVEQATSQOD//u//MGHCBJx//vkBU/fr1w+PPvpowDB5ioAIpJ2AXfuGOVidNoXr5VibOtfRsfLz9O347JmVZu0c7nlrJM6YqHBBUdwztAlKlNfah+SaGeWsc4uh7VvtULxqcbf6cYmO84/95mDd5DVmjSXbJ9hHKLbP0Ka4GZj0tCnWj7pEBERABERABDI5gfjqn1qHkA4HDk59oD8REAEREAERCETAcS8UlEBh8hMBERABERABERABEYhIAqpUNiAQFY42uo9XwpGt8hQBERABERABEcgWBPgCTrZoqBqZJAH2A0qSkRQoAiIQMgLKSAREICMJmCuea7ifjKyGys6EBOxLyV6bOoUvNXvFvvDcf0QsRn39n3m52fQ5nxGH5+6NQc/r9QJ8KLvC9u3bsWXLFpNloUKFwM1JHMcx7mBGyZIl0aBBA1/wokWLzEvr9Pjrr7+wYsUKqsibNy8aNWoEx0k6P5Zbo0YNk4Z9gvkZh2vkyZMHRYsWdTVg3759GDhwINasWQPGM54eo3Dhwhg9ejQmT56MZ555BmXKlPGEpk0tX748ChYM3udYV1uX+vXro1y5cskW1LRpUxQrVszE27ZtGzZv3mx0GhdccAGKFy9OFatWrcKBAweMbo1ly5bh2LFjpk4s7+yzzzZBe/bs8R1H4+EaNq6ronbt2siXLx/VNAuPZ61atZJMzzKio6MDxsmVKxe6deuGcePG4bvvvkOHDh0CxvN65s+f3+tMpJO3/ZHbrl27wDb7R+J4M3PmTMTGxpqg5s2bo0CBAkansX79euzcuZMqKlasiMqVKxs9KaNChQq+Y8203mOYVDpvGM+jQYMGmf7KPsuyveH+eo4cOcDzwd8/LW4ujvDFF1+YpDyXr7nmGqPLCEyAfWvTpk0mkONVzZo1jR7MiImJAc/zYOEZdexDXW6pUqUQFRX/CO/LL7/Ehx9+iMOHDwdsNs/3GTNm4KOPPkp07i9duhRHjhwx6XgtSMnYzfPejqM8NjxGJgMZaSKQs3xxFPvsceRuUBVx7r/NhOOnOyHDvw9/gOOjvzPXel7zOGejzXCKV2da+nlt6qkTxRYBERABERABERABERABERABERABEcj6BNRCEYhsAnwW8+STT6Jjx45YsmRJ0Mq+++67+PTTT4OGK0AEREAEREAEREAEREAEREAEsjcBtV4EREAEREAEREAEREAEREAEREAERCDrE1ALRUAEREAEREAEREAERCDlBIYOHRowcq9evQL6y1MEREAERCBSCKgeIiACaSXQsGFDcI0fru8TKI+XXnoJ3bt3DxQkPxEQgTQQsGveMKnVaVPs+ji0KVw/x8rir//EZ8+udJM5iP93VX4cBxVrnoV7X2uC4mefXrOMQZLMR+Csc89Cm7fbofj5JXzH2XGb4TjGxPz+c7F+ylqzxpLtG+wrFG8fou4mg7X9dbolIiACIiACIpA5CZyqtVkDOl43qmu4n3gPmSIgAiIgAiLgR4Br2FL8vOUUAREQAREQAREQARGIWAKqWHYgEL97SIhb6riPV0KcpbITAREQAREQARHINgQct6UU19InGxNgH6BkYwRqugicSQIqS3oEQ7wAABAASURBVAREIEMJmCuea7ifDK2HCs88BPhSMoU19trU+SKzv9gXnZ8ccRKjpscBjuN+KAAcuH8Onu8Rg/s7FXR1fUJJYOfOndi/f7/JsmTJkihdurTRkzMuvvhiXxTmceTIEePeu3evL7+TJ09izJgxGDx4cLLy+++/m/Q0/vzzT5w4cYIqChQogKuvvhpRUfG3iVeuXIkuXbqgefPm6NOnD2bOnOkrzyQIsVGhQgU4jumEiXI+evQoWFcbUKNGjaBxbRza5Fy+fHmq4AYyO3bsMDqNUqVKoWbNmlSxbds2bN682eg0eJ6w/dQZr0qVKqhYsSKdJp+NGzcancbx48fx888/U0XevHlRv359o6fHKFSoEIoXL55kFkWLFjXHLMlISQTyuG/ZsgVTp041x7dfv35JxAaio6Nx5ZVX+uLMmDHD13esJ/laFqzfJZdcYoOMvX79enBMomPXrl3gwgHJ9dlhw4b5+l1sbKw5Vkwfajl06BBWrFiB0aNHo1u3bvj666/TXQR5DB8+HOwjPJ4PPvgg8uXLl+58s3IGZLZv3z7TxMKFC4PnsHEkYZx//vm+cSuJaEGDwnHsgxbmCUhNuXXr1gXHISZnf2K/uvTSS9GpUye8+eab4JjE6wDDgwnnBTwHbfjatWvxwgsvJHvNGDlypBn3mO7AgQPYs2cPVUk6COQ8uziKj+2L6EbV3FwcmH9e/07Jf4+MxIkPZ5ofqHHM5DWJNoXH0drU3Qx8P1CzbvqlWBRRBERABERABERABERABERABERABEQg6xNQC0UgggksWLDA3Od85plngtaSz8l4b/POO+8MGkcBIiACIiACIiACIiACIiACIpDtCQiACIiACIiACIiACIiACIiACIiACIhA1iegFoqACIiACIiACIiACIhACgmMHTsWEyZMSBT77rvvRosWLRL5y0MEREAERCCCCKgqIiAC6SJQvXp1fPHFF2jZsmXAfN5991107tzZt/5RwEjyFAERSJaAd40bq9Om2HVxaFO4bo6VRdP+xGfPrgLiWAS3LKRQByrVLIp7hjZBsXIF4j1kZnoCZ1U5C+3ebY9i1eLX0uNhjz/iruZ+5vebg3WT15g1lmwfYZ+hePsSdcKwtr9Ot0QEREAEsgsBrqe6bt06ZEbJLscoxe20ER2rAEZ1DS5HCP2JgAiIgAiIQAACjnu1cBwnQIi8REAEREAEREAEREAEIpKAKpUtCMTv7BTipnofioQ4a2UnAiIgAiIgAiKQ5Qnw1Yw4Tyu9usdbatYmEMfjzr6QtZup1olApBBQPURABDKWAK96fDHZ2BlbFZWeCQh477tZnTaFLzD7i33B+Yn3YzHq6//AaRbjxovbYLfjvXhfDO7rWNB16JMWAocOHcI///zjS1qgwOkfE2zbts3nX7hwYeTOndvnTkphHrly5TJR9u/fjxMnThh97969YHl0xMbG4vvvvzc/xOaPsZOSFStWMIkR1vXkyZNGp3HllVeiVatWVH1y9OhRzJw5E3369MHll1+Otm3b4vXXX8eWLVvcPuR2Gl/M9Ck5c+YMmgHruWvXLl94sWLFfHpSCvPMnz+/L8qePXt8eo4cOVC/fn3j5susy5YtMzqNv/76C2vWrKGKatWqISYmBtxgxni4xtKlS31t3759O9auXev6AuXKlUOFChWMnh6Dxzs6Ojo9WSRIS3bsE3379kWHDh3QrFkzNG7c2OgDBgwwx5fHOUGiAI4LL7wQZcqUMSHsR1u3bjW6NZYvX46dO3ca5wUXXICzzz7b6NZgn7E6j8XkyZOT7bOMw7g23eHDh62aJpvj4qpVq/DOO++gR48eaN26NRo0aGAWK7jlllswbNgwsB0cL9NUwKlEPK9GjhyJjRs3IioqCnfccQcqVap0KjSyLTLidSE9teS4lZb0PNdZPtOWLFkSefLkoZqkFClSBCkpj/meiWPvX9lQlFu0aFH06tULtG3+zJf964MPPjAbZP3vf/9Dz549g57PHOe85xLPR44Lycm0adNw5MgRUyyvNTxGxiEjXQRyliuGYp/1Re5G57tT/7j4a0r8xMzVgZOPjMTxUd+aH6jxWHNMok3h+Wlt6qyIv02/lIjiiIAIiIAIiIAIiIAIiIAIiIAIiIAIZH0CaqEIRCqBt99+Gx07dsTUqVODVvGRRx7BL7/8gsqVKweNowAREAEREAEREAEREAEREAEREAFADERABERABERABERABERABERABERABLI+AbVQBERABERABERABERABFJKYOjQoYmi8jfK/K1yogB5iIAIiIAIRBQBVUYERCD9BMqWLYvx48eb3ysEym3s2LG46qqr8PfffwcKlp8IiEAyBOwaN4xG3St2PRzaFK6XY2XhtD8x9rnVMPsUmr0KHVd3xc2o8oXFcO9rTVCs7Om14lxvfbIAgSKViqLdu9egePUScNz2OKdMa/3Ufy7WfbnarLFk+wr7DoV9y9rUrbjZmA/dRpEhAiIgAtmMwMGDB5HZhGsgZrPDlGxzfRE8y/nGwXXw44ovXIoIiIAIiIAIeAjwWqHvQh4gUkVABERABERABEQgwgmoetmDQFQ4muk4TjiyVZ4iIAIiIAIiIALZgoAD/p9uqnNalZZ9CJj5pOP2hezTZLVUBDKQgIoWARHIYAIOy3cN90NNIgIpImAfvNPmy8qBxL7Y3Pe9WIz+xs3W7WScZjmOA8dxxfV6qWdh9LiugKvpk1YCe/bswYEDB0zyXLlyoVy5ckancfLkSVqploIFCyJv3rypTpeWBPny5cOAAQPw3HPPoUKFCgGz2L59Oz788EN06NABt912G7Zs2RIwXig9bZ9ObZ65c+dGTExM0GQXXngh+GN1RliyZAlOnDhBFZs3b8bOnTuNXqNGDXOOVKxYEcWKFTN+bPOhQ4eMvnr1auzdu9foderUQeHChY0eCQaPVffu3dGmTRsMHjwYM2bMMMfr6NGjCarH4161atUEfoEcpUuXRt26dU3Qvn37zKY7xuEaHGO+//578FhFRUXhyiuvBPm7QRHx4fj4ww8/oHXr1ujatSvee+89LFy40Bxn1t1byTJlyqBkyZJer1TrZDFlyhST7vLLL0e7du2MnhkMjmPpfVG6RIkSaWrqtm3b0pQuqURn+tjbuoS63Pr16+Ojjz4yfSk6OtoW47OPHz+O+fPno0+fPmjVqpWJm9brji9TKWElkLPsWSg+ti+iG1c31xnXABz3Q3GVuEc/xImR34LHkWMrxyraFPYva1OH++dvu17JfRQuAiIgAiIgAiIgAiIgAiIgAiIgAiKQ9QmohSIQcQS2bt2Ke+65x0iwe8JFihTB119/jRdffDHi6q8KiYAIiIAIiIAIiIAIiIAIiEAEElCVREAEREAEREAEREAEREAEREAEREAEsj4BtVAEREAEREAEREAEREAEUkRgyJAhWLBgQaK4vXr1QkrWE0iUUB4iIAIiIAJnkoDKEgERCBEBrtc1btw43HHHHQFz/Oabb3DVVVdh06ZNAcPlKQIiEJiAXduGof66XQeHNoXr5FhZOO1PjB28CoiL48e1TQ6uHodKF56Fe4ZegrPK5KenJAsSKFKxCNq9ew2KX1DCHHPTAeJc0xXXAz/1n4t1X66G7S+02Yco7GfWtmjoF0i3frJFQAREQAREIBMQOF1Fx6u6Dn5cOe0rTQREQAREQAROE3AQ/3/aR5oIiIAIiIAIiIAIiEAEE1DVsgmBqHC0032kFo5slacIiIAIiIAIiEC2IGDexsgWLVUjkyKgfpAUHYWJQGgJKDcREIGMJsCrHlzD/WR0VVR+hBOwLyB7bfuSMm2v8GVmyuPvxmL0DPYuV9yPaaJ5IT4OL/csjHs76AV4wyQdxurVqxEbG2tyKFq0KMqWLWt0Gjlz5qSVavn7779x+PDhJNOVK1cO06dPx88//5wqeeutt5AvX74EeUdFReGKK67A+PHjMWPGDDz55JOoVasWoqOjE8Sj4/fffzcbtIT7x0ysE4VlpkaOHTuGPXv2BE1SunRpVK5c2YSvXbvWF9cex0KFCqFatWom/KyzzkKpUqWMzg1pdu7cCZ5/ixcvNn65cuVC48aNjR4JxsqVK3H77bfjl19+AccDWyf2Sx7Pzp074/nnn8dXX32F2bNno3v37jZKUNtxHFx++eVgWxlp1qxZOHr0KFVs2bIFS5cuNTr7/UUXXWT0YEbr1q1T1Vdt37755puDZRnUn8dpzJgx6N27N3bv3u2LlyNHDnNMW7RogTvvvBPvvPMO2KbJkyejXr16vnhpUebPn+8bC3geNWzYEHXr1g0ow4YN8xUxdepUX5xLL70Uq1at8oWFU6lUqZIve14vfI4UKuwHO3bsSGHs4NE4lgUPTX1IRhx71jJc5ZYsWdKMyXPmzMHIkSNx7bXXokSJEiwygfB4vP766xg+fLgZpxIEnnL07NkzTedgs2bNTuUgKxQEcpQ5C8XG9kXuS6rH/yqN8zOK+4WAz1f/fWwUYkd+a36gxrGc5ydtCvuZtamzPv42/YKLQkRABERABERABERABERABERABERABLI+AbVQBCKLwJQpU9CpUye8/fbbQSvWrl078BlMq1atgsZRgAiIgAiIgAiIgAiIgAiIgAiIgJeAdBEQAREQAREQAREQAREQAREQAREQgaxPQC0UAREQAREQAREQAREQgeQJbN++HUOHDk0UsUaNGnjggQcS+ctDBERABEQg0gioPiIgAqEm8N577+Hhhx8OmO2CBQtw9dVXY8mSJQHD5SkCIpCQgF3Thr7UvWLXv6FN4fo4VhZN245xz62G4zhwDVcAuCqNKrWLo8fQJjirdMI18KC/LEegcIUiaPtuB5SoUdJtm9sB+HEFbmdwHAcL+s/F+i/XmDWWbN9hX6Kwr1mbuhWc+qP7lCpLBERABERABDIJAU81zZqD8W6jukacK/E+MkVABERABETAnwBXqdWFwp+K3CIgAiIgAiIgAiIQmQRUq+xCICocDXXcByjhyFd5ioAIiIAIiIAIZAcCDuC4Av1lbwLsA5TsTUGtF4EzQkCFiIAIZDgBXvE4/aF9ujIJXaf9pWVHAnzRmMK2e23qFL6k7BX7IvPj753Ex98CjvtP01hw/9wO9+oDhXFPh/yuQ5/0EDh8+DBmz57ty+K8885D8eLFfe5y5cr59P379+PEiRM+d1LKgQMHwGPKOCVKlEC+fPE/VihUqBDy5s1Lb/zzzz84dOiQ0UNpFC1aFNxo5YMPPsAPP/yAzz//HPfccw9YD1vOrl27jD/7n/ULtZ0nTx6ULMkX9+Nz3rt3b7ySjBkbG4sjR474YnmPAT3Jsnbt2lSxZ88ebNiwwRwX+8Os8uXLo2zZsiacvKtUqWJ0Hj/G/fvvv7FixQrjV6pUKdhw45GBxvHjxzFixAjTJlaDdR84cCDmz5+PGTNmgMezd+/euPzyyw3XqKgonDx5klGTFf7Av2rh8qeCAAAQAElEQVTVqibemjVr8Mcffxh98eLFsMelUaNGCfq+ieAa3n7Dfp3Sc8BNmq7Ppk2b8PHHH5sfdzCj6tWr45NPPsFPP/2EqVOn4qWXXkL37t1Rp04dFCxYEOzL9pxj/Owg3rGKGytxPEtNu/ft2wdvmgoVKqQmuS8uz3X2R3pwbOHYRj0pYX/nuR4oTkYd+3CXmzNnTtSsWROPP/44pk2bZq49r776Ki655BLkyJHDoGAfZtjGjRuNOzo6GjExMbB/u3fvtqrsDCaQo3RRFB/XD3ma1QTceZkRuDM2V3dN/NdnNE6M+MaMYTyunNvRptjxijYF7p/XtrrrnfgjHxEQAREQAREQAREQAREQAREQAREQgaxPQC0UgQghwHtZzzzzDK699lpwkbxg1XrttdcwadIk5M6dO1gU+YuACIiACIiACIiACIiACIiACPgTkFsEREAEREAEREAEREAEREAEREAERCDrE1ALRUAEREAEREAEREAERCAFBIYMGYItW7YkitmrVy9wvYFEAfIQAREQARGILAKqjQiIQFgIvPzyy3j66acD5r1q1Sq0bt0as2bNChguTxEQgXgC3vVrqFMYQpu/GbI2da6LY2XhV3/is+dWIc6NzDigZhxAldrF0GNIYxQtnc8N1Sc7ECh8TmG0e68DStQoYboCuwMV9g12i5/6z8H6SavNGku2D7FPURjH2mRFN4U6xavTLREBERABERCBiCbgrZxz2mFU13BcOe0rTQREQAREQAS8BBw4juP1kC4CIiACIiACIiACIhCpBFSvbEMgKhwt1YOPcFBVniIgAiIgAiKQXQjEmY33TreWr2ScdknLJgTieNzdvpBNmqtmikBGElDZIiACGU/AXPVcw/14KpPQ5QmQmo0I8B4bxTbZ6rQpfDHZX+wLzH3ePYnRM+LnU4zLF5754jOnWUMeiMHd1+S32cpOB4Fly5aBP+qxWTRt2jTBBiWlSpVC4cKFTfCuXbuwY8cOoydl8Hj9/vvvvihFixZFdHS0cRcvXtz3Q+t9+/Zh3bp1xj9cRlRUFCpWrIjbb78dEydORJs2bXxFrVy5EocOHfK5Q63ky5cPZcuW9WW7fPlyv++KvqAEyp49e7B9+3bjlzdvXpAf/P7q168PhvH8WbRoEZhm7dq1JlalSpVQsGBBo9OoU6cOLSMrVqzA+vXrfT+Cv+CCC3DWWWeZsIw21qxZg59//tlUI1euXOjXrx+uvvrqBP3RBHqMzZs3e1zBVf64v3HjxibCwYMHsXjxYhw/fhzz5s0zfiyvefPmAV8IYv8xkVxjw4YN2Lt3r6uF/zNz5kxzXFkS6/DSSy+hatWqYJ+mn78cO3YMO3fu9PdOlbt27dro0KFDioR9x2Zevnx5Xxoes5iYGBsUVrt06dLmPGAhPAfYt6mnVHg89+/fb6IXLlwYHO+MI5UG62HPU+bHsTK5LDZu3Ages0DxMuLYsx5nutwCBQqgWbNm4OZY77zzToJrgx3PcuTIAfYv1o/Ccfvw4cNUJRFAIKpkYZw1ti+im9Uw1zfO2jgHoM152399PkTsiG9w8uRJ8HrFOR5tr5j4nNy57aHuWkl+FCgCIiACIiACIiACIiACIiACIiACIpD1CaiFIhAJBJYsWYJOnTrhySefRGxsLAL9Va9eHXz207Nnz0DB8hMBERABERABERABERABERABEUiCgIJEQAREQAREQAREQAREQAREQAREQASyPgG1UAREQAREQAREQAREQASSI8C1BYYOHZoo2hVXXGHWh0gUIA8REAEREIGII6AKiYAIhI8A117imiyBSuDaVFxHi+tpBQqXnwhkdwLeNWyoU8iENte9sTZ1rodjZcHUPzH2+TWMCm5N6DjGBK1z6xRHj6GXoEipfCZcRvYhEFO+MNq+1wEla5UCTJdw4DiuAK4NLHhqLtZNXAXbj2izb1FsX6MN9482xVXNx6sbDxkiIAIiIAIiEKEEElTLs9y4WXPQdZ9aSjBBNDlEQAREQAREgAR4rdB3H5KQiIAIiIAIiIAIiEDkE1ANsw+BqHA01XGccGSrPEVABERABERABLIFAQdOgnYmdCUIkiPrEjDzScevL2Td5qplIpCBBFS0CIhABBBwWAfXcD/UJCIQkIB90E6bLyUHEr60THnsnZP4+Fv45lKOw97livt57cHC6N4+P/SXfgI7duwAfxBtNy6pXLkymjdvniDjMmXKoHz58sbv4MGDmD17NngMjUcQY/fu3Vi8eLEv9OKLL0aOHDmMu3jx4jjvvPOMzj4wdepUHD9+3LiDGSdPnkTfvn3RsmVLdOjQAWPGjPFFnT9/Ph555BG0bt0aAwYMSLJu0dHRaNGihS8t28O8fR5hUOrXr4+oqPhb2IsWLcK2bduSLeXHH3/Evn37TDwvf+NxyqhUqRJ4vOjk5jIrV670palXrx4cx2GQkQoVKqBQoUJGX7t2rTmG9phfcsklvmNjImSgsX//fhw5csTUoGTJkqhVqxaS+jt69GiCfpZUXIY1bdrUx+Gnn37CmjVrsHr1agahWrVq4EY9xuFnnH/++ShWrJjx5Y/f5s2bZ/SkjK1bt6Jdu3amX3bt2hWrVq1KKnrAMJZlAy644AKQiXUHsv/44w+sX78+UFCK/Vhnnmspkcsuu8yXL4+VTfPwww+D/dYXGEaFfbtcuXKmBPbpL774ItnxxER2jcOHD2PSpEmuFv/hOJfWejOdHdc4riQ3TnLMY5z4khObGXHsWYtQlnvo0CEMGzYM7P9t27YFxyiWEUzIr2rVqr7gv//+26fXrVsXuXLlMm6eS8uWLTN6UgY35+LiHiz73nvvhbdtSaVTWOoJRJUojGJjn0Ce5rXg+P5P5eNei/57fDROjvgGvN7yus95Hm3OJShenano57Wpe0SqCIiACIiACIiACIiACIiACIiACIhA1iegFopAhhMYOXIkOnbsCN5zDlaZ++67DytWrADv3weLI38REAEREAEREAEREAEREAEREIGgBBQgAiIgAiIgAiIgAiIgAiIgAiIgAiKQ9QmohSIgAiIgAiIgAiIgAiKQLIEhQ4aY35/6R3zwwQf9veQWAREQARGITAKqlQiIQJgJ9OzZE6NGjYLjOIlK4jpNXIuLv4FIFCgPEcjGBOzaNURAnWJ1u84NbQrXwbGyYOp2jH1hNeL4HwfXdIU72bpSpXYx9BjSGEVK5mVWkmxIIObswmjzbgeUqFmKHcOsdeh2E9d2nW5vWThgLtZNWAnbn2izj1HYB61NdHRTqFO8Ot0SERABERABEYhAAgmr5Pl64sDBqQ/0JwIiIAIiIAKBCDjuhYISKEx+IiACIiACIiACIiACEUVAlclGBOJ3Twpxg/mQLcRZKjsREAEREAEREIFsQ4CvYGSbxqqhQQmwH1CCRlCACIhASAgoExEQgUggYK54ruF+IqE6qkMEErAvF9O2LyHT9gpfVqY88vZJfDyTd+dO9yi6+Irza71icFe7fBHYwsxXpV27dmHAgAHYuHGjqXxUVBRuueUWFC1a1LitUaBAAbRq1co6MXHiRKxcudLn9ldOnjyJESNGYNOmTSaoVKlSaNSokdFp5M6dG1deeSVYHt0LFizA2LFjwb5BdyCZO3cu5syZg3379mHbtm0oVqyYL1rOnDkxb9487Ny5EwsXLvSV64vgp2zevNnnc84554Dt83mEQalbty4qVqxocmYdP/roo4A/QjcRXIObxXz88ceuFv9p3rw5ihQpEu/wmIUKFUKNGjWMz5YtW8wmNLGxsYbN+eefb/ytUbp0aZQsWdI416xZg9mzZxudHP3jmoAIMI4ePYoDBw4ErQn7y/jx4/HLL78EjeMfUKlSJR8z9s/p06ebPsV4DRs2DNoXypcvDx5HxqO8//77ZlMf6oGE5wCP859//mn6JdsRExMTKGqK/dj3jx8/HjT+4cOHMXz4cBw8eDBonKwYULhwYbRo0cLXtB9++AFvvvkmkmLFyAx/7733sGTJEjrNeHT11VcH7QMmUhJGdHQ0WrdubfJhtOTGSY5nixcvZtRkJaOOfXrLJROeZ6tWrcL27dvB843nbbAGHzp0CHv37jXBuXLlQpUqVYxOo3r16qhWrRpVcJwbOnQoduzYYdyBDJ4PPE///vtvU/Y///wDjpmB4sovNASiisfgrLFPILp5LcSZ/1P5xsW5Shz+e3w0Tr7/jfmBGud+nO/RprBfWJu6m8A3J7Bu+sWLTBEQAREQAREQAREQAREQAREQAREQgaxPQC0UgYwjsHv3bvTq1Qu33XYbNmzYELAifK40YcIEvP766wHD5SkCIiACIiACIiACIiACIiACIpASAoojAiIgAiIgAiIgAiIgAiIgAiIgAiKQ9QmohSIgAiIgAiIgAiIgAiKQNIHJkydjzJgxiSJxzQuuR5EoQB4iIAIiIAIRSEBVEgEROBMEOD/64osvwHV2ApXH30AMGTIkUJD8RCDbEfCuVUOdQgi07fo2tClc/8bKT1P/xNgXV7tRuSWhKw7gfuA4Ds6rUxw9hl6CwiXyQn/Zm0DM2TFo+14HlLqwjOkb7CMk4sBxLQcLB/6A9RNWmTWWbN9iX6N4+6Ab2ayvRD/qFK9Ot0QEREAEREAEIouAX224vOApL6O6hvs55SNLBERABERABBISiDNr1OpKkZCKXCIgAiIgAiIgAiIQiQRUp+xEICocjXXMA5Nw5Kw8RUAEREAEREAEsj4Bx20ixbX0ycYE2Aco2RiBmi4CZ4KAyhABEYgIAuaK5xruJyLqo0pkPAG+SExhTbw2dQpfRvaKfVH5kXf+xZjvmcqB4zhUQNNxzWEPFsZd7fIbPxlpI3Do0CEsW7YMgwcPRseOHfHLL7/4Mmrfvj1atmzpc3uV//u//0PNmjWN1759+3D//fdj+vTp4DE0nqeMI0eO4JlnnsGkSZOMT1RUFDp16oRy5coZtzWaNGmCBg0aGCfzeOONN/D+++/j+PHjxs8aDGM5zNOGMR3T2zjVq1dHtWrVjHPPnj0YMGAANm7caNxeg/1u7ty5GDVqlPFm3a644grkzp3buMNlFC1aFPwRFctjGdwUpk+fPti1axedPmH9Fi5ciN69e4OMGVCpUiXwuDiOQ2ciady4MXLlyoWDBw/i559/NuGlSpXCWWedZXRrxMTE4NxzzzVOHiNuYEMHuZUtW5ZqRMjZZ5+NYsWKmbqQwSuvvGLaZjw8xoEDB/Diiy9i+PDhCfogxxFPtERqdHQ07I/99+7di3Hjxpk4PEaXXXaZ0QMZOXLkQNeuXcF4DGfdeJx4vHjc6GeFfFlv7zlw/fXXo0yZMjZKiu1atWr54i5YsACffvppgvYykOWvW7cO9957L1gf+lk5efKkVbO0zXOkcuXKpo0cMz755BOQ+ZQpU8y5REYMZBjPO56DDGc8+jGsXr164DhHPa3CcYnjE9MH6yMsj4tRcEyLjY1l1IAS7mN/Ilyw3wAAEABJREFU7Ngx/P3334nKDmW5HFt5vtmxjz8kHT16dKJxnpXgGPbqq69i06ZNdOL8889H1apVjU6DG2p169YNPIfp5hjPTbjY9+n2Co/xgAEDfOcD0zAt8/DG8+o8XvYa4/WXnjoCUcUK4axxTyDPpRe5s7ZT1y1z/XJ19xP3xGjEvvu1+YEazwWO2bQpPE+tTZ0le22rgwESERABERABERABERABERABERABERCBrE1ArROBDCLw7bffmmdar732WtAa8D7yn3/+iWuuuSZoHAWIgAiIgAiIgAiIgAiIgAiIgAikgICiiIAIiIAIiIAIiIAIiIAIiIAIiIAIZH0CaqEIiIAIiIAIiIAIiIAIJENg6NChiWLkzZsXDz74YCJ/eYiACIiACEQoAVVLBETgjBHg7xi4dss555wTsMyHHnoITz31VMAweYpAdiHgXZ+GOoVtp23XtaFN4bo3VuZP+RNjX1gDmL0I41zLKK4NnFenGHoMbYwiJfIyK4kIoFC5GLR+rwNK1Cpl+giRsNeYDuR2nQUD52LdFyvNGku2j7HPUbx90aSLc1O6Qp3CcNoSERABERABEYg4Av4Vck57GNU1zJKDp72liYAIiIAIiICPgMMVanWh8PGQIgIiIAIiIAIiIAIRS0AVy1YEosLRWj3oCAdV5SkCIiACIiAC2YVAHPh/urVxp1Vp2YeAeYkmYU/IPo1XS0XgzBFQSSIgApFBwMx2XMP9REaFVIsMJeC9r2Z12hS+gOwv9gXl3m//i09mur3I/fBFZsanSnn9oRjc2TZfhrYrMxQ+depU1K1bN6i0aNECt912GyZMmICjR4/6mnTVVVehV69eyJkzp8/Pq8TExKBPnz4oW7as8T548CD69euHVq1aoW/fvhg8eLDJt2XLlmAdeIyjoqLQoUMH3HjjjXAcx6SzRr58+Uy68847z3ixD7zzzju44oor0KNHD5Mf82X+LIflMWKlSpVMOqanm1KgQAF0794d0dHRdGLlypXo3Lmz2XxlwIABvryuvvpq8IdKNq/GjRujefPmJk24DXLp0qULyIRlzZ49G23btkW3bt0S1I9t37NnD6OgePHiGODWv3Tp0sYdyKhSpQpKlSqVIKhGjRooVKhQAj/HcXDRRRcl8KOjUaNGyJ07N9WIkAoVKoCsbGUWLVqEK6+8Evfee6/h9PTTT5v+xDiff/65iVa7dm1fe3fv3p2gX5sIfsaFF16IMmXKJPA9//zzUa5cuQR+/o6qVauC54DtezxOPF7sV+yrPAdYT1s3ngPMo3379rj++uupplqaN28Oe44wv+HDhyc451guy7/hhhtMv2fd6tev7ytny5YtPj0rKyVKlDA/QOQ5Y9u5bds2DBw40PSnevXqmTGRbMiLx4rhNi7PGf6AkWOJ9UuLTf48JhynmN72kY4dO4J9l2Ec0wYNGmT6KcdbOyYwvlfCcezz58/vG8NjY2PxxBNPmPGUPNasWWOKD3W5//vf/9C0aVOT9/Hjx/H6668nGOdZNq9JPM+/++47E48cb731VvC6YzxOGcyH51iOHDmMz4YNG8BxlT9Q5VjJvLp162bGVo6xjES+vD4wLd1e4fjJcPotWLAAd955pxlnPvroI5w4cYLekjQQiDqrEIqOfQLRl14Yn9q9Nxbn3iU1H3dC998ToxH7zjTzAzWOa7z+06Zw3mdt6szA2lanLREBERABERABERABERABERABERABEcjaBNQ6EcgIAi+99JJ5pjVnzpygxb/wwguYPn2675lE0IgKEAEREAEREAEREAEREAEREAERSJaAIoiACIiACIiACIiACIiACIiACIiACGR9AmqhCIiACIiACIiACIiACCRF4O2338asWbMSReGaF1wPIFGAPERABERABCKSgColAiJwZglceumlGD9+PGrVqhWwYK5pw/lUwEB5ikAWJ+C/Ro1107br2dCmcL0bK/Mnb8PnL62FwyXyKHDMP3GdX7c47ht6CQoXz0unRAR8BAqVLYS271+LUheVNn7sNXB7zqkPFg36AevGrzRrLNm+xr5H8fZJuH90U1zVfLy68ZAhAiIgAiIgAhFAIFEV4k77eNcZPO0rTQREQAREQAROE+C1Qt91TvOQJgIiIAIiIAIiIAKRSkD1yl4EosLRXMdxwpGt8hQBERABERABEcgWBBzw/3RTndOqtOxDwMwnHbcvZJ8mq6UikAEEVKQIiECEEHBYD9dwP9QkImAI2AfrtCl88dhf7IvJD7/1L8Z87yZjJ6K4syjHCPDGwzG4o00+N1CfUBMoUqQInn32WQwYMAD58iXNuGrVqnjrrbdQu3ZtXzX27duHGTNmYMKECVi2bBmOHz9uwpjXww8/jEcffRQ5c+Y0fv5G6dKl8frrr4M/LIqKir/Fe/ToUSxcuNDkx3yZv03HcocOHQqms37WbtCgAbg5C9tDP/azrVu3YurUqb68du/ezSCwrLZt22Lw4MHJttkkCIFBBvfffz/IhGyYJfv+8uXLE9WPYWzriBEjUL16dTqDSvHixRMcD0a8+OKLaSWSSpUqIW/e0z8kKVSoEGrWrJkoXkZ6OI6Du+66C//3f/9njhPrwj61aNEiw+nLL7/E2rVrzY8aeKyffvppcMOdkiVLMir++usvbNu2zejBDPafunXrJgi+8sorER0dncAvkIN9lX2wQoUKvmD2K/ZVngOsJ+vLwBw5cuDmm282x5zHn36plaJFi+Kpp56CtzyeE7Y82iyf+fJYjho1Ct26dUOuXLnohc2bN+PgwYNGz+oGzxW2n8eI53hK2stj1LlzZ7z55psoUaJESpIkG4f9i32E57CNzOPAvsvjxeNH//POOw/80WSBAgXoTCThOPY8/6+99lpfXz906JBv/P7ll19MHUJdLs+rgQMHJjinveM8zxvvtYNj2iuvvIJmzZqZ+ngNx3Fw4403guc9z3+G+Y/1HFM5tjKMYy3H3JtuugmO49ArgfDHrPXq1TN+zGflypVmnJk4cSIOHz5s/GWkjUBU0YIoOq4f8lzuzhdc9g4cmA8t1x335MeIffsrM5aTPY8Zba9w3kiB+2dtAK5LHxEQAREQAREQAREQAREQAREQAREQgSxOQM0TgTNKgPcFu3TpYp5nBbsvWKVKFSxevNjEOaOVU2EiIAIiIAIiIAIiIAIiIAIikHUJqGUiIAIiIAIiIAIiIAIiIAIiIAIiIAJZn4BaKAIiIAIiIAIiIAIiIAJBCezfvx/8PbZ/hMqVK6NXr17+3nKLgAiIgAhELgHVTAREIAMIcN2k8ePHo2nTpgFLf+2113DrrbcGDJOnCGRVAt61aahT2Fba3vVsuMaNV378chvGvrQWjBfHTWwpiDP/59crjh5DGyOmWB5mJRGBRAQKlimENu9fi1IXlTF9Bq5pPm4/Yp9aNGgu1n6+wqyx5O133j7JeMyYNoU6xavTLREBERABERABEvj9999pZYQkLtM57eWYRQYBx4H+REAEREAERCAgAQfx/wED5SkCIiACIiACIiACIhApBFSPbEYgfneoEDeaj9lCnKWyEwEREAEREAERyDYE4tyWUlxLn7AT2LlzJ5o0aYLZs2eHvazUFcA+QEldKsUWARFIDQHFFQERiBQC5ornGu4nUqqULepRq1YtTJ48OaLaal8a9trel429un0h+aG3/sWY79l7XHE/fIGZLzLz/tybD8fg9tb5IqqNmbky+fLlQ6VKldChQwcMHz4cX3/9Nf7v//4PUVEpu8VapkwZvPvuuxg1apRJV6JECV9a5s0++eSTT5p8r7/+el9YMGZnnXUWXnjhBXz22We49tprUa5cOeTIkcNEZ51YXps2bTBixAi88847oNsEBjAaN26ML7/8EoMGDQLrUbRoUV8s5lmhQgXccsst+OKLL9C/f3+wvr4IZ0Bhe8iEzB988EFUq1bNVweGsW1k8NFHHxnGdCdXLcdxUK9ePV+0YsWKoWLFij63V2F+DLd+5HH22WdbZ8TYBQoUwNNPP4033ngDPKYxMTG+ulGnH/vM1KlTTR8sUqSIYclIx44dw08//WR+UEN3IHEcB5dffjly5cplgsnlwgsvNHpKjIsvvtj011dffdXUz9vPoqOjUbVqVdx5551mbO7Zsyfol5J8g8VhfqNHjzYbC1G3+fn3mQ8++MCc2zyupUqVMtlt2rQJGzZsMHp2MEqWLIkXX3wRU6ZMAc8xjgPsM96283jRv3fv3pgxYwZoh3osYJ/ieMWFJ9hfbf4ch8477zwMHDgQI0eORHLnH493qI99ixYtwHpVr17dN9aSz8aNG2kZCXW5PKefeeYZc95wjCtfvnyC84LHiJx4Xk+aNCnBmGYq5DEcx0HLli0TjPVMb6OQtT2+7Accc3mu2HCvzXqxv9x4443w5nHw4EHs3bvXG1V6GghEFSmAImP7Ifry2m5qd3IX/4kfn+PiEPfkx4h9aypOnjwJzg3tnJC6Fc4lKW4G8ekAn00/iQiIgAiIgAiIgAiIgAiIgAiIgAiIQFYkoDaJwJkjMGbMGHTs2BG0g5V6xx13YN26deACecHiyF8EREAEREAEREAEREAEREAERCC1BBRfBERABERABERABERABERABERABEQg6xNQC0VABERABERABERABEQgOAH+Tn/NmjWJIvTq1QtcvyJRgDxEQAREQAQilICqJQIikFEEzj33XIwfPx6tW7cOWIVRo0aZ9cVOnDgRMFyeIpCVCNi1adgm6hTq/uvXcG0b+tGm/Pjln/j8lXVwHAeuAdd0bbh/DqrXL4H7hjRGzFl5XLc+IhCcQMHShdD2g+tQ+uKybiS3F/FjxIHjOPj56R+wdtxysM9RbB9kP6XQTXETm3WV6Eed4tXploiACIiACIjA+vXrwXUTvetGnhkqAUqJO+1nVNeIc+W0rzQREAEREAER8BKIA/+9PtJFQAREQAREQAREQAQijYDqk90IpGx3qlRScR+PpDJFZETnQ5ktW7bgzTffRNeuXdGsWTOz8CAXH7zkkkvMYoWvvPIKli9fbjbViIxaZ89arFq1Cpdeeqk5Pu3bt0/zpjKhyid7HoXs0erk+kh6wzOK4ty5c835w/HtnnvuwdGjRzOqKhlSLjdHWrBggdk0jGNIgwYNfDwuu+wy3HbbbWZjrQMHDqSpfuQ5c+ZM9OnTB1dddRXq16/vy58bbfXo0cNstpVU/txkjnF5jCjcJDJNlTmVaMKECb46tG3bFtu3bz8VEomWAziuQH9nisCPP/4IbmR37733Yt++fWeq2GTKYR+gJBMtAoK9YyrP15QKx5tOnTqB80teTzgXjYDmnJEqsL2hmMudkcpmcCG8pvBabfsV+1vIqhTCjDJLPUPYZGUlAiElwCsepz+0T2ec0HXaX1qoCKxcuRLt2rXDTTfdhM2bN4cq2zTnY+cCXpsvFtNN2yt8EZny4Jv/4rNZcKfP7C+OawNw4P45eKfsuVgAABAASURBVLt3YdzWOp+r65MUgQEDBuDnn39OkfA6PG7cOPTt2xcNGzZEzpw5k8o6YJjjOKhRowaeffZZTJs2DYsWLTJlM+8PPvjA9Mn8+fMHTBvI03EcVKpUCY8//jgmTZqEhQsXmvyY7+TJk/HUU0/hwgsvRFRU8reB8+XLZ77Dsh4zZsww+ZAN8+SPlu6//36cffbZgaqRKj8v85tvvjlVacmmS5cu+Oijj0BmrJ9tKxlUq1YNjmNOghTle+WVV/raOX36dFSsWDFgOv7YfeLEib64ZFSgQIGAcVPjyfp+//33Jl8ev2LFiiWZnOGMx3bTpts/AY91vXr1MGzYMHz33Xcmb8anTj9+D4mOjjbJHMdB//79fXE473ScpPk1btwYP/30k0nDPlamTBmTV0oNnje87866ePsZv5d+8skn6N69O0qWLJnS7JKNx37N713Mm2WQRbA+4z3Oc+bMQe3atZPNP60R2PdZFwrPibTkw7a99dZb5likJx9v2WTPc4x9nH2G+Vrh8aJ/586dERMT400WUp19uEmTJqYP2/Oc4xA3krr66qvB/us9d8iALPwrQb9QHnvHccBza/To0b6xlmz69euXoOhwlGvHed7fs/2YZfMY8VzyntcJKhPAwfrxfiWPJdMzHwpZ0y+lx5fj8UMPPZRgnOH90PPOOy9AqfJKLYGowvlx1rh+iG5ZF3CHZfcDx3FOCYCnPsHJt6aC97k5J/TOE63OOSTFjY24U2/2Wzf9JCIgAiIgAiIgAlmbAK/7qZWsTUStEwEREAEREIFsQEBNFIEzQIDvOz722GPgfWQ+aw1UJO/h8n7ue++9FyhYfiIgAiIgAiIgAiIgAiIgAiIgAukhoLQiIAIiIAIiIAIiIAIiIAIiIAIiIAJZn4BaKAIiIAIiIAIiIAIiIAJBCHAN3KFDhyYKbdq0Ke67775E/vIQAREQARGIYAKqmgiIQIYSKFGiBD7//HPz24hAFeE6U1yXavfu3YGC5ScCWYIAf4duG0KdQjfXraFOoW6F69tQ5k3ahnEvrwX3qGUcxMUZnUa1BiVw35DGKHRWHmYlEYFkCeQvWQBtRlyHUrXLgH2I/cr0qVP96udn5mHtuOVg36PY/kib/Y9CnQVRp1CneHW6JSIgAiKQFQj89ttvZq1OrtdJ+fLLL91h04yeKW7eH3/8Aa4fyPRcQ5G/G05x4kwe8dNPPwXXSXz++efPXEsCleSc9jSqaziunPaNPM1/74HWrVtj69atqa4o1121+yxwTc9UZ6AEAQlkV652nxPuA8W1VAPCkWeKCGTXPpQiOBERyTHr0EZEVVQJERABERABERABERCBwATkm+0IRIWjxZnxwcaWLVtw2223oUOHDuAmJ/yyzhtJls/x48exadMm8MZct27dwI1jFi9enKKbmkzLG0jcIMzmF4n2xo0bzWZhe/fujcTqpalOfPj2zTff4NVXX01TeiUSgcxKILOMO2eaL7lwLOaLVHxZfcqUKdi2bZt5iG/rwodNy5Ytw8svv4yWLVvipZdewpEjR2xwkjY3XOImhK1atUKfPn3ATa/4whbHIptw3759ZpOwp59+Osn8y5Urh/PPP98mw4IFC3D48GGfOzUK2z179mxfEm6iVrp0aZ878pQ4v+tr6h4gRl57Mk+NuGkeH0C+/fbbGV/pOB53ty9kfE3CVgOON5x/cX7ZtWtXPPLII/jrr7/CVp4yFgF/AlnBzWus5vunj+SuXbswaNAgrFmz5rSntExBwFz1XMP9eOqb0OUJkBpiAp988ol5CevFF18Mcc4py4730SiM7bWpUzjWeYUvIFMeeONffDbLvK8cP39250/ux3i8/Ugh3Hp1XmYpEQEREAEREAEREAERyIQEnJj8KDr2CUS3rOPO9dwpnjvR49zQtVyH26CnPsHJN6aYe9ucG3rni1aPjx8HN7abR/z3C68f/SUiIAIiIAIiIAJZi0B6rvVMm7VoqDUiIAIiIAIikL0IqLUiEG4C/OE7351P6plqs2bNwMU/brjhhnBXR/mLgAiIgAiIgAiIgAiIgAiIQLYkoEaLgAiIgAiIgAiIgAiIgAiIgAiIgAhkfQJqoQiIgAiIgAiIgAiIgAgEIzB06FAcOnQoUXCvXr0S+clDBERABEQgsgmodiIgAhlPIE+ePPj4449x7733BqzM999/j6uuugpr164NGC5PEcjMBLy/KadOYXtoW7Fr13BNGys/TNqGz19dDzjmA8dxTglQvWFJ3D+kEQoWjYb+RCA1BPKXKIC2IzuidJ2ycJjQ06/o8csz87B27HLfGkvsj7Z/0rZ9lkm9unXTloiACIhAViXAOev69e61Oas2MAzt4nXk8ccfx8UXX4xp06aFoYSEWQZ0xS8HaILMDhyu26wtaHwyh7Fz505wPxPuy5M5apy5a6k9BwIfP+4pePDgQRQvXhyVK1cOHEm+hoD6kMGQaQ1eK/hdJ9M2QBUXAREQAREQAREQgWxAQE3MfgSiwtFkxzGPScKRdVjynDdvHrp164bff/89xflv3rwZ9913H8aMGePbNCNQ4tmzZ+P666/HsGHD8M8//wSKkuF+f//9N55++mlwwUXepMjwCoWoAsuXLzfH9YknngBvvIQoW2UjAhFPIDOMOxkBcfv27ejevTu4AC3HPdYhKioKZcqUQcuWLdGhQwe0a9fObPyZI0cOBpsH+2PHjsVtt92GTZs2Gb9gxuHDh/Hkk0/itddew9GjR4NFS+DPBz3M/84778SOHTsShEVHR6N169ZgHRmwbt06pPVB2saNG8ExkfnkypULTZo0geNE8rXagcPK+iShy+ctJSwE/vrrL9xzzz249NJLMX/+/LCUkaJMTR91/PpCilJmaKT8+fObFzU5piQlHHc4/thznJXm+N2/f39wPKFbIgJhJpDps+e1jd/jNN8Hjh8/juHDh6Njx47gWMIXETP9Ac5mDXDYXtdwP9QkGUAgNjYWjz32GOrWrYvp06efsRp4H55bnTaF57K/8DsEpecb/2LcHLfHxH/gOFQowDuPxuDWq/KdsTaoIBEQAREQAREQAREQgfAQcArlQ9FxTyJPq7pw3H+4cz6HRZ0ynIGf4uTwKeCckXNE2hTOJSmndN9zTPoxOcWr0y0RAREQAREQARHI/AQCXd/pl5x4W27jev2ki4AIiIAIiIAIZAoCqqQIhJUA34Hne1AzZswIWs7AgQMxZ84clCxZMmgcBYiACIiACIiACIiACIiACIiACKSLgBKLgAiIgAiIgAiIgAiIgAiIgAiIgAhkfQJqoQiIgAiIgAiIgAiIgAgEJMD390aMGJEojOvc8v2+RAHyEAEREAERiGQCqpsIiEAEEXjjjTfw+OOPB6zRL7/8gquvvhqLFi0KGC5PEciMBPhbcltv6hS6aXOdGitcx8YrcyduxeevrAM3HnQNcJNapqFUb1AS9w9phIJFopmVRARSTSBf8fxo80FHlKpT1u1bbi9zO5j7gelrrvHzsz9gzWe/m70CvP2S/c/2WeosmDaFOsWr0y0RAREQgaxEgHtfTZgwAUeOHMlKzTojbVmyZImZ63Nt+23btoWrzMD5mjUE44McODj1QWb7mzlzJnjfOrPVOzPVV3sOBD9anBPa7+rnnXceihcvHjxyNg5RH8oaB99xLxSUrNEatUIEREAEREAEREAEsiQBNSobEogKR5vdxyPhyDYseW7fvh2vvvoqDh48aPLPkSMHrrnmGowdOxZz587Fzz//bGT+/PnGr3PnzsiXL34TNX6pf/PNN/HDDz+YtIEMbr54xm/aBapIEn47d+7ErFmzzMOrJKJluqBff/0VK1euzHT1VoVFIL0EMsO4k942pjb9pk2bcN9994EbBTNtdHQ0unbtim+//RaTJ0/G4MGD0bdvXzz55JMYM2YMvv/+e9x1111gPLh/GzZsMJuB7tixw3Ul/vBB/vjx401+NrRChQomX24eyhvAvJ4sXrzYPIx4/vnnUb16dRsVa9euNXGPHj3q86Ny0UUXoWzZslRx7Ngx8GGGcaTS4HXKXueqVauGWrVqpTKHMx097kwXqPICEODc4JJLLkGvXr1w+PDhADHC7cV+QAl3OaHNv0iRIujZs6cZUziuBBOOOxx/Jk2ahAYNGvgqsXDhQvChuc9DigiEjUDmz1jz/dPH8NChQ2ae4D+XOB1DWqQTMFc813A/kV7VLF8//uDiyiuvxG233QbeMzpTDeZ3CpZF275I7G/zPhTl/uH/YtwcE5sG2G+YDnFxeO+RGHS7Mq/xlyECIiACIiACIiACIpD5CTgF86LIuH6IvrIeON/j3M9MAF2Dz2OdQWMQO+xLcO7IuSJtK5wj/vfff24yN6Y7VyQN+tGWiIAIiIAIiIAIZB0CvL5TbIuop1SYxsalbiWQnw2TLQIiIAIiIAIiEIkEVCcRCA8Bvjd5++2344EHHsBff/0VsJBzzjnHvEffv3//gOHyFAEREAEREAEREAEREAEREAERCBUB5SMCIiACIiACIiACIiACIiACIiACIpD1CaiFIiACIiACIiACIiACIhCYwNChQwMGcH24gAHyFAEREAERiGACqpoIiECkEeDasM8991zAaq1fvx6tW7c2a0kHjCBPEchEBPj7cVtd6hS6vevU0M+uX0ObMnfiNowfsgFwHPDfNeCqrjio0bgUeg5thAKFc0N/IpAeAvmK50ebDzqiTL2zTd9ymNkpw4GDXwfPw5pPl5l9VNgv2W9ps89S6KYwGd0U6hSvTrdEBERABLISgY0bN5o1yTXWpe2ofvjhh+Dm4dyvLG05JJUqSJhZSDA+zKiu4X7iPTKRyesu92rbunVrJqp15qqq9hwIfry4x97vv/9uItSuXRu5c+v7iIHhZ6gP+QHJpM64U+vOZtLqq9oiIAIiIAIiIAIikA0IqInZkUBUOBrNhyHhyDcceU6dOhVbtmwxWRctWhTvvfcennjiCVSuXBn58uUz/jT4hZ1+vXv3NnHKli1Lbxw/fhyjRo3C4cOHjVvGmSFQrVo1fP/99/j5558xadIkFCtW7MwUrFKyHYH09rX0pg8X8GbNmpnzh+fQW2+9lWC8C1eZGZXvvn37zLhux/rixYuDbeaitDExMQGrlT9/ftx11114+umnER0dbeLwIdbLL79sxn3j4TF27NiBCRMm+Hzat2+PTz75BC1btjTjU1RUlAlzHAe81lx++eX44IMP0LVrV9iwhQsXYt68eSaeNVjXRo0aWSe4Gen+/ft97pQoBw8exPz5831RW7VqhQIFCvjckak4brUorqVPhhN47bXXzANI9tkzWxn2AcqZLfVMl1amTBnwhc+aNWv6iv7666+R2nPdl1iKCKSUgOKJgAhEFAFzxXMN9xNR9crOlRk5cqSZAw0dOjRsGOwLcl6bOoUvMnmFLxhT7nv9X3z+A3uKFcBo7neN9x+LwS1X5oX+REAEREAEREB5YGUVAAAQAElEQVQEREAEshYBp0BeFBnXD3muamDmftZw4hVEPf0p/h32pe8Hapw3UjifjIuLg7U5zyQZf5t+EhEQAREQAREQgcxJwF7Xbe2tm3ZaxeZFm3nQloiACIiACIiACEQ4AVVPBMJAgO9DduzY0bznGCz7Ll26YPPmzWjSpEmwKPIXAREQAREQAREQAREQAREQAREIFQHlIwIiIAIiIAIiIAIiIAIiIAIiIAIikPUJqIUiIAIiIAIiIAIiIAIiEIAAN6HimmT+QQ8++CAaNmzo7y23CIiACIhApBNQ/URABCKSQJ8+fcDNKwNVbs+ePWjTpg3GjRsXKFh+IpApCHh/M06dwop716ShbteroU2ZM2EbPh+ynlFd4da0rsR/UKNRSdw/pBHyx2izTReOPiEgkK9YfrT5oCNK1ysHt5vhtGFc+PW5H7Hm02W+NZa8fZZ9mkI/VoU6hTrFq9MtEQEREIGsRIB7Nq1fb6/XWallZ6Ytx44dw8MPP2zutc6cOTN0hQbLyTkdYFTXcFw57Zt5tJ07d5o9f06ePJl5Kp0FazpgwADfvlM333xzFmxh4iZt2LAB/K6eN29e1KpVK3EE+aSKQHbsQ6kClMGRHbj/mfVCkcHsVLwIiIAIiIAIiIAInBECKiRbEogKR6szy4OMgwcPYv78+T4EN910U4q+nFetWhU9evRArly5TNpVq1Zh2bJlRpchAiIgAiIQOQR4PRo7dizWrl1rKlW0aFG8/PLLKRrrmaBFixa48847qRrhNeOXX34xutf47bffsH37duNVsWJFkyY6Otq4gxk5c+bE7bffjtq1a5sofDlg6tSpOH78uHHTcBwHrVq1Qv78+ek0i+WuXLnS6Ck1li9fjjVr1pjobH+dOnWMHtlGHPh/uo7xL1mcdks70wR27Nhh+iv7488//3xmio/jcU/YE85MwWe+lJiYGPNCpy15165dIHPrli0C4SCgPEVABCKLAK967gSIn8iqWDavzZEjR8AfvDZu3Bh8oS1UOPg9hcL8vDZ1fi/wF74AT7l32L/4/AfH9zKynSmx/4x4rBBubpWXWUpEQAREQAREQAREQASyIAEnfx4UHtcPua9ugPgvDpwNuuJOBt0P4gaNwX/Dvkz0AzXOLe08kzYF7p+/7XrpIwIiIAIiIAIikMkI2Os5q009mHA+EEgYn/60/YV5WmGY1WWLgAiIgAiIgAhEJgHVSgRCSeCff/5B//79ce2112LJkiUBs46KisKIESPw8ccfBwyXpwiIgAiIgAiIgAiIgAiIgAiIQOgJKEcREAEREAEREAEREAEREAEREAEREIGsT0AtFAEREAEREAEREAEREAF/AlyTcMiQIf7eKFOmDHr16pXIXx4iIAIiIAKRT0A1FAERiFwC99xzj/mdRO7cuRNV8sSJE7j++uvx7rvvJgqThwhEOgHvb8WpU1hn+ztz2hSudWht6nMnbMMXr22Aw8hGqLnifmo2LomeQxshf6H4PTpMsAwRCAGBvGflQ+sPOqJM/bMR3/ncDue4Ahjnkud+xNpPfw+4xhL7L/s3bbh/1Cmuaj5e3XjIEAEREIFMTIB7nNh9UPi74AkTJoBrKGfiJmV41RcuXIgrrrgCd911F3bv3p3u+gTNgIsGngqM44KCrttsx3HKLzNY3FPD1nPmzJmYMWOGdcoWgTNCYNGiReCcr1y5cqhQocIZKVOFiEBGEeC1Qt9lMoq+yhUBERABERABERCB5AkoRvYkEBWOZjtO/MOQcOQdyjz54Hz//v0my7x586JWrVpGT4nRsGFDVK1a1USNjY3F0qVLjS5DBERABEQgcghs2rQJkydP9lXommuuQfXq1X3u5BTHcdC2bVtUrlzZROV4P23aNPOA33icMvbs2XNKg4lbrFgxnzsppUCBAmjfvr0vyoYNG7B3716fm0qlSpVMntRZ/rx585DSG2yMx/hMx/T169fPJDehHfCfdY4XJ96SmeEEvvnmG9SrVw+PPvooOI8Ka4Xc8w9+PQFZ+I/nOuejbOLhw4fx999/U5WIQLgIKF8REIEII2BmO67hfiKsZqoOCfz000+47LLLcPfddyearzM8rcL5OtPSpvDFEX/hC/CUHsPj8MWPUe7syE1hOorj6o7rAEb2KYSu/5fX6DJEQAREQAREQAREQASyLgEnXzSKjOuH6NYN3UY6Zj7IW2gOXVSe+Qz/vTbJ3L/mHPK///4zLydzjmnnm7QpbhLfx9/tC5AiAiIgAiIgAiIQsQS812+r0/YK5wAU+tHm/OD3rzf65gf0s8I4FDaYthW6KXTTloiACIiACIiACEQkAVVKBEJGgItTdOrUCU8//XTQPBs0aICNGzfitttuCxpHASIgAiIgAiIgAiIgAiIgAiIgAiEnoAxFQAREQAREQAREQAREQAREQAREQASyPgG1UAREQAREQAREQAREQAQSEXj11Vfx22+/JfJ/8MEHUb58+UT+8hABERABEYh4AqqgCIhAhBPo0qULvvjiCxQvXjxgTbt3744XX3wxYJg8RSASCXh/I06dwnrSpvC35rT5O3TqtClzvtiGcUPXmzXQ45iAYnamjUPNxiXR89WGyFcwF30lIhByAnmL5kObkZ1Qpt7Zbt5xph+6CrdINvqvz/2AtWOWJVhjif2WfZn9mDbFpHH7rdWtm7ZEBERABDI7gSJFiqBdu3bImTOnaQp/98uN2L1jngmQkWoC7733Hs477zwMHz481Wk9CYKrXDTwVKgDB+bjWshEf9zvp06dOqbGvPa++eab2Lp1q3HLEIFwEzh48CCWL19uiqlduzZiYmKMLkMEsioBx71QULJq+9QuERABERABERABEcjkBFT9bEogKhztdh+HhCPbsOZ5/Phx8It6SgspVKgQKlSogHz58qFs2bJgept27969aN++PerWrYupU6dabwwbNsz40X/AgAE+f6+ya9cujB49Gl27djWbyzEupX79+rjqqqvwxBNPmJcweSPLm86rM2+mufTSS7Fq1Sr89ddfePbZZ9GsWTNTPvMZOnQo3nrrLeNmWbbt27ZtQ6tWrYy/Te/NO5jO9N26dTPpmjZtiqVLlwaLiv379+OGG24wcVnPHj164NixYwHjnzhxAnzBlPHIYMaMGSYe28X60b99+/a+DfiOHj2Ke+65x+RN3iaya/A4MC6F4Yznegf8kO28efNw1113+ZhxwcrrrrvOHJsjR44ETJcaz7lz55o6sj483idPnsS4cePQtm1b489j9dBDD5kbR4FulP/xxx947rnnTHxyYT6XXHIJ+JLIJ598ggMHDqS4Oiyb9enZs2eCPsfNDelHFmSSXIY8B7777jswDdOyThTq9GMZLCtYPjwmPDZMY48p284HBoMGDULLli0NG4azD7P95BAsP39/5j9t2jSz6Cj5Mh8K8+V5xZt0LM8/XbC+5h8vmDs16clnwYIF5jxv3bo12O9YRwrrzHM12PFN7bjD48F8KeROPsHaQC5sB5mzj6alzw0YMMAcP563zItlcbwb6o5F3jzZX5I6HkyXGmH/3bNnj0lSsmRJc844jmPcKTWKFi0K1psPW7hoLc8zxwmeB88/ng8pzb+Cey0pXLgwSpQoAdr+42GBAgXMuGzz4+ajtk3WL5jNeIzP8Fy5cpnrSI4cOeiMcOGrPZQIr2Y2rt5LL71kHkB+/PHHYaTAPkAJYxERlDXnUvb8z58/vxkPkqoex30+1OT8xF4vaNNNf46xSaX3hqXn+uPNx+qcN3D85fWf1y9eazhP4dyK/gy3cUNtc26QnuuVtz5kyHkar7+8PrEdFF4HORfh9Yo/jkppe8iZ119y8eZHnX6pZcO2+s+ROK+hH8O8bUmsp96HeZIt22458EE7GaV2fkwWaZ3zcM7CuQvrkNr5PtPyRRTyZjt4LJkPhceB13nOFxkvOUKMw7hMY/u5zYf5c16c0vkA+xCPP9OxHsyHQp1+7DdkFqhODGNcfofjdznG4XjCfkt/CuPQP6XCtlnGdl6+ZcsW872M5zK5JXXs2R++/PLLoPPuYOcN693tDHynXLt2bUpRnNF45ornGu7njJarwlJH4J133jFzIF5rU5fydGx+vzrtgnmJmH4cC6xNncIXiSn3vh6Hz+e6vYMvEDOxq7opXS0OIx8vhJta5nV1fURABERABERABERABLIDASdvNAqP64foNg0R5/6zzZweci4Jup/5DP8NnXhqY9//zA/VOLekMI6/MD2F/rQlIiACIiACIiACkU/Ae92m7i+87nuF95dOxp7E2F6zMO7B2fh92kYzV6C/N57VbX4kQZ02xavTLREBERABERABEYgUAqqHCISGAJ+FdujQAVOmTAmaYZ8+fcD3Pc4555ygcRQgAiIgAiIgAiIgAiIgAiIgAiIQDgLKUwREQAREQAREQAREQAREQAREQAREIOsTUAtFQAREQAREQAREQAREICEBrsE5ZMiQhJ6ui+sJcU0iV9VHBERABEQg0xFQhUVABDIDAa4JPn78eFSpUiVgdR977DGzdnjAQHmKQAQR8P42nDqF1fP/Tbn9zTltypwJf2L8sA3xWww6jmszlSuuXqtJKfQc0gj5CuV2PfQRgfARyFMkL1qP6oSyDcq7fdAxBdF0HGPi1+fnYc0nv5m1ldhv2a9ps59T6KYwId0U6hSvTrdEBERABDIrgYsuusjsZWPrP2fOHGzevNk6Q2L/888/+PHHH/HCCy+A9yS7d+8OSu/evfH+++9jw4YNZl3lkBQWQZlwr5n777/f7FWV2rXd45uRhMlFA08FG9U14lw55ZUprEKFCoF8aLPCO3fuxMiRIxFsDX3GSYts3boVr7/+OrjvBvff4L1x2nRzbXDuIZGWfJNKw7X5Q7WHAcshE/Yhnj/cb4BtoFCnH/clsHMWxqcwPuOkdM8Buw8U03C/COYRTNK6d4DNj3z89y7g3IrPM7g3BvfIYD0o3AOCe1pwbwubPhT2n3/+Ce6XEBUVhYYNG8JxOD9MX87sS+xT7FvsY6w/bbrpzz1hkiuBHLgPF9vs3X+Lezpwf6tg+4x587XHnuXbY0nmXP+BeTAvhtHm3hjTp09PsFeizcvmE6o+ZPsY9+xiG1kOmaVlrzG2x/YhtoV1ZX7BJLXxuS8IuZCPd+8Q9s3U7isTrE5n3j8O/D/z5apEERABERABERABERCB5AkoRnYlEBWOhjtwwpFtyPPMly8fSpcubfLlTY2xY8fi8OHDxp0Sg18y+WWQmxs++OCDKUkSNA6/NL788svgF3FuZMkvrbyxZxOwfrt378Y333yD22+/3dzQ+uuvv2xwUHv79u3gl9eJEyeCZTAi86GbGyzSHQrhzTVuBMm8jh07hmXLllENKKwTb8LZQN4I3rdvn3UmsPfs2QO7QWPx4sVxwQUXIJx/rBtvGvfq1Qu//vqrjxkf3LGePDa8ybJ48eKQVSM2NhYvvviiEZbPjHmsWeGdLwAAEABJREFU2Lfmz58Pxzl9PtGfN646duyIL774AozPvsE0vJGwZs0a8EXdNm3agP3ZhjE8kLCNnTt3xkMPPQSW5e1z1OlHFmTCsgLlwRtJCxcuBDcH5QsoTMO0Ni51+rEMlrVy5UoblKRNLsOHD8cNN9yAyZMnw9tH2IfZ/k6dOpmbrrxxiSB/rN+MGTPQrl079O/f3/RNcrTRmS/PK96A4Q2XUJ4XtoyU2PZY3HfffeY85znCfmfTss4cF+zx/eqrr87IAw3eOGOduIksmbMf2H6Vlj7H9vCYfP7552A//vjjjxP0Y/YXezz69euXqjGZeXuFzH766SefV82aNVGqVCmfOzUKz4ExY8bg3nvvRbVq1cAbut70FSpU8Plx/FuwYIE3OEmd+fFGPjcR5o3XQC948SZqyZIlTT68qbx06VKjJ2cwHuMzXvny5XH++edTzQTijnuesS8TVDhbVpEPTDg2cO7Cfh96CG4/ACX0OUdajhzved239SpcuDCKFStmnQlsXvNGjBiBq6++Gh988AE4P2F6RqJNN/15XDhv4VjNsGAS6usPH3pxrsr5A6//HItZNuvBsujPB7MpeVjFdCkVlhOqORLzCvW8nG3nPIjzIXLh9c62jTr9yIbXG15rbVggmy898NhyHuQ/R+K8hn4MYz9hfwmUB1LhaXkwT84FOA9jcs4H+ACcdeH8eNGiRfROViwLzi94zT8Tcx7OPex8kIvRkzfbwTbYCvM4cCzjfPHaa69FUvN9hjEO4zINGXnzYf6cF5MZ22vDAtmbNm0y810ef6ZjPWw86vRjv2H/Sek82qYPlb18+XLccccd+OGHH8zDXHLjseeL6ayjLYf+7H9XXnklnn766aDzbo4Rgfr6mfpOWSqN80HbznDZvOJx+kP7dBkJXaf9pWUkgb///hs9evRA8+bNwZdkUlMXjkc2PnV/4Xlkhdd1yj3D4vDFPMBxnFMCwIH752BU3xjcdEVeV9dHBERABERABERABEQgOxFw8uRG4XFPIk/bxqbZnB46jjFByxk8Fv++OgH//vsv7PzSa/vPQ00mrkF/19JHBERABERABEQgggnY6zVtf/Fe76nz3hLlZOxJjHtoNlZ++4fbsjiM7z0Hy77aYH7Mznhe8c/TTZDgvQSG008iAiIgAiIgAiIQQQRUFRFIJ4Ft27aZ9yLvvvtu8y5noOzKlCkDvnfBH5wHCpefCIiACIiACIiACIiACIiACIhAmAkoexEQAREQAREQAREQAREQAREQAREQgaxPQC0UAREQAREQAREQAREQAT8CXHOSa7H6eYPr3ubOndvfW24REAEREIHMQEB1FAERyDQEuEkc11qsU6dOwDoPHjzYrEUXMFCeIhABBLy/CadOYbX4u3LqFOr8Lbq1qc/+Yhs+H7oeMJvQxpnfmRvVTXxhk5Lo+WpD5CuYy3XpIwLhJ5CncF5cPaoTyjQsbwpjX3R7pau7mvtZ+vyPWPvJMrNuAvuv7cu02ccp1N0E8X3Zs7syw+gvEQEREIHMTCBnzpzgBtslSpQwzeDG3hMmTAD3ijIe6TA4TnJd9EcffRTchJqbe3OPAZvloUOHzPrt3GPplVdeQaj3G7DlZLTN9dj/97//gWvp79+/P+XVSSomlws8FW5U1+Dagae8Mo3FfcNuvvlmX32//vprfP/99z53ehT2Ze4Fxz0APvzww3Tvw5GSurDP87f03NMqFHsYsEzuTcB9Bbi/AM8n71r+1OnHfQkCrdXP9KEUzonSs3dAsLqEak+xYPkH8v/999/BPcW4f13lypUDRUmxH/eWsPuRcG8X7vHCeSUzoE03/Tt06JDk/m/h2NOLdeD+czzPBg4cCOp2HKbNvTG4n1eXLl1MGOOfCeG5cib2GktLW7h3CPfNIxfy4fG1+XD/Fu6JEmx/DBsvMm0HjuNEZtVUKxEQAREQAREQARHI7gTU/mxLICocLecXrnDkG+o88+XLhxYtWviyXbhwIe6//34sXboUJ0+e9PmnVomOjsbll18OfgkvXz7+wRDz4E0o+lFq165NLyOHDx/GI488gs8++8w8KKJnTEyMqRvj8ibPeeedhxw5cjDICOvKm5lJ1ZM3V/kyAG+I2ra2bt0aXIjxkksuQePGjU0dL730UuTKlcvkmz9/fnOjluVeffXVYD1MQAqMunXr+vJZsmQJTpw4ETDV6tWrwZuyNpBfdP/880/rTGBv2LAB9sVTMuBNlAQR/By80WzbRd42mMeBbaIwnPFsmLVZDm9wse5RUVE4++yzQV4UMvPG42af5Gr90mOPHTsWkyZNMse3Ro0a5pjQLlu2LLh5ps2bN5F69+4N3hjjDTL6Fy1aFC1btjRpGjRoAB5n+vNGAvvH+++/H7Qv8wYo+ztvGjEN21ypUiWwv1Go049hZEI2O3bsoNMnPNd5c4U3DcmPAUzDtMyD7MiRfgxjWVwklGXTHUzYd7hQKG+o8saWt51kY88Fhn300Uf48ssvA2bF+jGcN1i4SSMjMS3zYF9g/eyxJVPeVH388cfBc5Jxz5SQh/dYsI7s72TIenKc8p6LPL58oMGxytYxteOOTZeUzZt4d911Fzje2HjeY1GrVi2wXIaxTuxzrFdS4xKPyciRI/HSSy+Badhn2T62s379+r78eDx4A+zdd981D8dZRmqFx3zLli2+ZNWrVzfnmc8jhAr7VMWKFU2OvOHJhwLvvfceOL4Zz3Qa3KjWXjfIZu7cub7rRbCseX6wbzE+41x22WXg8aMe+RLnd9zjIr/K2biGU6ZMwYUXXgiOtSHFYF6KcftCSDONvMw4Ln733Xfgw0lbu6ZNmyLQnIfjy/PPP4+33nrLNwZ4x1GOp/Z6wTGAD8afffZZM97avL02x4j0Xn+8+XGewLkKH37Rn9d/75zAXnN5XeE4ybkq46VXQjlH4hwg1PNyf85eLrzWkxH9yCHYnIthVl599VXz0gOPMY83jzuvo7wWcQ7BeAx75513gs6RGCclwmv60KFDE3xP4bXEzj9tmZwHPvnkk1i1alWS2fqzYH1TO+fhPJ7zebY5JfN9nmP+80HOXziPYR4U7zyaDWB7+EBz69atdCYQzo+eeOIJ33cUnoNMz3x4PNketouJ+B2HD+uZhm5/4QNAPlzndx6GsR+wPzAfijevzZs3g/PxRYsWMapPSpYsab4L8GUbfpdjAL/b8Tse60RhHPqnRchi0KBBZk5jjz2PP3V+VyldurTJln3l9ddfxzPPPOMbc8iBfYR1YBr7MhATsK/zQefKlSvp9MmZ+E5pOfkKjRAlzq0HL320XfXUJ6HrlKesCCEwZ84c8Jrds2dP89JHaqrFsYnxaVM4Zw8k3V+Lwxfz4M6NKe68yO0k7sd1AKP7FkKXy/MwG4kIiIAIiIAIiIAIiEA2JOBE50LMuCcR3bax+c0k55WcOHK+SHEGf4b/Xp1g7iHxPoGdbzKeFYuNbqvLFgEREAEREAERiFwC9prttalTeK23NnV7/T954iTGP/IDVn+/zW0Yf8RBASY9Ng/Lp21KNFdgWgrz8hc3A/Ohv1FkiIAIiIAIiIAIRAQBVUIE0kPgq6++QseOHc27SMHy4eIIfH/iiiuuCBZF/iIgAiIgAiIgAiIgAiIgAiIgAmEmoOxFQAREQAREQAREQAREQAREQAREQASyPgG1UAREQAREQAREQAREQAS8BLix1PDhw71eRm/bti1uvPFGo8sQAREQARHIfARUYxEQgcxFgOvsjh8/HlzXMVDN33zzTdx0002BguQnAhlKwPtbcOoUVsj7G3Lq9vfotCmzxm/D+GEbAf4cneIqjuO4JnBRs1J4YEgj5C2QC/oTgTNJIE9MXrT58HqUaVje9EX2SCOOWwtXlrwwD2s/+S3Bugnsz+zj7PsU6m5sUKdQp3h1uiUiIAIikBkJFCtWDLxnyDXbWf+1a9eC6yWnZ4zjODphwgSzBj73RGC+XDed+7A0a9YMXD+8cOHC9Daybt06s+8M1083HlnQeOONN8C14rlvTkqal2ScuNOhcVxB0HVz3cDTvplDcxwH1113HerUqWMqHBsbi7fffhvbt2837rQau3fvRo8ePTB16lTYazj3ALD7MHAvALqZP/sq9+F49NFH07W/FM+XUO5hwLr578XAc8i79wB1+jEu1+rn3gPc44Nu7ifANf1DtedAqPYOYN28Eqo9xbx5JqezzJ9++slE4zkZaC8XE5gCI9B+JOxbtq/RpptZcV8t7sX18ccfmzkl/axw/4m7QrynF/NeunSp2T+RY6v/Xg/cH4JxKAwfOHCg2UOCbkqo+xDzpPBcOVN7jbG8lArrxb3meB5xTw2m8zLjvnTeffN4zt13333YtGkTo0a88FrBNkZ8RVVBERABERABERABEciGBNTk7EsgKhxNdxz3qUc4Mg5DnrxpwZs0Nuvff/8dd9xxh3mwzk3cpk2bhl27dvlu7th4SdkFCxYEv6z17dsX3FjSxr3ssstAPwo3dLT+33zzDRYvXmyc3Izy2WefxbfffmtuVDIuN9McM2YMeJOG9TURXWPBggXgDU1XDfjhTa4DBw6Ym14TJ040+Q0YMACTJk1C//79zUZ1zP/WW29F3rx5TR5FihQB203/hx9+GGXKlDH+KTGqVKmC8uXLm6i8uWu/2BqPUwZvgvlvWsl6Ll++/FSMhBbj2htr3Fgvd+7cCSP4uRjetWtXw5m8bTCPA9tEYTjj2TBr8wbywYMHUblyZfAGG28skxflyy+/xODBg8Hjw/hsG8Opp1f27dsH3qTmhpmjRo0ydaf92WefoVy5ciZ73hQbOnQoyIMePE4vv/wypk+fburFdvHGL/vN/fffb+pJbrz5wX7DNF7ZuHGj6Q9sM/2rV69uNnYdN24c2N8oY8eOxWuvvQZ784ZpRowYYR5kMg2F9WEcm0+NGjXAF1NsPmTHvvfJJ58YrkzDm1PPP/88eCOK7kDCG6vz589HoUKFzCai3nZaNravsZ1TpkwJuOEi6/fOO+/4zt/mzZtj8uTJYB5kxvrxfGB77bFduHAhQnVsA7XN34/H//3334dlWL9+fXz99dfgOc96sZ4vvfQSZs6cCfYRezyOHDkCttveaEntuONfD38368Ubddy4lmE8FqyH91h88MEH4I0s3rDiDWIeC7Jj32GaQHLo0CHMmjULuXLlMjcM2WeZL9vJF5d4fOyNeqb/7rvv0nyjnucpz2nmQ6lQoQKtsAiPCzfwtf2I/Zx9r1WrVrjmmmvMsVuxYoVvQ9zUVoI3CDn+kxvT8qbgzp07qQaVzZs349dffzXhrJ93TDSeEW045oWK01V0TqvSIpYA5y982MFrQEgqaeaTjl9fCEnOEZEJx0Nu/v3YY4+Za6+9DvCh2w033ADHcRLUk+P9p59+auZxDOBDn969e5v5oR1HaXNc5QbcHLcZj3NZHhOmp9sKx/lQXH9sfqw/5yacL9CPD7143eS7EnQAABAASURBVOI1gdcze821deMclXNAxk2PhHqOFOp5OXnwuJAP25nWORfTWtm7dy94/MmV9WX+vI5yfsN5GPsQ4/K6TPf+/fvp9EqKdc6BJ7nfHZiA1yJe6zj/4LzYlsl+yXYdO3YsyYfcoepznMdzPs/yvde2YPN9PkBjHcmD7eD3MJ4nnMcwDwrn0bNnzzbnor2W8zrLOQvTWOF3GX5PYFvox2sz521Mz3x4TDiH40NYO1dlXKZhWqaxwhcRBrjfzRhOv9q1ayeYR9u8ODdq7s5hGYdxOY9mWropVatWNd8f+B2O3xHox+92t7rf8VgnCuPQPy3Cvsv5FNvKvsBjT+HYwu/NjhM/VrGvcM5vOfPYkM2oUfHfb5iGGweQFccH1oVzNc43Ofenm3ImvlOyL7OsSBND0jXcT6RVTfVJhgCvd5wD8bqaVFR7LQ5k04/Cc4jCMePOof9h4ny3R/BDAQ2HJj56ohBuvDxPUsUpTAREQAREQAREQAREIBsQcHLnRMznTyK6/SVwHAeu4Yr7cVXAgTN4LP575QvzjITzTO+ck7oVeP7o53FKFQEREAEREAERiBAC9hrttalb4bXeCu8tUU4cP4Hxj87Dqplbwd/70YhzFf7oL85t16Q+8/D71A3mHRDGt+mtbfN2o5oP3UZxDa/uOvURAREQAREQARHIOAIqWQTSTIDvevEdCr6LHiwTPuPnuyd8PzRYHPmLgAiIgAiIgAiIgAiIgAiIgAiEnYAKEAEREAEREAEREAEREAEREAEREAERyPoE1EIREAEREAEREAEREAERSECA644m8DjlePDBB09pskRABERABDIhAVVZBEQgExLgWtaff/65WVs6UPW5/iLX5eY64YHC5ScCZ5qA9zfg1CmsA38/Tp1C3f62nDbl+8+3YvywDcCpH6LHW3GuMw4XNSuFnq82RJ78OZmVRATOOIHcBaPR5sPOKNOovOmTbs90bbcaXDTB7axLnp+HNR8tTbBuAvs1+zr7PIW6m8JN56Z201CnMIy2RAREQAQyM4GLL74Y3v22uHcM9yhJa5t+/PFHs1eWHSOZ/wsvvIA+ffqgS5cuuPPOO8E10rnRcuHChU0xXAP/ww8/BG3jkQUNrqXO9fkvv/xyJPXbbABJt96sERgfxYGDUx9kxr8CBQqY/YbsfhhbtmwB1+fmvhFpaQ/Xwmdfs3uXca+Ahx56KME+HPztO/cX4LGw68yzzw4fPtzMBdJSbij3MGD56d2XgvsJcF+BUO05EKq9A9g2r3BfgVDsKebNMzmd5yH3wmM87unA/Sqop1Y4vr377rvg3mRMy77Gfd7Yt+yeH7S5xwL3ZmAczie538Lq1avpNMI9I7jHQqj39GLmc+fOBfPn/hTcp4Jls19wrwfuD3HXXXfBrgFBJrYtTBvqPsQ8Kdxbh/t2cM8sf16h3muM5aVUuA8Yr0scQ8ikZcuWZs83y4x7gXDfPO4ByP1UmC/HK6Y5fPgwnREtjnuhoER0JVU5ERABERABERABEcieBNTqbEwgKhxtdx9fhCPbsOTJm0LPPfccuEGht4CjR4+CNwv69++Pq6++Gk2bNsVtt92GCRMmgBsu8gu5N35adX6Z40aI/LLOPG666SbwyyC/FNLtlfz584M3MitXrmy8uRHjjh07jB7MYJq7774bZ511li8K886TJ/QbxXHDyQsuuMCUwxsfGzZsMLrX4BfyP/74w3gVLVoU3JySDt4Q4AMx6lZ4g/aXX34xTsa98MILjR5Ogxt1DhkyBLwh4TiOryjHcXDFFVeAx8d6ss7sJ9adHvuaa65BvXr1EmRBNo4TX4dFixaZGwSMQBZDhw4Fb7TwWNLPCm8M3XzzzeANR4bFxsaCNxV4Y8bGYd/lgpw8RvSrVKkSeCOTNt1WHMdBo0aN0Lt3b/AGCv3nzZsH3oigzrYzb97EoJs39nljkwzp9sq5554L1tmWwfoE2gjVm4Zt6devH1q1auW7cWTDK1asaDY6JSP6sU9t27aNqk9YL74EQ5uerB9vrJQsWZJOn5BT27ZtzcMC68kbaex/1h1O++eff8b69etNEaVKlcLjjz8OHmPj4TEcJ/54cKNV6802c7Nd6w6lPXXqVLCPM0/Wh5tatmjRItGx4BjD49S+fXtGNRsJjR071oyTxiOAQebso+yrPM7eKByrnnjiCZQoUcJ479q1C2vWrDF6ag2OkZYPb/zbzWZTm09K45MPrycsy6bh2L5161bwodMtt9yCZs2agTdpGY/n9YkTJ2zUZG3eDOSLX4xILt6bqPTzF46fPNfof/7556NcuXJUM4nw7YlMUlVVMwGBdevW4frrr8d1110H7wOIBJFS7GA/oKQ4QURE5Njcyr121a1bF0kJxwzOLb///nvfQ8EaNWqY62Xp0qUTtYUP7LixOAM4dg4YMACdO3dGzpwJX4DjGMvyOTYzHuNzXOYDROpWQn394ZjDuTPz5zjIB1O89jpO/FyG/oHqRv/0CMdSXreZB69XnG+kdY4U6nl5qOZcbJtXOC/j8eUi7P7H/+yzzzZzCV6fmYab2PO7C/XTkjKN15Bx48aZaztT3HPPPeA8xPYr+lE4vws0l2SYV0Ld57x5J6XPnDkTdt5bs2ZN8KF1vnz5EiVh/+SckFxtIOdoPI7WfeDAAaxcudI4OafkfMayNp6nDM59vXNoPvz766+/ToXCvPD38ccf++bVPFf4HSTQPJrl8HxnHGbAuTgfEnrrRf9wCueofLHGy419j32R5XJewjpx3kN3hw4dwI0CeE7SbcVxHPMy0Msvv+yb7/I746RJk2wUZIXvlL7GpFIxVzzXcD+pTKnokUCA5wHPE97P4bXJv07+5yzd/sJzyMqdQ+MwcT5zcXtE/Idbs3EAwcf9CuGGy0J/T4elSURABERABERABERABDIfASdXTsSMexK5219i5ovuxNG12Y44V3Unk8+Nxb8vfW7uP3G+6T8PpdvE9vwwjW6JCIiACIiACIhA5BDwv17T7RVe4yl858bKieOxmPDYT1g760+cflLjuLorDlzbFfee7ZR+C7B82iYzV7BpmZdXbFlw/6i7lvl4deMhQwREQAREQAREIAMIqEgRSD2BpUuXolOnTuC7J5wDBsqBi3GsWrUK9957b6Bg+YmACIiACIiACIiACIiACIiACJxRAipMBERABERABERABERABERABERABEQg6xNQC0VABERABERABERABETgNAGuF8Y1b0/7xGtcU5Zra8W7ZIqACIiACGQ+AqqxCIhAZiXANRU///xzdOvWLWATuLcA14C1G/4FjCRPETgDBLy//aZOYbH83Th1CnX+nsja1L//fBsmDN8Ex+GP0ClwdVfg4OL/lcYDQxoiT76Eax9DfyJwhgnkLhiNNh/egHKXVHBLju+nbhc1uuM4+O3FH7Hmo6W+dRNsH6fNvk+h7iYwawLTTZ3i1emWiIAIiEBmI8BN0Dkf5byVdT9y5IjZU8vu0UK/lMrff/9tNlu3YyP3VeGa9NxzwJuH4zioVq0auGa9DeM6+NzLyBsvK+rfffed2cOJG9Nzv6bEbUzGJ+50uFFdw/2c9sxkGvcn69ixo6/W3C+C+274PFKh/Pjjj2aPOCbhPghPP/00brzxxkT7cDCM/bJHjx6+vZNY7ooVK5g01RLKPQx47oRiL7BUNyJIAq6ZHqq9AwIVwWPBNQs4BnGPB2+clOwp5o2fEp37GXC/Ce5TVqtWrZQkCRiHe75Mnz7dhLHe3Gsi0N5Z3H/i0UcfRZ06dUxc7n/FewDG4Rrh3NPLzd7s58D9KbhPBd1WuD8E97hp3ry59cJPP/1k5rk+jzApSfEK5V5jKa0+96N79913wWPDNNw3bdCgQb49MOhnxX8/lSVLluCbb76xwRFrx68qm5mvFBGLVhUTAREQAREQAREQgXQSUPLsTCAqHI134p96hCPrsOTJm4LPPfcc3nrrLXBTSH5h9C+IX9qWLVuGwYMHgxtD8ibSjBkzcPLkSf+oqXLzBmi5cuVQpkwZI7wx4ThO0DxiYmLAGxU2wrZt26wa0GbcypUrBwwLtafjOGjYsKG5ycUHWbNnz070BX/z5s2wdeYXX27wyHqsXbsW3FCTuhVvXLahdOnSNihsNuvEYxGoAMdxzM1U3sxh+O7du5Gmm6pM7BHm16hRIzhO4OPOh+DTpk1DbGysSXXNNdegevXqRg9kOI4DtsPG4caly5cv90XlDSnefKEH+zpvTibFtnHjxua8YD/lop4nTpxgUjBfuwEqbzwxnwIFCpiwQAbL4IvDdqNQbgLLDUwDxaUfb2JdcsklVANKlSpVwDox8NChQ9i7dy9Vn/CmmW0368ebZsHq5zgOuFFjhQoVzPnFm3WhOLa+yiSh/PPPP6hataq5AcQbZGeffXYSsYHzzjsP7DOMFKo+yLy8cvjwYfD8tX7J9Tne4Lv99tsNO6bhA5YFCxZQDSgcl1q3bh20z3OTWTKxie2YYd2RajuOAz6ImjhxIm655RYULFgwYFV53L744guzOG6LFi3AhwdkhmT+ChcuDMa30XiMeG2ybq/NY+i9aUzevAHujRPZOsdDSnwtOW69/vrreO2118ANkrlx8EsvvQRuOP3888+D13BenynccFjyrNl4OaUcyDWedOhM9nE+fOUN7rTnyj5ASXsOmSElr8W84c/++/7775v5YKB686EuN2Rn2P/+9z8z3lAPJozTtGlTE8xzyP/BdyivP3ygyAeUdq7C+SwfuprCAxgcK1m/AEGp8gr1HCnU83JyD8Wcyx/KRRddhCZNmvh7+9ycN/NaS49AcyQwIAXCedSmTZtMTObJ70COE/ic5DyPLySzP5sEAYxQ9rkA2Qf0Yp/MnTs3eI7xe1SbNm1AO2Bk19NxHDPvdVXz4TH0vqjC7zgUBjJvtol6IOFc/NxzzzXnNM8H7/fGHTt2wJ6TnKcmN4/mHPbOO+/0zQF/+OEHsG6Byg2HX40aNUw7guX922+/4Y8//jDBnMd17do10UsRJvCUQR433XTTKRcwa9Ys7N+/37gdx8n03ylNQ9JgmLPLNdyPLzW/k9g50KuvvgrNgZ5N1RwnJXMhXsN8wEOgfPvtt+bFiN69eyPQGOFfHt0Uji1Wbh/yHybNBxz3nyYtB4DjOBjzZCF0vjQP9CcCIiACIiACIiACIiACXgJOzhyI+bw/oq9t6s4b3RBOIOHAcVyh8/lx+O+lz2HnnJyDWnGDEz3LYxj9JSIgAiIgAiIgAhlPwF6XvTZ1K/b6bm0+OznxTywmPDYfa2dtM9f50z/doEYBaDIPalOf+Am/T92Q4MfsNj/GoU6bQiLW9tfploiACIiACIiACJxhAipOBFJJYNSoUejQoQO48FywpL169cIvv/yC888/P1gU+YuACIiACIiACIiACIiACIiACJxJAipLBERABERABERABERABERABERABEQg6xNQC0VABERqrij1AAAQAElEQVRABERABERABETAQ2Do0KEeV7zKzbv4fl+8S6YIiIAIiECmJKBKi4AIZGoCOXLkwMiRI/HAAw8EbAfXlrzyyiuR1g0nA2YqTxFIBQH/339bt/d34tT5W3RrU/9u3DZ8MXzj6d+ex8Xx5+dGLm5eCj2HNER03pypqImiikD4COQqkButP+yMco3PMX3UdFzXYH93ey5+e/FHrBm9NMG6Cezn7PMmjtu/qbOG1k2dQjdtiQiIgAhkVgIlSpRAu3btzLpzbAP3fpozZ45Zd4bulAo31965c6eJznuSV1xxBTgXNh4BjAoVKoBxbNCSJUvAPVKsO6U291vh/i3r1q0D9zDifgwTJkwA5+C8XzpgwAAMSIeMHTs2pVVJcTzul8J9g/jb7QSJknM4pyMY1TUcV077Zi7NcRzceOONvnX9uW7/22+/jZTsveNtKa/Z33//vW9PLu5hwb0svHG8uuM4uO6668A9rejP/SW4fxz11AjrG8o9DLhvQDj2pUhNm7xxQ7l3gDdfq5N/evYUs/mk1F60aJFZT5P7lHH8SWk6/3g//vgj7J4v3H+B6y84TuATkftDXHvtteBeUdzHrGTJkuCebRzrZs+e7cs61Ht6cV+3Ll26gOX7CvEo3COM+wNaL/Y9734a1j/UNvc/4d5XjhOYV6lSpcz+a7bccO81tmbNGrCfszyWndz+GNxP5dZbb2V005e4vw73gTAeEWo4cP+D8I7QKqtaIiACIiACIiACIpA9CKiV2ZpAVDhanxkfVHCzynr16pmbeNOnT8eTTz5pNm3Lly9fQESbN29G3759cdttt2HLli0B46TEk1/OBw0ahMmTJxvhl9Wk0vEGZ548eZKKkiCsfPnyKFiwYAK/cDq4mWPx4sVNEatWrcKBAweMbo1ly5aBX/pZp/r16+Pss882QbwZ4M/RxmWE2rVrI9ixYHgoJG/evOANk6TyYh2io6OTipLqsCJFiiS5oeZff/3le3mDdWzUqBEcx0mynEKFCoE3ihiJDxR5I4o6hX3X3jgvW7YsLrroInoHFd7QeffddzFp0iQMHjzYd7OEm8LyRiYTcoPTqlWrUk1SLr74YlRwb8Qz0t69e7F69WqqAYWLhybFmjdCCxcuHDAtPdn/Dh48SBWsX5UqVYwezChTpgzGjx9vFjZ9/PHHkzwmwfJIiz830/3oo4/AG8LcJDK5PMiEN9uSi5eecN4Qt+cj+1Lz5s2T7XMcyxo0aOArln2ON8p9Hh6lYsWKSW6+y2Ob1Oa8nqwiUmXd77//fnDzTz4YuuGGG8xYx+uMf4X5QOnLL79Ex44dMXr0aHg3B/aPS/dll10GPvCizvMn2A3LjRs3gg/JGI+869atSzUTSRxfnfDVd9eunXjppZfw/PPPm3HomWeeAa+dAwcOxFNPPYX+/fsb4bXbK/369YMkeQbk6oMdYmXAgAHmoRv7eaqzjuOrM3FuX0h1ygxNwM28r7rqKrNYNh/YWGnZsqXv/LUV5KbffAg+btw4MJwPS2yY1+aNfz64tn5NmzZNcnNtxuOckXMt6hSm5wMh6pRQXn843+N1l/lyrOMDH8cJPldhOy+//HJGT5eEeo7EaxnHllDNy0M15/KHVLNmzSTnxZwnsB/6p7PulNq8lnMeyfic43POSj2Y8FrDh1vBwkPZ54KV4e9PFt26dQPPMb60wfPRP46/Oyl2/B5mr8N8OMvrEB/uWU7evDhP5bWd/YnXLc41bfj69eth5+O8TleuXNkGBbUruHNoPlRmBKZl/6J+JoQvknBMCVaWt69w3LH1DBaf/hzHihUrRhWcz3jbw/6WWb9Tmgal0eBVjxc9Y5/Kg+P/iy++mGgOxOtrsDmQ5j7Jz328jAKdv6fwp8t65ZVXwHOH44B/RrxnFkxue/VfTJp/6n3iU3Mh0y/cjjGmX0Fc3yLl94P8y5VbBERABERABERABEQgaxNwckSh0LgnkbtDUzOhpGHmnbbZz4/Dvy+Mg/Fz55pe20ahn9Vli4AIiIAIiIAIZDwBe2322tSt8N6WFT6bp5z4JxYT+/yE9XN3wH3I734cOHD/XMNxolDrqvj70a4TjmNM1wa+fmoRlk/d6PsxO/OyebM8r043xc3VfLy68ZAhAiIgAiIgAiJwxgioIBFIKQG+o/3ggw+CP0betGlTwGR8Ts93HLjgRMAI8hQBERABERABERABERABERABEcgQAipUBERABERABERABERABERABERABEQg6xNQC0VABERABERABERABETAEuA7fAsWLLBOn92rVy/fGqA+TykiIAIiIAKZioAqKwIikDUIDB061OxbEKg1v//+O7gWLTcSDBQuPxEIFwHvb72pU1gWfx9OnTbF/n6cNmXmuK2Y8Eb874zMr87523MjQJ0WZfDAqw0RnScHs5KIQMQQyJU/N64efQPOblIRiO+4cBwHDmBk2Us/Ys3oJb51E7x9n7o9J+D+Uae4qvl4deMhQwREQAQyGQHutcU14m21uffN5s2brTNFNvcZsONhtWrVwN8eJ5eQ6+VzbxbG4++ZuXY68/jll1/w6aefgutoP/TQQ7j99tvNhu1XXHEFuIY59zbievbcf4nrvnN/AK7lzHZw/wJuuM29wPj7aK4Dnx4ZO3Ysqxdy+fPPP81+ZVdffTV+/fVXk3+yRtzpGGYHDtcd58pp38yn8fj37NkTdm1/7nP0/vvvJ7vvjrel3Odi5cqVxisqKgqtWrVKdh8O7h3G/mQSuQb3z7L7U7nOFH1CvYcBzzmeAyw8PXuBMX0oJNR7B/jXKb17ivnnl5Sbx5bHmHHq1KkD7gFBPbXCvVq4Z4tN17x5c3BPNusOZHMPmZkzZ+KDDz5A165dwf20wr2nF/fCOOeccwJVx+dn93jweZwBhXtq8JwPVhTZJBUeLF1a/ZcuXQq7bx736PPuBRIsT/Zby45rb+zatStY1Ijw57WC19WIqIwqIQIiIAIiIAIiIAIi4CMgJXsTiApH8x2HjzrCkfOZyZNfZNu1a4c33ngDc+bMwddff41BgwahcePG4E0cby14E6h3797YsWOH1zuk+qFDh7BixQpw4zhuYMn6pLQAbhTpOGfuePAmKW+ysn7+GznyoS55MYzxqlSpAn45p/vYsWPYuHEjVSPHjx/Hzz//bHTedOVNWOMIo1GoUKFkbyKzbyR38yW1VSSLpPLcu3cv9u/fb7I9efIkxowZg8GDBycrfOnDJHIN3vzljSRXBTccjY2NpQrefChYsKDRU2usXbvWl4SblvqfG75Aj8IbLeeee67PhzczfA4/xfYNP+8UO21fYwLe3ExJ/Rg30oTHnDdpeUNv4MCBeOCBB8Cbi+GsJ8uzfY4PO0qXLp2i4i6++GJfPOZhb3T5PE8p5cuXR1KbyJ6KFlKLN6QoIc00mcxy5swJjocPP/wwJk6ciHnz5uHDDz/ELbfcgrPPPht8eGCz4Jg3fPhwc34nVU9uqMsbgkzHjYf58Iq6v7Asy583oJPbtNk/fca7HfD/dD2c06q0TEeAcxhuun3TTTchqXE/UcPM/MVx+0KikIj24PnGB419+/aFV3jtnjJlCu6//35ER0ebNvABJOeYhw8fNu5gBsN5Lbfh06ZNS3YewPJmzZplk5jNxrmRtM8jGSU115/du3eDD9aZJedTnNtQT0o4nqX14ZjNN9RzJJtvUnZq5uWhmnP51ye5ORLnzkm8GOGfXUA35+be85XzdsdxAsa1npxT8vpm3am1U9PnUpt3UvE5R+YLAVOnTkWfPn3Qr1+/oNE5Z+fLFPYazvlmly5dwAe0TMv52v79+4OmtwHsG3zxj24+2OOL3Dxnk5Jhw4b5vhNwLs/vWkx/JoTfKYOVw3HFOz7xAafjJN1XmBfnmJwTUmd/836f5hjCORTD2E6+tECdEunfKVnHtIqh5hruJ61ZKF2EEdi6dauZ+7du3Rp8EcC/epz3e6Xbyycxab4nljmX3B7hfsb2L4TrW+TxBEoVAREQAREQAREQAREQgcQEnKgoFPq8P3Jf18wNdNz7ahRXPfWJe34sTj73Gew89JR3Irf1ly0CIiACIiACIpBxBHi9Zulem7oV3mO2wvum1I8fi8WEPguwbu4O9/oOV+LihRm5ctPwK9BleEvUuqoy+Ls/5uVG4MfI108txPKpG82P2ZmfzZc641pxs3Ljx+dNncIw2hIREAEREAEREIEzSkCFiUCKCPBdho4dO4LvJgRLwAXm+J5ImzZtgkWRvwiIgAiIgAiIgAiIgAiIgAiIQMYQUKkiIAIiIAIiIAIiIAIiIAIiIAIiIAJZn4BaKAIiIAIiIAIiIAIiIAKGANffCfSuH9fz4fqTJpIMERABERCBzEpA9RYBEchCBLiG7MsvvxywRVzXkutVfvXVVwHD5SkCoSbg/Y03dQrLsL8Pt7b93Thtyrdjt2LCG5sQZ/7hmq5w51lX6rQogwdebYDceXIwK4kIRByBXPly4erRnVH2kgrsuPFrH7i1NGsouL152Us/YvWoX826CezvPA9o8/ygbm03SXxat99TpzCMtkQEREAEMiMB7v3Stm1bcD8l1p/7lEyYMAFc+5vu5OSff/4B1/y38bgOvuM41hnUZnklSpQw4dxv5a+//jL7FdStWxc33ngjuL/OkCFDzMbZX3zxBfi758WLF4N7HXFtdpZrEmdig/uH1atXj3tSgOvsJ9kUD1IHDszHtZDJ/y666CJ07tzZ1woy+f77733u5BT2Bbu2P/tUSvc6OP/888G9EZg/98ngHhLUQymp2cOAew9w/wCWn569wJg+vRKOvQP868Rxwt8vXG7uU8D1ELg/RHr2r+OeL3/88YepJvPi/hvGkUqD+3HZPsv9FkK9pxf3GbF9O5VVC2t07ivB601YC0lh5py785yz0XldeeGFF5Ldw2fkyJG+a+OBAwfMNcvmEYm2414oKJFYN9VJBERABERABERABLIxATU9mxOICkf7+dAuHPlmRJ6O44BfbLm4ITdd5E2iN998E9WrV/dVZ+PGjXj99deTv5nmSxFY4YOfVatW4Z133kGPHj3ATeIaNGiAFi1amE3jWP7y5cvNQ6PAOST2zZkzZ2LPMPrwi7a92cGbucuWLfOVxputa9asMe5q1aohJiYGF198sXHT4IZ4/IJMffv27eamK/Vy5cqhQoUKVMMquXLlQnR0dFjLCJQ5mQXyt3680W1vFPJmHfsgb5YnJytWrLBZgDeu7c1eazOQfTtv3rxUUyU8tryBaRPZm+rWHcx2HAeFChXyBe/evdun+yv58+f390qV29tO3gRKVeIMisybO9OmTcPTTz+NTp064bLLLkPDhg3NWMBNZadMmYJ9+/aFvXbcaNUWUrhwYeTOnds6k7S5KS7PI0bizUbejKbuL4zn7xcON/u37W88h3guhaOclOZJjhdccAHuv/9+TJw4EdOnT8fNN9+MfPnymSx4DRgxVNytbwAAEABJREFUYgQ4FhqPAAbHKF4beDOYwbNmzQJvnlO3wj4yZ84c4+R51KpVKziOY9yZx4h/XSLz1Fc1TQkBbhBNSUnc+DhZrx/wHOZ53717d9jz+Ntvv8Vjjz0GPvCJb3dik3Mob/hPP/2E5OYBDGc8mxuv3d5ro/Wnnd7rD/Pli0zMi2M8H45ST0oYh3GTipNcGMd1ju+MF4o5EvOxwjE5vfNycrH58ZqUljmXTe+1ObZ73anTUxabc3IytbE5H7d6MJvtYzuDhXv909vnvHmlRudDfJ4bffv2RYcOHdCsWTM0btzY6AMGDDAvf/hfV/3zv/LKK8Frq9efafjiCOdrl19+OfiiC78f8gVssvTGpU5/2hTOqSdPnpzsOc04jMs0FO+YQHc4JanvlPyeQa62/GLFilk1SZt5evuyt238fpRZv1Mm2ehkAnnVg2u4n2RiKjizEeD8hxKs3hwnrCSMw97givtBZpvOJ2yIXCIgAiIgAiIgAiIgAmeQgOM4cBzHLTHO/YpBcVXPxzv39OqeKFJFQAREQAREQAQymACv0ayC16Zuhc8wrPD5DPV/jhzHxMcXYMO8neC9JHdKAMdx5wSuREU5uGl4S9S8shL418XVL2xdxReO+GhukINvBi7G8ikbzXtJzNfmT53l06a4kc2HfkZxDa/uOvURAREQAREQAREIOwEVIALJE+CCcu3atYN9nzBQCsbhwnLeZ/iB4slPBERABERABERABERABERABEQgIwioTBEQAREQAREQAREQAREQAREQAREQgaxPQC0UAREQAREQAREQAREQgXgCr776KrzrEsX7Ar169Uqwfqf1ly0CIiACIpCZCKiuIiACWY3Aww8/jHfffTdgs7jWJteO/uSTTwKGy1MEQkXA+9tu6hTmzd+CU7e2/b04bcrMsdsw8a3NblQH8f9wbVccB3UvK4sHX22AXNFh2boE+hOBUBHImTcXWn90I8o1rQTHYU+Ozzlec/D7K/OxetSvZt0E9nueD7S95wb9mIp+FOoUr063RAREQAQyEwHuGcTfFTuOY6rNzZD5G+OUjG1cj557nJiErmH3eHHVJD9cS5xr09tInA9bPbvZ27ZtQ1JrUBseccY0hlFdI84V45GJDcdxcOONN6JmzZqmFexPb7/9NrjvmPFIxvj77799+3TkyZMHBQsWTCZFfDD7XvSpPca4D8fBgwfjA9Jocq399OxhEK59KdLSnHDsHeBfjzO5PgH3cDpy5IjZP7By5cr+VUmxm3NAChNwn5QiRYpQTbWEe08v9m3u45DqioU5AZmFuYgUZ89z3ru3BZ+x8fxNTrgnHPsSC+JYxXOFeuQK15SNi9zqqWYiIAIiIAIiIAIikC0JqNHZnUBYnqI5cLIsV37B5WaE7733Htq3b+9r54IFC7Bu3TqfOzUKb3j+8MMP4IP5rl27gnkvXLgQO3fuNA+HvHmVKVMGJUuW9HpFnH7hhReiaNGipl5LlizBiRMnjL5582bTJjpq1KgBx3FQsWJF2E0i+WX40KFDDMbq1auxd+9eo9epUweFCxc2uoz0E9i4cWO6M2GftTelUpsZb/ynNk1q4x89ehS8OZradBkVnzeC+/Xrh5YtW6J///748ssvwePk/4CCN4+rVKmCXLlyhbWq3hvDqSmIN8J5IzA1acIZl2Old+xYv359OItLdd4cJ3v27Inhw4f7xkze6JsyZQp4jgXLkONnqVKlTPDKlSvh3y6OnxxPGaF69epgn6GeucSdR7jXiMxVZ9U2GIHChQuDG2HPmjULTZo0CRYtgL/bD0AJEJSJvRzHMQ8hvfNIzvs4FvBFoDPZtFBdfzhns3O4M1n/cJTF8TdU83Jey8NRx3TlmcLEnEvt3r07hbFTHi1UfS7lJcbH5EP+7t27o02bNhg8eDBmzJhhfuzGdsbHiDfz5cuHqlWrxjuCmIwzYMAAPPfcc6hQoULAWCzvww8/RIcOHXDbbbeZsgJGzAKe/E5ASW1TcufOjZiYmKDJsuN3Ssel4V4i/K589HUD9MmUBKKiosyY8+uvv+Lqq69O0AZeb+jhtT94KArtGtEXph84p0xanQcdxOezj0N/IiACIiACIiACIiACIpAkgbg4HOw4CMfHz3GjuTNK90uG42r2E/doR0Q91sncf7ZzURvmbycX7h9fbhEQAREQAREQgdAQsNdgr03dCu/HWuFzJcqxw8cxse9CrJ+3w61EHMCPkThERTm4afgVqHVlJTfs9OfGYVfgwtZVXA9GjLeYkOVMH7gIv0/eAL43wLJYBoU6w73ipjRzC9oUhtGWiIAIiIAIiIAInAECKkIEkiCwatUq8H30Rx55BP7vRthkXECB73hz0TnrJ1sEREAEREAEREAEREAEREAERCDCCKg6IiACIiACIiACIiACIiACIiACIiACWZ+AWigCIiACIiACIiACIiACLoGff/4ZQ4cOdbWEH65Nefvttyf0lEsEREAERCDzEVCNRUAEsiSBO++8E2PHjkWwDQ9vuukmvPnmm1my7WpUxhPw/qabOoW18v89uP2NOG3Kt59txRdvbuLPyt3oceC/q7g2UKdFafR6tT5y5g7LtiUsRiICISWQM09OtP7oBpRrWtH0YWYe36fj11BY/sp8rBn5q9nnhf2f5wdtni9W6GfSxbkpXaFOYThtiQiIgAhkRgL16tVD3bp1fVXnWuybN2/2uYMpHBPTMv5x/65gc+JgZWU1f/5me9KkSRg9ejTOOeecpJvnWRjQqK7huJJ0oswRyvXmufeO7Q/cL+f99983axgl1wK7zlFy8fzDuT9Snjx5/L1T7eaeAqHYwyCS9qXgOU1JLYzcyewdkNr8QhGfe95xXQTmdd5556F48eJU0yR79uwB98pIU2JPIvZZjzPFKvtsJO3pleKKK2IGEnDgOE4Glq+iRUAEREAEREAEREAEEhGQR7YnEJYnaWm5MXemj8S+fftw1113oXXr1mjevDmWLl2aqipER0fj1ltvRcmSJU06fkHfsYOLaRtnig2yGjNmDHr37g3vJps5cuRAqVKl0KJFC/Bh/jvvvINZs2Zh8uTJ4E3TFBeQARFLly6NypUrm5LXrl0L3sCgY/Xq1YiNjUWhQoVQrVo1euGss84y7aRj27Zt2Llzp1kcfPHixfRCrly50LhxY6PLAMqVK4fp06eDL+mmRt566y1ws1IyLF++PK10ieM44GaGSMMfb7SmIVmqkvCGVXpuuqWqsHRG5rhx9913g8eVD39tdrxBzfOEG8dyk9kJEyZgzpw5eOqpp8D22XjhsPmgJC35/v333zh8+HBakoYlDRnyBqzN/Pfffwdvzlp3auxNmzaBL04NHDgQc+fOTbAo7hdffIF27drhsssuQ58+fcwD/dTkXatWLbRv396XhGPhsWPHfG5/hWNskyZNjPeRI0ewYMECo9NgH5o2bZoZa+nmNcSe+3RnHkn4wkPRokVw4403mmNw8803o1u3buYazE2V77jjDlB4raTw2i65y8xxUsqBfTtcfYN1WLNmDe69997UF2FeenH7QupTRnwKjrOcR1aqVMlX1ylTpuDHH3/0uYMpnEd99NFHqZ4L8OFvsWLFfNmG8vrDfPnAyJd5BiihmCOFel4eijlXqFGmND9eO0qUKJHS6CmKF8o+l6ICT0VauXIl+CO2X375Bd6HzUWLFgWvwZ07d8bzzz+Pr776CrNnzwYfsp9KGtTiPPiKK67A+PHjwRdYnnzySZMXvyP6J+L845577gHnEv5hdPP7aGrm9TYur4dMn9FCFpTU1oNzHfs9MVBazney23fKOBcEL320XdV88uSJRpcuXRLNgdinOf+hcP5D4TVXkro5EHk5jmNYh9rg2ML7IY8//rgva15n6EjKfrfnf2jb4F/zAnF8PLdH8OPK9YMOYNys48xCIgIiIAIiIAIiIAIiIAKJCfwXhwMdB+Gf8XPB7xZwZ5WcU7pTSRP330euRdzDHUA/4+EaVre266WPCIiACIiACIhABhKw12SvTd0K73Fb4XNhyvEjJzCx70Js+HEXHPcfFMc1XcmRMwe6Dr8CNVudfh4Fz98Nw67ARW3PA5MYcQ3HcVwTmDFoMZZP3mh+QMdyWK61WR+6aVPg/lnbVRPMN+iWiIAIiIAIiIAIhIeAchWBYAQ+++wzdOjQAR9//DGC/fHdiGXLluGiiy4KFkX+IiACIiACIiACIiACIiACIiACEUBAVRABERABERABERABERABERABERABEcj6BNRCERABERABERABERABESCBIUOGmN9wUPdKr169vE7pIiACIiACmZSAqi0CIpB1CXTq1Alcl7pMmTII9NejRw8MHjw4UJD8RCDNBPx/1003xfv7b+r2t+G0KTM+3YoJb/8Bx3HgGgAc80+73mVl8OCQBsiZKyxblkB/IhAuAjmic+Lqj25A+f9VhunacNyiXHE/roLfX52PNSN/MXsG8Dzwnhs8byj0o22F6Sh005aIgAiIQGYjwH2u2rZtC66/zrpzLxPuc8P1wOkOJlxj3HFODaDBIgXwP378OPbv3x8gJOVe3LOB+1ZxPfKLL74Yl156Ka655hqzFwnvkXJ/npTIgAEDzF4+/nGvv/76lFcmlTEHDRqE3377DW3atEGKktqFAd3IcXAd/LjiOrPE56KLLgLX5baN+frrr/H9999bZ1CbfYB9MGiEIAHcdy69+yOFcg+DSNqXgjwpQdAF9eZYkdTeAUEThjGA9eFa7yyidu3ayJ07N9U0CceaAgUKpCmtNxH7rNedUj3S9vRKab0zQ7yePXumev8e7vnRrFmziG4erxX6bhLRh0iVEwEREAEREAERyIYE1GQRCMvTNMdJ/Y25M30oeKPh0KFD2LlzJ3hDxn5ZT009ihQpAu8NlG3btqUmuYnLjSC5yCIf/NCjevXq+OSTT/DTTz9h6tSpeOmll8wmlHXq1EHBggXNQtl8GMS4kSrcMJQ3PVg/3gjZsGEDTpw4gSVLltDLMCtbtqzRCxUqhCpVqhidN2YZlzccVqxYYfxKlSrlCzce2dAgo7x585qW//PPP2C/NY40Gt4bQTw+vIGW2qxYn+LFi/uS7d6926cnpbCf83yzcbznj/ULhe04DniO49Tfli1bTmmRZfEmyaeffgo7/nDT2Pvuu89sPvvdd9/ho48+Qt++fcGNYcmKx45pKOFsSbly5XzZ87zk+evzSEI5cOCAb2NdbhrMsSCJ6GEP4gOm+vXr+8rhuLJ161afOzXK4sWLsXr1akyZMgVPPPGE75gxD8dx8Oeff4Lt55hOm/6pkRo1avii83w6evSoz+2vOI6Dli1bguchw+bPn4+DBw9Sxa5du8CFeengy19NmjShmgnFMa9K2IqXKVPWbM7Ma+Irr7yCoUOHYtiwYRg+fDjeeOMNvPXWW0befvtteOWdd96BJHkG5GpZh8pu2LAhZs6caY6H93qRqvzdvp3XknMAABAASURBVA63JzjImn/c3JobN+fKlcs0kA+p2X/5sNB4eAzvXIDX7fTOBXgdCeX1h9cnjrmsMq/zgdrAMK+wvbGxsV6vVOteLqGYI3EMD+W8nFxso9I657LpQ2SnOBvHcWD7JhOl5HsO53k8DozvL6Huc/75B3Ozn40YMQLkzzjsMwMHDgSvnTNmzMAHH3yA3r174/LLL0fJkiXN/PHkyZOMmmLhiyzt2rUzef3www/4/PPPcc8994BzIZz64/WZ/uRAL28Y5w0pnWsxbaRJnjx5DDtbr71791o1SZvnP1/+sZG880/6cR6Z3b5Tmuuda7gfIjDCFwGef/55c1/g1VdfTdEcSHOf5Oc+Xkbe740GejoN3tPhS228zvKlsbRk92aPk2hT3x2L3LEY7lzIfNyO4bjKDc8cxNhZx6E/ERABERABERABERABEUhA4N//cKDjIByfMA9wADOVBGeQFCC2dwf826s99CcCIiACIiACIhC5BOz9Y69N3QrfE7LC+/GUfw6fwIS+C7Fh/i7TsP9n7zwApCiyN/49zNm/+eRUUDF76omoCEgSxIACSlARDGBGEO/MypnAQAYRA6KISlDAhJgzEgVRQVREEEVQkggsoPOvr2Z7pnd2ZlmWmWV35uvpV+9V6OqqX6eanqkqpkV+xz7bwtC6X30c1bCyj0vltOxVH8c2roKI7wgYcdpJfuI3756IGWO+L9CZPSgD90WbOiz5m/p8AltaBERABERABERABESgdAjw/0Q333wzWrVq5f/rmGyvu+66K4YNG+b/05UsXmEiIAIiIAJln4BKKAIiIAIiIAIiIAIiIAIiIAIiIAIikP0EVEMREAEREAEREAEREAEREAEREAEREIHsJ6AaikCYwMsvv4znnnsuHOTttm3bolGjRt6WIwIiIAIiIAIiIAIiUHYJNGzYECNHjsThhx+etJAcx/q///1v0jgFisDGEmC/7mAb2onC/t8U9kUPNO1xz83DS4/OBSIRt0a8dg6cDyfU+wc69aiGLbfKyHQlQXFzUqvSpUNgi623xBlDWqFizQP9Oc1z253obo2e6zO6f4pZT04uMG4CrwteI5TE64j+oORhOwiTFgEREIHyQIDjn/Pdopn54nIunA8++CB6b/QhhR2OR8+x1oOYYO6TwJ9Kczz38Lj0e+yxh0+633774bTTTgPn3unataufR4TvQV9//XV88skn4LwxHPee/aM5VjnHNf/uu+8wZcoUcJ4eju/M8eN79uyJLl26FEvuuuuupOlatGjhy5RO5/zzz8c333yD22+/feOyjR4Sv43BkL8iWxYzA3kfcsghvko8tpx74+eff/b+VA7nfuNY7Izn+cTzgvaGZNWqVeA8BEzH7XfffXeaxRZum845DLbccsvYvjkvAucUiQWUspGpuQNKuRp+d5zHjjx32GEHHHvssT6spA7Ho6dwe86pwvnxaG+shOdUKM9zem1svUs7Pe8HnOMj2X45v9suu+wSi+I8XzFPFhnmHhSULKpSVlZFlRIBERABERABERABEcgtAhn5RS3ifuIo6xh32mknHHDAAbFivvfee+DLmVhAMQy+TAy/MAl/wS7G5j4JJ8fliwJ6Kleu7Cf2O/TQQ/3kkwxLFO5v4cKFicFlzs9Jtzk5NX+8mjhxop90ky92WdADDzwQ5E+bcvzxx1N54YtWvlidN2+e9x955JHY2JdkfsMscjhxMicrZZU4oe63335Ls8Ry8MEHx84vvugszstLvtzmhOOtW7cG/yTMnQcvTWnzhVdxrh9OcMrJdbkNhZMfU2dCwuXj5OwbKh9/SOVL+TPOOAOXXnopJkyYkIliFcjzl19+wfvvvx8Lu+KKK8A/W/PlcCwwweD1X5xjlrBZMm/KsH322Qe77rqrj+fLLJbTe4pwyG/GjBmxFPyBhi+8YgGbyTjppJOw7777+r3z+nnzzTfBsvqAYjo8b8eOHRtLXaVKFfA6CgJ4T+P9jn7eu6ZNm0Zzo+TPP/+MpeePYttvv33Mn8zg/lkOxvHHnVmzZtHEZ599Bl7X9FStWhWZvMa4j8xJJHNZK+eMEuC526NHD4wfPx716tXbxH3xPKBsYjZlePO6deuiTp06sRKyrcTnbOJ9iu0mtgeYkD9WluQ+w20D4X09nc8f3reC8vFHeT6rgn2l0nw2876cKr444dxnOttI6W6X814d/IjHe3Nxnt/J2lzFYZHuNHyu8btJkC/b54nnZRAXaNbvxx9/DLwFdLrPuQKZF+HhM3Ly5Mk+Bf9Awj9DnHnmmdh66619WDJn7ty5yYKLFcbjTW6XXXYZRo0ahbPPPju23ddffw0yYgDTUFPYjuafS2iXR+F9v2LFirGif/nll8Vqa/E7MK8LbsjzjW1H2mHJte+U/onnHLeGMcguRwS6dOni/zzWpEmTpKU2Mx9utmHd76q1OLvaOpfenRHR1b1poxHBBfcsxwvvrnFxWkWg2ASUUAREQAREQAREIJsJrP8Ly8+/G2te+gjuC5kTV1nXdKQRca3IvBubYn2HxjCzmLgUfjWzAtp75IiACIiACIiACJQ6geD9e1jTDoT/uwmEHckpq1fm4aVbJ2DO+EWIPtEBM1qGLbaqgIv7nYajGlRGcZaWvU7Dcece4pKaz8OcxdXM8Pa9kzFj9PexzuzcN4XlYfkCzfT0U2hTwjb9EhEQAREQAREQAREQgcwR+Oijj3DeeefhgQceSLkTDpLB/380b948ZRpFiIAIiIAIlHkCKqAIiIAIiIAIiIAIiIAIiIAIiIAIiED2E1ANRUAEREAEREAEREAEREAEREAEREAEsp+AaigCBQhwAqsCAc7D8Xg6duzoLK0iIAIiIAIiIAIiIALlgcDJJ5+MkSNHguNgJyvvQw89hPbt2yeLUpgIFJtAuO827UQJ+n0HfcGpKeOen4/Rj82DuQ/MovvzynDiaRXRqeeJ2GLLCtFwuekkoLxKkcAWW22Bs569APudepDbqzvB3bluFtdf9RyPbwZNiY2bwOuF1wevI9rUieIy8ivDvSFHBERABMoZAbZR//Wvf8VK/c477yA8T1AsIt/Ydtttsccee+T74NMW5x7IeVx+//13vx3npuGcAZw7gHO2cF6Yvn374uabb8aVV16JVq1aoVGjRqhevTqOOOIIcFzzoubl8ZmWMYdziY0YMQLDhw9HeD6kYhfTjxEYTe1N57g1GpAlLseav/7668HzgVXiuTB48GBwfg36k8nee+8dmx9pyZIlmD9/frJkhcI4rwfncGME98vzmHZxJd1zGJSleSkyOXdAcfmmKx3nvGObjXM7VKpUaZOy3WGHHfy9h5kwT46/QLsoWbRokR/LoXHjxrjzzjvBObyyaU6vouq+ueN4fefl5SUtxhZbbIH9998/Fsd5QFauXBnzZ4vBMWUp2VKfLK2HqiUCIiACIiACIiACIpBjBCpkor4Gy0S2ac2TX8Q46SonaWTGU6ZM8T+SF+clItNTOJkkX8jQ5sucAw44gOZGSTDpITc68sgjwRdLtFMJJ9UszguAVNuXVjgnxD7oIP7QBXASSH7R5Ysy7v+EE06AWfwc4QsSvohlHF+Qvf/++7GXb6eccgp4rBiXq8IX1MHLW74AevXVV5HqBUPAaP369bj11lvRoEEDNG3aFM8991wQBfLmyyAGcIJeHh/aqYT7mjZtGnj8Zs6cCebNtEcddRT4coo2j29wLdCfSpgPX7AyntdMUC/60y3h8rFsvHaK2sfSpUvBSdT58oz1NLOikqcljj9IBC+AeA3w2igqY/4g/OmnnxaVZCPiUifdd999Yy+qVqxYAV6TG7o3ktukSZNimf773/8uE9fuP/7xD/9DTlCwUaNGgedr4N+QZr3HjBmDr776yiflM4MD5YZ/DOKL9CpVqvh4/nDw6KOP4pdffvH+4jirVq3Cyy+/HEvK/PjH+1hAEoP7P/30030M9/nhhx9i7dq14EC+DNxqq61Qv379Avdahpcf4fVHKT8lVkmBtm3bgs/xTp06pQkHzwFKmrIrg9lsueWWaNOmDfhMDIo3bNgwJP4IzmcEn2tBGv5Qzudy4E+mef8aMGAA6tWrh3POOQd9+vTx9wmmTffzZ5dddsFxxx3HrMG2yhtvvBFrL/jABIdl47OF96+EqI3ypruNlO52eaVKlZCONtdGQUljYv4Jgs8TZskfN3/66SeaKYXP17lz5yaNT/c5l3QnSQKXLVuGP//808fwe1b4Dyc+MMHhMzncnkmIBtth//nPf3DWWWehS5cu4LmcmCbw888FderUCbxgmypoRx922GGxP7PwvPv4449j6VIZ/MMBr2Xuu3Xr1mB7NVXa0g6vVq0a2EbifotzrjDdJ5984r9f0A63PekPJNe+U/onnnPcGiCQLicE+J2b98C77rqr2CU2ix5ps7g2M38t8Xqi9LkiD2dXWwe4JG6FmUUFwEX3rcDz76xxllYRKA4BpREBERABERABEchaAuvWY1nze5A3+hPfVnQOV8DgFkNe5yZYd82ZMLOk4hKlXM0sZZwiREAEREAEREAE0kcgeM8c1rQD4e8ugfD/ApTVf+ThpVsmYs74X+HT+eIAEffZYqsKaN33NBzVoHJ+aPFUi571cVyTQwrlx1zfvncSZoz6rkBn9qBM3D9t6mBPqewgXloEREAEREAEREAERCC9BDjwBf9PwEEwUuV87733gvG77757qiQKFwEREAERKBcEVEgREAEREAEREAEREAEREAEREAEREIHsJ6AaioAIiIAIiIAIiIAIiIAIiIAIiIAIZD8B1VAE4gQ4ZiHH4oqHRK2OHTvimGOOiXrkioAIiIAIiIAIiIAIlAsCnMCUE4E2bNgwaXkff/xxNG/ePGmcAkVgQwQS+2/TH5agvzf7otOmpox7/ieMevRHRNwO2BcdEVregxNP2xedulfDFltojBlHJAOrsixtAhW22gJnDb0I+9U+iMMk+POe57y/VlxhvuzxKWY9ObnAuAm8ThjP64Y6UdxmfmW4N+SIgAiIQDkiwLHlmzRpgl133dWXmuOjv/LKK0XOc3T44Yf78eq4Acc/X7x4Mc0ihXMdMW8mYj9mjgNvlp3tizvuuAOcz4hz1bC+JZIQGm86Jxtxccz6Zs2axRC99tprGD9+fMyfaHCeC36nYjifyxua54LpVq1ahffee4+mF26/0047ebu4TrrnMChr81LwOHCcc/JI59wBzK+0hMeI8wlyf5yrhXO20C6pcB6o8O8vPC95LhWVH+cIXLBgATifxLfffgvOPxGeV4H3QP7Ws6E2Y1md06uoumc6bkNzn3CesKKeRVWrVgWfdywnn1tffPEFzSLl888/x2mnnYbGjRvj6quv9se1yA02c6TBfbLxQbGZuaZ398pNBERABERABERABEQg1whUyESFN/SlMhP7LEmeJ554Io488ki/KV/i9O/fH0888USRLx19YudwcrfevXvCXZa/AAAQAElEQVQjmLiUX+oOOOAAF1PylRO55uXlpcxg5cqV6Nevn588MmWiMhLBlx58+cHizJs3Dy+++KJntccee4ATXiK0cIJuvohl0DfffAO+mKCdLC3Dc0223nprP4F58GLss88+AycHLuo642TgH3zwgZ9Uky8syDLgRt41atTwXp6/Q4YMASdl9QFJHE7OGbzQ4kukk046yac69NBDY38M5sSqvHZ4jvrIJA4nROefjLlPRqfjmmE+qSRcPr7wYj2DSVcTtyHLV199NTbhMn9c4AvaxHSZ9K9evRpLly4tchc8pmPHji0yTbEji0i444474vTTT4+lGDVqFHjPiwUkGOT65JNPxvjts88+OPnkkxNSbR6vmaFFixY45JBDfAF4n7311luLrI9P6JzgvBg4cCD4jHBB4HOjdu3aNGNCXvyhJbhG58yZg44dO4IvX2OJUhi85zP/4BrbYYcd/Ms+M0uxRTz4hBNOQHBt88ctvlCkMAXP4X/96180y6lEwE+88Pl/DooHyCpDBP7973/j9ddfx1NPPYWKFSumr2T+T2EFz4T0ZV52cuL9iT+CByXijwh8pvLeGoRRN2jQALxH0P7+++/BZ2piGsYFwvs27998xvNHoW233RZsUwTxgU7H88fM/HMjKB+fV2yLBPtI1PyxhD+eJoZvrJ/1adSoEYL776a2kcL75/OC9+hwWNhmm2dD7fJ0tbnC+y1Nm88RPk+4z4ULF6KothR5PP300769z/RFSTrOuaLyTxXHH1B5PaSK53N/5MiRCJ7JydJtueWW+Pjjj0EeEyZMiLV9kqVl2Ny5c6m88Lsi2wz07L///mBbmDaF1zyvC9rJhNc6+fNa5r5ZD/4hIVnazRHGulSuHJ1MiuVjWVnmVGVhXZ999tlYNNtW//d//xfzB0aufaf0rR3nuDVAIF3GCRx88MF44YUX/PuO4H5ZkiKbGcwKCp9tlJ7t1uCsE9byf8NOXLvItY/8OeKc1vctx3NvrynJLrVNrhFQfUVABERABERABLKSQGTteixrfg/WjPrEvUuFby86h6vzAKs7n4O1V5/h35uwbRmIWbTtSShmcZt+iQiIgAiIgAiIQOkS4Htp7jGsaQfC36gDYcdxyqoVa/DSrRPxw4RFbtPos9ycBSdbbb0lLu5XH0c1qOR8G78271EfxzU5FMwvKlGXAe/cPxkzRn0X68zOslBYPpY30LS550An2vRLREAEREAEREAEREAE0kOA/1O8/PLL0aFDh5T/PeX/tT/99FPcdttt6dmpchEBERABEdi8BLR3ERABERABERABERABERABERABERCB7CegGoqACIiACIiACIiACIiACIiACIiACGQ/AdVQBPIJcNKanj175vvi6qCDDsL1118fD5AlAiIgAiIgAiIgAiJQbgj885//xIgRI9C8efOkZWZcw4YNwbZg0gQKFIEkBBL7bdMfFvbzpgR9v6kpbzw3H6MG/ghwfBkYzCzfBk5qWBE39KiGClu4MGjJCAFlulkImDunzxx6IfavezD82e3OezODWwEDvu45Ht88OTk2bkL42qEdvrYCG/kL/fmmlAiIgAiUGwIcI//MM8+EmbsJulJzTqGixg3n/D7cxiX18xy99dZb/p5JfzLh+OtME8Qde+yxCMZgD8KyQZ9zzjngXDB33333plcnEs8iwhEEnT/iJB6aHZaZoW3btrE5gjjfA+eMSlW7LbbYAmeccQa22morn+SDDz5AUfNc8Lk8MjSfAOfHOO2002Lnus9kI510zGHA6ycdc4FtZNFTJs/U3AEpd5iBCN5nOOcax9KsVq1aWvZQr1497Lbbbj4vzknx/vvvezuZs3LlSgwdOjQ2/0adOnWw6667+ntdtszplazemQrbfvvtC8xnxLlleH9Itj+y51yHbKcni2cY55UL5gbgXHi9evUC58ZjXDJhnpwThHPD/fzzz1izZg04F0aytGUljM8K3vPKSnlUjiQEFCQCIiACIiACIiACIpBzBCpkosZm0Rd4mcg7nXly0sQbb7wx9sWaP0pyImZOwspJbOfNm4e1a9fGdvnHH3+AAyHyD5GXXHIJOAEjI/nFvE2bNthyyy3pTSmcDDHxSxEn1gw24BfL559/PjbRdBDObTiR9NVXXw1ONBmEUxf1gpTxGysbeqm0MflVr17dvyDji7TJkyf7TTkx+O677+7twOFxqFKlivfype+iRRyoHOCX5HRNJLyhSVz9zsuww5d0nHicReTLhf79+4MvBRJfRDCOE+ree++9COK4HbfnthQzAycr33PPPenFjBkz8N///he//vqr9wcOz7vx48ejW7dusbw4yS5fGjLNNttsA14HfJlJP89NnqMcVJT+sPD87dixI4I4XjMXXnjhBq+ZcB4ba7N83Ac1t33zzTfBl+I8x+gPhMxefvll8NqnzRd35FMaPw6Q5d577+2LErwMmj9/vveHHV6XgwcPxh133BE7FoxneSm0U0my+w7Tbkj4Z6Cjjz7aJ+P1c91114HnVuL+yJPn2+jRo31a8uOfjPiHIx9QBhyebxzAlprF4b2b5+5DDz2E5cuXM6iQ8Hro2rUr7rnnnhjzAw88ELfeeiv4UjBxgwYNGuDcc8+NBX///fe46KKL/B/o+dzgH6t4TTEB79t8vvA5w+cNX9gGXHmNhZ8LTJ9K9t9/f/ClOeO5vzFjxuC3336jF7Vr1/Yvfb2nXDoGfuJFt7gpq8wQYLuHzwj+MMFzN+0Fc88rJJwJyMLFzNCsWTOw001QPf6wyHtH4Kc+8sgjEebM+y7vv7wPMz4Q3msmTZrk71e8fzOceYfvUZl4/oTLxzZIly5dwOdrcH9jOVg2thf+85//gO1Dhm2qsI3Dtg7z4b42pY0Uvv+mo11ulp42F+u2OYRtobZt2yJoS6U65/jMvOmmm8B7QapyZuKcS9wXz3eee+Hw/fbbD3vssYcPYnz37t2TnntsDzz44IPo169fge9i/H7oN853wj/kLV68GF3ceR60b/OTeMVznX8OYPuNAWwf8cf/rbfeml7wzwStW7eOfQ9l2fi9lNcHt/WJ8h1e4yw3+TOIebVo0QL77rsvvUll9erVKQf3T7rBJgayjcXvwywbs3rppZdw8803J/1+wTqyrqwz07J9xfuTWfJnfVn6TsnyZlI8Aee4NZO7Ud5pIsDvBbNnzwavxw1laZb8qJoZzKLC6yeV9Lh8NRqfuNandQ6MO8x32ty/AkPfWsMQiQikJKAIERABERABERCB7CMQyVuHZc3du+sx4+GalGDz0My5XoBVnc/BuqvOQKo2ppnBzGJgzKyAPxYhQwREQAREQAREIGMEgnfBYU07EP7mEQjfVVP+XL4GL906EXM+W4Rox72I004AbLnNFmjdtz6OrF9pk8rcvEd9HNvkUHYP9HmDVsS5Tt6+bxK+ePFb3zGT5WH5As1y008dlqAwDAtsaREQAREQAREQAREQgU0nMGrUKDRt2hRPPvlkysz4O/7MmTNx8sknp0yjCBEQAREQgfJFQKUVAREQAREQAREQAREQAREQAREQARHIfgKqoQiIgAiIgAiIgAiIgAiIgAiIgAiIQPYTUA1FICDQo0cPcOySwB9ojtkZjE8ZhEmLgAiIgAiIgAiIgAiUHwI77bQThg0bhnbt2iUtNMdI5ySBc+fOTRqvQBEIEwj30aadKOzfHRb2/aaMHTofowb+CN8TPeLcfIHTJzWsiE7dq8EqWHhXstNMQNltPgI8t88cehH2q3OwHyghuG54/rurAV/1/BSznphUYNyE8HUUpA/roDYMC2xpERABESgvBNjPODz2flHlZlu2YcOGsTHpOMb6Y489Vmisc94P2Yd5wIABsfHeOV465wswy542RuXKlcF5ZDg2POdgKIpdseNCeAwGvzqFLFw4bj3ndgvmONhQFatVq4Y6der4ZJxrgHMzPf3007G5gnyEcxjHubo4HwWf4S4IPG+DuZXoL66kew4DM0vLXGCJ5S/pnAM8BhxzgGNSMs90zh3A/EpDvvjiC7D+nF+N862kY5+cF4Hfy5kXz6H77rsPnOuJNsMC4fwQnLuC8yowjPPtheeKCZ93nHOhLM/pRYZLly5lNTa78FoPzknOB8PrnHN4hQv2888/Y0NznzB94lwqnDOEv7NxjjzGh4XzqXBekeB48t7EeViYRzhdWbPNPSgoZa1cKk+cgCwREAEREAEREAEREIHcI1AhE1XmDxiZyDcTefJF2Z133omdd945lv2iRYvAlzUcHJETDnKCZQpf9nTo0AGffPKJ/2GGG/CFBSdfPfTQQ+ktJIccckgs7MUXX8TVV1+N+++/3395Z0Tt2rURpOGXeU46yS/6nEyO6ajPPPNMtGrVCl9//bWfeJpfRrkthZNIU2+K8A+eu+66q88ieCnAL52caJJfan1ECZyDDz4YfAER3vSoo44qwJpxZoZjjz2WZgHhy+BgkswCEcX0cP/hL+380wOZDhkyBGvXri1mLmUjGScc57kQnCv8EX3gwIHgRKLXXHONP6cYz3Pn9ttvj73o5osjhnP7cE0Yzsl3+UKB4ZywtXHjxuDLBTLi8T/nnHPAF0Q8J5iGk+tyolIzo9fLscceC+4/yIfnaMuWLcEJ4DlxOvPhBOcXXnghOEE5N2JZOCEorz36Mym8Vq644goE58Hrr78OTtQeXIdkQ2YsK1/UsiycgJRpaGdadt11V/8CNigfXwadd955CI4Dj8Wll17qjzPvDSzj4YcfHruuVq5cid9//71QMYPzhBHJ7jsAGFWk7LLLLuBxqlixok+3YsUK8NwiL3ILykZWr776Knj/Yj1437zgggtgFj9PfAab2eH59vDDD4MvZlkUXkP8MxSvIZ77QZ2o6T/77LPBF9CsF9PzZe4DDzyAf/zjH/QWki233BJ8PjC/IJL74POC4fXr18cJJ5wAPktOOukkP/gunzN83gTpzzjjDJ/HFltsEQQVqZmO22y11Vb+pfPYsWN9ej6XTjnlFG+XXyfiik5xSmuZJMDrnB1H+OI7cwXkOUDJ3B7KSs577bUXwj+A8X7/1FNPYfny5bEi8pq/9tprEVzfvD/x/sv7MJ8VvC/zucvn91VXXYUFCxb4bXlPYFuX+/ABzsnE8ycoH9sLbhdYtWoV7r77bpx11llguSgsG9sNixcvBu+bfG4w7aYI2xW8dwfPPt57S9pGykS7PF1trk1htCnb1qxZE0FbKnzO3Xjjjb79yTYLn5v8sYrHk8c12f4ycc5xPxtq71eqVMm3/ZiWMnHiRPDH0aAtyDYg72e8jkaMGMEkOO6442LfV/ic5rnsI5zDH+HII7Hty/Yuz3Fehzwf+f3thhtuiLXJ+Z2S55fLIrby+yPbWjyHGcjrgtcHt2UezIvlDMpG/kzHtmqLFi1oFpAddtgBQbtt3bp1uO222xDk88033xRImwkPy8k2P88D5v/++++D5wbPjzMNbgAAEABJREFUEdaFZWHdWEfWlWnYLuvSpUvK9hXT8Bhvzu+ULENpiX/iOcetpbVL7acEBPhcmzZtGvinDLOSfecxM/99yayg5vWTKHy+Uh66dBXOPiEv+gdiltufKHQiaNt1OYa+tZqhEhFIRkBhIiACIiACIiACWUYgsmYtljW/B3kvfxrtZOnqF6FEvIvVnc/Fuisb+d9F2JYMJGhrmhVsh5qZ2zq6msXtaIhcERABERABERCBTBBgJ0bmG9a0A+H74ED4uwflz2Vr8NKtE/HDxN+4qXu/RGXgZ6tttkCbvqfhyPoHMHCTpXmP+vh300NhZi4vJ1y9GN7rNgXTR872/5liuYJyUrP8gXYbgn4KbUrYpl8iAiIgAiIgAiIgAiKw8QT43+e77roL/J/m9OnTk2bA/w88/fTTGDx4cNJ4BYqACIiACJRbAiq4CIiACIiACIiACIiACIiACIiACIhA9hNQDUVABERABERABERABERABERABERABLKfgGooAp7AV199hV69enk77HC8J44zFg6TLQIiIAIiIAIiIAIiUD4JcKLUzp07Jy08x+/kuJgc0y5pAgWKgCMQ7ptNO1GCft3UFPb9powd+hNGPz4PMAM/zoEznRiqn/5P3NCjmrOhJbMElPvmJmDAmc9dhP3rVXHnu4Ef8EKAuZIZvu41HrMen1Ro3AReZ7yeqBPFbehXhntDjgiIgAiUEwKcx4Tjp3OM+OIUmfOpcL4VM94zAbZZObZ4t27dMHToUDz++ON+Dhu+31y2bJnPknlzjoXdd9/d+7PB4fwb3377LTh+fVrrw+EC8zP0pnP8EIL5YdmmOF9Us2bNilUtzm/QsWNHcE4zbsC5Ovr27evnauLcWhznnuPb8/zkPBRs+zId5+3gfEDcnv6NkXTPYcB9p2teCo4ZkI45Bxo0aIBMzB3AumZaOLbC559/7nfDeUg4p4H3bKJjZmjfvj2COVV4rnG+ivBcXMH8EJzjjLvjvBScd2K//faj10tZn9MrXeeQr2waHc7ZwblAmCXb3nx/wnm3+KzhceB8d5yLg+9OeD1xbA2mTSX8bY3Hi+OuMg3nxuM5z2cf58DgvaNt27Z+zoz333+fSfxYrZxvhNv6gDLtRGLjzpbpYuZu4VRzERABERABERABERCBHCRQIRN1Nv8DRiZyzkyeNWrUwPPPP4+6dev6L1nF2QsnymD6IUOGgC+NUm1Tp04d8Ash4/kCaNKkSX5S6TfffNNP2MxJWTkYI1/sMA1lyZIlYDwnn6bmxJMMP/roozF48GC0dV8M+aKUYXPnzo1NLEl/SeT//u//wC+vrBO35/44oSwnx2b+DCuJ8OVH8KU52P7f//53YBbQZLTddtvFwnbeeWewvrGAEhj/+te//ITb3JRf2r/++mvPftSoUVi5ciWDy5Vw4nG+YOR5FxwrTkjKlw7BucJzJ6gU2fPFN7cLwsKa+TC/SpUq+WCen19++aVnxOP/888/+3Duq3HjxnjooYfASU99YL5jZjj//PPBF+48jxhM1nPmzMGYMWPAfObPn+8nh2cc9/Xoo4/6a43+TIuZoXXr1rj33nsRlI8vzzj5ayIzvozhhMn//e9//aTEmS5bkD8nQ2YZuX+GhY8Dy/jFF1+AZebksHxxzEnjq1SpwqT+2k92jW7ovgP4zTfoHHrooRgwYAB4LgWJeY7xvhQuG+NYPv6pqLT5cd/FFd4Tnn32WfAlc8Cb5yvP9aBO1PQznPkyXYsWLTBo0CBUrlyZQSmF18d9990HSnC+pUwcimBabtOlSxeQYyhqg+Zhhx2G/fff36dbt26d13wm8VrznnLrGOCuX2gpcwT4o9fo0aP9j6wbuiY2vfDuPABl03MqDznUq1cP4Zf8M2bM8M/ScNl5n+natStatmwJ3p8Yx2cEnxW8L/O5y3sYwym8F7AtcOSRR9JbQDLx/AnKx/ss2w/cYdCuDJeNbUT+2LHvvvsyySYL2zps07BtE+y3JG2kTLXLWS6Wj8eDlQ0/68NcWPZUbS5utznEzHDRRReBz/jgGcVz7v333/dtRrYdWR+ej+w4xmOfqpyZOOf4bOcfQrhPPrsT2/tm5n9EbdiwYex7HssftAXZXp09OzpREZ/H/GHvgQcewN57780s8fvvv+Onn37yduDwB1m2i5meYdwv27s8lrwO2Zbgec+44JjyfA/4MTwQnhu8RoNzg+HclnkwL5aT5WU4GV988cX+WCT7IwG/S/GPDPwRmOn/+OOP2HfKKVOmMCijwjJdd911vnxBXXlu8BxhXVgn1i0oBNuXTz75JI444oggKKnm/YJpw5Gl+Z0yvN9M23ziuVM24cnH0EzvWfkXhwDb3M888wxeeeUVHHPMMcXZJGkas4LH1MxgFhfeN3i9BxL2P3jpKjQ+Mc+ld1mbE9ChAJd0XYFn31zNQIkIJBCQVwREQAREQAREIJsIRFbnYVnze5H36meuWuZahOY0nHbi2pWrOp+Lte0b+vdGQZuSmu1Kipn578eBbZa/fb5G/mIWDc/3SomACIiACIiACKSRQNCZO6xpB8J3zoHwHStl5dLVeOm2Sfhh4mJXkogTINpxL4Itt90CF/etjyPqRX8z9pFpcM7rXh/HNTvU5eT2x9UJd8pyvtdtCqaN+CbWmZ1lDMrMeNrUbmO3ScQLbUoQTlsiAiIgAiIgAiIgAiKwcQT4H4LzzjsPd999d8oNa9eujVmzZoH/L0iZSBEiIAIiIALllICKLQIiIAIiIAIiIAIiIAIiIAIiIAIikP0EVEMREAEREAEREAEREAEREAEREAEREIHsJ6AaikCUQM+ePcHxgaK+uMvJjeI+WSIgAiIgAiIgAiIgAuWdwMMPP5yyHwj7f3CCu/fff7+8V1PlzwCBcJ9s2okS9OcO+nlTU15/dj5GPf5jqEQRILqi+ukV0an7CaE4mZkjoJzLCoEzhl6E/epV4WXgr4Wo4y4KV8Cve4/HrMcmxsZN4HXF64jXG23qRHGb+ZXh3pAjAiIgAuWEAMfwP/PMM2G24fHlOG5d06ZNwflZgrHOeV/84Ycf8OGHH2Ly5MlYtmxZrOacN+c///kPKlWqFAsrz0ajRo0wdepUP/8SWaS9LqFD4E3nFOOwpL0YpZWhmYHzqx1yyCHF2uVee+2FPn36+PmEOF4iN+J8E++9956fE4Fzc9HPcB4f9ql/8MEHC82jxfjiiFn65zDgfjn3wKbOS5GuOQcyNXcA65lpWbx4MTiHBPdz3HHHYeutt6aZFuGcKpxrIjznS3guLo7tEMwPwXkSOJcEj2vizsvynF7pOocS67ypfrLnPI2c9yjIK2DPeUM43x2fO4wn93/+859BsqTazHDBBReAc4ykmjuEc2Wwrc8MOIcG513h/Ctm7ibMwDItVqznd5muQlYXTpUTAREQAREQAREQARHIRQIVMlHp8vjDAyd55IuZN954A3fccQc4sSNf7gQvdciJX8IOP/xwtGvXzk/6xvTcjnGphC8z+WLl9NNPLzCx8y+//ILVq1f7zfiFnBPJceJs2sGLTO6bE6NyIschQ4b4CagPPPBA//Jyn3328dvyRef333/v7ZI6ZuYn9uSX0f32289P/sG8+IV27ty5NEskZoZgQk5msMcee6ScQJv1ZDzTUSpVqgSWhXZJhV/aeYz4RXuXXXaJZbNixQr89ttvMX95MnbffXdwUtIXXngBPC/4ooEvFlmH4Hw5++yzwck0Bw4cCHJlXCrh5JlDhw7FvffeC06gynM8SMtJcDkJLffFayIcF6ShNjM/YTEnPQ3yCfNmPpx09ZFHHsHw4cM3OMkn80ynmJl/QTt69Gh06tQJya4xvlh5+eWXcdlll4EvINO5/w3lxf1xwlxOTE9O5BVsQ+Y8LuQ/duxYPyjrzjvvXGBC/o8++gjr168PNvF6g/cdn6p4Ds+hxx57DIMHDwbLF74vJpaPP8TwPCxezpsnFa+h+++/H2+++WbKez3P34A70/FHox122KFYBWb9yYnH66mnnkKrVq3A+zZZBRkwDTnWr18fPXr0ANNyG4YHaYqreb7Uq1cvlpx5NGjQwE/wFAssl0bBiSCif4wolxXJqkJz8OgZM2bgnHPOKZ16+ZlL3LlQOnvb7Hth+4/Po/D95vnnnwd/ZAgXjveTG2+8EXxuXXrppb5txW2DNLwvBPcXPsOPOOKIIKqAzsTzhzvgc+q+++7z7Vbe23hPZTjvT2zbdejQASNHjvTtDoanS3h/T0cbie2ETLTL09HmSherjc2Hx47P+Jdeegk853gcGcZ8eHzZXmQbjz90B+GMS5RMnHPFae8zDb/n9O/fH9WrVwfLHJSNNsN47rAty3OWP87xOx/T8Pva+PHjC0xOxHBuwx8BeV9km4HXHcMpbJvzu0ybNm3w4osv4s477yzwPZBpwsJzg9cq2wTMN5wXr22ek/z+yWue1w/DwtuH7Tp16oA/RvK6ZzmCuMT7SBCebs3jz3OFbRu2u8mR9yzuh3FsV/I7DL/bsn1JP+OKErPN+52yqLKlO45/AeWjjzqed0FfPFxWaRLgc5d/9GjdunWJd2tmBbY1M/+juVlU8xpJFF7HYeF99IFLVuPsann5zWO2k9w5El1xSdflGDIu+p6pwM7kyW0Cqr0IiIAIiIAIiEDWEIisysPS5vdizaufFWgPBt8j/rzxHKxr39C/G2Y7ku1HarYzqSm0zaJtULO4JiQzo5KIgAiIgAiIgAhkkEDwX6qwph0I/6NDYUeRQP5cugYv3T4Zcyct9u+TAPfM5upk6+22Qpu+9XFkvQOQieW8h+vj3+cdDr9Ltz+49oKZwQB88OBUTBv+Tawze1Belp/1CbRL6t+xM4w2JWzTLxEBERABERABERABEdgwgccff9z/Z+uVV15Jmfj2228HBy/g/4pTJlKECIiACIhA+SWgkouACIiACIiACIiACIiACIiACIiACGQ/AdVQBERABERABERABERABERABERABEQg+wmohiLgCHBsQ44V6swCK8ft4cRaBQLlEQEREAEREAEREAERKPcEOK44x4hMVhHOUcCJWDm2ZbJ4heUmgXBfbNqJwn7cFPbvDjTt156djzFPzoe5D7zALQaYoUajf6LTwydASykR0G7KFIEznr0QB5x2CMDLwTvOAGhhZp/P8M1jE2PjJgTXFDUl8fqjH/lL2M4PkhIBERCBMk3g5JNPLva8AGYGjnXOuZ7OP/98HHDAAQjGRTczcF6pWrVq4dZbb0Xnzp29v0xXvhiFq1ixop+P5/XXXy8wF1AxNt24JJF4co4sDefnWILx0OyzOOb+9ddfHzuHNlRDznPB+YRGjBhRaE4unoccs59j9b/22mugZtiG8iwqPhNzGHB/nHtgU+cC43XI75ObOucAx6DkbxDpnDuAdcy0cC6+xYsXg+dEeO67dO2X8ydw7HnOscG5EzhnAlkxf55XPNfuuusuP9dEUXPC+8YAABAASURBVPvndpxzoSzO6ZWuc4hM0ilk9sQTT/j5unitkDfzp+a8H5w3hPFMx/ANiVl0Xjq+XwnmDuEcJMF2PNbMl8ebY3bwegiOdZCmrGo+K/Tdo6weHQAqmgiIgAiIgAiIgAiIQE4SqJCJWptFf7zIRN6ZzpMvfzixLSeI5Mu1iRMnYvLkyV4+/PBDcLLCK664AnvvvXexi8K09957L7h9kBcn0OS+gkz4Za958+bgC5hPPvnE74/75kSPt9xyCzh5olmUKyeOHjVqlE/zwQcfFHoB2KVLFx/HfXEizmAfRWl+seSEl8yX++W2lAsuuKCozTYY16hRo1hZ3njjDT9JbbKNwnXifgcNGgS+6EqWlmHk8e677/q8R48enfKlLifRveGGG/DOO+/4tMz77bffxiGHuB/bXEbFzccl9StfJnN/zIeafh+xkQ5fSDMPyoABA4qcFDQxazPzE4rzvGAZJkyY4OvG48bzhS+AjjnmGPCYJm6bzM8XGKeffrqfqDd8jvLPwZywlJOXm0XPvWTbB2HhfMK8mQ8nAq5WrVqRZeI1QBZkQiGjIO9kemPT81y48MILk15jHTt2THlNb+gc2dR41s3MUKVKFZATebH+FB4PXgu8J7H8TEvhdc14Cl8+cyIfhoelqPsO05Evt6eQO3kyPJmYGY466ihfvvB9MVX5kuWxsfeljU2fbJ9FhfFlG7kmu9fz/A24M11R+aSK4zE5+uij/Y9OfGFLVmRN4bVKjt26dQOPA9Omyqc44e3bt/f3gCBv5olyv5j/A0S8GhY3ZZU6gfPOOw+zZs0C/zRYqjt39x64M6E8HH1ed7wGKXw2l7R9cNxxx4FtO+ZD4Q9hfA4jycL7/NVXXw3+ABm0HbkNnyPFvb+Ypf/5w6KaxZ8bvKeyXLz3sZ3JZxifaWREVoyjpp/bboqYpaeNxGdiutrl4fqE20rh5wKPWVFtLpaHz2qyovB8C+ebzA4/R4uTPlkeiWE8RjzneBx5PFkWHl+WnX/AYPoN7dcs/eccz6ei2vssF9vF/HG0T58+Bb4XsPwMq1evXuzHfzMD68T6Ua666iqYFb4T8bicccYZvg3NY8i0FLbNR44cieuuuw777bcfd79BYVuAx4llCefFa5vfD4v7/dPMwHo+88wzYDlYHgoH+d9gIUIJWLeNPedCm4PHhO1ufncOznWeM/yuwu8wbD+bFWYaziNsZ+o7ZXgfZcH2RJzj1rJQHJXBEWjQoAF47j700EOxe4QLLvFqFj26ZoW1mfl7De9XFE7OGhbeJ+infuCS1TjnpDxXDrcNDPkrzAyXPbACQ8atgRYRCAhIi4AIiIAIiIAIZAeByKo8LGtxL/JenwjXAkTgmDNcMxCr/tME69s1RNBmpA4L25hhMXNbhgShxcxCPpkiIAIiIAIiIALpIhB0oAhr2oGw8zeFgysEeuWS1Xjx9kn4YeJi9tUD0zoH9Gy93Za4uG89HFF3f6SrjMnyafZQPfz7vMOju41EnHbChBHggwenYPrwbwp0ZmfZKSxroH3y/G1pUxhPLREBERABERABERABESiawIIFC3DNNdeA/xFcuHBh0sQHHXQQ+H/qe+65J2m8AkVABERABLKDgGohAiIgAiIgAiIgAiIgAiIgAiIgAiKQ/QRUQxEQAREQAREQAREQAREQAREQAREQgewnoBqKAAn06tWLqpBwPMxCgQoQAREQAREQAREQARHICgKc7PKpp56CWeExPVatWoVzzz0XTz/9NLSIQLgPNu1ECfpvU1PYN53y6pB5GP3EvPy+4BEH0gn7dyOCGmdURMeHqrowraVFQPspewQaDbkQB9Q/xF0R0WuDgzZw5AReY1/3GY9ZAycUGjeBcbzOqBMlqCHDA1taBERABNJN4LXXXsO1114by5bzDw0cOBAUzn21sXOobLXVVuD48tyeUpw8tt12W9SvXx+33norOHY6t3v00Uf9nDUcf5zj0psVbuPGCl1ODI5vP3v2bLRp0ybzJQ7hMhjyV5TlJXG8es4zsbHlPfHEE8Hx9jlePqU4efD84nj2o0ePjo23zzw4Zj+355wJG1uOVOk5TiPH9ud5znkLWEYKbYaVZA4D7quk81JwW4rZhuccCM8LQS7cLpVs6twBiecC51VItS+Gb2x6bhMW5s/x4TmWAuc1CMel0w7ONc6hwP3x2Afn2tlnn12s+eTM4nOzcC6qIJ8PP/zQz2PBubHIv6hys77cN4VzRJDfpqY32/RzaGPOMZa3uOk51j7r/Nhjj8XuD+TOucJ4zTGe+fG8JhMK0zMslZBZMHcIr19uQwmOQ8uWLbGxz89U+yqtcHMPCkpp7U/72TgCSi0CIiACIiACIiACIpCbBCpkotr80SIT+SpPERABERCBTSagDESgHBCIlIMyZn8RDznkEAwfPhwjRozAoYceuhkqHHH7pDilVQREQAREQASynIB/4jnHrVle07JfvX322QdPPPEExo0bB/7xJhMlNjOfrZnBLCr8o4+ZgTqQ8KSt/MMB/dRd267GuSflgX8cdg543vg//0YiuKzbMjzzxmoGS0RABESgAAF29LrqqqtQtWpVL88880yB+OJ4fvvtN99ZrKg8Sms/LG+XLl18XVge1o37ZnhYZs6cibp168bSMW1R0qBBA7Ru3RqPPPII5s2LdmgK51cce/ny5eCfQvmn5FNOOSW2b+bdoUMH8I9f69evL05WSiMCIiACiPy5Bkub34vVr01wzb+Ib/sFDn2r/tsE6y8/DUFbkTqZsI1pFm17mkV1gNfMAlNaBERABERABEQgAwT8exuXb1jTDoSdvikcXCHQK5euwYu3T8bcSb+590cAn9ZmznWy9fZbok3f+jiizv4AkHFp9lA9VG1xBMwsKrE9Gj54cCqmDfsm1pk9qAPrwfoFmpvQT6FNCdv0S0RABERABERABERABAoSYMfupk2b+vfVBWPiPnYw/u6771CnTp14oCwREAEREIFsJKA6iYAIiIAIiIAIiIAIiIAIiIAIiIAIZD8B1VAEREAEREAEREAEREAEREAEREAERCD7CaiGIoDBgwdj7NixhUh06tQJJ510UqFwBYiACIiACIiACIiACGQPgbZt2+LFF1/ErrvumrRSjO/du3fSOAXmBoFw32vaiRL02w76c1NTXn1mHl4e9BPMfeDEkL+YoeYZ/0THB6vmB0iVEgHtpowSOH3IhTjgtGCMdfNXi7tMfGln9v0Msx6dEBs3gdcbry9eh7SpE8Vv6ByGO6VVBERABNJG4I033kCTJk1w1lln4YMPPkhbvsqoMIF69eph/Pjx6N69O7bffvvCCTIREoln6k3nuDUeKEsEREAEREAEQgQ45iwlFCSz7BBQSURABERABERABERABHKUQIVM1Js/W2QiX+UpAiIgAiKwqQS0vQiUBwLmCklxSutmIXD77bfjm2++wfnnn79Z9h/dKc8BStQnVwREQAREQASymYB/4jnHrdlczTJfN07KPHv2bFx22WUZKatZ/AibGcwKCidlDSTZpK3hsPvbrsY5J+X5cppzzZzrxK1o9+ByPP3GaheqNbcJqPYiIAIlIbBkyRLMnDkTgwYNAidWuvTSSzFnzpxiZcVOGK+99hrOPvts9OzZ03+vzsuL3quZAfP+9NNPccMNN4CTMk2dOpXBEhEQARFISSCycjWWNr8XeWMnxtuOTO2afoBh9c1Nsf6y08B24pZbbul1oh20L80MtM0MZgUF+YuZ5VtSIiACIiACIiAC6SLA7wnMK6xpB8LO3hR2/g70yiWrMfLWSZg7+TdEuLET6ohzttl+S7TpWw+H197PhXItHWnyQF0c3/wI+HLHdukK5Er44UNTMO2FWbHO7EFdWB+mDzQ3o59CmxK26ZeIgAiIgAiIgAiIgAhECdx///1+YI6JEydGAxLcrbfeGo8++iief/75hBh5RUAEREAEspOAaiUCIiACIiACIiACIiACIiACIiACIpD9BFRDERABERABERABERABERABERABERCB7CegGuY6AfY779WrVyEM++67L66//vpC4QoQAREQAREQAREQARHIPgKcyHXkyJE44IADklauY8eO+N///pc0ToHZTSDc55p2ogT9tYN+3NSUV5+ZjzGDfgL7oUcQ7ftNl7RqnlERHR+sSlNSqgS0s7JM4PQhF2L/Bof6IvJaoQSeWX0/w8wBn8XGTeB1x+uM1yNt6kTx2zqH4U5pFQEREIFNIvD222/jvPPOQ6NGjTB69OhNyksbF01gzz33xGOPPQYyP+mkk4pOnO7Y0FB/3nSOhv9LN2TlJwIiIALZQ8DgPnpQlNEDqmKJgAiIgAiIgAiIgAjkKoEKmai4fmjIBFXlKQIiIAJpIKAsRKBcEOBfhmJ/f3AlDtvOqzVjBBo3bowvvvgC99xzT8b2UeyM+e8x8Fwo9hZKKAIiIAIiIALlloBv7TjHreW2DuW54LVr18bHH3+M3r17Y6eddspoVcysQP5mBrO4cFLWQDh5a1iCSV0DfX/bNTj35DzXYgL8uzjXfnKr8wDtH1iGwWNXF9iXPDlGQNUVARFIC4EZM2agbdu2ePfdd4vMj/fhIUOG+A50q1at8ml5Dz/qqKPQtGlTP1ETB1/wEc6ZO3currvuug3m65JqFQERyFECkT9WY0nz+7Bm7CTX1nNNPNfQ473Gf2dwzqqbm2L9JfXBe03QPgzb4TalmYF+s3i70yxqI38xs3xLSgREQAREQAREIF0E+OxmXmFNOxB28qaw03eg//h9NUbeOhk/Tv2NmyJ4QlNvu+NWaNO3Ho6ovb+P804pOk0eqIuqLY+MlskVyLxlvgQfPTwV056fFevMHtSJ9WJ9A83E9FNoU8I2/RIREAEREAEREAERyGUC06dPx/nnn4/bbrvNvRNyL4GSwDjllFPw1Vdf4YorrkgSqyAREAEREIGsJKBKiYAIiIAIiIAIiIAIiIAIiIAIiIAIZD8B1VAEREAEREAEREAEREAEREAEREAERCD7CaiGOU+gR48e4P8EE0F06tQJBxxwQGKw/CIgAiIgAiIgAiIgAllKoF69ehg5ciT+9a9/Ja1hly5dwDZi0kgFZiWBcF9r2okS9NMO+m9TU155ej7GPPUTYOZWJ3BC2+laZ/0THR+sCi2bgYB2WeYJnP7MhTig4WHuSoETd93QNcApfNN/AmYN+Cw2bgKvP15vvC5pUycK8heG55tSIiACIrBRBN577z20bNkSp512Gl588cWN2laJN57Atddei2+//Rbt2rXb+I3TsUWo+3iEI0o7f8RJOrJWHiIgAiIgAtlHgM8Kfdcoo8dVxRIBERABERABERABEchZAhUyUXMzy0S2ylMEREAERGATCWhzESgfBAz8xMtqcVNWRghUqlQJzz77LMaMGYOjjz46I/vY6Ex9e9LcubDRW2oDERABERABESh3BIwldo5baUlKicAuu+yCRx5i7CyNAAAQAElEQVR5BPyzGyfKKKXdxnZjFj3iZgazgsIJWimcxDUsweSu1JT72qxB0+p5fnvnAAZ4cc6VDy7H4Nejk1BDS84RUIVFQAQKE9h5550xZMgQTJ48OalMnDgRb7zxBjh4wjHHHAPeh5nLqlWrcMcdd+DDDz+kN6lw24EDB4IdNJjgqKOOwqhRozB48GDceuutYMc6fuceMGAAKlasyCTIy8tDt27d8M0333i/HBEQAREICERWrMKS5vcib9xkuGYdXFPRiWvoOcO5WHVrM/x1ST2wncg2YaADm/cvhlGbmb+fmZnPwyyqEVrMLOSTKQIiIAIiIAIikA4CQYeJsKYdCL87UNjZO9ArfluFkbdOwtypv4H98+hEO18A2+y4Fdr0rYfDT92vQPFK23Nut7qo2upIFs0V0Zcu3wY+fHgKPn9uZqwze1A31o/1pqawzPRTaFPCNv0SERABERABERABEchFAs888wzOOeccP4hbqvp37twZH3/8MQ4++OBUSRQuAiIgAiKQhQRUJREQAREQAREQAREQAREQAREQAREQgewnoBqKgAiIgAiIgAiIgAiIgAiIgAiIgAhkPwHVMLcJzJkzBz179iwEoWrVqujQoUOhcAWIgAiIgAiIgAiIgAhkNwG2A0eMGIGaNWsmrWivXr1wySWXJI1TYHYRCPexpp0o7JvNsKDfNjXl5cHzMOap+QBni3XCNL7nt7NrnVUR13c7PrtAlaPaqKjlg0DDpy/AAacf5i4hf+V47Rx/Tc3q9xlmPjI+Nm4Cr0Ned7zOaFMnSlBrhge2tAiIgAhsiADHtrzwwgtRt25dDBs2bEPJFb+JBGrVquXHE+3bty84HvUmZlfyzUND/hkMfnUKWkRABERABEQgCQFzDwpKkigFbWYC2r0IiIAIiIAIiIAIiEDuEqiQiarz54pM5Ks8RUAEREAENomANhaBckIg4spJcUprxgnsuOOOmD17NvhDb8Z3tlE74DlA2aiNlFgEREAEREAEyiUB/8RzjlvLZfnLa6HZBrrqqqtKvfhm7idzJ9yxmVHBzGLCiVrDwslbw8KJXSkMo77n4jVoWj3P5ePOILeC4hy+n7vyoeV46rVVLk5rjhFQdUVABEpAgPfePfbYA/xz7uOPP47bbrsN22yzjc8pLy8P/fv3x6JFi7w/7DBu6NChoGZ4lSpV0L17d+y77770xsTMcMIJJ+D+++/Hbrvt5sOXLFmCMWPGQJ02PA45IiACjsDfy//E783vw5o3Jzufa9hF1+h9IhLBqlub4a82dRG0BcOaNu9lgaZNMYu3Nc3M5Qvf9oRbzKJ+Z2oVAREQAREQARFIE4GgfR/WtANhp24KO3kHesXiVRh522T8OG1JqBQGfrbfeWu07VsPh9f6ZyjOm5vFOadrXVRtdaTbN0tncIXkCjPDxz0+x+dDZ8Y6s7OOFNYzXH+4JfA706/0e0OOCIiACIiACIiACOQYgd9//x033HAD2rRpgx9//DFp7ffff3+89tprePjhh5PGK1AEREAERCCrCahyIiACIiACIiACIiACIiACIiACIiAC2U9ANRQBERABERABERABERABERABERABEch+AqphjhPo2bMnFi9eXIhCp06dsPXWWxcKV4AIiIAIiIAIiIAIiED2EzjkkEMwYsQInHXWWUkrO3jwYDRp0gTr1q1LGq/A8k8g3LeadqIE/bODvtrUlDGD5+HlpxcAxn7elHwThtqN98P13Y6Hls1GQDsuRwQaDL4AlRod7kpsMDM4x4lbnTm7/wTM7D8+Nm4Cr0def7xOaVMnCvIXhuebUiIgAiKQlMCnn36Kiy++GKeeeiqee+65pGkUmF4CHGP0gw8+QM2aNdObcUlyi8Q38qZzIk7iobJEQAREQAREIEwg4mcaCIfILhMEVAgREAEREAEREAEREIEcJlAhE3U3WCayVZ4iIAIiIAKbREAbi0B5IeDaEfzTQ3kpbjkv54477oitttqqDNbCnQdqU5bB46IiiYAIiIAIZIKAf+o5x62h7Av6QhEy00Rg9913T1NOJcvGLHqMzeLazGAWFU7WGggncU2ULbfcMjbx690Xr0GzU9a6bV1ZzAkMZkYDVz+8HINeXeVtOblCQPUUARHYVAK8/zZu3BhXXHEFaDO/77//Hi+++CISO1fMmTMHX375JZP4tJdccgmKesYceeSROO+883x6Op9//jmWL19OUyICIpDjBP5e9ieWtLgPeW9NhbkPKOZdmBlW334e/mpTN9YGTGwf8n4VhNGmmJnf1iyq4RYzcy58OLSIgAiIgAiIgAiklUDwfSGsaQfCztwUdu4O9PJFqzDitsn48fMlQIEOeRFsu9NWaNu3Hg6r+c8k5dx8Qed0rYuqrY50BYgWmC7ryAp83GMqpj77dYHO7KxrIExH223sv1/RT5sStumXiIAIiIAIiIAIiEC2E3jnnXf8YGwc2DdVXZs1a4bZs2fjjDPOSJVE4SIgAiIgAllNQJUTAREQAREQAREQAREQAREQAREQARHIfgKqoQiIgAiIgAiIgAiIgAiIgAiIgAiIQPYTUA1zmcBHH32Efv36FULAvuwXXHBBoXAFiIAIiIAIiIAIiIAI5A6BvffeG8OHD8eFF16YtNKjR49GgwYNsHjx4qTxCiy/BMJ9qmknCvtiMyzcJ532mMHz8PLTC6IVj0SV75/u7NqN/4kO9/87P1Bq8xDQXssbgQaDL0ClRoch4q6h4Fry2lVk9iMTMLPfpwXGTeB1yGszuEZph8Vt5leGeUOOCIiACIQITJgwAZdeeilOOeUUDBkyJBST3Gzfvj2GDRuWPFKhG0WgZs2aG5U+o4mjQwD6XXjTOfnDAvowOSIgAiIgAiJQkIBp3NiCQMqIT8UQAREQAREQAREQARHIZQIVMlF5/bCQCarKUwREQAQ2kYA2F4FyQyCCgm0J/gOi3BReBU0Xgfx/vujopwuo8hEBERABESjLBPi846OPOl7Ogr54uKxsJGBmvlpm5n9QN4trTtxKCSZzDestt9wyNgHs/1qvQbMaaxH903C0Tc2ziHL1w8vw5Ct/+n3IyQECqqIIiEBaCJgZWrRogfAfdt98881CHeLmzp2LFStW+H1WrFgRxx57rLeLcqpVq4btttvOJ1m9ejXWr1/vbTkiIAK5S+DvpSvxe/N7seatqQ5C0JZzLTmuTlbddh7+al0n1vZjm5BtQQrtoL1IbWYItFm8XQm3mJlztYqACIiACIiACGSCQPD7ZljTDoSduCns1B3oZb/+iRG3Tcb86UvcOyFEBW5xj+ztdt4GbfvWw6E1KrqAJOtmDjqna11UvfBoXwpXXFd2g/8Y8GmvzzF1yNexzuysM4UsWHdqCjemptCmhG36JSIgAiIgAiIgAiKQrQR69OiBs846CxzYN1kdzQy9evXCyJEjsc022yRLojAREAEREIFcIKA6ioAIiIAIiIAIiIAIiIAIiIAIiIAIZD8B1VAEREAEREAEREAEREAEREAEREAERCD7CaiGOU2A/wVMBqBTp07JghUmAiIgAiIgAiIgAiKQYwQ4BtGzzz6Lq666KmnN33//fTRs2BDffvtt0ngFlj8C4b7UtBOFfbEp7JsdaNqjn5qHV57+Odqfm67l190Mdc7dHx3u/3d+gNRmI6Adl0sCpz11ASqfeQTcZeXEXVjumoJbqL4dMBGz+n0aGzchuCapKYnXL/1uU7+GbR8gRwREIGcJTJ48Ge3atcNJJ52Ep556aoMc2rdvD24zcOBAHHGEuz9BS1YRiMRrE+EA0s7PMcnjobJEQAREQAREIE6Azwp9t4jzKDOWCiICIiACIiACIiACIpDTBCpkovZm7geKTGSsPEVABERABEpMQBuKQPkhYP7/DvHyWtyUlTsEfHvSEs6F3Km+aioCIiACIpBbBIzVdY5baUlyiIBZ/KibRW0zg1lUgolbqSmc3DVRgklfqbtctAbn1cxzBN32oDjTrWaGa3uswBOv/Ol8WrOdgOonAiKQPgKcVKlZs2bYaqutfKYLFizArFmzvB04O+64Iw4//HDstddeXu++++5BlLQIiIAIFIvA30v+wO8t7sPad6a5Flz+Jq795ltzBqy583z83bo22A5kmy+saYfbibQpZgazuDBXM6PyYha3fYAcERABERABERCBTSIQdJAIa9oUdtwOhIMr0KZevmgVRtw2GfOnLwE74jGtF1eS7XbeGpf0qYvDalR0vuRrWQhtfF8dnHDh0exO6OoQyRdXsgjwaa+pmPrMV4U6s/s6ugqTA8Wlzt/ObUSPE6ZxSqsIiIAIiIAIiIAIZCUBvmO+6KKL0LlzZ6xZsyZpHatVq4bp06fj+uuvTxqvQBEQAREQgdwhoJqKgAiIgAiIgAiIgAiIgAiIgAiIgAhkPwHVUAREQAREQAREQAREQAREQAREQAREIPsJqIa5S2DYsGF46aWXCgG48sorUbt27ULhChABERABERABERABEchdAo888ghuvvnmpAA+//xznH766X4i2KQJFFhuCIT7UNNOFPa9Dgv7pFNGPzUfrzyzABF+It71/bOdg7rn/BPX3XtsuWGQzQVV3covgfqDWqHSGUeA15S/LkPX2uwBEzCr36cFxk0IX6c+Pa/LkAQkGBfY0iIgArlHYP78+bjhhhtwwgkn4IknntgggPbt2/v23sCBA3H88cdDS5YSCA3/ZzDkr9AiAiIgAiIgAskImHtQUJLFKWzzEdCeRUAEREAEREAEREAEcptAhUxUP+J+mMhEvspTBERABESgxAS0oQiUIwLxyR3KUaFV1LQT4HlASXvGylAEREAEREAEyhwB/8RzjlvLXNlUoMwTMHM/oTvhnsyMCmYWE07gGhZO8poo4Ylg77ooD81qrHFv5+JnVPRdXQTXdV+Ox1/+0+9DTtYSUMVEQATSTOCII45ApUqVfK7sdDFx4kRvB07NmjUxZMgQvP7667j//vvBe3QQl0yzQ8b48eOxevVqH125cmXsvPPO3pYjAiKQewT+/n0Ffm9xH/Le+dy332ItuAitCFbf2Rx/XXiqv7eE23y811DYTgy0mYF+s3hb0szAxSyuzaI2wyUiIAIiIAIiIAKbToBtfOYS1rQp/A4RaA6uQD/1sl//xPDbJuOnGcsA92jm49ksauyw6za4pE89HFqjIopYykzU2ffVQbWLjoZZtPxwyotzxveZhqnPfFmgMzvrTw7kQqHNytCm0KaEbfolIiACIiACIiACIpANBDiQ7znnnIOhQ4emrM4111yDCRMm4Oijj06ZRhEiIAIiIAI5Q0AVFQEREAEREAEREAEREAEREAEREAERyH4CqqEIiIAIiIAIiIAIiIAIiIAIiIAIiED2E1ANc5hAr169CtV+t912Q8eOHQuFK0AEREAEREAEREAEREAEunbtCkoyEnPmzMHpp5+Ot99+O1m0wsoBgXDfadqJwj7XDKOmsE82x6/UCwAAEABJREFUZdSgeXhlyAJXQ4P/mDO5mqFek/1x3b3H0SfZ/ARUgnJOoP6gVqh81pFwlxYs9olWavaACZjV99MC4ybwOg2uWepEiW4JMDywpUVABHKDAJ/f3bt3x8knn4yePXtusNLt27fH5MmTMXDgQBx//PHQkuUEOLxgfhW96Ry35odIiYAIiIAIiEBBApGCo9QWjJRvcxHQfkVABERABERABERABHKcQIVM1J8/TGQiX+UpAiIgAiJQUgLaTgTKEwFzhaU4pTWHCfAcoOQwAlVdBERABEQgZwj4J55z3JozdVZFCxMwi54BZnFtZjCLCidzDYSTvCZKeELYLq3X4vyaeX4n5lyDeZfq+p7L8fiYP51fa3YSUK1EQATSTWCXXXZBlSpVYtn+8MMPWL16dcy/scbHH3+MF154wW/G+3qjRo2w9dZbe78cERCB3CLw128r8FuL+5H33nRXcYOZE5iz3ers1Xe1wN8X1ALbfeG2Hv1h4b0kEDODWVxcTt4f1rQlIiACIiACIiAC6SEQdLYOa9qUcIdtds6kn3rpwj8x/LYpmP/F0mghIuy0HZXtd9kal/Spi0NP2Tcal9ItWxFn3VsHJ7Q+2hWKlYkqVyPfGX1872mY8vSXBTqzkwN5UAJWbiufnn7alLBNv0QEREAEREAEREAEyiuBlStX4pZbbkHLli0xe/bspNX4xz/+gRdffBH9+vVLGq9AERABERCBXCSgOouACIiACIiACIiACIiACIiACIiACGQ/AdVQBERABERABERABERABERABERABEQg+wmohrlKgJN7ffbZZ4Wq37FjRxx66KGFwhUgAiIgAiIgAiIgAiIgAiRw8803o3///jQLye+//w6OVTRy5MhCcQoo2wTCfaZpJwr7XFOCPtjUlFGD5uOVIT+z27avYMS5FKdQv8n+uPaeY2lKygQBFSIbCNR7shUqnXmkrwqvNUrg+fbRzzCzzydFjpuQeG37bZ3DcKe0ioAI5AABjjFZvXp13HjjjViwYAGKWtq3b4/Jkydj4MCBOP7446ElRwhYvJ7edI45iYfKEgEREAEREIE4AYP76EERB1ImLBVCBERABERABERABEQg1wlUyAQA/ZCQCarKUwREQAQ2gYA2FYFyRSACfuJFjv3VIR4kK/sJRHjcC54J2V9p1VAEREAERCBXCfCp5xpAXHMVgeqdT8DMvGUW12YGs6gEE7tShyd9DezwxLB3XrQW59fM8+dV9F2dO9O4OunQcxkeH/On35ecLCOg6oiACKSdgJmhUqVKsXx/+eUXrF69OubfGOPjjz/GXXfdhT//jN6Dzz33XNStW3djslBaERCBLCHw1+Ll+L3Ffch7bzr4Goxvwdhmo2YVV991Pv5uVRNs54XbePQHErQJqSlm0TajWVQzHzOj8u1Jb8gRAREQAREQARFIGwE+u5lZWNOmcICFQHNwBfqpl/7yJ0bePhU/zViK6FPa5eAMPrJ3/L9tcGmfujik+r4ucANrGYw+6546qHbxMWBd4OoEZ5jRACb0mYapT39ZqDN7wCjQrBZtCm1K2KZfIgIiIAIiIAIiIALljQDfCzdp0gTdunVLWfTGjRvj66+/RtOmTVOmUYQIiIAIiEAOElCVRUAEREAEREAEREAEREAEREAEREAEsp+AaigCIiACIiACIiACIiACIiACIiACIpD9BFTDnCTA/ui9evUqVPejjjoKHTp0KBSuABEQAREQAREQAREQAREIE7j66qvx7LPPYptttgkHe3v9+vU4//zz8cQTT3i/nLJPINxXmnaisB96WNgnnfLSoPl45dmfYe6D/D7b5qprMNRvsj+uvfsY59NaZgioIFlDoN6TrVD57CPBy47XG2B+pfPdwImY1eeTAuMmhK/fxOubfuQvYTs/SEoERCCLCHz00Ue+j3CrVq0wceLEImvWvn17TJ48GQMHDsTxxx8PLTlGIBKvb4QjRjs/xyGMh8oSAREQAREQgTgBPiv0XSLOo0xYKoQIiIAIiIAIiIAIiEDOE6iQCQJm7seITGSsPEVABERABEpEQBuJQPkiYOAnXmaLm7Jyh4BvT5o7F3KnyqqpCIiACIhA7hIwVt05bqUlEQFPwCx6RpgZzAoKJ3ilBJO/hnV4gtg7LlqL5qeu9dsDFl2pXH4dey3HY6OjE1BDS9YQUEVEQAQyQ4D31iDnoLNF4C+O5p+lhg8fjptuugkrVqzwm5xyyil+gIZw3j5CjgiIQNYT+HvxcvzesivyPpgB30Rj+8wZ5gVY878WiLSqBbbxeI8Ia9qUoC1oZqBt5rYOCdxiZs7VKgIiIAIiIAIikAkCbOMz37CmTeF3hkBzcAX6qZf8vBLDb5+CeTOWcFMwDTtXsC/eDv+3LS7pUweHVN/Xx23IKavxZ95dG9UuPgask6ugW30NvXd8788xZfCXBTqzkws5kFGgWTfaFNqUsE2/RAREQAREQAREQATKC4H+/fvjrLPOwttvv52yyN26dcOYMWOw6667pkyjCBEQAREQgdwkoFqLgAiIgAiIgAiIgAiIgAiIgAiIgAhkPwHVUAREQAREQAREQAREQAREQAREQAREIPsJqIa5SaBHjx6YN29eocp37NgRu+yyS6FwBYiACIiACIiACIiACIhAIoELL7wQI0aMwF577ZUY5f3t2rXDww8/7G05ZZdAuI807URhH+uwsO815cUn5+GVIQuACPtqR7x2Duir33Q/XHv3MWW30jlaMlU7uwjUfaIVKp19lL/meO2Fr8VvH52Amb0/LjBuQvg6TrzO6Q/ohO0gTFoERKB8E/j+++9x3XXXoVatWhg1alSRlbnsssswefJkDBw4EMcff3yRaRWZxQRCQwMaDH51ClpEQAREQAREIAkBcw8KSpIoBW0mAtqtCIiACIiACIiACIiACFTIBIKI+0kiE/kqTxEQAREQgRIR0EYiUM4IRFx5KU5pzWECPAcoOYxAVRcBERABEcgZAv6J5xy35kydVdHUBMwsFmkWtc0MZlEJJnilpnAC2EQJTxR7+wV5aH5qnsvTnWFudQb8n4gjEXTstQwDR//pg+RkBQFVQgREoAwSYMeMp59+2neYy8vj/Rg47bTTcN9992HHHXcsgyVWkURABDJJ4O9Fy/Bbi/ux5v3pvk3mf1L1bTT+uhrBmrtb4u8WNcD2XbhNR38gQRvQzEDbLNpONItquMXMnBtdzeJ2NESuCIiACIiACIjAphAIOlWHNW0K2/+B5uAK9FP/vmAlRtw+FQu+XIbYk9k9o835dtx9W1zapw4OOXnf4harTKc74+7aOPGSY10ZXe18HZ3pVjPDhL7TMOWpGQU6s5MPmQVCZi65e33l2kfu/RVtCuOpJSIgAiIgAiIgAiJQHgjMnTsXHIjj2muvxfLly5MW+bjjjsPEiRNx0003JY1XoAiIgAiIQM4TEAAREAEREAEREAEREAEREAEREAEREIHsJ6AaioAIiIAIiIAIiIAIiIAIiIAIiIAIZD8B1TAHCXASr169ehWqeYMGDfx/CwtFKEAEREAEREAEREAEREAEUhA4++yzMWLECFSpUiVpiv/85z+4/fbbk8YpcPMTCPeNpp0o7FMdFva5pox8Yh5eG7oQZgbnAKCGWwwNmh2Aa/93jLO1ljECKk4WEqj7eEsceM7R0Zq569Hyr0Vn4vuBEzGr18cFxk0IX8+J1zv90Yw45JQfbCrwSouACJRTAmvWrEG3bt1QvXp19OvXr8haNGrUCG+++SaeeOIJHH/88UWmVWQOEAg9BrzpnNDwOjkAQFUUAREQARHYOAIR8LNx2yh1BgkoaxEQAREQAREQAREQARFAhUww8D9CZCJj5SkCIiACIlACAtpEBMobAQP4TwZoyW0C7jwAJbcpqPYiIAIiIAK5QYBPPDZ/qOM1LuiLh8vKBQJmBjPzVTWLazPz4ZzoNSzBZLBhHZ4w9rYL1qJl7XWAIbrk5+MUbui9DI+O+jMaLrecE1DxRUAEyiKB559/Ho888gjYOYP37tatW+Oee+7BjjvuWBaLqzKJgAhkkMDfvy7Dby26Iu/DL2HmGmZhgSHvnlb4u/kpYJsu3JajPxDeR2ibGWibGcziAreYmXMRC4cWERABERABERCBtBEIOlaHNW0K2/yB5uAK9FMvWbASI26fip++WoaIKwnFKb/uuPu2uLRPXVQ56R/eXzyn7Kdq1OVUnHjJsYhE4l1HolYEE/pOw5RBMwp0Zicn8qJwG2rWkjaFNiVs0y8RAREQAREQAREQgbJIYPTo0WjcuDEGDRqUsnjt27fH1KlTccIJJ6RMowgREAEREIFcJ6D6i4AIiIAIiIAIiIAIiIAIiIAIiIAIZD8B1VAEREAEREAEREAEREAEREAEREAERCD7CaiGuUigZ8+eWL9+faGqd+zYsVCYAkRABERABERABERABERgQwRq1aqF4cOHo2rVqkmT3nfffbj22muTxilw8xEI94mmnSjsSx0W9rWmjHxiPl4b+gvYLzvCTukU5+PaoNn+uKbLvzZfpbTnIggoKlsJ1HmsJSo3Phq8Bn0d3TXJa9MpfPfYRMzs+VGBcRPC13XidU+/z8M5Ydt5tYqACJQzAkOGDEH16tVxyy23YNGiRSlLf8wxx+Cpp57C66+/jtNOOy1lOkXkGAGL19ebzskfNjAeIUsEREAEREAEYgTMjysb88rYzAS0exEQAREQAREQAREQAREAKmQCgn44yARV5SkCIiACJSSgzUSg3BGI+Mkg4sXmXxriPlk5QoD/ZoE7F3KkuqqmCIiACIhAbhNga4ePPuo4iYK+eLisXCRgZr7aZuZ/cDeLak76Gggngk2U8MSxt7TKQ4tT81xbG05cO8uddG51HqBz76UY8NJKvw855ZiAii4CIlDmCMyZMwfPPvss2CmD9+urr74a1113HXh/LnOFVYFEQAQySuCvhUuxuMX9WP3hDP/Gy/+WysaYE9pr7m2Jv8+vDrbneI8Ia9oU3keozQy0zaJtQrOohlvMzLnwbUZoEQEREAEREAERSCsBPrOZYVjTprDNH2gOrkA/9e8LVmLY7VOxYOYybuqe0UD0aQ3stPu2uKxPHVQ5cR9s1FJOEjfqcipOuvQ4X1/W2QLLgIn9p2HKk18U6MxOXhHXNiK7QLOqtCm0KWGbfokIiIAIiIAIiIAIlBUC69atw//+9z80adIEM2bMSFqsPffc078zHjhwYNJ4BYqACIiACIhAjIAMERABERABERABERABERABERABERCB7CegGoqACIiACIiACIiACIiACIiACIiACGQ/AdUw5wi8/PLLeO655wrVu23btmjUqFGhcAWIgAiIgAiIgAiIgAiIQHEIHHvssRg+fDjq1q2bNHn//v1x0UUXJY1TYOkTCPeFpp0o7EsdFvaxpox4Yj5ee+4XwAz+Y4AzYGZoeP4BuKbLv6CljBJQsbKaQJ3HW+LAc4+O1o57AMUAABAASURBVNFdj2bmrkt4mfP4JMzs8WGBcRPC13fi9U8/8pewnR8kJQIiUMYJvPvuuzj77LNx8cUX4/PPP09Z2j322AP33XcfPv30U/C9YMqExYzYbrvtUN6E4+gVs3q5lyw03HgEzsPVSe6BUI1FQAREQASKQ4DPCn13KA6pUkqj3YiACIiACIiACIiACIiAI1DBSdpXM0t7nspQBERABESgZAS0lQiUPwIGK1Dogr4CUfJkLwHfnrSEcyF7q6uaiYAIiIAI5DYBY/Wd41ZaEhFISsAseoaYGcwKCieApXBC2EThH98YRn3rBevQqs7a+Pbck0Wd//RZjgEvrqRHUk4JqNgisDEE1q9fvzHJk6bdcccdk4aHA0trP+F9ZsJetGhRLFv+AZr31FhAEcbHH3+MxYsX+xQnnXQSWrVqBd6vfYAcERCBnCHw1y9LsLhFV+R9/JVrh0WrbeYaYV6ANfe2ROS86gjabGFNm8J7B7WZ+fuImbm84gK3mJlz4cOhRQREQAREQAREIK0Egg4QYU2bwg7YgebgCvRT//bTHxh22xQs+HoZIr6jXcRpJ65kO+2xHS7tUwcHV9vH+TZuLU+pT7/rVJx46bHsbuiEEJxwdTKx/zRMfmJ6gc7s5BawDDTrS5tCmxK26ZeIgAiIgAiIgAiIwOYmMGnSJDRp0gRdunRJWRQO3PvFF1/gwgsvTJlGESIgAiIgAiIQEJAWAREQAREQAREQAREQAREQAREQARHIfgKqoQiIgAiIgAiIgAiIgAiIgAiIgAiIQPYTUA1zj0DPnj0LVZp906+//vpC4QoQAREQAREQAREQAREQgY0hULlyZQwfPtz3X0m23dChQ3HWWWdh1apVyaIVVkoEwn2gaScK+6GHhX2rKcMfn4fXhv7s+2OHt0Ekgobn7Y+r78yffLyU6qHdbBwBpc5+ArUfa4nK5/4LvCbD12jEXbVznpiEmT0+BK9lSvgap10gvbum6Q+Ihe0gTFoERKDsEZg1axauvPJK1KtXD6+++mqRBbz66qsxfvx43Hrrrdh+++2LTFucSL5bPOKII1AepTj1y8k00aECfdUNhvwVWkRABERABEQgGQFzDwpKsjiFlT4B7VEEREAEREAEREAEREAESKACnXQLf3BId57KTwREQAREoEQEtJEIlEMCkXJYZhU5/QR4HlDSn7NyFAEREAEREIGyRsA/8Zzj1rJWNJVnMxMwcz+vOwmKYWbeNDOYRYWTwZqZnwiWNieGTRROVM0w6ptbrUXL2mvAP/z6cy7mRPCfvsvwyMiV0FIuCajQIrBRBObNm7dR6ZMl3mOPPZIFFwgrrf0U2GmaPWvXrsWCBQtiue6zzz7F+kM1t/v8889j23Fyp2222SbmlyECIpAbBP76eQkWt+iKvE++RPj3U7bFXIMMa+5tBZxXHUFbLaxpU4I2npn5Np9ZtB1oFtVwi5k5V6sIiIAIiIAIiEAmCPjntss4rGlTgg7X1EFnbOrff1qJYbdNxc+zVgDuMR19VBvMDLvsuR0u61MbVartgxIs5W6T0++qjZMuOw6u9q7sBmfAYXDaMHnAF5j8+PQCndnJL5Et3MIwijP9GrZ9gBwREAEREAEREAER2EwEnnjiCT9A2muvvZayBHfddRdef/118P1yykSKEAEREAEREIE4AVkiIAIiIAIiIAIiIAIiIAIiIAIiIALZT0A1FAEREAEREAEREAEREAEREAEREAERyH4CqmGOEXj00Ufx/vvvF6p1p06dcOyxxxYKV4AIiIAIiIAIiIAIiIAIbCyB3XffHcOHD0ebNm2Sbsq+LQ0bNsQvv/ySNF6BmSUQ7vtMO1HYHz0s7FNNGfbYPLz+/K9gB2yD+5g3YWZo1LwSrr7zaGgp0wRUuBwhUHtgCxzY9Bh3bQLmPnDXqCG6zHliEmZ2/wC8pinha5124v2A/uiWQNgOwqRFQATKBoE//vgD99xzD6pXr46BAwcWWahzzz0XH3zwAfr374+DDz64yLSKzHECfgzoKANvOset0QC5IiACIiACIpBAgGPYUhKC5d08BLRXERABERABERABERABEfAEKng3zY7B0pyjshMBERABESgZAW0lAuWRANsRlPJYdpU5fQR4DlDSl6NyEgEREAEREIGySsA/8Zzj1rJaRJVrMxMwM5iZL4VZXJuZD+eksGHhRLGJsuWWW8Ymlr251Xq0qrvWbeuyNCegQwFu6rcM/Uf+wUBJuSKgwopA0QS233577L333rFEQYeAWEAxjMWLF2PFihVFpiyt/RRZiDRHLlu2DHPnzo3lWqVKFWy99dYxfypj/fr1WLNmjY/eaqutwA503iNHBEQgZwj8teB3LG7ZFXnjZ7o6m2txWUybGdbcfwHQ7GSwnUZh+y3QtCls41GbGWibGcziAreYmXMRC4cWERABERABERCBtBEIOkuHNW1K8L2KOuiETf3b/JV44bap+HlW/venCDtdR4u0857b4dI+dXDwCftEAzbaLZ8bNLzzVJx42XGu8IThFNdIxHdGnzRgOiY/Nq1AZ3ZyTGQc3SS6DW0K01BLREAEREAEREAERGBzEOBgaFdffTXatWuHRYsWJS3C0Ucf7Qfs6NKlS9J4BYqACIiACIhAcgIKFQEREAEREAEREAEREAEREAEREAERyH4CqqEIiIAIiIAIiIAIiIAIiIAIiIAIiED2E1ANc4nA8uXL0bNnz0JVPuigg9ChQ4dC4QoQAREQAREQAREQAREQgZIS4LgkgwcPTtnO/Pjjj9GgQQPMnMmxTkq6F223sQTCfZ5pJwr7o4eFfakpwx6bh9dfWOh2F3ECeNc5bkWj5gfgqjuO8uFyyjIBlS2XCJz6aAsc2PTY/Gs1EtUeQARznpyEmQ+/X2DchPB1n3hfoN9v6pyw7bxaRUAEygCBQYMGoXr16rjzzjuxdOnSlCWqVq0annvuOYwaNQq1atVKmU4RIhAjEB0y0Hu96Zz8YQR9mBwREAEREAERCBMwuI8eFGEkm9HWrkVABERABERABERABEQgSqBCVKXX1Q8F6eWp3ERABESgxAS0oQiUSwL88wL/ahQUPmwHYdJZTyDC485zIetrqgqKgAiIgAiIQPSPm+7R51bREIEiCZiZjzeLazODWVQ4KWwgnCg2Udhxg2HUN7Vch1Z18mL/9g9aXjwPb+q7DP1G/OH3JaecEFAxRaAYBPbaa69YqoULF2L16tUxf3EM/vl45cqVPunOO++MPffc09uJTmntJ3G/mfJPmzYNCxYs8NlvtdVWqFq1qrc3xtluu+2w0047bcwmSisCIlDOCaz/6TcsatEVaz792rW32MJia8uJe+flXOR1vQBoehLYLmP7jBK26We7jtrMQNss2uYzi2q4xcycC98ehBYREAEREAEREIG0Egj++xTWtCnsaB1oDq5AP/XieX/ghdun4pdvVrjnc35x3PPazLDr3tvjsj51cHDVvfMjSqDK8SYN7zwVJ7U7Hog2X5w2mDkBMHngF5g0cFqBzuzkGTAOtEsK2hTalLBNv0QEREAEREAEREAESoPA2LFj0bhxYwwYMCDl7i655BJ88cUXGrAjJSFFiIAIiIAIpCSgCBEQAREQAREQAREQAREQAREQAREQgewnoBqKgAiIgAiIgAiIgAiIgAiIgAiIgAhkPwHVMKcIdO/eHbNnzy5U544dO2LvvXOzH0khGAoQAREQAREQAREQARFIK4HevXvjjjvuSJrnl19+iYYNG2L8+PFJ4xWYXgLhvs60E4X90MPCPtSUFwbOw9hhvyLa29p8obxrhjNbVMJVtx/lw+SUcQIqXs4RqDWgOQ5qdgzgrlWDee0cZxl+GDQFMx96v8C4CeHrP/H+QD/yl7CdHyQlAiKwGQi88cYbOP3003HZZZeBbapURahYsSIefvhhfPrpp2jVqlWqZAoXgcIEOCRhfijHI+Sg5JFQWH6UlAiIgAiIgAh4AnxW6LuCR7H5HZVABERABERABERABERABPIJVMjXaVVm7geHtOaozERABERABEpCQNuIQPkkYP4PC/GyW9yUlTsEfHvS3LmQO1VWTUVABERABHKXgLHqznErLYkIFIuAWfSMMTOYxYWTwwbCCWMTJZhYlvq/Ldfjwnpr3f7c9jCn4V0zwy39l6Pf8D+gpXwQUClFoDgEKleuHEs2d+5c/PLLLzF/cYxp06aBHQmYdtddd0052EBp7YflyLTk5eXh1VdfjdW7UqVKOOSQQ4q12+23395P/jR58mS8++67OPzww4u1nRKJgAiUfwLr5/+GxS27Im/CrGhlfDPLXDvLiQFru12IyLkngu2xoK0WthnG9hy1mYG2mcEsLnCLmTkXPhxaREAEREAEREAE0kaAnR0ozDCsaVP4vSjQHFyBfurFP/6BF26fip9nLUes0wR72DnZec/tcFnv2jjo+L2YbYmlvG/Y4PZaOLnd8XBIQIccfR9E50wZOB2THv28QGd2ciVfCtNSkwFtCm1K2KZfIgIiIAIiIAIiIAKZJNC1a1ecccYZ4LvfZPvh+/MnnngCgwYNShatMBEQAREQARHYIAElEAEREAEREAEREAEREAEREAEREAERyH4CqqEIiIAIiIAIiIAIiIAIiIAIiIAIiED2E1ANc4fAV199hZ49exaqcM2aNXHttdcWCleACIiACIiACIiACIiACKSLwN13342HHnooaXbz58/3k9eOHTs2abwC00Mg3MeZdqKwb3RY2Hea8vyj8/D6sIXw6RFxhXES8T3UcWbLA3DlbUe6MK3lgYDKmJsEag1ogQObHeOu3ui1C2+5a9hdxz88NRkzH3q/wLgJ4fuAv+5durAOKDIssKVFQARKl8CMGTNw2WWXoVGjRhg3blyRO+/UqRPGjx+Pzp07g+PEFZlYkSKQSCA6dKAPNRj86hS0iIAIiIAIiEASAuYeFJQkUQoqZQLanQiIgAiIgAiIgAiIgAgEBCoERjq1+4khndkpLxEQAREQgZIR0FYiUE4JRFy5KU5pzWECPAcoOYxAVRcBERABEcgZAv6J5xy35kydVdGSEzCz2MZmUdvMYFZQOFEshX8ITJRgglnqG1usw0X117o8o2cg3eiffyO4pf8y9B22wsVpLeMEVDwRKBaBww47DHvssYdPu2TJEowZM8Z3APIBG3B+/vlnvP3227FURxxxBHbZZZeYP2yU1n7C+8yEzXvhsGHD8Nlnn8Wyb9KkCTh5UyxAhgiIgAgkEFg/bzEWteyKNZ99w35Z0Vg2sJxFlffARYicUw1shwVttLDNsKANZ2agbVawnQe3mJlz4duA0CICIiACIiACIpARAvxOwIypA2HHatrUHFwh0IvmrsDzt0/Fwtl/uOczt4LT7nntntm77rM9Lu9TGwcevxc2ccmKzU+7vRaqX3E8HCC3GgzBYpj62AxMGvB5kZ3ZyZxb8DhQaFPCNv0SERABERABERABEUg3AQ4vonN0AAAQAElEQVTe0axZM9x6660psz7ttNMwdepUP8hHykSKEAEREAEREIGiCShWBERABERABERABERABERABERABEQg+wmohiIgAiIgAiIgAiIgAiIgAiIgAiIgAtlPQDXMIQI9e/bEypUrC9W4Y8eOhcIUIAIiIAIiIAIiIAIiIALpJnDjjTfiscceS5rtihUrcMYZZ+D5559PGq/ATSMQ7ttMO1HYJzos7JtOef7ReXhjxCKY+8BJoGGGs1tVxpW3Hgkt5YaACprDBGo90gIHnX9cPgFeyU4McCvmPjUZMx98r8hxExLvGchfGJ5vSomACJQCAY7Jeeedd+KUU07BoEGDitxjixYtwHEpe/Togf3226/ItIoUgZQEIvEYbzon4iQeKksEREAEREAEwgQi4CccInuzENBORUAEREAEREAEREAERCBGoELMSqNh/ueFNGaorERABERABEpAQJuIQHklYIA5gZbcJsBzgJLbFFR7ERABERCB3CDAJx6bP9TxGhf0xcNliQBcc9m8wC1m5lx4v5l5HUwUS03hRLKJEkw0S925+TpcdNo6cDHnmBn8x4DbBixH32F/uFCtZZeASiYCxSOw//77o2rVqrHEL774IoYNGwZ2EooFJjHYkat3796YN2+ej91mm21w9tlng/cVH5DglNZ+EnabVi+ZvPzyyxg4cGCMz9FHH42GDRumdT/KTAREILsIrJ+3CItadsXaibPhmlOAa0uZdwxc1j54EdD4BLD9xXsoJWzTH7TdzAy0zQxmcYFbzMy58OHQIgIiIAIiIAIikFYCQWfosKZN4feEQDi4Am3qX39Ygedv/xwLv/0D7E8XdKqj3nWf7XF579o46Pi90lDO7Mmi/m21cPIVVUGuZBatGa0Ipj7+BSYN+LxQZ3amJfNAcxvaFNqUsE2/RAREQAREQAREQATSRWDIkCE488wz8dJLL6XM8pZbbsGbb76JypUrp0yjCBEQAREQARHYMAGlEAEREAEREAEREAEREAEREAEREAERyH4CqqEIiIAIiIAIiIAIiIAIiIAIiIAIiED2E1ANc4UA/zf45JNPFqouJwNr2rRpoXAFiIAIiIAIiIAIiIAIiEAmCLRr1w4vvPACdtxxx6TZX3DBBRgwYEDSOAWWjEC4TzPtRGGf6LCwTzrluUfnYezwXwv0sY5O5BfBWa0OwBW3HFGyAmmrzURAu811AjX7N8dB5x/nMPBK5ngJyB9zIoK5T03GzAffKzRuQnBvSLxv0O8y8mvY9gFyREAEMkLg0UcfRfXq1XHPPffgjz9Sj7lbs2ZNcNxOtrdOPPHEjJRFmeYQgegQgr7C3nRO/rCCPkyOCIiACIiACBQkYBp3tiCQzeTTbkVABERABERABERABEQgTqBC3EyfpR8G0sdSOYmACIhAiQloQxEotwQi/o9I8eJH/7wQ98vKCQKcFQXuXMiJyqqSIiACIiACuU6ArR0++qjjLAr64uGyRCBOwMy8xyyuzcz/KM8JY8PCCWUTJZhwlvqG89fhovprXQsMvj3O93s8Lxlw2yNL0eeF1H9I9IWQs/kIaM8iUEwCvAe0bt0au+22m98iLy8PDz/8MNq2bYsPPvigwB+P169fj3nz5uGpp55Cs2bN8M477yBYOMnR8ccfH3gL6dLaT6Edb2IA67xw4UKMGTMGF110kf8zNhkxWzK78cYbscsuu9BbLPntt99w7rnnomrVql6eeeaZYm2nRCIgAuWTwPofF2FRyweQN3F2rC3lDNeUcu1616ha+9BFwNlVwXtkIGyDBTY1227UZgbaZtF2nVlUwy1m5lz49h60iIAIiIAIiIAIpJUA34Uww7CmTWEnamoKB1egn/rXH1bghds/x6/fr+Sm4JPazJw27LbvDmjXuzYO/PdePm6TnSzLoP6tNVH9qhMcK1cxg9POcS7c8vnjX2DSgM8LdGYnb/In+0C7pK7J5X5PdO0t2hTGUUtEQAREQAREQAREIB0ElixZgk6dOuHiiy/G/Pnzk2Z52GGHYdy4cbj//vuTxitQBERABERABDaKgBKLgAiIgAiIgAiIgAiIgAiIgAiIgAhkPwHVUAREQAREQAREQAREQAREQAREQAREIPsJqIY5Q6BXr16F6mpm6NixY6FwBYiACIiACIiACIiACIhAJgm0aNECI0aMQMWKFZPu5uqrr0bXrl2Txilw4wiE+zLTThT2hQ4L+0hTnn90Pt4YsQhw3xnMDAbAKZj7nH1BJVx5y5HQUs4IqLgi4AjU6N8cB53/b3clm/OZ12YGOPlx8BTMfOC9AuMmhO8PifcP+pG/hO38ICkREIE0EXjllVdQr149XHXVVfjmm29S5nrggQeib9+++PDDD9G0adOU6RQhAhtFIBJPHYHzcHUSD5UlAiIgAiIgAnECfFbou0Gcx2aztGMREAEREAEREAEREAERCBGoELLTZpq5HxbSlpsyEgEREAERKAkBbSMC5ZeAwQoUvqCvQJQ82UvAtyct4VzI3uqqZiIgAiIgArlNwFh957iVlkQESkTALHoGmRnMCgonkKVwQtlECSaepb6h+Xq0Pm2t3945XAGDWwx3DFiG3i+scLbWskZA5RGBjSFw6KGH4uabb8b2228f2+zrr79G586dUadOHVStWtXLSSed5P9o3L9/fyxdujSW9rTTTkOHDh3Ae0YsMIlRWvtJsuuUQStWrEDr1q19/YJ6hjXrfNZZZ+Gee+7B7NmzY/nstttuuPfee3HkkeogFYMiQwREoACB9T8uwqKW3ZA3yd07XNvJNcVcEyrfcCnXPtwaOKsq2A7j/TOsaVOCtpqZgbaZwSwucIuZORc+HFpEQAREQAREQATSRoCdGyjMMKxpU8IdqDm4Av3UC+csx3O3TcXC7/8A/AT0vquEMyPYdZ/tcHnvU1H5uD2ZbVokGzOpd0tNVL/qBMePK3sjOomumPrYdEzqP7VAZ3ZyJ39KcGzIhTaFNiVs0y8RAREQAREQAREQgZIQePfdd9G4cWMkG5w3yI/vnGfMmIEGDRoEQdIiIAIiIAIisEkEtLEIiIAIiIAIiIAIiIAIiIAIiIAIiED2E1ANRUAEREAEREAEREAEREAEREAEREAEsp+AapgbBAYPHoyxY8cWqmzHjh3BfuuFIhQgAiIgAiIgAiIgAiIgAhkmcPrpp2P48OE44ogjku7p1ltvxU033ZQ0ToHFIxDuw0w7UdgHOizsG00ZOmAeXh++0PdDd45b4/3Sz77gAFxxc/JjVrxSKdXmIqD9ikBAoEb/5jiw+XEFrm3ncWsEcwdPxswH3iswbkL4PpF4H6E/yDdsB2HSIiACJScwdepUXHzxxb7vMPsQp8ppm2228eN1jh8/Htdee22qZAoXgZIRiA4l6Lc1GPJXaBEBERABERCBZATMPSgoyeIUVnoEtCcREAEREAEREAEREAERCBOoEPaky+ZPh+nKS/mIgAiIgAiUiIA2EoFyTCBSjsuuoqePAM8DSvpyVE4iIAIiIAIiUFYJ+Ceec9xaVouocpUTAmbmS2pmMIsKJ5ANCyeYTZTwRLSdzl+P1g3WunzcGz6elBQ428mdA5ah9/MrXJzWMkRARRGBjSZQt25dcECBo48+utjbbr/99rj++utxzz33YMcddyzWdqW1n2IVpgSJeO9kHYYMGYJq1aqVIAdtIgIikAsE1v/wK35t0Q1rJn8bra5rO7nVtZycG4lgXfeLgTOPB9tbFLbDAk2bwvsNtZmBtlm0HWcW1XCLmTkXvo0HLSIgAiIgAiIgAmkjEO7wHNjUgYQ7TnNwhUAWzlmBF+6YhkU//Bkqi4Gf3SvugHZ9aqPysXuG4jbZzNoM6t5SE6dcw+9c5uroJLrCzPD5kzMwqf+UIjuz8xi5DX3ndx432pSwTb9EBERABERABERABDaGQI8ePXDGGWfgk08+SbrZDjvsgH79+uGZZ57x732SJlKgCIiACIiACGw8AW0hAiIgAiIgAiIgAiIgAiIgAiIgAiKQ/QRUQxEQAREQAREQAREQAREQAREQAREQgewnoBrmAIG1a9eiV69ehWq67777+j75hSIUIAIiIAIiIAIiIAIiIAKlRKB69eoYPnw4TjrppKR7fPDBB3HFFVckjVNg0QTCfZdpJwr7PIcl6Jc+9JF5eGPkYsDMrRbTBsM5F1XGFTcfAS3lkoAKLQIFCNTo1xwHtzzeXdmAmdFx4lZn/jh4MmZ1e7fIcRMS7ynIXxieb0qJgAiUkMCvv/6KW265BTVq1ADHlSwqm4svvhifffYZunbtir322quopIoTgZIRiMQ386Zz3BoPlCUCIiACIiACIQLRWQH0pAgh2Rym9ikCIiACIiACIiACIiACBQhUKOBLk8dgacpJ2YiACIiACJSMgLYSgfJMgO0ISnmug8q+6QR4DlA2PSflIAIiIAIiIAJlnYB/4jnHrWW9qCpfGSRgVvDMMYv6zQxmceFksoFwgtlECSaipe543nq0abjObe8qbE5gMDMauOvRZej13ApvyykLBFQGESgZgQMPPBCDBg3CSy+9hEsvvRSHH344tt9++1hmvF/wT8cnnngi7r77brzxxhto3br1Rk9kVFr7iRV8E4xwnTt16oRXXnkF7LC29957b0Ku2lQERCCbCaz/YSF+bdkNeVO+i1fTtZkM7uP0uh5tgDP+7e+dQduLba3Apua9h9rMQNssuq1ZVMMtZuZcwCyqoUUEREAEREAERCDtBIJOz9SBcICFsM1BFhj2y/fL8cId07Dw+5VAQr+I3fbdAZf3PhWVj90zzWXM7uzq3FQD1a8+wVUyCtS7EboRfP7EDEzsN6XIzuw8Lm5jBMeLNoV+aokIiIAIiIAIiIAIFJfA7NmzccEFF6Bz587Iy8tLulnt2rUxadIkXHPNNUnjFSgCIiACIiACJSegLUVABERABERABERABERABERABERABLKfgGooAiIgAiIgAiIgAiIgAiIgAiIgAiKQ/QRUw1wg8PDDD2P69OmFqso+6gcccEChcAWIgAiIgAiIgAiIgAiIQGkSOPLIIzF8+HA0bNgw6W4fe+wxtGzZMmmcApMTCPdZpp0o7OscFvZLpwx9ZD7GvrjIZRqJ9kt3CpGIWyM456JKaP/fw12c1vJJQKUWgcIETul7Pg5qeby/xp0Tv+4RwdynJ2Nm13eKHDch8d4S7IHhgS0tAiKwcQT69u2L6tWro1u3bli9enXKjevXr49XX30VTz/9NI499tiU6RQhAptMIDSUoDedo+EFN5mqMhABERCBrCVgcB89KDbz8dXuRUAEREAEREAEREAERKAggQoFvenx6YeA9HBULiIgAiJQYgLaUATKNYEI+IlXgf9Oivtk5QiBCI97wTMhR2quaoqACIiACOQgAT71XAOIaw7WXlVOBwGz6A/xZuazM4trM4NZVDipbCCcaDZRgglpqTs0W4/WDdZG/zjszk6+7+O5SrnrU2QFCAAAEABJREFU0aXoOXS535eczUxAuxeBTSBgZth///1x9dVXY8iQIfjwww8xefJkLxMnTsTrr7+O/v3744wzzsD2229f4j2ZZWY/Xbp08WVlmQcMGJC0jIcffjjefffdWDqmTSXhOl944YXYe++9S1xnbrjHHntg9OjRsX1ffPHFDJaIgAhkCYF1cxZiYYtuWDP1O1cj10Jy77Iirs3EjldsN63t4a75RseB7aqgzRW2GcZ2GbWZgbZZtM1mFtVwi5k5F749By0iIAIiIAIiIAJpJcBnNjMMa9qUYIAFDqxACfy/fLccL9wxHb/OWemez25r96g2GOCe2bv/c0e063MqKh+zJ9K+5ECGdW+uierXnOhr6oiCTA3uY8D0QTMwse/kIjuz8xjBLTx+FGf6NWz7ADkiIAIiIAIiIAIikIIABzY788wz8fzzz6dIAfznP//Be++9B757TplIESIgAiIgAiJQUgLaTgREQAREQAREQAREQAREQAREQAREIPsJqIYiIAIiIAIiIAIiIAIiIAIiIAIiIALZT0A1zHoCP/zwA3r16lWonlWrVsV1111XKFwBIiACIiACIiACIiACIrA5COy3335gX5nmzZsn3f2wYcNw+umnY8WKFUnjFRgnEO6rTDtR2Mc5LOybTnn2kfl448VF7C3tMjM4I18MTS6ujPb/PRxayjEBFV0EUhCo3ud8VLngBMB43ecLDGaGec9Mwcz73yly3ITEewzyF4bnm1IiIALFIPDSSy+hVq1a6NChA+bMmZNyC/YXfuyxx/DWW2+BfYxTJlSECKSLQCSeUXTcQnDownigLBEQAREQAREIEeCzQt8FQkA2h6l9ioAIiIAIiIAIiIAIiEACgQoJ/rR4zSwt+SgTERABERCBkhHQViJQvgkY+InXweKmrNwh4NuT5s6F3KmyaioCIiACIpC7BIxVd45baUlEYJMImEXPJLO4NjOYRYWTywbCCWcTJZiYlvr68/5Cm9PXuvK4bUGBc524vP732HL0eHY5tGxeAtq7CIiACIiACIhA6RNY9/0v+LVFN+R9Pse3jXwJXPvIt5YMWN+rDez048D2FNta1BTagbA9RtvMQNvMYBYXuMXMnAsfDi0iIAIiIAIiIAJpJRB0aAhr2pTwAAu0OcAC5ZfvluP5O6Zh4Zw/wHQUZ4AdJHavuAPa9T4Vlf61R1rLGWSWK7rOTTVQ/doTHVN2TnRkIxRX+wgwfdAMTOwzucjO7DxeLrU7LNzObUSPE3+snNYqAiIgAiIgAiIgAskI/Pnnn7j55pvRokULfPfdd8mS4KCDDsLo0aPx4IMPJo1XoAiIgAiIgAikg4DyEAEREAEREAEREAEREAEREAEREAERyH4CqqEIiIAIiIAIiIAIiIAIiIAIiIAIiED2E1ANs59A9+7dsXjx4kIV7dSpE7bZZptC4QoQAREQAREQAREQAREQgc1FYOedd8awYcNw+eWXJy3CuHHj0KBBA8ybNy9pvAKj/Z0DDuyvnCjs2xwW9kmnDOk/D2+8uCjWZ9rl5NaIlyatK6HdjYcF2UqXUwIqtggUReDk3ufhoFbH+2ue9w1nRMdAcBvNGzIFM+9/u8hxE7hNWNxmfmWYN+SIgAikJDBhwgS0atUKzZo1w0cffZQy3U477YS77roL48ePR7t27VKmU4QIpJ1AdGhBn63B4FenoEUEREAEREAEkhAw96CgJIlSUCkR0G5EQAREQAREQAREQAREIJFAhcSAdPgj/mfFdOSkPERABERABEpAQJuIQDknEHHlpzilNYcJ8Byg5DACVV0EREAERCBnCPgnnnPcmjN1VkVLh4CZ+R2ZGcziwklmA+HEs4kSTFBLfV2zv9C20Vr3ti96htKNvvuL4O7HlqH7kOV+H3I2CwHtVAREQAREQAREoJQJrPvuZyxs+QDyps3xe2bbyBv5zrpebYGGx4LtKLaxAk07ELbDaJsZaJvF22lmBi5mBTXDJCIgAiIgAiIgAptOgB2aKcwprGlTwgMs0OYAC5QF3y7Dc3dMw6K5f7p3LMgX97x2z+w9/rkj2vc5FZWO3h0ZWnIq2zr/rYEa153oGEf5OsSAM+l8MfhLTOg9qcjO7DxuPJaBIH+hP9+UEgEREAEREAEREIEYgU8//RSNGzfGAw88EAtLNFq2bIlp06bhnHPOSYySXwREQAREQATSSUB5iYAIiIAIiIAIiIAIiIAIiIAIiIAIZD8B1VAEREAEREAEREAEREAEREAEREAERCD7CaiGWU6Ak4b179+/UC35X8QLLrigULgCREAEREAEREAEREAERKAsEHj88cfRuXPnpEXhJLkNGjTAF198kTQ+lwPDfZNpU8iDmsI+zWFhn3TKM/3mYdyo35jUd5E2Y0dpJ043bXMg2t14mI+TU64JqPAisEEC1Xufj4MvPAHu0ndpDdGPM906b8hUzLzv7SLHTeB9xiUFNYU2JWzTLxEBEYgS+Omnn3x7p0aNGnjhhReigSncdu3agW2gLl26YJdddkmRSsEikCECoYELvemciJMM7U3ZioAIiIAIlHsCkdi8AOW+KuWzAiq1CIiACIiACIiACIiACBQiUKFQSBoCzP2MkIZslIUIiIAIiECJCGgjESjvBAyI/jMBWnKZgDsPQMllBqq7CIiACIhArhDgE4/NH+p4nQv64uGyRGDDBMzi549Z1DYzmMWFk80GwgloEyWYrJb62qZ/oW2jdX7H5lyDRV2n7n1iGboPWe78WkufgPYoAiIgAiIgAiJQmgTWffszFrZ8AGun/+B365pWrlXkGkTOZcC63m1hDY4B20+JbavAz/YXbTMDbTODWVzgFjNzLnw4tIiACIiACIiACKSNQLgjc2BTBxIeYIE2B1igXvDtcjx/x3QsmvtntCwRgB3nKHv8c0e0730qDjhq92hcRtzcy/TU/9TAKR1OdBWPeNZwzB11t0YwY/CXmNBr4gY7swfHldpl5New7QPkiIAIiIAIiIAI5DQBDsDbqFEjvPvuu0k5bL311ujevTuef/557LjjjknTKFAEREAEREAE0kdAOYmACIiACIiACIiACIiACIiACIiACGQ/AdVQBERABERABERABERABERABERABEQg+wmohtlOoFevXkmr2KlTp6ThChQBERABERABERABERCBskLg4Ycfxv/+97+kxfnmm2/QoEEDfPjhh0njczEw3CeZdiDse06bOizsl055pt98jBu12PeJJjd2kY74jtIRNGtTGZd3PpTBknJPQBUQgeIROLnXeTj4ghNcYt4JKM70awTzn52Cmfe+VeS4CbzP8J4TiN/UOfQ7pVUERMAR4PXQo0cPnHLKKaBev369C02+nnnmmXjrrbfw2GOP4fDDD0+eSKEikGkC0SEG/V686Zz8YQd9mBwREAEREAERKEjANC5tQSCl7NPuREAEREAEREAEREAERKAwgQqFgzY9hC86Nz0X5SACIiACIlAiAtpIBMo9gQgKtiX4d6VyXylVYGMJcNYUuHNhY7dTehEQAREQAREohwTY2uGjjzpe/IK+eLgsESgeATOLJTSL2mbmf7A3i2pOOhsIJ6JNlGDyWuprm/6Fto3WuhYa+xXw/HRtNad47t77+FI8/Myy2P5klBIB7UYEREAEREAERKDUCKydvQC/tOyGvOk/+HeXriUU0651hHW928BO+xfYbgraVGGbYWx3UZsZaJtF22RmUQ23mJlz4dts0CICIiACIiACIpARAsHvkNSBsONzWDjAAuWnb5bi+TumY/GPq+Jlcc9rM8NeB+yE9n1q4YCjd4/HZcLK0TxPvbEGalx/smsXOQBsIjnmUQ/w5dNfYULPiUV2Zg+ObaBdLn6l3xtyREAEREAEREAEcpbAjz/+iEsuuQTXXnstVqxYkZQDB/oYP348brjhhqTxChQBERABERCBtBNQhiIgAiIgAiIgAiIgAiIgAiIgAiIgAtlPQDUUAREQAREQAREQAREQAREQAREQARHIfgKqYVYTGDZsGF566aVCdbzyyitRu3btQuEKEAEREAEREAEREAEREIGyRuDOO+9Er169khbr119/RcOGDfHyyy8njc+lwHBfZNqJEu6TTpt90ilP95uHcaMXO1SGoE+0s2Duc17bA3H5DYdCS5YQUDVEYCMInNTrPBx80Ykw490gLoBh/tDPMfOetzRuArSIQMkI8H1d9erV0blzZ8ybNy9lJsceeyyefvppvPrqq6hfv37KdIoQgVIhEInvhWMZcpBnjuscD5UlAiIgAiIgAnECfFbwvUQ8RFapEtDOREAEREAEREAEREAERCAJgQpJwjY5yMw2OQ9lIAIiIAIiUDIC2koEyj8BgxWoREFfgSh5speAb09awrmQvdVVzURABERABHKbgLH6znErLYkIpI2AWfysMovaZgazuHDy2UA4IW2iBBPXUl/bLIJLzljntwcsujpF8/4nl+Ghp5dBS+kR0J5EQAREQAREQARKh8Dab37CwpYPYO2MH8F2j2tKORVtBNFd3/cSVDjtGLC9FLSlwjbD2N6iNjPQNjOYxQVuMTPnwodDiwiIgAiIgAiIQFoJBB0Ywpo2hQMrBJo2B1ig/PTNMjx3x3QsnvenK0sEvsMcrUgEe+6/I9r3qoUDjtzdhWR2zeXca3U+Badcf7JnD8edx8kdCR4KzHjmS0zoMUGd2XP5BFHdRUAEREAERKAEBMaMGYMzzzwTgwcPTrl1x44d8fHHH+Pf//53yjSKEAEREAEREIF0E1B+IiACIiACIiACIiACIiACIiACIiAC2U9ANRQBERABERABERABERABERABERABEch+AqphdhPo1atXoQrutttuuP766wuFK0AEREAEREAEREAEREAEyioBtl8HDRrkxz5JLOOaNWtwzjnn4JlnnkmMyhk/+zIHlaWdKOyLHhb2SacM7jsP40YtBvtDO8cpP0Uf6J53SWVc1umQIFvpLCCgKojAxhI4qWczHHThCf6ewPsC7y28V7ibBeYPnYqZ97ypcRM2FqrS5zQB9gFu1qwZWrZsic8++ywliz322AP3338/xo8fj4svvjhlOkWIQKkSiA416HdpMOSv0CICIiACIiACyQiYe1BQksUpLPMEtAcREAEREAEREAEREAERSEagQrLATQ3jjwebmoe2FwEREAERKBEBbSQCWUCA0zZkQTVUhU0kwPOAsonZaHMREAEREAERKAcE/BPPOW4tB6VVEcsbATP3E70TltvMqGBmBYST0AbCiWkTJTyB7TVN/8YlZ6x1+bgz1q3OAJyOOLn/yWV46OnlPkhOxgloByIgAiIgAiIgAqVAYO2s+fil5YPIm/Gjb/ME7R7X9PF7X9/vUli9oxG0l6gp4fYU21n0m5nvAGtWsC0Gt5iZc+HbaNAiAiIgAiIgAiKQNgLs+ExhhmFNmxIMsMCBFWhTU+bPWobn7pyO3+evRvQp7XJwhlux9woVYxYAABAASURBVAE74YretbD/kbu5wIyvOb+DWp1PQY1O1R0Hg5kTbwG0vhzyNSb0mKjO7NAiAiIgAiIgAiKwIQLr16/HXXfdhXPPPRdfffVV0uT7778/XnjhBfTs2TNpvAJFQAREQAREIIMElLUIiIAIiIAIiIAIiIAIiIAIiIAIiED2E1ANRUAEREAEREAEREAEREAEREAEREAEsp+AapjFBPjfwmSTiXXs2BGHHXZYFtdcVRMBERABERABERABEchGApdccglGjBiB//u//0tavTZt2qBPnz5J47I5kH3Pg/rRThT2RQ8L+6RTnuozD2+N+d33fYaZy8IQfM6/5EBc1vEQF6Y1iwioKiJQIgIn9TwPVVqfGN02/17hbhag+dPQzzHz7jc1bkKUjlwRSEnghx9+QIcOHVCzZk289NJLKdMx4tprr8WECRNwyy23YNttt2WQRATKBoFgAENXGm86x63Op1UEREAEREAEChPgHKCUwjEKKQUC2oUIiIAIiIAIiIAIiIAIJCVQIWnoJgbyx8VNzEKbi4AIiIAIlIiANhKBbCBgrhIUp7TmMAGeA5QcRqCqi4AIiIAI5AwB/8Rzjltzps6q6OYjYBY908wMZnHhxLSBcILaRAlPZHtVk79x2VnrAUN0ieUDdB20FA8NXhYNl5tBAspaBERABERABEQg0wTyZs7HLy0fxLqv5sE1dwC2fZxhZt78q/+lsLpHIWgnBTqxHUW/mYFtLTO3bUjgFjNzLmAW1dAiAiIgAiIgAiKQFgIcVCHIKLCpAwkPsECbAyxQfpq1DM/dOR2/z18NdpCjBPnsdcBOaN+7FvY7YrcgKMNa2ZNAzRuqg4JI9GjQjXZKieDLZ77EhO4T1JmdoCQiIAIiIAIiIAJJCUyZMgWNGzfG3XffnTSegc2aNcPkyZPRokULeiUiIAIiIAIiUMoEtDsREAEREAEREAEREAEREAEREAEREIHsJ6AaioAIiIAIiIAIiIAIiIAIiIAIiIAIZD8B1TBbCSxcuBC9evUqVL2jjjrKTzhWKEIBIiACIiACIiACIiACIlAOCDRt2hTDhw9HpUqVkpb2+uuvL7IvTtKNynEg+58HxaedKOyLHgj7owcyqPePeGvMb2C/Z/Z/dobLhlYEzS+pjMs6HuL8WrOLgGojAiUncGKPZjj44hMRHTfB3Su4UtzN46fnpuLr/42LjZvA+0xw36FOvC/RH5QkbAdh0iKQTQTWrl2LBx54ADVq1EDfvn2LrBrbOB9++KFPd+CBBxaZVpEisFkIhIYa9KZzNPzgZjkS2qkIiIAIlAsCBvfRg2IzHSvtVgREQAREQAREQAREQASSE6iQPHjTQvWif9P4aWsREAERKDEBbSgCWUEg9rel/NpE8rVUThHwE3jwXMipWquyIiACIiACOUrAt3ac49YcJaBqlwYBM4vtxixqmxnM4sJJaQPhRLWJEkxqS33FOX/h8rPWAzxxXduN7wOd8v6ug5biwaeWxfYnIwMElKUIiIAIiIAIiEBGCaydOR8LWz2IvK/mueaOe0fFhk6+sN3z1yOXwuocCbaL2GYKNO1AgnZVoM3i7S4z8+U3K6h9oBwREAEREAEREIFNJsDndZBJYFMHwg7OYWHnZ8r8Wcsw9M4vsGTBGr85H9UGc7Zhn0o744retbD/Ebs5fymt2k2MQI1O1VGzcw3vjx6RfNepr579ChMenhDrzB4+trSD4x7WPiPnMMwprSIgAiIgAiIgAllK4IknnsDpp5+OsWPHJq2hmaFbt24YOXIk9txzz6RpFCgCIiACIiACGSegHYiACIiACIiACIiACIiACIiACIiACGQ/AdVQBERABERABERABERABERABERABEQg+wmohllLoHv37pg3b16h+nXs2BG77LJLoXAFiIAIiIAIiIAIiIAIiEB5IVC/fn0MHz4cxxxzTNIi33XXXejcuXPSuJIGdujQoaSbZmy7cF9j2onCvsqJwn7pg3rPw9uvLAHM4D8GOANwTovLDsSlHQ+BliwkoCqJwCYSOLF7M1Rpe7LLxd00uHoxmBl+fv5zzOzyhh83IfG+Q3/i/Yl+l5Ffw7YPkCMCWULg2WefRfXq1XHzzTfj559/TlmrE088ES+88AJefPFF1KxZM2U6RYjAZifAMZzzCxGB83B1kh8kJQIiIAIiIAIFCPBZobZ+ASSl59GeREAEREAEREAEREAERCAFgQopwjcp2Mw2aXttLAIiIAIiUDIC2koEsoOAgZ94XSxuysodAr49ae5cyJ0qq6YiIAIiIAK5S8BYdee4lZZEBDJGwCx+lplFbTODWVyCCWqpg8lrwzqY3Ja6/Tl/4bKz18Fl4FaXB9xiTmB44KllXuiTpJ+AchQBERABERABEcgcgbVfz8cvLR8EtRkbN06ovQB/PXIprPaRYHuI7aRA0w4kaEtRmxnMCgpLb2ZUPs4bckRABERABERABNJOIOi4QB0IOzaHhQMsUObNXIqhd3yB339aBZ/WlSaqI9in8k5o37sm9jv8/1xo6a3aU0ECp3Q8GTVvrIF4pxRnRaLy1bNf4rOHPvOd2Xk8w8eYtj+W+WkDO8id/sCWFgEREAEREAERyA4CCxcuxJVXXol27drht99+S1qpatWq4eOPP8ZNN92UNF6BIiACIiACIlBaBLQfERABERABERABERABERABERABERCB7CegGoqACIiACIiACIiACIiACIiACIiACGQ/AdUwOwlMmTIFvXr1KlS5Bg0a4LLLLisUrgAREAEREAEREAEREAERKG8ETjjhBAwfPhypJsrt0aNH2tq+t99+O0aPHl2mEIX7GNNOFPZRDgv7MFOe7DUPb738OyKuNvFt6AFaXlYZl3So4jxas5GA6iQC6SBQ7eGmOLjNieBNJOJuJLH7iMt8wQvTMLPLGxo3wbHQmtsE3nvvPTRu3BitW7cG39GlolGxYkV0794d48ePR4sWLVIlU7gIlB0C0aEHfXkMBr86BS0iIAIiIAIikISAuQcFJUmUgjJMQNmLgAiIgAiIgAiIgAiIQCoCFVJFFDfczAoljfAXg0KhChABERABEcgwAWUvAllCIOLqQXFKaw4T4DlAyWEEqroIiIAIiEDOEPBPPOe4NWfqrIpuPgJmBjPzBTCLazPz4WYGTlQbSDCJbVgHk9xStz/nb1x25trYxHjR14I8myN48Kml6DZoKbSknYAyFAEREAEREAERyBCBvK/m4eeWDyJv5nzfrIn+5unaNtEVfz1yGSrUPhJsB7F9FGjagbAdRdss3r4yi9ssuplR+faXN+SIgAiIgAiIgAikhUDQsZmZ0Q40bUp4gAXaHGCB8uPXS/HcnV9iyc+ruYl7RgP5T2v848BdcEXvWtjvsP9DKS/aXRICp1x/MmreWANmPEJOnDaL6pnPfY3PHhyvzuxJuClIBERABERABHKJwBtvvIEzzzwTAwcOTFnta665BhMmTED16tVTplGECIiACIiACJQSAe1GBERABERABERABERABERABERABEQg+wmohiIgAiIgAiIgAiIgAiIgAiIgAiIgAtlPQDXMUgI9evTA+vXrC9WuY8eOhcIUIAIiIAIiIAIiIAIiIALllcAhhxyC4cOH46yzzkpahUGDBqFZs2a+/27SBMUMvO+++zB//nxMnjy5mFtkNhn7ngd7oJ0o7IseCPujB/Jk7/l4+9UlALs3AzCzfAFaXV4Zl3SoAi1ZS0AVE4G0Eaj2cDNUueRkd/8A3F3EOd4FlwUvTMOsLuP8fTe49wT3I+rE+xX93I4StumXiEB5IzB79mxcddVVqFu3Ll555ZUii9+5c2ffV/iGG26AmRWZVpEiUGYIROIl8aZzIk7iobJEQAREQAREIEyAI+LqQREmUkq2diMCIiACIiACIiACIiACKQlUSBmzCREG24SttakIiIAIiEDJCGgrEcgWAq4doR9Ls+VgFqseZu6YF0rJMEqhCAWIgAiIgAiIQNYR4BOPj0PqeOUK+uLhskQgvQTMoueamcEsLpy4NhBOYJsowWS31Fc0AS4/e53bHlGBAV6AhwcvQ7cnl0JLOgkoLxEQAREQAREQgUwQyPvyR/zS6kGs/eYnn320RWOuVWPAFoa/B1yGCqceAbZ/2DYKNO1EMTOwLWVmMIsL3GJmzoUPhxYREAEREAEREIG0EQh3RA5s6kDYkTksQUfnH79aiufumoHfF6yKlSXoGLfPgTvjyt418c9Dd43FlZ6hPaUicMr11VHzxhouOgK41RlOR8Bj/fVzX+OzB8bHOrOHjzltpkkUv71zGO6UVhEQAREQAREQgXJM4P7770ejRo0wderUpLX4xz/+gcGDB6Nfv35J4xUoAiIgAiIgAqVPQHsUAREQAREQAREQAREQAREQAREQARHIfgKqoQiIgAiIgAiIgAiIgAiIgAiIgAiIQPYTUA2zkcDLL7+M5557rlDV2rZt6/+rWChCASIgAiIgAiIgAiIgAiJQjgnss88+GD58OC644IKktXjppZfQoEED/P7770njNxRoFh1rhenGjRtHtVkl3KeYdqKwT3Ig7JNOm/qJXvPw1iu/ubJHOzh7NxIBP60uPxBtr6vi4rRmLwHVTATSS+CEh5ri4LYn+3sI/L0kyD+Cn16Yipl3veHHTQjuQdSBJN636I9t7fIKbGkRKC8E/vzzT9x7772oUaMGHn300SKL3apVK0yYMAEPP/wwKlasWGRaRYpAmSMQbxbDm84JNZXLXHFVIBEQAREQgc1NwGBmm7sQObh/VVkEREAEREAEREAEREAEUhOokDqq6Biz1I378Ev+onNRrAiIgAiIQNoIKCMRyBoCERRsS/i/M/namaVuf/gEcrKHgP+jiDsXsqdGqokIiIAIiIAIpCTA1g4ffdTxRFGfmdo/cSay0knALH5umUVtM/M/6JtFNSetDSRxUlv6w5Petj8XuPzsda4tj+ifiJ2bv+KhwUvR9Ykl6Sx+buel2ouACIiACIiACKSdQN6Mufi55YPIm/WTa8ywLc73Uk5cQ/3vCoa/B1yGCrUOR9D+CTTbRGFh28nMEGizaLvKzMDFrKBmmEQEREAEREAERGDTCYR/Wwxs6kCCTsyB5gALlB+/Woqhd83Akp/XuHci+eVwz2szwz8O2gVX9q6Jiofsmh9Rykq7K5JA9etPRq3/1gSizSunDWZOAMx84Wt89sCnvjM7j3Nw3AMdnBdh7TbzK8O8IUcEREAEREAERKBcEfjyyy/RpEkT3HbbbSnL3bhxYz+gR5s2bVKmUYQIiIAIiIAIlDoB7VAEREAEREAEREAEREAEREAEREAERCD7CaiGIiACIiACIiACIiACIiACIiACIiAC2U9ANcxKAj179ixUr+222w7XX399oXAFiIAIiIAIiIAIiIAIiEA2EGB7d+jQobjqqquSVufdd99FgwYN8P333yeNTxVoZgWixo0bV8Bf2p73DdAPAAAQAElEQVRwX2LaiRL0Rw5r9ld+vOc8vP3aEpj7wEu+6+p3YbsD0fbag6ElywmoeiKQAQInPNQUh1x6CsyidxcYd2JOGX4e9jm+vuN1P25C+J4U2In3L/q5NSVs0y8RgbJM4KmnnsIpp5yCO+64A4sXL05Z1Fq1amHUqFF47rnnUK1atZTpFCECZYmAmbunO4mViUMc5nsi+YM2R0Jh+VFSIiACIiACIuAJ8FmRqm1vZj6NnAwQUJYiIAIiIAIiIAIiIAIiUASBCkXEbTDKLHlD3ix5+AYzVAIREAEREIESE9CGIpA9BAxWoDIGMysQIk/5J2C2gWPq4w1W/quqGoiACIiACIjABgn4551z3FpkWrMNpShyc0WKQCECZvFzyixqmxnM4sLJawMJT24b2OHJb9udA7Q7Z118Pwa4FS47dH9mGe5/fAm0bDoB5SACIiACIiACIpBeAnlfzMWCVg9h7bc/u4x968Vrg/tsvSUij16GCjUOw5Zbbgm2gQJNOyxsM5kZAm3mts8XuMXMnAuYRTW0iIAIiIAIiIAIpIVAuHNCYFNTgo7LYc0BFihzv1yKZ++cgSU/r3bliMB3hmOHOGf846CdcWXvGvjnIbu6uM2zaq8bJnDydSej1n9r5h87HkMnvnNjBDOf/xrju37iO7PzeIfPAdo8PxIl2CPDA1taBERABERABESg7BMYMmQITj/9dIwePTplYe+55x6MGTMG++23X8o0ihABERABERCBzUFA+xQBERABERABERABERABERABERABEch+AqqhCIiACIiACIiACIiACIiACIiACIhA9hNQDbOPwKOPPor333+/UMU6deqEY489tlC4AkRABERABERABERABEQgmwg88sgjuOmmm5JWaerUqWjQoAGmTJmSND4x0KzwGCsfffQRfvvtt8SkpeIP9yGmnSjsgxwI+ycHMrDHPLz92hL4bsx0KBHvxYXtK6PNNQeXSvm1k81LQHsXgUwRqPpgE1S5tDrvLNEbi7M4coJT+GXEdHx9+2uxcRN4XwruU9SJ9zH6g3KG7SBMWgTKEoE333wTZ5xxBi699FJMnz49ZdEOPPBA9OvXDx988AHOPffclOkUIQLlgkCoeWww5K/QIgIiIAIiIALJCJh7UFCSxQVhZhaY0mkioGxEQAREQAREQAREQAREoCgCFYqKTBZntuFGu/9RINnGChMBERABEcgUAeUrAllEIJK0LmYbboMk3VCB5ZQAzwNKOS2+ii0CIiACIiACG0HAP/Gc49aN2EpJRSA9BMzi7WyzqG1mMIsLJ7ENJDzJbWCHJ8G9vDHQ/pz1scLxvI54B+jxzDLc99iSWJyMEhHQRiIgAiIgAiIgAmkksGb6D1jQ6kGsnf1zrPNTvoHI1lvg70cuRYVTDkXQ3gl00A4KNNtKZoZAm8XbUnCLmTkXvo0FLSIgAiIgAiIgAhkhEHQ+pg4LOy0Hws7MlLkzluLZO2dg2cI1+c9nc9oVy4CKVXbFVb1reu1CNteq/RaTwMnXnYxTb64FHkAzAz/I198Mm4XxXT+JdWYPzoNAh8+TwEb+Qn++KSUCIiACIiACIlBGCSxduhTXX389Lr74YixYsCBpKY877ji8/fbbuP3225PGK1AEREAEREAENjMB7V4EREAEREAEREAEREAEREAEREAERCD7CaiGIiACIiACIiACIiACIiACIiACIiAC2U9ANcwyAsuXL0fPnj0L1eqggw5Chw4dCoUrQAREQAREQAREQAREQASykUC3bt1w//33J63anDlz0KBBA7zzzjtJ44PAbbfdNjAL6XHjxhUKy3RAuO8w7UQJ+h9Tsz96oAf2+BHvjV0KixWQlhO3tr7iQLS5+uBYjIysJqDKiUBGCRz/QBNUueyU/H2Yu+cYnMMVC0d+gZm3v+bHTQjuTdSBJN7P6Ef+Erbzg6REYLMT+Oqrr3D55ZejYcOGGDt2bMrybL311rj11lsxYcIEXHPNNSnTKUIEygsBM3dv5/jM+QX2pnPcmh8iJQIiIAIiIAIFCXAOUEo41Mw9T8IBstNNQPmJgAiIgAiIgAiIgAiIQJEEKhQZmyLSLN6QNzOYWYGUBivgl0cEREAERCDTBJS/CGQTAbYjKNE6mcXtaAhgVjgMWsoFAbOCx84s6jeL6ngl6KfEQ2SJgAiIgAiIQLYS8E8857i1QBXNoiFmUV0gUh4RSCMBM4u1sc3M52xmPswsqjmZbSDBRLfUwSS41BSGXXp2BFec+1c0H+eaRfNwCr2eXYb7HlviQrWWjIC2EgEREAEREAERSBeBNdN+wM+tHsK67xa6do/L1QBzH7DRss1W+Lv/JahQ/RAEbZxAs70TlqCNRG3mcggJ3GJmzoXLNqqhRQREQAREQAREIC0E2NGYwszCmnbQUTmsOdAC5YcvlmDInV9g2a9rwA5w0c4NznWefQ/eBVf2qgFq5rv5RHveGAInXXsSat1cCzz27jCCB9YdUZdFBN8Mm4nx93/sO7Pz+FPC54XfJuJSh8Rt6FfGeUOOCIiACIiACIhAmSPw/vvv48wzz0SfPn1Slq19+/aYOnUq6tWrlzKNIkRABERABERg8xLQ3kVABERABERABERABERABERABERABLKfgGooAiIgAiIgAiIgAiIgAiIgAiIgAiKQ/QRUw2wj0L17d8yePbtQtTp16oS99967ULgCREAEREAEREAEREAERCBbCdxyyy3o169f0uotWbLET9r74osvJo3fa6+9kJeXlzSOgePGjaMqNQn3GaadKOG+x0FfZOoB3X/Eu68vjfdh9iVmb+YIWl9xIC6+6iAfIicXCKiOIpB5AlUfaIIql5/idhQBP85wGv4e9MuI6fj6tlf9uAm8Z/EeRR1I4n2Nfm5PCdv0S0RgcxFYtmwZ7rrrLtSsWRNPPvlkkcVo27YtJk6ciPvuuw977LFHkWkVKQJlkYCZFRh30MyixcxX9HjTOUEUwyQiIAIiIAIiECZgcJ8kDwozCyeL2WbJw2MJZBSDgJKIgAiIgAiIgAiIgAiIQNEEKhQdXbxYs4KN9+BF/osf5uGlArLG+QvKqA/XIC6rnR2V0R+uxugPnASadkxWYcwHyeVlFx6XP/HyBwXlFecvJO+vxKsbkNdc/Gvv/4FEed2FFZYVeP39qIx1eux7KxDTtJ284WU53ngvuYxz4ePeW4ZEedOFFZalePM9J+8uxVsp5G0X/va7S5BK3nFxcfkd77wblXedjsk7v8Pb1F5+w3vvJJf3XXhcFuP9dwrKB85fWBbhw3ecvJ1aPnr7VySTj114QVmIj9+OyyfOjslbC+Htt37BpxuQ8S5+/Fs/I1E+c2GFZQE+eysqE5ye8OYCJMpEFzbxzZ+QSia5uLjMx6Q3ozLZ6UIybj4mj5vnZYrTyWSqC4/Kj5g6rrB87sLiMhefj4vKNKenvTEXMU07Jj9g+hvJ5QsXHpc5+OKNgjLD+QvJ2O/x5RtOqFPIVy78q7HfIVG+dmGF5Vt8PTYqM52e+fq3iGnaTma9PhtFyTcu/pvXv0GizHZhhWUWZr/u5LVZ+DaFfOfCv3ttJlLJ9y4uLl/j+9eiMsfpmLz6NbxN7eUr/PBqSEL2XGfH5UvMfTUuPzq7sMzAj6/OwDzKK04nlS8w/5Xk8pMLj8t0/PRKXBY4u4C8PB3e//I0/LwB+cXF//Ly50iUhS6ssEzFwpen4tdAxjg7QRY5/6IxU5BKFru4uEzG4jFR+c3pQjJ6En5z8nsRssTFLRk9EalkqYuLywQsHR2VZU4vGzUBMU07X5aP+gypZIWLi8t4rBgVlz+cnVRe+hQrRzmhTiJ/urCofII/Xyooq5w/Lh9j1UtxWe3sAvLix1jt5SOseTG15Lk4rP/LNT749wL+mcmZfo3ALNrWMLMCto+WUy4ImFmsnGZR2yyuzSx2bH3CSMQpngtw7cc8J2sKSbwNuca1ISkJ7chY23G1b1dubPuxUJuR7UjXJnw1hbzmwhPbivS/XqC9uGID7cTkbUO2GcclaR+mahdubJsw3g5cEmsHsj34/+ydBYAe1fXFz10S3N01BgQITmkpUpJSrEBxh+KQENzdLQluRQr8aYFSpFiKuzVYi0uR4hY0ENv/Oe9979tvLUhss3sm78y97743b2Z+O5m5LJl5KfdTPphyv09xD+29Sc1zwIbc75NGuV/znO9j3H/3R63mfQ8yF3zwrg+b5XwPMdagD6q53sN3fZBzO9kfkec9euf7zXK7R5vldu/+QF73vx+Rz71TzeWU0/2rNp9Ledw7GMJcrSU9xXjWW41yuKcb5W5vNc7dBr+JlL/d0WB/OGd7o1G+9u+muRpzsNbytOfZ9vztr/1AfvZq47xMuZnEfCzlaLQvMe9qSS8z3qCXq3nZKy3lY8y1Xm1FreVhr//Y/OuWF/AGc6sx510NuVbJu9665T/Mr4r+Tb+SY7WQb/1wjvXsD+RXz+Ddm59pMbd6n/GspxvlVB+0kk+lXIo504dN9BHrLeVQH//E/OlT5kct6TPGP2Nu1FSfM9agx38gX3rsB/KkRxvlR8qVmudHj+Ar5j9ft6CcEz3yAznRw9WcqJoLpRzooUou9FCrudCoNz+E/mWlnn58ADYqEZHqEdmmilcmMJ4JROTrLSJSjhaRrSa1Laqd9LbW18S40vbrjsYuG4zQpQ39rjCLB84LfdCVn+P4Cz9lxcUETMAETMAETKAtEOiIx/Dd02/g3S1OxfDX3q/mKnSYu/D3UVN0wuhzt8dkK3eH8hrlOsXKr5Vyo4icK0U0tuIaETIpp0qOVyZgAiZgAiZgAuOEgH7PUAYqvqykF5SLlS/p5WXpv//+HFce9W988fHwtLme1IGgH5i324zYfdCvMHeXGVh3mdQIrLTnSlj10NXyT5M/0sheOo1Xrn0Jj57wkF9mTzS8MgET6MgEfO4m0F4I6MO6ffr0waOPPtriKelDHhdffDEuvPDCFtsdNAETMAETMAETMAETMAETMIH2TMDnZgImYAImYAImYAImYAImYAImYAIm0P4J+AxNwARMwARMwARMwARMwATGH4EXXngBAwcObLYDTUq25557Nos7YAImYALji4DHNQETMAETMIG2QkB58JVXXokpppii2SHp3e2NN94Yl1xySaO2Ll264OOPP24Ua1oZPHhw09B4q+u98zK4/KbSu+hFOif5shec8Tbuu2MoEMFCgUsAwT/b7r4IJHgxARMwgXFMYNmTN0S3nVfhnSbSyFpHcE19eP1zePGwW/3dhETGq0mNwEUXXYRf/epXOPbYY/H555+3evi9e/fGbbfdhssuuwxLLbVUq/3aS4PPowMSqG8453qwwjL063rked2+o21Q4zk4huEGzd1WVDP/xk30b7r/22ZzuN3MWNY31Xnb/qF5Nmp139etztV2K9s0x0bRbT8018a9XyLNzUarOTWaKs+x8cUPzMH2Oe68l7qn+Ige6gAAEABJREFUue5i7K57Pms051rD3BqfVufWqM6r0WhujU9anFutYV6Nj6vzatzfaC61j9J8Gvff9REeaKIfnkvjg5bn0bjrAzx85/utzpX2KNsevfO96jwaj9FvrHfT/BmPtzAnWkvzoDXMf/a/McyZ8Xar8549lebLeOsH58p4ZvCbSHNkFHuH6v9tcW6z56rzmr1RnSPj303nx2hlDrPnf8LcGGmesp80J8aPmAvjtpeazUv22q0vNpuLbIxzYGjei1tfwBu0/21l/os3GX/zlv/8wFxj/251jrGW5r34X3VesWerc168WzufmOYSo967+Zlm8128z1jTecNU/6DRXBdP5TnDbnoqzxsmW9GY57f41w/ODfbpjU+iqT5j7LMbn2g0H9jnrDfo8eZzWlTn/Xq8xfks8nxfjzaay6LZPBYtzF9R5rTI81g8XJ3H4ttW5vSqzl+heb0qc1h8d/2DzeavGPHw83xS8GmR5m1qeH5E8L8PWI0IRAS9XCIa/Bzx2gRMwARMwARMoK0Q8HGYgAm0LwJ1P/Z0IqJZ0h7ROFbGigiMHAVscsyXWUd/gU2PoY7+EpslfYHNGcsais2PGootjqZkqS2pLaSjP8eWR0mfYaujqaM+w9aN9Cm2OYo68lNsS7vtkZ9gG0pW2o5+1sfY/kjqiKKPsMMR0ofY8QjqyI+wo0T/j1V9gJ2OyNr5iPfpU4d/gJ2T3scuh0vv0Wbtevh72PWwd7FbRbvTSqrvfvj/sPthWXsc9g5qtSfr0l60ex36NvomvUUr5Xq/Q99C0iFvol9Fe9Pufch/0T/pTezD+j70s97Avoc0aL9DXmf9dex3cIP2p7//wa/hgKpexQEHvYoDKzqIVjrwoFdwUEUHH/QyDj7wZRxC21gv4dCDqANfwmFJL9JKL+DwA6UXaV/EEQe8kHRkxR5xwPM4Muk/OOoAav/ncZRE/+ikf+OYA7KOpT12/+dwzP7/xrFJz9E+h+MYO27/Z2mp/Z7F8UnP4ATaE/Z7BifWat+ncSJ10n5P4aR9qf2exklJT+Fkxk5m7JR9h0A6lfbUff+FrCE4jfXT9vkX7b9w+j5P4jRKNusJnLEP1f8JDKAdICvt8zgGVjSIdlD/xzBoH0qWOrOis/o/iqS9H6GlaM+u6BzarIdxTr+Hce7eVL+HcJ60Ny11PnWe1O9BnL83RXtB0gO4oJ90Py6kvbDvA7iI9qK+9+PipPtwUd/76Fe01334E+t/kpX63otL9qL63oNLpb3uwWW0l8km3Y3L9robl1f05z3vok/RypeuoH/FnnfiSmmPYv+Jq/aQBuP/9qD2lP/Pij8YV+9xR1V/of+XPW5H0u534K/0/7r77bgm6TbarGt3vw3X7nYrrt39VlxH20i734K/7Ubt/g9cL+1Gy/r1tH+v6AbaG3a7GdKNu96EG5Juxo27SjfhJtZv2vVGWmqXG3Fz0g34xy7SjbiF9pZd6VO37PJ31v+OW2lv3eV62gbdxvptO1+P25P+hjt2lq6jzRq883UYvFPWP3e6lv61kE3a+RrcuVPWXbQN+ivu3inrHtp7/vgX3LMT9cercQ91L+tZV+M+1XfM9r4d/w/3J12FB2gbdBUe/CO145V4kHqoqXa4Eg/veAUe3uEKPJL0Z9qsR3e4HI9u/2c8tgO1/eV4rEaPb38Zsi7FE9tLl9FKl+JJ1p/c/hL8S9ruEgyhHbLdn5DFOmNPsS49ve3FeGo7ilb+09tehGcqelZ2m4sg++y2F+K5iv697QWQnpPdJvv/pv1P0vl4fhvpPFpq6/PwwjYU7YtJ5+LFrRv00lbn4KWtpXPxcrLnJPvy1mfjFWmrs/Eq7atbnYWi1+gXvb7lmXh9qzPxxpaD8HpF8qX/st6ggXhzC2rLAXirorcrVvW3tzgD0ju0WafjnS2y/rfFafjf5qfj3aTT8N7mp9GXPZX+qXh/c2qzU/A+9UHyWd/8FHyQdDI+3Jza7GR8RH242Um0WR/Tlz6h/WTTE/ExJVv0KeufbnoCPqM+3YQ26Xh8vgm16XEYmnQ8LbUJ69QXScfiy02yvtjkGPrHMJ1gfoGgLSUQkVUitpMWgYj46Qectgkcdfm3lXzyS2ya8sgvUz6pPHKzlE8OZV45FFswZ1T+mPPIz7Hl0VlbVXPHT6t5ZNP8UXnjtswVt0v6ZMx5I3PIHY/8MOWQOW/8gHkixdxwJ+WMlVxxZ9aVLypH3KWSJ+Zc8b2UL+7OXHE3SnniHswT92AuKO1Jf0/6Umv5Yc4L38Leh7yVcsO9mQc2zgv/m3LExnnh60g5IXPAkhPuT3//Si64P3O/Aw5+tWku2DgPrOaAL6V88FDWD1XuxzzwsANfrOR/LzLve4F6EUcwVvK/hrzveYw573sOxxxApXzv3y3ke88w35OeTfmecr0TlO8xx6vN805OOd7TKcc7hXme8jsp53b/Yo43hHkdxfzudOZ8Oad7knneE5W87knmdZRyOom5XM7rmMulfO5xDOovPYac0z3KPI5i7nZW/0dwFu3Zez+Ks2nPSXoY51TyuHNr8riUwzGPO5+5m6TcTXlbsfJr87fa3O1PzNWUt12ivE05m8RcrSFvuxuXppztnpqc7S78ea+7cDlztD8zP/sz7RVJd6Z87QrmaFcyN7uS9qox5GnK0a5mXib7V+ZrLednt+La3W7DdczTrqvmZ8zJmIf9jflZy3lZzsduYA6W87GbmI9l3dQsH7uBOdkNOR9jDvYP6hbmX1LJw5R73VrJv+TfnnKvvzH3kq6jvQ4l//onc7B/Mv8qupP5lnQXc7Bmedcf/1rJt/7CfCurNt+6T/kW86v7qPsrUq51/45XMe/KerBpjsW68ivpkZoc61HmVSm/Uo7F3Opx6rFqXnVZJZ+6jPnUZfQvpZUuqeZV/2Ie9S/mUUNoh9A+JTGPeqqVfOoZ5VPMoZ6lnqvqAuZVF0D5k3Kq/zB3kpRDJcuc6flW8qeXmEe9xPzpZYm508tJZ+e8STmTxFzp1Ypeo32NudLrkvKmpEEpd6rmS8yR/rvlQEi1+VLJlZQjSe9U8qT/lRyJudH/qHerudFpzI2ozZQLUcqN6Oec6JSUG33I/OhD5kQt5kWbngTlRQ050QlQLiQ1yoc2PR6fJx3HPOg45ka0KQc6Do1zoWMAPi5ZULtEBCKyFI8IGcsExhuBiIZrLCL7EVG9DiMCmuS2SJPfypetlSbIlXZcL7DbhiO5PYBgoWTB5az/G4rjL/yMnosJmIAJmIAJmMBEJtDhdv/dU69Dv0cd8caHAPObiID+gBZTTY76c3fAZL/oBuUzRbW5TvGVBxVFcIQagUtEcA0Omy28mIAJmIAJmIAJjBMC9TUvIxRfVtIHFYqVL+kDC9Ibz32GK454Dl989D3URwdTz5X8ebvNgN0H/RJzd5mBEZdJlcCKe6yIVQ9dLf1865F+umCFXj1evvZFPHr8g9C1oOuiqXQdNFXhoHjxbU3ABExgEibgQzeBSZ7Aq6++is033xz7778/RowY0eL5/O53v8PDDz+MnXbaqcV2B03ABEzABEzABEzABEzABEygnRPw6ZmACZiACZiACZiACZiACZiACZiACbR/Aj5DEzABEzABEzABEzABEzCB8UhgwIAB+Prrr5vtYZ999mkWc8AETMAExiMBD20CJmACJmACbYrA1ltvjWuvvRazzz57i8el93iUS6txmWWWweuvvy53jProo4/SO0Bj7DQOGmvfEZbfVLXvG5d3kGXPP+Nt3HP753pNOb+rXJ/fXEY9sM1uC2GbXRceB0fnIUzABEygZQLLnLQBuu7yK95/UuG9iDcf3YdoPvjbs3jx0Fuq303QPav2Xtb0Pqd62UutX2K2JjC+Cdx6663o06cPdt11Vzz//POt7m7RRRfFxRdfjH/+85/Qu8KtdmxfDT6bDkAgItJ3CCOyRTScdKgSwKaa1+3oL7BpdQ6OL1Cdg+OoodW53Krzbxz1ObY86rM0h9vWskd9mubf2IZ2myM/rc7d1jD3xifY7oiPkeds+6gyV9tH2PGID/M8bY3mavsgzbmhOTY054bsLmm+jfdq5mZ7F7seprk23sPuh+U52nY/7H/I8228A82vsUdlng35ex32NjQX216HvlWdh63fIW9hb9bz/BpvomGOjTy/Rv8099ob2PeQN7CfdPDrtBTt/kmvpbnW9j/4VdpXceBBWQfRHqT51Q58BQfTao61Qw56Oc2pIXvoQS+ludWazalxwIs44sAX0nxqeV6N59Ncakcd8Dyko9P8af/B0Qf8G8dU9RyOaTKXxvH7P4uk/Z5Jc2ik+TPkaw6N/Z5Gmkdj36fQ0hwap+47BKfuq/kzsk6jf/o+/6qZG+2JNH/GgH2exADNmyE1mzvjMQxqOg+a5kPb+5E0X0ZLc2aUuc/KvGfntzDnmebKkC5K85zd32ieszJXxp/SHBn3pjnO0jwZfe9B7dxmeV6zuxrNkZHnx7grzY9x5Z53Is+N8U+k+TE0T8aeg/F/0h53pDnMNCdGmruM9ZbnxrgV1zaZs+xvY5gT44Ymc5RprrI8F8ZNLc5NluYk09xku/wdzebBqMyFoXkwiu7Q/GNSmv/iuhbnHkvzYOx0De7a6a9p3rHqnGN//Eua/6J27ot7d/w/3Efdn3QVNO9F1lV4cEfpSuT5xa5IVvNdSI9ongsq28vznGKVOS/ynGKXpbnEnkjzhl1aM9fFpTVzXfwJ/0rzXFyCpzTPBfX0thcj6yI8k+a2uAiaK0z+s9tciDLHhea1kP/vND/YBfjPNufjeeo/25xHS219Hl6gND/YC1ufm+YHG+PcFlud1WwusDHNaaF5LP67xUC8WTPf11tbnoG3thiAt5POwDtpPovTaU+H5rGQNJdFnuvrVLy3ObXZqXhfov8+VeayKHNYfLTZSY3n9tr0JHy82YnIc1icAM3n9dmmJ+KzNI/XCbTHo3Yur883OQ6a06vxvBXH8kkRSQ1PDyCCMQqVJSIqno0JmIAJmIAJmEAbJeDDMgETaGcE6n7q+URESuS1XUSDr3pRvf4vpFTPiESjKrjKbfIYrPzPAnWhy1bGWHIfRllqgqmlsmUOs13bKVZPh1X2STVajqIA46mz/AaH7SyMqRlcle0ZYi+tOQ7juS33ZaQ4tCzspi65D/eXQ9y+0lONFEsOpBZ2SkUbM0xTtldY1WJ1TOyhZhmFK1IviiUFuIPcV91yUOsc43GlitpSb66aBLh9PjT2zU5a5+25XdPuuZUNHEql0q6ARqiGGGepHH9pyb20TsNolTrlrUovhapNPD4dS4qxW+lTGTgNpb41TrWatmm2PQdRYTxto05S3kotWYyxsAv3yL7ZZzW3cveKUCzVTeWnCp1cuEHD9s3PQ20ckH25Zl+tVZFKtdKH45bt1cqoOvM4aBSgYReuVZHoqtDl4dPjFtlJ3RhmjPuQU4mnhrRSUM20LCnElZFIkDoAABAASURBVPZfibImT9vnDlrnoLwayU1dm+9fTXlMtqkPAyzyKHkUCyss7FPxKybtTtuzJflalTYeWdpGMTrVqnz1z5ZrnrvqNOwjj7FUNBLFUltlJ1ZzMK25oayOQz8M+ezA3Va8imEgb9rgJE8rddH2SdqYUoxGQ9KwxqK+eRBVsqdYquk4JPVmgIUe+zDGdSrqm5wUk5d7pTVj2r82opu7spKJsAdLDtJh0dZZlTU3YuEWrLOdJftpI46igKRoslpJClB0G7Zn/xzi1mzQOpkcZ7XaSicXtuft2YcOq6kba9kyJpiKp0BapVqL2yuo1qpa3F69JPZiSUNyVeWoJio1NdleMTaxyKNYuGkFnip0U0CW4vYal4aVVLitrPpSLKm7OshnReeuTrnKGp3ULKsGitG0ZncN1iAGclsOsSp8qZKOg1up5D6VAWnULymtFEibpFWq8QCab8/m3EiHoxY/jcF6pUTknCOiwVaabCYhAhFRPdqISDllRIOtNiZHFwPFUns5lOtO15IuGl5WMtUuuZ0hNVBl82J1MctnD7rF4w7psjDMEbLDMZPDRha5EqMq7JiDKUZXJflpxZpsZSy6LIxpq+yl49fxsUqTh2QPbpF8tUsMpXrVsjMLq6UnXRWNk2zVYY0+16nIlRqNxgBLateKvkZNbtoJa4xpE5kUZ0W+ji2JQXVNMfqEyh50GFQ7vVynoz5qzwGOnR22sKixVqlNAbapyJXkJ6nCMbJJvRVWNVnuP9FmQMdBo3DqJz/FUh/2KlY92MhCT2Nnjz1KSTYNklaN21OIW2arNqkSkEuxKMAu8rQPVrl/1egxXtlFiuX2dKxsrO0jjuzCqPrnlrTWStJIyaoLHRZ5CiflVQpphFSt7ZMCbEkxHod60meRx9bs6Rhqj0/RJDaw5L4VR3EFkmWMRVUqRWhZ5ErcA2uVwgBLqshK1XZVKBaFZNSvcsTEpEilRpdF3VI8+TyI2uPP23Kd4rTsrfbsca2NaEgmlbyqBmuqJSZLsXCotGW2Cqi7LI8vGdrcg10UYHs6jhzXWtEkrljUIZ2LNlN7tlyzkZtmh6PRYVGQphRWOQBrdFiSLysxqpLHZICFO8oj0WdRM0Pyci9WUnuOpNG4YhsPJMe0Zkhb0mWYldyeQwzKkeRK1RErQcWkSpUD0GOARX4eUx7DLBw9r9XORhkG0qjJplilF/0U40r9pHRO1XiK5G3p5nDVyVuxSicfQPK1qlFxUyd1qwQ0GMWiYN5HpY9MRMgkRWQ/ItIzVMGIkLFMYJwSiGi4riKyHxHpuovItkx0K1smwJXVBLmyUvG3XxfYdYOR6RjLtZ4rwFlXfY7jLvg0Vb0yARMwARMwAROYWAQ61n6HDXkN7255Bkb898OcfzNB0X8ZKEPHVJMD5+2ATr/oBuUykvKalqQ8KCLnRhGNrYhGhEzKoZLjlQmYgAmYgAmYwDghUH5nq8GKLyvppeRi5Ut6WVl649nPcOWR/8GXnwzXpshPaiQ7X4+ZsPugX2GuRWaAl0mfwAp7rIjVDl8j/WzT2TAvC9Zo8OrfXsIjxz0AXRNFuk6KdP00VRqDK8VpXEzABExgEibgQzeBSZuAPhK21lpr4Zprrmn1RI488kjcdttt6NatW6t93GACJmACJmACJmACJmACJmAC7ZuAz84ETMAETMAETMAETMAETMAETMAETKD9E/AZmoAJmIAJmIAJmIAJmIAJjC8Cd955Jy655JJmw2+22WbYcMMNm8UdMAETMIHxR8Ajm4AJmIAJmEDbI7D++utD7/d07dq1xYPbb7/9sOCCC+Lpp59usb2l4ODBg1sKj7NY7bvB8puqvF8sq/eOiz3/9Ldx7x1DgWChEMFCAdhu94Wx7W6L0HMxARMwgfFLYJkTN0DXXVdBcDcRXCepAnxw/XN46dBb0ncTyr1Ltqjp/U51bplKrZ8CXpnAeCLwzDPPYLvttsO6664L/d6ttd1MN910OOaYY/D4449jp512aq1bO437tNo7gQjev3mSEYGIrPzxQwZZ6qnaeq6mKNL9ur7GZ6O+l9ioP5tTTG3syyIvb0sP6sw+ydWKPouiqU/qr5WUo2kTrdRPIVkp+XLUV1YBStWG/qmBUe6MLgubuGahwyDXaYN81OkcGa02yynKo+TjpK8tSn+Okgo3zZbbsOQqx88+t6CfgtxeRZ1TiB1YchMbsq/+CqlGsTTtn0LskqwGyk6OqK6xGJNLwxqbaouClWg+l7zP7Ke9NfRWX4o9Uqz0IRAWNjBa2uhq46TcQpcHkXxZihF2SxFaFrkUSzoidZHPwXPXHGVHFe5JjeyUjEKU/Mb9tamiDf3ZLY1UtbmZVTm1/bVNibG5FIWkSp290njiIeVw6UDLog4yaiv9dZw8fIbUItFlxxRjlUUBRnRMdNnAIqeRUoydWVJfNmZbDcgpUe6dVR0nTe6nJqkakKN9Vix3oP65S47JTxs3quaK+kp5hByr7V8islJrHMr46lMr9U9tecWhcysPk7vk+VUiNLlHbmZVDrukKPtpA0pRiR1SS1qVAIPsyTW3U19KlRKT31J/bS4Gle7spgiNOsulWBRQJEnnlfurpUYVV0YbyEraqKX+KcaV+khlG/VP0io1pJV2S+UzymttQalZops3yZV8XvLVW1YdsiLyMyUiW0UjQsYyARMwARMwARNokwR8UCZgAu2NQN3PPaGIqP6SSJNc1I7DFla5jmTAjlmI9AdcgkJ1DMiFYlmVdTaIoMPCXgCSk9eMR7BORUSKBUAbWQFA8WTBperQZ2GVzch9AgFUFLSUGimW3MBoxUFaAshtQUsBCICKLDVSLAqmGFIFXAJQocBYhByGkgkEgIi0pgVAN/KK6wC4VoEW9otQDIioWCD5Af4JgEalYmsDALSNhEBEQIvWEYH0JwC6oKGjIo9igZaaxogc1DoiuA0VQEQgwIWrSB7Xwbp8WYl+RHLosY2+ahGBCCqHUPEQEYrQJpNXKQaoRatsAxEUQEtBPsVYqgXAEKBViiEvjLMAjEUEAgANIv2RH4D8bOjSUQfGWCmFNhAhyaUFEABVWWcDdlEQQCUAJA9siGCMiggEUFH2GEqBqq20oixsYAG4itA2dAFE+RMAGGehVWEgVcBFfja5D+uq0gT0B4iQpQIAFWkVgKwkF1zUj6IHGYWTWAnwT7CFCvpgDAhAkgEXxiJypWLUiohA+hPqg+RzxVINIC3sB4mVCLUBaU0/6NEgQh6AUOGKDkNIixyFGIN8BnM1kP4wFiEPoEHFg3xoCa4kcFUJ0gPoB/hHVgJAA0YArQNcuGJhteKrgko1Giw3ZEESAloiZAMVg+SkCl0EtKQ1YxH0VCQ20LBHZZ0NIuhIoE1CXjMWwZiKBKR4cJ0UAF1E0GFJFSQHaWE8gnUVWprUGlwnBXspnix9xpGEvFTbAhEUo5EUSH8YA8UChApXclBZWM1tgYhIQa0DlT+MRdAPNlHBOKiAFq5ZWAVSH1XoQksgaCICERJoKQS0RLKBYsA+SQCCf8AlJMYjAixZjKkwQhMASxYddWIlKHAJCoxFhEyWYhQjeR3JIDfmSiCgJa3TtvRU5KuBitSH60gVRNBhAbSSsgfGU01WAqB6cJ0U4BJgExDgwlWq0K2UiEBEViXUrF7itpMWgYj8c43ItuHog27w55wMgkar0IqKCEYCMkmpBjCSxWAEa8GYBDAOQDEoEIgIaElrrljAIIu8gP6gLEEniau0Ha16yLCJLqTQiqraAFhVqdigT3GMCFmGgwIYl4KWSm0BLXRlGKdhJYJxKoKWoVTosgCKSVBNQl7kJnFV055c9khWTZXtIgKgL5OkPkmhKCJok0CfAhDgopg8WYoRVAxKO1IgaELNWXKTuGIBtIq0hpbgigpFAlxzpXU2qAyJSH/YzkDyo/i0QGplCBGRhGCMPrjQBehXLX2khZFcoHbQp8OSHEABuVSEVorQMq51qsmhgrFcAqCTunOValyFYgAiskdT8RmDFsVp2RARdJDawSXVFJOTrBw2gJZFHlJcngKBkKu1HCpCKzBCq7VMsfRDPpDWyQ/63IYGNIj0pxLLAUQEtJR1soxFJA/sgOqikASuSnvyc48UUpNiVFCgGuIAqywBaM2GSJa1oADWqGo8EEEBCOQlWcUoUBEpgrROK/ZTTErRElS8IsXZHrIUXdCgahEAFVSyAYCNFYMofxSTAEQoSgtUfTosAS2BkMlr9VWVFlJpUUy+YsnXimIBAgojkqcVXVa0TibQqB1gnTFQUXxaQBEKADeICASACK1pwYU+CxhkKfFsoUWNqcqVfMUgnw4NFKMNRAqoCvrJMhT0wUU2KVQJqD0J9FNIlgoggisAWgfXAS6MRSQPERXLMCsqSKtKnJVUoEWx1J0r+aClihv0cwn2DkQEuFLJQu0SjDWotsW+CYxvAhFR3UVE9iOi0TWp3wcW1U6KWztRbvG3Xy+w24YjuT2HDQpccTx551w9FMed/6lcywRMwARMwARMYGIQ6ED7/G7I63h3yzMw/L8fprNmRgIwJwnwz7RTAuftgMlW7ArlNiWPkd9UJQeSjeC2NQKXiOAaiMgWXkzABEzABEzABMYJAb2QUAYqvqykF5GLlS/pQwvS6898hiuO/A+++Ph76AWHMobsfD1mxB6Dfom5Fp5eVaudEFh+txWw6uFrVM8mvb7CFQte/dvLeOTYB/wye5WOHRMwgQ5DwCdqApMogW+//RYHHngg9PHcN954o8Wz6NmzJ2655Zb0gY8WOzhoAiZgAiZgAiZgAiZgAiZgAh2FgM/TBEzABEzABEzABEzABEzABEzABEyg/RPwGZqACZiACZiACZiACZiACYw3AgMHDmw2dkSgf//+zeIOmIAJmMB4JeDBTcAETMAETKCNElh11VVx7bXXYtlll23xCN96660W460FBw8e3FrTWMf13nkZRH5T6V30ptJ76eee9jbuGfw5N63P76XTQBP6UdvtsTC22XVhtrmYgAmYwIQhsMyJG6DrrqvwNsSbEe9D6XsZdHWDev/6Z/HiIf+ofjeh6T2t6X1P9XLUtX6J2ZrAuCLw8ccf49BDD8Wvf/1rXHHFFWMcdtddd8UTTzyBI488EtNNN90Y+7bLRp9UuyMQkb87GBHVbxBGZD8ikL5bWBcoS/LSihG2g35oRUXQo+giItgBCP5RAZcUCrAaWQxEBAOBiEBeaFnkpxD9gP4AEbQB0MlCqoBhAAHZJAABLqywAFpJUDQgl+tsVQEQ4MIVC6CYBNUCERSoUBNXAGtAWqnKdvmhFYAIeZQshbQEwAIuKUQ/GIhUj+yxISIYUaFlgVpkKRbWwCVoA2DfCFpkJZe+bBLAGrhEtiWYaoypTl8mKfXkqpRKkD0Z4Zp1rkFDBWNA8A/KEnSoSDGu2ZFrQJYCl1SnTSW4pgL6A0TIhpzk0wHAOvLCZqiqSBIDsqBNgmqR1uqYw7nFlRQiAAAQAElEQVQeyEuyuYEB1YL9I/k5LB+MIS2plhpUVS3YVhHjEaEGxpLJK4WoqERlk9g3Iip9KpZ9UohVFtZARRLYEBEAqGTBJZDcAFgqimTBhogAQBVLX24SwBq4RLYlqBr9HOU6gIhAAEkoSyUQiqb2YEsgIosV0JPJChoqGM1FHlXtT18N7JZKcE0FY+yiNaUYIwqolixj9JMboEcVCy5qkNRCG7IUXURUasF+LMkwhuwA9AMBUBGBCAqgRVpCa8aQHcgGV0mMR0SOyaKyMMQuLHRSieRH0FKsALLQohhtACxpFfQCXNgngl4R46BUpVGB/ID+AGCFJVn5dACwLbhmAw1ooEV+qshRkAoEmwJ0KVrVVKFNJbimIrQCgn/SmvWIAFiPkEV1iQhENFa1kU5EcO1iAiZgAiZgAibQZgj4QEzABNodgbqWziii5UQ8Ipol8BE5VjtO/sV9Pf+HAKPpfwjw/wbI8v8MMKr/L0CPhjH1rUrdJcbZyu3zdmpPG3D1Y7dXv7wdPQ7DTTUyDSuppBX3wT1xf+rLCNtZ55pbsY2R1JY2rawYq7TTsI/C7K1+chlkLa8ZUwcZBli4bamwlgpDuU9lK7Znj8dBP7elgdmdnVPhirVUksst2Jdrdtea22oTxZJSRd1TQ7UHt9V5cyMWVthD9eyxa9qWvYvlMOzCUulRiXNjFbbmvnTY54e3177ShhyOQ3GzlravGUc91DePzk1V0TZqoBhPY8pKuTn1U5zV7KtN0k4pFu7kx2yvfVHalt01JgdUydtzoBRL7dybShK3qbSpnSH24CaMaWOZBsuB2cot2IFFjVTarlh2SWOwnrdjjT4LN1BhnWOktmIZqo5Rs732o3jqyz6pe1qxwgHV3lBlLcW4j9TMusZSLEkVtjVsQE8dGaPJ+6jdhnFtkrZlvPThVuqblHz2K23syxqbcv8clp/FBm7BqEqlLwPahKr0YUDnrGZ24yY5nmP0eUzskuLciJaB1Jlt2oCNua9aKbblutqpand1Zp3taRBW5XILVnOFrclvcXvup7ZvparR0zapTUEOypJieRy2aHi1qXduZLsqkhoptmv/NKktb8sIm5KvrlKj7dWeOqiFm8qv7I/90nbFph5q4zbqybh2pD6spla1yOco6shmRthPfRRLUp2dFGMHFfbl5opRubCn+tGog/oml92yn8fNbQpqiEoPbqdaGieFct/kMli7ffJzg1rSQIq1vD3HUS+OnzaRTWJvBtTKAXhIrLBfKsllC/uxF0Py5VGMaV80aRt1bbo9N1DH1E6HVfbKJcXy9hqT0saUYqlvHpiuNqDS1rIMVfqpb1WMqeSRuK5sr3ZuyibGssM1fbazNBxH6qGx2aYeuZHtlYYSY1WFqUb+n1J0InLeERFqSoqIlJ+kClcRjesMubQhAhH55xPR2Op/PDY6TF0X6VpglH66IrnSVZOuHsZ00WRTomxhQDVdj1mVWNq2+OyhfpKGr+yHVXXgsOysGMVmrllXodiY+nDFJo0jwwYWdmTJjvatvtUx2Y2NLNxGazaoDw27KVYZkYEcZ0w+t8v1ltvZrNFSI7vT5u3oVOPyWUmGO6PNx0gnVbXK26YIh8xjlHjaf4rmdrayiWtuxJL90s5A6l8sd5zr3DbtNm/HWtouWfZJpdIuX3FJ28qmGNu5da5yfDmpnT6LquyWeqSx1VZV7fHJ5wbVNvmKaWv52k+ydBSjUmGMA6vk3qqrQUpduW/F6NNr6MMYC49P0dTIMWi5XfUY1JudKj1Se7Utxbl56V/6Mp6itCxqZZUjpKFlk1OJq4n13FEjJGkfbEmFO2VRH1VptWXqr7HUnVax5NJnm7ZPKrExtastbcPxk63dB2NsT0VhOhpX0STF0jbakSIpkI839VWcx0TDak2cscp2Gi9vxe1TrLTRcqO0ZgeWtL3602FJLakHV6xzJ5XtORJD3KLU6TKgDmzK29HhNmxIfSpNqRPbGWMjS6VdzcllG/voGJKKr3aJ27Gk7art7FMp3CW35zjswEKHnRlhnIVVBlU0UhbbFZDJY7BTKlwxoH00a9eW3EBtVSkmKV5s8rn3ZLn/ajw5HLayD+4nlVRVf7YzoLHZSV5lY8Y5FgMsqTObaRljSX24NTvRZUB+dYzcLW1HN22ntqq4VUO8sn3tGJV2bqiiDrRpizQmV6yrE/eqcAlwDDXIpFBeca1O6kvLRhZ1Y5xjVAoflSkH0jMyovFzU10iQqZRHpQCXpnAOCIQka8xDReR/YhI11xEtro+izQxrnzZ2glzi7/duoHdNhrJvz8asXL909X1f/b/fY5jz/uUNRcTMAETMAETMIEJTaCj7G/Yv17DO1uchuFvfshTruThzMDTfxNMMznqz9kOk63QBU1zGdVrpXxHisj5UESD5cApV6q18i0TMAETMAETMIGxJ6Bndhml+LKSXkQuVr6kDyxIrz39Ga446j/46tPhfE5zhKDAFZ/h8/WYEXsM+hXmXGh6Ba12RmD53VbAqoevns6KP3GAP/MA/wTw2t9fxiPH3F99mV3Xiq6bIl1PTYXKonjFtTEBEzCBSYqAD9YEJkUCjz76KNZZZx2cdtpprR7+DjvskD7uoX6tdnKDCZiACZiACZiACZiACZiACXQQAj5NEzABEzABEzABEzABEzABEzABEzCB9k/AZ2gCJmACJmACJmACJmACJjB+CFx++eW4/fbbmw3ev39/rLTSSs3iDpiACZjA+CTgsU3ABEzABEygLRPo1asXrr32WqyxxhpjfZhPPPEE3n333bEep+kAte8Cy2+q8j5xsXrPWDrv9Hdw/z+H6m1kDhmgU1Fghz0XwTa7LAwvJmACJjChCSx9wgbovvuqgL6XwFsTJK4iAh/+/Tm8ePA/0ncTdB8r97Vim97/VEdlqfUrIRsTGGsC5557LlZZZRWcdNJJ+Oqrr1odb91118Xdd9+NCy64AD169Gi1X3tv8Pm1TwIR6UadTi4iENFYqE9NaVWvCuv6LnP5MHmKMa77dCMpRqlIeRt94llbUAzU9i8t6qux2awQq+zLvee+yWEzD6LSkvuxD0Opj7pIbGDhGGpjI/uzkrZN/diYrPpK7MIQu1QdRVvprz65KzvQUWFMW3CQNG7FMsQ9s41FfRlW5xTLoXx8ZRs1MkLDVnZmoZ8Kt6FloPSVZYS74BaMl/EV59Y1/dVFfWhzlF3Zg9uwJJ81tnCtQjGokmNas2Mat1gOxRHT7hlKlt1Y0sbclq1sqG6TWtjGwsZG/XOocX91YESGopc7cRRWte80dnI4XGpUJfuVtrTvFOU27MJwchSnk1qSzwbZpBzlOOzBbbLDYGXPuY+OpyI20WNnFo5T6UajjXNM7Wk7tatFls05lgZglH3lsq3l/mmDdDhasZa3Sf25rSxFj4Wt8ikWdteIDHOLtE/uh0EVermv4grIJqUWtWm7VFGzRmCA4+WBGcs+15U2NtNTkRRPlv3lp7GLnxo4drElrt0mn2PJUvTSvrjiBhyJfeRXjFyNwm5qS1HGmvupheOx1PTnkKoxyC1Y4Vq+pJosN2Q0ja+udCpFUSr1abDqw1rqU+srllTpz4Nk0eApSj/tUJukbXOUbgv9GW3UP7HllhyNcW6ZHXajw+3pVOJsS7upWPpsUGGX3FdjscIY+3BbrpOfunIfqaSuWqWebGIv9ZXYIY/BcKXoe7hSRFQiqD5v4MUETMAETMAETKDNEfABmYAJtD8CdT/mlCIiJeqlb0SuR0R1MrpfLFqPlXqMxordR2EFqdsoLN91BJbvNpJ2JJbtMiJpOVnGZZfryjj9ZZOl36Ui1pehv0zXUcgaSSvl+tJqT8p19VmafavivrM/Gr26UWzrlTQaS3cdzdgo9KJdSm21UqxW3eqxVEVLst+S9JO6gnEg+Ywt0U2+VM+YLKBYUvcan/16JgV6dqPY1jNJPqVYrboHFm+ixVK9Dot1l3K7/MVZl+RX1aMOi1KqL9p9MmQxVvwejPXohB7JToYe3elT6teDfXqkNsZqbHf6DeqM7j2kTrSd0C35nWk7pXr3RelLjKtN6lrxZbsuOjmyOtNSPXK9iyz7qa1L6jMFuiwqTU4rTYFFUj1b+Y01JdupxdguLTolFqbUR7aqxabEQtTClOxC7JP8RafCQlTyUxvri2UtWGPlFy3AeIM/NRZcbGossLg0VYO/2DRYIGlqzJ/ap8H8i0usy7Jtvoqdv/iLTwvFpPmT31Cfj/V5qWLlF83D+Lw9p8O8i0+H7E9b8RWbNsXmYfs8au85Peau+LJzL866pHix8ms0F/0kts/VcwZkTY85U3wGWmqJGVJ8TrbPSX8O2apmRDW2xIyYQ2JbtjNi9p4UY8UqPrvqSTNh9iUk9kn9ZsJsrM+2xMwVW6kvOTNmrcRmXXKmip9jis9aaU82+bNgliVnSf1m4XbyZ1lCsZkxM+OSYsUmn+2qZ83KftIsmIn9Z1pqVtqKavwZl5wtxWdcSpaila941bKP6jPQzrDU7MiajVbK9emXpKWmr7bPDvnNNQem60Wx33RJ8hs0rdqkpRir2GmXmhPTsp7Ui37SHJiGtqql5mKfOWtic9FvrKl7zYUGzU1fmgtTMT5VL/lzY6qlc5+plpZPMa62qhifkrEpl54HWXPTUr1Yp6ZI7fNgikq7bGPNm9qmWHpeTN6SlpkPnZemlpkXk1PyJ2d9cvaV37naPh+Sz3oniX06ScvMj05LU4pRk6neRIq1pDr2q1t2AdQtQy07Pyajks96UMmvti+IoJ9Ff5kFASqWzRayFaXYsgsBVP1ybE/xhVDPeorRyk9aLsfrl1sYoyW2jU5ifVlpIaS62mrFtlGsj5KVllsEI6lR1EjGR9JmfxGMWq4LtUhqH0k/axGMYB/5IxgbsXwXjFyhK0YuT9GOWqEbRq/YHaOo0Svxf75OM1XKQ8ovESMi1SMCtUtE43ptm/2JQyBizD+TiEg/S/1spYiA8klpReaVKzCnW6H7yEb5pHLIlFcyF8w5JHNM+cwdl5XoK49U2zLyk5QzjmyUTy7D3HBpKtvRWJr7knoxFyxWfi/2kV2KuWAvSjapaz2WkhhTTrgUc8IlK/6Sya9nXliE5C+R4sh5InPAJSTmhksw/1uCtielWOP8EOjJ/C+J/WQXT/U65ol1zAmjxgbrdZV6XfIXYy6o3G5R5opZk1VywoplHtijVsoBpR6d0IN5X27L+WB31rszV0yWuVq2nZj3daY65RxQuZ/EduV+3ZjXJSlGdU253eToyrj8nPdNnnK8VGd7l6QpmM9NwThtD4q53yKML5Is68zxFk7+lFDOJj+L9UWpxYqmYr43VcoFF2J8IeZsVSu/iLnfgszPFmI953RTY0HWF6CSTXnd1MzlsuZnXG3zM2dLYvv8lTxuvmLZNh9zsqxpmNNNS8lK02LexaZlfVrMyz5Z0zX2e6ptOuZt0rTZVnK2lMfRg8OGNgAAEABJREFUV942D/Mx1eXPxVxsbqrBzsA8b3rmZNIMyc7J9jmZdyUxR0s21WeE/JyzzQhZ5WBJbM9WcSrlZLIzNeRlzMdm78l6TX6mnG02xrNmxmzMyZKYayl3m5U2KeViMzMXmxmz0p+lEp+FuVYSYzMzv5qFkp2Z8WSXnBUzL0ExPpN8qvU8bLacg6lPyb+KZc41o6R6xc5AP+dgs2MG5lzS9MylFGuwc6T8azrmTdOnPGp2TMc+07HeSMyhppUYn5b9qrmWYhVNU2PlT8N8bBrmTE2l3Eox2amZIzXYuVvNq5RDTcW8aUrmTcq5ZJMYm4I5VOuaN+VPjfOoeVJMuZJypyTmRJ0pxTorh2JO1Jn1kjt1Zs7TqRLrxLh8SflRJ7bVWuVDqkvKhSZTTsQcKNv5UVfJl0quJKvcJ2uBnC9VciTFlC8h5UIlJ6q1C7WeH6UcaWHUV+xo5jspJ2KeNIq5zmiqapddhPnSIlA9K/vKh6pafhFUfeZAtXnQSOY+ScyDRjXJgeq7zJ1+5xIR6XkZkS24RATXjUtE81jjHq6ZwE8nENFwXUVkPyIaXZPK44o0Oa582U6dOqUJdGv9bdcJ7L7xyHQgkdaALIfEuX/5HMec9wm8mIAJmIAJmIAJTFACHWJnw558Df/b8nSMeOtj5h4p+wCYgAQCmG5K4Nwd0GmFLil3qc1hlMfUSnmOFBGIaCxwiQiukdrgxQRMwARMwARMYJwRqH35oPiykl48Lla+pBeTpVef+hRXHv0ffPnJ9+mFh/p6HpKEeszXY0bsMeiXmGPB6Rh0aa8Elt9tRax6xOr8ide80KILgXrt7y/jkaPvSy+zl+tGtkjXVUsSK8VlLRMwAROYhAj4UE1gkiNwzjnnoE+fPrjvvvtaPPYZZpgB5513Hi699FJMNdVULfZx0ARMwARMwARMwARMwARMwAQ6GAGfrgmYgAmYgAmYgAmYgAmYgAmYgAmYQPsn4DM0ARMwARMwARMwARMwARMYDwSGDx+OQYMGNRt5nnnmQb9+/ZrFHTABEzCB8UzAw5uACZiACZhAmyew8MIL49prr8UGG2ww1sc6ePDgsR6jdoDad4DlN1V5j7hYvZMunXPa27hn8OfQq+jaRlPuqVLPwI57Loytd16odjf2TcAETGCCEuh1/O/RbbdfQ/ck3Zt0j9K9ircofHjDc3jhoJvSdxN0Pyv3t2LruVFTlYNXvPi2JjA2BG688Uasvvrq2GuvvfDyyy+jtaVXr1648sor8Y9//ANrrLFGa906Stzn2c4JRET6HmFEtvp+oTTbjECag6P7KKzUfXSa2235ypxumr+t+RwcI6H5NtL8G11GVubZqLVl/o1RWLqr/GyX1lwbrC/dbRR6dRuNXvSz5FOKUUtRatd8G70qc24s1a0eSzGuuTaWol9rNZeG6rJJmmdD6hZ57o1uyFYxqjqnBtsXp0p98e51aS4Nzbchf7HuwXrkeTXYtlhRj8mgeTYW6z5ZZW6NumwZ71ErtveQenRCjxp1r/jde3RGVqc8lwbj3ajui3ZGN4nt3ag0d4bsopNDc2Z0ZVuymlNDqsS70GZN0TCXxqJTQLHqPBqLTomFF2M7tTB9xWWTFlObNBX7UGxfaNGpsBDjWVNhwcVa0tSMN2iBxadG0mJTY35qASpZzZOR2qbB/PTnW4yW0vwZ8y0+LRrbaVhXbNo0R4ba52Wfeah5e06Heahcp6/5zRhXTNL8ZskuPj3mZtvcPWmbaK6eM9TMkzE95mT7nIwlNZojYwa2STNiDsWXkJVmwBw9Z8Ts1ByMZTsTZpe/hOxMmK3iz8Z6I2lOjBSbmX1mTnORzar5L5acuWE+jCVnwSyMJRVflpq5qlmrc5HNvKT8WdJ8FzPXzEM2E+PSjLQzLjUbGknzXlAzKF4sfc13UTT9UrNDfrZzYPql5sB0vWbPlm3TJc2B6VK82DnZR/6cae6waXvNAc1tMW2vOTENVax8xaepzHkxdbGVucJUn7o638VcmJrxqdhH81kksW0qasql58GUxcpfem6kmHzGp5ClZLPmTfNZlDkuFNM8FtV5LZaZF50lzWuRNF9l7jBazWmxzPxsnw+az6JTZU6wyRjvxHiDnR+Tpfr8qFtmAfoLoK7RnBasM642SXNaqL0671eZv2KZ2rkr5PN3AKVtWfl5Pot6+vXLLQTNV1G/3MIYTSk2etmF03wXimueCsVlsxZBmtdrOdoaac6KUct1gWxRmbuizNs1coWuGLVCt6zK3F31v1i01XkrwCUiuHYxARMwARMwARNoQwR8KCZgAu2QQN0PnVNEQ2IeES3+kmiBOepwwxGjcf1hI3HdIcNx7cHf4+oDvsX/UVfu9w2u2O/rpD/v+zUupy7b5ytcWtXX9L/GJftQbPtT0jf4075ZF9NevO+3uKhW+w3DhftStBckfYcL9ss6n/b8/b7HedL+xQ7HuftnnUN7zv4jUHQ2/bP3H4mzpANok0bhzAOyBtFmjcagA0ZjoHTgaAygHXBgPYrOoH/GgcDptToocNqBFO2pSXU49aCsU2hPOWgySCfTJh3cCSdVdCLtiQd3RtEJ9E84eHJIx9MmHTIFjqvoWNpjD5kSRcfQP+aQqSAdfehUKDrq0Klx1KFT48hGmgZHHEodlnX4YdOi6DD6hx02HQ5tpOlxyGHU4VkHHz4Dig6if9DhM+LAWh0xEw6o0f5HzIyi/ejvd8QskPY9chbsS192nyNnRVF/+lmzYe8jG9TvqNlR1Jd+36PmgLQXbdac2PMo6uisPY6eC0W709/96Lkh7UabdMw82PVoSpba5Zh5UbQz/Z2PmQ/STrRJx86PP9Zox2MXQNEO9LMWxPbHUcdStNslLYTtjlsI21a1MLY5jjqeot36+EVQtBX9rY7vAmlL2qyu2OJ46oSszU/ohqLN6G92QndIm9ImndgDm5xAyVIbn7goiv5AP2sxbHQSdSJFu2HS4tjwpMWxQVU98fuTanTyEli/ovVo1zt5SUjr0mYthXVOpk6hku2FtU/J+h3t705ZGtJatEmnLoPfnkLJJi2LPqdm9abtfepykNakTTptefymidY4bQVIq9MWrXb6iljtNIp21aSVsOrpWb+m/fXpv8Aq0hnZ/uqMlVH0S/q/POOXKFqZ/spn/Aq/kAbQJq2ClQZkrUi74oBfo2gF+isMXBXLD6BkK1pu4GqQlqWtatDqWGYgRbt00hpYelBWL9peg36DpWp15ppYsqIlaJc4szeKetLveWYfLC6dVexvsdhZWYvSLnrWWijqQb/H2b9D97Mo2aS10e3srK60Xc9eB0Vd6Hc5Zx0scs66jbQw6wufsx4WqtW562PBcyjaBZJ+jwXOzZqfdv5zN8B8tTpvQ8xb0Ty085y3EYrmpj/3eX/AXNL5tEkbY87zs+agneP8TVA0O/3ZL9gEs52/KWa7oEGz0p/1gs0wSyNtjpkvoC7cHDMlbUGbNeOFW2DGC7fEDLW6aCtMX9F0tNNdtDWKpqU/7UXbYBrp4mK3xdQXZ01FO9XF26FoSvpTXrw9ppD+RJu0Ayb/U1Zn2qwd0flPO6KTdAktNdklf0RRHf26S3ZCNNLOwCXUpVn1l+6CotH0R1+6K0bV6rLdMLJGIy7bHUXD6Q+/bA98L11e7J747vIGDaM/7PK9IH1LK31D+82f+6Loa/pf/7kfkq7YG19T31y5D76mvvm/ffHt1ftj2F8PxHfXHIQRfzsUo/5+OOpvPLLZLxFL/hIRxbWdBAhE5J9XRLSYU561O1JO+bdDR6R88q8Hfcecchiu2v/blEsqp/wzc0vlk9KlKZ9kDtlCHqn8sSjlkcwZW8ofz0+543c4X7mjxPzx3P1y3qj8seSMsk3zxjOZN57JXFFqni82zxMb54rRYp6o3LComh8elHPEE2vywxNSbti5ITdkLnhcRbV54TEpJ5wSxzTKB6dqkg9Ow9yQeeChFHO/w5OmxWG0hx3WJA9U/ndY4xyw5H+NcsBGud9MKffbL+V9MzPvmxn7VvO+WZvkfA25nvK+kuvJKs+T9kq53pzYq+R5yc7VLM/breR4tLsytytqmt/tpNzu2Pkg2zi3mz/ldjmnWwA7VPK5lNsxj1M+J21Lf1vmcNtIY8jnfmwet6lyuBO7N8rfNmHO1jh/WwwbtZC3bdhC3rb+SUvU5Gw5X2vI2Zaq5mtrM2drNVdTblbJ0/rQ78PcTMo52rLoXc3PlmuUnykvK8q52Yot5mW/ruRkv1ZOJjEHaykfWznlYr/EysrBKvnYSvRXYg4mrUjbWh62HPMw5V9SNf9S7iUx12qad/X6gbwr51u9oZyr5xjyrZRnKdeSlGOd9Tt0p+3G/ErqStuVuZWUciz6XZhTlTxrYfoL1+ZW9BdkTlU0pryq5FSy81Tyqrkr+dTcJZ9KduNm+VTKo5RLUbMxdypSDiXlPGrzav408w/mTw250/TMlcaUN5WcSXaqSt7UUr5UciXZzilfYn5UyZMmo52MuVHWTlCOJOU8aecflx9dtitGXrobSm40grlQUdO86DvmRt8xD5Ka5UPMfb65vG/KhUoe9A3zn5wD9YfyoG+u2hfD/qIc6AB8f+3B1RwINx2VcqC6urpkIxqen5PAY9+H2I4IRET1bCKyHxEt5nO6XjVJbrG1E+gWf5u1A3tsPCr/22GOrH84LNHFeVcPxdHnfiLXMgETMAETMAETmCAE2v9Ohj3xKt7Z8nQMf+vjdLL1KQth9sGC6adCnLs9Oi2/CJTDlHxFflMpv5EiGudBEZHGjWhsU9ArEzABEzABEzCBsSZQ+8Jw8WUlvXBcrHxJLyRLrz71Ka48+nl89enwmt9h8HD4yF5gsZmx56BfYs4Fp2fApb0TWH7XFbHakb+puQ54EVRyt9dvfAWPHH1/epm9XD+yRbq+alXLSvHaun0TMAETaNsEfHQmMOkQePvtt7Hddtuhb9+++Prrr1s88DXXXBMPPPAAdt999xbbHTQBEzABEzABEzABEzABEzCBjknAZ20CJmACJmACJmACJmACJmACJmACJtD+CfgMTcAETMAETMAETMAETMAExgeB008/Hc8++2yzofv3748FF1ywWdwBEzABExi/BDy6CZiACZiACUwaBGaZZRZ069YNY7sMHjx4bIeobl/77q/8pirvDxerd9Kls099G/f/8wtEZaQIeRTLTn0XwVY7LVRpsTEBEzCBiUeg1/G/R/c9VkO+WQWNhLR8dON/8NJBN6fvJui+Vu5zxTa9H6qeNuSq1mfVxQR+EoEnn3wSW221FTbccEPcd999rW4766yz4uSTT8bjjz+OrbfeutV+HavBZ9teCEREOpWIbFWJaOxHBCIifV/8xiPr8ffDR0HzcGgOjr8cOAya2+3K/b9J83C0PgfHN63O4XZhZe62C/cb1vK8bWnujeHN5mxrbc6NZvNtNJubDWiYb6N2ro26NB/bKQfVNYXjKfIAABAASURBVJ6H7aDJcNLBnZJOPLhzsznYjtf8a5X5NTTPRpljo8yvcfQhrc23Ns2PmFtjepS51Q4+fHocfHieW+2gw2eEVJ1XrdGcGjPXzKlRO4faLNinZu60/i3MnaY5NIrKXBp7pjk05mx1Do1da+bQ2OWYeSHtTJs1X5o7Y6dG86LN32jujO2PXTDPidZsLrSF8zxoae6MRZrNgdZ0zozNT+ia5j3brIU5zzY5sfl8Z384cVH8QfNkSM3mN+vZaG6zhnnNWpsjo1ezuczSHGanLI3aOcz6NJobYzmkecs0P0bNvGVr0Ne8GGOeE+MXqM6H0WxOjF+m+cnyfBi/qs5NtlJlLoxm82AM+DWWH7hqkua/KMrzYKxeMwfZGmn+sV6D1kCvmvkvlqTfMO9Y7zTnWO38F3nOsTzPmOYbK3ONlbkvulfmvOjewrwXXTTfhXTOutV5xRamv/A562GhpPWxYJO5xMocYrXziGmOi6LW5g5rOmfY7OdvgqLZKnNcaG6LosZzXGzR6txg01+4Vc28YFunOcGmvWhrTKu5wIou3rbZXGBN57SY/E/b18z/tWPDvF9/2hGdqnNZ/LHVuSzqL905zfM1ujLH1+iaOb5+3BwWe6Z5vcr8Fd9evhekb2i/0RwW0hV74xvpSs1b0R/fat4Kzd31lwOq81aMvP4wjL7hCNR17pSeKXV1den5EpGfMxGBskRkPyLbErc1ARMwARMwAROY0AS8PxMwgfZIoK61k4poOQGPiJS8lyRetnYSjDI5hmznzp0hW1TqslZnmIEZ+BrwNeBrwNdAR74GlB/o/GWlWl/12vxCvnIOKSLnIhGR0piIbFPFqzZLICL/nCIi5ZIR2db+TPVzLirXgKyk60MqfrGKWePhXso83lzN1deArwFfA+PnGqh9hhVfVtJzsFg9I4si8nOzPOgjGtdL3NYExheBiKgOHZH9iGiW15VrVteyfNlyTdf6W68d2GPjUWnM4DoQeU1zwV+H4uhzPmHdxQRMwARMwARMYLwTaOc7GPbEK3hny9Mx8p1PcrbBXCOyB8w0NXDOdui03CKozVPkN5XyGimCWzeREEaEDCKyTRWvTMAETMAETMAEximB8tKwrKQXjYuVL+lFZOmVIZ/giqOex1efDUe9jqK+HupLgwUWmwl7DPol5lhgOrVYHYTAcrusgNWOWoPXg64FnnS6MLJ9/YaX8chR96WX2ct1JFuUrx1t1yBumYrakuOVCZiACbR1Aj4+E5hECNx0001Ya621cMUVV7R6xIcccgjuvPNOLLnkkq32cYMJmIAJmIAJmIAJmIAJmIAJdEgCPmkTMAETMAETMAETMAETMAETMAETMIH2T8BnaAImYAImYAImYAImYAImMM4J/Pe//8WgQYOajbv88sujb9++zeIOmIAJmMB4J+AdmIAJmIAJmMAkRODUU08d66MdPHjwWI+hAWrf+ZXfVOW94WL1Trp01ilv4/47h6Z3kDWOVM8aqJ32WgRb/nFBhSwTMAETaBMEljpufXTbfVUei+5UEl2V+np8eONzePHAm9J3E3R/K/e7YpveF1XXplKtr7plAj9E4L333sMBBxyAVVddFVdfffUYu/fr1w9PPPEEDjroIEw++eRj7NuhGn2y7Z5ARKTvEkYE9A3DotpvHOp7zUX6Drx8WanWV90aP9+JN1dz9TXga6CtXAPlvi/bVLXPDvnlmRKRnzER+ZkDLyZgAiZgAiZgAm2PgI/IBEygXRKo+7FnFdGQrEdkXwl9RKRfGCnBL6r9D4G28h8qPg7/R7OvAV8DvgZ8DfgaaNvXQG3+UHzlFso3iiJyDhLRYOFlkiQQ0fAz1M+3/Kxli8p1UKz/Dk+4v8Nmbda+BnwN+BoY/9eAnm/iLFur8hyU1TMyItLvXYofEShLRINfYrYmML4IRDRcbxHZj4jqPyiLiOq1qutX0nUrWytd76pvvXZgj01GQvOt5X/0W4/6VAEu+OvnOOrsj+HFBEzABEzABExg/BJoz6N/+9jLeHuL0zHinU+YYzDP4Mkq10jejFMjzt4OnZZdGMpLSn4iv6mUz0gRjfOeiOCISLkQuETkOl0XEzABEzABEzCBcUBAvyuQNFStla8XjIuVL+kFZOmVIZ/iyqNfwNefj9CmSE9oPqcjAgsuPhP2HPRLzDH/tKnNq45FYNmdV8DqR68JXgoAL4yItIKWN258BY8ceV96mb1cT7JFut5akrZVXNYyARMwgbZMwMdmAm2dgPK4I444AhtssAFefPHFFg+3e/fu+Pvf/44TTzyxxXYHTcAETMAETMAETMAETMAETKCjE/D5m4AJmIAJmIAJmIAJmIAJmIAJmIAJtH8CPkMTMAETMAETMAETMAETMIFxT+CMM87Axx83/7ZF//79McUUU4z7HXpEEzABE/gBAm42ARMwARMwgUmFQESMk0P94osvcM8994zVWLXv+spvqvK+cLF6l0k685S38cDdX3DfgYigBbQOrnfu1wVb/nFBeDEBEzCBtkZgqeN+j257ro4I3a2AABCR1vjopn/jxQNuTN9N0H2u3PeKbXp/VB2VpdavhGxMoEUCgwYNwiqrrILTTz8dw4YNa7GPghtttBEeeughnHnmmVhooYUUsmoI2G2fBCIi3ZMjmlt9y1DfOCxW3z5sqvKdclmrM8zADHwN+Bro6NdA7XNCzxDVZfUsKYrIzxw9WSOyHxGqWiZgAiZgAiZgAm2AgA/BBEygfRKo+zGnFdGQmEdEo18alYReVkm+kv2mKv9BpHjxbf0fyr4GfA34GvA14GvA10DtNaA8oUg5Ra2UZ9QqIhqlMBGN640aXWlTBCJijLmkfu7lOii2XCeqyy9WvjVe7iP+H5udzdV/t3wN+BqYcNdAea7J6jlY1DT3iWj8DG1TD3gfTIchEBHVc43IfkQ0y+8iArqGdT0XW3uNF3+r39Vhr01HcXvkJWgquujaoTjyrOYvSrOHiwmYgAmYgAmYwLgh0G5H+faxl/HOlmdg5LufQYlGRCBQWWaeFnHOtui0zEJQrlLyEvlNpTxGighENJZGiwiZ1JYcr0zABEzABEzABMYJgdoXg4svK+nF4mLlS3rxWHplyGf481H/wVefD+dx1AO5QP0XWGxG7Dnwl5h9vmnZ5tJRCSyz0/JY7eg1eW3Up+tC1wYrvFTq8fpNL+ORI+5NL7OX60q2SH1rVctQ8dq6fRMwARNoYwR8OCbQpgk89dRTWGeddXD88ce3epxbb701Hn30UWy44Yat9nGDCZiACZiACZiACZiACZiACXRwAj59EzABEzABEzABEzABEzABEzABEzCB9k/AZ2gCJmACJmACJmACJmACJjCOCWgCsnPPPbfZqOuvvz623HLLZnEHTMAETGACEPAuTMAETMAETGCSIBCRv7cyrg528ODBP3uo2nd85TdVeU9YVu+jF515ytt44K4v9Jox91157zh5wM79FsEWOyzAmosJmIAJtE0CSx27PrrtuRrqeXhJ9Wmd7mkf3fQfvLD/Dem7CeWep3tgUdP7pOocJpVaPwW8MoEaAtdddx1WWWUV7LPPPnjjjTdqWhq7K6ywAq699lpcf/31+OUvf9m40bVCwLaDEIiI9I1CfcuwqOm3DvUdxKLyPXjVi2874b4Rb9Zm7WvA18DEvgbK/V+2SMdU/NpniJ4rEfk5E5FtB3m8+jRNwARMwARMYFIi4GM1ARNopwTqxnReEdGoOSLSL4gislUyL5UEXwm/fNmWpP8oqFVLfRzrBDMwA18DvgZ8DfgaaK/XQG0eIF/n2dQqJimnKFK+IUXkHCSiwdYmKxFRW7XfBghENPxMIhp8HVpEVHNL/XyLys9d10Gtaq8V+UW1feyPi/unx/B15GvA14CvgXF9DZRnVrEaX36tlS+V56BseTbKRuTnpp6hUkTIJEU0+CnglQmMRwIRDddbRPYjoprXRQR0zRbpWi6qvcaLv8VagT03HY206N8Oy6HVvyO++NqhOPLMjxWxTMAETMAETMAExjmB9jngt4++hLe3OAMj3v0svZAEJhV6sYjpBTDLNKg7e1t0WnohKD8p+Yj8piq5TETjPCciEriIxjYFvTIBEzABEzABExhrAnpul0GKLyvpheJi5UvlheOX//UpLj/yP/hm6Ehuruc0lQsWXmJm7DXol5h9/mnZ5tLRCSyz0/JY/bg+CUNO6QL5D/DGza/gkcPvSS+zl+tLtkjXX1OlgbhSnMbFBEzABNogAR+SCbRdAhdffDH69OmD1j7SNfXUU+PMM8/ElVdeiZlmmqntnoiPzARMwARMwARMwARMwARMwAQmOgEfgAmYgAmYgAmYgAmYgAmYgAmYgAmYQPsn4DM0ARMwARMwARMwARMwARMY1wQGDBjQ4pD9+/dvMe6gCZiACYx/At6DCZiACZiACbR9AhExzg+ytXeLfmhHte/2ym+q8n6wrN5JL3bQyW/jgbu/RDqVdDpBn+IOd927C7bYYQF6LiZgAibQtgksecz66NF3jXyQ5YYW4P0M+OTm5/HS/jf6uwnwMi4IPPLII9hss82w6aab4qGHHmp1yLnnnhsDBw7E448/jk022aTVfm4QAau9EYjgDbhyUhHBe3GD9D3DiGjxO836DmJR+U656vJrpZjl7+X7GvA14GugfV4Dtfd7+fo5y0ry9Z3cYuXruSJF5GdLRMMzJyJQu0Q0rte22TcBEzABEzABE5gQBLwPEzCB9kqg7seeWERDUh4R1V8aKamvlZJ9Scn/D0n/sWB1hhmYga8BXwO+BnwNdJRrYEy5QckfZItqc4yISP+DKqIhDwGXiODapS0TiGj8M4qIai4ZEennWn7W5Wdfa8d03aito/z9mWDn2dn3ZLP2NeBrwNfAuL4G9Lwak2qfe8Uvz0bZiMbPTngxgYlMICKqRxCR/YgYY46na1nXt/4uyErF32KtQN/NRnP7yrCVsRDAn/42FEee9XGlwcYETMAETMAETGCcEWiHA33zyEt4e4szMPL9z8F0AmAuAToRgZh1WtSdvR069VoQtXmI/KZS3iJFcLsmApeI4BocOlt4MQETMAETMAETGCcE9FGFMlDxZaXRo0ejWPmSPrQgvfzkp/jzUc/jmy9GVDavp5WAhXrOjD0H/hKzzTctYy4mkAksveNyWP24PkC+TJKpuHjj5lfw8GH3+GX2jMprEzCB9kDA52ACbZDAhx9+iF122SXp008/bfEIV111Vdxzzz3o169fi+0OmoAJmIAJmIAJmIAJmIAJmIAJ1BCwawImYAImYAImYAImYAImYAImYAIm0P4J+AxNwARMwARMwARMwARMwATGKYFrrrkGN9xwQ7Mxd9ttN6y++urN4g6YgAmYwAQh4J2YgAmYgAmYQBsnoG/GjY9DfPbZZ/HGG2/8pKH13nnZQH5T6V30ptJ76QNPehsP3P0FN61HvV4ulvSmMSu79u+Czbefn2282n4fAAAQAElEQVQuJmACJjBpEFji6PXQra9+j6GbGcWSj7weH938b7y439+r301oek9set9UPW8L3h+rA5WQbQck8NZbb6F///7Q+77XXnvtGAkccMABePLJJ1P/MXZ0YybgdYcgEBHpO4URkebgiMhW3zzUNw5li5Rny5fVN9Fla6WY5e/l+xrwNeBroH1eA7X3+1q/PBcUky/p+VGriPxsiQiUJaLBLzFbEzABEzABEzCBiUTAuzUBE2i3BOp+6MwiGhLziEi/JNI2EZF+UVQS+5Loy9ZK/yFgdYIZmIGvAV8DvgZ8DfgaaPkaUN5Q2MhvqpJryEbkXCQioCUi26a+6lbbJBCRf2YRkfLKiAarn3FRuQ50bcivtfKtlv8+jQsuHsNsfQ34GvA1MGGugabPN9WLyvNQNqLhWRkR6QEfka0qEQ2+6pYJTCgCEQ3XXkT2I6JRjqdruEjXt3zZWumeo/pmvw3stdko/YvfJP0j4KKLr/0cR5z58YQ6Ne/HBEzABEzABDoEgfZ2kt88/CLe3uIMjHj/c55afsmyXu8RaTXbdIizt0WnpRaA8o6Sf8hvKuUrUkTjvCYiOC5SrgMuEblO18UETMAETMAETGAcENDvAMowxZeV9CJxsfIlfWBBeunJT3H50c/j2y9HQk9nPaIje1hkyVmw16CVMdu805ShbU2gSmDpHZfD6sf/NtWD6+B1k8SL6M1bXsXDh95dfZld15quuyJdj03FIVJRPDlemYAJmEAbIeDDMIG2RuCOO+7AWmuthYsvvrjVQ9t///1x3333YcUVV2y1jxtMwARMwARMwARMwARMwARMwAQaCNgzARMwARMwARMwARMwARMwARMwARNo/wR8hiZgAiZgAiZgAiZgAiZgAuOWwKBBg5oNOPPMM2PvvfduFnfABEzABCYUAe/HBEzABEzABNoygVlmmSW9dzu+jnHw4ME/eujad3nlN1V5H1hW7wgXDTjxbTx075eISG8U03KXQSGwa/8u2Hy7+VWxTMAETGCSIrDk0euje7/f8Jh5Q2OhA+g+R33yj+fx4r5/T/fvci/UvbGo6f1TdVSWWr8SsukgBEaOHInTTjsNv/71r3HmmWdC9dZOfYsttsCTTz6JU089FXPPPXdr3RxvQsDV9kkgotyEwdtwYz8ims3t1vT7h/o2oqS4rDVhvg9vzubsa8DXQFu8BsqzQLYl6Xu5RRH5mRMRzZ4/8GICJmACJmACJjBRCXjnJmAC7ZdA3Y85tYho1C0iUtIe0dgq6S8JvnxrsjSRiDmYg68BXwO+BnwN+Br4addAySeKjWiccygxiQiZpIgGPwW8anMEIhp+RhHZj4hqTll+1sW29HdGvwBvKe7YT/v79QO8nL9OZp6+RnwN+BqY8NeAnn+Fu/yiiIZnZUSk53tEtqpENPiqWyYwoQlENFyDEdmPiGqOFxHN/pGZrm9d77W5XfE3+20d+m4xGggWqTgALrnucxw+6CN6LiZgAiZgAiZgAuOAQLsa4puHXsA7Ww7AqA+HIoJJBCgVCrNPj7qztkHnJRdIv/MoeUfTfER15SlSRCCisQQsImRSW3K8MgETMAETMAETGCcEal/8Lb6spBeHi5VfXiqWffGJT3D5Uc/j2y9GQH3qeTT1XNWjHgsvMRP2HLgyZp1nGkZdTKBlAr12WBZrnPBbXjG6aipKF1E93rzlVTx8yF3pZfZy7ckWpWuOfWtt2Ytixbc1ARMwgYlMwLs3gTZF4Pjjj8fvfvc7PPPMMy0e18ILL4xrrrkmfRikxQ4OmoAJmIAJmIAJmIAJmIAJmIAJtETAMRMwARMwARMwARMwARMwARMwARMwgfZPwGdoAiZgAiZgAiZgAiZgAiYwDgkMHDgQjz32WLMR+/fvjx49ejSLO2ACJmACE4iAd2MCJmACJmACbZbAQgsthM8++2y8Ht/gwYN/1Pi17/DKb6ryHrCs3kcvdsCJb+Ohe79EPffSsI0qwG77LILNt5ufFRcTMAETmDQJLHHUeujebw3oJlfPG131PsfT+eSW5/Hivn/3dxPIwuWHCVx99dVYZZVVcOCBB+Ltt99udQP1uemmm6D+yy23XKv93NAiAQfbMYGI/J1CnWJEpO8VRjS2+s5hrfT9Q2vCfwvezM3c14CvgbZ8DdR+M1fHWfvciGj8XCnPHNmiiCiurQmYgAmYgAmYwMQj4D2bgAm0YwJ1P/bcInJyHhGt/qIoItKkXiX5L1b/ISDfmixNLmIO5uBrwNeArwFfA74GGl8DyhUkcam18iNyfhGRcxBwiQiuc4lo8HPE67ZKIKLhZxWR/YholFvqZ95U5bpQXL7V+O/PuOXhsc3T14CvAV8DE/Ia0LNN0j5laxUR6XcsEflZCS4RwbWLCbQtAhEN12VE9iOi1RxP13tR7T8mKP6mferQb/PRSP94WKdar1XWpX8bisMHfpQrXpuACZiACZiACYwFgfaz6dcPvoC3txyIER8O1ftHlJIHSmX26VB39rbotMT86f/PlXxDuUitr3rJxSMa5zERkWBFNLYp6JUJmIAJmIAJmMBYE9CLw2WQ4stK+qBCsfJrP7LwwuOf4PKjXsCwr0Zy88i/h6CHABZZchbsNWhlzDr31IpYJjBGAkttvyzWOGEtXTq5n/K+JOCt217DwwffhZEjR6L2GpQv6fpsqjwI+LstJqSlYmsCJmACE42Ad2wCbYPA888/j9///vc44ogjWj2gzTbbDA8++CA23XTTVvu4wQRMwARMwARMwARMwARMwARMoCUCjpmACZiACZiACZiACZiACZiACZiACbR/Aj5DEzABEzABEzABEzABEzCBcUXggw8+wKBBg5oN17NnT/Tt27dZ3AETMAETmHAEvCcTMAETMAETaJsEllpqKbz55pvj/eAGDx6c3uUd0470Tq/aZVuS3v0tqn0vfcBJ7+Ch+76CXiYOABFcSwB237cLNt92fnouJmACJjBpE+h51Hro3n9N3uOA0B/e5wJ5+eSW5/HSPtej9t5Y7peyLd1TFdPWxcq32i+B+++/HxtttBG22morPPbYY62e6EILLYTzzjsPDzzwANZff/1W+7lhTATc1t4JRJS7LxCR/YhIvr51GBHpe+Pyy/cPiy0x1S1/I9/XgK8BXwMd9xrQ80DSNSBbFNHwDInIz5aIBgsuEcG1iwmYgAmYgAmYwMQn4CMwARNozwTqfu7JReSEPSLSL4giGmxE9st/ANjWJUbmYA6+BnwN+BrwNeBr4MddAxE5l4iI9D+lIrIFl4jgOpeIBj9HvJ6UCEREo59vRK7r70lEVPOniAZfbdaP+3v0szjxF/beznx9Dfga8DUw8a6BiPzMi8jPxIhswSUiuG4oEY3rDS32TGDCE4houB4jsh8RjXK92ntL+ccDsrWT7xZ/kz516LfFKG6PLASQBFx2/VAcNuAjeDEBEzABEzABExgLAu1k028efAHvbDUAIz/+Ip1Rzhgq67lmwGRnb4vOPeeDcgxJuYdUfOUnqstKEYGIxtLAESGT2pLjlQmYgAmYgAmYwDghUPuib/FlpfKSsKxU+yLx8499gsuPegHDvhpZOY56aJt61rosOQv6DloZs849DWsuJvDjCCy1/bJY/cS1cmddSPJo66k3b3sNjxx8189+mV3XpoazTMAETGCiEPBOTaANELjiiivQp08f3HzzzS0eTefOnXH66afjr3/9K+aee+4W+zhoAiZgAiZgAiZgAiZgAiZgAiYwBgJuMgETMAETMAETMAETMAETMAETMAETaP8EfIYmYAImYAImYAImYAImYALjjMAZZ5yBt99+u9l4/fv3x4wzztgs7oAJmIAJTDAC3pEJmIAJmIAJtEECq6yyCp577rkJcmTfffcdBg8e3Oq+yvu6tVZ+kd5HL6p9L/2ME9/Bg/fquzT1QC7pvXRV9ty3CzbbZr5W9+kGEzABE5jUCPQ8cl10778mD7vhGxyssNTjk1ufx0v7XP+jv5vAjSr3S94x9eEFBax2R+C1117DXnvthdVWWw033HBDq+end4EPP/xwPPnkk9h9991b7eeGH0HAXToEgYj83UKdbET2IyJ9xzAi2/LdQ1lr4n0L3uzN3teAr4FJ5RqIiDR3U0R+jkQEtERkK98yARMwARMwARNoQwR8KCZgAu2aQN1PObuISL8UKttENNQjsh/R2Lb0HyoRjftEuB5hBhFmEGEGEWYQYQYRZhDR/hn8lBxBuUdEZiJfiggZaxIjEBGN8kkdfkTIpHhENLMtXSuKRTTvG+FYxM9nEOFtI8wgwgwizCDCDCLGDwM9w5oqouV96QEZkdvkSxGN64pZJtAWCERE9TAish8RjXK72mu/TLYrWybhrfU36TMZ+m0xCvr3vvV6a6Ii+Zdd/zkOPePD6v7smIAJmIAJmIAJ/DQC7aH31w88j7e2HIARH33BfEEZAnK2oORhrhlQd9Y26Lz4fKjNM2pzDeUlqstKEY3zlohImCIa2xT0ygRMwARMwARMYKwJ6GMKZZDiy0r6uEKx8ms/svD8ox/j8qNfwHffjOLvHCoj8HkdEejWa1b0HfQLzDLX1JUGGxP48QSW2m5ZrHHSWs2uK15aePuO1/HIQXf9rJfZdQS6nmUtEzABE5jQBLw/E5iYBIYOHYq+fftiu+22w3vvvdfioay88sq46667sN9++7XY7qAJmIAJmIAJmIAJmIAJmIAJmMAPE3APEzABEzABEzABEzABEzABEzABEzCB9k/AZ2gCJmACJmACJmACJmACJjBuCAwZMgSDBg1qNlifPn3wxz/+sVncARMwAROYkAS8LxMwARMwARNoawQefPBBbLLJJundoCWXXHKCHN7gwYNb3E/T93RVr5XeRy8q76WPHDkSp5/wDh66/0sE/0CKtEZEYK/9umDTbeaDFxMwARNobwQWP2JddN+nd7rX8bYHVFeBT259Hi/1vx66R+q+We6Z8qXae6t81CxN6zVNdidBAsOGDcOJJ56IVVddFeeee+4Yz2D77beHfq923HHHYZZZZhljXzf+MAH36DgEItINOJ1wRCAiGvkRkWIR2epbiE0VkdsibCPMIMIMIswgwgwi2i+DMT0H1BaRz10PlIgGv6W6YpYJmIAJmIAJmMDEI+A9m4AJtG8CdT/n9CKi0WYR0eiXQxFjrus/Cqw6mIEZ+BrwNeBrwNdAR74GIsacLyjZiGjoo3pRRBTXdhIlENH4ZxgR1XxSpxTRUI9o2e/If3/G07k7P63zc8nXlq8BXwPj/xqIaPm5FpHjTZ+DqhdFRHFtTaBNEohouEYjsh8R1TwvIhrlG2XSXdnayXmLv3HvybD3VqMRKEvQpwK44oahOPT0D0uDrQmYgAmYgAmYwI8nMMn3/Pr+5/HWlgMw8pMveS6R84PkATHPTOh09rbovNi8KDlFyTVKXf/do5isFMExmghcIoJrICJbeDEBEzABEzABExgnBGpf9uxKywAAEABJREFU7C2+rFReCpaVygvDss8/+gkuP/pFfPf1SKC+XiVJqy5LzYy9Bv4CM8859Tg5Rg/SMQksue2yWP2ktdL1petK12TRm7e/iocPvBO6FmuvTflS6VesCMqXlWp91S0TMAETmAAEvAsTmGgE7r33Xqy11lo455xzWj2GvffeGw8//DB+/etft9rHDSZgAiZgAiZgAiZgAiZgAiZgAj9IwB1MwARMwARMwARMwARMwARMwARMwATaPwGfoQmYgAmYgAmYgAmYgAmYwDgiMGDAgDTBXdPh+vfv3zTkugmYgAlMaALenwmYgAmYgAm0OQKrrLIK+vXrh8svvxzPPvssvv322/Qu0Nlnn40ddtgBvXr1GufHPHjw4GZj1r6fK7+p9I5vUe07wGec+D88dP+XQL0KV9nRGnvt1wWbbDVfs305YAImYALthcDiR6yLbvusme55ZVUvh7fDT257Hi/1/9uP/m6C7ruFS61fYraTHoE///nP0HP+sMMOw3vvvdfqCay55pq44447cNlll2GJJZZotZ8bfhIBd+5gBCIaf78wItI3DSMikYiIaj2iua9vJFrj/1vxZmzGvgZ8DbSVayCi+bMgIsf04IjIfkSoWlVE43q1wY4JmIAJmIAJmMDEIuD9moAJtHMCdT/3/CIi/TKo6fYROR5hG2EGEWYQYQYRZhBhBhFmEGEGET+NQWt5RtO465MmgYiG66H2DCIa4hH2IyYUA+8nwgwizCDCDCLMIGLiMmjtuVgbt28CbZVARFQPLSL7EZF+jxiRbe0/aiiT78qWSXlr/T+sWYe9t6qvjpkcVlnw5xuG4pDTP0whr0zABEzABEzABH4sgUm739f3/QdvbTkAIz/5Sm9Y8mSUFUiszjMTOp29DTr1mBslr5CVlF9IykOKlR+R85OIBstBU+5Sa+VbJmACJmACJmACY0+g9oXe4stK+rhCsfKL9LGF/zz6CS47+gV8/+2o/JzmsxsByHRdelb0HfgLzDznVPBiAmNLYMltl8Uap6wNVK6vkEMFgLfveA0PH/DP9ME/XZ+6NmWLdP3WiptAdVmp1lfdMgETMIHxS8Cjm8DEIXDaaaehd+/eePzxx1s8gPnmmw9XXXUVBg0a1GK7gyZgAiZgAiZgAiZgAiZgAiZgAj+FgPuagAmYgAmYgAmYgAmYgAmYgAmYgAm0fwI+QxMwARMwARMwARMwARMwgXFB4Oabb8bVV1/dbKjtt98ev/vd75rFHTABEzCBCUvAezMBEzABEzCBtk9gqqmmwsorr4y99toLl156KZ5++ml89913ePTRR3Huuedip512wjLLLIMIvZH7887npZdewosvvljduLyXK9uSyvu9suWdX9nTTngHDz/wFRqORB7F0m//Lthkq3mr+7BjAiZgAu2VwOKHr4se+/VBvhkGTSSfa3x2+4t4qd91P/q7CeUeDC7yaVwmQQJ33XUX1l9/fej3YUOGDGn1DHr06IFLLrkEd955J37729+22s8NP4eAt+mIBCICEdHs1CMixSNsI8wgwgwizCDCDCLMIKJ1Bk0fJhG5b9O46yZgAiZgAiZgAhObgPdvAibQ3gnUje0JRjiZH1uG3t4ETMAETMAETGDMBCKcb4yZ0KTfGuGf8UT/KfoATMAETMAE2hyBiGhzx+QDMoEfQyCi4dqNiBb/UZkm3C3SJLxFmqBXUr3YjdasQ/+t88S+af8aExoXuPLGoTj4tA9S2CsTMAETMAETMIEfQWAS7vL1vf/Bm1sOxKjPvgbTASDAhStV5p0Znc/eBp26z42SQxSrvKJWJQeJCES0LA6c2mQtEzABEzABEzCBcUOg9kXe4stK+rBCsfL1cYWifz/yMS476gV8/+0o6LcD6gd5rHRbehb0G/gLzDzn1OPmID2KCZDAEtssg9+csjbqeY3V61qj6LIFeHvwa3jkgDt/9Mvs2ihfs/J45WrQ7HptAiZgAuOXgEc3gQlM4LXXXsOmm26KAw88EMrjWtr9RhtthPvuuw9bbbVVS82OmYAJmIAJmIAJmIAJmIAJmIAJ/FQC7m8CJmACJmACJmACJmACJmACJmACJtD+CfgMTcAETMAETMAETMAETMAExgmBgQMHNhtHE5j269evWdwBEzABE5jgBLxDEzABEzABE5hECUwxxRRYaaWVsMcee+Diiy/GkCFDMHz4cDz++OO44IILsMsuu2C55ZaDvvnyY09x8ODBqWt5N7fWyi/S++hFepdJGjlyJE49/h08fP+XSP3SSFrpLeF69DugCzbecl4FLBMwARPoEAQWO2wd9NjvtzzXfB+kg+TV1+PT21/Ay3v/LX03QfdQqdxXZdN9lP2KTduyXmvlW22fwIsvvojddtsNvXv3xj/+8Y9WD3jaaafFcccdhyeffBI77rhjq/3cMBYEvGmHJhCRv3fYoSH45E3ABEzABMYZgYgYZ2N5IBMwARMwARMwgXFMwMOZgAm0ewJ14+oMIyJNhBHR2I6r8T2OCZiACZiACZhA+yYQ0TiHiGiot+8z99nVEoho+LlHNPi1feyPHwIe1QRMwARMYOIQiGh43kU09ifOEXmvJjBuCEREs4EiotHvD8vku8XqJY2iMmFvsRv+pg77bKMp16j6BoH+VTcOxUGnftBsfw6YgAmYgAmYgAk0JzCpRr6659/475YDMPKzr/j4Vy7AM9HbRHqlaN6Z0OmsrdGp21wouUOxJbeQLTmHbETjvCQiOGBDiWhcb2ixZwImYAImYAIm8HMI6KXesl3xZaXy8q+sVF4Mlv33wx/j8mNewvDvRqfN9YSOSGt0X3ZW9B34C8w0x1SpzSsTGJcEem69DH5z2joI/eE1Jwv60jv/fB2PHPDP9DJ77TUrX9J1XStwUZ0mlVo/BbwyARMwgfFAwEOawIQkcM0116BPnz647rrrWt3tSSedhOuvvx4LL7xwq33cYAImYAImYAImYAImYAImYAIm8NMIuLcJmIAJmIAJmIAJmIAJmIAJmIAJmED7J+AzNAETMAETMAETMAETMAETGHsCmnj0vvvuazbQPvvsg6WXXrpZ3AETMAETmNAEvD8TMAETMAETaE8E9L2XFVZYAbvuuisuvPBCPPnkkxg+fHiyF110EXbbbTesuOKK6Ny5c4unPXjw4PRdGTWW93Fla6V3eYv0Prp82VOP/x8eefArQO8FS+ASQPDP3gd2xcZbzAsvJmACJtDRCCx66Nrovv9vedpBgXdEivdIUJ/d8QJe7ncddA8t91LZotp7r3xwaWoZcmmjBL788ksce+yxWHXVVdMzeUyHqef2kCFDcPjhh2PaaacdU1e3jQUBb2oCIhARvAU3l9osEzABEzABE6glENH8eRGRY7X97JuACZiACZiACbQtAj4aEzCB9k+gbnyfYkRO/CNsI8wgwgwizCDCDCLMIMIMIswgooHB+M5JPP6kTSCi4VqJsB8xzhm0+D99I7yfCDOIMIMIM4gwg4jxw2DSfkL76E1gzAQiotohIvsR0Sjv0AS8TaUJeiW9yFFrN1ijDvtsU8/tUVFkB8DVNw3FQae8T8/FBEzABEzABExgDAQmyaav7n4Ob245EKOHfsMcILJ0JgHEArOi01lbo3O3udA0d1AeUVSbb0REHqPGgktEcI3UBi8mYAImYAImYALjjEB5gVcDFl9W0ou/xcqvfTH4uYc+wmVHv4Tvvx3Z8KEGDqL+3ZedFf0G/gIzzT4VIy4mMH4I9Nxqafzm9HXS9VePeu6EqpdXj3cGv46H9r0DI0eMRO21K1/SdVorbpzGkZXUJmuZgAmYwHgi4GFNYIIQ+O6777D//vtj8803x3//+98W97n88svjrrvuwsEHH9xiu4MmYAImYAImYAImYAImYAImYAI/m4A3NAETMAETMAETMAETMAETMAETMAETaP8EfIYmYAImYAImYAImYAImYAJjSUATnQ0cOLDZKIsssgj69u3bLO6ACZiACUwEAt6lCZiACZiACbR7Avrmy3LLLYedd94Z559/Ph577DEMHz4cTz31FP70pz9hzz33xC9+8QtMMcUUGDx4MIYNG1Z9J1fv49ZK7/AWlffSR44chVOP/x8eefArbgeqPktk64G9D+qCP2w+j2qWCZiACXRIAosdug66H/Bb3iBTSfdIrlTw2R0v4qW+12LUyJ/+3QTdnzsk0EngpPV8/fWvf42jjjoKH3/8catHvM466+Dee+/FBRdcgG7durXazw3jhIAHMYExEoiI9P3DCNsIM4gwgwgziDCDiI7NYIwPDjeagAmYgAmYgAm0VQI+LhMwgQ5AoK4DnKNP0QRMwARMwARMwARMwARMYIwE3GgCJmACJmACJmAC44dARFQHjsh+RDT6h2V6OaNIk/TKl5WaTuS7wRqTof/Wo/OUa/UcWqJRufrmL3DQKR/ItUzABEzABEzABFokMOkFv7zrOfx3y4EYNfSb9PxHfc1LlvPPgs5nbY3OXedC05xBeUSRcouiiMZ5SEQkKBGNbQp6ZQImYAImYAImMNYEal/YLb6spI8rFCu/fGRB9rmHPsZlx7yM4d+P4jEE9IcOLdBjudmw98CVMONsUypkmcB4JbD4lktjzTPWS9de2hHzxnQ9BvDe3f/FQ/vdgRHDR6D2GpYv6fqulbZXXVaq9VW3TMAETGDcEfBIJjD+CTzyyCP47W9/izPOOKPVne2xxx54+OGH8Zvf/KbVPm4wARMwARMwARMwARMwARMwARP4uQS8nQmYgAmYgAmYgAmYgAmYgAmYgAmYQPsn4DM0ARMwARMwARMwARMwARMYWwKnn346XnnllWbD7LPPPphzzjmbxR0wARMwgQlPwHs0ARMwARMwgY5LYOmll8Yf//hHnHPOOdC7SsOGDcNTTz2FKaecElr0Hm6t9O5ukd5Hlz9ixEiccvw7eOShr6GXgSNouIoIVbHPwV3xh83mgRcTMAET6OgEFj1kbfQ4aK10b4wIgGKhBT4f/BJe2usajOQ9VffWco+VL9Xei+WDS1PLkEsbIHD77bdj7bXXxs4774xnn3221SNaaqmlcNVVV+GWW27Baqut1mo/N4xLAh7LBEzABEzABEzABEzABEzABEzABEyg/RPwGZqACXQEAnUd4SR9jiZgAiZgAiZgAiZgAiZgAmMg4CYTMAETMAETMAETGI8EIqI6ekT2IwIRDSqT8sqWyXqLbTqh7wa/6YR9t6nn9hw2KJWK/cvNQ3HQyR8oYpmACZiACZiACTQlMInVv7zzWby19SCM/nIYwGc9C20gglpwVkx+9jbotMgcaJorlBxCVrlFUQS3ayJwiQiukcaFFxMwARMwARMwgXFGoLywqwGLLyuVl3xlpfICsOyzD36MS49+EcO/GwXUp61pkoMey82KfgNXwgyz5g83qNUygfFNYLEteuE3A9ar7EbXIpUL3r3rDTy87x0Y8f0I6PqVdE0X6XqvVWWQqlFbtUiQOsoAABAASURBVGLHBEzABMYVAY9jAuOZwFlnnYXevXvjgQceaHFPc845Jy677DKce+656Ny5c4t9HDQBEzABEzABEzABEzABEzABExhLAt7cBEzABEzABEzABEzABEzABEzABEyg/RPwGZqACZiACZiACZiACZiACYwVgRdeeAEDBw5sNsYqq6yCPffcs1ncARMwAROYKAS8UxMwARMwARMwgUSgvG+75JJLVuuKFZX3dmXLu7wjho/Eycf/D4889BW3yS/+1tOAK223z0FdsNGmc7PNxQRMwARMQAR6HLw2uh/4O94mebNM90pG6erDHp/98yW83PcajBw+ArX3WvmS7qu14pZ5HDqK07hMRALPPfccdtppJ6y99tq4/fbbWz2SWWaZBaeeeiqefPJJbLXVVq32c8N4IOAhTcAETMAETMAETMAETMAETMAETMAE2j8Bn6EJmECHIFDXIc7SJ2kCJmACJmACJmACJmACJtAqATeYgAmYgAmYgAmYwPgmEJEn1tV+IrIfEWmi3Yhsy+S8xWrS3qKmE/uuv8Zk2Gfb0UB9+lfDFVOfJgS8+ubPceBJ72tXlgmYgAmYgAmYQA2BScn98p/P4M2tBmHkF9/wsPm8z4XPfDoLzYrJz94anRaeHU1zhJI7yJacQjYi5xsRDZYDp1yk1sq3TMAETMAETMAExp5A7Qu6xZeVysu9slL5yILsMw9+jEuPfhEjh9fzOc3jCAqBiMCiy8+GfgNXwoyzTqmgZQITlMBim/fCmgPX5z4ji9dkgH9o37v3TTy83+0Y8f0I6DqWdG0X6bpvSRwoFbUlxysTMAETGEcEPIwJjC8C77zzDrbZZhvsvffe+Pbbb1vczXrrrYe77roL22+/fYvtDpqACZiACZiACZiACZiACZiACYwbAh7FBEzABEzABEzABEzABEzABEzABEyg/RPwGZqACZiACZiACZiACZiACYwdgQEDBuDrr79uNkj//v2bxRwwARMwgYlFwPs1ARMwARMwgY5OQO/YSuJQa+UXlfd1ZfUOrzR8+EicfPz/8PjDX+ttX24eoIOg0Wq/Q7pio83mgRcTMAETMIHGBHoc/DssevDa0L0y3zPBJVgNfP7Pl/By32sx4vvhP+q7Cdwwfw+MTrln03WZgAQ+/fRTHHHEEVhttdVwySWXjHHP/fr1w5AhQ3DAAQegc+fOY+zrxnFPwCOagAmYgAmYgAmYgAmYgAmYgAmYgAm0fwI+QxMwgY5BoK5jnKbP0gRMwARMwARMwARMwARMoBUCDpuACZiACZiACZjABCEQEdX9RGQ/ItI/+I3IVhP01kqT9xY1neB3/dU7Yf8dIo3JzWkD6U8Af71lKA446X3GXEzABEzABEzABCoEJhnz5eBn8N+tz8Sor4alZzu4rhTULTI7Jj9ra3RaaHY0zQ1KziBbm09EBCIaC1wigmukNngxARMwARMwARMYZwT0Ym4ZrPiykj6sUKx8fWCh2Kcf+AiXHvUiRgwfnV7yra/nKBLqsejys2LvgSthhlmmZNDFBCYOgUU3Wwq/GbAer0hemLxAdS1LvGDx3j1v4pF978CI70agXNOyRepXK52B6rJSra+6ZQImYAJjQcCbmsB4IXDDDTegT58+uOqqq1od/9hjj8XNN9+MxRdfvNU+bjABEzABEzABEzABEzABEzABExgnBDyICZiACZiACZiACZiACZiACZiACZhA+yfgMzQBEzABEzABEzABEzABExgLAnfeeWeLk55tttlm2GijjcZiZG9qAiZgAuOUgAczARMwARMwgQ5NoPbd2uLL1qq8pyur99Kl4cNH4qTj3sGjj3yNehJUf8hjpZ7a7+Au2HCTudniYgImYAIm0BKB7gf9Dj0OXlufSUi3T610L+UtFJ/f+RJe7nsNRn4/ArrnSroHF6V+vNkWq/Hly0q1vurW+CNw/vnnY9VVV8Xxxx+Pzz//vNUd6XdhjzzyCM4880wssMACrfZzw3gl4MFNwARMwARMwARMwARMwARMwARMwATaPwGfoQmYQAchUNdBztOnaQImYAImYAImYAImYAIm0CIBB03ABEzABEzABExgwhGIyBPtao8R2Y+INPFuRLa1E/bK1yS+RU0n+l1n1Trstz1H078YrpiKi2v+MRT7n/geoy4mYAImYAImYALApMHgy8HP4L9bD8Kor4alA67XC5ZJrC4yOzqfuRU6LTgbmuYEJVeQVf5QFJHzi4gGy5FS7lFr5VsmYAImYAImYAJjT6D2Zdziy0p6obdY+eVFX9lnHvgYlx79EkaNrM/PaT27dTgBLLbCbNh7wEqYfuYpFLFMYKISWGzzXlhz4O8BXpu8TBFRcQC8f/+beHT/OzB82PfQdS3pWi/S9V8rbgLVZaVaX3XLBEzABH4eAW9lAuOWgJ5Phx12WPrY7UsvvdTi4L169cLtt9+OI444osV2B03ABEzABEzABEzABEzABEzABMY1AY9nAiZgAiZgAiZgAiZgAiZgAiZgAibQ/gn4DE3ABEzABEzABEzABEzABMaGwMCBA5ttHhHYe++9m8UdMAETMIGJR8B7NgETMAETMIGOS0DvLJWzL75srcr7ubJ6Z1f6/vuROPn4d/HEo98iKgNEyKNYDji0KzbcZO5Ki40JmIAJmEBrBLofuBYWPXQd5Jtp0Ei5+sVdr+CVvtdgxHfD/d0EtL3l5ptvRp8+fbDHHnvg+eefR2vLCiusgOuuuw7XX389fvGLX7TWzfEJQsA7MQETMAETMAETMAETMAETMAETMAETaP8EfIYmYAIdhUBdRzlRn6cJmIAJmIAJmIAJmIAJmEALBBwyARMwARMwARMwgQlMICKqe4zIfkQgokFl0t5iNZlvUdMJf9ddbTLsv0MekkOAo2QFcN2tX2D/E97LjV6bgAmYgAmYQEcmMAmc+5eDn8EbWw3C6G++57OcB8xneSSP665zYPIzt0TnBWdD01yg5AiyJXeQjQgUG8ExKHCJCK6BiGzhxQRMwARMwARMYJwQ0AcVykDFl5X0YYVi5esDC8U+ff/H+NNRL2LUyHrUcwD1Q332F1thNuw9YCVMP/MUbHExgbZBYNHNlsKag37f6HpNR8YL+L17/4tH9rsDI74bAV3nkq71Il3ftdJ2qstKtb7qlgmYgAn8ZALewATGIYEhQ4bgt7/9LU488cRWR915551x//33Y6211mq1jxtMwARMwARMwARMwARMwARMwATGMQEPZwImYAImYAImYAImYAImYAImYAIm0P4J+AxNwARMwARMwARMwARMwAR+NoHLL78ct99+e7Pt+/fv78nOmlFxwARMYKIS8M5NwARMwARMoIMSqH2XtviytSrv5crqXV3pu+9G4OQT3sXjj34NvYleX+EnH4wccGhXbLDxXJWojQmYgAmYwA8R6HbAWuhx6LrspjtpvqtqrdrQu1/Gq/2uxYhh3/u7CSTUFore+d1uu+3w+9//HnfeeWerhzT33HPjzDPPxOOPP46NN9641X5umIAEvCsTMAETMAETMAETMAETMAETMAETMIH2T8BnaAIm0GEI1HWYM/WJmoAJmIAJmIAJmIAJmIAJNCPggAmYgAmYgAmYgAlMDAIRDRPuRmQ/ItJEvBHZasJeqUzmK1tUO/Gv/LVXnQz77VCP6gscyD4DuO7Wodjv+Hcnxml6nyZgAiZgAibQZgi09QP54van8fqWAzH6m+/4+OZzXAdcr9crueo6OyYftCU6LzAb9NxXPlCs/CLlDUURAfkROa+IaLDgEhFcu5iACZiACZiACYwrAvrv8TJW8WUlfVihWPn6wEKxQ+77EJcc/RJGj8pb6wkdEen3Az1Xmh39B6yI6WeeIjd6bQJtiECPTZfCmmdukK5VrlgCXAEIfHDfW3hk39sxYthwv8wOLyZgAhOagPdnAuOKwIUXXojevXu3+hGQWWedFRdddFHS9NNPP65263FMwARMwARMwARMwARMwARMwAR+BAF3MQETMAETMAETMAETMAETMAETMAETaP8EfIYmYAImYAImYAImYAImYAI/j8CIESMwaNCgZhvPM8886NevX7O4AyZgAiYwMQl43yZgAiZgAibQEQnonfNy3sWXrZXeQy/Se+nSd9+NxCknvo8nHvuGmwciqOQB8g48rBs2+MNc8GICJmACJvDTCHTb/7dY9PD1EBFpQ60DQT8w9O6X8dre12Gkv5tAHhOvfPDBBzjkkEOw+uqr44orrhjjgRxwwAEYMmSIfw82RkoTvtF7NAETMAETMAETMAETMAETMAETMAETaP8EfIYmYAIdh0BdxzlVn6kJmIAJmIAJmIAJmIAJmEATAq6agAmYgAmYgAmYwEQjEKF/3Jt3H5H9iEBEg8rEvbJSmeBXtunEv+us2gkH7Ahuj7REBFKF5vrbv8B+x70LLyZgAiZgAibQQQm06dP+4van8MZWg1A/bDj07I4IBPIS3efElGdtjckXmA3l2V+s8oEi5QlFEYGILI0SETJVRTSuVxvsmIAJmIAJmIAJ/CwC+qBC2bD4spI+rlCsfH1godh/3fMhLj36ZYwaNZqb1wO5QP0XX3E27D1gRUw30xRsczGBtkmgxyZLYs2zNuC1W5+uW654oPR5Mb9//5t4ZN/bMfzb4bzGRyXp2i/SdV4rbsjN+ZdADqU2GhcTMAET+KkE3N8ExprAxx9/jJ122gm77bYbPv/88xbHW2uttXDnnXdi5513brHdQRMwARMwARMwARMwARMwARMwgfFKwIObgAmYgAmYgAmYgAmYgAmYgAmYgAm0fwI+QxMwARMwARMwARMwARMwgZ9J4LTTTsOzzz7bbOv+/ftjwQUXbBZ3wARMwAQmIgHv2gRMwARMwAQ6HIHad2eLL1ur8h6urN5Ll77/biROPuFdPP7o16hPr+LW01IkqOpBh3fF7zeakzUXEzABEzCBn0Og636/RY/D14XuqUnpZkuP5fO7Xsarfa/ByGH+bsLPYTu225x99tlYbbXVcPLJJ+Orr75qdbgtttgCQ4YMwamnnoo55/QzsVVQE6fBezUBEzABEzABEzABEzABEzABEzABE2j/BHyGJmACHYhAXQc6V5+qCZiACZiACZiACZiACZhAIwKumIAJmIAJmIAJmMDEJRDRMAFvRPYjojppb0SgTOarCX7lyxaVCYCL/d2vO2H/HeqhJf3b4eSkedhw/e1fYN9j31XEMgETMAETMIEORqDtnu7Q257C61sOwuhhw/nA5nHyAZ5ezKRb12MuTHnmVug83yxo+uwvdVnlB0URDXkEh2iUU5S6rGUCJmACJmACJjBuCOi5XUYqvqykDysUK18fWCh2yL0f4bLjXsHo0do6uKJywZIrz4H+A1fEdDNOzriLCbRtAt03XhK9z9koHySvYSAqf4APHngLj+57G4Z/8z10/Uv6O1Ckvx+1AhfVaVKp9VPAKxMwARP4QQLuYAJjR+AhANncAAAQAElEQVS2225D7969cckll7Q60BFHHIHbb78dvXr1arWPG0zABEzABEzABEzABEzABEzABMYnAY9tAiZgAiZgAiZgAiZgAiZgAiZgAibQ/gn4DE3ABEzABEzABEzABEzABH4OgTfffBODBg1qtunyyy+Pvfbaq1ncARMwAROYuAS8dxMwARMwARPoWARq35ktvmytyvu3snonV/ruu5E46YT38MTj3yZgETJRfZf3kCO6Yv0N51TQMgETMAETGAsCXff9LRY9cn3eX4GIAECpUEPveQWv9r0GI7/1dxMwgZbrr78eq6++Ovr164eXX3651b2ussoquPnmm3H11VdjmWWWabWfGyYmAe/bBEzABEzABEzABEzABEzABEzABEyg/RPwGZqACXQkAnUd6WR9riZgAiZgAiZgAiZgAiZgAjUE7JqACZiACZiACZhAGyAQEdWjiMh+RCCiQZrUNyLS5L/yNdlvUadOnVK82N+t2hkH/lHbIi8BjgWA9obBX2CfY9+FFxMwARMwARPoUATa6MkOvXUI3thqEOq/Hwk9p7MCEYHJFpsbUwzaAp3nnSU95/XcL896+UV1dXUoiojkR+QxIrJFZYmIimdjAiZgAiZgAiYwLgjogwplnOLLSvqwQrHy9YGFYp+850NccszLGDWqvrK5rAT0/MXs6D9gRUw7w+SVNhsTaPsEuv1hCfQ+dyMgXcb1NFI+7g8eeAuP7ns7hn/tl9kzEa9NwATGKwEPbgJjQeDYY4/FOuusg2effbbFUXr27Jk+AqJ+LXZw0ARMwARMwARMwARMwARMwARMYMIQ8F5MwARMwARMwARMwARMwARMwARMwATaPwGfoQmYgAmYgAmYgAmYgAmYwM8icPrpp+Pjjz9utm3//v0x5ZRTNos7YAImYAITlYB3bgImYAImYAIdiIDeOS+nW3zZWuk99CK9ly4NGzYSJx3/Hh5/7Gtunl7ibfQu7yFHdMV6G8zJNhcTMAETMIFxQaDrPn3Q48j10/cS0g23cuuVP/Sel/Fq32sw4lt/N2FcsG5tjMceewxbbbUVNt54Y9x3332tdcNCCy2ECy64AA888ADWW2+9Vvu5oQ0Q8CGYgAmYgAmYgAmYgAmYgAmYgAmYgAm0fwI+QxMwgQ5FoK5Dna1P1gRMwARMwARMwARMwARMoErAjgmYgAmYgAmYgAm0FQIRDRPyRmQ/ItIEwBHZanLfiEiTAMsvE//KlgmBi/3tKpPhwJ0CqK+nWGTo64WPG+4Yiv5H/w9eTMAETMAETKCjEGiL5zn0ln/h9S0HYfR3I3h4elDn53V6di86JyYfuDk6zztLeu7XPuvlFykfKIoIyI+Iav6AmiUiamp2TcAETMAETMAExpaA/vu6jFF8WUkfVyhWvj6wUOyTd3+IS495JT3y09OZq0BwqMCSK8+OfQasgGmm78y6iwlMWgS6bbQEep+3EQ86eEXXiHnohw+9jUf3vQ3ff/Ud9PdB0t+JIv19qRUH4d8R5shyKLXRuJiACZjADxJwBxP4OQT+85//pI97HHXUUa1uvsMOO+Duu+9O/Vrt5AYTMAETMAETMAETMAETMAETMIEJQsA7MQETMAETMAETMAETMAETMAETMAETaP8EfIYmYAImYAImYAImYAImYAI/ncBDDz2Ec889t9mGv//977Hllls2iztgAiZgAhObgPdvAiZgAiZgAh2FQO07ssWXrVV531ZW7+BKw4aNxEknvIcnn/gGEUFcQZtMWh12VDest8Gc8GICJmACJjBuCXTZpw8WPWoDDhoAC7TwPhwR+OLeV/B632sw8tvv/d0EcRmHeuedd3DAAQdgjTXWwNVXX93qyJ07d8bhhx+OIUOGYNddd221nxvaDgEfiQmYgAmYgAmYgAmYgAmYgAmYgAmYQPsn4DM0ARPoWATqOtbp+mxNwARMwARMwARMwARMwAQqBGxMwARMwARMwARMoE0RiCj/yheIiBZVJvbVxL/yZYs6deqUJgkuts+vJsOBOwcHY0km8pgAbvrnF9jnmHfpuZiACZiACZhAuyfQ5k5w6D/+hde3OhMYMSo9m4HIhaau5zyYatCWmHyeWarP9fJsL898WeUBRREB+REcAEBEVAUuEcG1iwmYgAmYgAmYwLgioA8qlLHk10ofVlBdVtIHFop94q4P8adjXsHo+nqoT70G4Yo1LLny7Og/YEVMM/3kilomMEkS6LrhEuh93h+ga7oqXu+84PHhQ2/j0X1vw/dffueX2SfJn64P2gQmCQI+SBP4yQQuv/xy9O7dG7fcckuL284wwwzpY7iXXnopZp999hb7OGgCJmACJmACJmACJmACJmACJjBBCXhnJmACJmACJmACJmACJmACJmACJmAC7Z+Az9AETMAETMAETMAETMAETOBnEBgwYECLW+29994txh00ARMwgYlMwLs3ARMwARMwgQ5BQO+TlxMtvmyt9B56kd5Ll779diROPP5dPPn4N6jnAOqvd3X1yq4Chx7ZBeuuPwdbXEzABEzABMYHgS79e6PH0b+H7rm699ZzlcSdDb33Fby6518w4ht/N4E4xrrouaffa6222mo4/fTTMWzYsFbH3H777fH000/juOOOw0wzzdRqPze0KQI+GBMwARMwARMwARMwARMwARMwARMwgfZPwGdoAibQwQjUdbDz9emagAmYgAmYgAmYgAmYgAkkAl6ZgAmYgAmYgAmYQNsjENF8gt6IqE7iGxHVCX7L5L+yRWWC4GL7/KoTDtop9O4GtNTXp39LLBc3Dh6K/kf/L/lemYAJmIAJmED7JdC2zuzzm5/E61ufhfoRo/R+D8WHM9cq0XMeTDlwC3See2bo2V6e5/JrVVdXl/IB2YhIfkRAS0SkvEG+FBEylgmYgAmYgAmYwDgioJdyy1BNfX1cQTFZSS+aFj1x90e45LhX+JwGQn/4jA7kpdcv58Q+A1fANNN1zgGvTWASJtB1w57oc/7GvMrzSUTwSk8CPn7kHTy67234/othKH839HelSH9/aqURVJeVan3VLRMwARNoTMA1E/jxBL788kvsueee2GGHHfDBBx+0uOGaa66JO++8E3vssUeL7Q6agAmYgAmYgAmYgAmYgAmYgAlMDALepwmYgAmYgAmYgAmYgAmYgAmYgAmYQPsn4DM0ARMwARMwARMwARMwARP4qQSuueYa3HDDDc0222233bD66qs3iztgAiZgAhOfgI/ABEzABEzABNo/gdp3YosvW6vyfq1see/2m29G4KQT3sO/nhwGvawbACK4lgAcdlRXrPf7Oem5mIAJmIAJjE8CXfbujUWP3ZD3YCD0h/fhABeuvrj/Nby2118x4mt/N4FEfnb561//itVWWw377bcf3njjjVbH0fu+gwcPxmWXXYbFF1+81X5uaIsEfEwmYAImYAImYAImYAImYAImYAImYALtn4DP0ARMoKMRqOtoJ+zzNQETMAETMAETMAETMAETAGAIJmACJmACJmACJtBGCURE9cgish8RiGhQmfBXkwHLly0qkwUX2/tXnXDwLgGoSMgLXdz8zy/Q/6j/5YDXJmACJmACJtAeCbShc/r8pifx+tZno37kqHRUehaHHtBU3ZLzYupBW6DzXDNBz/TyHJdfKz33iyIC8iMCWiICESE3KaLBTwGvTMAETMAETMAExoqAPqhQBii+rKQPKxQrXx9ZkJUev+tDXHLsy0A9t5boqK/cpX45O/YZsAKmnrYzG11MoH0Q6LJBT6x5/sbpZHStp4tfFzz18SNv49F9b8N3Q/0yewLklQmYwLgj4JFM4EcSuPvuu9G7d2+cd955rW5xyCGH4M4778Tyyy/fah83mIAJmIAJmIAJmIAJmIAJmIAJTAQC3qUJmIAJmIAJmIAJmIAJmIAJmIAJmED7J+AzNAETMAETMAETMAETMAET+MkEBg4c2GybmWeeGf369WsWd8AETMAE2gQBH4QJmIAJmIAJtHMC+d3afJLFl62V3kEv0nvp0tdfj8BJJ7yPJ5/8hhvXU+kNXWg7eUcc3RXrrj9HintlAiZgAiYw/gks0m9NLHrcRtxRfboXpztzZfXl/a/i1T3/iuFf+bsJBPSTyoMPPojNNtsMW2yxBR566KFWt+3RowcuvfTS9L5vnz59Wu3nhjZMwIdmAiZgAiZgAiZgAiZgAiZgAiZgAibQ/gn4DE3ABDocgboOd8Y+YRMwARMwARMwARMwARMwARiBCZiACZiACZiACbRlAhENE/ZGZD8i0qS+EdmWCX81KbB82aIyaXCxa/6yEw7eJRr+8TBPvl4TDlI3/XMo9j7yHUZcTMAETMAETKD9EWgrZ/TZjU/gta3PQv3IkdXnsd7l0UuWdUvOg6kHbYFOc8wIPcvL81t+rfS8L4oIyI8IaImIlCfIlyJCxjIBEzABEzABExhHBPTMLkMVX1bSxxWKla8PLBQ9fueHuPS4V7kpn80sSApEBJb+1RzYd8AKmGraTmx3MYH2RaDrBj3R+4KN07UORCoycj557H94fL/b8N3Qb1H+rujvTpH+PtUKXFSnSaXWTwGvTMAETACAIZjAjyFwyimnoHfv3njiiSda7N69e3dcf/31OPHEE1tsd9AETMAETMAETMAETMAETMAETGDiEvDeTcAETMAETMAETMAETMAETMAETMAE2j8Bn6EJmIAJmIAJmIAJmIAJmMBPIzBw4EA8/vjjzTbq378/Fl100WZxB0zABEygLRDwMZiACZiACZhAeyZQ+w5s8WVrVd6nlS3v2X7zzUicdOL7+NeQb4knKkJ6NTcicOTR3bDOenPAiwmYgAmYwIQlsPBev8FiJ/wBEYHQrrmK5AW+evA1vNH3Goz4api/myA2P6DXX38d+p3VGmusgWuvvbbV3tNOOy2OPfZYDBkyBDvssEOr/dzQ9gn4CE3ABEzABEzABEzABEzABEzABEzABNo/AZ+hCZhAxyNQ1/FO2WdsAiZgAiZgAiZgAiZgAh2egAGYgAmYgAmYgAmYQJsnEBHVY4zIfkQgokGa+FfS5MDFypc0eXCR6r9ZuRMO3rUO0TAq/QCHwy13fYF+R7xTbbFjAiZgAiZgAu2EQJs4jc9vfBKvb30WMHo0j4fPXkh0Wep6zYepBm6BTrPPAD2v9eyWbSo954siAvIjAloiAhEhNymiwU8Br0zABEzABEzABMaKgD6oUAaQXyt9WEF1Wal8ZEH+o//8AJcc/yrUDtTnIlNfj16/mh37DFgBU03buQxtawLtjkCX3/fEmhduzGtfF34x9envxEePvoPH970Nwz7/psWX2fV3SH93igRHvqxU66tumYAJdHgCBmACYyTw6quvYuONN8bBBx+cnkMtdd56661x5513YqONNmqp2TETMAETMAETMAETMAETMAETMIGJT8BHYAImYAImYAImYAImYAImYAImYAIm0P4J+AxNwARMwARMwARMwARM9bA79AAAEABJREFUwAR+AoEPP/wQAwcObLZFz5490bdv32ZxB0zABEygjRDwYZiACZiACZhAuyVQ++5r8WVrpfdni8p76V9/PQLHH/8u/vWvb6FX0rWqp1OfX8/FkUd3xdrrzg4vJmACJmACE4fAQnv+Boue8Afembn/dG9Od2ndrvHFA6/itT3/guFfftvidxNqnwHyOUKj91xLTPH2qu+++w6nnnoq1lhjDZx55pkYOXJkq6e6yy674Omnn8YRRxyBqaeeutV+bpgkCPggTcAETMAETMAETMAETMAETMAETMAE2j8Bn6EJmEAHJFDXAc/Zp2wCJmACJmACJmACJmACHZyAT98ETMAETMAETMAEJg0CEVE90IjsR0Sa5DeisdVEwZoMWLZWmkhYUuw3K3fCIbtNVhmznpbKBbfcNRT9Dn+bMRcTMAETMAETaC8EJv55fHbDE3h1qzNRP7rywEV+eYc1TLb0/Jh64OboPPsM0HO6PK/l10rP96KIgPyIxnkAKktEVDwbEzABEzABEzCBcUGg9mVZ+ZLGldXHFYqVXz6yIP/RwR/gshNeg57MEWkNVeQu++s5se+AFTDVNJ3gxQTaO4Eu6/dE74s3RdQFIoDQHzoB4OPH/ocn9r0dwz77ptnL7OXvlmwRN4F8WanWV90yARPoyAR87ibQOoG//OUv6N27N66//voWO+kDIPpgyJVXXon55puvxT4OmoAJmIAJmIAJmIAJmIAJmIAJtAUCPgYTMAETMAETMAETMAETMAETMAETMIH2T8BnaAImYAImYAImYAImYAIm8FMInH766XjnnXeabdK/f3/MOOOMzeIOmIAJmEDbIOCjMAETMAETMIH2SaD2ndfiy9ZK76AXlffSv/pqBE444X08/dR30Lu3mU7QpwI4+thuWHvd2XPYaxMwARMwgYlGYKE91sDiJ21c2X+k+zRXKvjqodfx+l5/xfAvvm323QTd92ufBfI1SLFNfdXbk6666iqsvvrqOOigg/D2261/53TttdfGfffdhwsvvBBdunRpTwg68Ln41E3ABEzABEzABEzABEzABEzABEzABNo/AZ+hCZhARyRQ1xFP2udsAiZgAiZgAiZgAiZgAh2agE/eBEzABEzABEzABCYhAhFRPdqI7EcEIhpUJgLWZMHyZWulCYWLVv/FZDhkN/1aNDgulUsa79Z7vkTfw1v/x7HcwMUETMAETMAEJh0CE/lIP/v7E3ht67PARy342AbkcBUR6LTMAphqwGboPNsM0DNbz2nZptJzvSgiID8iDQQtES37arNMwARMwARMwATGjkBrL8wqXl6ylZXKRxbkP3LHB7j0xNfSzuu5rkdeyyzz6zmx74AVMOXUndjiYgIdg8Ai6y2O3hdtAqTclX8j6ink5ePH38ET+96G7z77ptnL7LV/1+RL2qrYpr7qlgmYQAcl4NM2gRYIfP/999h3332x5ZZb4q233mqhB7DqqqvizjvvRL9+/Vpsd9AETMAETMAETMAETMAETMAETKANEfChmIAJmIAJmIAJmIAJmIAJmIAJmIAJtH8CPkMTMAETMAETMAETMAETMIEfTeCpp57CoEGDmvXv06cP/vjHPzaLO2ACJmACbYaAD8QETMAETMAE2iGBlt57VaxWege9qLyX/uWXw3HCCe/jqSHfIvWtssnvph99bDf8bu3ZqlE7JmACJmACE5fAgruvgcVO3oQHke/TdPQZkXQP/+rB1/D6nldj+NDm303Q/T/d5/WdhYrStvRlJbXLthfdc8892GijjbDNNtvgsccea/W0llxySfzf//0fbr311vTOb6sd3TDpEfARm4AJmIAJmIAJmIAJmIAJmIAJmIAJtH8CPkMTMIEOSaCuQ561T9oETMAETMAETMAETMAEOjABn7oJmIAJmIAJmIAJTGoEIppP7hsRiGhQmRBYEwfLl21JmmB49V90wiG7Ber5J5V6pH88zBVuu/sL7HXY23InNUw+XhMwARMwARNoRGBiVj69/nG8us1ZfJ7yaVsv8Wj4vOUTF3XLzI+pBmyGzrNODz2r9WyWbaryPJeNCBQb0fD8R2WJiIpnYwImYAImYAImMC4I1L4cW3xZqbxcKyuVjyzIf/iOD3DZSa+n/17XcegJHQi6gWVXnRP7DlgeU0w1GesuJtCxCCy87uLoc/GmiMkmQ0QgdPqV1SdPvIvH97kNwz5t/jJ77d85+ZI2Lbapr7plAibQ8Qj4jE2gKYGHHnoIa665JgYOHNi0qVrff//9oQ+IrLzyytWYHRMwARMwARMwARMwARMwARMwgbZLwEdmAiZgAiZgAiZgAiZgAiZgAiZgAibQ/gn4DE3ABEzABEzABEzABEzABH48gTPOOAMjR45stsHee+/dLOaACZiACbQlAj4WEzABEzABE2hvBFp631WxWukd9KLyXvqXX47ACSd+gKefHgbovVsJXCrv3h5zXDf8bu3ZGHAxARMwARNoSwQW3G11LHbKpjykdMOG1hGBiMDXj7yBN/r+Fd9//jXK/b7c/2Vrnw3yOUj6PpmsVGLyJ1W99NJL2GuvvfCb3/wGN9zw/+zdB4AV5fX38d9ZmoCKYKUIIooFu2IXFUuMGkWNJRqjefUflY4V1ERNsSFCLLFg7xpFEVssaKxBIwErvfcmvcN9nzN3n93Zu7s22u7d72XOnDPPnZk785Gdxx1m7rxY7m40aNBAt9xyiwYPHqyzzz673Pl4AwEEEEAAAQQQQAABBBBAAAEEKroA24cAAgggUNUECqraDrO/CCCAAAIIIIAAApJAQAABBBBAAAEEEECgkgmYWdEWm2VrM0su+DXL5vhgYH+AsNeeY6QfLuz1kQfV0NWXhNOjprAOj8JC0hvvzlOna8Zr9eowwYAAAghUZgG2HYENIDD7hf9o1O/uVOhZZRbGHr4doay233aqc/uZqrH5JvI+2vtkz7kR+3EzS9bh02bZOllVqD17mJknAgEEEEAAAQTWkkD6pliv0xFvqvXsEW+69fzh61P1yE2jw1ZkkptsM0mlpN738K116e2tVWujaqGVAYGqKdD8hF11zP2ny6qZ/OcjGWXCz0soZn06SYO6vaols0rfzO4/g/7z5jmGC3rt2SNd+zRRBQXYZQQQQKBQoE+fPjrmmGP04YcfFraUTNtvv72effZZ9ezZU36+peS7TCGAAAIIIIAAAggggECFFmDjEEAAAQQQQAABBBBAAAEEEEAg/wXYQwQQQAABBBBAAAEEEEAAgR8UePnll/XUU0+Vmu/888/X8ccfX6qdBgQqnAAbhAACCCCAAAII5IlA+t7WWHtOh98fG8PvR/eYN2+F/nbjVP1v8BJlMtl70ZNl3CVM/+WvO+q4X27pUwQCCCCAQAUU2O6iI7XrLaeHA3gyhGN5pjCkBR+O1thOz2j5d4vkx3yP2A94zoQDfzp893zas0e69unKEgsWLNCNN96oo446SnfffXd2s8sZd+rUSUOGDNGVV14p/961cmajGQEEEEAAAQQQQAABBBBAAAEEKoMA24gAAgggUOUECqrcHrPDCCCAAAIIIIAAAoIAAQQQQAABBBBAAIHKKGBmRZttlq3NLHkwsFk2+wNrPPyC1pi99vCHDHvE+ogDa+jq9tlTpMkFv5lMdv0hvfHuPHW6ZrxWrQ4T2VbGCCCAQKUTYIMRWN8Cs//5H4363V3JnTneg6b712r7bac6t5+pGg02SW48iX2y98vpKCgoSN43K+7bzbK174+ZeUrCrLhOGhghgAACCCCAwBoJJH134Rq89vBJv5HWw6c9e/iNtjE+fH2aHrlljJR0zRaSh5JX6yMb6rJerVVro2rJNCMEqrJA8xN21TH3n6lqNQp/HsL/zyY/LSbN+e9kDer2qpbMXFh0M7v/jPnPW/zZ8xzDHb327JGufZqoWgLsLQIIIDBhwgSdc8456tatm5YuXVomyJlnnqm33npLZ5xxRpnv04gAAggggAACCCCAAAIVW4CtQwABBBBAAAEEEEAAAQQQQACB/BdgDxFAAAEEEEAAAQQQQAABBH5YoHfv3qVmql27tjp37lyqnQYEKqIA24QAAggggAACCOSDQPqe1lh7ToffHxvD75f1mDt3uf5241T9739LJQtDEiazEJL++reW+sVxW4aKAQEEEECgIgs0u+hI7drzTFnYSLMwDhEGecOCj8ZoTKentWxO8fcmxP7Ac7qv8FrhFXMola59uqLHI488oiOPPFLXXHONpkyZUrS5ucUpp5yiTz75RHfccYe23Xbb3LeZRgABBBBAAAEEEEAAAQQQQACBSijAJiOAAAIIVD2B7NOtqt5+s8cIIIAAAggggEBVFmDfEUAAAQQQQAABBBCotAJmVrTtZiaz8qNatWqKDxH2OkZ84LDnww+ooas7VFO1griesHoLIdOb/56vTldP0KpV/ghjbyMQQACBSiXAxiKwXgVm//MTjTr/7vCZoSPNDjKzJKrtv53q9j5TNepvLO+PvQ/2nBsFBQXJ+2bZ5XzaLFuHFSfr8uxhZp4IBBBAAAEEEFhLAumbYL328FWnb6D12r9cIR0fvj5dj94yRvJfnT1CkQnhy7Y+chtd1qu1am5UzScJBBAIAtsdv4uOvv8MVavhPxf+QxMiO2j2fydrULdXtGj6/HA+apXiz5xn/5mM2WuPsLoSN7DHNm8nqpQAO4sAAlVcoF+/fjrmmGP01FNPlSlRo0YN3XbbbXrmmWe0/fbblzkPjQgggAACCCCAAAIIIFDhBdhABBBAAAEEEEAAAQQQQAABBBDIfwH2EAEEEEAAAQQQQAABBBBA4AcE7rnnHr333nul5urWrZv23nvvUu00IFABBdgkBBBAAAEEEECg0guk72WNted0+P2wMeJ96d/NXa4bb5qu/w1ZEgyyN9ZmQlIY+bJ/vbGljv3FFuE9BgQQQACByiDQ7A9HaJeeZ4bDeDiYJ8fysNWh9C8fWfDRaI3t+LSWzV6QfG+C9wWxX/Dsx/10hCWz6/EihL8XUoUe/vWvf+mkk07S73//e33++ee521o03bp1az3//PPye4EPPPDAonYKBBBAAAEEEEAAAQQQQAABBBCo9ALsAAIIIIBAFRQoqIL7zC4jgAACCCCAAAJVXIDdRwABBBBAAAEEEECgcguYlX7gr5klDwU2y+b4wOBq1arJa8/piA8e9txm/+rq0b6aZBll/MJhD3md0ZvvzVPnayZo5cqkUbwQQACByiPAliKw/gRmPfuxRp7/D+89w4eGPtOHJDKqdkBzbXz7Waper668L/a+13NuxP7arGRfbmZhnUr6eRW+zLJthZMkBBBAAAEEEFhDgfTNr157+CrTN856HcNvrvX46I0ZevTWMQodtQ8hK7ws1KbWR26jy3q1Vo1aBaGNAQEE0gLb/XIXHd33TFWrUT00m5QdZGaaM3iqPrv0NS2aNj+5md1/7vznzbP/bMbstYfCK+ZQhnNb4WU+Nu0AABAASURBVH/EvSCqkAC7igACVVmgR48eOu200zRixIgyGQ4++GC9/fbbuuyyy8p8n0YEEEAAAQQQQAABBBCoLAJsJwIIIIAAAggggAACCCCAAAII5L8Ae4gAAggggAACCCCAAAIIIPB9AvPnz1efPn1KzdKiRQt16tSpVDsNCFRMAbYKAQQQQAABBBCo3AJl3c/qbenw+2Bj+P2xHnPnLteNN07X/4YskYU/8rAwDiEz/e3Gljr22C3ECwEEEECgcgk0+78j1KrXb8Kh3EKEbbcQMpmZFn4yRuM6P6vlsxck35uwatUqxf7Bc7rv8NqXjDm39umKEl9++aUuvvhiHXfccRowYEA5myU1bNgwOZf16aefJvcBlzsjbyCAAAIIIIAAAggggAACCCCAQCUVYLMRQAABBKqiAN+yXRX/q7PPCCCAAAIIIFC1Bdh7BBBAAAEEEEAAAQTyQMDMivbCLFubWXLBr1k2+4OEzSx52LDX1apVS+rc7A8iPmz/6rqmQ3VVK5BkCi8LKYRJb/57njpfM0ErVvAAtQDDgAAClUWA7URgPQnMevZjjfp/9xR+Wug4Qw+aDKGsfuD2qtvrTFWvV0fe33rk9sM+XVBQIM9mJjOTT5tla4WXmYVxdjArrrMtjBFAAAEEEEBgTQRyb4CN0+kbZr328BtqY3z42nQ9fMtoJfNnMiGHrUh+bc6o9ZFb67JerVWjpv+SHdoZEECglECz43bWUX3PUEHNalL42QlD+DkK4/DzNGfwFH126ataNHVecjN7/Pnz7D9zMXvt4SuPObf2aSLPBdg9BBCokgIfffSR2rZtq5tvvrnc/e/SpYveeusttWnTptx5eAMBBBBAAAEEEEAAAQQqiQCbiQACCCCAAAIIIIAAAggggAAC+S/AHiKAAAIIIIAAAggggAACCHyvwG233aYRI0aUmqdbt27aZpttSrXTgECFFGCjEEAAAQQQQACBSixQ1n2s3pYOv/81Rrwnfe7cFfrL36brf0OXJHvv88cbazMZ6W9/21HHHrtF8h4jBBBAAIHKJ9D0wsO1S6+z5Md0/94EP8Znj/XSgo9Ha0zHp7V89sLkexO8b4j9hGefLx2+9z7t2SNd+/SGjDlz5ujPf/6zjjrqKN13333fuymXX365hgwZIr/P93tn5E0EEEAAAQQQQAABBBBAAAEEEKi8Amw5AggggECVFOCbtqvkf3Z2GgEEEEAAAQSqsgD7jgACCCCAAAIIIIBAvgiYFT8A2Cxbm1ny4GCzbC4oKEim/aHCXnuO4Q8h9vBpz4e2rq6rO1ZXtQIXyij7x2vprX/PVedrxmv58tXZBsYIIIBABRdg8xBYHwIzn/lII//fPaHPjJ+WCUWIMBQc2Fwb336mqm9aW97Pen/7fWFmKgj9todZth9XeJlZGGcHs+I628IYAQQQQAABBNZEIH2zq9cevr70jbJee/iNtDE+eG26Huk5Rt4zm4VxiDDIGw44qqEu79VaNWomv1yLFwIIlC+w3XG76Oi+Z6raRtX9x0dmhT9PYZHvhkzVZ5e+qoVT5iU3s8efQ8/+sxqz1x5hEcWcW/s0kb8C7BkCCFQ9gVtvvVVt27bVu+++W+bOb7vttnriiSfUp08f1alTp8x5aEQAAQQQQAABBBBAAIHKJcDWIoAAAggggAACCCCAAAIIIIBA/guwhwgggAACCCCAAAIIIIAAAuULfPvtt+rdu3epGQ477DB16NChVDsNCFRUAbYLAQQQQAABBBCorAJl3b/qbenw+15jxHvSv/tuhf7yt2n64oulsrjzfi+tT4WGm25qqWOP3SK+Q0YAAQQQqKQCTS84XK36nCM/vPvIskUyXvSfsRrb4Sktn7Ug+d4E7yNif+E53Zd4rfCKOZQlvkPBpzdE9O3bN7mv97rrrtPMmTPL3YSzzjpLgwcPVs+ePbXVVluVOx9vIIAAAggggAACCCCAAAIIIIBA5RdgDxBAAAEEqqYA37ZdNf+7s9cIIIAAAgggUHUF2HMEEEAAAQQQQAABBPJKwMyK9scsW5uZzIojPkjYHzrsted0xIcSez5kv+rq0aGaalS37DrC2s0jrO+dD+ary7UTtGz56tDCgAACCFRoATYOgXUuMPPpjzTqwvuK+kuFDtN8FKL6IS20ye1nqfomtVW9enWl+93c2vtmM1PMZmEtIRReZhbG2cGsuM62MEYAAQQQQACBNRHIveE1TqdvkPXab55Nx/uvTtejPcckH50J42S5TEZh0AFHNdTlvfZT9RpcjhRoGBD4UQLNfrGzjup7pqptVCP8HIWfqvDDFMZSGH03ZKo+v+xVLZw8N7mZPf5MevafvZi99vAPjDm39mkiLwXYKQQQqEICQ4cO1UknnaSrrrpKy5cvL3PPTz31VL399ts655xzynyfRgQQQAABBBBAAAEEEKiUAmw0AggggAACCCCAAAIIIIAAAgjkvwB7iAACCCCAAAIIIIAAAggg8D0CvXr10sKFC0vN0bVr11JtNCBQgQXYNAQQQAABBBBAoFIKlHXfqrfF8Htd0xHvS58zZ7n+cuM0Df1iiTLJn7j7mVBkdPNNLXXMMZuHmgEBBBBAIB8Etv39YWrVx+9tLT7qJ0f8TEYLB43RmA5PatnM+cn3Jnhfke47vI79imf3iDm39un1Fa+++qqOP/54/eEPf5Df41ve5x566KEaMGCAnn76ae29997lzUY7AggggAACCCCAAAIIIIAAAgjkjwB7ggACCCBQRQX4xu0q+h+e3UYAAQQQQACBqirAfiOAAAIIIIAAAgggkH8CZsUPBDbL1mYms+KIDxXOfehwnI4PJ/Z8yH411L19NVWvJmUyIQJZchFwmHjn/Xnqcs14LVse3gjtDAgggEDFFGCrEFi3AjOe+lAjL7wvdJKZ0FeG8I8LXaNX1Q9poY17naHqG2+k6tWrK7evjdOeY/8cs5kl/bevzsw8JWFWXCcNjBBAAAEEEEBgjQSS33EL1+C1h0+mb4r1OobfPOvx71em69HbxoZZs32zj83COMRBxzTS5b32U7XqXIoUgBgQ+EkCzY7dWUf1PVM16tRU+B9iH0JWeJm+GzJNn1/2mhZOnpvczO4/l/7z6Nl/dmP22iMslPw/umeP2OY1kY8C7BMCCFQVgX/84x9q27Zt8gUg5e3zTTfdpBdeeEEtW7YsbxbaEUAAAQQQQAABBBBAoFIKsNEIIIAAAggggAACCCCAAAIIIJD/AuwhAggggAACCCCAAAIIIIBAeQJvvfWWHnzwwVJvn3nmmTr11FNLtdOAQMUVYMsQQAABBBBAAIHKJ5C+RzXWnmPEe1w9e/j9rx6zZy/XX26cri++XBp22mQWIlQ+eHXLzS119NGb+ySBAAIIIJBHAk3OP0yt7jg3Oe77blkYmSVjLf50nMZ1elrLZsxPvjfB+wvvOzy8X4nZa4+w6Ab73oT//e9/uvDCC3XiiSfq9ddf900pM7bbbjvdc889+uCDD5J5szMxRgABBBBAAAEEEEAAAQQQQACB/BdgDxFAAAEEqqpAQVXdcfYbAQQQQAABBBCokgLsNAIIIIAAAggggAACeSpg5hf3ZnfOLFubWXIBsFk2x4cLe/aoVq1a0UOJvY4PKfZ88H411L19NdWsoeRlZgorCyG9++F8dbl6nJYuy4gXAgggUCEF2CgE1qHAzKc+0qg/3J90iz4yM1nh59U4dEdt0usMVa+7kbw/9f7VI137tIf3xWammM1MZiZ/mWVzbu3TBAIIIIAAAgismUC80dXX4rWH1+mbYb328BtmY7w3YJoe6zU2zJqR/wkjH5IbZg88ahtd3mvf8Dt2cR8eZmRAAIGfIND0mJ3U9v4zVb12jfBzFRZMTjv5T1tGc4ZO1eeXvqoFE79LbmaPP5+e/Wc4Zq89wtJhHckKvCxRJw2M8keAPUEAgbwXGD16tM455xx16NBBc+bMKXN/DznkEA0cOFDdu3cv830aEUAAAQQQQAABBBBAoJILsPkIIIAAAggggAACCCCAAAIIIJD/AuwhAggggAACCCCAAAIIIIBAuQK9e/cu9Z6ZqUuXLqXaaUCgQguwcQgggAACCCCAQCUTiPer+mbH2nOMeG+rZ494T/rsOSv0lxun64svlyqT3OqaCTmEryjELbe01FFHbR4qBgQQQACBfBRoct6h2vXvv012zbsB7zek0A+EiUX/GatxHZ/Ushnzk+9N8L7D+xAPny9mrz18JTHn1j69tmP69On64x//GPqpo/Tggw+Wu3r/PrVrrrlGQ4YM0cUXX1xyPqYQQAABBBBAAAEEEEAAAQQQQCD/BdhDBBBAAIEqK1BQZfecHUcAAQQQQAABBKqgALuMAAIIIIAAAggggEA+C5gVP2jQLFubWfIwYbNsjg8Zjg8e9pwOv6DWpz0fvF8Nde9QXTVrKLmBJIyTQRnp3Q/nqcvVY7V06ep8JmXfEECgkgqw2QisK4EZT36okX+4L+kPk5ssw8hvkAldo6oftoM26XWGqtWpJe9HvT/1SNc+7RH745jNsv20b7eZeUrCrLhOGhghgAACCCCAwBoJeL8dV+C1h0+nb4L12sNvlI3x3oBpevz2cT5rCJP/CSMfdPAxjXRFr/1UUGDhPQYEEFgTgabH7KSjHjhLNerWUvIDFkaWhDT3i2kafNmrWjhpbnIze/w59ew/yzF77aHwijmUhee2vCLySYB9QQCB/BZ47LHH1LZtWz311FPl7ugVV1yhd955R0ceeWS58/AGAggggAACCCCAAAIIVG4Bth4BBBBAAAEEEEAAAQQQQAABBPJfgD1EAAEEEEAAAQQQQAABBBAoW+CRRx7R66+/XurNrl276qCDDirVTgMCFVmAbUMAAQQQQAABBCqTQFn3p3pbjHhPq2ePeE/6rNnL9ee/TdOXXy9Ldjf7tTEmsxChpeetLXVU2wahYkAAAQQQyGeBJucdqlZ3/U4WdtIsGSs7IS36bLzGdXhSy6bPS743wfsQ70s8vJ+J2WsPhVfMoVxn35twzz336KijjtJf//pXfffdd/5RZcZ5552noUOHJvPVq1ev1Dw0IIAAAggggAACCCCAAAIIIIBA/guwhwgggAACVVegoOruOnuOAAIIIIAAAghUOQF2GAEEEEAAAQQQQACBvBcws6J9NMvWZiaz4vCHDXvEBxB7Tkd8ULHng/atoe4dqqtmTV+tSWHIhunfHy9Ql6vHacmS1eKFAAIIVCABNgWBdSIw44kPNeqivmHdoTP0IYQK+9cabXbUpr3OULXaNeX9p/ernj289kj3vWYmnzazsIpsKLzMLIyzg1lxnW1hjAACCCCAAAJrIpB7Q2ucjje/evbwm2PTMfDlqXrs9nHKFH24Vx7SQcc01BW99lVBNfrtIh4KBNZQYNujWqpt3zNVo26tsKZM+NnL/rz5+Lsvpum/3V7RwonfJTezx59Zz/4zHbPXHmEFJW5gj23eTuSGjym5AAAQAElEQVSFADuBAAJ5KjB9+nRddNFF8i8BmTBhQpl7ufvuu+ull17Srbfeqlq1vM8oczYaEUAAAQQQQAABBBBAoPILsAcIIIAAAggggAACCCCAAAIIIJD/AuwhAggggAACCCCAAAIIIIBAGQIrVqxQnz59Sr3TuHFjderUqVQ7DQhUcAE2DwEEEEAAAQQQqDQC6XtRY+05RryX1bNHvC995qzl+suN0/XlV0vDvvpdsTFlkntdb7u1pdoe2SA0MiCAAAIIVAWBxuceol3v+l3h9yWEfiEMyX5nMlr02TiN7fCklk2bm3xvgvcl3qd4eH8Ts9cevlzMubVPr0n0799fxx57rNq3b6+vv/5a5b2OOuoovfnmm3rkkUe06667ljcb7QgggAACCCCAAAIIIIAAAgggkP8C7CECCCCAQBUWKKjC+86uI4AAAggggAACVUyA3UUAAQQQQAABBBBAoGoImBU/eNDMih4sbFa6rlatmsqK+MBizwfuU0M9OtRQzRoZyYcQymRvKnnv4/nqcvVYLV6yumrgspcIIFAJBNhEBNa+wPTHP9DIi/uG7i/pBIv6Q78pplqbHbVprzNUbaOa8n7T+9WYvfYoKChI+lvPZqaYzbJ9s8LLzMI4O5gV19kWxggggAACCCCwJgLeZ8flvfbw6dybXuNNsZ493n15mp7oMyH7e7UvkHTRPjIdcmwjXdFrP1mBT/ubBAIIrC2BbY9qqbZ9z1LNTTaShT++XgsjM9O8r6br826vaMGE75Kb2f3n2H9ePfvPdsxee4TFCv8/3qvwv/LhnFa2Ylz5BdgDBBDIR4F+/frJvwTk/vvvL3f3LrroIr3zzjs6+eSTy52HNxBAAAEEEEAAAQQQQCBfBNgPBBBAAAEEEEAAAQQQQAABBBDIfwH2EAEEEEAAAQQQQAABBBBAoCyBnj17aujQoaXe6tq1q5o3b16qnQYEKrYAW4cAAggggAACCFQOgXhfqm9trD3HiPewevZ7W2PMnLlMf7lxur76epnMkjtipcLkxe237aQjj2wgXggggAACVUug8bmHaLe7zw87bUq6h1B5YWZa8vl4je/4lJZOnZt8b0LsU7yP8X4nZq89fNGYc2uf/qnx6aef6rzzzlO7du301ltvlbv4TjvtpIceekhvv/22jjnmmHLny77BGAEEEEAAAQQQQAABBBBAAAEE8l+APUQAAQQQqMoCBVV559l3BBBAAAEEEECgSgmwswgggAACCCCAAAIIVCEBMyuxt2Yms5IRHz7s2R9OnBvx4cWeD9inhnp0rKmNaimsR+FVuK5Qvf/JAnXpMVaLFq8OUwwIIIDABhbg4xFYywLTH3tfoy55IFmrmYUcwocQNY/cSfV6na5qtWrI+0vvS2P22iP2s57NTDGbWehTTf4yy+bc2qcJBBBAAAEEEFgzgdwbWON0+mZXr/1m2Ji9Hth/mh7rPV4+fxK+GZns6OBjG+qKXvuGvtynCQQQWBcCTdruqCP7nqUam9aS/+glkQnjEHO/mq7Puw3QgvFzkpvZ48+uZ/95jdlrD9++mHNrnyYqqQCbjQACeSWwePFiXXbZZTrttNP09ddfl7lvzZo102OPPaZ7771XW265ZZnz0IgAAggggAACCCCAAAJ5JsDuIIAAAggggAACCCCAAAIIIIBA/guwhwgggAACCCCAAAIIIIAAAqUExo0bpz59+pRqb926tTp27FiqnQYEKrwAG4gAAggggAACCFQCgbLuQ/W2GPHeVc9+L3rMM2cu1w03ztCXXy9TJrkNNhnJb4716dtva6kjDq9fCQTYRAQQQACBdSHQ6LcHq9U/zkv6CO8bvMj2LdKi/47X+I5PatnUuevtexMmTZqkHj166Oijj07u2S1vn+vWras///nPGjJkiH7/+9+XN1vJdqYQQAABBBBAAAEEEEAAAQQQQCD/BdhDBBBAAIEqLVBQpfeenUcAAQQQQAABBKqQALuKAAIIIIAAAggggEBVEzArfphw3Hczk1lxxIcQe/aHFOdGfIix5/33rq6rOtTQRrV8bRklFw97GeKD/8xX1x5jtXDRqjDFgAACCGw4AT4ZgbUpMP3R9zWy/YPJfTO+3tD7heQ3WkrVj2ipTXr+WtVq1pD3k96Hxuy1R+xfPZuZYjazpD9WeJlZGGcHs+I628IYAQQQQAABBNZEwH9vjct77eHT/oUKXnt4nf6SBa/feWmaHv/7+NBfS+Z/Qh9tyr4O/UUjXdlr3+wEYwQQWKcCTY7cUW37/ka16tUOP4mSWfhJTEKa/80Mfd7tFS0YN3u93cwuXhVKgI1BAIH8EXjzzTfVtm1b3X777eXu1Nlnn62BAwfq3HPPLXce3kAAAQQQQAABBBBAAIH8E2CPEEAAAQQQQAABBBBAAAEEEEAg/wXYQwQQQAABBBBAAAEEEEAAgdICt912m2bOnFnqja5du2qjjTYq1U4DAhVdgO1DAAEEEEAAAQQquoDfcx63MdaeY/j96F579nvRY54xY7luuHG6vvl2ufz2VyW3wSajZHV9eu2kIw6vn9SMEEAAAQSqrkCjcw5Wq3t/L+8nfGRmsdTiz8drXIcntHTKd+v0exO8H7vzzjt19NFH6+abb9aCBQtU3usPf/iDhg4dqj/+8Y8/6VxUeeujHQEEEEAAAQQQQAABBBBAAAEE8keAPUEAAQQQqNoCBVV799l7BBBAAAEEEECgygiwowgggAACCCCAAAIIVEkBMyvab7NsbWYyK474MGLP/rDi3IgPM/a8/941dFWHGqpd27LrKFx7mNKHgxao2zXjtGDhqsJWEgIIILDeBfhABNaawLRH/62RHR4q6u8srNlkybhG251Ur9cZql6zhrx/9L4zZq89Yr/q2cwUs5nJzOQvs2zOrX2aQAABBBBAAIE1E/CbT+MavPbwaf9CBa89e6xatUoxe/32i1P1xB3jpUwYQoSxfH4vDz2uka64bV9fDYEAAutJoPERO6ht37NUY9ONkp9F/5n0n0+P+d9M1+fdXtH8sbNL3MzuP8v+c+s/255j+CZ77dkjXfs0UakE2FgEEMgTgeuuu06/+MUvNGjQoDL3qH79+rrrrrv05JNPavvtty9zHhoRQAABBBBAAAEEEEAgbwXYMQQQQAABBBBAAAEEEEAAAQQQyH8B9hABBBBAAAEEEEAAAQQQQCBH4KOPPtLdd9+d0yqdfPLJOvvss0u104BAJRBgExFAAAEEEEAAgQotkL7XNNaeY8R7VT37/asxT5+xTDfcNENff7tMmfDHB99RX06ZjPr0aqnD22zmTQQCCCCAAAJqdPZB2vXe3weJ0GuEfsK/wyT2HUsGT9D4Dk9o6eQ5Jb43wfsc71di9tojrCR0NckavCxRJw05o+eff15t27ZV586dNXz48Jx3iyePP/54/fvf/9Z9992nFi1aFL/x4yrmQgABBBBAAAEEEEAAAQQQQACB/BdgDxFAAAEEqrhAQRXff3YfAQQQQAABBBCoIgLsJgIIIIAAAggggAACVVfArPTDhc0sefiwWTb7Q4lj+EOLcyM+1Nhz671q6Kr2NVR7o+SRawlsJrmCOKMPP5mvbteM0/wFq5J2RggggMD6FeDTEFg7AtMefk+jOjwcVhZ6uMKbZfx2F7/5pcZRO6ler9NVrXo1eb9YrVpx9jod3reamWI2s6T/VXiZWRhnB7PiOtvCGAEEEEAAAQTWRMD77Li81x4+HW9qjXnVqlXy2rPH2y9N05N3Tgyzhr7ZhxCh8w6Dqc0vG+uKnvuE9xgQQGB9CzQ6fAe1ffBs1dqsTvjo8IMZBiVhWjBspgZ3G6D5Y2YlN7P7z3L8ufaffa89xwgrKHEDu7d7G1HZBNheBBCo7AKffPKJjj76aP35z38ud1dOPPFEDRw4UB06dCh3Ht5AAAEEEEAAAQQQQACBfBZg3xBAAAEEEEAAAQQQQAABBBBAIP8F2EMEEEAAAQQQQAABBBBAAIFcgV69euU2JdP+gLakYIRApRNggxFAAAEEEEAAgYorkL7HNNaeY8R7VD2n71+dNn2Zbrhxpr4ZtizsnMn/hJEPMjP9/faWOrxN/fAeAwIIIIAAAsUCjX5zkHbre0HSV1hoDl2GLPxRiCX/m6jxHZ7U0klzku9NSPc93i/5tOcYCi+vQ0qGdJ00hNHHH3+sc845R6effrree++90FL2sMcee+jJJ5/Uq6++qjZt2pQ90w+2MgMCCCCAAAIIIIAAAggggAACCOS/AHuIAAIIIFDVBQqqOgD7jwACCCCAAAIIVAkBdhIBBBBAAAEEEEAAgSouYGZFAmYms/LDH1KcfnhxrNMPOW69d01d1aGG6tRW4ctCDhGGjwfN16XXjNX8BStDGwMCCCCwHgX4KATWgsC0h9/TyE6PSKFP85GFwpR91TxmF9Xr+Wt535juF306Hd6XepiZYjYzmZn8ZZbNubVPEwgggAACCCCwZgLpm1K99vA1xptZY05/yYLXb704TU/cMUHJ/JmM5EMSGR32y0a6/Na9fTUEAghsIIFGbVroyAfOUs3Nwsmo5GczbEj4WfWf2fnDZmpwtwGaP3qW/Gfcf6Zj9ve99hwjLJn9WfcihLeHxFCZBNhWBBCo1AI9e/ZU27Zt9c4775S5H36O5cYbb9SAAQO01157lTkPjQgggAACCCCAAAIIIFAFBNhFBBBAAAEEEEAAAQQQQAABBBDIfwH2EAEEEEAAAQQQQAABBBBAoITAs88+qxdffLFEm09ccsklybWXXhMIVDoBNhgBBBBAAAEEEKigAul7S2PtOUa8N9Vz+r7VadOX6YYbZ+ibYcuS+9F9lFH44/e+hn39++0t1eaw+qFiQAABBBBAoLTANmceqFZ9Lwg9R+hBkr4jjHwqpCVDJmp8xye0dNIcpfse74u8f4rZaw9fe8zpety4cbriiit09NFH66mnnvK3yowGDRrolltu0ZAhQ3T22WeXOc+PbmRGBBBAAAEEEEAAAQQQQAABBBDIfwH2EAEEEECgygsUVHkBABBAAAEEEEAAgSogwC4igAACCCCAAAIIIICAih46rMKXmSVtZsU5PqTYsz9kJzfiw469fb+9aurKDjVUt47CK5ONkMKgjwfNV7erx2ne/JWhnQEBBBBYPwJ8CgJrKjD1oXc1svMj2dV4h6ZM4R+p5jG7qN6tp8n7wNgfxuxtHt5/xjAzeW1W3M8qvMwsjLODWXGdbWGMAAIIIIAAAmsikHtjapyON7HGnL7R1eu3+k3Tk3dOyH60989JKPzOLB1+fGNdfsve4oUAAhteoFGbHXTkA79RrQZ1kp9PyWQWQtKC4bM0uNsAzRs1U/6z7j/bMfuxwGvPMcIi8tqzR7r2aaJiC7B1CCBQOQW+/PJLtWvXTldeeaWWLl1a5k60adNGAwcOVI8ePcp8n0YEEEAAAQQQQAABBBCoOgLsKQIIIIAAAggggAACCCCAAAII5L8Ae4gAVeizjAAAEABJREFUAggggAACCCCAAAIIIFBSoHfv3iUbwpQ/iK1Tp06hYkCgcgqw1QgggAACCCCAQEUUSN9TGmvPMeI9qZ7T96tOnbZMN9w0U9+OWCEr2jELdQiT7uzdUm0O3azoHQoEEEAAAQTKEtjmjAO0+4MXKnQgUjIKnUh20NIhkzSx45NaOnG20n2Q90mZTCb5LgXPMRReXoek5cuXq1evXjrqqKN02223acmSJd5cZvj5pqFDhyb3/JqFDy9zrh/fyJwIIIAAAggggAACCCCAAAIIIJD/AuwhAggggAACBRAggAACCCCAAAII5L0AO4gAAggggAACCCCAAAKFAmalL7A1M5kVhz+sOIY/zDg30g87br1XLV3Zoabq1rHwCSGyg8IK9Z/PFujSq8dq3vxV4oUAAgisBwE+AoE1Epj64Lsa1eUxmf+xsCqPpDbVOnZX1bvlVHmfGPvBmL0tHd6HmpliNjOZmfxlls25tU8TCCCAAAIIILBmAvGGVF+L1x5e597Emr7B1et/vTBVT9w1QRmf2SPjVYgwtDm+kS6/ZW9vJRBAoIIINDqshY7s+xvValAnbFFG/rMeflxDLS0YMVP/6zZA80bOTG5c959xPwZ49vm89hzDF/Las0e69mmiwgqwYQggUAkF7r33XrVt21b9+/cvd+t79OihgQMHqk2bNuXOwxsIIIAAAggggAACCCBQZQTYUQQQQAABBBBAAAEEEEAAAQQQyH8B9hABBBBAAAEEEEAAAQQQQCAl0Lt3bw0aNCjVki27deumXXbZJTvBGIHKJ8AWI4AAAggggAACFU4gfS9prD3HiPeievb7U2OeMnWZbrhppr4Ztlx+Y3q8tzXu4J29W+qwQzaLk2QEEEAAAQS+V2Dr0w/Qbg/+X5jHexSPpHsJo4wWD5mgCR2f1JIJs5Tui7xPymQyyXcpeI4RVqJnnnlGRx99tC6//HKNGTPGm8qMU045RZ988onuuOMONWnSpMx5fkYjiyCAAAIIIIAAAggggAACCCCAQP4LsIcIIIAAAgioAAMEEEAAAQQQQACBfBdg/xBAAAEEEEAAAQQQQCAtYFb64cNmljyc2Kw4+4OLPdIPNY51+qHH++5ZU1d2qKm6dTJKbkzxlMkkD2D75LMF6tZjjObOW5XeBGoEEEBgHQiwSgR+vsDUB9/VyC6PJX1X9qaW0KWF/iyMVfPYXVTv5lPkfWDs/2L2thjeZ3qYmWI2y/arCi8zC+PsYFZcZ1sYI4AAAggggMCaCHj/HZf32sOnc29eTd/Y6vWb/abpqbsnZX8fDgt4D22WjHXEiY11+c17h1YGBBCoaAIND2uhIx44WxttsXHRz6/Cj66F0cKRszXk0gGaN2JGcuO6/6z7sSBmr/0YEcP3zWvPHunap4mKKMA2IYBAZRIYO3asfvvb3+qSSy7RrFmzytz0vfbaSwMGDNCNN96YnH8pcyYaEUAAAQQQQAABBBBAoIoJsLsIIIAAAggggAACCCCAAAIIIJD/AuwhAggggAACCCCAAAIIIIBAFJg+fbp69+4dJ4vybrvtpo4dOxZNUyBQ+QTYYgQQQAABBBBAoGIJpO8hjbXnGPEeVM/xvlTPU6Yt159vnqVhI5bLb0VPwnfNfCTd1aelDjtks+wEYwQQQAABBH6kwNa/3l+7PfyHMHe2Q0nGoZMxmZYOnahJHZ/U0gmz5X1Rum/yfsunPb///vs666yzdPbZZ+vDDz8M6yp7aN26tf75z3+qX79+OvDAA8ue6We3siACCCCAAAIIIIAAAggggAACCOS/AHuIAAIIIICAVAACAggggAACCCCAQJ4LsHsIIIAAAggggAACCCBQSsDMitrMsrWZyaxk+AOMPeLDjdM5/fDjffesqas61tLGGyusw8N8JH8N+nyBuvUYre/mrvRJAgEEEFg3AqwVgZ8pMPWBdzWy62Ol+q/QJarWca1U76ZTkofPxX4v5nSf6H2lh5kpZjML6zT5yyybc2ufJhBAAAEEEEBgzQT8htS4Bq9jxJtVY07f0Or1v56fpifvmhgWzShZJqmU1Eec0EiX3bRXaGFAAIGKKtDwkO11RN/fqNbmdZXxjQwj/1kOP8VaMGKWhlw6QHOHT5cfA/xn3nM6fN4YyeKZsAIvQnh7SAwVVYDtQgCBSiPwxBNPqG3btnryySfL3eYOHTpo4MCBOvHEE8udhzcQQAABBBBAAAEEEECgCgqwywgggAACCCCAAAIIIIAAAgggkP8C7CECCCCAAAIIIIAAAggggECRwG233aaJE/0el6KmpOjatas222yzpGaEQKUUYKMRQAABBBBAAIEKJJC+dzTWnmP4Pahee473pXqeMm25rr9xhr4dvkx+K6rPk4TvW0b6x99b6tCD6/kUgQACCCCAwE8W2Pq0/dXq4T/41yQk35uQ9DGhwwmDlgydpIkdntDS8bPkfVK6jxo1apQuvfRSHXvssfrnP/9Z7uc2bNhQffr00aeffqpf//rX5c63Rm+wMAIIIIAAAggggAACCCCAAAII5L8Ae4gAAggggEAQKAjBgAACCCCAAAIIIJDHAuwaAggggAACCCCAAAIIlC1gVvJhxGaWPKjYrGT2Bxl7VKtWLXkAcjr7Q5A9vG3vPWrqig41tXFdyS8eDiMlr4z06ecLdGmPMfruu5VJEyMEEEBgbQuwPgR+jsCUvgM1sttjoeNKhtB1hU7L73wJK6t1XCvVu7Fd0vfFvi5m7/dieB/pYWaK2Szblyq8zCyMs4NZcZ1tYYwAAggggAACayKQ/O5ZuAKvc8NvXvW29I2sXr/x/DQ9ec9EKemaLSQPJa8jf9VYl920V1IzQgCBii2wzSHb64gHzladLTfJbmjy/9um8EOthaNma+ilr2jusOnyY4H/7HtOhx8fYii8vA4pGdJ10sCowgiwIQggUPEFZs6cqUsuuUTnnnuuxo0bV+YGb7/99nryySd11113qX79+mXOQyMCCCCAAAIIIIAAAghUXQH2HAEEEEAAAQQQQAABBBBAAAEE8l+APUQAAQQQQAABBBBAAAEEEMgKDB48WL17985OpMb+8LYLLrgg1UKJQOUTYIsRQAABBBBAAIGKIpC+ZzTWnmP4vadee473o3qePHW5rrtxhoaPXCG/d9VvY7VYSLrnjpY65KB6oWJAAAEEEEDg5wtsfVpr7fboRd7DyPsamRTzki8mamLHJ7R0wix537Rw4UL16tVLv/zlL5N7dFeuLP+7PS+//HINGTJEXbp00bp8sW4EEEAAAQQQQAABBBBAAAEEEMh/AfYQAQQQQAABFyjwEYEAAggggAACCCCQtwLsGAIIIIAAAggggAACCHyPgJmVeNfMZFY6/IHGHvFhx7k5PhB5nz1q6YqOtVRvk4LsehReFkKmzwYvVLerx2jOd+VfKOxzEggggMDPEGARBH6ywJT7B2rkpU+E5UJHlR1k5oVpo+N3U72/nSzv72IfF7O3xfC+0cPMFLOZZdcjFWWFl5mFMQMCCCCAAAIIrC0B/xKFuC6vPXzas4d/wYJnv4HVa88er/9zqp76x0QpE+b2CEUmCantiY112Y17hTcYEECgsghsc3BzHf7Ab1R7q03CJvsPdYjsoAWjZmnIpQM099tpyc3sfgzw40E6/DgRI6xAXnv2SNc+TVQIATYCAQQquMBLL72ktm3b6t577y13S88991wNHDhQZ599drnz8AYCCCCAAAIIIIAAAghUaQF2HgEEEEAAAQQQQAABBBBAAAEE8l+APUQAAQQQQAABBBBAAAEEECgU8Ae2+bXuhZNFiQezFVFQVF4BthwBBBBAAAEEEKgQAul7RWPtOYbfc+q1Z/9/85gnTVmm626coeEjV2T3w+9d9fCpTEb33rmTDj6wnk8RCCCAAAIIrLHAVqe2VqtHLy76LpTQ1WTrsOalX0zShEseV797HtNJJ52kP/3pT5o4cWJ4p+zhzDPP1H//+1/deuut2nLLLUt8h0LZS6xRKwsjgAACCCCAAAIIIIAAAggggED+C7CHCCCAAAIIJAIFyZgRAggggAACCCCAQJ4KsFsIIIAAAggggAACCCDwQwJmJR9IbGbJA4vNSmZ/sLFHfOhxbo4PRt5795q6vGNNbbJxRhmFV+HIpz4bvECX9hit2XMKb2oJbzMggAACay7AGhD4aQKT73tHIy97IizkvVPoqLJDcqNKreNbqd5fT5L3c7Fvi9nbYnif6GFmitks23cqvMwsjLODWXGdbWGMAAIIIIAAAmsi4F+iEJf32sOn/QsVvE5nr/3LFjxee26qnr53ssIvvT6ErPCyUJuOOqmJLr1xzzDNgAAClU1g64Oa64gHzladrTcNm25SdpCZafGYORp66QDNGzZdfhzwWL16tdLhx40YCi+vQ0qGdJ00MNrAAnw8AghUVIEJEybo4osv1imnnKKvvvqqzM30Lwm599579dhjj6lZs2ZlzkMjAggggAACCCCAAAIIICBhgAAClUnAz6GWF5VpP9hWBBBAAAEEEEAAAQQQWN8CfB4CCCCAAAIIIIAAAggggIALDBgwQE899ZSXJeL888/X8ccfX6KNCQQqnwBbjAACCCCAAAIIbHgBv7YpbkWsPcfwe0299hzvP/U8afIyXX/TLI0YtUIWVxAKK4z77tpJBx/g97TGN8kIIIAAAgisucBWp+ynVo9fIjMLEdZnIRRGYXrZV5OVufFdTRk83BvLjEMOOUQvvviinnzySe29997J96nFGb2/i/XazawNAQQQQAABBBBAAAEEEEAAAQTyX4A9RAABBBBAICtQkE2MEUAAAQQQQAABBPJSgJ1CAAEEEEAAAQQQQACBHyVgZqXmMzOZlQx/wLFHfPhxbo4PSN5rt5q6otNGqrepSWHwkYXCJH3+v4W6tMcYzZq9IkwxIIAAAmtBgFUg8BMEJt/7jkZd/mThEpbtnUwhS7VP3F2b/eUkef/mfVoMn06H94UeZqaYzUxmJn+ZZXNu7dMEAggggAACCKyZQPqmUq9j+BcreB2zf7lCOl59dqqevm9y9gbVTCbksB2ZEMroqF811qV/3cMnCAQQqKQCWx24nQ5/4GxttPXGCj/Wyc+4HxM8Fo6ZoyHdXtbcb6cpHhf8WJEOny+GE3jt2SNd+zSxAQX4aAQQqJAC9913nw477DB5Lm8DTz75ZL3zzju66KKLypuFdgQQQAABBBBAAAEEEEAgK8AYAQQqhYCfN/X4vo319z2+bx7eQwABBBBAAAEEEEAAgSoqwG4jgAACCCCAAAIIIIAAAggkArfffnuS06M6deqoc+fO6SZqBCqnAFuNAAIIIIAAAghsYIH0tUux9hzD7zH12rPfexrzpMnLdd1NszR81PJkD3ye7I2rYZyR7r+zpQ7af9PkPUYIIIAAAgisbYGt2u2nVo9fknxfgn9vQuh9Qh06oPBBLQs21/W1jlCjgk3CVPHQrFkz/f3vf0/u40OZR+AAABAASURBVD3hhBOS+bP9V1g6k13W545tXq+1YEUIIIAAAggggAACCCCAAAIIIJD/AuwhAggggAAChQIFhZmEAAIIIIAAAgggkIcC7BICCCCAAAIIIIAAAgj8eAGzkg8rNrPkQcZmJbM/6NijWrVqyQOSc7M/LNnb9mxVU5d3qKl6m1jYCL/410PJtcSf/2+BLr96jGbOWhHeY0AAAQTWTIClEfixApPueVsjr3gq6Yuyy3jfFCIMtU7cXfX+/Kukb4t9mfdnueF9oIeZKWYzS/pMhZeZhXF2MCuusy2MEUAAAQQQQGBNBNI3k3qdG/7FCt6W/pIFr195dqqeuX+yvGc2C2MP35BQHn3ytur21z18ikAAgUousNUB2+mIB3+rOg03lf+Ym4Uf8hBhrMXjvtPQbgM095tp8uOChx8z0uHHjxgKL69DSoZ0nTQw2iACfCgCCFQsgUGDBqldu3a6+OKLNWHChDI3rlatWrr11lv10ksvaffddy9zHhoRQAABBBBAAAEEEEAAgbQANQIIVGwBP1fqkd5Kn86N8t5Pt1MjgAACCCCAAAIIIIBA1RVgzxFAAAEEEEAAAQQQQAABBKR77rlH7733XimKrl27au+99y7VTgMClU2A7UUAAQQQQAABBDakgF/PFD8/1p5j+L2lXnuO95t6njh5mf5000yNHL1Cfm9qsg7zKkQY+t7VUgfuv2nSzAgBBBBAAIF1JbDlyftqtyfbK3ZGoQuSvzzvVG1z/XmjI9W4YBP596Rddtll+vjjj3XhhRcq9m2eY/hyXnv2SNc+vabB8ggggAACCCCAAAIIIIAAAgggkP8C7CECCCCAAAJRoCAWZAQQQAABBBBAAIG8E2CHEEAAAQQQQAABBBBA4CcKmPmlvcULmZnMSoc/8Ngj96HIcdovCPZ6z91q6fKOtbRZvXAqNqzH12xhZGb6fMhCXX71GM2cuSK0MCCAAAI/W4AFEfhRApPueVujrno69GuS90XFI1OtX+2uzW44Ud53xT4sZm+L4X2fh5kpZjOTmclfZtmcW/s0gQACCCCAAAJrJpC+idTr3PAvWPA2/3IFrz17DHhmip65f3Ly4Zkw9nmU8Uo6+qTG6vYXHkQbWBgQyBuBrfZvpsMfPEe1t9k0/KiHn/Xw8x7GUhgtHjdHQ7u9rLlfT9WqVauS8ONFOvwYEUPh5XVIyZCukwZG61uAz0MAgQoisHz5cl1//fVq06aN+vfvX+5WHXnkkXrnnXd0xRVXlDsPbyCAAAIIIIAAAggggAACOQJMIoBABRTwc6Mx4ubFac+xLZ29PUZZ7ek2agQQQAABBBBAAAEEEKhyAuwwAggggAACCCCAAAIIIFDlBRYsWKA+ffqUcmjRooU6duxYqp0GBCqhAJuMAAIIIIAAAghsMAG/bil+eKw9x/B7Sr327Peaxjxh0jL98caZGjl6hd+SmkRcj+e+d7XUgftv6iWBAAIIIIDAOhfY8qR9tdtTJc8TZcKneuxY0EB/37qd3n3qZV199dWqW7du0XcnxD7Oc4ywWPa7F7wI4e0hrY2BdSCAAAIIIIAAAggggAACCCCAQP4LsIcIIIAAAggUCRQUVRQIIIAAAggggAACeSbA7iCAAAIIIIAAAggggMDPETArfnhxXN7MkocbmxVnf/CxR3wocm6OD07eo1VNXd6xluptKmUyIRQiKTIaPGSBLrt6tGbMXB5aGRBAAIGfI8AyCPywwMS739LIK58O/VAmG75I6JNCj6SNTtpd9W84Ud5vpSO3X/M+Lx1mxX2ir87MPCVhVlwnDYwQQAABBBBAYI0E0jePeu3hK/Ts4V+sELPX/mULHq88M1XP9p0qC398fgsjszAOcWy7Jur2lz1CCwMCCOSbwJatm+nwB89R3UabycxCSDKFl2nJ+Lka2u1lzf1qSnITux8r/LiRDj+exAgLJb9DePbwds/EhhDgMxFAoCII9O/fX23atNENN9yg5cvLPq/vXxTyt7/9TQMHDtQhhxxSETabbUAAAQQQQAABBBBAAIFKI8CGIoBARRPIPSfq0x6+nZ5/SvgyMXy5WJMRQAABBBBAAAEEEECgqgmwvwgggAACCCCAAAIIIIAAArfeeqtGjBhRCqJbt25q2LBhqXYaEKh8AmwxAggggAACCCCwYQTS1yXF2nMMv5fUa8/x/lLP4ycu03U3zdLosauSDTeTLPyJ4wfubqkDW28qXggggAACCKxPgS1O3Fu7P9NJ8o5JkkkhsuOtFlRTjZ4faMno6cn3JqT7ttjXeY6h8PI6pGRI10nDzxqxEAIIIIAAAggggAACCCCAAAII5L8Ae4gAAggggECxQEFxSYUAAggggAACCCCQVwLsDAIIIIAAAggggAACCPxsATMrWtYsW5uZzEpGfBBy7kOS47Q/SNnr3Xetqcs71lKD+mH5sGYzU1hZCGnIFwt1eY8xmj6j7IcFiRcCCCDwfQK8h8APCEy8+y2N6vFMYbdjIYcoXKb2yXtqs+tOUOyvYva+Kx2xv/NsFpZPha/KzDwlYVZcJw2MEEAAAQQQQGCNBNI3jXrt4Sv07OE3oXpetWpVclNqzAOemaZn+k4Js2bkf8LIB/m8x7ZrrK5/3j28x4AAAvkqsGXrZmrzwNmq3ahe+LmXkgNAGPnxYMmEuRra7WV99+WUouOGH0vS4ceKGGHpsI6MpyS8PSkYrV8BPg0BBDaowIQJE3TxxRerXbt2GjRoULnbctppp+n999/X1VdfXe48vIEAAggggAACCCCAAAIIlCvAGwggUKEEcs+FxmnPuZE+v+p17vvp6biT3hZrMgIIIIAAAggggAACCFQhAXYVAQQQQAABBBBAAAEEEKjiAt9++6369OlTSuGwww5Thw4dSrXTgEClFGCjEUAAAQQQQACBDSCQvh4p1p5jxOuaPPv96DGPn7hMf7pplkaOWZHcS+r3oSbLKBP2IqMH/9FSB+y3SagZEEAAAQQQWP8Cm5+wt3Z7plP44KSHSvoq//IE76uWfzNFk9o/piWjpiXfmxD7Ns/+fsxee4SVFC7vVVhLxvu6bP2zxiyEAAIIIIAAAggggAACCCCAAAL5L8AeIoAAAgggkBIoSNWUCCCAAAIIIIAAAnkkwK4ggAACCCCAAAIIIIDAmgmYFT/A2Cxbm1n2wcmp7A9D9kg/KDldx4cp775rLV3WoZbqb2aFF/9mVHiPi4Z8sUCX9xit6TNWrNlGszQCCFQ5AXYYge8TmHDXmxrV45mkv8nea5JJ+qDQA6l2uz212Z+OV+ynYk73YV57HxfDrGQ/6J9tZp6SMCuukwZGCCCAAAIIILBGAvEGUl+J1zH8JtN0pL9kwesBz0zTs30n+2IhTP4njHzQcaduq6437B7aGRBAIN8FtmzdTG0ePEcbN9lMyQEgjJLjgaSlE+fpy0sH6LsvJic3s/uxI31c8ToeczyHRZLfJTx7xDavifUjwKcggMCGE7jvvvvkXyrrubytaN68ufr27avnn39e++yzT3mz0Y4AAggggAACCCCAAAIIfK8AbyKAQMURSJ8D9To34jlUzx7+vmeP3NqnY/geeu3Zw2sPrwkEEEAAAQQQQAABBBCoGgLsJQIIIIAAAggggAACCCBQ1QVuu+02LVy4sBRD165dS7XRgEBlFWC7EUAAAQQQQACB9S2QvgYp1p5j+HVNHn4vqUesx45fqj/eNEujx61MNtm/NsbvQ82G9PA9LbX/vpsk7zFCAAEEEEBgQwlsfvxe2u25LtlvS7DCrUg6LdPyb6dqcofHtXjk1OR7E2IfF/s7n479oWdfOubc2qd/SjAvAggggAACCCCAAAIIIIAAAgjkvwB7iAACCCCAQFqgID1BjQACCCCAAAIIIJA3AuwIAggggAACCCCAAAIIrAUBs3iVr2Rm5UZ8MLI/KLmsiA9V3m3XWrqs40ZqUN8khQiDJ4V1f/HVIl3eY5SmTV8uXggggMCPFGA2BMoVmHDnmxp99XPh/dDZ+BDC+xszU51T9tRmf/ylYv8Uc24fFvs3z2YWFi+OsOJk2rOHmXkiEEAAAQQQQGAtCeTeMBqnPXvEm0w9e/jNpx79n56qZ/pOVqZoOzKhzk4de0oTdbl+t6J3KBBAIP8Ftty3qQ574BzVbVJfSo4G2eOBjxdP+E5fXjpA3w2dnNzM7scQP56kw483McIK5LVnj3Tt08Q6FWDlCCCwAQQGDRqkdu3a6eKLL9aECRPK3YL27dvrgw8+0IUXXljuPLyBAAIIIIAAAggggAACCPwIAWZBAIEKIpA+9xlrzx5+/tSzh9cx/PzqwLsGa/rIOcn51tges89fVsRd9vdiTUYAAQQQQAABBBBAAIG8FmDnEEAAAQQQQAABBBBAAIEqLfD222/roYceKmVw5pln6tRTTy3VTgMClVSAzUYAAQQQQAABBNarQPrao1h7juHXMHntOYZf7zRm3BL96ebZGj12pd9+mmxzxm8+DZWnh+9pqdb7bBKmGBBAAAEEENjwApv/ci+1+mcXeR+VbE1RIS37dqomt39ci0dMLXUdb+wDPcfw5b327JGuffpHBrMhgAACCCCAAAIIIIAAAggggED+C7CHCCCAAAIIlBAoKDHFBAIIIIAAAggggECeCLAbCCCAAAIIIIAAAgggsLYEzEo+0NjMkgcem5XM/nBkj9yHJ8fp+HDlVrvU1OWdaqtB9rlrSm56CSO/+Hfolwt1efdRmjptuXghgAACPyzAHAiULTDhzjc16prnQh/jd6mE8CGJjDZqt4c2u/aXiv1SzLG/itn7NA+zkv2dmSUfapbNPmFWXPs0gQACCCCAAAJrJuC/H8Y1eO3h0/6lCl7H7F+u4LVnj/5PTdVzD07N/s6q0D8nfbSFynTcqU3U9frdfDUEAghUMYEt9m2qNg+co42bNkiOB777FkZmpiWT5unLS1/W3KGTk5vZ/Vjix5V0+HEnRlis8PcMr1SizrYwXjcCrBUBBNanwPLly3X99derTZs26t+/f7kffeCBB+rll1/W3XffrcaNG5c7H28ggAACCCCAAAIIIIAAAj9OgLkQQGBDC6TPg/q2+HTMXsdInz/12s+rvnPnYL33j6F6rtt7mj5iTnK+1d8rK+J64ro9e3i7ZwIBBBBAAAEEEEAAAQTyWYB9QwABBBBAAAEEEEAAAQSqtsDtt99eCsDM1Llz51LtNCBQeQXYcgQQQAABBBBAYP0JpK85irXnGH79ktd+jZPXnj1Gj1ui6275TmPHr1L4X3Ipuek0JM+SHr23pVrvs0moGBBAAAEEEKg4Apsft6d2f75r2CBT0n+Fygsz04rh0zS14+NaPHxKch2v93ex7/O+0GvPMXxRrz17pGuf/uFgDgQQQAABBBBAAAEEEEAAAQQQyH8B9hABBBBAAIGSAgUlJ5lCAAEEEEAAAQQQyAsBdgIBBBBAAAEEEEAAAQTWqoCZlVifmcmsdPiDkj0jMgCzAAAQAElEQVTiw5Nzc3zI8q4719TlnWpr8819HQovzyFC9eXXi3RFj1GaOm15mGJAAAEEvkeAtxAoQ2DCHW9q1DXPJe+YWcghfAhR59S9VP/aXyr2RzHn9lfel6XDzIr6vbDCpPbsYWaeCAQQQAABBBBYSwLpm0K99vBVe/aIN5Wmbzb1+qUnp+rZB6fK50lCGYWJsGhGx53WRF2u2y3UDAggUFUFNt9nWx32wDmq27S+Hx2ykckeJ5ZMmqcvuvXXd0MmlbiZ3Y83MZLjSpjfsxvGnFv7NLEOBFglAgisN4H+/furTZs2uuGGG7R8ednn6GvWrKnrr79e77//vn71q1+tt23jgxBAAAEEEEAAAQQQQCDPBdg9BBDYoALpc56+IT6dG/F8qWf/t5kY79z5P71/75fhn2UymjFqrv556b81ddis5Hyrzxsjd30+HT/Ls0ds85pAAAEEEEAAAQQQQACBPBRglxBAAAEEEEAAAQQQQACBKizw6KOP6vXXXy8l0LVrVx188MGl2mlAoNIKsOEIIIAAAggggMB6EkhfaxRrzzH8uiWvPXvE651Gj1uq6275TqPHrVDG/2Sy95qGUl4+dl9L7bf3xutpL/gYBBBAAAEEfppAg1/sqd2e75r0Wd53eeH9nfdpy4ZN1dSOT2jx8CnJdbze93kf6OHzxOy1h39yzLm1T39v8CYCCCCAAAIIIIAAAggggAACCOS/AHuIAAIIIIBAjkBBzjSTCCCAAAIIIIAAAnkgwC4ggAACCCCAAAIIIIDA2hcwK/2AYzNLHoJsVpzjA5NzH6Ycp+PDlnfZqaYu71RbmzcwSRn5BcCZUPnw5dcLdXn3kZoydZlPEggggECZAjQikCsw/u//0shr/xl6lew7sV/xhtqn7qn61xyn2A/FHPunmGM/5tnMSvRzvlYz85SEWXGdNDBCAAEEEEAAgTUS8N8L4wq89vBpv4k0hrfFm0w9e7z4xFQ99/DU0G9LFv4o9NGm7Ov4X2+rLn9qlZ1gjAACVVpg87231WEP/labNNtcfowwC+MkpKVT5uvLbi/ru/9NKnUze/r448cgD4eMObf2aWLtCrA2BBBY9wITJkzQxRdfrHbt2mnQoEHlfuBJJ52k999/X9ddd51q1KhR7ny8gQACCCCAAAIIIIAAAgj8VAHmRwCBDSeQPtfpW+HTHl7H86Pp7P8249Oe37lziD7s+7XPGs67mvyU6+yx89Tvig80bdjsMs+3+rrT4Qv7tGePdO3TBAIIIIAAAggggAACCOSPAHuCAAIIIIAAAggggAACCFRVgZUrV6p3796ldr9x48bq1KlTqXYaEKjMAmw7AggggAACCCCwPgTS1xjF2nMMv77Ja89+nZOH12PGL9efbpmjseNXJtc6+baameLEE/fvpH332li8EEAAAQQQqMgCDX6xh3br100KXZhH0pWFwsy0fPhUTevwuJaOmCrv+7wP9PA69o2eYyi8vA4pGdJ10lDOiGYEEEAAAQQQQAABBBBAAAEEEMh/AfYQAQQQQACBXIGC3AamEUAAAQQQQAABBCq9ADuAAAIIIIAAAggggAAC60jAzK/0za7czGRWdvhDkz3iw5Rzc3zo8s4ta+qyThtpyy0KsusKq7YkTF9/s1hXdB+lyVOWhRYGBBBAoJQADQiUEBjf518a9cfnQ38ieV+i8Iq57ul7q/7Vxyn2PzHn9k/ed8UwM5kVR1hdMu3Zw8w8EQgggAACCCCwlgTSN4F6HSP3JtJ4Y6lnj36PT9E/H5kqZcLgUViEUsefvq06/7HVWtpCVoMAAvkgsPleTXTYg+do4+02lx9nwpEjGfzQsXTKPH3Zrb++GzyxzIdSxeORL+fhHjHn1j5NrDUBVoQAAutY4L777tNhhx0mz+V9VJMmTfSPf/xD/fv31wEHHFDebLQjgAACCCCAAAIIIIAAAj9XgOUQQGADCaTPcfom+HRZ4edHPfzfZjz8ITXv3jVUHz3wdeG51qJTrX66VbPHzteLV36oKd/MLDrf6sv5OmKkPyd+tmcPf88zgQACCCCAAAIIIIAAAnklwM4ggAACCCCAAAIIIIAAAlVW4NZbb9XQoUNL7X/Xrl3VvHnzUu00IFCJBdh0BBBAAAEEEEBgnQukry2KtecYfn2S1369UgxvGzV2qf5482yNHb8yucYp4zejh62N+cm+O2mfPeuGFgYEEEAAAQQqvkCDY/dQq36XJhfwxr7Ms3dvy0ZM05T2j2nJsMnyPjD2h569j/Q2zzF8b7327JGufbqMoAkBBBBAAAEEEEAAAQQQQAABBPJfgD1EAAEEEECglEBBqRYaEEAAAQQQQAABBCq5AJuPAAIIIIAAAggggAAC61LArOQDj80seSCyWckcH6Cc+3DlOB0fvrxzy1rq2mEjbbmFZW+MCRufKay+/maRrug+UpMmLwutDAgggEBagBqBYoFxvd/QyD89HxpCD5IJESof/EaSOqfvrc26H6vY78Qc+6OYY7/l2axkn+brMjNPSZgV10kDIwQQQAABBBBYIwHvs+MKvM4Nv3nUw28mjdnrFx6foucfnR4WDX1z6J/NrOj30xNO31adr901vMeAAAIIlBRosGcTHfrgb7VJ8y3CG37cSFIyWjZtgb7s1l9zPp9Y9FAqP+6kI32MCgsVPdwqt/ZpYm0IsA4EEFhXAoMGDVK7du108cUXa8KECeV+zIUXXqj3339fl1xySbnz8AYCCCCAAAIIIIAAAgggsGYCLI0AAhtCwM91pj/Xp9ORPi8aa//3GY937/5CHz30rcI/zITB5K/wzzTyKokw8d34BXq5+8ea9u3sUudb/XN8nZ5j+Dq89uyRrn2aQAABBBBAAAEEEEAAgcouwPYjgAACCCCAAAIIIIAAAlVTYPz48erTp0+pnW/durU6dOggXgjklwB7gwACCCCAAAIIrFuB9DVFsfYcw69J8vBrnNJ55Jil+uPNczRu4qpkA+M1Tqbwx6Qn+7bU3nvUTd5jhAACCCCAQGURaHDM7trtpctkFjozHzwURiGWj5yuKe0f1+JvJyvdJ8Y+0tti/+nZ9znm3NqnSwZTCCCAAAIIIIAAAggggAACCCCQ/wLsIQIIIIAAAqUFCko30YIAAggggAACCCBQqQXYeAQQQAABBBBAAAEEEFjnAmZ+cW/xx5iZzEqHP0TZIz5c2XP6wcux3mWnWuraYSNttYUlKzVZyCHC8O2wxbqyxyhNmrQ0tDEggAAChQIkBAoFxvV+XaOue0GhGwotpuyfUIah7hn7qP5Vxyj2NzF7f5QO76timIU1pCKsRmbmKQmz4jppYIQAAggggAACaySQewNonPbs4TeNpsNvJvV4/rEpev7R6fJ5pEwYMknt08f/uok6X7vrGm0XCyOAQH4LNNijsQ576LfauPnm4dgR9jUcRsKBJNQZLZ22QF91e0lz/juh1EOp4vHIjzUxwtLJcp49vN0zsZYEWA0CCKx1geXLl+v6669XmzZt1L9//3LXv+++++qFF15Q37591bx583Ln4w0EEEAAAQQQQAABBBBAYI0FWAECCKx3gdzzmD6dG34+1Nv832XS8e7dX+rjh4aF86JhszOZkEMkZcjhXGsYsm3hvTnjF6j/VR9p6jezis63+rp83TH8M2KE1STLevbwds8EAggggAACCCCAAAII5IEAu4AAAggggAACCCCAAAIIVFGBnj17aubMmaX2vkuXLqpdu3apdhoQqNQCbDwCCCCAAAIIILAOBdLXEsXacwy/Hslrzx7xOqURo5foT7d8p3ETV0qZ5OomZfxPqH3+J+/fUXvvXncdbjmrRgABBBBAYN0J1D96d+3W//LQxYXezfu20MeFDi8MGS0fNU1T2j+qxd9MUrpv9Nr7wJi99vCtjDm39umioEAAAQQQQAABBBBAAAEEEEAAgfwXYA8RQAABBBAoQ6CgjDaaEEAAAQQQQAABBCqxAJuOAAIIIIAAAggggAAC60fArOQDkM0seUCyWckcH6icftBy+gHMsd65ZS1161RbW24hZcIfH3vyW2a+/XahruwxShMnLl0/O8enIIBAhRdgAxFwgbG9Xteo6170Muk2vPB+w6POGXur/lXHKPYzMaf7I69jP+XZrGQf5uszM09JmBXXSQMjBBBAAAEEEFgjgdwbP+O0Z494s6hnD/+iBY/nH5uqFx6bnv3spH8OfbQPIX51RlN1vnbX7HuMEUAAge8RqL97Yx320LnapEU4GRWOH5LJLISkZdMX6qtu/TXnswlFD6Xy41A6/DgVIywirz17pGufJn6+AEsiUBEE5s2bp8oYixcvLsXXv39/tWnTRjfccIOWL19e6n1vMDNdc801ev/993Xqqad6E4EAAggggAACCCCAAAIIrFMBVo4AAutXIPf8pU/nhp8L9Tb/dxmvPXu8e/eX+uSR4ZKFIUQYy8xkkrbdY6skQimz0BIijDV30kIN6PGxpn49KznfGtfnOYZ/Vgxf3mvPHunapwkEEEAAAQQQQAABBBConAJsNQIIIIAAAggggAACCCBQFQU++ugj3X333aV2/eSTT9Y555xTqp0GBCq7ANuPAAIIIIAAAgisK4H0NUSx9hzDr0Py2rOHX+vkeeSYpfrTrXM1btLK1KaZkj8mPf1AS+29x8ap9ygRQAABBBCofAKbtW2l3QdcGTbcQh8Xkg/JdbymlaNnaFqHx7T4m0nyvjH2kV7HvtNzDF/Ua88e6dqnPQgEEEAAAQQQQAABBBBAAAEEEMh/AfYQAQQQQACBsgQKymqkDQEEEEAAAQQQQKDSCrDhCCCAAAIIIIAAAgggsB4FzKzUp5mZzEqGP1TZIz5o2bM/iNkj1p532rGWLu1cR1tt6aduTcoOIZuGDV+sK3uM0oSJS8ULAQSqvAAACGhsr9c0+s8vyvuKopAUuiDVPXMfNbjyGOX2M97XpMP7phhmFpYtDoWXmYVxdjArrrMtjBFAAAEEEEBgTQTSN3l6HcNvEo3hbfHmUc8e/3x0ip5/bLoy8cOTIozC8KsztlWna3aJ75ARQACBHxSov1sjHfbQ77RJiy3DvBn5cSccTkItLZuxQF91e0lzPh2fPJTKj0Hx+BRzMn8mu5wv5NOePdK1TxM/S4CFEKgQAuPHj9eoUaMqXaTxJkyYoIsvvljt2rXToEGD0m+VqH/5y1/q/fff11//+lfVqVOnxHtMIIAAAggggAACCCCAAALrSIDVIoDAehTIPW/p07nh5z+9LZ4T9ezxzp1f6JNHh4etDWdRw5D9x5pMcl61yR5bqtNLp6lT/9O07R5bJW1hFGfR3IkL9crVn2jKVzM53xoEGRBAAAEEEEAAAQQQqIIC7DICCCCAAAIIIIAAAgggUCUFevXqVeZ+d+7cucx2GhGo5AJsPgIIIIAAAgggsE4E/FqmuOJYe47h1zt5+DVOMXx6+OiluubmORo3caWyFzLFtYRs0jMPtNRe+pzBWAAAEABJREFUu9cNEwwIIIAAAghUfoHNjmyl3V65Upnc70nLSMtHzdDU9o9q8dcT5X1k7C89+7RH7Fc9u0bMubUkbyIQQAABBBBAAAEEEEAAAQQQQCC/Bdg7BBBAAAEEyhTwp0iV+QaNCCCAAAIIIIAAApVRgG1GAAEEEEAAAQQQQACB9S1gZkUfaWYlHp5sVjwdH7DsD1722rNH+uHMXrfcoZYu61xXW2Wfu+bfAxwi+0XBw4Yv0lXdR2r8hCXihQACVVmAfa/qAmN6vqZRN7yU9A9hlNxomcm4SkZ1ztxHDa44Wt6npPsZr9PhfVEMs+L+ysx8RUl/lhRhZJZtCyUDAggggAACCKwFgdwbPX06HfHm0HizqGeP5x6dqhcenxH6acnCn2RsCi/Tr87cVh2v3iXUDAgggMBPE9isVUMd8uBvtemOW8nMZGHxkEI2LZ+5SF9f2l9zPh1X7kOp4jHLj2Nh0fArSvLLiZcl6qSB0U8UYHYEEFgbAvfdd58OO+wweS5vfVtvvbX+/ve/67XXXtOhhx5a3my0I4AAAggggAACCCCAAALrQIBVIoDA+hKI5zDj5/l0bvj5Tg//d5mYvR5455ca9PiosGhyBlXhBGphmJrutbU6v3Sa4qtjqL3NzBQGyXwwzZu8SK9e/Ykmfzmj3POt6e1RePl0SMmQrpMGRggggAACCCCAAAIIIFCJBNhUBBBAAAEEEEAAAQQQQKDqCTz33HN68cUXS+34JZdcorZt25ZqpwGByi/AHiCAAAIIIIAAAmtfIH3NUKw9x/BrnNLh1zp5DB+1VNfePEcTJ69W+homyVRQID37QEvtuVtd8UIAAQQQQCCfBDY7Ylft/spVMu/s4o75dbwhVo6ZqWntH9Piryau4XW8ccVkBBBAAAEEEEAAAQQQQAABBBDIXwH2DAEEEEAAgbIFwj+1lv0GrQgggAACCCCAAAKVUIBNRgABBBBAAAEEEEAAgQ0iYGYlPtfMZFY64oOW/QHMXnv2iA9pjvUOLWro0s51tc3WBWE9ClG4LknDRy7WVT1GacKEpWGKAQEEqqQAO12lBcb0fFWj//pS6BsUwnwkf4VuRxufvZ8aXH6UYr8Ss/cv6fA+KIaZJesxy+bsusxTEmbFddLACAEEEEAAAQTWSMC/UCGuwOvc8C9Z8Db/cgWvPXs89+hUvfD4dGX8TyYZh9WEHOqTzmyiTlfvEqYZEEAAgZ8nUL9VIx3ywLnaZIctw1FGCoeWEJmwsoyWzVior7v11+z/jCvzZnY/ZvnxyrNHWKhwWa98Xb6ebM34JwowOwIIrJHA559/rpNPPlkXX3xxOJ8+odx1nXfeeXr//ffVuXPncufhDQQQQAABBBBAAAEEEEBgnQmwYgQQWC8C8dxl/DCfzg0/z5kO//cZj3fu+FL/eWJkWDSc6/STp34WtbBsuueW6tTvlPBeyaHDi6epyZ5bhXOlod3nTZbJaN6khXqtxyea8uXMMs+3+uentyssHdYRVuBFCH8vJAYEEEAAAQQQQAABBBCobAJsLwIIIIAAAggggAACCCBQBQVuv/32UnvdoEEDdezYsVQ7DQjkhQA7gQACCCCAAAIIrGWB9LVCsfYcw681Sodf6+QxfNRSXXvLd5o4eVVy7VHxJU8ZFRRIzzzQUnu0qrOWt5bVIYAAAgggUDEE6h2+i1q9cqVkpoz/yfj3HXhktGLMDE295BEt/mriz7+OV7wQQAABBBBAAAEEEEAAAQQQQCDvBdhBBBBAAAEEyhEI/9xazjs0I4AAAggggAACCFQ6ATYYAQQQQAABBBBAAAEENpyAWckHJJuZzEpHfOCyP4jZa88e6Yc0e71Di5rq1rmOttk6nMbNZLI30/juZaQRIxbpyu4jNH78Um8hEECgigmwu1VXYPStr2r0X1+WQl8QhtA3BAsvQtr47P1U/9K28j4kt1/x6Rje98QwK9lPhdUkfZdnDzPzRCCAAAIIIIDAWhLwL1SIq/I6N/xLFrzNv1zBa88ezz4yVS88Pj3005IV/VHyOvk3TdWxxy5JzQgBBBBYE4HNWjXUIQ+eq3ott86uJvl9wBQOO1o+a5G+ufQlzf7P2DJvZvdjVzoUXj4dUjKk66SB0Y8SYCYEEFgzgf/7v//Tyy+H8yjlrGaPPfbQ008/rUceeUQtW7YsZy6aEUAAAQQQQAABBBBAAIF1K8DaEUBg/Qv4+crc8H+XSYf/+4zH23d8oUFPjQqnScO5Ut/U1HnTZntvrU79TvXWMqPDi6epaZgnLByG4uXnT12s167+RFO+nFnm+VbfjvT2+cp92rNHuvZpAgEEEEAAAQQQQAABBCq+AFuIAAIIIIAAAggggAACCFQ1gd69e2vQoEGldrtbt27addddS7XTgEA+CLAPCCCAAAIIIIDA2hRIXyMUa88x/BqjdPi1Th7DRy3TtbfO1cQpqyQLQ2F4Xb2a6dkHd9Qeu9YRLwQQQAABBPJZoF6bXbTba91l1arJCvtCs2yxctwszejwmBZ/OeFnXcfrfXE+27FvCCCAAAIIIIAAAggggAACCCAgYYAAAggggEB5AgXlvUE7AggggAACCCCAQKUTYIMRQAABBBBAAAEEEEBgAwuYWaktMDOZlYz44GV/GLPXnj3iQ5tj3WL7murWuY4aNvQLiH0dYfUmWfgzctQSXdl9hMaNWyJeCCBQpQTY2SoqMObWVzX6b4UPrTOFniBEyF5sfM5+qt/tSMV+JGbvT9LhfU4MM5NZcSi8zCyMs4NZcZ1tYYwAAggggAACayKQvonT69zwL1nwNv9yBa89ezzz8BT1e2JG9qMznjLK/pHa/aapOnbf2RsJBBBAYK0IbLZrQx3y4Lmqt9PWYX1+0AmRHbR81iJ9062/5vxnLDezB531MPARCCCwDgWuvPJKvf/++zrrrLPW4aewagQQQAABBBBAAAEEEEDgBwWYAQEE1rGA/9uLR/wYr3PD/13G2zx7+L/PeLx9x5ca9ORohX+YCUM4UZqsxHNGzfbeWp1eaJe0fN+ofb/T1DTM6/+2k50vu/z8KYv0ao+PNeXLmZxvzcIwRgABBBBAAAEEEEAgnwXYNwQQQAABBBBAAAEEEECgSgnMmDFDvXv3LrXPu+22mzp06FCqnQYE8kSA3UAAAQQQQAABBNaagF/LFFcWa88x/BqndPi1Th7DRi7VNbd8p4lTVmUXz0iZwqhezfTsAztq913qZN9jjAACCCCAQJ4L1DtsZ7V69SpZtWoK3WHSJyZF2O8VY2dqevtHteTLCT/1Ot6wtPevvsakZIQAAggggAACCCCAAAIIIIAAAvknwB4hgAACCCBQrkBBue/wBgIIIIAAAggggEAlE2BzEUAAAQQQQAABBBBAoCIImBU/MNksW5tZiYcsm5niA5j9wcxee/ZIP7TZ6+2b11TXTnW0zdZWdPGwfyGw35AzcuRiXdl9hMaOXSJeCCBQVQTYz6ooMPqWVzTqby+HXU96gKQ/yN5kmdHG5+yrBt2OlPcZuf2IT8fwviaGWcl+Kaw46ac8e5iZJwIBBBBAAAEE1pKA//4WV+V1bsQvWfAvV/Das8czD0/Vi0/NlLxr9v7ZI0xYiFPPbqoOV+0kXggggMDaFqi3yzY6+MFztdnODcOqTeGQ40PIphVzFuvrri9pzidjy72Z3Y9j8Tin8PI6pGRI10kDo+8R4C0EEFgXAkcffbQGDhyoW265RfXq1VsXH8E6EUAAAQQQQAABBBBAAIGfIMCsCCCwLgVyz0f6dG74+UwP/3eZmL1+6+9f6tOnRqvwn2Zk4Y8KJ5rv21Cdnm/3ozf9khdOU7OwTFxesmRYOG2xXuvxsaZ8MbPc863p7VV4+XRIyZCukwZGCCCAAAIIIIAAAgggUEEF2CwEEEAAAQQQQAABBBBAoGoJ9OzZUxMnTiy10127dlX9+vVLtdOAQH4IsBcIIIAAAggggMDaEUhfExRrzzH8Gqd0+LVOHt+OXKprbpmrSVNXF2+ImcxMNWuYnntgR+22S53i96gQQAABBBCoAgL1Dt1ZrV7rroIa1UOfGHbYJAt/FPrHleNna3r7R7X4iwk/4TrejOLL++ZYkxFAAAEEEEAAAQQQQAABBBBAIJ8E2BcEEEAAAQTKFygo/y3eQQABBBBAAAEEEKhUAmwsAggggAACCCCAAAIIVBgBMyvaFjOTWdkRH8TsD2f22rNHfIhzrLdvXlPdOtdVo4bhlK75qk3JH5PGjF6iq7qP0JixS/wNAgEE8l2A/atyAqNvfkWjbhxQuN9WdPwPhTY5t7UadD1Ssd+I2fuPdHgfE8MsrCMVvmIz85SEWXGdNDBCAAEEEEAAgTUSSN+06XVupL9kwWv/kgWPpx6con5PzZDPH0by8DqjjNqdva3aX7nTGm0XCyOAAALfJ1Bv52108IPnynM47PgQDkPhCJTJaPmcxfq664ua/fGYMm9m92PV6tWri+b3z/E2zx7p2qeJcgRoRgCBtSqw5ZZb6rbbbtNbb72lI488cq2um5UhgAACCCCAAAIIIIAAAj9bgAURQGCdCeSeh/Tp3PDzmOnwf5/xeLPPFxr01KjCc5xhEzPhn2n8LGk4P9p8v23U4bmTQuNPGy5+/lQ123ebsKJwnjVZV1JqwdRFeq37R5o8dEaZ51t9+9Lb7Z/q05490rVPEwgggAACCCCAAAIIIFABBdgkBBBAAAEEEEAAAQQQQKAKCQwePFi9e/cutcfHHnusLrjgglLtNCCQNwLsCAIIIIAAAgggsBYE0tcCxdpzDL+WKB1+rZPHNyOW6ppb5mrStFVhK/xip+w1Sr5cjRrSsw/sqFY71w7vMSCAAAIIIFD1BDY9ZCft+spVshrVkot3k14yE/pLZbRi/CzNaP+IFg8d/+Ou4w183r+GlAzpOmlghAACCCCAAAIIIIAAAggggAAClV+APUAAAQQQQOB7BAq+5z3eQgABBBBAAAEEEKhEAmwqAggggAACCCCAAAIIVCwBs5IPUDYzmZWO+EBmf1Cz15490g9x9rp585rq2rmuGjX007rZC4d9j70aPXqxul81XGPGLPYmAgEE8liAXataAqNuekUe6b32477CaJNzW6tBlyPkfURuv+HTMbxviWFWsh/y9ZqZpyTMiuukgRECCCCAAAIIrJFA+mZNr3PDv2TB2zx7+JcseDz90FS99MxMec9sFsZJSJ5OO6epOly5k3ghgAAC61pg05221sEPnat6u26jcCSSmWUjfPCKuUv0TdcXNfujMWXezB6PbZ49wiLJw7I8e8Q2r4myBWhFAIG1J9C+fXt9/PHHuuyyy9beSlkTAggggAACCCCAAAIIILAWBFgFAgisG4Hc848+nRv+7zLp8H+f8Xiz9xf69JkxybnQMJL5JhaOtm/dUB2fPclbflZc9M9Ttd3+jcM6wwp9CKEwtXDGYr3e42NNHjKjzPOtvp3p7Vd4+XRIyZCukwZGCEK5OHYAABAASURBVCCAAAIIIIAAAgggUKEE2BgEEEAAAQQQQAABBBBAoCoJ9OrVK/n3jtx97ty5c24T0wjklQA7gwACCCCAAAIIrKlA+hqgWHuO4dcQpcOvdfL4ZsQyXdtznqZMW63kciTfEL8XNExtVKtAzz2wo1rtVNtbCQQQQAABBKqswKaH7KRdX+0hq1kjMcj2mRZ6S9PKCbM1s+NjWjxkXHJey/vXdJ/rdeyPPfsKYs6tfZpAAAEEEEAAAQQQQAABBBBAAIHKLcDWI4AAAggg8H0C/qSo73uf9xBAAAEEEEAAAQQqhwBbiQACCCCAAAIIIIAAAhVQwMxKbJWZyax0xAcz+8OavfbsER/qHOvm29VU18511ahROLUb1uMrtzAyM40Zu1RXXTVCo0cvDi0MCCCQpwLsVhUSGHXTAI2+5ZXQb0h+rFfhy+tNzttfDTofrthPxOz9RTq8T4lhZjIrDl+dmXlKwqy4ThoYIYAAAggggMAaCeTesOnT6Yg3ecabPz17PPngVPV7emby2ZkwziQjL6RTz2mq9lfsFCYYEEAAgfUjsGnLrXXwQ+ep3i4NpXBASo5j/tHh2LRi7hJ907WfZn84usyb2X3eeKzzOlksrMOzR2zzmiglQAMCCKwFgTZt2mjgwIG6++67tcMOO6yFNbIKBBBAAAEEEEAAAQQQQGCtCrAyBBBYBwK55x19Ojf8vGUM/7eZGP/q/YUGPTsm2SpfJjkn6lPhfGiL/bdRh2d+5VNrFH947hRtt3+jcL41ribjH6OF0xfr9R4fadL/ppd5vtW317cphi/ttWePdO3TBAIIIIAAAggggAACCFQYATYEAQQQQAABBBBAAAEEEKgyAgMGDNBTTz1Van/PP/98nXDCCaXaaUAgjwTYFQQQQAABBBBAYI0E0tf+xNpzDL92KB3xeqevhy/VNbfO1eSpq5QJW+ARUjLUqlWg5x7YUbu2rJ1MM0IAAQQQQKCqC2x6cEvt+lp3Wa3qRRTed3qsGD9LMzs8qsVDxn3fdbyKfbOvwGvPHunapwkEEEAAAQQQQAABBBBAAAEEEKi0Amw4AggggAAC3ytQ8L3v8iYCCCCAAAIIIIBAJRFgMxFAAAEEEEAAAQQQQKCiCpiVfKCymZV4ALNZdjo+oDn94Gav/aHOHrHerllNdeuyiRo1NPnLLxzOXvib0dixS9S9+wiNGrXY3yIQQCDvBNihqiIw8m8va9TNrxbd8OHH+uy+Z7TJea3VoFMbpfsG7yNyI/Yrns2sRN/j6zIzT0mYFddJAyMEEEAAAQQQWCOB7O9o2VV4nRvxSxb8Cxa89uzx5INT9dIzM5XtmS3kEBbWE+LX5zZT+8tbhgkGBBBAYP0KbLrjVjr44fNUr1UjmVmI8PkWQqaV85bp6y79NPuDUUU3s/vxzI9tHn78i9lrXyrm3NqniShARgCBtSHQp08fHXnkkWtjVawDAQQQQAABBBBAAAEEEFgHAqwSAQTWtkD63KOv26dzw89X5oaf03zj9i/02bNjw1lPZSM5F2oKSS0OaKgOT/9Ka+v1f8+eouYHNs6uLnyAmSX1oplL9EaPjzRp8PSi862525reH1/Ipz17pGufJhBAAAEEEEAAAQQQQKAiCLANCCCAAAIIIIAAAggggEDVEbj99ttL7WydOnXUqVOnUu00IJBfAuwNAggggAACCCDw8wXS1/zE2nOM3OuH/Fonj6+GL9U1t87TlOmrkw/3S5BMFmpT7Y0K9Nz9LbTLjhuFaQYEEEAAAQQQiAKbHtRSu71+jQo2qpk0ZXtOJT3oyolzNLPDo1r8v7HlXMe7uvj74DLZb4Tz/lqFr3Rd2ERCAAEEEEAAAQQQQAABBBBAAIFKJ8AGI4AAAggg8P0CBd//Nu8igAACCCCAAAIIVAoBNhIBBBBAAAEEEEAAAQQqtICZX+JbvIlmJrPS4Q9pjpH7IOf0g56bNa2hrl02VpPGBbKwWrNkLJ8YN26JenQfoZEjF4kXAgjkmQC7UyUERv7tZY3u+Zr80G4yKRRhLH+tPGlHNejYRuk+Ibe/8OnYl3g2s7CK4vD1mJmnJMyK66SBEQIIIIAAAgiskUD6pkyvc6O8L1p4vO8UvfTMTCmTUfInlU87Z1tdctmOa7RdLIwAAgisicAmO2ypgx8+T/VaNfTDVDhW+dqSo5VWLVimr7v006z3RyU3s/txzr9AxrOHHwdj9jpZMhzjPHvENq+JQgESAggggAACCCCAAAIIIIAAAgjkvwB7iAACa1Ug9zyjT+eGn6dMh5/H9Hi911B99tzY8O8z4dRnJkTYsrhsi/0bqsNTJ4aWtTtc+Mwpan5g4/Bh4Txrcr40mxfOWKLXe3yoSZ9PS863+valt9nruG2efatizq19mkAAAQQQQAABBBBAAIENLMDHI4AAAggggAACCCCAAAJVRODee+/Ve++9V2pvu3btqn322adUOw0I5JUAO4MAAggggAACCPxMgbKu+/G2GH6tUDr8WiKPr4Yv1dW3zNOU6auUzBs+3y9ByiijjWpJz93fQru0rB1aGRBAAAEEEEAgV2DjA3bQrq/3UMFGNULPGXrP1LXDKyfM1oz2j2jJ/8aVvo539Wp5v5z0vaHj9ezrjjm39mkCAQQQQAABBBBAAAEEEEAAAQQqmQCbiwACCCCAwA8IFPzA+7yNAAIIIIAAAgggUAkE2EQEEEAAAQQQQAABBBCo+AJmJR+wbGYlHshslp32hzXH8Ic4pyP9wOdmTWuqS+eN1aRJQXIjjhSvIJbGjVusHt1HaOSIRRUfhi1EAIEfLcCM+S8w4q8va3TP17OH9MLDejy8P7VssDp9fK/eeusted8Q+wSv0xH7EM9m2b7FLJtd0Mw8JWFWXCcNjBBAAAEEEEBgjQRyb8z06XT4zZzp8C9Z8Hi87xS9/Nys7GeH/tkU/pjCWDr93GZqf3lL8UIAAQQ2tMAmLbbUwQ+fr/q7N1ZygAojC6HwWr1wub7t2k+z/j0yuZndj3V+fPPs4cfCmL0OixSez/Iq/AqUCb8AZUvGkkBAAAEEEEAAAQQQQAABBBBAAIH8F2APEUBg7QnEc45xjT6dG35+Mh1+/tLj9V5f6L/Pj08WtTAO/0yTnPU0M+14UCN1eOrE0LpuhguePkXbH9REZskny/yPSUtmLdUbV3+sif+dlpxv9e1Mb7vX6f3zrfNpzx7p2qcJBBBAAAEEEEAAAQQQ2HACfDICCCCAAAIIIIAAAgggUBUEFixYoN69e5fa1R122EEdO3Ys1U4DAvkmwP4ggAACCCCAAAI/RyB9jU+sPcfwa4TS4dcQeXw1fJmuvnW+ps1cnXysX3pkofKoU7tA/3xgR+28Y+3QwoAAAggggAAC5QlsvP8O2vWNa1RQu5a8L/X5zEJvGmLV5O80s/0jWjx4bInreNP9cuyvPfuyMefWPk0ggAACCCCAAAIIIIAAAggggEDlEWBLEUAAAQQQ+CGBgh+agfcRQAABBBBAAAEEKrwAG4gAAggggAACCCCAAAKVRMDMSmypmcmsdPhDm2OkH+rsdXzgs+emTWuqS+dNtO221RTWorAqySSFYsKEperRY4RGjFgkXgggkBcC7ESeC4z4S3+Nue317F6G47iZ+eE8iaeWDdajy/6rMWPGqFOnTrr77rvlfUJuxL7Ds5kvXxy+YjPzlIRZcZ00MEIAAQQQQACBNRLIvSHTp9ORvpnTa/+SBY9H75+i/s/NVib16UkdRqef21SXXLZj6h1KBBBAYMMKbLz9Fjrwod9ps90bhw0JB6rCo5dXKxcs07dd+2nWeyOSm9njsc6zhx8TY/Y6rEAx59Y+XYWDXUegwgrMmzdP1157rS666KIkbrnlFi1a9NPOPy9dujT5kte4jqFDh1bY/WXDEEAAAQQQQAABBBBAAIF1KMCqEUBgLQmkzzH6Kn06N/y8ZDr832c8XrvtC332z7FF5yn9PGeMHQ9qpPZPnOCrXKfx/54+Rdsf3CT5jPjZnhfNXKx/Xf2RJn42NTnf6tub3gev0/vpK/Bpzx7p2qcJBBBAAAEEEEAAAQQQ2CACfCgCCCCAAAIIIIAAAgggUCUEbr31Vo0YMaLUvnbp0kUNGzYs1U4DAnkmwO4ggAACCCCAAAI/WSB9bU+sPcfwa4PS4dcOeXw5bJl63DJXU6evUuGtncr4xUZhC2rXLtA/++6gnXfYKEwxIIAAAggggMAPCWzcuoV2feNqWe2ayayxT/U+dsWkOZrZ/hEtGTw2XserdN/sdey3PfsKYs6tfZpAAAEEEEAAAQQQQAABBBBAAIFKIcBGIoAAAggg8IMCBT84BzMggAACCCCAAAIIVHABNg8BBBBAAAEEEEAAAQQqk4BZyQcum5nMSoc/vDlG7gOeq1evnjz42fO229ZQ1y6bqEkTy96Q4zflZDKhzmj8+CXqcdVwjRjx0x7CVJk82VYEqo4Ae5rPAsP//JJG93ojOXYnd1kWHsf9po4nln6ux5b9t2j3va1nz57q1KmTJk6cmPQH3k/EPsOzWcl+xRc2M09JmBXXSQMjBBBAAAEEEFgjAe+f4wq8zg2/eTMd/iULHo/eN0UDnp8tha7ZkpHJXz4+47xmuvjSHX2SQAABBCqUwCbbb6mDHjpP9ffcNmyXH7HkRzCZmVYtWqFvu76oWe+OSG5m92OfH+88e/jxMWavFV4xh7LwdyKvqnKw7whUHoExY8bo7bff5me38vwnY0sRQAABBBBAAAEEEECgwgiwIQggsDYE0ucWfX0+nRt+PjIdfr7S47XbvtB/XxincGIzDIXnOUMKg3Y6pLHaP3681tfr90+2U4tDtw3bIfnnJxHOty6ZvVT/uvojTfhsanK+1bc7vS9ep/dX4eXTISVDuk4aGCGAAAIIIIAAAggggMB6FuDjEEAAAQQQQAABBBBAAIH8Fxg2bJj69OlTakfbtGmjDh06lGqnAYH8E2CPEEAAAQQQQACBnyaQvqYn1p5j+DVB6fBrhjy++HaZetwyT9NmZmTJBUbhc0NhZqpbt0DPP9BCO7XYKDQyIIAAAggggMCPFdh4vxZq9a9rVa3uRtn+1RcM/WzoXrVqynea2f5hLfl8jFatWpVcy5vuo72O/bdnXzTm3NqnCQQQQAABBBBAAAEEEEBgTQT89w0ik3zPFQ44rLu/A9hiy98B/g7wdyBf/w6syf+H5S5bkNvANAIIIIAAAggggEAlE2BzEUAAAQQQQAABBBBAoNIJmFmJbTYzmZUOf4hzDH+4czqqV6+ePPTZc5MmNdSlyyZq2rSaZAovk1mIUE2cuFQ9rhqu4cMXhSkGBBCotAJseN4KDL/hJY25/V/Z/QvHbsmyQ0ij966px5f9V2W9nn/+eV1wwQXJg/ZiX+HZzGRWHL6smXlKwqy4ThoYIYAAAggggMAaCfjFSXEFXueG37SZDv+SBY9H75uil5+fnVxIHEbKhD+eFfKZ5zXVxd32kM1vAAAQAElEQVR2iKslI4AAAhVOYOPmW+jAB3+n+ns2SbYtE8Z+/PPj2KpFy/Vt136aOXB40Y3sftyLx0Kfz2vPHmHRsJivwatwFMwU19mWKjZmdxGoZAIDBw7UqFGjKtlWs7kIIIAAAggggAACCCCAwAYW4OMRQGCNBeK5xbgin84NPw+ZDj9P6fFqz6H67Plx4bxkWDqcj0yWS8qMWh7SWJc8+sswtX6H859opxaHbptsk58hTbYpbNvi2Uv1Zo8PNfHTqcn5Vt/+9D7FOs7vW+21Z4907dMEAggggAACCCCAAAIIrEcBPgoBBBBAAAEEEEAAAQQQqAICPXv21MKFC0vtaefOnZP7XEu9QQMC+SbA/iCAAAIIIIAAAj9BIH0tT6w9x4jXAsXs1wp5DP1mqbrfMlfTZq7yGzCTa4yUvchIdeuYnr+/hVpuv9FP2BJmRQABBBBAAIEoUHff7bXLG9eooG6tpJ/1PjYT+lnvn1dO/k4zLnlYi/87utzreH2+GL5Orz17pGufJhBAAAEEEEAAAQQQQACBnyLgv1PE+CnLMS8CCPxMARZDAAEEEMhbgfj/VJ7XdCcL1nQFLI8AAggggAACCCCwYQX4dAQQQAABBBBAAAEEEKicAmYlH8BsZsmN7GYlsz/MOUa1atWUjurVqyfTnps0qakuXTZW06bVAkhGfgI5EyofJk5coh5XDdPwYYt8kkAAgUoowCbnp8Cw61/S6N5v+j0fJXcwHMA3veAAHXN/Jz366KPadNNNS75fODVkyBCdd955uuuuu+R9hVnJPsRnMzNPSZgV10kDIwQQQAABBBBYI4GM37UZ1uC5rIhfsBCzf8mCxyP3TdXLL8zJ/g6o0D+HPto8h3WddV4zXdR1h1AxIIAAAhVbYOPmW+jAh85T/b22TY5gZiaFCINWL1mhYV37aeY7w5Ob2f046Mc/zx5+zIzZa4VXzKFMzmt5rorBPiNQ2QSWLl2qfv36adEizj1Xtv92bC8CCCCAAAIIIIAAAghsOAE+GQEE1kwgfS7R1+TTueHnH9Ph5yc9Xrl1qP7bb4KUPZ0phcLMwlja+bAmav/oL7WhXuc93k47tmmafLyZSSHCWEu+W6Z/9fhQEz+dkpxv9f1I75vvu0979lB4xRxKzrc6AoEAAggggAACCCCAwAYQ4CMRQAABBBBAAAEEEEAAgXwXePvtt/XQQw+V2s0zzzxTp512Wql2GhDIRwH2CQEEEEAAAQQQ+LECZV3P420x/PqfdPg1Qh5Dv12mHj3na+bsjF9OJFkYQnjeZONqeqHvDtpx+43ECwEEEEAAAQR+vkDdfZprl39dq2qb1Jb3sRb6WguFmWn11Lma1f4RLf5sdJnX8Xr/HftzzwqvmEPJdbyOQCCAAAIIIIAAAggggMCPFvDfJ2LkLhTbyZnkdy0ccFjbfwdYH3+n+DvA3wH+DuTn34Hy/p8qt/3HThf82BmZDwEEEEAAAQQQQKBCCrBRCCCAAAIIIIAAAgggUIkFzKzE1puZzEqHP9Q5RrVq1ZSO6tWrJ9OeGzeuqS6dN1Gz7apn1xPWbkmYJk9aph5XDdOwbxeGFgYEEKhkAmxuHgoMv/4ljenzZjheSxb+xLHCa7M/HKTNLzpEfmw/4ogj9Mknn6hNmzbhndKDP2DvqquuUvv27TVjxgyZhbWF8DnNzFMSZsV10sAIAQQQQAABBNZIwC/M8hWks9cx/CbNdPiXLHg8ct9UDXhhtpTJhCFEspIwqYzOOr+pLuq6g7cQCCCAQKUQqLvd5jrwofNUf++myTEtOZplwqaHWL1khYZ1fUGz3hme3Mzux0Q/Dnr28ONlzF6HpQrX4VVYUzhOZqsqNWZnEaiUAmPGjJF/iWv8Wa6UO8FGI4AAAggggAACCCCAAALrT4BPQgCBNRDIPf/g07nh5x3T4eclPQbcMlT/fXF8+PRwAjMM4Z9mktqX3/mwxrrk4ePC9IYdfvd4O+3QJnW+1TcnbOuS75bqX90/1IRBU5Lzrb4/6X30ffBpzx7JYqlzrLHN2wkEEEAAAQQQQAABBBBYLwJ8CAIIIIAAAggggAACCCCQ9wK9evUqtY9mps6dO5dqpwGBPBVgtxBAAAEEEEAAgR8lkL52J9aePfyan9zwa4M8hnyzTN1vmacZs1YnlzrFy4E8b7pxgZ7v20I7NK/1o7aBmRBAAAEEEEDg+wXq7t1cO//rWhVsvJG8r/W5PWckrZo6V7PaP6wln40u8zre2Jd73+6RXTbjKYnYlkwwQgABBBBAAAEEEEAAAQTKESjrdwdvIzLh9zSCvwfr/O8Af8/CiRD+nvH3jL8D/B3Ip78D8X+50vsU2zzHdq9/ShT8lJmZFwEEEEAAAQQQQKCiCbA9CCCAAAIIIIAAAgggUNkFzEo+kNnMih7ebFZcFxQUKEa1atWUDn9AtE97btS4hjp33kRNmxZkb9wJQOGfC5Lx5ElL1eOqYfr2m4VhmgEBBCqPAFuabwLDrntJo/q8GXYrHKH94obCI3Ym1Jv94UBt/oeD5cd0P7Z7NGjQQM8//7y6du0alil7ePDBB/Wb3/xG77//fjKDmSXZR2bFtU8TCCCAAAIIILBmAt5np9fg0+mIN2fG7F+y4PHwvVP18guzs4uG/tnMwu9/YdKks3/fTBd12SFMMCCAAAKVS6Bus8114EPnqcE+TcOGW9FxzYvMslX6tssLmvX2sORmdj8u+vHQs4cfO2P2OqwguQDes0ds87pqBHuJQOUSqFu3btEGDxw4UKNGjSqapkAAAQQQQAABBBBAAAEEEChPgHYEEFhbAn7+MDf8fGM6/Hykx8u3DNXnL00MH23ZKEx+HnPXw5vokoePC+0VY/jdY+204xHbyfyPhW0KYaFeOm+53uz+gSb8Z3JyvtX3K72vbuHTnj3CkpxvdQQCAQQQQAABBBBAAIENIsCHIoAAAggggAACCCCAAAL5LfDoo4/qjTfeKLWTXbt21cEHH1yqnQYE8lOAvUIAAQQQQAABBH5YIF7H43PG2rNHvNbHcwy/Jsjjf18vVfdb5mnmnOzDgy2swCwZq96m1fR83xbaYbtaoZUBAQQQQAABBNaWQN29ttMub/5R1TetLYVu17tek5LX6mmhX77kYS35dBTX8SYijBBAAAEEEEAAAQQQQGBtCvj5wvT6fPqHIp5TJK8WBhis+d8BDDHk7wB/B/g7kA9/B9L//+T7k572/9eK017H8LZY/5hc8GNmYh4EEEAAAQQQQACBCirAZiGAAAIIIIAAAggggEBeCJhZif0wM5mVjoKCAsXwB0KnIz4o2nOjRjXUucsm2m67asl6w5pCNikMU6cs09VXDdO33ywULwQQqCQCbGZeCQy77kWN/vubCof5sF+m7J9QhqH+xQdr8/87WH589+O5h9cxrr/+ej355JPJ+2H2UsMHH3ygs846S/fff3/Re2ZWVFMggAACCCCAwJoLpC/M8To3/AKfdPiXLHg8dM9UDeg3W8pkwpApyr782ec31R86t1jzjWMNCCCAwAYSqNO0gQ58+Peqv8+24RgXNiIc5rzwY9zqZSv1befnNeutYcnN7KtXry7KXifzhDbPHmHpsKivwCs/XBbX2ZY8HrNrCFQygRNOOEFbbbVVstVLly5Vv379tGjRomSaEQIIIIAAAggggAACCCCAQDkCNCOAwM8S8HOHHnFhr3PDzzemw/99xuPlm7/Q5y9NCIuGc43h32nCWcfsECZ3PbyJLn7wF+G9ijWc++jJ2uGIZuFcadiusM0ZhY0Neem8ZfpX9w80/pPJyXlW37/0PueahKXDOsKyXoTw90NiQAABBBBAAAEEEEAAgXUtwPoRQAABBBBAAAEEEEAAgTwWWLlypXr37l1qDxs3bqyOHTuWaqcBgbwVYMcQQAABBBBAAIEfEEhfqxNrz+lIX/vj1wJ5DP5qqbrfMl8z56wuuvbHrwDy5TbbtEAv9G2hFs1q/cCn8zYCCCCAAAII/ByBuntup53f/KOqbVI76YczhSvxfnj19LmaefFDWjxoJNfxFrqQEEAAAQQQQAABBBBAYM0F/PeNuBavPXzacww/j+i15xi507GdvFoYYPCT/w6sxgwz/g7wd4C/A/n2dyD9/0pex4j/n+U5hr8X6x/KBT80A+8jgAACCCCAAAIIVFwBtgwBBBBAAAEEEEAAAQTyR8Cs5AOazUxmpaOgoEAx4gOhY44PivbcqFFNde6yiZptV6DkC4DD2AcXmzplqXpc+a2++XqBTxIIIFDBBdi8/BH49o8vavTf3052KON3V4bKk0f9iw/W5hceJD+m+3Hcc1nRrl07ffvtt9p///3D0qWHGTNm6JJLLtGll17KQ/dK89CCAAIIIIDAGgnEC3I8lxW5Fyv5lyx4PHjPVL3y4pzw2abwi14YPCelzvl/zfSHzi3ECwEEEKjsAnW2ra8DH/69GuzXTAqHOR+ZWbZcsVrfdnleM//1TXIzux8v/fjo2cOPqTF7HUOFL58uLPM6sXMIVDaBLbbYQieddJL8PIZv+5gxY/TBBx8kX2jh02sjVqxYocGDB+uOO+5IznVcdNFF8vDzHt42dOjQ5LiyNj6LdSCAAAIIIIAAAggggAAC60OAz0AAgZ8ukHt+0Kdzw88vpsPPP3r0v3moPn95QjhPaeGDQ4RzlgpTPux25La6+IFjVVFfv33kZO10VHMpbHPYcmVfpuXzV+jN7h9o/MeTkvMivp/pffc67ePL+bRnj3Tt0wQCCCCAAAIIIIAAAgisfQHWiAACCCCAAAIIIIAAAgjks8Ctt94qv34zdx+7du2q7bffPreZaQTyVoAdQwABBBBAAAEEvk8gfY1OrD3H8Gt80uHXAHkM/mqZevRcoFlz/ZtoTP7HP8fCqP5m1fX8/dtr+6Y1wxQDAggggAACCKwrgTp7NNMub/9J1TerK4sfYl6ZVs+cr9ntH9bi/4zkOt5oQ0YAAQQQQAABBBBAAIGfLeDnC+PCsfacDj+P6NOeY/i5RI/caW8jVhX9voYFFj/27wDz8XeFvwP8HeDvQOX+O5D7/0Q+7f9NPfv/R3mka5/2iP8f5jl32tvKioKyGmlDAAEEEEAAAQQQqBQCbCQCCCCAAAIIIIAAAgjkmYCZX9xbvFNmJrPSUVBQoBi5D4f2hy15m+eGDWuqS9d6at68elipSWGQv8I6p09brmuuGq6vv1rgLQQCCFRcAbYsTwS+/eOLGnPX20qOxeE4bJY9KHuqf/HB2vyCAxWP357Linjsb9asmT788ENdcsklKu/Vp08fnX766frss8/Km4V2BBBAAAEEEPgJAvFCnHT2OoZfyJMOv9DH44F/TNErL85RJvyRh3/fgn9uyOf8vpn+0KmFTxEIIIBAXgjUaVJfBz78ezXYr1nYn3Dky4SDXVKFI+CKVRrW5QXNeOPr5OYIP2b6cdKzhx9PYw6LJIO3JUUYpeswmY8D+4RApRTYfyzhdgAAEABJREFUZ599dMABBxRt+5tvvqlx48YVTf/cwn/mv/32W1177bW677779PXXX2vRokVFq/Pa2/7xj3/oz3/+s8aPH1/0HgUCCCCAAAIIIIAAAgggUIEF2DQEEPiJAn6OIL2IT+eGn1dMh5939HjxxiH6vP/EcHLSBz9X6eFry2i3I7fVRX2P8YkKHWc/dJJatm3u/8JUuJ2+Dxktn79cb3b/QOM+mpicb/X9TRvEOlr5wl579kjXPk0ggAACCCCAAAIIIIDAWhVgZQgggAACCCCAAAIIIIBA3gr49Zp9+vQptX+tW7dWhw4dxAuBKiTAriKAAAIIIIAAAuUKpK/NibVnj3hdTzr7tT8en3+1VN17ztfMOav9gqew/uy1QqFQ/XrV9MJ9zbV901o+SSCAAAIIIIDAOhaovVtT7fzWn1RQr07JTwrd86oZ8zWn/cNa8p+RXMdbUocpBBBAAAEEEEAAAQQQ+AkCfr4wzh5rzx7p84de+/lDzx6x9uyxcuXKot9NfJqo3A8w5r/fBvnvx8/QKtz52ePvAH8HKvffgfT/D6X/f8nrGP7/WGVF/P+xH5sLfuyMzIcAAggggAACCCBQ0QTYHgQQQAABBBBAAAEEEMhHAbPsA6HjvpmZzEpHfAi059yHRFevXr3oIdLbbFNDnbtsqubNw+ngjJQ8dy2M/ATz1KlLdM1Vw/TVl/Pjx5ERQKDCCbBB+SDwzTX9NPrOt8MxuPBAXHgcziijzS4+SFtccGDRcTv3mB6n/XgfwyzbL9x55516+OGHyyV64403dMYZZ+jxxx8vdx7eQAABBBBAAIEfFvDfn3yudPY6RryYx3P6oq2+d0/Vqy99JwsLW+E4SWH6txc00/912j5UDAgggEB+CdRuvJkOePj3arB/c5lZsnOeTCatymhEt36a+cY3ycXu8bjp2cOPqzF7HSNZSRj5dEh5OrBbCFROAT9vcfzxx2urrbZKdmDRokXq16+flixZkkz/nJH/rL/33nu6++67NXfu3GQVZqaGDRvqkEMO0UEHHZR8nlk4roR3p02bpl69emnw4MFhigEBBBBAAAEEEEAAAQQQqMgCbBsCCPwUAT9HkJ7fp3PDzyemI/47zUs3DtWQVyYrOX0QTiGYLKzKQ9qtbVNddP8xYbpyDGc/dJJ2Ojr8m1LcGd+XsCsrFq7QW90/0PiPJiXnW+O+Rw+38tqzh+9tzLm1TxMIIIAAAggggAACCCCwtgRYDwIIIIAAAggggAACCCCQvwI9e/bUzJkzS+1gly5dVLt27VLtNCCQvwLsGQIIIIAAAgggULZAWdfneJtHvJbHc4x4zc9/v1yq7rcu0OzvMiq6TEgmhYnN61fXC/dvr+ZNa4kXAggggAACCKw/gdqtttUu71yv6vXrKvTK2Q8ORRi0auZ8zW7/sBZ/MqLoOt7Yv3tO9/1e+8Ix59Y+TSCAAAIIIIAAAggggAAC/jtDbvjvFzHiuUTP8SG36ew1sVIYYPDT/w5ghhl/B/g7wN+Byvx3wP/fyMP3IZ29jhH/fypm/z/P9P93+bSHt3n+vij4vjd5DwEEEEAAAQQQQKACC7BpCCCAAAIIIIAAAgggkLcCZn5pb/HumZnMSkd8ELRnf9BSOqpXr170MOltGtZUpy6bavsW1cN6wnrjumSaPn2Zru0+XF99MT+8wYAAAhVOgA2q9AJfX9NPY/7xjsIhV2YWcggp1NLmHQ7VFv/vwKLjdfo4nq79OB/DzMKyxfG73/1OX375pXbddVeV9Ro3bpx8nmuuuUY/5h8Py1oHbQgggAACCFRlgdz+06fTES/eSWe/wOf+u6bo1f5zlEn9UahDh6xzL2im/+u4fVVmZd8RQCDPBWo32kwHPvx7NWi9nR/5/NAXcibsdTgqrlit4V2e18zXv05uZvfjpx83PXv4MTbmsEBYNiyT8WV9KhxJU3W2JU/G7AYClVhgiy220EknnSQ/J+27MWLECP373/9Ofn59+qfGsGHD9MILL2jFihXJos2bN9cNN9yg66+/PjnHcf755+svf/mLrr32WjVq1CiZZ9myZXr66ac1ceLEZJoRAggggAACCCCAAAIIIFAhBdgoBBD42QJ+3jA3/DxiOvw8o8eLfxuqzwdMTM5NJKcTw+nFTDhDGc4uavejttVF9x39s7djQy34mwdP0k5HNw+74HuS7FDYP2nFwhV666r3Nf7DifJ9d4+YvXazmL327Y85t/ZpAgEEEEAAAQQQQAABBNaCAKtAAAEEEEAAAQQQQAABBPJU4OOPP9bdd99dau9OPvlknXPOOaXaaUAgrwXYOQQQQAABBBBAoAyBsq7L8TaPeA2P5xh+nY/HZ18sVfdbF2jWd6vl88ZrnqSMNt+smp6/r7m227ZmGZ9IEwIIIIAAAgisU4Gw8tq7NtFOb12navXrhp65+Bpe77NXzZin2Zc8pMUfD0+u4/V+Pfbznn2emL0Oq0v6es8esc1rAgEEEEAAAQQQQAABBKqWQPr3Aa/LCv99ovcLy7XpyYtV75Sl2ixEg1OXafPTlmvLX68IsVxbnb5CW4fY5owV2ibkhkksV6PTs9E45ManL1MSv16mJqFu8uul2jaJJWr66+Jo9uvFSuK0xdou1NudtkjNC2P7kLc/baE8WoScxKkLtEMS87XjqcXR8tR5SuKUedopibna+ZRs7BLyLqd8J49d283RrqeECLlVErO1W7ts7B7y7u1myWOPk2dpj1DvcfJM7VkYe4W818kz5LH3ydOVxEnTtU8S07TvSdnYL+T9Tpoqj9a/mqrWoW79qynaP4nJOuBX2Tgw5AN/NUkeB504SdmYqINPzMYhIR9y4gR5HHrCBB0a6kNPGK/DkhinNidk4/CQDz9hrJI4fqyOSGKMjjw+G21Dbnv8aB3l8ctRIYcI+egkRuqYX2bj2JCP/eUIefziuBH6Rah/cdxwHVcYvwz5l8cN0/Eev/g25BAhn5DENzrxF9n4Vci/+sXXOsnj2JCT+EonH+vxpdodm41TQj7lmC90yrFf6NSQszFUpx2TjV+H/Otjhuh0j6Nj/p/OONpjsM48OhtnhXzW0Z/rNx5HhZzEf3X2Udk4J+RzjvpMv/Vo+2nIn+rckLMxSL9rm43zQj7vyP/ovLb/0fkhZ+MT/f7IbPy/Iz+WxwUhX3DER7rgyI90YcjZ+FD/d0Q2/hDyH474QBd5HB7y4e/r4qL4ty45PBvtQ27f5j21P/w9dQg5G++qY5tsdAq5U5uB6uxxmOd31OWwGG+r62HZ6BZyt8Pe0qUeh4Yc4rJD31Q2/qXLD83GFSFfccgb8rgy5Gy8rqsOyUb3kLsf/Jp6HBLCc4irD35V2XhF1xycjWtDvvagAfrjwSE8h/jTQS8rxnWhvu6g/rre48CXdH2IG4riRf35wGz8JeS/HNBPfz0whOckXtDfDsjGjSHfuP/zuumAEPv/UzeXiOd0y/7ZuDXkW1s/q577h/Ac4rbWzygbT6tX62zcHvLt+z2l3iXiSfXZLxt/D/nv+z6hO/YLEfKdSTyuO/f1eEx37ZuNu0O+e59H9Y9U3LPPI4pxb6jv3fth3bdPiL0f0v0l4kH13TsbD4T8wF4P6MHCeCjkh/bqqxgP73W/Ht7zfj0S8iN73qdHU/HYnvcqxuOhfnyPe/TEniE87/EPPVkUd+upPbLxdMhP736XnknFs7vfqRjPhfq53e7QPwvj+d3+rhgv7NZHSbTqo36h7teqt15MxUutbleM/q16qf+uvfRyyC/vepsGpOKVXXsqxquhfnWXW/VaYbwe8uu73CKPN3a5WUnsfLP+Fep/7XyT3kzFWzvfqBhvh/rtnf6md3YOsdNfNTAV7+70FyXR8i96L9Tvtfyz/l0Y74f8fssbFOODUH+w4/X6MInr9NGOxfHxjn9SEjv8SZ+E+pMd/qj/FMagkAftcK2ycY0+3SFEi2v0Wciftbha/y2Mz0P+vEUPxRgc6sHbd9f/CmNIyEO2v0oeQ7e/Ukk0v1JfJHGFvmyeja9C/qr55Upiu8v1dai/3u4yfZPEpfp2u2wMC3nYdt2URLNuGh7q4c26akRhjAx5ZLMu8hgVchJNO2t0Ep00pmk2xoY8tmlHJbFtR40L9bhtO2h8YUwIecK27eUxscklmrhtiJAnJXGxJjfJxpSQpzS5SB5TG1+kqaGe2vgPmlYY00Oe3vj/5DGj8YVKotGFmpnEBZrVKBuzQ57d6P/JY07D/6c5oZ7T8Pf6LonzNbdhNuaFPK/hefKYv815mh/q+dv8TgsKY2HIC7c5Vx6LQl60zW+1aOvfanES52jJ1tlYGvLSrc+Wx7KtzlY2fqPlWxXGlmdqeYgVIZZvfrqWb3G6ljX4tZbVP01LNztFS+u106JNTtLKsVPl/3/l/9/lWamXt6Umv7cs+N53eRMBBBBAAAEEEECgwgqwYQgggAACCCCAAAIIIJDfAmZWYgfNTGalIz4Q2nP6YdFe+wOXPHts07CWOnbZVNu3qC5lMmEI4Z+QkaZPW6prug/Tl0PnewuBAAIVSIBNqdwCX1/9gsb8Y2A45mb3Ixx+wzE4WzfocIg2P39/+TE6fbz26XT48T2GWcl+wNdkZmrVqpW++uqr5CF43lZW3HjjjTr99NP1zTfflPU2bQgggAACCCBQhkD6Ahyvc8Mv2EmH34zpcd9dU/Tay3Ozv8Mp9N+FoZDP+7/tdGGH5uKFAAII5LvARg3r6YBHfq8tDtg+HP0UwqQw9kGrMxre5QXNePUrrVy5Un4s9eOnZw8/3sas8PJpj1AmQ7pOGvJgxC4gUNkF9tlnH+29995Fu/Hmm29q3LhxRdM/tli6dKneeOMNrVixIllkl112UZcuXbT11lsn0+lRkyZN1LFjRzVq1Chpnj9/vvxz/fiRNDBCAAEEEEAAAQQQQAABBCqYAJuDAAI/XiB9DtDr3PDf/9Ph5xc9+v1tqAa/Oklm4XxkiDCWCkd7HN1UF917tCrr66wHTtJOv2gRdifskA8hfF9WLF6ht3t8oHEfTEy+PNRd3MKzh9vF7LUvE3Nu7dMEAggggAACCCCAAAIIrJkASyOAAAIIIIAAAggggAAC+Spw2223lblrnTp1KrOdRgTyWYB9QwABBBBAAAEEcgXKuh7H29Lh1/DE8Ot7PD77Ypl63LZQc+ZlZKZsKLxCvWWDGnrh/ubarknN0MCAAAIIIIAAAutbIH5e7V2baOe3r1eNBptIoY/O9tnZYvWsBZrT/mEt/mhYch2v9++xv/ec/n8BrxVeMYdS6dqnCQQQQAABBBBAAAEEEKhaArm/E/i0h/8+4ZHJrNaq1Qq/b2SSvHJ1yKsy8rwy5FUhsjnM4+8lofC+kmX8vZWrvA7h74X5V3n2CO3Z9zKF84Z5Qlvyvs+Xqn09/lkeRbWvwyOZz5fNrmeVT3v4e+kI6yxa1utkv8JycZ5kmTAd3vPPieH7GuvibYuf5dmXCZZXppkAABAASURBVFG0ntDmdc56ipb19zz885II86fn9fc80m2F9WrP6ffStb9XGD7fan/Pw9ti9jpGYVuJ+eJ7hdnXE7c7qQvbV4W/FKtiHdbj73n4vEmO76Xz6tXJd/0l74dlipaP84S2+J5vU1KH97I5/D0MdbKMryd8frY9o5iT9+I8SS7+PJ9ndVhmVRKZ5O9belvL/Ly4PWGZ1clnZj8ru55svco/Jz2fzxvaViexOnzO6tT2hTrM68tk388k73m9KixXvD0+X4hkHT6P1x6ZsL447fXqsLyHt3msDu9np1eFZVeFda4OsSrUq8uLZHt8GY9MWJ+H1yGS94qns+sJ7UXr8tojEz43d77i6dKfvTp8jofP4+G1h9ceXnuk6zCd/DcIuYzPz36Gv+fhy3l4nQ5v84htXntkpzPJerP16uBWXmTnC8utjPOGunDZzPcstzqZx+ddLZ8vk0xn69Xfs1wmeS+7XHY+rz1KLpsp2p7VWl1YZ1Kfka0zKjFfsu7VyqRyus5+3mqtTq1ndZjX5/GItWePdJt/TiYslwnzx+3xeTySttDuOTvf6qJt8Pdj+Ptee/bw9SQ5LBvbYy6xnrD/peYrbPP2OG9c1rNH8Xurku1Jpgs/K74fc/Jeep2h41kdIhPmT8Lf8/DpwhyX9Rz3JdmW0BEmy/i8yTqKP79ovuS9rFN23lXhv8uq1HaGusR6iuf1z8t+TmFb4fbE9WT8M2Obr8OjjM8rMV+yTPjMovm89vCOtazPKWzz5Tz88zySOrtcye1JOkfF7Q4HGSWfn/t5YR3+PyfJe2G7s3X8rJBDW/a9sF1h3mxd1uf5+6E9zF/4PzDJ5xWtL7Rnl/X5wnp9u0MUvR/qZPvjfGE743p82+N8Sc6En8MQ3q9kQk5H+v9AvT09nVsX5DYwjQACCCCAAAIIIFApBNhIBBBAAAEEEEAAAQQQqAICZlZiL81MZqWjoKBAMdIPjfbaHyrt4fU229RUxy6bqsWONQrXE1ZvkoU/M2cs17Xdh+nLL+aLFwIIVBgBNqQSC3zV4wWNuefdcISVzPxIG8Ikhdi806Ha/Lz95cfmeIyO2dtixGO7ZzOTWXEovMwsjLODmenRRx/VHXfckW0oY/zCCy/ojDPOUL9+/cp4lyYEEEAAAQQQSAvEC248lxV+wU46Vq1aJY9775yi11+eG1aVkTIhspUy4c/vLmyqC9o3Dy0MCCCAQNUQ2Gibemr98PlqcOD24Sjox0SPwn1fvVojur6gma99rZUrVybHUD+OxmOrH3u99uxLePbw2iNd+3QlDzYfgUov4OcyTjrpJDVo0CDZl0WLFiXnH5YsWZJM/9jR5MmTNW7cuGT2jTbaSCeccIJq166dTJc12nzzzfWrX/1Kfl7F3x8+fLimT5/uJYEAAggggAACCCCAAAIIVDQBtgcBBH6kQPrcn9e54ecN0+HnFT1e+OsQDX5lUvIpvoz/O01yRvL/s3ceAFYUWRc+980Q1N9ABhNgDqACYk6rrq66a5Y1rGtWEBQMgBlzAuOaWBNiTphQEUTJiqgkM+aMrgnJ6f33VL+a6XkzQ9ABJpx+dereulVd3f3Nm+qemnoznm2117o4+fY9Ql1Vzg6/c39svNd6/juo4qvgr6PmTp+HoeeOxOcjvgxzreRDJrQUeURLn3tHm++zLImACIiACIiACIiACIiACIiACIhAlSOgExYBERABERABERABEVimBB577DE89dRTpY7RqVMn7LFH1f8dTKkLU0AEREAERKByEtBZiYAIiEAlJVDWOhzGorhuJy2u66HemDgbPXv/jp9+XZhcWRZc8gQ3aFS/EE/+twWar1U7qVMuAiIgAiIgAiKwQgnU3XQtbPxyLxQ2WDW5X3MBL+VntfB/v+PnU+/FzNEfhnW8vM+n7/3043MBre/iffCOT4/3/2I/iSgXgRpOQJcvAiIgAiIgAiIgAjWMAH9OSIs/QxSr5M8LBgPMYADMLBF8MxeYUQgeYr2H3IUbcLPgGWgYh2dmBoNvnlnwDMEwY50XEazBALgL85d7IYGbB82MHmgSDzB/MadhHJ6ZFUURPQ8hbHQo1rg1Dwa5jxAD3LgMZgZuzIsUYl7yBMozs+C4B5clMsAdlzuh3rxo4MbczHOXJ3gFwCwUgge63sKt517wlFTAy0FJ0cy85DLAHU/ueIwF8xJ8M8pjZgZPgME3ZhRyRQPrErkP3wwwfzGnMfjmDcyMRTBLPANYoNz1BDNLBN8MMH8xR9xCvRcMMDMYks2CZ6DxsFuDmQtw64IBLrPEussi4I6ZeU6PMsBLHkLY3DFjDDAzGJDI/eAVB2DGQojC4ouxIMBDgGesg29GsY6xUPCA+wgxwMKL1hViHjHAwwCzEAueZ+YRF2MuTx6Dbx7zGndCbublII8YPMbMhdzmrieYWSKGDTB/MYdv5kKsZ4F+iMXMg0lCup03g/nLgyjaDGCcmZnBkGwWPEMw8I11VHCtOBw8QzRgGwqgC/OXe/AQwmZIfA+YGQzIKeflDFjngm+G+ALMDIDLEw19MxbouYJvyBkPADD4ZjBzBQ/B99wtAAPgdUEAzF9FeS5OE8KeJfVs4fIKlt14AclmNBZaesYEMy8HeZ0B5i94Gb6Zi77BX4y5LMRiFkpe62XWBQFukNTAN3quJAFeaWYw+OaZBc8QDHxjXVoeYp0xo4wBV2yTuKxxD27ZwMXkQrodAPMX82DgW64eHjArqoWZATDkjLv0DQBggIu522A88+RBwDMz85weRd9lQBJ0x+tZsBCg52LM5ckL8M1rQwGhlZmXAbgJWWLhmyEJugHcNYSXAe54cifX2LwE34zymJnBE2DwjRmFXNFgRnnZXPDNLcDMlSQvGsxc8M0A8xfzIlnOYxsKvoWYZ6Gtl5lYFwS4AWvhmwXPQMM4PDMzGAA3MH+558kA+m4Yh2dmBgNySjwPIWzumDEG0CQefXouTwgymLkAGODK5cF45nUeBDwz8zLgniv4hpwBQN/AjXmRcg1yxqu9JhTczaU4b5t+7qKfqy4xZxtjZdlMWUHFREAEREAEREAEREAEREAEREAEyiagqAiIgAiIgAiIgAgsbwJmPkGcOqiZway0MpkMogoKCpAv/gMkxpo0qY3Op6+K9Tco9Ilk79h/h89/RMnCjz/Mwfk93sekCdO8QkkEREAEROCPEph8zhP47I5Xw+4+zPoQ6yNtlgLqd9kRDf7dPozTcWzm+JyvOKbTmpUc99mxmdEEmRX7p512Gl577TWss846oS4/e/fdd9GhQwdceeWV+VUqpwjIFQEREAERqNkE4gKctKUfVbwoeiHocxEPdfvN32LQwF8B3pp5f6YA0Bx7UguceGpLaBMBERCBmkZgpaarY5t7j0PD7TfwS+cA6YbJB0eWpnR7Aj8+P7now+wcTzm2Uhx3o+UuLFP0qbTPsiQCIrBiCTRu3BgHHHCAP/vwuxv46KOPMHz48DAvsqRn9vnnn2P27NmheYsWLcqd3wgNctlGG22Epk2bhtJvv/2GL7/8MvhLkqmNCIiACIiACIiACIiACIiACIiACIhA5SHA+T4qnhH9fHG+MIpziVFPXDYBE174NsxLcGbCzBLfgK32bo6Tbt09dlvl7T/v3B+b7rNhch2562Rh3sx5GHruSHw+4ssw30pO5ENLkWW09KO4L8UyrSQCIiACIiACIiACIiACIiACIiACVZGAzlkEREAEREAEREAERGDZErj++utLHaB+/fro0qVLqbgCIiACIiACIrCsCKhfERABEaiMBNJrbqJPS3GtTr64nod6Y9Ic9Ow9Hb/8xr9Kk7uy3Fqgxg0KMaBvS6y7Zu1chYwIiIAIiIAIiEBlIFB3k7Ww8csXo7Dhqrl1ygbjiXm28Ce/r596D2aN/jCs4+X9Pv85gGU+I1DcLdp8n2VJBGoyAV27CIiACIiACIiACFR3AvFngWjj9bIcxZ8fqGx2Yax2mwVfyP1962ywIQKvCPXB8SlHT97M62IbWm/B5FE33oIpyCOxnuXQGR2P02ddKHqZPvfOlYuO52U/oCdvE+oT626IldvOGyQtPfe+vbE3TXzPvcjcQ2zHej+fnPGg14WCu7l4chqeM54zodbLXvRWXgp+bl/3/SAM8ghe7/HgMeR7eL0nL3iQtaGQFOkmKqOdt80l79779Ib8ennBw0l79uI1NB5zk2vjxgvJ8XJOqt4j3oB9eS9eYKLnYnKFY7AN94o27XsbD3szP7o7XmQn3oKeyxOP7g2YXKl2XuGlkPsOXkfXI7l+kvNiB0ksNPCiV7OhFz0ePD9kCHrZ69mXV3pKCkk/3oZtc+2SNiEQ2uVa5nz24xG2dRPaeuZRz1P9eL2nJOA1PA4LoZ3v5yn05xkTq3hA91mTFLlP0t5j3pmnpIL9uXyHkId2Xukp1HMf78ir6bmS3T1E3+U13DHxWBl288wj3gn788Zs4rGksdcE31t7lZdCOw95wEveiI6Le7nx6uJ2XstU3C7Zzxt4YtTlO/hubBZi3iJJDLKO8lo3foQQXHS70DZp5zuEvnwHT34sDxTnXhU69baevIp75tp5HUus94rIxV2v9wp3GIu70WdFrrnv7EfJFdzzKuYM+x4e9+SFXD/eV+J5yCvYlxsWGHZLw/25b1JM2njMQ9zdPa9ICtGPbfzgbOL1i+4ntGeToKQv7shzCXXuMBpizKgQ8yhtWuwjhD0L7fzwwfWzYzuvd8Ma91gXKt3xFNxUO2/hpZDzWqLCOXkPifX92IKdhhgLlO+ZzSJ0GYr0vC3bBdH3irCPt3WXLZI+vRzaeMQtY96aLV30XB7n+dCEoGdJO69jX17hyZvEPhh0xXYMe5H7JAoF1noHXhk8t0kK/RS387ax3l1vkqpPzp0xbxJrvc+Qitt5jRe8CVu6/GR9z9DIXa/ykjtek8S8Zc4JnjfwlGsT23mfHgk5G3nYd/GIO+zHjYeDF+LegVtPHkquzdsme3uVB9k6MaER27gT6hj2psFnzJu67xE/CNuxPlEu93hoEKy38x1KtAtxP37S3BvQTwruJbsyWm47r8wlPltFhWNwH69L+15cbMostoUaiIAIiIAIiIAIiIAIiIAIiIAIRAKyIiACIiACIiACIrBCCJhZieOaGcxKK5PJIKqgoAD5KiwsDLEmTeqgc9dVscGGhYDBN2YU8NOPc3FBz/cxacI0jyuJgAiIgAgsLYF3znkSn/UdVrQbR1cfssHxtsHpO6Lhv9uHsTiOyRyr0z7LcSynNTOYFQu+mZnnSTIr9pMIsN1222HKlCk46KCDYqiE5YdDzj//fPz73/8G/7FeiUoVSEASAREQARGowQS48IaXn7b0o+JiHVreU6Nuv/lbDHr+V7CdZ6Doc0HQMSc1xwmdWrBbSQREQARqJIG6TVZD+3uPRYMd1vfx0VOW8hEySwFTug3AD89NKvowO8dWjrMUx9JoCY9lij6V9llczv9aAAAQAElEQVSWREAEViyB9u3bY+utty46icGDBy/V3MNXX31VtO+aa66JunXrFpXLc1ZZZRWsvfbaRdXff/99kb8YR9UiIAIiIAIiIAIiIAIiIAIiIAIiIAKVlADn/fLFecKoOIdI+/ilEzDhxW/h047+6xmfc/RrivtutVdznHTLXzxSvdJhff+OTfbZkBOt4ZrdCXbuzHl4uecIfDbsizDfSl5kREuRS7QkwjJFn0r7LEsiIAIiIAIiIAIiIAIiIAIiIAIiUEUI6DRFQAREQAREQAREQASWIYEbbrgBY8eOLXWEM844A5tttlmpuAIiIAIiIAIisIwIqFsREAERqHQE0mttok9LxTU6tBTX8ESNnTgHPa75Hb9M4z/vynLpT9Hap0YNCvDUf1tinTVrVbrr1QmJgAiIgAiIgAgAdTdeExsPvRgFDVYNa3f9Th7u5cwW/PQ7fup4F2aN+iCs4433fj4LUOlnBPrkGW2+z7IkAjWUgC5bBERABERABERABGoUAf5MUJ6SnyPSOAx8eQb+KWozAx3P3cI3eq4ksSoRGDDm3obJPHMxBRnMXB5lSjyDB2H+Csm86I6ZeY5kcx8smecueNkTEteChW9mxhwMBNcdM/McYUs8AzyWKOfCci8vAzAzAC5PNPRDCPCiocinE+Rxg2/mda7gIfieJ5bt4Ju5YLkX3LpY5/LkBfiW1LuTqwdYZ2aJA9/cBSy8PGOCmZdz8gLCZswNfHnGBDODZ/DcLXyjRyHEctUw85jLcyQbPReTyxt4MvCFdLvgG8AUZDBzIdkSzwBP4ObWq71oMHMx5ko8A5hcYB0Fbga+6MFjiRCM526TWgOC73lICAF3ab1gQQibmbl1efJw8M0suMzNzGOAmdsgAO4yM3cM8NwV6gw0MIQt+F4wyuC5i0EKvnkMHjUXfDPK66KF+x4CGPDMXPDNKNa5PCEXRrKZF10GsM4scTz3AHyj50oS2Cg0AQPGHMlG38CA5zCzRPDNXDF5HPAAU5DBzIVkSzwDmFxgHYVQCDm4eQwseTi47puZ5yHq1hA2j8FLIYWQwcyFZDMzd1yeEGQwcyHKqz2ZGRAEwF1m5o4BnrvoADBzhwLch2+G5AW3LtYFASHgmZkBtJS7nmDmucsTqwBYeME3o1jhDg1C5sGQDHx5xgQzL1Gss5jRMfDlGbzaZfAMnruFb+a+wTMmmJnLiwbQoUHY6LmYgsyrXaEOSDxzxxLfght8M3OLZHMfLJnnLnjZzGAA3IAW3FhgyQOJazBzsc6VeAYP5hSNIXkhbGbm1uXJK4JvZsENIWaMsl0QQOO5W4MBiULQS7QUgMQYkpeXAZgZM7cA3GVmiRNyVtMxM69ywbdgzMMGz5hgZjkB7gCwkJhZzjcAZp67PPcCfDPw5Y5bwKtyslDwHMlGz5Ukb2OJWOk7eYkePIjgW3BhZokQN3PHlSSAlnLHzDxHbjO3LiYXWEd5lMlgblweQxByxty6kGxm5o7LE3IKIS9YkFd7MjPm8BCCC4OZC4ABLuZuPYYgACFkbqikaGbuGGhgCFvwvWCUhRDM3KFYdBew8EJq47MVxWevaOlTqWbBLSsWKjzLuJREQAREQAREQAREQAREQAREQASWiIAaiYAIiIAIiIAIiMCKI2BmJQ5uZjArrUwmg6iCggLkq7CwMMQaN66DLl1Xx/obFHi/XD5Mcfkw8L//zcEFPd7DxPG/eZ2SCIiACIjAkhKY3PMJfNp3WInmHF2znjU4fSc0PLp9GIPjWJweozl2s0wbZVZynGfHZkYTZFbsh0Aqq1OnDgYMGIArrrgiFS3p3n///ejQoQMGDRpUsqLGlwRABERABESgphLIX2DDclpcoBPFD1rSp73t5m8x6Hn+/OT3Zt6fKRjMDMef0hIndGxRU5HqukVABESgiEDdxqthm3uPQ8OdNvDxEcWCbwZ8fOYA/PDcpMV+mN1bJx+G5w9aLLg4VrtREgERqAQEOLex//77o379+uFsZsyYEeYnZs2aFcqLyubMmYNff/21qEm9evWK/EU5ZoaVV165qMkvv/xS5C/aUa0IiIAIiIAIiIAIiIAIiIAIiIAIiEBlIMD5PSqeC/188XcyUfzdDH3axy+biIkvfRd29WnGMO/Igpmh7T4tcNItf2GxWuqwO/6OTffbKHfNhuQFLJg9H6+cOwKfD/8yzLdGVrQU2UYbwTBWlh9jsiIgAiIgAiIgAiIgAiIgAiIgAiJQuQno7ERABERABERABERABJYVgR9++AE33HBDqe5btWqFzp07l4orIAIiIAIiIALLjoB6FgEREIHKRaCs9TaMpcU1OmlxvdPrE2ajx7W/49ffs2G9DzzPJTRtVIin/9sSazerBW0iIAIiIAIiIAKVl0DdjdbExq9cglqNV0+dZLKSN/vLDPzc8W7MGvl+0Tre9PNA+lmBPjuINt9nWRKBmkdAVywCIiACIiACIiACNZMAfy6ISv8MsXDhghJAsl46fPe6+PaJBkX65smG+OYJl9uvgxrhqyepxvjySdeAxl5ujC8HNCnSF+5/MaApPs/pM7efPdUU1KduEzXDJ09Ra+Ljp1xPr4kpbqc8vRaiPnL/o6fXxofUU2vjg6fXSfQU7brur4v3n45qjveedj3THO+6ffeZFqDecZuoJSY/Q62HSc+4nl0PE3Oa4LZY62P8s67n1sfbz26At5+L2tD9DfHWc1Eb4c3nXAM3wji34wZujDdSGjtwEwQ9vyleH+hy+1rQZhjzfLFGP785gl7YHKOCWrmlWmPkC1Qrt64XW2OEl0e4HR60BYa9mOhVt6++uCWCBm2FV150uR0a1AYvDyrWkJfaYsggl9vBQe0w+CVqa7z0UrEGDW6PqBfdf3HwNnghp+fdRg0cvC2innP/ucHb4dmcnnH7zJDtQT3tNtEOeHoItSOeGuJ6eUcMcDvg5Z1APek20c544uVEj7t9fOguoB5z+9jQXUE96vbRobvhEeqV3fCw24df+QseCtrNLRXLu+PBV1yv7o4HgvZwuwfufzVqT/R/1TVsT9zn9r5hf0W/Iu2Fe4dF7Y17hrmG7427g/6Gu4YX687h+3jZNWJf3Dnc5fa/Qfuh7whqX7eukfvhDi/f4fb2oL/jtpGJbh35DxRp1P64ZaTL7X+CDsDNo4p106gDvUwdhJtGu0YdhBuDDsYNo4p1/ehDcP0ol9vrgg5Fn9GJeo8+DL3HuNxe6zbqGvevGdMBV+d0ldurXvunl12vHY6rcrrS7ZWvHYErcrrc7eWvHwnqMreJjsKlrye6xO0lY/8F6uKxRyOql/u9xv4bF1Fv/BsXur3wjWOQyMs5/wK3F7xxLM6nxh2L89yeN+44UOe6TXQ8zhmXqKfbnm+egB5BJ7o9Ed3fjDoJZ7/peusknBV0slvqFLen4My3cnq7I854y+W2W1AndH27pE738unjO+E0t6e9fSq6jHe93RmdUzr17S4IGt8FnYJOcxt1OjqOz2lCV5yS08luT57QDSfldKLbEyeegRMnuNyeEHQmjp9InYXjJhbr2Eln4Vgv0x7j/jGTzkbUvyd1R9TRk3sg6l/u/2tyTxyV05Fuj3znHFBHuE10Lg5/hzoP/3zH9e556OC2w7vnI+ow9w979wJEHer+oe9diEPedb13EQ4JuhAHe+xg9w/K6UC3B77fC9QBbhNdjP3fpy7BP953fXAJ/h50qdtLsd8HUZe57/rwMuz7gevDy7EP9cEVbq/A39wmuhJ7f+D68Ers5XavD6/CX/O0p5f3/Ohq7PGhy+3uQdfgLx8Va7ePrvWya8q12C2oN3adQvVx2we7TMnp4+uw8xSX252CrseOHyfawe0OH9+AoE9uwPYf34jtP7kR2wXdhG0/KdY2n97sZdenN2GboJvR3mPtP/0Ptk6p3We3IKqt+20/uxVtctrK7Vaf34atPrsNW7rd8vPb3d6OLdxu8fkdaJ1TK7etvuiL1jnRb/XFf7F50J3Y7AvXl3diU7ebfnkXEt2JTTy2iZc3zmkjtxt9dTeoDd0GfXkPNvjK9eW9WJ/66l6s53a9r/phfRdtovvQ8iuqP1p85fq6P5oH3e/2fqz7ddQDWOdr1zcPYG23a3/zINYq0kNY85tiNXO/2bcPoWnQw26L1eTbRxD03aNo/K3LbaOgx9Dou8fQMOr7x9Hgu8eBwow/NfHJyU0upZ+xstlsqb9py2aM0y5K7HlR9aoTAREQAREQAREQAREQAREQARGIBGRFQAREQAREQAREYAUTMLMSZ2BmMCtWJpMJZdoo/sOlfBUWFoKxRo1r47Rua2CDjQrhO4KbeWYw/PzTPFzQ4z1MeJv/xNKDSiIgAiIgAoskMLnnE/jszuHwYRkcR+E5fDNXw247o+G/tg5jbxyDOQ5HccymTxtlZjArlncTyrSUmdEsVueddx5eeuklrL56+sMixbuNGzcOHTp0wE033VQcrOmerl8EREAERKBGEoiLbGjLUnqhTvT5hxZuvfFbDHr+t7BwB8iGREPnuJPXxfGnNK+RPHXRIiACIlAWgTqNVkX7e45Dgx024DDpY2cwuQz45MwB+OGZieHD7BxjqTjmcmymT8u+aSn6VNpnWRIBEagYAn379sX//ve/peqscePGOOCAA4rmMT766CMMHz7cv+f9WWkRPfH7mFpEk3Kr6tWrV25duRWqEAEREAEREAEREAEREAEREAEREAERWOEE8ucCWM4X5wWj4pwh7WOXTsCEF78pmnPgzAPFi2r7t+Y48ebdABaqsQ69/e/YdL+NwhXy2qPmzZqPl3sOw2fDvgjzreRHZrQUGUdLnx1EG/10mTFJBERABERABERABERABERABERABCotAZ2YCIiACIiACIiACIjAMiPQu3dvfPXVV6X679q1K7R2sxQWBURABERABJYlAfUtAiIgApWIQHpdTfRpo7guJy2u26FenzAHPXpPx6+/c5UPP1ZJSwFNGhXi6f+2xFpNa1WiK9WpiIAIiIAIiIAIlEeg7obNsOHQS1Crcfy7blnwxfYLf52BnzvdjZkj3gvrePkckH42oB+fG2i5T7T5PsuSCNQoArpYERABERABERABEajhBPizQVTys0NJIPxL1FSTehksjRp7+8WrAI3r/QnVz+3rtlGFqhCN6i9aDb1+eaqBH69YtdCg/rJVfe9/qdWgNurXd9Eupep5+2WvOqjXINEabpenVvfjla+6WL1BxWo172+1hnVRZOn/Ya2E1RouWqt6/fLU//nx/q/hylheWsWPtfRaBas0TKlRzqddjFb2+mWn/8PKjUpqJS8vT9X145WvVVG3UcWKf4s0yPstso1XRfBpl0iroU7jJVNtb7c8VcuPV8vnC5eXCv1YS641UNh4CdQk14Y2TwVeXnaqh4ImJZXx8h+VwYC8/+HBZysqPmtFC9/SvhcXmTKLrFWlCIiACIiACIiACIiACIiACIhAEQE5IiAC0sHqVAAAEABJREFUIiACIiACIlAZCJj5hHHqRMzM54+LlclkQpm2oKAA5amwsDDUNWxUG6d1WwMbbFjgvXLpsCvrQhY//zQXF/R4DxPe+tXrlERABERABMojMKn74/j0v8Phw2ciH0M5kvLjlg3P2BkNj2oXxtw49nJsTvssc9yOMise180sHNYssSyYFfssL0577bUXPvnkE+y5555lNv3999/RrVs3dOrUaan/qV+ZHVbxoE5fBERABESg5hHgQhteddrSj+ICnbT44Urqlhu/xUsv/gbemc3Mrcu8J9cJHVvg+FNaeEFJBERABEQgTYALbLfpdzwa7rwhzMzltQaYv5h/cvZT+OGZiUUfZud4G8dgjsvRh28sU+6GlPZDQJkIiMAfJnDPPfdgm222QceOHTFv3ryl7qd9+/bYeuuti/YbPHgwPv/886JyWY6ZjwSusuoWF5s6derimpSqV0AEREAEREAEREAEREAEREAEREAERGDFEsifz2M5X3E+kDbOFdI+dskETHzpO8DnEswM3JgbDO32bYETb96NIdSE7JDb/o7N/rERiMH8goO8sHDOQrzSczg+e/WLMN+aZkifrKOl77siWvpUfpkxSQREQAREQAREQAREQAREQAREQAQqGwGdjwiIgAiIgAiIgAiIwLIhMH78eNxwww2lOufnVU888cRScQVEQAREQAREYFkSUN8iIAIiUFkIpNfT0E+La3HS4jqnqNcmzEH3a6dj2nQgWd9DGzw0a1wLT/+3JdZsUgvaREAEREAEREAEqg6Buhs0xUavXILCJqv7SZvf480t3ALZX2fi11PvwawR74d1vPGZIP2sQD/9LEEfuS3t50IyIlAjCOgiRUAEREAEREAERKAmEuDzf77izwv+00Uxkiz/0jVVHJInAiIgAiIgAlWRgM5ZBJY1AT4xheer1IFCmc9TKbGacdolVWZJG6qdCIiACIiACIiACIiACIiACNRwArp8ERABERABERABEag0BMySBb7xhMwMZmUrk8mgoKCgTBUWFoZ4g4a10eWMethw49rwXmBm3rXL7a+/zMMFPd7D+Dd/9ZiSCIiACIhAPoFJ3R/HZ3eP8LET8JEzlyWm0Zm7osERbcNYG8dcjslpn2WO1VFmBrNiwTcz8zxJZsV+ElmyvEGDBhgyZAjOOeeccne44447cNhhh2HkyJHltqkBFbpEERABERCBGkYgLrRJW/pRXAAdFT9QSfufG77B4Bd/C7Synof2yIZ/jHLCKc1x3MnNPaokAiIgAiJQFoHaDf8P7e89AQ122sDHTW/hA6mPoInj+SdnP4WpT00o88PsYbzNZsGx2Zv6/tkg+hTraSUREIE/RuCBBx7ATjvthBNOOAHjxo37Y534Xpzv2G+//bDGGmt4CZgxYwYGDBiA2bNnh3JZWZ06dYras/6XX36hWaw4HsyaNauoXePGjYv8RTiqEgEREAEREAEREAEREAEREAEREAERWIEE8ufxWM4Xf+aP4u9m6NM+cvEETHjpO58X9AvwucKwH11Xu32b48Qbd3UvpBqTHXzr37Hp3zcKTHy61W02aP6c+RjaYxg+feXzMN8aGdJSZBct/ag0OMbSZfkiIAIiIAIiIAIiIAIiIAIiIAIiUMkI6HREQAREQAREQAREQASWEYE+ffqE3y/kd3/66afnh1QWAREQAREQgWVNQP2LgAiIQKUgkF5Hk+/HNTi0FNc5RTvm7dnofs3vmDZ9YVjTk6zv4b/uyqJZ40I8dUdzrOm2UlykTkIEREAEREAERGCpCNRZvyk2fvUyFDZZnX9xxu/1vMe7slks/GUGfu54J2YNfy/Ms8VnA1qKzxPRxoMyVpYfY7IiUM0J6PJEQAREQAREQAREoMYQSD/7518066jk54VUrRmSVyomVwREQAREQASqHgGdsQgscwLJMxPz4kMlz1ZZn8NNxBo+c9EujTJL01htRUAEREAEREAEREAEREAERKDmEtCVi4AIiIAIiIAIiEDlImBmJU7IrLhsZjArqUwmA/7TpXwVFhaGeIMGtdC52+rYcJNaYeIZyIZE8+sv83BRz/fx9rhfSxxTBREQARGo6QQmnv0YPrt7ZBgvs7lhk+MmuTQ8c2c0OLxNGGPjWJseg+O4TBtlVnLsZj9mRhNkVuyHwB/IrrrqKjzxxBPgMcvafdiwYejQoQPuvPPOsqprQEyXKAIiIAIiUJMIxIU2aUs/iotz8sU/uHDzDd9i8KDfHVVyb2ZuFnKc1Kkljju5udcpiYAIiIAILIpA7QaroH2/E9Bol40ADqEo3lj8rMdTmPrU+PBhdo69VByT4zhNy71oKfpU2mdZEgERWDyBRx99FH/5y19w9NFHY/To0YvfYQlaNGvWDPvttx/M+F0NTJkyBZx34Pdyebuvs846RVXffvstZs+eXVQuz5kxYwa+++67ouoGDRoU+eU7qhEBERABERABERABERABERABERABEagsBDifly/OH0TFuUHaR3pNwKQh3wM+3ZBMOZi7FLDN31vixBt3RfFWs7yDb/07Nj9gk3DRZga4zAwL5y/EKz2H4dOhn4X5VnIlS1qK7KOFbyxT7hal/HJRhRwREAEREAEREAEREAEREAEREAERWOEEdAIiIAIiIAIiIAIiIALLgsDAgQPx0EMPler62GOPDWtDS1UoIAIiIAIiIALLlIA6FwEREIEVTyC9fib6tFRce0NLxbU5tKPfno3uvafj95m8BoOZi65rrSa18HTf5ljTrReVREAEREAEREAEqiiB2i0bY+Nhl6F2s3p+r08uwszAQnbaLPzc8S7MHPbuYtfx8rkCvkXrbu5vgtKTRKAmENA1ioAIiIAIiIAIiEDNI5D//F+6vLAElCz4KhFSQQREQAREQASqGAGdrggsewLJE1O21IH4rEWxIlr6S6PM0jRWWxEQAREQAREQAREQAREQARGosQR04SIgAiIgAiIgAiJQCQmYWYmzMjOYlVYmk0FUQUEB8lVYWBhiDRrURueuq2OTzWrDe4F3BRgAd379dR4uOuc9vD3uF2gTAREQAREAJp71GD67Z1SCwsdJM+NwCRjQ6Kxd0PDwtmFsjWMsx97oc0xmmTbKzGBWLPhmZp4nyazYTyJ/PD/kkEPw6aefYptttimzk++//x4nn3wyzjrrrCX6R3tldlJVgzpvERABERCBGkMgf6ENy2nxDyykxT+yQN18/bcYMmiac+JCHgpgzsU9J3VqjmNPWtfrlERABERABJaEQO36q6B9vxPQcJeNSjQP46pnn/V4GlMHvB0+zM4xmIpjM8ds+rTcmZaiT6V9liUREIGyCQwYMAB77bUXDj/8cAwbNqzsRn8iuv3222OLLbYIPfD78pVXXsFXX30VymVlLVq0QN26dUPV559/vsi2oZFnU6ZMwQ8//OAesNpqq2GdddbBYjc1EAEREAEREAEREAEREAEREAEREAERWGEEOEcQD04/X5z3i4pzgrSPXDwRE4d877v65KGn8Asaz/g7mvb/aInjr9/Z61KpBroH3bIfWh24ae6PfTqZHKeF8xbilZ7D8MmQT8N8K/mSKS3Fr0G0xMYyRT8qvxzjsiIgAiIgAiIgAiIgAiIgAiIgAiKwQgno4CIgAiIgAiIgAiIgAsuEwHXXXVeq35VXXhmnnXZaqbgCIiACIiACIrDMCegAIiACIrCCCaTXzUSfloprbmjT4tqc0W/PQffeM/D7DL8AruPhWqds1nNg7aa18HTf5mjWuJZXKomACIiACIiACFR1ArVbNMaGr16GWs3qhUvhc0L4azR8Bpg2C792ugszX32naB1v+rmBbVmmpdhBtPk+y5IIVFsCujAREAEREAEREAERqGEE0s/96UtnnEpiJf8WtYGvpEa5CIiACIiACFRJAjppEVgOBMITU97/9ODzVVrxNGIslhdnM4troHoREAEREAEREAEREAEREAEREAFADERABERABERABESgshIwsxKnZmYwK1Ymkwll2oKCApSnwsLCUFe/QW10On11bLhJYfKHgLNZuOMpi19/mYuLeryHt974pcQxVRABERCBmkZgwpmP4rN7R/n4GJJn2TBOcshsdNYuaPjPNmFMjWMrx960zzLH5Siz4nHbzAJOs8SyYFbss1wRat68OcaOHYvOnTuX293111+PQw45BG+99Va5bapbha5HBERABESgZhDg4hpeKW1Z4gcjo/gHFqJuuv5bDBk8DfBbs4XMwI35yZ1a4NgT12VREgEREAERWAoCteqtjPb9TkCj3TbxvcwFMDczt4bPez6DqU++HT7MHsfjOEZzDI8+fGOZcjektB8CykRABIoIPPfcc9hvv/3Cz/1DhgwpipflcB6jrPiSxGrVqoWDDjoIa6yxRmg+Z84czJo1K/hlZeuuuy7WX3/9UDV79mw8//zzi2z/008/gdcyf/78sM/GG2+MJk2aBH9RmepEQAREQAREQAREQAREQAREQAREQARWDIH0nB39fMX5PlrOB9Ly5/6He03ExCHfwycNAWYG0DDbdv/1cMJ1OyN/q6nlA27eF60P3szxGHyaFTAmQ3ZBFsPOHYFPBn8S5lvJNjKmz69FtMhtjOXcYPLLIahMBERABERABERABERABERABERABFYgAR1aBERABERABERABESg4gnccccdGDZsWKmOu3XrhrZt25aKKyACIiACIiACy5qA+hcBERCBFUkgvV6GflpxrQ0txbU4UaPemoOze0/H9JlAXMNDx8ywTrNaeLpvczRtVAvaREAEREAEREAEqg+B2s0bYcNhl6NWs3p+2ze/MJcnuLLTZuO3Tndj1qvvhHW88ZmBzxAUnzGipR/lnYTEcnCUiUA1JqBLEwEREAEREAEREIGaTCD/mZ/lRAtTWLJIXqmQXBEQAREQARGoYgR0uiKwPAiEZyb+w5C8g/H5KobSfowtic0sSSO1EQEREAEREAEREAEREAEREIEaTkCXLwIiIAIiIAIiIAKVmoCZlTg/M4NZ2cpkMuA/bCpLhYWFoa5+g9ro3G0NbLJZbXhHAHJ9uZ3223xc1PM9vPXGr9AmAiIgAjWRwIQzHsXn/cb4pRt8WGRyazAzNOm+Cxp22CqMpXFM5Xgb/fQYTJ8yS/Y1Syx8MzPPk2RW7CeRis1vueUW3HvvveV2+sILL6BDhw546KGHym1TjSp0KSIgAiIgAjWAQFxgk7b0o/iByCh+YJI+7Q3XfYshL00D23kWFkDTwr2TT22OY09ctwbQ0yWKgAiIwLIhUGuNlbF1vxPQ6C8bg+NqXDDJMZf6vOfT+OHJt8v9MDvbcLz2nX1o9r1Tiy1Zx7gkAiKQEODP93vttRf2339/8Gf+JFp23rRpU1xyySVo2LBh2Q2WMNqsWTPst99+Ye5kcbvUqlUL++yzD+rWrRuavv/++7jxxhvx7bffhnI6+/rrr8F5jVi32mqrYc899wzzMul2ZfgKiQM5LWgAABAASURBVIAIiIAIiIAIiIAIiIAIiIAIiIAILGcCnKej4mHp54tzfFH83Qz9+fPn4+FeEzHx5e9816xPH/r8n/9uJiQvbntASxzfZyevK5VqdGD/m/bF5gdt6vOljsHnS0mNzBbOX4Bh5wzHxy99HOZbyTiyps+vSbT0o7yXosRYUUGOCIiACIiACIiACIiACIiACIiACKxYAjq6CIiACIiACIiACIhABROYPn06brjhhlK9brDBBujcuXOpuAIiIAIiIAIisBwI6BAiIAIisMIIpNfJ0Kd4MrRxjQ0tFdfg0I58cza6956B6TOy3jybW8NDN4t1mhXimb7N0aRhoQeUREAEREAEREAEqhuB2us2xIbDL0fhmvXCumeu383ykcCdhb/Pwq8d78KsVyYvdh0vufCZg6JPpX2WJRGoZgR0OSIgAiIgAiIgAiJQYwmkn/XpU8Uw0n+T2pC8imvliYAIiIAIiEAVI6DTFYHlQiB5ZrISxyr5jFWiaqkKmaVqrcYiIAIiIAIiIAIiIAIiIAIiUCMJ6KJFQAREQAREQAREoPITMCs5iWxmMLNw4maGTCYTymaJX1BQEP4RUr4tLCwM8Xr1a+PUbmtgk81qAch6ciUepv02Dxf1eAdvjv3FI0oiIAIiUHMIjO/2CD67b4yPihwTqdy1Z7No3H0XNDhsqzCGxrGUY2z0OQ6zTGtmJcZlMwtjNHwzM8+TZFbsJ5Flkx977LGYPHkyNt100zIP8Omnn+Koo47CRRddVGZ99QnqSkRABERABKo7gbjYJm3pR/EPLETxDyzQp73xuu8wdMjv4X5tMCDco93CcErnljjmhHWhTQREQARE4M8RqLX6Smh37wlotPtmProa4lBrZmDhs55P44cn3g4fZufYHMWxOj2Ow7dYdjckloOjTARqKIE5c+agb9++2G677cLP90OGDFkkiXr16uG8887DuHHjwlwA5zIWucMSVG6//fbYYostlqAlwD8Se+CBB6JWLc5NA59//jkuvfRSXHzxxejfvz/69euHCy+8EJdffjm+/fbb0GedOnVwxBFHoEWLFqG86Ey1IiACIiACIiACIiACIiACIiACIiACy5NA/vwcy/niPF8U5/7oz58/Hw9dNBGTXpkK8xcony8MvgHbH7geju+9E8reFN3/pn3R+pDNgMAMuc2QXQgMP3cEPnnpkzDfStaROX1+bWgp7sQyRT8qvxzjsiIgAiIgAiIgAiIgAiIgAiIgAiKwfAnoaCIgAiIgAiIgAiIgAhVN4JprrsFHH31UqtuuXbtizTXXLBVXQAREQAREQASWPQEdQQREQARWDIH0+ph8n+tqGKOl4tob2hFvzkb3PjMxY1YWZuYn7/IEV/O1auOZvs3RuEGhx5VEQAREQAREQASqK4Ha6zTERsOvQK21G4DPAOGRwB0zQ3b6bPza6W7MHDp5ket4+ayB3Faen6uWEYFqQkCXIQIiIAIiIAIiIAIikE8g+VkgWyLMElUiqIIIiIAIiIAIVBkCOlERWD4EsuATE1X6eMkzVun4kkYyS9pQ7URABERABERABERABERABESgxhLQhYuACIiACIiACIhAFSFgZiXO1MxgViz+oyazpEy/oKAAZamwsDDE16hXG5261cMmm9eCdwRuvju8B/w+bQF69XgXb77+C8OSCIiACFR7Am93ewSf938NcRwEDHFr0nM3NDh0yzB2xjGU42v045hLG2VmMCsW+zIzmiCzYj8ElnHWqlUrvPfeezj66KPLPdJll12GDh064IMPPii3TZWu0MmLgAiIgAhUawJxgU3a0o/iH1jIF//QwvV9vsOQIdOAbNaTi5TCGp4sOnZpjmOOX4cRSQREQAREoAII1Fp9JbS793g02n1TH3OTDn349TE48T8752lMffyt8GF2jtHpcTuO57RsTUvRp9I+y5II1AQCP/74I3r37o02bdqgY8eOGDt27CIve+WVV8ZZZ52FcePG4YorrsDaa6+9yPZLU1mrVi0cdNBBWGONNRa7m5lht912w8knn4xVV101tOf38HfffYfRo0fjtddeww8//ODjRHgoQ9OmTcN5t23bNrRdbKYGIiACIiACIiACIiACIiACIiACIiACy40Af6ZPH4zlfKXn+TjvR82fPx8PXjgRk16ZGuYHk9/QJHMBDGx/4Ho47tod012X9FUKBP5x475odchm4SPqIRA8p7kgi2E9h+HjQR+H+VZ+DcidlopfI/rcL5bpRzEWfVkREAEREAEREAEREAEREAEREAERWCEEdFAREAEREAEREAEREIEKJcDPjd54442l+txll13QuXPnUnEFREAEREAERGC5ENBBREAERGAFEEivi4k+LcX1NNHSj2tuaEe8OQfd+8zCjFnZZJVO/HBkFmi+Vi08fce6aFS/cAVckQ4pAiIgAiIgAiKwvAnUWrsBNhx+OWqt1YBLn/3w/nzgzwb+WIDs9NmY1ukuzHx5UrnrePmcwWcOyncu+kx1vs+yJALVgoAuQgREQAREQAREQAREoMRzfzEOK3bdY4lyV0kEREAEREAEqh4BnbEILCcCBgPMhUVvcf510a1K1mZKFlUSAREQAREQAREQAREQAREQARHIJ6CyCIiACIiACIiACFQlAmYlJ5PNzOeXLVyCmSGTyYSyWeIXFBSgLBUWFob4GmvUwqln1McmmxUiy1dYPByWD+P3afNwUY93MO61n6FNBERABKozgbe7PoLP+7/moyDgw6ArGQcZaNJzVzQ4ZIswZsaxk+Nq9DnuskwbZWZFY7GZBXRmiWXBrNhneXmqf//+uPnmm8s95OOPP44OHTrg6aefLrdNVa3QeYuACIiACFRfAnFBTdrSj+IHH6P4Bxairu/zHYa+PA3hzuz3ZzODJ8CAU09riX8ftw60iYAIiIAIVCyBWquthHb9TkCTPTf34dYQx106ZoYvzn0GPzz2Zvgwexyv4xjOcT36PCuWKfpU2mdZEoHqSuDTTz/FhRdeiLZt26JHjx54//33F3mpnLfo0qULxo0bhz59+mD99ddfZPs/WtmsWTPst99+/u1si+3CzLDFFlvgqquuwgknnID11lsPq6yyStF+q666Ktq3b48zzjgDF198MZo3b15UtzhH9SIgAiIgAiIgAiIgAiIgAiIgAiIgAsuHQP58HMv5ivN5tHG+b/78+Xjgwol4Z9gPPo/g5+pTCQZLHM93OHgDHHfNju6Vn1RTTOAfN+yL1oe1Any+xTMAztITfBt+zjB8/OLHYb41fg1oqfi1ou9Nw1oZxuhH5ZdjXFYEREAEREAEREAEREAEREAEREAElgcBHUMEREAEREAEREAERKBiCfTu3RvTp08v1enpp58Os9wvF0rVKiACIiACIiACy5aAehcBERCB5U0gvR6GflpcR8MyLcX1TtEOHzcHZ/eZiZmz+fdoAD5Bm4UcLdepjWfuaI5G9QuhTQREQAREQAREoOYQqLVWA2w44grUXrch4M8FZgZDsmVnzMG0U+/GrJcnlbuOl88ZfPZIK9mbfwcveeaIZVkRqOoEdP4iIAIiIAIiIAIiIALlEUg9+2ezSF7ltVVcBERABERABCo3AZ2dCCwvAuGZKTw7lTwi51oZiZb+0iqztDuovQiIgAiIgAiIgAiIgAiIgAjUMAK6XBEQAREQAREQARGocgTM4vLe5NTNDGbFymQyRWX6/AdPZamwsBCMr756LZx6Rn1s1qoOvJcgeA7vc8b0BejV41288drP0CYCIiAC1ZHA210fwef3v+5DHkdAwAD48AduTc/dDQ0O3iKMlXHMpKU4fqbHWPqUmfn+xWI/ZkYTZFbsh8AKyE477TSMGTMGa6+9dplHnzx5Mjp06ICrr766zPoqGtRpi4AIiIAIVFMCcVFN2tKP4gceo+IfWuA/lunT+1sMfXkakPXkAhfuBAGdujTH0ceWfZ+sphh1WSIgAiKwXAkUrloXbfsdj4Z7bMrh1wdiP3wYg8OAjM/PewZTHx0XPszOsTuK43l6fPe9fP9sEH2K9bSSCFRHAhMmTEDXrl3Rpk0bXH755fj6668XeZl169ZFx44dMW7cOPznP//BZptttsj2q6++eui3b9++oLbccstFti+rcpdddsEdd9wR9l+SPmrVqoVtttkGPXv2xPXXX1+0X58+fXDiiSdik002CfMsZR2rnJjCIiACIiACIiACIiACIiACIiACIiACy4FA/jwcy/nifF5UnOObP28+HrhwIia/OjXM6/m0YJgf9Fk+P+ssdjx4fRx71fbuLzKpMo/A36/fB1sc1sqjJOnzrEwu/h5s+DnD8MmLH4f5Vn49+LWgpeLXjL7vHBJjwcll+eVcWEYEREAEREAEREAEREAEREAEREAEljUB9S8CIiACIiACIiACIlCBBIYOHYp77rmnVI+HH344DjnkkFJxBURABERABERgORHQYURABERguRJIr4OhT/EEaLl+Jlr6cY0N7bA3ZuPsPjMwc9bCsOYp7OMZ27dcuxaeuWNdNKxX4BElERABERABERCBmkag1pr1sf7wK1Br7QbhOYHLd8mAzwnZGbPxW8c7MXPIxHLX8fK5g22L9gmLq1lC6C/xlItAlSegCxABERABERABERABESiXQOpvVJsheZXbWBUiIAIiIAIiUJkJ6NxEYLkRSJ6ZmBcfMs6zFkf+mJf5Y7tpLxEQAREQAREQAREQAREQARGoKQR0nSIgAiIgAiIgAiJQNQmYWYkTN0vKZgYzQyaTCdYs8QsKClCWCgsLQ3y11WuhU7c1sGnr2sj6C1RuFfGM6fPRq/s7eGPMz9AmAiIgAtWJwFunP4zP73/dL8lHvtwHHzj0UU3P3Q0NDmodxsg4VkabP56aWYlx1ywZi+GbmXmeJLNiP4msuHz77bfHBx98gAMPPLDMk5g3bx7OPfdcHHvssYv9h4JldlDpgjohERABERCB6kggLq5JW/pR/KBjFP/AAv358+fjut7f4dWh0x2J35uZXP4DlCdD59Nb4N/HruN1SiIgAiIgAsuSQOH/1UW7+05E479uDnAcBmDBGvj68vxnMfWRceHD7HEMjzY9zsO3WHY3JJaDo0wEqgmBESNG4LjjjkObNm1w8803Y9q0aYu8siZNmqBnz54YP348br/99rDfIneoVpW6GBEQAREQAREQAREQAREQAREQAREQgWVNIH/+jeV88XcyUZzXo+bNnY/7L5yId4b/CDODZ/AcyWbY6dANcOxV2yfFReaqLIvAvtf9DVv8cwtn6lSZXF4AUQ8/Zxg+eeHjMN/Krwu/HrRU/NqlfcbSx8gvp+vki4AIiIAIiIAIiIAIiIAIiIAIiMCyIaBeRUAEREAEREAEREAEKpJAnz59SnVnZujSpUupuAIiIAIiIAIisPwI6EgiIAIisPwIpNe/0Kd4dNq4boaWimtraF99YzbO7jMTs+awtYGvxAPWX7cOnu27Lhq7JF1zAAAQAElEQVSsUcCQJAIiIAIiIAIiUEMJ1GpWDxuMvBK1mzfyZ4UcBJ97g5eys+ZiWqe7MHPwhHLX8fL5g88k8I2WcjektB8CykSgShKoGSfN71cp+Xue4iAOeg/oPaD3wJ97D9SMO6euspgA/wJ2uuTvn+KiPBEQAREQARGoQgR0qiKw/AgkT0wln6Mq6uiZiupI/YiACIiACIiACIiACIiACIhAtSSgixIBERABERABERCBKkzAzEqcvVlSNjOYGTKZTLBmiV9QUICyVFhYGOKrrV4bHbuugc1a1wZgIYGb7z9r5kL06v4Oxo7+iRFJBERABKo8gbdOexhfPDgWHO7g45yZj3sAXTQ77y9ocGDrMDbGMTJ//OQYy5iZlRhvzcz7MHAzS2y+z3Jl0CqrrIKnnnoKl19+ebmnc9999+Gwww7DkCFDym1TJSp0kiIgAiIgAtWOABf486LSln4UP+AYxT+wQH/+/Pnofe13eOWV6SharBPX62Sz6Hxacxx9zNrsVhIBERABEVgOBApXqYN2952IRn/dPBzNh+LEes7h+csLnsXUh98IH2aPYznHcyo93ntzxDJ9imVaSQSqMoGBAwfi0EMPxa677op+/fot9lI23nhjXHnllRg/fjyuvvpqbLLJJovdp9o10AWJgAiIgAiIgAiIgAiIgAiIgAiIgAgsVwKch8sX5++iOK9HzZ07D/dfOBHvDP8xnB/38Uk9/31NKGLnQ9fHMVdslxQWl6u+XAL79vkbtji8NYrA+kRrnHcdfu6r+Pj5KWG+lV8ffl1oKX49KPrsnD5FPyq/HOOyIiACIiACIiACIiACIiACIiACIrBMCKhTERABERABERABERCBCiPQv39/DBo0qFR/3bp1w4477lgqroAIiIAIiIAILDcCOpAIiIAILCcC6XUv+T7XyzBGS8U1NbSvvjEHZ/eZhVlz/ESzLvDT6cFBy3Vq4dk71kH91QtYIYmACIiACIiACNRwArWa1sMGI69CreaNciT4zOBimjkX0zreiVmDJ5S7jpfPIXwmye2M8vxYLysCVYpANT9Zfr9S1fwydXkiIAIiIALLkQDvK9RyPKQOtUIJFP/dap6GgS96kgiIgAiIgAhUMQI6XRFYjgTCE5PZMjliZpn0qk5FQAREQAREQAREQAREQAREoJoQ0GWIgAiIgAiIgAiIQFUnYFZyctmsuGxmyGQyMLMg+gUFBShLhYWFoFZbvTY6nVEfm7WuBWSznrhyOLEzZ85Hr+7v4PVRP0GbCIiACFRlAm92eQifPzjWxzi/Ch/m6HCBG92m5/4FDQ5oFcZKjoscM2kp+lQcT82sxDhrloy38M3MPE+SWbGfRCpXfv755+Oll17C6quvXuaJvf766+jQoQP+85//lFlfFYI6RxEQAREQgepFgPdtXlHa0o/iBxvzxT+00Pva7zDs1engndlyeTDeWZeuLfGvY9Z2T0kEREAERGB5EihYuTba3XciGu/dCmYWDk1jMPcNX134HKY+9Eb4MDvHciqO8elx3xv7j3bJHBZ9ivW0kghUNQIPPfQQ9tprL/zjH//Ak08+udjT32abbXDbbbdh/PjxOPfcc9GsWbPF7lNdG+i6REAEREAEREAEREAEREAEREAEREAElh0BzrdR8Qj08xXn7mg5l0fNmzsf9184Ce+N/B/MDOYdmBnMXO7vfNgGOOaK7dxbsqRWiyawT++/Ycsjt0gakbGLBTPDyPOG4ePnPwrzrfFrREulv5ZsH8v0oxiLvqwIiIAIiIAIiIAIiIAIiIAIiIAILEsC6lsEREAEREAEREAERKBiCPB3Ndddd12pztZaay106dKlVFwBERABERABEVieBHQsERABEVgeBNLrXaJPS8U1M7QUn5+jffWNuTirz0zMmQuYAaA8M9f669bGc3esi3qrF0CbCIiACIiACIiACEQChY1XxwajrkLtFk38icE87GJyYc58TOt0F2YPnljuOl4+h/AZhfKdw99OoKVijL4kAlWNQHU8X35PRuVfX4zLJn//RRzEQe8BvQf0Hljy98Ci7in5dSpXJwL8S9jxevz9AiqWZUVABERABESg6hDQmYrA8iTAJyb+rLEsjplZFp2qTxEQAREQAREQAREQAREQARGoJgR0GSIgAiIgAiIgAiJQLQiYcWVv8aWYGcwsBMwMmUwmlM0Sv6CgAOWpsLAQq65aCx3PqIfNt6wT9vPMk4Gv2bMX4pIe7+L1kT9BmwiIgAhURQJvdn4IXzw8DvAx0ZNb+OYjnBfWPP8vaHDA5mGM5HjIsTJa+hTHVFozKzG+miV9wDcz8xx+CAtCFdj4jwU//PBD7LHHHmWe7a+//orTTz8dnTt3Bv0yG1XeoM5MBERABESgGhGIC2zSln4UP9AYxT+0EHX11d/i1Veng8ucEyU5A11Ob45//XutakRJlyICIiACVYtAwUq10fa+k9B471Y+LGfDh9E994vwPJvFVxc9i6kPvh4+zB7HdVqO9+nx33dI9vV96FOsp5VEoLITmDNnDvr27YvtttsORx11FIYMGbLYU/7rX/+KBx98EGPHjkWnTp2w0korLXafat5AlycCIiACIiACIiACIiACIiACIiACIrCMCOTPs7GcL87XRXH+jpo7Zz76XzgJ7438n8/9ITd/F20WO3fYAMdcvu3SnLXaLgGBv137N2xx5BYEHZi7Eyx/OzbyvOGY8tyHYb6VXy9+nWgpfk2j5WFYpuhH5ZdjXFYEREAEREAEREAEREAEREAEREAEKpCAuhIBERABERABERABEaggAtdccw0mTZpUqrdu3bphvfXWKxVXQAREQAREQASWIwEdSgREQASWOYH0Opfo01JxjQwtFdfQ0L4ydg7O7D0Ds+ckn28MH1fkwhtksUHzWnjujnVQb/WCZX7+OoAIiIAIiIAIiEDVI1DYaHVsMOpKFLZo5CfvDxBMQf5cMWsufj2lL2a9NGGx63j5vOIdhPW/tFSM0ZdEoAoRqFanyu9DKn1RLKfFunRZvo9//kOVOIiD3gN6D+g9sOj3QFn3D8aiIr9Ylq1OBCx1MYbklQrJFQEREAEREIGqQUBnKQLLlUDyzGTL5JiZZdKrOhUBERABERABERABERABERCBakFAFyECIiACIiACIiAC1YeAWclJZjODWbEymQwoMwu2oKAAaRUWFhaV6a+6am10OqMBNt+yNhAXzMG3LDBr1nxc3OMdvDbifx5QEgEREIGqQ2DcqQ/i80fG+bDmgxm4AM7Pna77zc7/Cxrsv3kYCzkOcoyMlj7FcZTWzMJYalY8zpoZuJmVtIxVFTVp0gQvv/wyevbsWe4p33bbbTjkkEMwevTocttUvgqdkQiIgAiIQHUhwAXovJa0pR/FP7AQxT+wQJ/2mqu/w/BhM5KfkdiBy2AhP71bC/zr32u7ryQCIiACIrAiCRTUrYW2952IJvtsAQuv3NmEn7EMX/UaiKkPvB4+zM6xnWN8VPo+wL1imT7FMq0kApWRwI8//ojevXujTZs26NixI8aOHbvY0zzssMPw/PPPY/DgwTjyyCMX277mNNCVioAIiIAIiIAIiIAIiIAIiIAIiIAILAsC+fNrLOcrztXRcv6OmjN7HvpfOAnvjUzWmJmfXG66D2aG3Q7fCMdctq1Hlyap7ZIS+Ns1f8OW/9rKWXMPc+ty11yjLxiBKc99WDTfyq8Xv3YUv7bRetOwxoYx+lH55RiXFQEREAEREAEREAEREAEREAEREIGKIaBeREAEREAEREAEREAEKoLAF198gRtuuKFUV+3bt0fnzp2hTQREQAREQARWLAEdXQREQASWLYH0+hb6acW1MbRUXDtDO/T1OTiz90zMnYew3sYzJi8AG7aojefuWAdrrFYAbSIgAiIgAiIgAiJQHoGChqthw9HXoHbLpoB5CjKYuebMx7RT/otZg8aHdbzpZxH6fGaJln4UchvLOVdGBKoIgepzmvnffyxTvELaqLK+h2OdLP/2p6T3gd4Deg/oPVDWeyD//pG+v9CP4r7Rl60uBMIfxS66GJaoooAcERABERABEagSBHSSIrB8CfhPFX7AZfPUlPGelURABERABERABERABERABERABMoioJgIiIAIiIAIiIAIVDMCZlbiisySspkli35TNpPJoKCgoFwVFhZilf8rRKczGqBVm7q5/b17A8xfc+YsxCU93sWYEckfaIY2ERABEajkBMad+iC+ePRNH8EAMwNgyBmsddEeaPCPzcCxj+L4GC19Ko6bZgb6Zty/WPDNzDyH95tYVNHt6quvxuOPP17udbzyyivo0KED7r777qpxhTpLERABERCBakEgLjpPW/pRXLwexT+wQJ/26qu/w7Bh051BNvkHJe4xeQmnd2uBo45ei0VJBERABESgEhDI1KmFtv1OQuN9tkCp5ZQe+KrXQHx//2vhw+wc4ymO91G8J9CHb/Qpd0NK+yGgTARWMIFPP/0UF154Idq2bYsePXrg/fffX+QZcZ7ixBNPxKhRo/DYY49h3333XWT7GlmpixYBERABERABERABERABERABERABEahwAvnzaizni3NyUZyzo+bOno/7L5qM90b96HN9PrnnZ8Y8y8z93Q7fEEdf0t69pUxqvlQE9r56b2x51FZhn/B1c49fAvqjLxiOKc98UOZ8K+v5NaX1XZLfscUvHgOuWOeukgiIgAiIgAiIgAiIgAiIgAiIgAhULAH1JgIiIAIiIAIiIAIiUCEEevfujf/9r/TfATj99NOx0korVcgx1IkIiIAIiIAI/GEC2lEEREAEliGB9LoW+hQPRxvXxNBSXOsU7ZDX5uCM3jMxdz4Q19ggm2XCRs1r47k71sHqqxawK0kEREAEREAEREAEFkmgoMGqWH/0Vajdskl4ruADBZ9F+IzBh41pp/TFrBffDut447MILcV20fIgLFP0qbTPsiQClZpANTm5/O+7WKZNK37vxhjL0kKIgRjoPaD3gN4D5b8H4j2Dlpxo0+KtlGXaqPxyjMtWVQIl/341S1RVvRqdtwiIgAiIQA0loMsWgeVMwGBA7v+BoIK3TAX3p+5EQAREQAREQAREQAREQAREoNoQ0IWIgAiIgAiIgAiIQHUkYOYTzqkLM0vKZubz0IZMJhOsWeIXFBSAYpw2Lf5TqZVXKUSnM+pj8y1rISzw4IeSuJTY7ZzZ83FJ93fw2vDSH/6HNhEQARGoRATGdnwAnz/6ZjgjfgCiaDzzwpoX7o76+20KjnlxDEz7jHGMpMysxDhqloyt8M3MPEcYY1ENtkMPPRRTpkzBNttsU+bVfPvtt+A/HuzevTvmz59fZpvKEtR5iIAIiIAIVH0C4d7tl5G29KO4aD2Kf2gh6uqrv8fw4dMB3qb9Xm1miQug2xktcdS/1nRPSQREQAREoDIRyNQpRNv7TkLTfbf000rGbXcA8+T65pLn8cP9r4cPs8fxnvcA3hPSnk/ATAAAEABJREFUFr4xRrkbUtoPAWUisAIITJgwAV27dkWbNm1w+eWX4+uvv17kWTRs2BBnn302xo8fjzvvvBM77rjjItvX5EpduwiIgAiIgAiIgAiIgAiIgAiIgAiIQMUSSM+n0S9LnJOLivN1c2bNQ/+LJuG90VxTZjCzcGLMzQx/OWJDHH1x+xBb2kztl57AXlfvja3+3SZ8HcLXwLswM/A15qIR+PjZD0vNt/Jryq93tL5LWDvIGP2o/HKMy4qACIiACIiACIiACIiACIiACIjAnyGgfUVABERABERABERABP48gTFjxuDWW28t1dEBBxyAf/3rX6XiCoiACIiACIjA8iag44mACIjAsiKQXs9Cn+KxaONaGFqK652iffn1uTjrulmYv8DYHMzNDGaGTdarjefuWAer/19BqFMmAiIgAiIgAiIgAktCoKD+qlh/9DWos34z+EOFJ3+2gG/mmrcQv3e8E7NeeCus443PJLRU+tnFW5dax8t6xiURqOwEqsP5pb/f6FO8Ltq00t+79OPPG/TzxTppQRj/xEEc9B7Qe6CmvAfy7wWxzOuPPu8r9NOWflq8B1GM0UrVgUC2+CKyWSSv4pA8ERABERABEagKBHSOIrC8CYRnpvDsVPFHzlR8l+pRBERABERABERABERABERABKoFAV2ECIiACIiACIiACFRbAmZc2Vt8eWZJ2czC4t9MJgPKzIItKChAWoWFhUVl+iutXIhOZzZE6zZ14R3AkNt8/3lzF+LiHpMxZjj/YHMuLiMCIiAClYjA2I4P4svH3/axKxm9mJt57lqr1x5osN+m4FgXx8G0zxjHy7TMDGbF4qWaGU2IB6eaZOuvvz7Gjh2LU089tdwr6tOnDw4++GBMnDix3DYruEKHFwEREAERqOIE4iLztKUfxcXqUVzITrF85VXfYdjw35HluuagrPsu59HtzBY48qg13VMSAREQARGojASsdgG26ncimuy3RRi7AR/ImYKy+Ori5zC1/2ulPswZ7w20vBfw2uhT9Km0z7IkAsuLwIgRI3DcccehTZs2uPnmmzFt2rRFHpo/k1922WUYP348evfujVatWi2yvSohBCIgAiIgAiIgAiIgAiIgAiIgAiIgAhVIID2PFn3atDgHF8Xfz1CzZ87DfRdNxruj/udzezwh/92M/7LGp/Y4y4e/HLEBju7VnhV/RNrnDxL465V7Yat/twlfg/C14NckpzEXDseUZz4oMd8av678etOn5aFpKfpR+eUYlxUBERABERABERABERABERABERCBP0hAu4mACIiACIiACIiACFQAAX7us6xuTjvttLLCiomACIiACIjA8iag44mACIjAMiGQXseS78c1MLQU1zpFO/i1OejWewbmzQsra+LHGcE+Nm5ZC8/dvg5W+7/MMjlndSoCIiACIiACIlC9CRTU/z+sN+oq1F6/aXi24NNGWNDrWXbefEw75b+Y9cJbYR1vfDahpfgsEm2kxFhZfozJikAlI1DlT6es7znG0uL3aVT65wzGWE5r/vz5oNIx+QvCGCgO4qD3gN4D1f09wPGfyr/OeL9IW/rpe030eWOlT0ulfZalqkog+XvW4ezNkLxCSZkIiIAIiIAIVBUCOk8RWO4Ekmcm5hV/aP1WuOKZqkcREAEREAEREAEREAEREIFqQUAXIQIiIAIiIAIiIALVm4CZlbhAs6RsZjArqUwmg4KCghIqLCwsKtNfaeVCdDyzAVptVRth8XCud/rz5izEJd0nY/SwH3NRGREQARGoHATGdnwQXz7+lp8MRysqfM4yfBBirV67o8G+mxSNdRwHOd7RRsXxkZYyKzl+esdhTE1b+tVNt956K+65555yL+u5557DYYcdhkceeaTcNiuuQkcWAREQARGoygTi4vK0pR/FRepRXNQe/Suu/A4jRszwSzfAU5BnZoYzzmyBI45cE9pEQAREQAQqN4FM7UJs1e8kNP1HGz9RH8yZKB/P4eP5N5cMxNT7xhR9kJP3gHgvSN8nok/rHYWU9kNAmQgsQwIDBw7EoYceil133RX9+vVb7JHatm2Lm2++GePHj8cFF1yAtddee7H7qAEJSCIgAiIgAiIgAiIgAiIgAiIgAiIgAhVFoKz5M8bS4nxcFOflqNkz56H/RZPx/pifAM7lueiYFwzAHkdtiKN7tXfvjybt92cI7HnFXmh7bLvQhZl/RVxmiX3tohH4+JkPwa8pv5YUfYpf92i5M8sU/aj8cozLioAIiIAIiIAIiIAIiIAIiIAIiMDSE9AeIiACIiACIiACIiACf5bA448/jqeeeqpUN506dcIee+xRKq6ACIiACIiACCx/AjqiCIiACFQ8gfT6FfppxbUvtFRcG0M7eMwcnNlnNhYsSNbRALQhx2br18HAO9bBqqtkoE0EREAEREAEREAE/iiBgnr/h/VGX4PaG67JJ41cN+a+a8FCTO94J2Y9/5Y/jywoWsvLZxaKzzTR0o/KdRL+ll70ZUWg8hGofmcUvwf5fVme+HMGNX/+/PB9TRvFuLQgcBEHcdB7QO+BmvoeiPcEWjKIln5595Z4/6GtfndXXVHyV7KLOWTBV3FZngiIgAiIgAhUfgI6QxFY/gSSJ6bkf45U9NH1m+GKJqr+REAEREAEREAEREAEREAEqgcBXYUIiIAIiIAIiIAI1AACZgazRLxcM6MpimUyGVBmFmxBQQHSKiwsLCrTX2mlQnQ8swFat60D7wTcQo++//x5WVzSfTJGv/ojw5IIiIAIrHACY095EF8+8RaQDFRA4oR8nUv2RIN9NgljHMc3jn3R0qc4PtKaWRgjzQxmxYJvZuY5QhzVfDvuuOMwYcIEbLLJJmVe6ZQpU3DEEUfg4osvLrN+hQV1YBEQAREQgSpLIC40T1v6UemF6nHhOu3lV3yHESNn5D6kmE3WNbuhc8aZLXDkkWtWWSY6cREQARGoaQQytQqwVb8T0fjvW3EY97E9mJBxaP/m0ucxtd/oog938t7AewEtFe8ZaRsZMhZ9WRGoaAJTp07FTTfdhB122AH/+Mc/8OSTTy72ELvvvjv69++Pt956C6eddhpWXXXVxe6jBikCckVABERABERABERABERABERABERABCqEQP68Gcv54txbFOfjqFkz5uK+CyfjvTE/+Xn47J0nUJ5lXXsctSH+deHWXvcnknb90wT2uPyvaHNsO59r5RfHvzKJCf2+dtFwfPTU+0Xzrfy6xq8z3wP0admYlqIflV+OcVkREAEREAEREAEREAEREAEREAERWCoCaiwCIiACIiACIiACIvCnCVx33XWl+qhfvz66dOlSKq6ACIiACIiACKwQAjqoCIiACFQwgfS6lbTP9S4UY7RUXBND++KoWTijzyzMX8BFNDwpWpenTdevjYF3rI3/WznDCkkEREAEREAEREAE/hSBgjVWwXqjr0GtDdfM9eMPHKCA7PwF+P2Uvpj53Liwjjf9zEI//SyT2zm3FjgpsT7xlItAJSNQxU8n/b2V77NM8Xv06dFzka9nxszDszk9F+xcPOvtnitTczBwdGk977FEs/H86EQvuH1h1GyU1CzwZ5uyNGjUTOTrJY8lmoGXRrlGzsDgMjUdQ0aW1sseS/Q7Xh6ZaKjboSN+R5EdMQ1DXa+Uqd/w6ojSGuaxRL9i2AjX8F8xvEz9ghHDS2ukxxL9jJHDE41yW6RhP2PUsJ+CRrstrf9hzLDSes1jiX7Ea8Ncr/6I18vUDxj7amm94bE3Xp2KtMZ5uUivfI9xOb3ptrS+w1uvlNbbHkv0Ld5+JdF4t+OHfouS+gYThpbWRI9NHPo10prk5SK9/BUmDXW5nVymvsQ7L5fWux5L9AXefTnRe27fG/IFivW5+5/j/SGl9cGQz5CvDz1WrE/x4RDX4E/xUZn6BFMGl9bHHkv0MT4enOgTt5+89DGKNcX9Kfj0pdL67KWPkK/PPVasD/H5S65BH+KLMvUBvhxUWl957KtB7yOtr71cpBffw9c5feM2X9+++C7y9Z3HivUOvnvR9cI7+N7t97RFmozvX5iMqWXohxcmIV8/eqxIz0/Ejzn9z22+fnp+AvL1s8eKNR4/P5/oF7e/DByPRG+7TfTrwLeRr98GvoV8TfNYkZ57E9Ny+t1tvqb7s1a+Zngs0RuY8VyxZro/89k3kGis20Sznh2LfM1+9nXka47HivUa5jzreuY1zE1pnrdhed4zY0DNfXo08sX7DO83ZSneZlkXfdmqSiD5u9bx7A18xZKsCIiACIiACFQBAjpFEVgBBMITU+7/g1T04fXb4Yomqv5EQAREQAREQAREQAREQASqBQFdhAiIgAiIgAiIgAjUVAJmFi7dzGCWKJPJBJ+2oKAA0dIvLCwELUV/pZVqoeMZDdG6TW3vJ4vwyoYc8+ctxCXdJ2HUKz94nZIIiIAIrDgCr5/8AL544i348AQfqPxEknHKHaxz6Z6o/7eNwTGNiuMbbVQcB80sjIlmyXhpVtLCNzPzvGakLbfcEpMnT8bRRx9d7gVfcsklOPzww/HJJ5+U22Z5VuhYIiACIiACVZNAXFCetvSjuCg9asGCBaA/f/58XHbFdxg5agZ4dzYzty5zBq6zzmqJI45o5gUlERABERCBqkTACgvQ5r6T0GT/NjAzFxLBgvPNZS9g6r2jw4fZ4z2BNt4zooVvad+L/jNj8qF4+pIIVASB0aNH47TTTkPr1q3RrVs3vPbaa4vt9qCDDsIzzzyDoUOHLvLn7cV2VMMb6PJFQAREQAREQAREQAREQAREQAREQAT+PAHOn6V7YTlf/J1MFOfhqJnT5+K+i97B+6//DE7bhcyn76L/16M3wr8u3Bp/dtP+FUNgj8v/irbHb+1fHoNPuQIWUshe7zUCU556v2i+lV/f+PXme4E+LXyjpdwtSvnlogo5IiACIiACIiACIiACIiACIiACIrCEBNRMBERABERABERABETgzxG48cYbMXbs2FKdcF3rZpttViqugAiIgAiIgAisCAI6pgiIgAhUJIH0epXo06bFNS8U18JEvTh6Ns6+YS4WZo3LZ8B1NDkPm29YB8/fsQ5WWSlTkaeqvkRABERABERABGo4gYLVV8Z6Y65BnY3XchKWExC8hVnMPPUuzHz2jXLX8aafb+Aby25CSvshoEwEKgGBqnwK6e+p6NOmxZ8xqD6Pz8eRV83DUVfPx9HXLMC/r12AY6jeC3Fs7wWuhTi+dxYn9FmY0wKc2MfVez5OytPJvefh5Gvn4ZSgueh4baJObjtdMwdB187GqTl1vnYWOl8zO6jLNbNwWtBMnH6N6+oZOP3qxHZ1n+p29XR0vWo6ul31O85wS5159e8Iumoazgr6DWdfRU1L7JW/ofuVv6JHkX5BzytdV/yCc9yec8XPCLryZ5x7xU9B57k935XY/+GCK1yX/4gLr3DRBv2Aiy53XfYDel0+Fb0uS3Sx20uoy7/HJdRl35JGvXMAABAASURBVOHSoG9x2WWuS78L9vJLvwV1xaXf4ErXFZd+7dZ1yde4Kugrt4muvuRLXBP0Fa51m+gL9L7EdfHn6JOn6y7+DNf3ivoUN/RKdKPbG3t9gkQf46Ze1BTc3GsK/nPRx7jZ9Z+L6E/BLRd9hFtdt1z4IW690H23twV9gNsu/AC3X5DoDvf7Br2Pvhe6LngP/w16F3deUKy7zn8X1N3nv4NEk3HP+a7zJuPeoEluXedPRD/XfedNxH3nT0B/Wlf/8ybgfurc8XjAdf+5bwf7gNsHXQ+d8zYePPctPHROoofdf8T9R855E4+c6zpnHB4NegOPnePqOS7Yx3u+AeqJnmPxpOuJHq+7dbkdEPQaBvRw9XwNT/Ucg6d7JHrGbaLReLaHq/soPOd61kVLDew+Es+fPRIDzx7hdgRecEu96PbFs4cj0TAMOjvRS2e/isFnDcNLZ9G+iiFuh5z1Cl52DTlzKF7OaajboWe+DOoVt6+cOQSvuoa5PyzYIRh2xmAMD3oJI854yf3Ejuz2EkZ2G4RRRXoRo7u5ur6IMVS3FzAm6Hm81u15vN6VGoixbhMNxBtdXac/h3Fdn8Mbpz+LcfTdvkmd9izePO0ZvOV6mzr9GYynTnvareu0pzAhaAAmnjYAE7o8FeykLgMwOehJt67OT+CdLi6371JdHse7nanH8F6Xx/B+58fwgZc/CJb+o/iws+vUR/CR60MX7UenPowpro87PYxED+GTTq5TH8KnVKcH8WnQA/isE3U/Pu/k6vgAPu94P75wfRnUH192dJ1yH77K6Wu3X5/SD9Q3br895V586/a7oHvxnZe/O/kefB90N6aefLf7dwf7w0l344eT7sKPRboT/zsp0U9ufzrpv0jUFz+f1Be/nEjdEeyv7v964h34jTrhdvwWdBumuZ12wm343TX9eLfH34rpJ9yKGTnNdDvz+FuQ6D+YdTx1M2Yf7zruP8HOOe5mzD3upmIdeyPmHedyO5867gbMdy049gYsOO56LDjmOiw8pk+wC/7t9ujeWHD0tZh/1NWYd+RVmHf8deB9hspms6DS99Z0Oe2n28ivKgTSfwPNv9agqsq56zxFQAREQAREABADEVgRBPjEtKyeg/Ub4hXxFdUxRUAEREAEREAEREAEREAEKjsBnZ8IiIAIiIAIiIAI1GgCZlzqC5hZkTKZTPBpCwoKEC39wsJC0FL0665UiI5nNsQW7erCe4B3AwNgZliwALi0+2SMGvoDtImACIjAiiDw+kkP4MsB48OYxLEJuczcWefSPVFvr43AsYxjGpX2WY7jn5mFsdDM90wJqc3MUqWa4ZJX//79cdNNN5V7wY8++igOOeQQPPvss+W2WU4VOowIiIAIiEAVJBAX0KQt/SguRo/iH1mgP3/+Alx2xXcYOWoGslnAk9tsTsBZZ7XE4Uc0q4I0dMoiIAIiIAIkYAUZbHXfyWi8/1a5sd3HeI72HPTdfnP585h6zyifl1oQxHtDvEek7x/Rp2W/VNpnWRKBpSUwe/Zs3Hfffdhnn32w00474ZZbbsGPP/64yG7MDMcddxyGDx+OAQMGYP/9919ke1UuloAaiIAIiIAIiIAIiIAIiIAIiIAIiIAI/EkC6Xky+mWJ825RnH+jZv4+F/0umoz3X//Jz8B/Q+NzdtzXp+18Lg/Y698b4ajz23ndn07qoAIJ7H7ZX7HV8e38a5T7mrFvd/lbtrEXj8CUAe+FuVZ+jan4defXlj5t2CV+vVnIKdblijIiIAIiIAIiIAIiIAIiIAIiIAIisDQE1FYEREAEREAEREAEROBPEOD61euvv75UD61atULnzp1LxRUQAREQAREQgRVEQIcVAREQgQojkF6nQj+tuMaFluIaGIr+C6Nm48zr5mDBgmxYP8NlM1nPvIRWG9TG87evjZXrWoWdpzoSAREQAREQAREQgUigYLWV0WL0Naiz8Vrgs0fyDILkmWT+AszodCdmPvtG+GevfHah+PxC8VknWvpRsW+Woy8rApWAQLU6BX5/laX4PRkv1n+s8G9oT3TiN7h/t3sk+T73WFE/vhObsdrD3sRLntwJNUXtvDL4IZpkHvJm3tiTOyGYtPGRxSsTnzXegMnlJ8BAaOuZF0Mw2HR7391j3iI4bnmCbrznJPd4UXv3Wc2ewk6J4+14KBZ8L2+Tbu9F38XrPLnjbd0JyTMPhLbeyJN36fuHFl7nyatDibaoxhsm+/gx6YcW3tgT23knXsGUBJK2vjfbUn+ive/OjoO8x6QnBl1Fx0miuTahkPMXfz5skVwDd2HJj+J985qWqH/fhe3C3r4ffe/Bu/SK3Kl4gdVuPMbk7RgIbd0P7d16c2/jubcpctxnffntQwNWuxI/ac+ie95vPI737N3m2rjhNXrAEwvLor0f0bv2s3An1z+PFs/Jo6GObTzmVd6IyQOs8xjryz5/b+OJ+7CNN/fLoefifpQHuW9Rm1x7HsGrPOxtmbMtlfPdePLGntzxpu6EVE770CI0iF0Hm2udnBf7z8mbe7ep9u56wFNuj1w7nju1qPahrlT7pB/vMJxHtLloGeeTq8mdR7p9Wf0nrb2xp3AAWhfjf7i9H5TXGkTfxb5K9c/j8Hq9MrQNvh/ZrYc8sUE0ie+1obey2wMLswvB+0xUUTvvk773plRtCKTnIQ3Jq9pcnC5EBERABESg+hPQFYrACiGQPDPZMjl2Zpn0qk5FQAREQAREQAREQAREQAREoEoT0MmLgAiIgAiIgAiIQM0jYFZyEtosKZsZzEoqk8mgoKAA0dIvLCwMsejXqVuIU85siC22rhtgZj3Phgzhw02XdJ+EkS//4FElERABEVh+BF478X58+dR4wAckLkrjsBRWtXm2zmV7oP5eGxWNZXE8o42K456ZhTHQrOT4CN/MzHOEsRM1eDv99NMxatQorLXWWmVSmDhxIjp06IDevXuXWb98gjqKCIiACIhAVSPA+zfPOW3pR8WF6LTxQ4rz5i3ApZd/h1GjZ8H4Mnju4j3bdfbZLXD44U2hTQREQAREoGoTsIyhzX0no+mB7QAf31G0Gfj69ooXMPXukT4vtSAofa+I95F8G7tgPPqyIrCkBN555x1ceOGFaN26NY499lgMGjRosbuuscYa6NatG8aPH4977rkHu+yyy2L3UYMlIaA2IiACIiACIiACIiACIiACIiACIiACf4ZAWfNjjKXF+bYo/o6GmjFtDvpdNBkfjv0lzNHBc/jcnZkFd+9jNsaR57VFxWzqpaIJ7H7pX9HupG0Qvmbwzb9sADPD2EtGYsqT74W5Vn6tqfj15/uCPi18o6XcLUr55aIKOSIgAiIgAiIgAiIgAiIgAiIgAiKwSAKqFAEREAEREAEREAER+DMErr32Wnz11VeluujatSvq169fKq6ACIiACIiACKwYAjqqCIiACFQMgfT6FPoUe6aNa1toKa59oei/MGoOzrxuDv8sjTc3mLncY2q9UV08f8faWKmusSiJgAiIgAiIgAiIwDIhULDqSljvtd6os/Ha/iwC8MnDzHMqm8XMTndi1rNvhH/4ymcYis8xVPpZB76xTLkbUtoPAWUisMIIVM8D83uM4vdjFMvxav07Gfym5rdz4sC3EIWZW5fBX8HCPYCZF92aC765Zc6gy7yBGXO4BzDzYrD0E8fzXNDM21KAVxszeDFYeDFxPM8FzQxmLgDM3QUFA4KSzPMkYObW5XkSc8dT0rbIYZEFg5l5wWCAyxCKMBYS0Qc89xjz0MDcS2IGuO+5J3cQNwsFz9Pt3TdvYKyz4HjmyX1jzGVmgMvgr2C96D5TEHwzV65g5gWXmcHM5VUhN3gZyeY+EDKYuXWZWfANgPkrl1hIxAAAM2MWrJnBAJfnSWIhkUfhm1lSYWYwczEGQy4FSz9xPPc28M3MYOZCIg+557nllJRgxgCCNTPEF3wzlwcQhGSzXMHMPcrL7oXKYM1dyo1XeZ4UzAxmLiTyiuB5Bg+zCBh8CxnMLBES6xX04Bm8KlgYfAsZzCwREusV9OAZvCpYGHwLGcwM4UVLhRqDB2GWWLhBbjNjwWCWiGH3APPkMdogJJuZV3jAzGDm8nDIDTB/MQUh2ULMXTP3KK90D248WbDuIG6WK5i5R3nZvVAdrLlLuWEyrw+WbSkvmxlD9OBZIiSbhQBg5h6FxMI39+DFRPDN4EXPAJhZCXkEHqFJBN8MSQyAWSgEa+Y+LLw880ogWkbhm5mBMTODmQuJ3ADMDIgGvpl5gMmtmXlVIndYi2AtMfDNzAs5a2ZenchDngweCHIP3MwSz8xg5kIi1sF9piAkG2vpmblHeaV7DAXRT99reL+JCg2UVSMC4S9nF10PS1RRQI4IiIAIiIAIVGoCOjkRWDEEsuATE1Xxx89UfJfqUQREQAREQAREQAREQAREQASqOAGdvgiIgAiIgAiIgAjUUAJmVuLKzZKymcHMkMlkgswSv6CgIJRpqcLCQlDRr1OnEKec2RBbtl8J3gN8N8AAuJPNGi7tPgkjXp4KbSIgAiKwPAiMOfF+fPn0hORQPg6ZGYcjwIB1L/8r6v91I8TxK23pUxwDac0sjH1mBrNiwTcz8xwhDm3YcccdwX94eMABB5RJY86cOejRowdOOOEETJ26Au4HZZ6VgiIgAiIgApWVABeW89zSln5UXIhOGz+cOG/eAlx6+bcYPWam78qFNxSSZTjZLLqf3QKHH97M65REQAREQASqBQH/mWyr+05G0wNK/tOwMPp79u2VL2LqXSOL/ilV+p5BP95T0jZyYSz6siKwKAJPP/00jjjiCLRu3RqXX345Pv7440U1D3WbbLIJLr74YowfPx433HADttxyyxBXVkEE1I0IiIAIiIAIiIAIiIAIiIAIiIAIiMAfJpA/L8Zyvji3FsXf0VDTf5uDfhe9gw/e+CUcO5v8dib5JY1H9j5mYxx5bhv3Kiipm2VCYLeL90S7k7YJX73izCdb/WhvXDoSHz3xbtF8K7/u8X3A9wh9Wm8KWop+VH45xmVFQAREQAREQAREQAREQAREQAREoFwCqhABERABERABERABEfjDBOIa1fwO9tprL5x44on5YZVFQAREQAREYMUR0JFFQAREoAIIpNelpH2uZ6EYo6W45oWi//zI2TjjutnIcnkMhaz7Lj+nLTaqg+dvWxN16yR/V8ZDSiIgAiIgAiIgAiKwzAjYKnWw3uu9UXuTtf2JBOGZxPOQsDCLGaf0xaxnxoLPMHyWoehT6WcdniDLFH0q7bMsicAKIVBNDsrvp/LE70cqfam5HzOS72V+dxcFPJT7QYQh9sn96LMZfR8IvBG9EPUibfLzSn571oT9ihzuyoK3d1OivXfpITZIFHaky+gfae/7hWthH965J48khSKHRRbYv9s/0N738jNlzr5yB0mKXmCMheL+Qyl9HAZCS8/c95bBCWy8nYdyjNlXqPIsl1jpR2cptHffd/m9MACYAAAQAElEQVRz7dkZxb4p7zMpsuBn5yY5Fs/HC6yk6FIl2nsbj/2R9r6b98ScnbvoUh71kuehEK6V/bPkZ8eqREkg8T2PdaGtQ0qqmXslE10q+n6E4LIt5YXYh7t+YZ6X1973ZVsey1t5yfN02+CHLDl/b7HE7VNtF92/H9MT++XJsi3lIe+BeU48DaqoyILvxWt2MewlmkRJdeJ7HuvYN+Uh75+N6LnoUu4yVUj79Hmxb4qdu8rsP7+9twvJ9yvR3s88pCVsn/ThPaTbh6Bn3nfoixmLuTb+BffEyvBV8ZpcYsjlKQS818T6foviuqzbh5PwrPT5MBKPnlwL7zM812jp+67heulTLEtVnUDJ+UiWqKp+VTp/ERABERCBGkJAlykCK4iAwQBzoeK3TMV3qR5FQAREQAREQAREQAREQAREoGoT0NmLgAiIgAiIgAiIQE0mYFZyMtosKZuZz1MnymQywactKChAtPTTKiwsRO3aBTjlzIbYYus6YQGIZ6C4CGRhNovLuk/G8MFTazJyXbsIiMByIDD6+P746ukJPv6E5MNQNidg3cv/ivp7bgiOXxy30pY+Fcc5MwtjnlkyHpqVtPDNzDxXigTWWGMN8J8fXnbZZTFUyt5zzz04+OCDMXTo0FJ1yzKgvkVABERABKoOAf78wLNNW/pRXHwexQ8lUnPmzMMll3+HMa/PAsLt2bPcfdo99OzREv/8Z1NoEwEREAERqH4EtrzvZDQ9eOuiC+O4z3sB7XdXvYipd44o+qdUvH/wvsF7Cn3afMWOGI++rAikCXz99dfo06cP2rdvj4MOOgiPPPJIurpc/+9//zseeOABTJ48Gb169UKLFi3KbbsiKzbYYANsuummVU6RmawIiIAIiIAIiIAIiIAIiIAIiIAIiMAfI5CeD6NfljinFsV5Nmr6b7PRr9c7+OjNXzktB2bGjDLgb8dujCPPaYOK3NTXsiOwa6890O6UbcEvX5L5FxHJNu6yUfjo8XeL5lv59Y/vB75f6NOyNS1FPyq/HOOyIiACIiACIiACIiACIiACIiACIlAWAcVEQAREQAREQAREQAT+OAGuc+U8fn4Pp59+en5IZREQAREQARFYoQR0cBEQARH4swTS61HolyWuaaH4jEzRf37UHJx5/Vw/vCF8HN3omvuGrTaui+dvXwt162Q8qCQCIiACIiACIiACy4eArVwH673eB3U2XSc8kwB8NgHcuAwzO92JWU+PBZ9l+ExD0afiMxB9+BbL7obEcnCUicAKIlAdD8vvqyh+70UxFq/X6Hi28xa1sPMWtbGTq9jW8TLFeB3s6HWs33FL+jmV8Ot6G5fHdtiyLnbYwpXyt/dYopWw/ZZp1Q3l7XKxIrvVyth2q5Ww3ZZuXdFuG+IrY5tovW5b1zZbreKxsvR/aL8VtYrbYm3d5v8Q5HVbB62KYNu4dbXL1bfbalW08/p2HmvrKraroW2btFYN5Ta5WJu2qyGozepgrI3brVxt2q6OrVyJXQNbeozxLT1Gf8u2HitX9bCF1wW1q4fWwadNqV19j3uZ9e63auu+q1Xw6yNY+q7NXa3aNcDmbRuE+Obub+axzV2bBb8Bim3DnE/r2trrtm6ITdtRjYLdhL7HNglqhE22drXLKRfbmLGtG4M2UWNs5LGNPbaRq8i293j7Jl7ndusm2NDrgjy2YVqhzuvbN8WGQU2wgVtqfW+3vvsl1QyhvI1bKtQ3w3rtc/JYS9d6rmDbr4mWrvW2cZtSC/dLai202CalbddC81Be2y2VlNf1+LoeX3fbtRG0jVtq23WwbrTur5OrX8f9tT0erPvFdl2svW2x1vK6tV1rbbcu1vJ4sNFnedvmWNO11nZui7QumnksyGPNglqg2Xal1TTEWoK2iftNt2+JJtu38LLb7VLafj2Pt0TjUL8eGntdkMcb59SohF0fjban1gu2odcF7bA+GlJe1zBoAwS7g1tXA9bRbr8BGlDu1y+hDVF/h2LVC3Ubol6IbYR6OyZ+vR02whoeqxfsRh7fyMuuHamNsXqIu/Uy/dV3pJ+nHTbGajtuklOxv6q3XdXjJbTTpmD5/2hd/xfqN8X/7ZiTx1ZxsT7YHTfDKtRObl0re90qwW6GlUvYzXNlWtfOm2Mlaie3O7XCSm7rUh6rG9QKdXd2eV1daufWoVyHMfdpE7VGbY/V8VhtV7S1d9kCFPwh0MwQN/NyfP7jvSat2Ea2uhDIFl9INovkVRySJwIiIAIiIAKVmYDOTQRWFIHwzBSenSr+DPQb44pnqh5FQAREQAREQAREQAREQASqNgGdvQiIgAiIgAiIgAjUeAJmBjMr4mCW+GYW4maGTCYTfNqCgoJQpqUKCwtBS9GvVasAp5zVEFttsxJ8J3DzLuC9AVng8h6TMHzwVIYlERABEahYAv4LttHH98dXz07yfg0+8DDBjL6h+ZV/Rf09NgDHKiqOW7RRcZwzszDWmVnY36zYIreZWc6TySdwwQUXYNCgQVhttdXyq0J5zJgx6NChA2699dZQXg6ZDiECIiACIlBFCHBROU81belHxQ870cbF6HPmzMelV07FmNdmwh8Hws8dzLgP++rRo6Xfd5rSlURABERABKopgS3vPQlND97ary4svwz3A94TeC/47qoX8f1/hxf9U6p4D2Edfdp8eUchMR4cZSLgBIYNG4aOHTuiVatW6N69O958802PLjo1bdoU3bp1w+uvv47nnnsORx11VJiXWPReK7Z25ZVXRlUVgBULT0cXAREQAREQAREQAREQAREQAREQgSpKID0PFn3atDiXFsXf0VC//zob/S56Dx+O+8Xn5Dg35wCy4bc0wdnnuI1xRM+t3K/QpM6WMYFdL9oD7U7e1o/Cr2n4gvrXl8Usxl02ElMef7dovpXvg/i+4PuFPq239n18f07UspBTrMsVZURABERABERABERABERABERABESgPAKKi4AIiIAIiIAIiIAI/EECAwcOxEMPPVRq72OPPRb77bdfqbgCIiACIiACIrACCejQIiACIvCnCKTXodCn2CHXr1As01Jc40LRHzhiDs64bk5Y2+IZUxCzLTeug+dvXxN1auvvyZClJAIiIAIiIAIisHwJ2Eq10fL1Pqi96TrgswmX4VKJn8WMTv/FrKfHgs80fLah6FN89qHo86zpU/SptM+yJALLkUC1O1T6+4l+VPz+ixecpeNZt0NXwrAb1wh69cZ6oF65qR5ecf+Vm+pjaFADvHxToiFuh9zcEINvct3cCC/lNMjtoJsbg3rxP43x4s1N8MJ/opri+f8kGuh24H+a4TnqljXxbE7PuH3mlrXwdJHWxlO3Jhpw6zqIevLWdUE94faJ25rj8Zwec/vYbS3waFBLPHKb6/ZED9++HqiHbl8fUQ+6/+AdG+CBnO6/Y0NQ/d32v2Mj3Ef1ddt3Y/TL6d6+m4C6x23QfzfF3UGb4a7/JrrT7Z3/3Rz/pe7cHH3vbFWkO+5sDep2t0F3bYHbgrbErXclusXtLXdthf9Qd7fBzTnd5Pamu9uCutHtjXe3ww33RG2N6+9JdN097UH1cdvn3m3QO6dr3V5777a4Jmg7t9vh6n6Jruq3PRLtgCv7JbrC7RX37YjLc7rsvp1AXer20vt2xiVUf7eui/vvAqpX/10RdZH7F92/Gy4M+gsuuD/R+W7Pv393nEc94PaBPXBuTuc8sCeonm6DHvwregTthe4PJjrb7dkP7o2zqIf+hjNzOsPtGQ/tA6qb224P7YtuD++LrkH74fSHE5328N9BdXHb5ZF/oHNOp7o99ZH9QXV65ABQHR89ANQpjx6IqJMfPQjUSW5PeuxgnJjTCW5PeOwQHB90qNtDcdzjiY59/DAk6oBjHk/0b7f/fuKfODqnfz1xOKij3B71xBE4knrS7ZNH4oicDn/yKFD/dBs04F/oEHQ0DhuQ6FC3hw74Nw6hnjoGB6d00FPHgjrQ7YFPHYcDnz4OBwQdj/2fTvQPt/94+gT8nXrmROyX075u933mJFD7uN3nmZPxt2ejTsHezyba69mOoP7q9q/PdcKeOe3hdo/nTgW1+3OdQf1lYGdQuw3sgkSnYdeBiXZxu8vzp2PnnHZ6viuoHd3u+Hw37EC94PaFM7B9kc7Edi8k2tbtti+ehW2Czkb7FxNt7XbrF7ujHTXI7aAeaJtTm0E9QW3lNuilc7Bl0LnY4qVErd22fuk8tKIGn4/NU9ps8AWgNnW76eALsemQC7FJ0EXYeEiijYb0ArWh2w1fvhgb5LS+2/VfvgTUei9fCqrl0EuR6DK0GEpdjuZDE63rdt1XrsA6Oa39ypWg1nK71itXgVrz1atANXv1aiS6Bk1fTdTEbZNh16JxTo2G9QbV0G3DYX3QgBrudvh1qJ9TveHXI2rVu89Clq/wIIiwscz7DBXvO7SsjJa+VB0IpOYlzZC8qsN16RpEQAREQARqAAFdogisMALJMxPzij+FTMV3qR5FQAREQAREQAREQAREQAREoCoT0LmLgAiIgAiIgAiIgAiURcDMQtjMYJYok8kEn7agoADR0i8sLAz/uCr6tWoV4pQzG2HL9nVCP8jScLkIBVzeYxKGvfQ9g5IIiIAIVAiB7MIsRh3fH189O8n746DjShL44YUWV+2F+rtvUGKs4tjFcSsqjmtmFsY4s2T8Myu2yG1mlvNkyiOw9957491338Xuu+9eZpOff/4ZXbp0wWmnnYbp06eX2abigupJBERABESgKhCIi8jTln4UF55HxQ8hzpo1D5ddORWvvT4r/LwS7tC5zGA4p2dLdDisSVW4fJ2jCIiACIjAnySwxb0noekh2/jo73cAA/hjm1nifH/1IHzfd3jRP6Xi/YT3kniPKcsit7Eu58rUQAK///477rrrLuy55574y1/+gr59++K3335bLImdd94Zt9xyC9555x3ccMMN2HbbbRe7jxpUBAH1IQIiIAIiIAIiIAIiIAIiIAIiIAIisLQE0vNf0aeN4lxaWpxXo6b9Mhv9er2HD9/6xefiknk4z3OHN+x7/CY4osdWuXJFGvW1PAjsctEe2LrjdjB/hWR+VBenXMddNhJTHnu3aL6V74f4HuH7hj6t7wFain5UfjnGZUVABERABERABERABERABERABESgmIA8ERABERABERABERCBP0rguuuuK7XryiuvHD7LWapCAREQAREQARFYoQR0cBEQARH44wTS60/oU+wtrlthmT7FtS1Rz42YgzNvmMPlMDDLLYbJma02qYPnb1sTtWt5gJ1JIiACIiACIiACIrACCFjdWmg5tg/qtGoO+GMJH1nomBmLmNnpv5j11OvlruONz0HwjT7lbkhpPwSUicByIVC1D1Le9w3jafFnDyp9tcaCZ/7tS08SAREQAREQgSUmYP7kR8Ud6Mf7Du839FkXLX0qlqNlTKpqBLIlTph/yb9kpES1CiIgAiIgAiJQiQjoVERgxRHg28jDdwAAEABJREFUMxOSf4ZU4SeRqfAe1aEIiIAIiIAIiIAIiIAIiIAIVGUCOncREAEREAEREAEREIEiAmYGMytRZsHMQtzMkMlkgk9bUFAQyrRRhYWFoE9bWKsAp5zVGFttuxJ8JwDeT070r+w5GcNfmgptIiACIvBnCWQXLMTo4/vj6+cmw4cqcLSB57mEFlfvhXq7rQeOTXGMok0rjmtmFsY2M+8lJaQ2M0uV5C6KwNprr42hQ4eiR48e5TbjP0Q86KCDMHbs2HLb/OkKdSACIiACIlDpCcTF4mlLP4oLzqP4Rxboz5o1D5dd9QPGjJ0FZLOeXLzSsFI5i3N6tsBhhzZhRBIBERABEaghBLa450Q0PbS93xdC8nuDX3i4LwBTrxmEqX2HF32YnfeSeE+hH+85aet7h8RYcJTVGALjx49Hz5490bp1a5x00knhZ9vFXfxKK62E4447DoMGDcKIESPQuXNnNGjQYHG7qb4iCagvERABERABERABERABERABERABERCBpSJQ1rwXY/ni/BnF+TRq2i+z0a/Xe/jwzV/C8fzXND4hl/s9jUf+fsImOLz7lu4tg6QulxuBnS/cA+06betf29whfa41fK2RxbjLR+CjR98pmm/l+4Li+4Tvn2i5J8sU/aj8cozLioAIiIAIiIAIiIAIiIAIiIAIiEAgoEwEREAEREAEREAEROAPEejbty+GDRtWat9u3bqhXbt2peIKiIAIiIAIiMAKJaCDi4AIiMAfJJBed5L243oVxuhTXM9C0X9uxBycecOccNSs52wXFsZ4YatN6uCF29dC7Vr6ezKORkkEREAEREAERGAFE7A6tdDi9T6os3nz8LjCjM8u/tgSzmzmqf/F7KdeB59x+KxD0adCu2w21IXGnjHmJqS0HwLKRGBZE6hm/ed/D7Gcr3jJ4XvWM/+WjCFZERABERABEVhCAlnwFRvTTz/rxXtPUb1uNhFFNbAl5ycNfFWDy9IliIAIiIAIVH8CukIRWIEEwhPTMvq/IZkVeF06tAiIgAiIgAiIgAiIgAiIgAhUOgI6IREQAREQAREQAREQgdIEzKwoaJb4ZgazRJlMJvi0BQUFiJY+VVhYiGgLCwtw8pkNsdU2dcPCES4YoeJC4it6TsSwQd8XHU+OCIiACCwtgYXzF2L0Cffjq4GTfZzx0YULnRPPC0CLq/dCvd3WR3ps4hiVVhzHaCmzZLwzK2nhm5l5rrS0BK655ho89thj5e728ssv49BDD0W/fv3KbfNnKrSvCIiACIhA5SbAheQ8w7SlH8VF51H80CE1c9Y8XHbVD3ht7EyEu7Pfo80MngADzj2nJQ47tAm0iYAIiIAI1DwCre8+Ec06bMvbAeJ9AX5voL6/ZhCm3jGs6J9S8f7C+wrvOfRp8xUJMh592epL4PHHH8chhxyCtm3b4tprr8UXX3yx2Itt3bo1rrjiCkyePBn33HMP9t5778XuowbLhoB6FQEREAEREAEREAEREAEREAEREAERWHIC+fNdLOeLc2YU59Cifv9lDu696D1MeftXmBnCywAzgwH4+0mb4J9nb+HesknqdfkS2PmCPbB15+2Tg/JrzC9ysIa3rhiJjx6ZXGK+le8Xiu+laLkzyxT9qPxyjMuKgAiIgAiIgAiIgAiIgAiIgAiIgAiIgAiIgAiIgAiIgAgsPYHp06fj+uuvL7XjBhtsgM6dO5eKKyACIiACIiACK5qAji8CIiACf4RAer1J9GnjOpXosxzXO9F/dvgcnHXjPJi/eFzzzCzkaLtZHbx4+5qoVciyVyiJgAiIgAiIgAiIQCUgYLUL0WLsdaizRQvAn1vMDAbkZJjV+S7MenIM+KyTfu5hmc9EVPThG8tuQkr7IaBMBJYhgercdfxeoo1KXy+/Z/lN69++6bB8ERABERABEVgMAd5BDGZW1M5gSN9r6LOSloo+rVTVCWRTF8C/4k+lQnJFQAREQAREoJIS0GmJwIokwCem+Fxc0eeRqegO1Z8IiIAIiIAIiIAIiIAIiIAIVGECOnUREAEREAEREAEREIFyCJhZUY1Z4psZzBJlMpng0xYUFCBa+lRhYSGipX/yWY3QdruV4Xu7cl17X/DSledMwqsvfg9tIiACIrC0BBbOW4AxJ96Prwa+AzOOMEkPiWdoee1eqLfreuA4FMck2rTi+EVr5nuWoaRXhGNA2x8mcNhhh+GDDz5A+/bty+zj66+/xnHHHYdzzjmnzPo/EdSuIiACIiAClZhAXCCTtvSj+GHCqPiBw9mzF+DSK6fitbEzgaynoGxucTpwXs+WOOyQJpX4qnVqIiACIiACy5pAq7tOQNMO24Z7g2d+s/Dk9wvP8f21gzD19ldL/FMq3mN47+E9hzZf8XwZj75s9SHw2Wef4aqrrsKWW26JDh06YMCAAUt0cQcddBAeffRRTJo0Ceeddx7WX3/9JdpPjZYZAXUsAiIgAiIgAiIgAiIgAiIgAiIgAiKwhATS81z088V5sijOndGnnfbzHNxz0buYMv5X/orGp97i72cS+/eTNsE/z9xiCc/iDzXTTiuAwE7n746tu+zg06v8OvsJZGld7r515Sh8+PCkovlWvk8ovmf4vorWmxa9X+hHsU30ZUVABERABERABERABERABERABEQgR0BGBERABERABERABETgDxC49tpr8dFHH5Xas2vXrlhzzTVLxRUQAREQAREQgRVMQIcXAREQgaUmkF5nEn3atLhWhWtX0npm2BycdeNcPx7Xu1AoWvvUbtPaePH2tVBYYF6vJAIiIAIiIAIiIAKVi4DVKkDz1/ugTusWyTpcPz3+yYT4RDOr812Y/eSYctfxpp+TfNfQBy3FOlpJBJYxgWrVffr7JvrR8kLTfijnsiy/celLIiACIiACIrBEBPi050rdQLwUnuV4r6HYTbT0pepEID1PaUhe1en6dC0iIAIiIALVlIAuSwRWKIHkmcmWyTlklkmv6lQEREAEREAEREAEREAEREAEqiQBnbQIiIAIiIAIiIAIiMCSEjBLJq3NDGaJMplM8GkLCgoQLX2qsLAQaXvSmY3QZvuVwgegwnHDQkTPPF11ziS8+sJ3IaxMBERABJaEwMK5CzDqhAfw1cB3vHk2WYzmHpOX0PLavVBvl/WQPxZxXIqK45ZZMq6ZlbbsjzIzGulPEth4443xxhtvoFOnTuX2dM011+DAAw/Eu+++W26bpatQaxEQAREQgcpKIC4eT1v6UfwjC1HxDy3MmjUfl1wxFWPfmO2X5fdnpiALP59ccG5LHHpIY69TEgEREAERqOkEWt15Apr9czv4DQLckh/r/H4Bw9TeL2Hqba8WfZid9xvea3gPok+bL/ZBMU4rVX0CgwcPxgknnIBWrVrhvPPOw6RJkxZ7Ueuuuy66d++Ot956CwMGDECHDh0Wu48aLC8COo4IiIAIiIAIiIAIiIAIiIAIiIAIiMCSEEjPb0WfNirOj9Fyziza336ajXt6vYsp438LhzHPw5ybO2aG/U/eFP88cwuPLsukvlcUgR3P/Qvan7Yj/Evtp2BuXcEDxl81Gh89PLnUfCvfO3xfRevNk/U9qT9AFWO0kgiIgAiIgAiIgAiIgAiIgAiIgAgkBJSLgAiIgAiIgAiIgAgsLYEPP/wQN9xwQ6nddtllF3Tu3LlUXAEREAEREAERWPEEdAYiIAIisHQEuAYl7kE/rbg2hTaK656oZ4bPxdk3zQUMvpkbCm6B9pvXxYt3rIWCDLSJgAiIgAiIgAiIQKUlYIUFaD72OtTdar3wDMMTLXqiMWBWl7sw+8kxJdbxxmciPjPRp02LfVCM0UoisOwIVJ+e098v0U9b+lT6iv1bFPzGTdbgQ5sIiIAIiIAILCEB89tHorgDS/Tz7zWMSdWNQLbEBbFElQiqIAIiIAIiIAKVjoBOSARWLAH+TxIU/wekCj0Z/Sq5QnGqMxEQAREQAREQAREQAREQgSpNQCcvAiIgAiIgAiIgAiKwSAJmVqLeLCmbGcwSZTKZ4NMWFBQgWvpUYWEh0vbEMxqh3Q4re7/c3w0MyPV19XmT8coL30GbCIiACCyOwIK58zHqxAfwzYvvAD6MIDeO5Fys1/tvqLdzS+SPQRyPouJ4ZWZh7DIz76akkNvMLOfJVBSB2267DXfffXe53T3zzDM45JBD8Nhjj5XbZokr1FAEREAERKBSEoiLyNOWfhQ/QBjFP7BAzZw5HxdfMRWvj5uFosU12dwSm2wW553TAocc3LhSXq9OSgREQAREYMUQaHXnCWj6z22Tg/s9gw4NNbXPS5h66yslPszO+w3vRbwH0eaL+1OM00pVj8D333+PW2+9Fbvuuiv23ntv3HPPPZg5c+ZiL2T33XdH3759MXnyZFx77bVo27btYvdRg+VMQIcTAREQAREQAREQAREQAREQAREQARFYLIH0vFb0aaPivBgt58qi/e2n2bin13uYMv7X3O9okt/P+K9nwjH3P3kTdDijdfCXaabOVyiBHc79C7Y+bcdwDuE94x7nWvl7u7evGomPHppUar6V7yG2jdZ3AcsU/aj8cozLioAIiIAIiIAIiIAIiIAIiIAI1EACumQREAEREAEREAEREIGlJsC1rdOnTy+132mnnRY+N1uqQgEREAEREAERWNEEdHwREAERWAoC6XUl+X5ck0JLxTVP9J8aNhdn3zQXXN8SM65z4aG33rwOXrx9TWT052SIQxIBERABERABEajkBKwgg3Vf74PaW60XzjR5pvGnnCRhdpe7MPuJMUXreNPPRHx+4rMRbdjZs/J8r1ISgYolUAN7K/H9xevn96mLriQCIiACIiACS0aANw4+8dEme4RS7oN8vNdQSY3y6keg5IQlS1T1u05dkQiIgAiIQLUioIsRgRVMwGDAMvo/IhloEwEREAEREAEREAEREAEREAERCASUiYAIiIAIiIAIiIAILJ6AmU9Yp5qZJWUz83nsRJlMJvi0BQUFiJY+VVhYiLQ9oVsjtN2+bvhDvp6B4sIR6ppzJ2Ho89+mjihXBERABEoSWDh3PkYd/wC+fuEdDh8+hnh9Nuu+y92W1+6Neju1QP7Yw3EoKo5TtJRZMp6ZFVvvKiQzC1ZZxRM4/vjj8eabb2LjjTcus/MPP/wQ//znP3HppZeWWb+kQbUTAREQARGofAT47M+zSlv6UfzgYBQ/VEjNmDEfF1/5A954czZ3hfkLlIUcF5zXEoce3BjaREAEREAERCCfQKv/noBmR2wP3jbgG3/M89uHe8AP1w3G1FuGFn2Ynfcf3nd4T6JPm6+wo2eMu1GqIgReeuklnHzyydh8883RpUsXjBgxYrFnvtpqq4V9hg4dCor7M7bYHdVghRDQQUVABERABERABERABERABERABERABBZNoKz5LMbyxXkxzpFF++v/ZuPui97DxxN/8wMYzMwtwNzMcOApm6JDt9ZYHpuOseIJ7HDOX9C+604wM9XSWncAABAASURBVJifTiJz3zD+6lH46KFJpeZb+V7i+yxa3y1Z55Mt/kNUMUYriYAIiIAIiIAIiIAIiIAIiIAI1GwCunoREAEREAEREAEREIGlI8A1rvfcc0+pnQ4//HAceuihpeIKiIAIiIAIiEBlIKBzEAEREIElJcA1J7Ft9GmpuBaFluKaJ2r+/PkY8Moc9PjPPJiZy3swFwxmhm1a1cWg29d0nzFJBERABERABERABKoGActk0OKN61G37Qbwpxo/aYM7TG4Nc06/G7MfH120jpfPRXxGotLPTvThW7TuhnW9tJIIVDSBmtRf+nsqXrd/l4LfpP5jCLSJgAiIgAiIwJIT4B3EYGZFuxisyJdT3QmkPm+X5d/Zpqr7Nev6REAEREAEqjoBnb8IrGgCfGLi3EzqSarCTilTYT2pIxEQAREQAREQAREQAREQARGo2gR09iIgAiIgAiIgAiIgAktIwMxgloi7mBlNUczMkMlkQpm2oKAglGmjCgsLQT/aE85ojK13+j/4Ti5P3qXBgtP7vMkYOvBbaBMBERCBfAIL5szHyOMfwDcvvQf42AMfNoI8MzOs3+dvqLdTC8SxJlqOP1HpccrMYFZayG1mlvNklhWBdu3aYcKECfjXv/5V7iF69eqFI488El988UW5bRZRoSoREAEREIFKRoALYnhKaUs/ih8cjOKHCanpM+bj4iun4o03ZyEupuHiGrDkgQvPa4FDDmrMbiUREAEREAERKJPA5n2PR9PDt/c6v4OED7a464n3nx+uH4yp/3m56MPsvA/x/sM6+rT58l1DYjw4yiolgU8++QTXXnsttt12W/ztb3/DnXfeiZ9//nmx59q2bduw3+TJk9G3b1/svvvui91HDVY4AZ2ACIiACIiACIiACIiACIiACIiACIjAIgik57Ho54vzYFGcG6NP+8uPs3D3Re/h44m/wafV/AjF82v+Kxoc1GlTHNa1lceXS9JBKgmB7Xvuhq277sTf1CXyN4e/M/w9ksX4q0biwwcmlppv5XuK77toeSksU/Sj8ssxLisCIiACIiACIiACIiACIiACIlBjCOhCRUAEREAEREAEREAElpJAnz59Su1hZujSpUupuAIiIAIiIAIiUEkI6DREQAREYIkIpNeRRJ+WimtQaCmudYoa8OpcdL9lXljLwrZZLnSikMU2rergxduaLdHx1UgEREAEREAEREAEKiOBdV/vgzrt1vdT8wccpqBsePaZffrdmPPY6KJ1vHw+4rMSxeeiaOl7B2EfWirG6EsiUEEEalw3+d9H/u2Z/Hms4NQ4HLpgERABERCBP0zAn+18Hit9X2GE3aVjLEvVkUDq72D77/0NfFXH69Q1iYAIiIAIVCMCuhQRWOEE+MSUqOJPJVPxXapHERABERABERABERABERABEaiKBHTOIiACIiACIiACIiACf4aAmYXdzQxmiTKZTPBpCwoKEC19qrCwEGl7XNeGaLfjykWLEsNikmzI0fv8yXj5uW/CMZSJgAiIAAksmD0PI4+/H1+/9F7uQwPZMH7ADZ31+uyNejs2R/5Yw3EnKo5LtGbJ2GVW0vJYlJnRSMuBQN26dXH//ffjxhtvLPdoDz/8MA4++GC88MIL5bYpu0JRERABERCBykQgLhxPW/pR/KBgFD9ESP0+fR4uufIHjHtrTvh5I96hDeaXZuh1QUscfGBj95VEQAREQAREYNEENu97PJoduaPfQcyVtDUzdww/3DAEU29+uejD7Lwf8T5ES8V7Vdr6jiExFhxllYbAgAEDcNRRR2HTTTdFz5498cYbbyzRuXXo0AHc96233kL37t2x7rrrLtF+alQZCOgcREAEREAEREAEREAEREAEREAEREAEyiOQnr+KPm1UnP+ijXNitD//MAt393ofn0yeBk6ohak0dywIOPjUzXDoaZtj+W06UmUisH2P3bDNGTuHUzIztwYzg2eYeM0ofPjAhDLnW/m+43uNFr7RUu4WpfxyUYUcERABERABERABERABERABERCBGkBAlygCIiACIiACIiACIrA0BPr3749BgwaV2uWMM87AjjvuWCqugAiIgAiIgAhUDgI6CxEQARFYPIH0+hH6acW1J7QU1zpFPfnqXPS4ZR7MD2HmuctzMLDdFnXx4q3NoE0EREAEREAEREAEqjqBdV+7DnW33hB8xvHHHZhZIgCzu96NOY+NKlrHy+ckPjNRfKaKln6U7xYSy8FRJgIVQqBmdMLvG6qsqzUGPfNvUXqSCIiACIiACCwxAUPyijuwlH+/YZmKbWSrC4HwR7aLLoZ/qb9kpKhKjgiIgAiIgAhUEgI6DRFY8QT4zMT/U7IsziSzLDpVnyIgAiIgAiIgAiIgAiIgAiJQ5QjohEVABERABERABERABP40ATMLfZgZzBJlMpng0xYUFCBa+lRhYSHS9riujdBup5XDPmZJH8ZePetzwTt4+dlvWJJEQARqOIEFs+Zh5PEP4JvB78OHB5iF3K2DcXeD6/dBvR2aI3+M4XgTFccjWjPzfUvLewvJzIJVtnwJdO3aFcOGDcOaa65Z5oHffvttHHbYYbjuuuvKrC8zqKAIiIAIiEClIRAXiact/Sh+QDCKHx6kpv0+D5dc+SPGvTXbryOL0NY9Ji+h1wUtcdABjViUREAEREAERGCJCGx2x3FoetQOiB9qiZaBH24Ygqk3DSn6MHu8L0Ub7kNZvwOlFA/KuujLrhgCkyZNQq9evbD55pvjkEMOwUMPPYR58+Zhcdv666+P8847D9z/0UcfxUEHHbS4XVRfGQnonERABERABERABERABERABERABERABMokkJ63ij5tFOe+6NPydzPR/jx1Fu7u9T4+mTQt6ZcTaZRPpPkMGQ45dTMc2mUzLNdNB6t0BLbrvhu2OXPn8K7gh+J96tQN3yHAxGtG48P+40vMt8b3WHzP8f3Gi2KZoh+VX45xWREQAREQAREQAREQAREQAREQgWpOQJcnAiIgAiIgAiIgAiKwxAQ4717WZy3XWmstdO7ceYn7UUMREAEREAERWO4EdEAREAERWAyB9LoR+hR3oeV6k2j5TJzWE6/MRc9b5gHZkMB2nrGI7beoixduacZuJBEQAREQAREQARGoFgTWGdMHdbfeMDzrhGeebLKGlxc3u+vdmP3IyKJ1vPGZKf0sFZ6VvDEt5W5IaT8ElInAHyWg/XLfn/7zif+MIhwiIAIiIAIisHQE+GxXfANhaen2V+uqS6Dk38M28FV1r0ZnLgIiIAIiUAMI6BJFoBIQCE9My+j/imQqwfXpFERABERABERABERABERABERghRPQCYiACIiACIiACIiACPwxAmY+he2Ke5tZcM0MZokymUzwaQsKCpCvwsLCEIv2uK6N0W6nlcAFv0HsMawxyaLPhZMx5JlvGJFEQARqKIH5M+di+PH34+sh7wcCHB44VvigwYQNrv8b1th+XcQxJdr02BPHI1qzZKwyK2lD556ZmedKK4rArrvuiokTJ2L//fcv8xRmzpyJs88+GyeddBJ++umnMtukg/JFQAREQAQqB4Fw7/ZTSVv6UfyAYFT80OC0afNwyVU/Ytz42QBvz36PNrPEBXDxBS1x0P4N3VMSAREQAREQgaUjsNntx2HNf+0UdrKQe+aO32bw400vY+qNg4s+zB7vT9HGe1fa+t4hMRYcZcuNwIwZM9C/f38ccMAB2HLLLXHppZfivffeW6Lj/+Mf/0C/fv0wefJkXHHFFWjduvUS7adGlZOAzkoEREAEREAEREAEREAEREAEREAERKA0gfR8VfRpozjnRZ+Wv5+J9qfvZ+KuXu/j03d+R/jFDHzj5JnPocEDh3bZHId02QzLe9PxKieBbc/eDduetZu/Mwx8mzBLLDCx9xh82H98ifnW+F7je4/i+45XRp+iH5VfjnFZERABERABERABERABERABERCB6ktAVyYCIiACIiACIiACIrDkBK699lpMmjSp1A5du3bFeuutVyqugAiIgAiIgAhUFgI6DxEQARFYFIH0epF8n+tMGKNNi+tRnnhlHnreOt+7NiBJMKNj2HGrunj+P02hTQREQAREQAREQASqG4F1xvTBSttsBH/w8WQw+OaZuTf3jHsx59GRYR1v+tmJfnymovU9QirPD5XKROAPENAu8O9EgBl/NIE2ERABERABEVhiAuYtDWbmNkkGSxzlNYAA/+p2vMwsklcsy4qACIiACIhA5SOgMxKBykAgPDNl089RFXdWmYrrSj2JgAiIgAiIgAiIgAiIgAiIQJUloBMXAREQAREQAREQARH4kwTMDGYWejErtmYW4plMpsjSLygoQFqFhYWhHO2xpzdG+51Xge8EQ9zMfcP1F03G4Ke/jkFZERCBGkRg/oy5GHHCA/j25Q/DeMBLN8/MPHdteOM+WGO7dRHHkmjT400cg2jNDGal5V2GZGbBKluxBBo2bIhnnnkGl112Wbknctddd+HAAw/EiBEjym0DQHUiIAIiIAKVgED8gF/a0o/iBwOj+AcWqN9+m4teV/2IN9+eDWQ9uZDNenL5NV18QQsctH8j95REQAREQARE4I8R2PS2Y9Hs6J3CvcXvNEny+w3vTz/e9DK+v+Gl8GF23pfifSpatslXPAvGoy+77AiMGTMGZ511FjbbbDMcc8wxePbZZ5foYJtuuikuuOACjB8/PuzDfVdaaaUl2leNKjUBnZwIiIAIiIAIiIAIiIAIiIAIiIAIiEAegbLmqRiL4lwXfdo4B0b7v+9n4s5e7+PTd6d5j9ncvBmt/47GzaFdNsMhp27qdcs96YCVmMA2Z+2Cbc7eNZlvDb/T85P19wvfQJN6j8YH/d4uMd/K9xrfe3wPRvkeYX+W6Ufll2NcVgREQAREQAREQAREQAREQAREoFoS0EWJgAiIgAiIgAiIgAgsIYEvv/wS119/fanW7du3R+fOnaFNBERABERABCoxAZ2aCIiACJRLIL1OJPq0VFxrQktx/Qk1f/58PPHKPPS8dZ73mwVfnjGFtSg7blkHA29u6nVKIiACIiACIiACIlA9Caw9qjfqbrNRePbJLd/1ZyF6Wczpeg/mPDwCfGbisxPFZykq/YxFn3SizfdZlkRgKQmouRPgd6J/Q/r3pxeUREAEREAERGCJCXCGy5UNd5Kwl5eCVVYTCKT/LrYhedWE69Y1ioAIiIAIVFECOm0RqBQEkmcmWybnklkmvapTERABERABERABERABERABEahSBHSyIiACIiACIiACIiACFUXALJnMNiu2ZgYzQyaTKbL0CwoKkFZhYWEoR3vM6Y3RfueVuUYRycblJclikxt6vYMhT3+ThJWLgAjUCALzps/B8OPvx7cvf+jXWzwecFTghwQ2vPFvWGPbdRDHkGjT40wce2jNLIxJZiWtdx6SmQWrrPIQ4D9lHDhwIFZdddUyT2rUqFE45JBDcPvtt5dZDygsAiIgAiKKYey7AAAQAElEQVSwognwns1zSFv6UfxAYBQ/JEj99ts8/D97ZwKoxfS/8edUliwlVIQku8hatlBKolX2PSpKluxEe9qQVJYsISR7EiVtRET8f0iJNkr7vmrh/r/Pee9579z3rtV763bvc+888/2eZc6c+bxnZt4578ycjt2X4sf/bYCdvE02+dO0s6BDp7aHoVGD0tCfCIiACIiACGwrgWOfaYJyN55rxTiAE2WOcw5L+4zGoqdGphuUKpyzaMO5LGqR+se4VFcmiQQWLVrkr/9q1aqFs88+27+0lC8vzWkVu+66K6666iq8++67mDJlCjp37oyTTjopp8WULgIiIAIiIAIisB0IaBUiIAIiIAIiIAIiIAJ5QyDaP0U/UaF/i5a/zQS7ZP46vNR+KmZPWWMVs84y6yvzk/WX0V5xx3G49LZjLU2TCGQkUOWec3H6AzUAay9sPYjPHH55cgJ+e/XHdP2toe2x/VFsp7A/Wsrc+JQYjifIEQER2CkIqJIiIAIiIAIiIAIiIAIiIAIiIAIiIAIFn4C2UAREYPsT6NmzJ5YsWZJhxXfeeSf22GOPDPGKEAEREAEREAEREAEREIH8TiB6f0jwaalwbwktxftOgt4dswkPPrMpdfMc+G8zTjjn5OIY1ueA1LT8Zb788kucdtppXueffz6mTp2avyqYSW22NKpDhw5++7idAwcOzLB4TukZFtiGCPLmM4msC9ebWVHMw/RkKfFz5XpD2fQzq0N2cevWrUPLli3jTLemjOzKz09p3LbAKrO2s6V1za68RK5sB1tafn7Oz2ML2yJ5NmrUKNO+hPxcf9Ut/xFQm8p/n0mo0cFfPY7dzzzGfwdKmznQ33jPK9j41vj4fbz8HsXvVFT0uxZ92F+w5iLqMyyJgAhsGQHbC8H90HkH+hMBERCBnYKAKpkfCDg7fcQUasNQ8GULOgG+dTttGxmi0mIKnsf+GPZd5EZVq1bFxRdfjJtvvhlvvvkmFi5cWPCAaItEQASSTiC7PuKkr2wHFZjsvu6c+gFzSt9BGJK22ui5ib/NkG/SCldBeUIgxY9ulDffmorkSY1VqAjseAKqgQiIgAiIgAiIgAiIgAiIgAiIgAiIQMEnoC0UARHI5wScc76Gzjk4F1ORIkW8T0sVLVoUURUrVsyHg73hjjKoet5esIUAWBmmYJ9q/wtGDvkb+hMBESj4BDat/gfjm72J+WN/hz8M2IxHBNifMx359EXYp+ohCMeOYKPHl+Dz2OOcg3MZZUX5yTnnrWb5j0DdunXx888/o0aNGplWji+pue2223DXXXdhw4YNmeZRpAiIgAiIwI4hEB7ii1r6QXwQMIgPB1IrVm5C+26LMel//6Q+BJiCtHtoUtCpbQU0qr//jtkgrVUEREAERKBAEjim340od+M5/nyTYqcdOv5cZVu7uM8oLOz1Wfxh9nDeCtbns4Wi1hbzE+O8o9k2E/j888/RokULHH300eD13+jRo3NVZpUqVdC9e3f8+uuveOutt3DZZZflajllEgEREAEREAER2G4EtCIREAEREAEREAEREIE8IBDtlwo+bRD7tujT8reZYBfPW4uXOvyGWVPWpNaKnWUmmxhxxR3HoXHLY+lKIpAlgSp3n4vTH6juf95Lm8Ua0eQnJ+C3AT+k629lGwztkW2RYuGMo+gHJYZDvKwIiEC+J6AKioAIiIAIiIAIiIAIiIAIiIAIiIAIFHwC2kIREIHtTOCbb77BM888k2GtDRs2xHXXXZchXhEiIAIiIAIiIAIiIAIikN8JRO8LoR8V7ydhmJbi/SZB74zehAef2RS7TcVvJO9ToYBqJ++Oj58u62M1SwqBnbaQ+fPno1+/fnonzU77Cari2RHgcfGzzz5Dr169ssumtJ2MwMyZM/Hwww+D79XayaqeZ9Xle8UGDhyId955J8/WURAKPvjLntjtzGP4ugTbHH4nomLBf+5+GRsGfRm/j5ffp3gMocJ3LdqorBA/Mc47momACGwxAb8X2izFtMULawEREAER2DEEtNZ8QYAnjhTr86KNVYihmKd5wSeQ/v3YDFEFf7tzt4W8hlm0aJF/T/VTTz2F+vXr44EHHsDChQtzV0CSc7E+6ptJg8rPoVOnTpg2bVpapDwREAERyIcE1N+YDz+UbaySgwPyaJyRItCfCBRIAtooERABERABERABERABERABERABERCBgk9AWygCIpBfCThnndqplXMu5jvnrJ87piJFiniflipatCiiKlasmA/TUtffXhpVz9vTSuTtJaYUE287Mdu73c/47MO5lqZJBESgoBLYuOoffNnsTfw9ehpst489PcBjgBdwZJ+LUKrqIeDxgseSYOlHxeMN5VzsWORcehv4OeeCK5tPCVSoUAFjxozB/fffn2UN+/TpA76g5scff8wyjxJEQAREQAS2H4Hw8F7U0g/izapBfCiQWr5iEzp0W4Iff9oAnp2d83PEAkDndoehYb39oT8REAEREAERSDaBo/veiAObnIvYqceZNaWuZEnf0Vj05Gfxh9nD+SvYcG6L2tRF7Zo27SGqECebOwKzZs3CE088gTPOOAO1a9dG//79sWLFihwX3nfffdGsWTMMHz4c3333HR588EEcccQROS6nDCIgAiIgAiIgAjuCgNYpAiIgAiIgAiIgAiKQbALsowplBp82iH1a9Gn520ywi+etw0sdpmH21DVwLMBmznsONFfdVQmNWxwL/YlAbgic1vpcnPHQ+WDbic2sHSH2N/mpb/DbgEnp+lvZFkO7DJa56VP0gxLDIV5WBEQgPxNQ3URABERABERABERABERABERABERABAo+AW2hCIjA9ibw+OOPZ7rKO+64I9N4RYqACIiACIiACIiACIhAfiYQvR+EPsX60vL+pmDp8z6ToLdHbcJDz22Gcw6OC9jMec/h3FOK4+PeZRkrJY3AzlnQ5s2b8corr2DmzJk75wao1iKQDYHJkyejSZMmeOSRR7Bq1apscippZyGwfPlydO7cGVdffTWmTp26s1Q7z+s5btw4XHnlleD7xf755588X9/OvoKDv+yJ3c8+1r4VOcC+J8H+zDPXYdO9r2DDm1/E7+Pl9yp+x6LCdy5aW8S/JyH4IUwriYAIbBkB7n+wWeruuGULK7cIiIAI7BACWmn+IGAnDzuBOEcbq5GzcMzTvOATiLyzLCX1nfwFf6O3egt5PcP3VbOPZMqUKVtdztYsqL6ZNGobNmxAv379cPnll4PX8fxc0lLliYAIiED+IsDjlPob89dnkoza+G9N/rtTMkpLX0aR9EGFRKCAENBmiIAIiIAIiIAIiIAIiIAIiIAIiIAIFHwC2kIREIF8TcA5F6+fczHfOQfnYipSpIj3aamiRYsiqmLFioFiHO11rUqjavW9YEvDioCz0p2zuenp9r/gsw/mWowmERCBgkZg48r1GN9sEOaN/QOw/d32erOwPwf+H9P3Yuxz2sHpjhc8bkTFY0yQc7ZUJrIC/eSc81aznYNAz549MXjw4Cwr+9lnn6Fx48YYOHBglnmUIAIiIAIikPcEwgN8UUs/iDdkBvFhQGr5ik1o320xfvjpH6RYFXnrMfMD5tnUpV0FNKy3v6VoEgEREAEREIG8IXBM3xtx4I3nxh9Gt9NP6opSsLjfKCx8Ynj8YfZwHguW56xEpS7sywu+bM4EPvzwQ1x33XU44ogjcP/992PixIk5L2Q5qlevjr59+4IPxbz44ouoU6eOxWoSAREQAREQARHI1wRUOREQAREQAREQAREQgaQSYP9UKDD4tEHsy6LP32UohmkX/b0OL7T/DbOmrvZ9Wb5fzGZ8yJm/01zduhIa3XJ0KFpWBHJF4NS7zsHpD55vedmSfIPir37WpFIwudc3+O3lSen6W9kW2T7ZLoO1hWNtMsWWZyBVTE91ZURABHYGAqqjCIiACIiACIiACIiACIiACIiACIhAwSegLRQBEdiuBN59913wftvElbZs2RI1a9ZMjFZYBERABERABERABERABPI1geh9IIl+9D4S+ry/JOjtUZvw0HOb4/eW+LtLbMYyzj1lNwx9qky+3u6dsnI7aaU5+NfHH3+cq9qfe+65mDRpUpb68ssvUaVKlXhZ9erVyzIvy+G6jz322Hh+OSKQbAI//vgjtvfAdsneBpWXnsCCBQswduxYf39l+pTCHeKAXHPn6p2TW9IKDhrXA7udfaz/rsQbeO1rkvf5XWnjva9gwxvjfDsL3634XYtierBhfYzLzA9xsiIgAtkT4P7n90PvZJ9XqSIgAiKQLwioEvmEQOx5rHTfxXhCySe1UzXymkDkPdnO+Xdxu7xeZT4q/+CDD8aIESOy7Hf79ttvMWzYMHTo0AGHH354vOaLFy9G69atMW3atHhcXjvqm0kjvHr1aowaNQrr1q1Li5QnAiIgAvmUgPob8+kHs43Vcqnfmtw2lpPZ4kUyi1ScCOzsBFR/ERABERABERABERABERABERABERCBgk9AWygCIpD/CTjn4JzzFXUuzTrnfHyRIkUQVdGiRZGoYsWK+Tja61qVQdXqe/ryeM+iv/Ek9YW+fTr8ghHvz/FpmomACBQMAhtWrMcXzQbh73G/+4cFbBa7xYwHAPOO7ncxSp56EHh8KGrHj2DpB/EYQ5/Wudixx7n0NtByzgVXdicicOWVV+KXX37Baaedlmmt//zzT9x4441o06ZNpumKFAEREAERyFsC/ju7rSJq6QfxQT8qPARIu2z5JrTrtgT/9/NGODg4W97Ln6sdHutwGBrU3d9iNYmACIiACIhA3hI4uu+NKHdTdTjn4OKrcuY7LH1mDBY+Pjz+MDvPZ1GFc13UhiIYF3zZjAR4jccHao477jg0btwYb775JsgWOfyVL18ed911F/jiHL7Q4vbbb8eBBx6Yw1JKFgEREAEREAERyC8EVA8REAEREAEREAEREIHkEYj2PwWfNoh9LfT5uwx9iv6iv9fihQ6/4c9pa+Ccg81gc8T+HK65+3g0an50LKi5CGwhgVPvOgdntqllbcpaVWyCBcCm9utT32DagB8y9LeynbJ9Bgv7o0+ZG58Sw/EEOSIgAvmOgCokAiIgAiIgAiIgAiIgAiIgAiIgAiJQ8AloC0VABLYvgSeffDLDCvfbbz+0atUqQ7wiREAEREAEREAEREAERCA/E4je/0E/quj9I/R5r1PQ4M834aHnN/t7UBzs35lSN7T6abtj6FNlU0MyySSwM5Y1Z84c9OnTB5s2bdoZq686bycCe+yxB5577rn4oHLnnnvudlrz9lnNscceizFjxvjtGzJkCPbfX+/t2D7ktRYR2PEEDhrXA8WrVYJ9XeIE55z5FLDp/lex8Y1x8ft4+T2L37koficLln4QUv8YTnVlREAEckHA9jrAZtwFoT8REAER2AkIqIr5h4CzEwgVahT1Q5xsQSXgX8Id37gU8D8eLPQO30V+wAEHoF69ehg4CWCrcQAAEABJREFUcCCaN2/uxzsgmGXLlqFfv35Yt24dg5IIiIAIiEAeEijofc/8rWDSpEm+b52/IfC3hDzEqaKTQCD2jSn996gkFOuLKOLnmolAwSKgrREBERABERABERABERABERABERABESj4BLSFIiACOyEB55yvtXMOzqWpSJEi/odx2qJFiyJR/CGdcbTXtiqD02vsDWclOWdzk01gRN+OkzHivTnQnwiIwM5PYMPydfiy+SDM/+IP7t5wzqXKts0BxzxTFyVPKQceF8LxgTaqcEyhdc6lLp/eWml+cs55q9nOSeD444/Hd999hxYtWmS5Ad26dfMDR06bNi3LPEoQAREQARFILoHwkF7U0g/iA35UePCPdumyTWjXdTH+9/MGqwxvlEkxC3gvJQVdO1RAg4v383GaiYAIiIAIiMD2IHB0nxtw4E3n+XNRbH3+rORPTkufHYOFPT+NP8zO81pU4ZwXtbEybHE7rwVfFli/fj3eeOMNXHLJJahcuTI6duyIqVOn5gpN3bp1MWDAAPzyyy/o3bs3zjnnnFwtp0wiIAIiIAIiIAL5ioAqIwIiIAIiIAIiIAIikCQC7IsKRQWfNoj9V/T5uwx9iv6iv9ehf/tp+PO3NX5x331lM/aGMeLauyuhYbOj6EoisNUETr6jGs54pFba8tbArJlZOAWTe32NaS9Pive3sl1SbK9sp8FaZtCn6AclhkO8rAiIQL4ioMqIgAiIgAiIgAiIgAiIgAiIgAiIgAgUfALaQhEQge1IgPfNTpw4McMa77rrLlSqVClDvCJEQAREQAREQAREQAREIL8SiN73QZ9iXWmj943Q5/0kQYNGbsLD/TfDP/yX4peI3VdibvVTd8dHvcqapykPCOx0RW7YsME/e7hgwQLsueeeOP3003e6bVCFRUAEREAERGBbCZQb2x3Fzz0+9tXJ38BrX6BsYsTG+17BxtfHpruPl9+9qOh3MtaBYYo+FfUZlkRABLImwF2O+5zfBbPOphQREAERyC8EVI98RSDFTiH+TOJrxZB3NCsEBNK/L9uB/4Vgs7diE3fbbTc0bdoUjRo1ii/NeyrGjRsXD8sRAREQAREQAREoHAT8N6Y8GnekSOFAqK0sXAS0tSIgAiIgAiIgAiIgAiIgAiIgAiIgAgWfgLZQBERgZyXgnPNVd87BufQqUqQIqKJFiyJRxYoV83G019xWGlVr7OUfuLIZp9iDWEhB306/YPi7f/l1aCYCIrBzEti4Yj2+aDYI87/4w+/bvMWMN/jHBBzd72KUPLkceDzgsSJY+oniMcW59Mca52LhQMc5F1zZnZiAcw7PPfccXnrppSy34sMPP/SDSX7wwQdZ5lGCCIiACIhAcgjwvM2SopZ+EB/wo/iChWCXLtuE9t2X4qdfNwL+9GwzZwJ8sHuniqh/0X7QnwiIgAiIgAhsbwJHPX0DyjWtAX9C8jM7P8UmLHtuLBb2+DT+MDvPa1GFc1/UIvWPcaluoTXffvst7r//fhx55JG4/vrrMWTIkFyxOPbYY/HII4/gxx9/xLBhw3DTTTehRIkSuVpWmURABERABERABPIjAdVJBERABERABERABEQgGQSi/U3Bpw1ivxX98PsMw/QXzl2H/u1/w5zf18I5B//vAOccHIBr762Ehs2OMk+TCGw7gZNvPxtnPnpBrCC2MTYybx1+fWoCpr00KV1/K9so2yrF9kvLhelT9IMSwyFeVgREIL8QUD1EYPsT4LlBSoEYiIHagNqA2oDaQGIb2P5nZa1RBERABESg8BDQloqACGwvAosXL0avXr0yrO74449Hq1atMsQrQgREQAREQAREQAREQATyKwH2X4a60acYpuV9IsHS530kQYNGbsIjL/xrWR38TU5mkHoPyvmn7Y6PepWB/vKKwM5X7nvvvYfx48f7il911VWoWrWq9zUTAREQAREQgcJG4MDR3VD8vBPsa5OD/3dGwMth0wOvYePAMfH7ePm9i9/BqPCdjNaWiN+PRJ8K8fQlERCBrAlwd7OdD3bpknUmpYiACIhAviGgiuQfAjyDODt/uHiVHFzcl1PQCfCt3GEbUxD7D2HZRAJ8R3mLFi1w1FGx52F5PfPxxx9j3bp1iVkVFgEREAEREAERKMAE/HemlOj3qORtbJHkFaWSRCCfEFA1REAEREAEREAEREAEREAEREAEREAECj4BbaEIiMBORcA5B+dcvM7OxXznnI93zqFIkSLep6WKFi2KRPEHdMbRXnNbGZxRc2/YQiYADvbnzDg803kyhr/zl4U1iYAI7GwENixfh3FN38T88TOs6g62U3OCc/Qdjnn2YuxzcjnwOBCOB7SJ4nGEcs75ZZ1Lb5H655xL9WQKCoGmTZuCA0geffTRmW7S1KlTcdlll+Gxxx7LNF2RIiACIiAC204gPJQXtfSDeCMsFR70o12ydCPadluC//3yD/z9Mf4emRSkWMAmdO1QAfXq7LvtlVMJIiACIiACIrCVBI7qfT3KNa1hS6fEHoKxcxXPUTy/LXtuDBZ2HxZ/mJ3nuaiYJ1FWkJ8Y751CNFuyZAn69++PmjVr4swzz8QTTzyBv//+O0cCxYsXx5VXXol33nkHkydPRpcuXXDyySfnuJwyiIAIiIAIiIAI7AQEVEUREAEREAEREAEREIFtJhDtZwo+bRD7q+jzdxn6FP0Fc9bi+XZT8efva63fC/Y7jfV/WccX81LX3lsJDW+OvexkmyupAkQglcBJrc7GGW0vYIOzNmeRoc2Z+2vvCfjtxe8z9LeyPbLdBmtZbdlYe6UfxPTgy4qACOQzAqqOCGwHAjwPRLUdVqlViIAIiIAIiMBOSSB6vqS/U26EKi0CIiACIpA/CahWIiAC241Az549MWfOnAzru/POO7Hvvnr+JgMYRYiACIiACIiACIiACORLAtH+SfoUK0obvU+EPu91Cnpz5Ca0eeFff++IzcAbn1L8834pqHHabhjyZBkWU2C1bt06fPrpp7j55ptx7rnn4rTTTvPi83q8Jhg9ejQ2bNiQ1O1fuHAhBg4ciOuvvx41a9b06+N6q1atiosvvhiPPPIIfvrpJ/CzSuqKk1DYtGnT8Nprr/m6nXrqqX4bnNP7hqJov/zyy/hn2qFDB5+0du1a9O3b13++/Kyp2rVro1OnTvjzzz99nqxmLIP5KbabrPKF+C3Nz+Vmzpzp2x3bPddz+umn45prrsGbb74J1p15tkbcv1q2bBnnQTbZlcP8me2PZMX9gs/C8piWXRlM/+uvvzzvK664It1+ze1q1KgRunXrBm4z80bL4vpDffv06RNPGjZsWHwbmM58TOR7l84//3yfxnL5vC/jsxL7HtgO+K4m1iWwZvjZZ58Fjw1ZLct48uMyVGgLrAsH3rv22mtx9tln+7rQ8pg2YsSIpBy/QpvitnKbWRe2W7ZffjasD49fDRo08NwT2wy59O7dO97+s8vLsjMTj4dfffUVeFwO7ZTrpc84stm8eXNmi/rjLfPymLtq1SqfZ+7cuahTp47nFd0un5g6Y/vY2raUWkQ6E92GcL7hZ3XLLbeA28b0dAvkEOD28r1g3Dfq1auH0Ka4rSyf28t9eOXKlRlK4mfCNsu8bN8hA9s946gOHTqE6HSWbW7UqFH+s+A5i58n81P8PNj2uB8zX7oFC3DgwFFdsft5J9jXqBSTbah9j6LDNrTxgdew4bXR8ft4+f2LnzXF9GBtKVuEy3NhhuwrGb+QxVzNRUAEsiDg9xibaXfJApCiRUAE8hcB1SYfEbDvXdYBxu9joVKMCb5sQScQ7cdyiP0X9G3etu3jPRO8hgylsH+Q/QIhnGi5b23t9TSvJdn3wmtMXqOGsnntyjiK6cwX0oLdluvkUEawLJ/XtrzG5TU210vxupf9EFvaZ0xe7I9i30m4jmafAPtzsrp2Z13Y38H1sg+DfRmMY98Gr/kZTzEP47dEvObnstE+EdZxe/X1bEsb4XYOHz7c9+lwGy655BIsWrSI0dmKnynbDpfhZ7Cl3NgnRl5cnvy4MrY5lsO+ndBO2D+zNf2q5L81bYT1yEzJLI/9SOy7JGuyIwP2CbG/j2mZrX9r48iW5VNky3LYj3vPPffE+3nJmP2p7B9N7Idk/qDoZx4tL6Qn2i3Nz+XZln/88UffTxbaAPdtHju2tW822uZ4DM6JNfuW+TmRDRlxm2kZZnxOy3N7yGBr+/1YPuvJ9fKYzfIoHssZR/HzZRzFz5dxFPdNrpvxmYm/0fG4y+Mvj8NchqLPOJbF/TGzZUMc181luB+TLePJjO04emxmmexvzc1vESyjMCn2ncnlySYXyZNSVagI7EACWrUIiIAIiIAIiIAIiIAIiIAIiIAIiEDBJ6AtFAER2DkJOJfW0e1czHfOwbmYihQpgqiKFi2KRBUrVszH0V7dsgzOOH8vIMV4UObwBhS6z3SZjE/fzv5BEVtKkwiIQD4isGHZOoxr+ibmj59hteKebIpN/kb/456ri31OKgfu/zw2BEs/qnAccS52bHEuvbXC/eSc81azgkeAP9ZPmjQJvDEos63jzQaPPvqofygzN4NMZlaG4kRABERABDInwGMsU6KWfhAf5KPCA360i5dsRLvuS/HzrxthFwfwf/407eDg0KPTYah/0X4+WjMREAEREAER2JEEjnzqepRrXtPOTnaGcgAvK52LOcueH4eF3YbFH2bn+S6qcC6MWqT+MS7VLdCGNyPzpuWKFSuiRYsWGDNmTK62t0qVKujatSv+97//YfDgwbj88st9H2KuFlYmERABERABERCBnYKAKikCIiACIiACIiACIrBtBKL9S8GnDWI/FX3+LkOfor/gr7Xo32Ea5k5fD+vlisn3dwHOOdxw/wloePNR0J8I5AWBk247G2e2r21tjaU7syZznWnq09/gtxe+S9ffyjbLdsz2G6xl9fcUMUw/KDEc4mVFQAR2LAGtXQTykgCP/VRm62C8lBI/Z4qFWKgNqA2oDagNZHe+zCxNcSIgAiIgAiKwJQSUVwREYPsQ4D21Tz31VIaVcQC75s2bZ4hXhAiIgAiIgAiIgAiIgAjkRwLsrw71ok8xTBu9P4Q+7xsJeuOzTXjkhX+Z1d9vYjPA2WSqVbU4hjxRBgX57/vvv8ell16Kdu3a4eeff0Z0gBEOmDxhwgQ8+OCD4CDiHMRlW1mw/CeeeAIcTISDnnCQEa4nlMvPh4MVffbZZ2jatCnuuOMOLF26NCTvcLtmzRqw3suWLUOJEiV8/fbaa68dXq/8XoEpU6aAg+y89tpr6QajIsehQ4f69kWuHMRme28LjwUcKOnqq68G211oj4z//fffwetlDtozfvx4/zt5XtWPx6qRI0eiYcOGme6PZMX6ceAkDr7Dgc4yqwv3F+6zgTcHh+J+F/JyuzhY2vvvv4+rrroKnTt3Trffh3zJthyIigMM8XjDdjB79mx/Px/XwzoxPGDAgPixIbdtgQPu3WD41NAAABAASURBVHDDDejYsSPoh+VoeUzj+6D4viimcV3J0KZNm/Dyyy/7dsv2y8+G5fL4NW/ePHD7OMgZ18nP9ZNPPkHjxo3xxhtvxNt/NC8/K+4jyOZv1qxZYBtt3bo1eFwO7ZSL0GccBwHjZ5pTWVwmN0p2W+LAhzyuh20I7ZKfFc8vjOcxnwNl5aZ+XIbbe/vtt/t9d8GCBfE2xeVZPs8x3Ifr168Pfg78PJi2teLyYT996KGH/GfBcxY/z1AmPw+2PZ5X2d55ng1pBd0eOKorip9/Ivg9ystmzjmbA/8+OBAbXxvjPyPu8xS5UeQaLOyPYcpcP0V9H6GZCIhAOgKOIZvZ7kZPEgEREIF8TUCVy08EnH1PiynUiqHgyxZ0AinpNpAhKl2kAhkI8J1l+++/v49nvwyvOX0gYZbs6+mE4rMMJvM6mdeyvKbltS2vcXmNHVbM6172Q7D/KTd9xly2U6dO/h1v7I9i3wmvAVke+wTYfxKu3d9++22ENKZvL23vvp5ktJETTzwR5cqV84j4HnTe9+MD2cymT5+O0G902GGH4fjjj88md85J7BPh+//YJ8X2x8+aS/GaP9qvyvbC+KzE5ZLZRpJZ3ubNm/H666/7vj32Xc6ZMyfeRrn97O9jv18y+p2y4vPmm2/6fsEvv/wy3o9LxuxPZZ/69ui7zqpu//zzD7p37+7f/8jPmeyZl/s2jx2hbza0O6blhbje8LsTPyeyISOui5ZhxvOzyuo4w/6n/Njvx3pNnDgR/Jx53CVnHoe5bRR9xnE/ZF9pblmz3Hfffdcfm9mOo8dmlhl+i+BnyN/FuC6JQxfxGxOVfBpFkl+kShSBHUpAKxcBERABERABERABERABERABERABESj4BLSFIiACOzEB5xycc34LnEuzzjkf75zzA3gVKVLE26JFiyJRxYoV83G0V7UsgzNr7Q042J+DcybvAc899is+fftPC2kSARHI7wT+WboWY5u+iQVfzbT9GIjvyY4+UKl/PZSofAC43/OYECz9qMKxwzkH5zIKqX/OuVRPpqAS4AOX/EGaNwZltY1M5w/i/ME+qzyKFwEREAERyD0B3hTE3FFLn+LNmUG8qYo+7eIlm9C221L89OvG2APUKak3x3iTgh6dKqBenX1ZrCQCIiACIiAC+YLAkb2uQ7lbzuddneDpiuc5O4n5ui3vPw4Lu34cf5id57uomDdRfkGbMd5MgZt4I/WTTz4JPhBTq1YtPP/881i9enWO21m6dGnwxSa8Uf67777Dww8/jKOO0mBzOYJTBhEQAREQARHYOQmo1iIgAiIgAiIgAiIgAttAINqvFHzaoNA/xd9lov78P9fi+Q7TMOePtdbPxZ4u3+VlXV0x/4b7j0f9JkdsQ820qAjkTODElmfjjPYXWsbUATi9x7aYgql9vsFv/Sem629lO2bbZlsO1hbx7ZZh+kGJ4RAvKwIisMMIaMUikGcEMjvmMy6IKw6+bOo5N0VWbUFtQG1AbaCwtoHE8yLDUZFLNCxfBERABERABLaQgLKLgAhsJwKPP/647z9PXB0HXUuMU1gEREAEREAEREAEREAE8iOBaF8kfYr15D0hFMO0FO8XCXp9xCY88uK/zOrFfLzTBClAraq748PHS/v4gjrj4EocSHzx4sV+E/fYYw+cfvrpfjAbDkLO5+/4Dh4mchChhx56yA+wzfDWiIOE3H///Rg8eHD8GqRkyZKoUaNGpuvkOjiwCZ8n5EA7DO9IsX188MEH4ABYfB9RkyZNUKlSpR1ZpZ1i3XwmlM9zsp2RW8WKFcH2xc+dbY4bwX1y4MCB2BGf9VtvvYV+/fr5Nsn6sF4cCIgDYIX2v3z5crD9jx07ltVNuti2OJAUB9PhurgCrpt1YF3q1asXH9CLxzG+14hMuU8xb9D8+fPBQbfGjBkTH4iqTJkyqF27tt/HWM4hhxzi38PHZVjW0KFD8dprr/l75hjHd3CdddZZPn+0fZcvX97HsT5MZz7mz404GFarVq0wbNiweL2irHncYZhlhbbwwAMPIHH7mB4VBzZj3wXbWJQXt3fffdPeKcL0jh07YtmyZdHFt8oPn1X//v19m+F6uD62abZttnEWzGNmjx498NFHH6Fr165+cK5o3goVKjCbF/cNDlCV1fZysKxbb70VM2bM8Pm5Dq6L66Six2pua+vWrcHnqH3m1NkRRxzhP7/zzz8fu+yyi4/dc889cfHFF/v4unXromTJkj6es2S0JZYTxPLuu+8+/PLLLz4qug1sl2HAOh7zO3TogPXr1/t8Wc3YxsNnzzz8/MmBPNhGuR9Ht4eDgPXs2RNsM8xP7bbbbuBz6szP9s04iu2ecdTJJ5/MKK/w2Uf3U5ZRuXJlz5D5o22ZC/GzZdvj4HAMFwYdMPIxFK9xov86xRm5cbvtqxU2PfgqNr462u873NcpHoco5qOlfP7Ue5HoU0ynlURABDIS4P7F6xfbbTImKkYEREAE8hcB1SZfEeAZJMVOIbSxijEU8zQv+ATSvz+bIargb/e2bWHZsmURvX6cMmVKhgJ5/bsj+maScZ0cNiaZfcarVq0C+wPY/xSu90L/SOJ1NK/d2Tf40ksvIdoXTO7Myz4M9mWwnuzbYB8H4ynmYfzWiNeb7JfbXn09yWgj3M4DDzwQ1apVo+v727788kt/ve0jsph9++23WLt2rU8977zzwM/CB7Zi9tdff+H222/H//3f//m+xtBXFe3nYbHs6+zcuTNmzpzJYAYlo41EC01meWwbgwYNQt++fX3fHtfDPkz2O7HdVa1aFewbYttl/9/48eOZJan6+OOP0adPH//Zcl1cJ9fNfmP2h3FlZJyXfddcR1bq1asX3n//fd8G2Z4y6ycN/ZW//vprVsVsUzz7VBN/d4p+Tvy8GOZK+FnxOMPxA/j5Mo6iz+PAtvb78TPakv5Grjs7sV7vvvsu7rnnHrCfkXkT+1Wj/f1k3aJFC/CcwLxZieW+8sor4P2CZEI+5MS2xTbG7eCyPG5/9tlneOGFF+K/HzC+MMvBAXk0DkkR6E8EChQBbYwIiIAIiIAIiIAIiIAIiIAIiIAIiEDBJ6AtFAERKAgEnLOOb9sQ59Ksc876wmPiDxNB/HEqUXyggHG0V7YogzNq7mWlpfgfFng7ildKCp7rMhmfvDXb0jSJgAjkVwL/LFmDsU3fxIKvZyK278Lvyzb303HP10OJEw4A9/ew39MmKhwznIsdR5xLb8P2O+eCK1sICPAhp1GjRoE3u2S2uZMmTcKll16Kp556KrNkxYmACIiACOSSAG8KYtaopU/xRqBgwwN9tIsWb0Lbbkvwy9SN4NnZOQfnTCzIAY93roi6F6Y9qMtoSQREQAREQATyA4EjnrwO5VrUgp2u4JzNTTYB5i5/4QssfGyovwGb5zueB6PiOTFRSP1jfKq70xu+5OK6667DYYcd5h/q4LVXbjaqevXqePrpp/2DAi+//LJ/GUVullMeERABERABERCBnZmA6i4CIiACIiACIiACIrC1BKL9ScGnDYr2S9FnfxU178+1eL7jNMydwRduOjjnfBU4d86hyQMnoP6NR/g4zUQgrwmc2OIsnNmhjm+Hvg3aCh1i/7/1/Ra/PT8xXX8r2zDbM8W2TmuL+HuNGKYflBgO8bIiIAI7goDWKQJ5QyDxWM8wxbXR5iSeR6T//MubxEEc1AbUBtQGClYbyOkcyPTo+ZJ+UEgLYVkREAEREAERyD0B5RQBEdgeBD755BPwhdWJ6+JAlnwxd2K8wiIgAiIgAiIgAiIgAiKQ3whE+yDpU6wj+6npU/Qp3icSNHDEJjz60n/+rhLmdzZzzs9R+4zi+KBnaYspuBM5cECTMCA2B1AaPnw4nnnmGbRp0wZt27b11wocCCUMbMW8XIbLbg0ZDhTCwfO5LAcQeeyxx/D555/7QUai6+TgJKwP81EcmOiPP/6gu0PFAWpeffVV/3tolSpVwMFQnGOb2aHVyvcrnzx5Mv7++28/QNqbb76Jd955x7cvDi7z+eef49prr/WDRHFDhgwZAj5LSn97ie2a67r88svBfYD1Ynt81T7rDz/8EBxMiekbNmwABzSaM2cOg0nVd999Bw4yxuMUC+ZzsRwYjXVgXTp06IAhxob7Jfcd5pk4cSI++OADul481r311lvxwbQ44BIHTON1PwegCuVwmzhw1KmnnuqX42zkyJHxAYR23XVXXH/99f44ULNmTSZ7Va5c2cexHKYzn0/IYUZuPXr0ANsBs7L+HLCI+3lgzeMO28Ktt94Kvv+L+b7++mv069fP3+vHcGbiwGb8/KpXr44oL27vp59+iltuuSXetn7//XeQWWblbEnc6tWrMXbsWHCgOX4eI0aMANdH/+233/YDn/GdZSzz559/RpcuXej6Nh/Ny4Gb2rdv7wcJY4apU6eC+elHNW/ePPDz53Yy/uSTT8Z7770X34+4XvbrcPvJgXmYt3v37uCyDFNnnXWW//xuuukmFC9enFEoVaoU7rzzTh9/7733oly5cj4+WW3JF2YztoEnnngi3jZLly7tB04jL9af28f2TVYlSpTAypUrsWnTJlsy84nbx7bNcpmDg1Jx3yUHlsc2yrbF94NxgDbuC8zHAe7Y9rl9DO+9997+82J+tm/GUWz3jKMaNmzIKK9Zs2aB+1jYT5nGdjtgwADPkPnZlseNG+c/b7Z1LrhgwQLfZugXFh0w8jEUr3USYOdI52LnSc4dHDY/NBAbXxnl921+n6DIlOJnQ9GH/dGnzPVT1PcRmomACHgCjnObpe5uDEkiIAIikE8JqFr5i4CdPOz7mXO0sZo5C8c8zQs+Ab6pO3UrU1IQ+08Ny2RJgNfTBxxwQDx9/vz5WL+ez9PGonjNwuvGmTNn+ghej/L6Na/7ZpJ1ncxK8xqN/b8sk2H20fKam9e7vO7ldTevv3PTZ7x582b07t0b7PdiWeyHYP9A6B9heSyX19Z33HGH7yPh9eArr7wC9htxGeroo4/2193sw2AZjONnwT4OlkExD+O3RtuzrydZbYTb6ZxDtWrVfB8Vw+xXWrhwId1MtWrVKkyYMMGn7bnnnn5ZH9jKGdfHtn7cccdh8ODB8b6qDh06+P7daL/X4sWLwc89cVXJaiOh3GSXx7Yb+mzZ38d7qLg/sN+J7e7ZZ5/1/bPsk2M/FRmHuiTLsh+S+yX3Rfbhcp1cN/uN2c8b7btmvfiZJGvduSlnyZIlft/lPsx+t9BPyt8AWMeDDjrIF8NjCvd/9vv5iCTNuE+98MIL8X5f9sexLjyukAdZ0fJzI0OulscZ1u23335j0CtZ/X5b2t/oV57NjG2Q789k+2I2ft7RvmHub2wH/N3l8MMPZxasW7cO7BueNm2aD2c2ix73EnmxjbGvOfr7wejRo9P1NWdWZmGJS+G3Jv/dKflbXCT5RapEEdiBBLRqERABERABERABERABERABERABERCBgk9AWygwtk6hAAAQAElEQVQCIlDgCDjn/DY55+BcevHHMoo3+ieqWLFi/gEA2itblMWZF5SALW3yxQFWFvV8t1/xyeA/oT8REIH8R2D94jUY12wwFk6Ybbsr9+DUOnL/hcNx/euixAllwf2cx4Bg6UfF4wTlnJWRiVJLhXMuuLKFiAAf1Pnxxx/RoEGDTLd6zZo14MNmfLAs2TcXZLpCRYqACIhAASPAG6m4SVFLPyreOMWb0YJduHgjHu22GL9M3Qik2OSVAr+MFdazUwVcXLuUeZpEQAREQAREIH8SOOKJa1GuRS1/7rIZJzuhsa4pWP7iF1j02ND4w+w8/0Xlz3e8ITQiLkkxjXZnFF+I06lTJ/ABi0aNGoE3GedmOypUqADeVPzFF1/4lyLw4Y1wI3hullceERABERABERCBnZyAqi8CIiACIiACIiACIrBVBKL9SMGnDYr2R9EPv9PMnbUaz7efhrnT11mflv1AYz/U+GWsFgw1efB41Lsh9uC4RWkSge1CoHKLs3BmxzrWGmPdrLE2Gfvt8Le+32Dqc99m29/KNu6XSe1zjVaa8dGwfBEQgR1EQKsVgTwgED3G048qem4IPq30nx/cQhzEQW1AbUBtoHC2AZ4r+dnTUlGfYSqcsqN+iJMVAREQAREQgRwJKIMIiMB2IcAXLCeuaI899vADoCXGKywCIiACIiACIiACIiAC+Y1AtO+RPsU60gax75Li/U5Brw3fiLYv/WdZUxD7T7vHpPbpu+P9HvtbWsGe+C6UKVOm+I0sW7Ys+H4UDvzjIyKzI488Evfdd198ICE+87d06dJIjty5fA8LB7viZ8ElrrvuOtSuXRtFihRhMJ1Yj9atWyMMWMKBczigVrpM2zlAXk8++SRYFw7eddttt2GvvfbazrXYeVdXsWJFcEAvtqfoVoQBefj8KOPZPjg4EAcEYnh7ieu/9957wbYXXWe5cuXQrVs3sP6MX7BgAd59993UeyUZs+3i4D18dpaWpZ1++ungwD3cLxkO4nuw+J6j5s2bhyhw4KIVK1b4MPeRcePGeZ95uQ+ddNJJmb4bi2U/8MADYFvmAiyDgzXRT7a+/vrr+OBi/Lw7d+6Ma665xr/7K7oupjVr1gytWrUC6880bh+POfSzUla8+E6xm2++GRyAKyz7zTffJOWzY/14zOTnQT+U75xD48aNwYGYQhzTs8rLY2AYSGnTpk2IDjrF5Xke44B6f/31F4Pgtj711FMoX768D0dn/Ew7dOjg8zCey3DwNZbB8JYo2W3phx9+iLeBEiVKgINucVucS3tvGznVqVMHjz76qB80LLv6Tpo0CdOnT/dZOPDiww8/HG/LPjJ15pzDmWeeCbar1CjMnTs33eCMIT43dtSoUeCAdcx7wgkngM+usw+N4ai4LWwbDRs2jEezvlvzWcQL2AmdsiO6YPeaJ/l9jveTxxSbb35oIDYM+Dx+Hy+/n/H4T5FTEDc76ocwrSQCIpBGgHuWXdTY/pYWJ08EREAE8iUBVSqfEUix04cpxZ9JfN0s5K1mhYFA2vWYdRzA+f/CsN3bto3OuXifBewvXMOY66dkX0/7QnMxS+Z1MvtAk9Vn/N133/m+K24C+6B69+7t+2l43cy4IPYJ3XDDDb5/mmnsI3n11VexPfsHud6s+m+S2deT7DbCPii+m48s582bh59++olupmK/07Rp03zaiSee6N/p5wPbMGOfaY8ePeJ9p6Eo5xzq1auHq666KkThf//7H9atWxcP00l2G0lmeeyrjfbZcnvYb5XYf5zYJ8ftSrbYBtu1a5dj3/XixYvx3nvv2bVh2rk92XVJLC/sO9yHuS9H04877jh07do13m/Hfl72r0XzbKs/c+ZMjBgxwheTXV34ubE/PPTF8nce/l7lF7QZ60V+5iK/9Ptxf+GxkG2R9WJ/ar9+/TLtG+bvLjzGcp9kXh4/X3/9dd/3xnBmyo7Xfvvth0ceeQRlypTxiy5cuBDh+OEjCvEs9p2J8+RDyPhrafLXoRJFYLsR0IpEQAREQAREQAREQAREQAREQAREQAQKPgFtoQiIQMEh4Jx1fJu4Rc45Gjjn4uKPCs45/2M5/aJFiyJRvHGfcbRX3FoGZ9beG/GfrPyNKRay6fnHJuOTt2ZDfyIgAvmHwPpFqzGu2VtYMGGmVSrF/+Bsu6v5nFJwXP+6KHnCAf4BoLCf0yaKxwfKubTjh3NpPkujnHM0UiElwAeAPvroI3AwyqwQvPDCC+ADORMmTMgqi+JFQAREQAQSCPDhO0ZFLf0g3uxKhQf4aBcs2oi23Zdh8m+bbVE7P3Py8jM80eUw1K29LyxRkwiIgAiIgAjkawKHP34tDrqtNqwzC/7PTmWA8//LX/wCi7oM9TfU8vzH82FU4VwZtUj9Y1yqm+8NbzYeNGiQv5biAwbt27fH77//nqt68yb5l19+2d/s36dPH5x77rm5Wk6ZREAEREAEREAEChYBbY0IiIAIiIAIiIAIiMCWE4j2HwWfNijaD0U/9E/Nmbka/Tv+gb9nrYd1YiF2G0WsP8sBuPmhE1Dv+sPN0yQC25/ACbecibM7X+xX7BxbJKyNmjX/937f4rdnv8nQ38o2zzZOS8H+aClz41NiOJ4gRwREYLsR0IpEINkEosf24NNGxXNEVuL3IyqrdMX/BzEQA7UBtQG1gZ27DfA8R2X3OYbzJs/T9KM20WdYEgEREAEREIGcCChdBEQg7wn0798f48aNy7AiDhIYXnqcIVERIiACIiACIiACIiACIpBPCIR+SFaHPhV89mUyTEuxfzPoteGb0PblFMDB/pwZylyb6pxZHO/32N+8gj+RC8Ut5aBK//zzD91MxYFaOIAIB0OvVKkSNm/mM/2ZZs0ycu3atTj44IPBMigO9OycQ1YLlCxZEocddlg8ee7cuXF/eztsS3xu8ZdffvHvLbvxxhtBDtu7Hjvr+vgOpyZNmuDAAw/MdBP4njems10ww6xZszB58mS620VsZ02bNvXvo8pshax3s2bN/GfP9IkTJ2L58uV0kyIOUhS2d8899/SDne21116Zls19pnbt2qhQoYLfPypXrhwfOIv72KGHHgq+D+moo47CWWedlWkZIbJ06dJ+f2R49erVWLJkCd2kisfdMWPGgMcYFnzeeedl+9wvt++yyy5D6JPgNo0cOZKLZqpddtkF1157LbLixbZ1xhlnxJflIE7r16+Ph7fWOeigg5DVMYx1CQMtsfzs8nJQrGOOOYbZvP766y9vw4yDwn311Vc+yLbBdsjyfUQmM6Y1b94cxYsX96njx48Ht9kHtmBG7slqSzx+cgCt0AbILbvjJ58LZzvJrro8X3FwOw4eWL16dRxyyCHZZQf3h8Bk0aJF8X0m24USEln/XXfd1Q9ox/NT/fr1QZuQLR5kW+ZgYSGCn0My2l4ob2exB4zoguK1T7HvWrEax75xOTDivzavY+OAz+P38fJ4we8lFNtNsLA/hilz/RT1fYRmIlDICdheBe5XzjvQnwiIgAjkWwKqWP4j4OwEQoWaRf0QJ1tQCVjfaGTTUsD/SITcrSKQzOvpLalAMq+TeS1Gcf28FmbZ9DNTdn3GvMb79NNP431Cl1xyCZg/s3IY55xDo0aN4nmmT5++XfsHs+u/YX9Lsvp6kt1GSpQoka4PkP1oGzduJNJ04nU07w3iZ8qEatWqgf1S9LdF7Mdj32lmZTjncPrpp4P9d0xP7JNJdhtJdnnRPlv2QbEPkn2N3JZEsY2w3479d4lp2xpmX+/111+f677rb775Zqv6A7e2nuzHZTtwzmVaBPsBmc5EHlu++OIL8B2TDCdDX3/9NZYtW+aL4vsqGzduDOcyrws/p0svvRT77LMP2K9etmxZcH/hfpEf+/14HJwyZYrfNrYttjFug4/IZMZ9sUWLFvF9btKkSUjsb44uxt9F+M5O5zLnxbbHPtiwzI78jS7UIT/Y2Dem9N+jklWvIskqSOWIQD4goCqIgAiIgAiIgAiIgAiIgAiIgAiIgAgUfALaQhEQgQJIwLnYjwbOpVnnnP/xhQ+ERFW0aFEkij+mMY728lvK4OzaJeCMk3N+Dgbo9u/2K4YNmg39iYAI7HgC6xauxrjmg7Hg21ngPsqZcy64OP6Feih5fFn/gzX3bYr7eaLC8cE5WzYTIfXPOZfqyRR2Am3btsWQIUOyfBjsyy+/BG82evHFFws7Km2/CIiACORIgDcHMlPU0qd4w1YQb7CjTzt/4UY82nUJJk/lzYa8EcYUm4CUFDzZpQIuvqAUi5VEQAREQAREYKcgcHjPa3DQbRfE6mrnNDuh+Udk6C5/6Qss7DQk/jA7z4dR8ZyZqFhBVoqdF4OfH+13332H++67DxUqVPAv3Pj4449zVU3edP3www+DNxtzmZtvvjnblybkqlBlEgEREAEREAER2JkJqO4iIAIiIAIiIAIiIAJbSID9SWGR4NMGRfufov7cmWvwQqfp+Htm6stQ2YFFpfZm3fzQCah7XcVQtKwI7BACxzc/A2d1udi3SlaA7Zq/IbKpTntmIqY+MyFdfyt/f2QetvVgw3IM0w9KDId4WREQge1CQCsRgaQSiB7Tg08bFM4LDNOneM4Ilr70b/ycKhZioTagNqA2UDjaQDgP0lI8T2YmnrQZT0tFfYYlERABERABEciGgJJEQATymABfLN6rV68MazniiCNw2223ZYhXhAiIgAiIgAiIgAiIgAjkJwLRvkb6FOvH/kqKYdrEPutXh29G25f/Y1aAN5DYjIM10L3ozN3xXvf9Y2mFYL777ruDA9dwUzlASseOHTFt2jSQG+Oi4oAoAwcOxNChQ9GlS5f4oOHRPDn5HEylU6dOvgyWw8FFAGS5GN8HxDpmmWE7JowfPx7vv/++X+Ppp5/u3yHjA5rligAH0DrttNOyzcvBaUIetkE+b5rtAklM5GfK9pldkRyoqHTp0j4LB83h4Ds+kITZ1KlTsWrVKl8SB0LjdbkPZDErV64c3nvvPbz77rvgs7UMM+uRRx6Jvn37YtiwYXjjjTfA/ZbxWYnv3ipevHhWyUmJX7lyJcIgRXynV506dfy7v7IrfI899sAFF6Q+Y20ZJ0+eHOdjwXQTj2GHHnpourjEwP77J/+4zoGP9ttvv8RVxcPly5eP+znlzW7QJrazBQsW+LJ4zDz88MO9n92Mz2gffPDBPguXnT17tve3ZJbMtsQ2wDbO9bMNnHHGGXDOMZip2C5r1aqVaVqIbNCgAV5//XVwUDs+lx7is7Ic0C4MNpdVnpziuXyTJk3wzjvvYPTo0eBgYjktw4G5cspTGNLLftoZu9c+xW8qv3P5L2D2xcsm/PvwQGwa8HmGe454Hgjf5ehzYYYp+lTUZ1gSgcJMgPuTXdbwFvnCjEHbLgIikP8JqIb5kgC/ofkzia8dQ97RrBAQSH9d5sD/QrDZebyJybye3pKqJvM6mf2x7G/h+relz3jp0qX49ddfeL9oaQAAEABJREFUWQzY/3TmmWfCOefDWc1KlCgBvkuO6bwW3J79gzn13ySrrycv2sg555wDsiM3Mp8zZw7ddFq+fDl++OEHH8e+xGrVqnl/W2b8XI866qhsi9h77739559ZpmS3kWSXx/6s0GfLPjn2X2e2HSGObYgK4WTZqlWrIvT1ZVXmSSedBPbBM31r+wO57NaI/bjsz81uWW4D2wvz/P7775g3bx7dbdbGjRvxf//3f/FyqlevnuXYACFT7dq1MWrUKAwYMADXX389dt11V+TXfj/2i/PePtadvxvkpn2dcsop/h2eXGbJkiX47bff6GYq9jeXLFky0zRGkk126cxTGOXggBzOZ9jKvyJbuZwWE4F8SEBVEgEREAEREAEREAEREAEREAEREAERKPgEtIUiIAIFnYBz1iFuG+mcs37x9OIN4RQf+EkUbwRnHO1lt5TBWReWgL/hl4OlpcB8KgUvdJuMj9+cZWvQJAIisKMIrFuwCmObvYUF39i+mLp/2h5q+2kK70nG8S/UQ4lKZf0DQNynuW9nJh4PKOfSHyuci4XD9jnngisrAp5Aw4YN/Y/+/LHfRyTMFi1ahFtuuQX33HOPf+AkIVlBERABERABI+C/aydYxlG8CTNYvmiBYdp5CzaibfdlmPL7ZlsScPbPOY0D0KtrRVxUq5R5nCQREAEREAER2HkIVOxxDQ5qVRs8p3HmnPOuA7BywHgs6jTEX1vwfMjzYlQ8ZybKFvMT472TT2Z8yOOFF14Ar6X4kpQnn3wSvIE8p+rxhRZXXXUVBg8e7K/FunbtilNPPTWnxZQuAiIgAiIgAiJQKAhoI0VABERABERABERABLaEQLS/KPi0QdF+J/rsj6LmzFiN5zv9gb9nrYfvuIL9WR9WzHdo/khl1L2uokVqEoEdT+D4Zmfg7MfqWvN0cM7BZpzMAr8/+x2m9puQrr+VbZztneK+QAv7o0+ZG58Sw/EEOSIgAnlMQMWLQPIIRI/lwadNFM8HPEdEtXnzZn8OiVr60maIgRioDagNqA0UvDYQzoH8bOkHS5/iuTKq6LmUZ26GaSUREAEREAERyD0B5RQBEchrAj169ABfrJy4njvvvDP+YujENIVFQAREQAREQAREQAREID8QiPY30qdYL/ZR0qfoh75LWurV4ZvRbsB/4I0jvIUEDvbnzDjUPas43u2W/EGibQX5duIzenXr1gXfs8NKcpDua6+91j/r99BDD/lBUFasWMGkPFT6olevXu0Hhho4cCCaNGmC4cOHp8+wA0Lz589Hv379sGHDBpQuXRp33303chrQZgdUM1+vkgPT7LffftnW0TmHI444Ip5n1qxZWL9+fTycl06lSpVyLL5UqVIIA31t2rQJc+fOzXGZ3GbgvhfycqCmvGpfPDZyn+ZgX88++6zfx+iHdeeFXbhwIbhOls3B4w455BC6OeqYY44BBwhjxsWLF4PHBvqJ4j4Z8iWm5WWYx0++uyw36+DAebnNm1je9OnTwfMZ48myd+/e4PPU2alPnz5x5sluq6wHtSVtie/c4mfI5TgY3QEHHEA3W3FQs3322SfbPNkl8ndMPqvOwbw6duyIu+66C2HAtuyW29Y0Djr2119/YdiwYeB59NFHH93WIgvM8mU/7YziF57qv3PB5qmTuQ7/tnkdm14e6e/B4vc1tvlg2dYoxsH+6FPm+inq+wjN0hHgvleYlG7jC1nAcXttZl+n6EkiIAIikE8JqFr5j4CdPOyLmXO0sdo5C8c8zQs+gZTIJvK93VQkSm6eEOA1zIoVK8D+mO3VN8MN2ZLrZPZ5JKPPeMmSJfH+Ca5/0KBBOfZpsL/jl19+YZW9/v77b/Ba2wfyeMbtzm3/zbb09eS0GVvTRipWrIjjjz/eF833+bF9+UBkNnnyZLC/lVGVK1dG2bJl6W6T2M/DvrmtLSTZbSTZ5W1pny37dEP/8dYyyWy5KlWqwDmXWVI8jv2j5cqV82H2B7JP0QfyeFa8eHGw/eW0Gvb1hd8HVq5cCfZV5LRMbtLXrFmDP//802fl71zR3xd8ZBJnPBZt736/6D19hx9+eK5+lypZsiSOPPLI+JaH/T4eEXHYXnN73IssVuhdfmPisTovQBTJi0JVpgjsEAJaqQiIgAiIgAiIgAiIgAiIgAiIgAiIQMEnoC0UAREoFASci/1I5ZzzP1g55/zDR87FLH+g4Y8NiSpWrBgYR3tp8zI4u05JWAEmm5wJDs45vNT9V3z8xizoTwREYPsTWDt/FcY2H4xF39kPrrY/wgE0NjfrUPnl+ihZqSy4H1PcpzMTjwOUc84v51x6i9Q/51yqJyMC6Qnwh/6xY8fi/vvvT58QCT311FOoX78+fv7550isXBEQAREQgXADS9TSp/ggXrDhIT3av+dvQNsey/DrtI0ItxHzZhgwZBG9HjsMdWpGHuoUZhEQAREQARHYyQhU7HENyt1W22ptZ7gUk/fsTGf+igFfYlHHD9M9zM5zZhDPnYmyxf3EeO/swNmYMWNwyy23gC/ruPXWW/HFF1/kqjann346unTpgu+//x5vvfUWrrzySn+9n6uFlUkEREAEREAERKBwENBWioAIiIAIiIAIiIAI5JpAtJ8o+LRBoa8pWP4+Q/+v6avxfKfp+HvWOluX/SjDyfqsYLIJzR85ARddfZilaRKB/EOgUtMzcGbXi62Z+gZr1upmrvW44o/nJuK3fhOy7W9l2w/7Bq0tHZ8Sw/EEOSIgAnlHQCWLQB4S4HE9Kp4DqOu6r8cNPTbghp4bcGPPjbjp8U0m2o24+YlNaOq1Ec2eiOjxDWieqlvM3vL4P6BuNRvTerR43NQzppY91yHoNvNv67kWVCuzXj3W4PaI7uixGkF3mn9nj1Wg7uq+CneZf1f3lWidqrvN3t19BYLuMf+ebstxb3cTrdcy3NctpvvN3t9tKYIeMP+BrkvxYNclcT1k/kNdF4N62GxMi9DmsTQ98thCBD1qfkwL0PYxU5eY2nWZj6D25rfvMg8dour8Nzp2MZnt5DUXnTrH1Nls585z0CWqTn/hsVR1Ndu1058I6mZ+t06z0Z3qaNbUo+MsBPU0v2fHmaAeN+vVYQae6GiiNT3ZYTqCepnfq8MfeIpqH+zv6N0+pqfNPt1+GoL6mN+n/W/oS7Uz6zUV/drF9IzZmKbgmXZT8CzVdgqea/trXM+b/3zbyaD6m43pF7zwaJpeNP/FR38G9ZLZmH7Cy4+aHvkJA8wOeOR/CHrF/Fce+T+8GlWbH/HaIyazA71+wMA2Mb1u9vU2k/BGVA9/jzdTNcjsoIe/A/WW2ZgmYvDDpodievuhbxH0jvnvPPQNqHfNej04Ae+l6n2z7z/4NYI+MP+DB7/Ch9QDwY7HkAdi+sjsRw98iaCh5g+9/wt8/ICJ1mscht0f0ydmP7l/LKhPzXrdNwbDIxpx32gEfWb+Z/eNAjXy3lEI+vzez0GNMhvTSIy6dyRGU/eMxJh7P8OYe9I09p4RoMaZTdNwfHGP6e7h+NLrU7Mxjb/7U4y/+xN8FdHXrYchaIL5E1p/DOobszENxbetTXfFNPGujxD0nfnf3TUE1Pdmve78EJPuMtGafrjzAwT9aP6Pd76P/6PuCPY9/O+OmH4y+9Md7yLoZ/N/vuMd/ELdbtY0+fa3EfSr+b/ePhjUFLNerd7C1Ih+azUIQdPMj+lN/H5bmv647Q0ETTd/+m2vg5phdkbL1zHztoGY2TJNs8yf1fI1zI6qxav4s6XJ7F9er+CvFq9gTlwDMLdFmv6+9WUEzTN/3q0vgZpvNqYXseBW0y0xLbzlBQQtMn/RLf1BLTbr1fx5LEnVUrNLmz+HoGXmL2v+LJZH1ewZrEjVSrMrm/UDtcqsV9O+WN3MRGta07QPgtaav7bp06DWmfW6uTfWR/TPzU8haIP5G27uBWrjTb2w0fyNNz2JjU2e8NpEe2NPbLihJ/65vjvWX9fdD0ISPZcGP3r6Zlw0LF8EREAEREAEMiWgSBEQgTwlMG3aNPBZx8SVnHvuuWjVqlVitMIiIAIiIAIiIAIiIAIikG8IRPsX6VOs3H///Qf6tFHxnidqwKeb0XZALI9l5MTbRmzRFFx89u54p+t+5he+6aKLLkKdOnXSbfi6devAQZM5eHGtWrXQoEED9O3bFxzchIzTZd7KAD+jqVOnon///v4apF69euCzgzVq1MCNN96IPn36gIMS8bPbylUkZbHNmzfjlVdewcyZM/27ypo1a5arAW2SsvJtLISMt/Xz4sBX21gNv3huB8XiQEB+AZslo/5WTK6mPffcM8d8HMwoOqAVBxfKcaFcZmA7C1k56E7wt8WyTD6Hy33p5ptvxsUXX+z3Me7TfKZ3wIABvl2T87asJ6dlly9fjsCK7YCDUeW0DNPJe7fddqOL9evXY9WqVd5PnDEf3yeWGJ/X4WR9TjnVk8fdkIcDYw0dOhQffPBBtmIe5g3LBf4hvKV2W9sSlw/Hch5T9t133xyrwDzMm2NGy8BBwz799FN07twZV1xxBWrWrIkzzjgDPK/wPPbxxx9j2bJlljO508KFC/3n0KZNGzRu3BjsUzvrrLO836FDB38e5fk0uWvduUsr80knFL/oNNuIFP8dLMUMv5DxXLW5zevY9NJnOd7HawvbIile9CkuTytlJLBhwwb//Y3HkoKujFtfuGK4O/nXbXmncG27tlYERGAnIqCq5kMC9r3KTiDR71OMyYcVVZXyhED0vdoOsf88WVGBKnTjxo3gdWjYKPZ1ZNUvwevhHdE3w/pt63VyMvqMlyxZgtWrV3tUmzZtAt83l1OfBtN//fVXvwxn//zzD8iRfl5re/X1RLeD25aMNsI+NH5moeyvvvoKvB4MYfbLjBw50t/fvcsuu/h+Qr6XP6RvrWVZXPfWLp/sNpLM8nhu5P4eti237SO3+UK5ubFb03fNtpWbsrc1T27bwB577IEyZcr41fF4wH3bB7Zxxr5tisWwL7FUqVJ0t1n5od+PfeLRPt7AL6eNc86hRIkS8WyLFi2K+4kOmSXGKZwzAZeH35qK5Lx65RCBnYOAaikCIiACIiACIiACIiACIiACIiACIlDwCWgLRUAECi4B51y6jXMuFnbOwbmYihQp4n1aij8+Joo/pDOO9tLmZXB2HfsBIwXwNw+n3qxiQbzU41cMfX1munUqIAIikLcE1s5bibHN38LC7/60fZJ7oskm2zVtxSk44eX6KHFsGYR9mDYzcf+nnIsdG5xLb60wPznnvNVMBLIj0LNnT7zxxhtZZhk+fDgaNWrkB6vMMpMSREAERKAQEeANbtzcqKUfFW+s4s2Dwf69YCPa9VyBKdM2+e/zaWfomPdU1wqoU3MfFhuXHBEQAREQARHYGQlU7HENyt1eB87/x7bAOWeOw4pXxmNRhw+zfZg9xTqworIF/cQ472zHGR8Mf/LJJ3HKKaf4Fyi8+OKLWLduXY41KFu2LMal/YMAABAASURBVJo2bQq+ZOHbb7/FI488gmOOOSbH5ZRBBERABERABESgcBLQVouACIiACIiACIiACOSOQLR/KPi0QfxNJir+TkP9OX01nu80HfNmr7cVxfqprOsKzplv062PVsZFVx9maZpEIP8RqHTzGTi7W31Yg4U1V7OwP3oOvz83Eb/1nbBV/a1WSOp9S/QkERCB7UFA6xCBvCDA70GhXPoUvw8FO/3v//D+V//ig6/+w4df/4cPTEMmpID6aMJ/Zv/D0AnAR6ahFk99/E0Khpo+tvSYUjDM0ugPs7hhVoa3E/7FJ6ZhFveJVyz8ydf/4lNTzG7Gp5bH6+vNGD5hs6VtxnD6Xpu8PyLVH/HVJoz4OqqNYNxnFv/ZVxvh9XWaHfn1Boy0+Jjox/T5VxswavwGfG4a9dU/8GGz9EeNXw/a0eP/sTz/YLSF6Y/+aj3GUOPX+bgxFj/WNMbCY9NpLcaNXwvGjbN4+l5fWrzXGnzxpcnyfGHhL7xvYbNfeq3Gl19Sa8yavliN8ZTFjY9rlY/7ysJffbEKifr6y5U+7mtL+/qLlaAmmKW+HrcSE8atwDcMm//NF/TT9C3Txi1HzK7At1/QX46JFpeo7yzuu7HL8N04Ey1l/vdRjV2K71M1yWyalmDSuKWYNHYJfjAFS99rzGL8OIZpZscGLbK4xfg/n7bIbERj6S/0cf8bswj/G7MwnX4avRA/WdzPJvo/j1lg4QX4ebTJ/F9oTWl2PiaPjumXVBvCv/rwPPw62jQqVeZPMTGOdsqovxE0NdWn9Rr9N6aOmhvXb+bH9flc/EaNmoNpn5toqeCb/d3rL/z+ucnSvDX/j4imf/4n/qBG/oXpI/+Ma4bFMW3G57PhZWkzRs7GTFOw9GeOnIVZn5toLW2Wtxb+bCZmmz+blhpp4c9mWdxM/Gn+n5/NwJ8WH7P0Z+Avi0vTdAtTMzDns+lpGmG+1x+YO+IPHz/3s5gf7N8WP3fE7/jb649U+zvm+XDMzhsxzcLTMH/475hv/vzh9KdhQaq/YMRv5pssfoFp4XD6v4E2pqlY+OlULLL4mOjHtHj4VCz+dEqq6JuGT8ESE+Npl3z6K2KagqWWd8knv5qNajKWfTrZxy2zvMs+sbDXL1hO+6lZ6hPayRb3C1bQ/+Rnb+mv8L6FhzHtZ6y08KpPfjJrGmbhYT9hVapWWzz91Z/8D6tMqy1+9bD/IWhNqr/m4//D2mH/B4bXmKUftI7hj3/EOq//M2sa9iPWmxi33uLXf/wDYvoR/6SG/7G49JpkaT9gg8VvGDoJido49HtstPiNH08ySz+mTT7+e2wa+p3J7Ecm8zebGEf770ffYfPQidhslv6/H00E9Z/F/Wv6z8JRpXz0Lf4zpQz5Ft4f8g1SPjTRek3Afx9+jf8+oL7Cv+9/Bfz3n00x8RxKhfMrbWKYcZIIiIAIiIAIZEVA8SIgAnlLgM9AZjYA3B133OEHtczbtat0ERABERABERABERABEdg6AtE+RvoUS6Klwu97vM8pqgGf/ov2r/zn7xdxzgEU7M/cetX2wDuP7WeBwjlx4JUOHTqgW7duqFChQqYQ5s2bh9dee80PasyBxPmcYKYZcxHJz2n8+PF+YObrr78efMZw4sSJWLBggb9vJ1pEuXLlwGcLo3Hb2+fAVHyukeutVasWGjZsSHenEAeH4SAx21LZ3A4qk9M6KlasmFOWfJ/unMuT62U+Y8sBhZCkPx4H33nnHVxwwQVo2bIlBg4ciJ9//hkc6IdpYTV8zxYHpErWoEih3ES7efNm/9tRYnxO4b333hscRC+nfErPOwJsL8loS9HB15JZ21WrVuHRRx9F7dq10a5dO3z00UeYOXNmuoEYuT4ORHfEEUeAA5IxvK3iOfHWW29F/fr10bVrV3AAPZ4XuS9Hy+b59eijj45GyTcCpT/uiOIXVwXsO5gdVs06OGcC8O+jb2DzS5/57wPR73H87sD2SEtZVn/PbvBDmFYSgcJKwHHDbWa7Ez1JBERABPIlAVUqPxJwCP+hdgwHX7agE+CLu9O2kSEqLUZeZgR47cd+zJB20EEHYddddw1Bb3n9kozraV/YFsySeZ3Ma9rt2We8BZtZILLmRRs58cQTwf50Apo8ebLvI6FPsc3+3//9H13/G8Bxxx3nfc2yJsB+dfavZ51j+6SUKFECpUuX3j4ry+O1cDyIZK+CnxGPfckqNz/1+7Hfi8eKrdm2ZP2uszXrLgzLpIDfmKjkb22R5BepEkVghxDQSkVABERABERABERABERABERABERABAo+AW2hCIhAASfgnEu3hc7Fws45OBcTH0ZwzvkHLOjzx6BEFStWDIyjbdysDM6+qIQtD3DmnJUD+3PAyz2nYOjrMy2gSQREIK8JrJ23CmObD8ai7/+C7X5wzs+BVHPCgPoocUzp+L7LfTgzcb+nnHNwLqOQ+uecS/VkRCBnAtdeey14g8upp56aaeZZs2bhmmuu8Q8SZZpBkSIgAiJQSAjwxiJuatTSp3jDURAfzqNP+/f8jXi0+zL8Om2jLZoSezDPPE4OKejd9TDUqVmKwajki4AIiIAIiMBOS6Bi96tR7o4L7SwX2wQ7+5mTAkaseGU8FrX/IP4wO8+XUfGcmihb2E+M904ez/iCm6uuugqHHnoo7rvvPn+tlJtV1qxZE71798akSZPw0ksv+Zf65GY55REBERABERABESjUBLTxIiACIiACIiACIiACuSAQ7RcKPm1QtH+JPn+fof6cvhrPd5yOeX+uT12L9VGxk4rGYm59tDLqXJX5S6AtWZMI5AsCx918Os7uXp8t1/exxmaxRvzH8xMxtc/XGfpbuW9wX6CluCG0FP2gxHCIlxUBEUg6ARUoAnlGgMdyiiugpXgOoBgXFH6vS+EpxGY2+VNKWrwlWKRNFh9i6dI3WQLLtlzx+17ifkijtRVa7rQ8jDNZSWlxlscCnCzacod0nu2s0FiQ8T6jxVokXfP8xCAz0TKCoh/izLelbQmbM87SY8bCFmtBmywT50ww2WT1SU23PLFttbAleN+ym2tLWJVDukXE0iwf46iQL6TZEsxjSebZPDXdVmaTBSzWL22uTVa4hWJOhnTLmlqAGR+wjLYey8jJlg3xdC3N8jCZiTEb4s0ywmQTA5bTjC3OuloNbBGbW6IvJdiQznAQ42zp2HJWRjw+srzlsQI5MYNZXyqXsrBNPsj8PmMs3uaW4qeYa5lsikcEn9ZkS1uSzW395tg6rCzzLYlBK4JeajrjLRjqbDl9uqXacjZPSLeskfjUdFsoFu+LT0tnSba8JZtnc8vkgzbj+pjbSqBJn86Q5WFCSGeUFcyoWEGMYB6TTZF4urYiS/frsESbGMkYW9bc1IiY8WuIFW0RDHE5L8sdt8FnniDGsVRbnU1Whi1taebYZH5qugU4ccVmfU4uZWE/2czyMpqxXN6sRcYmxjOONhIfS/QrsFhL9JPNGPImtUzzzfMZuS1WAU6mWKwlcImYbD3MYyaebovHfIuMpcWWs6DF+1qYtTiLsLn3Y2Vami1s0d7hsub49diME4OWP5Y7Md1n4MJWhs/ICIbNphpb0Ccyxvu+DEu0yS/C+liCrYP5LOSNWYtkHp/f+xZnETb5vD5buvjUdMbF12arsAVYRlyp6VYIJ2YwGyvNSrCwn2xmIUazLCvDIvySFrT8dC3RprR4Bkw2+TyxGTN6xYpILdPymJcaz4CFzLBgmtiiFmdOvN6W4H1bKkwM87wZxHBUIZ+sCIiACIiACOSCgLKIgAjkIQEOYDlgwIAMa+D9vpdddlmGeEWIgAiIgAiIgAiIgAiIQH4gwL7GUA/6FMO07JOkpXifE8O01MufbEb7V/71XafWrWndnjb3HaRA/WrF8XaXfVlMoRbfucPBwt977z0/kHHbtm1RuXJlcNDkRDC//PKLH1Sc70xJTMspzM9n0KBB/hlDDkYOwC/CdwEdcMABqFGjBpo3b47+/ftj7NixGDp0KKpUqeLz7KjZhAkTsGnTJr/6kSNH4owzzsBpp52Wqfr06ePzcTZs2LB4nvPPPx9Tp05ldJ6rYsWK8XWw/ccDuXQ4iNn8+fNzmTv32aKfd+6Xyl852X55bEl2rYoXL560QZw2b96Mnj174oknnsDq1avjVeW+XL58edSuXRt33nknXnvtNYwbNw5vvPEGjjjiiHi+vHD4vj4eY7a07GXLlmHNmjVbuliBzl+vXj3/vDWfud4S3XDDDVvMJZltaf/998fee++9xXXIbgEep1q0aIERI0b4+z1D3pIlS+LYY49F48aN0aFDB3zwwQf44osv0L59e3Bfwzb+TZkyBU2bNsUPP/yA6PFg33339edN9q11794dn3zyid/Hbr311m1cY8FcvPTQDihet2ps4+w7GY+v9u3Mf1fb/Mjr2Pxi7HPleYycaX0ey8swfS5MS9Gnoj7DkggUJgJhH7LdpDBttrZVBERg5yKg2uZLAjyDpPCOwHjtGIoH5BRwAunfr80QVcA3eps3j9ejCxcujJdTqVKluE8nmdfTLC+3Yr1aJPk6mf05yeozPvjgg8Fr+C3pz2De5557DnvssUduMewU+fKqjRx44IG+P5oQVq1ahfHjx9P1mjhxIkK7ZR/8Pvvs4+Pz0yzZbWRby2M/UunSpXc4ovXr16fr593hFdqGCrB/ZxsWz3TR/fbbD3vttVemaVsamd/6/ZxzfrwcbMXfX3/9tRVLaZHcEnBwgH0+yIO/InlQpooUgR1AQKsUAREQAREQAREQAREQAREQAREQAREo+AS0hSIgAoWBgHPO+sNj4vY652jicc45/2MGf1gO4oNBieLDBIyjbdysLM6qUwK84dcL9sd7V5CCl3v+io9em2ERmkRABPKKwNp5KzG62SAsnPSX7XX+3n2/P9rMByoPqI+Sx5RB2GdpM1PY551z6Y4JzsXCof7OueDKikCuCZx00kn45ptvkN3DOI899hj4UpyZM2fmulxlFAEREIGCQoDfo7ktUUufCg/d0fJmrWD/nr8Jj3Zfjql/bLJzty1t52jnHJy5RYo4PN3tMFx4fmY3FVoGTSIgAiIgAiKwExM4rNvVOPjOi/w5z6XOaew0iJWvfYVF7d4Hz5kUz5tR8dyaqICC8cFPpuULafhCBL78o0GDBnj77bdzVfzhhx+Ou+66y7+gZ9SoUd7nzfS5WliZREAEREAEREAERABCIAIiIAIiIAIiIAIikBOBaH9Q8GmDov1K9NnfRP35x2o832kGFsz5h91S4CzaT9WibWXUubIC9CcCOwOBY5tURbWeDcB2HJs5hL/p/b/D1Ke/Stffyn2A+wPFfYWW+elT9IMSwyFeVgREIJkEVJYIJI9AOG4Hy5LpR8XjPs8FjGM65fxJxCFmnDecpXpwzlmag4P9me+td2Oecw7OmSwOiFkHwDlnCtZ8AJxbtFnzzXHOARZyXvQAc+GjYbHeMWvUExgeAAAQAElEQVS+nxwQt+Y4E/yfA12f3TuwP4sLPhNSg2Ac7I9x5scMEy3OJmdxZuCcg804xSxif85ZvLnOmTXZ3OfxNjXeOQf/7y3MN7kgB+dMiAn250wWhEWb58y6mIXZ2ATvmk/HMWDy1gHmwv/R9wFzWJiXpVjQ5qkTAyabYOk0sJnjzHI45wCTTTGL2J9zFm+uc86STeYDMesAOOdMwZoPgHOLNmu+OTaZ72PNWhzszwGMt7lZC8D5f5vBxztLMdkczv5pvRzgg5zRp6WCT0sxDvaXWljM+AQwyXEGwDnHmVmAMwuBfw6OBs6ZNdnc+95ainMuNRws4ABYNGLWwTkTYoL9OZMFYdHgzDnGOPDfZpws3iYH++MsJscUlxplhkH4mUWyDC/ARyH8WRojfJqjB85SPTjnADjEjFnE/pxz3nHOWZopFoIz6+XjAedcTADMgwXhADjnTLA/WlPMA5xNJpvDOToO/LcZJ0bDR4OxDjDrZa6PN+uj/MwCNoV0HxWbAd46xJZx8H9mHFzMZYLJJsBmsVhzEfOcM2uyOZxzcIj9Oedgk4nWZNGOsplNkXgH/luSWSC2DEDHOQfA+X+bcWIQPhqp8cE6wFz4P/o+YI7PTGspZmyeOjFgYrrJJvhFEPtzztIsImacedF4wDnHGWwet/Sdc7DJRGsCwLkDzJos0SbzHZwzAfBzZ9YExtHC+X+bcbJEmxzsz1nYeQvz/BQJ+rhoZEhjHPiXGuENZxZnxqWmO+cAk00xi9ifg/OOc2ZNNodzDs7HxmY8X/LcSdGPKpYDYBz9YOlLIiACIiACIpCRgGJEQATyksDjjz+eoXjnHFq1apUhXhEiIAIiIAIiIAIiIAIikB8IRPsT6VOsF/siKYZp+btesPRf+mQz2r/KF0JZT2ZsgnN0HBqeWxyDO+8L/aUnwEGMGzZsiAEDBvhBgt599120bNkSZcqUQfjjYEGMJ/cQlxs7a9YsP+A4PxvmP+644/Dmm2/697IMGzYMvFbh+1lOPfVU7L333r4/mZ8n80q5IxAdlGjBggVYs2ZN7hZMzbVs2bJ0y1SoUCE1ZdsMB53KTXuZPXt2fEUlS5bEbrvtFg9vicOBkRYvXpzrRTjwVk6ZWSaZhnxR1iFua6xzzr/7Dql/2zI4zw8//ICPP/4YYb+pXr06PvzwQ3z11Vf44IMP0LVrV9xwww3g4HRh8LSwP6auPummVKlS8UGY/vnnn1wPWLVu3Tps2LDB14eDOHEwJx8oZLPosXflypXYuHHjdiGQzLbE9zXyvW+sOI9JPM7Qz0787Ddt2pRpFh5L3nrrLfz+++8+nceJ22+/HePGjcPo0aPx+uuvo02bNqhXrx7Kly8Prp/LUH6BrZyxTi+//DLCsaVEiRLo2LEjJkyYgJEjR/rz5n333YdatWqhbNmyfr/OzbFlK6uz0y9W+qMOKF7vdNgXM5ucCYDj5PBv2zex6YURmd7Hy8+RxzgK9scwZa6for6P0EwECgkB233g9yHvQH8iIAIikA8JqEr5kwBPHA7OuXj1HFzcl1PQCaSkbWBKCmL/aVHyMicwfvx4sJ+Lqfvvvz+OOeYYRP+SeT0dLTc7n9dBeX2dvDV9xrxuLl68uK/6lvQJ+QUK8Cyv2ohzzvdJ7LLLLp7et99+6/t52ZfEdsvIPffcE2eccQbdfKFkt5Fkluecw6677hrnlNs+W/Z9xRdKgsP+sdyUyb5U/m4TVrktfdfcX6NlhTIzszz+UJmlReO4DaFvnccFflbR9K31w7gSXJ7rWL58Od0tVn7s9yOn6Oe4aNGiXG0X+/vJImRm/2jwZZNDwH9n8t+dklNetJQi0YB8EdhpCajiIiACIiACIiACIiACIiACIiACIiACBZ+AtlAERKDQEnAudlOJcw7OpSn8aEPLm8YTxZu5GUfbuFlZVLt4H1gBcAh/znyHV56Ygo9emxEiZUVABJJIYM3fKzG62WAs/mGu39+cle1l+zJMJ75aHyWOLo2wr9JmJu7nlHPOFssoK9ZPzjlvNROBrSHAm1+ef/55UFkt//7774MPwPIhuqzyKF4EREAEChIB3qRFcZuilj7FB+2C5Q1EDNPOnbcRbbotxdQ/NgIpNpnAG19MRYo4PN21AmrXsO/nLDhRCouACIiACIhAASBQoetVKHfXRXb68ydBOxna5N0UrHztKyx89N10D7PzHBrEc2uiAhLGB39bLG8WHzRoEC6++GIcd9xx6NSpE2bMmJFjkbxm5zXRiy++iO+//x69e/dG9erVc1xOGURABERABERABEQgAwFFiIAIiIAIiIAIiIAIZEsg2g8UfNqg0JcULH+foWb/vhrPdpqO+X+t931T7JLyv9VwZmrZ9gRceMWh2a5biSKQ3wgcc2NVnN2zoVWLLdrkJ85SML3/d5jae3y2/a3cT8K+Q2sFxafEcDxBjgiIQHIIqBQRyCMCPH5TLJ6Wx/qoGB/El7XYL3V+sq9DnLwfizc3xc4pFsu5GU5+0bT0WB6fbim0XracTZZokzk+ztI50bcvYzZ5z8oM1lLNtck7rLs5NllMbLLCYsGIYxE2WboVFHPo+4B3LM4mupSPt7C3thWMoxhlshibW+lWZ5tbHS1o6TaZ42NilukmxptJLc3SLcAyvMxnZuaJW4sL28U8afFcNhZKTGdsfAVpjkVbyTaZE5u8z5nJJivRT36RWA6bM8FkE+NpYtZ7tr20VrOYYZItw2IYYTa1/rGQhS2VPutsSba8xZnj4yyNE30mWDSDVqaPMWtBc23yDsswx6ZYjDlWmM19kDPKwlySLhV8Wi+mm5hGxeMYSNsuy+HLtpiY6ytnoVi2yFKMsKxMNzFkxqfHfFvGQn7OBCuN8WYs1uYWF9sun8MirCzOLZMlWcDivWNubAmmMhCTj7PMPtasTd7lzPucmWzyC9BSTPdiwGST/wwYZ76tlZ6VbgHOY8Y8H22WEVai1Y31j4UsbMn043EWCL65lhrL49eVGsF0JvigzWyyoNXAyjbHphCT6vogZ5TFWW04pVM8wHQTs1I+3sLech30U2XpFuMDsTpZyOKYlYYJFkNj1bcYq5/NzU/dJkvhcrE4y2npFsXF42Jm5uESloPJPo0zLpeWHsvhM3DGRIoZvVIjfRx9k/c5oyzMfHQpBr0YMNkUW5dF0jfDKVYnmzPOZBOjraSY5+tu2+VDNrPJ0qyuqXFM97KlmGbGp8fXZRFMN5Mab8v6QOo6zTfP5iHeXF8QZ5SFuWTEZTCWOxJJl4ol2kIMmGyyQGwyP74uqz/LSDWRpSyT5fZ1tkSGzMTTLck2LcUPKsM8PI/SUiEt+AxLIiACIiACIpAtASWKgAjkGQEOgjZixIgM5bdu3RrVqlXLEK8IERABERABERABERABEdjRBKL9ivQp1in0QdJSvM8pWPovDtuMDq+mWHdnivVj0nrX92M2qLYb3uq0L4uRsiHAd/IcdthhaNq0qR9EvH79+vHcU6ZMyfVA3mGhUaNGxQdOZrmPP/44jj76aHA9IU/Url+/HmFQmGj89vRPPvlkNG7cOFeqVKlSvGocVCUsV7duXZQsWTKelpfOgQceCA4Mw3UsXrwY06dPp5tr8XnQFStW+Pz77LMPDjjgAO9v64wDJK1evTrbYrjfsl2FTGTIZ09DeEssn3Vdu3Ztrhf57bffcszLwYP+/vtvn2/vvffGoYcm757Jo446ypfLGdfBAZvoZyUeB9u3b++f5b355psxceJEf68b31vEwYq4XJUqVfwzvocccoh/rxbjEsWBgPJ6Hytbtiz2sbbEdS9btgxz5syhm6N+//138BjAjBxkbvfdd6db6HSYHYPDRnP/XLJkSQjmmeW+mMy2VKZMGYTBqjhIYm7aHPcDtpfMNnL+/PkYN25cPOnWW29FkyZNsNdee8XjEh2uM6djUOIyieFp06Zh0qRJPprvE3v00UfB43t0MDifGJnNnj07EpKbSGD/Ie1RvN7p4DGNvzvbFzab+J0tBf89+jo29R/uj21sk+E7Hi3FZWhZJn2KPhX1GZZEoDAQsD3HLnZs8k5h2GJtowiIwE5HQBXOpwRS/Pev6PcnxuTTyqpaSScQec+2c4j9J30lBapAXqeOHj06vk3HHnssDjrooHiY1y7JvJ6OF5yDs72vk9mXy/6KnPqM2RdQokQJX3uy++OPP7xfmGd53Ub4zr8KFSp4xOxHmjlzJtjHMnXqVB934okn+v54H8gHs2S3kWSXR54BEznm1Ge7ceNG5EU7z23fNfvgWV/+PsDfCehvjdgnG/qYc1qe/W1//vlnTtkwb948sH+dGUuVKoVy5crR3Wbtueee8eMw+4ly83vIokWLcNlll6FBgwZo164dFi5ciPza7xf93YD7dE5tkEBXrlyJWbNm0fXalrbgC9AsA4HYdybOMyRtc0SRbS5BBYhAPiCgKoiACIiACIiACIiACIiACIiACIiACBR8AtpCERCBwkfAORffaOdivnMOzqUXf0ym+BBIoooVKwbG0V7StAyqXVwSafc70qOAV56YgiGvbtlDMPHKyREBEciUwJq5KzC66VtY/AMf5uHtYbH9jXPeOHbiq/VR4qjS8X2U+2pm4v5NOZd+33cuFg4rd84FV1YEtokAHxYaP348oj+eRwucPHmyf+CzW7du0Wj5IiACIlCgCfDczQ2kDeKNU/RpeZNisHP+3og23Zdh2ozNsC/vJpv8adrZed+hd9dDcUH1rB98h/5EQAREQAREoIAQqPDYVTjo7rq2NXYi5GTiudE5h9WvT8DCR95N9zA7z6VBPMcmygryE+O9sxWz77//Hnfffbe/Efraa6/F8OHDkZu/ypUro02bNvjmm28wZMgQNGvWDLw5OzfLKo8IiIAIiIAIiIAIZEZAcSIgAiIgAiIgAiIgAlkTiPb/BJ82KPQhBcvfaajZv6/Bs51mYOHcDdYNZZ1R1g9l89QVOdzWvjIuvCL2UojUSBkR2GkIHHNDFVR7opHV11q1n/zM2jow44XvMfWp8VvV32oF+heS0koiIALJJ6ASRSCvCYTvR8GG70cMh3U7OHMd+t25F/reZbpzb/Qx9TXR9rmrBJ6+00Sbqt5me99VEl6tS+Kp1vuYSqIX/bv2QS+qdSk8aXrC0mipJyz8eOt98YTp8bv3w+N374ueXvuZjanH3fujR+v90Z3WRNvt7tLodk9pi4vZruZ3vacMHjMF+9i9ZdCFuqesWdM9B6BzXGXR+d4D0MnrQLNUOXS813TfgejgVc4sdRDa35eqe2O2nYXb3Xcwgtqa3/b+Q/CoKVj6j1j4kQfK45H7qUPR5v5D8bApWPoPPVABaToMD1qYeuBB800PPFgR1P0PHIYHHqiI+033UQ8ejntN95loqXsePAL3PGRKtXebf/dDRyKo9UNHgborYu966GjcST1sNlV3mL3j4WPg1eZY3P4wdQxatTnG+60s3Orh43AbwWQ5nQAAEABJREFU1cZsqlqabdmmErweOR4tHqmUKvrH41aLu6XNCaCaP2LWRNv8kcpoZvL20Zjf9NETEXTzoyfhZgvfZKJ/U9uTcNOjJ6NJVG1Pxo1ep5ilTsUNbalTcH1bU7tTcT3V9jRc185ES5l/rVcVXNsupmvMXtO+Kq5uVxXe0jdd5XU6rmpPnYEr26fXFRa+osOZuLz9mbiiw1m43HSZhalLvX8WLu14tlfjDmZNtNQlHashqkYWbtTxHDQM6nQuGnQ6x0Rr6ngu6nc8D/U7nYd6wdLvVB11qc60NVDX7MVeNXBxZ+p8XNSZqoE6XWjPRx0L1+lcExdG1aUmanvVMktdgAu61MIFj5mlulyAWmZrdamNmtRjMXu+2fMfuxBBNcynqnetgxom2updL8J55sdk/mMX4dyuF3udYzaqat3qIqZ6OLsbVRdn0Xavh7OobvVxZncTbarOMHtG9wYIOt3807s3RFXT6T1itqrZKlT3RqjSg7oEp3U39UjTqeaf2qMxTjGd2vNSnOLVGCf3pC41a3r8MpzUM00nmh/T5ajc0/R4TCc8fgWo44N94krQr0RrqvT4laj0+FU4LuiJq3Cs19U45omga3DMk1fjaAsf/eQ1iOlaHPWk6YlrcNQTZs0/0us6HPFkRL2uw+G9ro/oBlS0cMVetDEd9tQNOKzXjagQ1VNNcGiCylu4fO+bUP4pU++bcYjXTTjY4g5+6mZQB/VuCqpcxNI/8OlmKNe7GQ58urnXARY+wPygsk/fgjIJKv30rSjdx5Rq9zd//z4tsJ8pZltiv74tsC/Vp6VZU5/bUIrqm2b3MX+fvq1Q0rRPv9vNmvq1Qgmv281Sd2Dvfmna66mWsG4COKT98Xz533//gaIfVVoueSIgAiIgAiKQMwHlEAERyBsC/J72xBNPZCicL6Vv1apVhnhFiIAIiIAIiIAIiIAIiMCOJsA+xlAH+hTD/G5LP1je50Sflnpx2L/o+BrfRGO5rSPTsSfTAeai0bnFMbjzftAfMGHCBNx///2oV68eOnTokO39Lrvtthtq1KgRx8ZBnDdv3hwP58bhIC8hHwfLL1u2bAhmajlwTG4GbMl04SRFNmzY0D8Dyecgc1LNmjXjaw3PTnKZe++9N2kD2sRXkIXDAZ4OPvhgn7pp0ya8//772LBhgw/nNFuzZg34nGfIV758+aTVmwPOcICaUHZmlu2D795hGgcpOuuss+hmqjCYUaaJFjl79mxwnebmauIzsitXrsw279dffw0OBsRMhx56KAJnhrdVxx9/PDhYEcvhYENs+/SzEgdL4sBPHKyIA3g55/znvHTp0vgiZ555JvbYY494ODOHvBcvXpxZUtLiSpYsieOOO86Xx+P0iBEjkNOxgwMZjR071i/DGZffe++96RY6HXPMMdh///39dnMf+eqrr7yf3WzOnDngsYvH9uuvvx5sI9nlT0zjMSOZbYlt4OSTT/aryU0b4Pl93Lhx4DHML5Qw477K4xWjOZBglSpV6GYpfi/g+S7LDLlMWLFiBdauXetz8/zF47wPZDFjO+axJYtkRacS2H9IexRveCbsaxrSZhay41pKuzexuf/wdPfx8vNkG2FbChb2R58y109R30doJgIFnIDtNeA+ZLsO9CcCIiAC+ZGA6pR/CTg7gVChhlE/xMkWVAIp6TYsBfxPF6VAhAD7Mp5//nmE/q1ddtkFl19+OXbdddd4rmRfT8cLzsFJ9nUyr6GT0WdcunTp+Pu3eQ03bNgw33+V3eaQM/tTa9eu7d/PPWjQoOyy73Rped1G9tlnn3gfPvsw/ve//4F9iEuWLPGsqlevDvbz+0A+mCW7jSS7vBNPPBH77ruvJzVlyhSw39YHspixT+7XX3/NInXro9m/xP08uxJ++uknhH7eww8/HBUrVswy+9y5c7NMYwK3IZTFcE7iu/a572aVj300I0eOxPr1630W9vXut99+3t/WGX9H4OcUyuG7LNknF8KZWf7m9Pfff4N9rX/88YffJ/Jrv1/0d4PctEFuL/f78PsJ229W4yAwr7R1BGLfmNJ/j9q6kjIuVSRjlGJEYKcjoAqLgAiIgAiIgAiIgAiIgAiIgAiIgAgUfALaQhEQARGAc85TcM553zmHIkWKpFPRokWRqGLFivk42kY3l8E59fYBHOyPMwo++NqTUzHklenQnwiIwLYTWDNnBcY0fxtL/mc/FPvdzNl+5nzBnJ/8ekOUOHL/+L6ZuN+GcNjHnXNwLqN8gTZzztlckwgkj0C1atXw7bff4pprrsm0UN6wwJuNbrzxxvhDf5lmVKQIiIAI7MQEeAMWqx+19CnenBksH7pjmPavvzfi4e7LMG3G5tQXB6QANlH2VR1PP1YBtavb93EWnLkUKwIiIAIiIAIFikCFLlfioLsv9ufDFH9OTPHnSLqr35iARY+8m+5hdp5Tg3iuTVSAw/jg52T5ghA+lMLrnKpVq6J3797xG8CzW5YvU+A1ER+u4I3ljz32GHJ6uUJ25SlNBERABERABERABCIE5IqACIiACIiACIiACGRBINrvE3zaoNB3FCx/n6FmTVuNZzr+gYVz/4n0RXnXr+n2DpVR+7JDva+ZCOysBI6+vgrOfrJhWvWto9X3u9qPkTNe/A5Tnxq/Vf2tLJD7GK0kAiKQVAIqTATylACP3ZmJ35OiK2Yefis6pGwR3NawOG5rFFPLRnsgUS0srkWjPRF0q/lp2gu3NtoLt1ySqL3R/JL0ambhmEqg2SUxNTXr1bgEmnqVxM2N0+smC9/UeB9E1cTCMZVCk8amS0vhRrM30qbqhkv3RVTXWzhN++H6S2O6zmxcl+2PaxN0jYWvuaw0orrawjGVwdWXxXSV2asuL4OgK82/8vKyiOoKC8d0AK64PKbLzcZ1xYG4LBNdekU5JKqxxTW+4iAEXWL+JVcehLg1v9GVByNRDS2u4ZWHIKiB+XFdVR4NriyP+mbT61DUuyq96lo4pgqoe1UFXBzV1Rb2OgwXXZ1edSxc5+qKiOpCC8d0OC68+nDUvsYULH3TBdccgahqWThNR6LWNTHVNFvz2iMRs0fh/GvTq4aFa1x7NKKqbuGYjkH1a2M6z+x51x2DoHPNP/e6YxHVORaO6Ticc11M1czGdX0lnJ2Jzrr+eCTqTIuL6QScef0JOIO6wWxEp99QGYmqanFVbzgRQVXMj+vGk1DlhpNwmtn0Ohmn3phep1g4plNwyo2n4GSqScTSb3IqTkrQiRY+sclpCKpsfpqqoHKTKjjhpow6/qaqiKqShdN0OirddDqOC7o51b/5DByboGMsfMzNZyKqoy0c01k4+mZT07NwlNmjaFN1pNkjm56NqI6wcEzVcETTmA43G1ezc1AxEx3W7FwkqoLFxXQeKjQ7D4dSzc2mqrzZ8s2rI1GHWNwhzWsg6GDz47rlfByUqWqi3C3pdaCFY6qFA2+phQOoWyOW/q0XoGyCyli4zK21EVTa/DRdiNK3Xoj9W2TUfi3qIKp9LZymi7Bvi4tQKqil+V4XY5+W6VXSwiVb1kVUJSwcUz2UaGm6rR72Nrs3bar2MrvXbfUR1Z4WjqkB9rwtpj3MxtWqIYqbYH88J9pllHlpE8+blE+zCyxapgZLXxIBERABERCBHAgoWQREII8I9OjRAz///HOG0u+66y7wBdAZEhQhAiIgAiIgAiIgAiIgAjuQQLRPkT7F6oT+x2B5nxN9Wqr/x5vR4bX/kNZ3mWK+hWxqdO7ueKtTbMAWllXYxfdmcTDpBQsWYOLEiZg1a1a2SGbPnh1P5wDoe+21Vzy8pc6yZcuyHfBpzZo16NevH1atWrWlRRfq/NFBngiCg+88++yz2bJmPg4+9eKLL+L//u//GPTvXqtbty625TP2BaXOOODUSy+9BH6uqVHpDN+38/rrr4NtkQkc2CZxYJpo+JdffsGyZcuYNYNY1pAhQ8B1ZkjMIoKDGn300Uf+Od3MsrDtDxw4MJ50/vnng8/KxiO20Tn66KMRBipimycLbkdmxfJYyAHTwv567LHHgoMmJeYlS+ZNjA/h+fPng88Ib9q0KUTlieX7vi6++GJwYDyu4IsvvsCXX35JN1Oxzu+99x5++OEHn77nnnviggsu8O8I8xGFbFa+fHmcdtpp8a3mfsT2Go9IcNhu2H44iBXbAAcHK1myZEKuLQuyHH4uWS2VU1tyzqFOnTrgZ8kycmoD3L4RI0Ywa47iwGF83j27jFzf8OHDs8uyxWkcSIxss1qQvKLtOKt8io8R2P+Ddti94Zm8Fcsi7AubfXMzx8//bfsGNj//abr7ePl9j4z5/S9Ynz/y23QI00oiUBgIcM/hTmO7QWHYXG2jCIjAzkdANc7XBFL7zVLryFCqK1PgCaR/37YD/wv8Rm/VBrLf7OWXXwb7m0IBNWrUQNWqVUMwU7ut19OZFppDZDKuk5PVZ7zrrrvioosu8v2MrDbfxf32229n2f/GPOwz4nU8+/3mzp2L/fffn9EFVnnRRs4555x4v+XXX3+NsWPHen7lypXDGWec4f38Mkt2G0l2eRUqVIjv5+xrZr9cdv3bb775ZpZ91tvCnH1l2fVds2/u1VdfBftJuJ7Evus99tgDBx10EJO8uC/yuOYDCTNu3/vvvx8vKyE50yD3We67mSZa5KRJk/DJJ5+YB99HXLt2bT92hI9IwqxmzZrYd9/Y737sUx43blyWpXL7+DmFPnEey/mbSnSB/NTvF/3dIKc2yG1gW4j2+bNfmb/lMU1KHgH/jcn6vJNXYlpJRdJceSKwsxJQvUVABERABERABERABERABERABERABAo+AW2hCIhAYSXgnEu36c7Fws45OJemIkWK+B+JafkgQaL4gzTjaBveVAbn1N3HyuXtKin+RmKb+x+VX3tyCoa8Mt3SNImACGwtgdV/Lceo5oOx6Mc5tl9ZKdzBENvf6J44sAH2Pnw//wMu90num5mJ+zPlXNq+7lyabyX7yTnnrWYikGwCpUqVAn/sf+KJJ7Ismg/9NWjQAGPGjMkyjxJEQAREYGckwAfnWO+opU/xhrFg+bAdw7R/zt2INt2X4Y+Zm8Gzs3N+DgaK7eLQp2sFXFA9pwdOoT8REAEREAERKHAEDu18JQ66tx5ip0Zn1sStdMDqNyZgUZt30j3MznNrEM+5ieKiFONpsxJv6G/atCkOPPBAtGzZErzJP6u80fizzjoLXbt2BW/+5jXR1VdfDd4wH80jXwREQAREQAREQAS2jYCWFgEREAEREAEREAERyIxAtL8n+LRBoc8oWP4+Q82cthrPdJqBxfM2xvqerCPKJvMB64LC7R1PxAWXlof+RKAgEDj6uiqo1uuS2KZYA2dbh82cc5j54nf4rdeXOfa3cuGwX9EPYlzwZUVABJJBQGWIQPIIhGN0ouUaQhy/I9GnGB+XnSMAO2lAfyIgAiIgAiJQyAnYOTF6RuQ5M3r+ZJiEgqUfVVbx0duUQ+YAABAASURBVDzyRUAEREAECiMBbbMIiEBeEPjrr7/Qq1evDEVXqVIFrVq1gv5EQAREQAREQAREQAREID8RiPYd0qdYv9D/GCzvc6JPS/X/+F90eh1wzoH/MGsh0L+kenEM6rgv9JdGgIOGc/BwxixevBgdOnTAzJkzGUwn8ucALhxEhgl8bw8H5N7S5wMrV67Mxb2+/fZbvPXWWxkGkuG6/vjjD9x2222YOHGizxtmmzdvDq5sNgQaNWqEww8/3Ofg/sHnOa+88kp8/PHHfgAiMmYi0xYuXIgPPvgATGc+xjGN14oXXngh3aSJnyfbGNcZLZQD13Tp0iU+iNpuu+2GJk2agAMTRfMdf/zx2HPPPX3UjBkz0Lt3b6xbt86Hw2zlypVgWcOGDQtRubLc7v79+/s2mdjOpkyZgrvuugsckIuFHXXUUahXrx6S+cdtvvbaa0HLckeOHIlOnTqBbBgOYj2HDh0K1pU+98XLLrsMe+21l+cVPnfm56BQn3/+OcLnzTiKy/GzaNGiRYb9PXHbmT8qDr6W1eBQ0XyJPgfE42BKjOfybdu2xWuvvQb6jAtimANpPfPMM/FjA9vhCSecELIUOsv3p11//fXxQaz4Gdx3333++Jj42bK9PPnkkwgDErJ9cN/mAG9ZgeM+xP0mms59L9ltqVKlSn7QP66HnzOPBWzLbI+Mo7g9bJv3338/Vq1axahMxefby5Yt69M4WBePBXPmzPHh6IzbxvMW2xvXGdK4TiqEM7Pc31mfaNohhxwSH3iQnwNZZ1ZP8uzZsyf69esXb8csh99TaKXMCez/QTsUv+Qs/50NNof9Ocq+y6W0H4TNz32S7j5e8uRnxM8yWMvuj3kM06eiPsOSCBRUAtxfuOvYLlNQN1HbJQIisFMTUOXzLwGeQRycc/EqOri4L6egE+CbvMM2pqS+3TuEZTdu3AjeY8F3Q/Pa+sUXX4xf41WsWBF33HEH+O7zKKm8uJ6Olk+f16PRa1zGJfs6OZl9xtWqVcPpp5/Oanp+7PNh30/iNvDabsSIEb5fL6RxOS7vF85ktn79eixfvjyTlPwbtT3aCNsn+1FJ4eeff/bv+6N/2mmn+XcG0s9P4mfMz5p1YjvY1jaSzPIS++XYb/Xggw8iq/7tLe2T5jbnRuTC/mAej8L+EZbjbymtW7eO9/Nm1XfN/ln2FXI5vgOSfbOJfcHz5s0Dt++HH35gtlyLdWKfPN9NybqGBdknw9+VWCb7LRnP91CeffbZdJMmtvk6der48rj+xx57DOwbp+8jU2esA/vs+Dky6oADDoj3V26Pfr/M+htZj+zE3wtuuumm+O8irDt/O8vsd7zEtrDvvvuCvzkknquyW5/Sckcghd+aUqLfo3K3XG5yFclNJuURgXxNQJUTAREQAREQAREQAREQAREQAREQAREo+AS0hSIgAoWagHPpbypxLhZ2zsG59OKPUxR/dEsUf8BgHG2Dm8rg3PqlYEvDZpzgnDPfYWCvKRgyYDr0JwIisOUEVv+5HKObv40l//sbtlPB9iqzsD9nvsMpAxugxOH7IeyLtJmJ+zHlnC2XiaxAPznnvNVMBPKSwL333ovhw4dneQPMd999h0suuQR9+/bNy2qobBEQARHYLgR48xXFlUUtfYo3RwXLh+wYpp09ZwMe7rYMv8/cDN7fwltcmI+BXYo59HmsAmqdV5LFZi+lioAIiIAIiEABJXBopytw0D317NSYEhO3006YFsLqNydg0cNvxx9m57mV59ggnlMTxcUpxtMGzZ07F7xxmS/YOf/88zFgwIAML9YIeaOWL4W45ZZbwJcwfP3113j44YcRXggUzSdfBERABERABERABJJCQIWIgAiIgAiIgAiIgAhkIBDt5wk+bVDoKwqWfUjUzN9W49lOM7Bo3gZYd1Os78l+rAnL3dHpRFzQ+JAM61OECOzMBI669jSc3esSsNFbczdrPa3mcB+Y8dL3mPrkF/H+1rDPBMt9gz5tUJQF46Jh+SIgAttAQIuKQB4RiB6rg09L8RhP0U9bPc8QVFqMPBEQAREQAREolATsdGhTuk3nOTNR6TJYgOlmNImACIiACIhA5gQUKwIikCcEeC/wkiVLMpTNF9PzJeMZEhQhAiIgAiIgAiIgAiIgAjuIQLT/kD7FqoTf7ILlfU70aannhm5Gx4Gp93v4ez6s99IskILG5+2OQR1KsRgpQoCDht96663xQcc50PlVV13l33XSoUMHdO3aFW3atEHdunVxzz33xAdk5iAt1atXj5SUO5fLcAAa5v7vv//Qr18/cGAWriO6rquvvhqsC69VODAN81McdItWyp5AmTJl0L59e5QuXTqekc+IduzYEbVr10aVKlXAAZ/Ilp8t2TM9ZOYAUVye7SPEbavlu9n4zqdx48ahcePG4CA1XC8t68TBkbg/Mw/bJOuWuE4OPlazZs149Keffurbz/333+/bapMmTfz2sax99tkHDMcz5+BUqlQJmzZtQq9evXDxxRf7dt+5c2dcccUVvpy///7bl0Cmjz76KDh4jo9I4ozbzG0nAxbL7SMbMiIr7ifcX1gvDqrEPI0aNfLbTJ8iW9aRPvNwmYYNG6JD6v5MVhdccAFatWoFbhPz8vNmfiraDhimjjjiCIQ6cXCo5s2be96vv/46OBge8+Qkfv6tW7dGWBfrxvcpsS6sE7ePdWKYg1nxmM4yORjUnXfemWFAPaYVJh199NF46KGHwGMit3vx4sX+M+T+y8+Y/NhO2F7effddP6Ae87F9cJBC+lGVLVsW3EcYx4ED2TfENvLkk0+CA30xPtltie+Cu/322+OD/q1btw6dOnVCvXr1fPvk+tlW2Q64fWwzod2xPlGx7pdddlm8XXLAK4ab2DGALKibb74ZbE88z7C98dl2DurFctasWYOlS5fSTadwfmLk+++/Hz9OccAwxlWoUCHd/sZ3g1100UXxfNw3r7nmGp+HnwOXOfnkk1GiRAm6WLRoEbjdPqBZpgT2e68tdr/kLEvjdzh+g0sBvwdS/7UfhE3PDkt3Hy+PFT7NvlMEawvHl6FPMY1WEoGCTMD2Gu401v4L8lZq20RABHZaAqp4PiZg37es3yz6fYkx+bjCqlpSCUTfu+38u71dUsvP34XNnTvX9yuxjywzsf+T18Z9+vQB84atKV++PHr06JHle6S5DPtbmJ/Xo7xu5/Vuhw6xvlb2g/B6lde/yeqbSfZ1MvsE2Ue12267cTN8P+3W9hmzL4MMwjU3r+PY9xMY8Bqe6ezzYp/bqlWr/DorVqzo++e4vI9Ine2555446KCDfIh9eY888ojPx3KmTZvm4/P7LC/aSHSb+blVr17dR5ER+yJ22WUX1KpVC87lv72cnzHbQLLaSLLLC/1y5EqoEydORIMGDdCyZUvfRxr65Ngnzf5tsma+ZIpl8njC/tT69ev7Ns9+KPZdX3vttZgxY4ZfHfusuU/Q+ojIjMc09lMxivV84YUXMvSDsy+R28f9j+2UeXNS8eLFwf5j7rs8vrEMHu8oHvuivyvxM77vvvviv0flVHZu051z4HsuTz/9dL8IWZEPjytsWzw+hM+Jfe7MxM+TdTvkkNh7EvKq34/bzPVRmfU3Mj4nnXTSSb4vmHVmXv52xmMyP39uJ1lz/IJoW+B+wP5k/u7BZaTkEnCI/Se31FhpRWJGcxHYeQmo5iIgAiIgAiIgAiIgAiIgAiIgAiIgAgWfgLZQBERABJxz6SA4Fws75+BcTLwJPCreSJ4o3izOONr6TcrgnPr7+HJ5M6S/kSUlxd8QObDXFHz48h8+TTMREIHcEVg1exlGNR+MxT/9bfuR7VXcn7ioubzb+OTXG2Dvw/dD2AdpM1PYj52L7dvOpbcsknLO0UgisF0I8GYAPszDGygyWyFvYOCDaLyxY+3atZllUZwIiIAI5HsC/vtwai2DTxvEG8Do84ZMimHaWX9tQJseKzB99r9w/HexQpxz2HW3IujTtQJqnht70DGWkvVcKSIgAiIgAiJQkAmU73QFDr6/AZxzcPENpeewetA3WPjgYP8wezjH0gbxHJyoUATj+VKCyy+/HLxJ+cEHH8Qvv/wSkrO1fEnE008/jW+++QZ84CKra55sC1GiCIiACIiACIiACGwhAWUXAREQAREQAREQARFIT4D9OyEm+LRBoY8oWP4+Q82YuhrPdJqBxfM2+v4m39NkfU8MOOdwZ+cTUeuS2EPtoXxZESgoBI669jRUe/pSWFO3TXJmTd4DZr08CVOf+ML3t3JfCftOsGHfilpbND4xPh6QIwIisNUEtKAI5DWBcLympbg+Wop+UNoZIsTIioAIiIAIiEDhJMDrJxfZdJ4zowpJjKMfLH1JBERABERABLIioHgREIHkE/jmm2/wzDPPZCiYL1u+/vrrM8QrQgREQAREQAREQAREQAR2FIFoHyJ9inXh/Rn0gw33btBSzw39F53fAGJ9ltZraY7Nwb/LqhfHmx1K0ZUyIcBBUR5//HGUKhVjRMZz5swBB6z54IMPMHLkSD9oMRflu3s4uA0HTOEAIozbEnHgGQ4sX6FCBYTlli1b5teRuK4TTjgBr776Kpo0aQIOcMP8s2fPBt/DQl/KnsBxxx0H8jv//PPBzy373LFUvq+JA8c8++yzKFOmTCwySXMOLtSlSxeUKFECHICH79rhZ07LMFfDNsX2wetU58IezJSY+G631q1bo2bNmrEIm3MAq7Fjx4JlTZ482d/bxUHAevfujcqVK1uO3E033ngjOEAOWYU2yedrZ86cCe4TLIVM+bwsLcPJlnMO3HZyCvsj2ZARt4/7IuvG9fKz4ruIHnjgAZAL4ygOztS2bdv4/sy4efPmxfdnslq5cqVvE2wbr9o+xn2a+SgOHsRjKv0gcqxSpYoPkgXzsD4ffvgh1qxZ4+NzM2Ob4qB5fP6YnLlM9PPj4FIMM57bd8MNN6Bnz57goHOMK+zi58V2XaFChTiKRYsWxY+fbCdsL0wM/O6999507YNpFNtXo0aNfDtgmOXwmP/2229jth1nGZcXbYmfZbdu3RBtA2HdXD/bKtfNgRJ5nilXrhyDmSr0aXFbmYHtlscAtk3q559/9scaHlf47i72ix155JHM6s8jYTt9ROqsRo0a4HYzyPK+//57f2zhvrd+/Xr7jhEbTOzCCy+MsyNzsuc6ecz4/fff/XGIjDkAFweFLFu2LIvE0qVL0w0a6SM1y0Bgv/faovil1QA7DTibOWdzLwAd38KmZz72jPkZ8ZhEG/2OyDjL6d9VyHj6VNRnWBKBgkbAcYNsZrsLPUkEREAE8hUBVSY/E3D8xuUVasmY4MsWdAL+pd7xjWSIikfISUeA159XXnklXn/9dRx22GHp0qIBXlfuiL6ZZF8nJ7PP+MADD0Tfvn3Bvo1onxD7gng9zevu0OdFluxHZB8Il2M4quLFi+PSSy/Fbrvt5qNXr14d7xv54YcffFzAY3THAAAQAElEQVR+n+VFG0nc5jPOOAPRfpWjjz4axx9/fGK2fBPmZ52sNsKNSnZ57DPq3r17vM+VfRGh34j9QuwfYttm27zppptYhaSqWbNmvt+Y6+C+wn2G/VDRvuvDDz/cv+uxUqVKma6b/XLse4+2g8zKYjr3v4MPPjjTchIj+dvNPffcgwsuuMAnsX+P/XwUfR9ps+rVq/vjAD8bCyZ94vbxdy7+vsHjNVcQto/HmfA5MZ59j9xGHpMYppzLm36/Gjn0N3LdOck5B74HNNoG2f/Fz5/tgKz5mx7jWBb7j59//nl/zGVYSj6BFPAbE5X8soskv0iVKALblYBWJgIiIAIiIAIiIAIiIAIiIAIiIAIiUPAJaAtFQAREwBNwznkbZs7Fws45OJde/JGL4o84ieKDEIyjrd+kDM6pvw+cFeqczU02gRGvPzUVH778B/QnAiKQM4FVs5Zh9C1vY8nP87j7wLn0+9MpbzTE3hX3Rdj3aDMT91vKOefLcC69DTVxzgVXVgS2GwHe1DB06FB06NAhy3Xyh3MOmMkbBrLMpAQREAERyOcEwsNwtEG8SYg+b2KjT9Gf+dcGtOmxAtNnbbatSkHs31ybdtkFeLpLedQ8p4SFcjUpkwiIgAiIgAgUeALlO1yOcvfWs3Nm2FTeGGqyac3gb7HwgUH+YXaeaxPFc3FUfPkGHyLhgyZ8gcN7770XCs3WHnXUUbj77rsxevRofPbZZ+ALEcqXL5/tMkoUAREQAREQAREQgSQSUFEiIAIiIAIiIAIiIAIRAuzvCcHg0wYl9hHx9xlq+pRVeKbTDCyev8H6mqxzyQrhnMuZi7s6V0atRofQlUSgwBI48upTUe3py2z77FfKFJP34PeJWQO+x9THx/n+Vu4zifsS95VE2eLxiWnxgBwREIGtIaBlRGC7EwjH7mBDBdLOECFGVgREQAREQAQKJwGeI9l3EN16H2fXU4xL9EMcrSQCIiACIiACWRBQtAiIQB4Q4EuOMyv29ttvzyxacSIgAiIgAiIgAiIgAiKwQwiwPzGsmD7FMO/PoB9suGeDlnr2o3/R+Q3rqeRk4l0esD5KupfXKI432pdiMVI2BM466yxwoJBOnTr5QdP33XffeG6+x4cDhnCA9Pfffx/t2rUDB1SOZ9hCh4MNDRw4EA888ADoh8Ga+F4gDkrEQXI4kNaAAQPAwZC47gMOOMCvZdasWZgxY4b3NcuZQNmyZdGzZ098/PHH/tnPypUro2TJkukW5GfN+Pvuu88PlkW7LZ9vusITAtWqVcM777yD6667DmXKlPGpbF/h2dThw4ejbt26/t1QPjGTWYkSJdCtWze8/PLLOPfcc+NtMZTDdvXWW2/huOOOy2TprKP4zjg+E8t2Fy2X7fOUU05Br169wLS8fmbWOYfatWtjyJAh/jPLbB8hP76nqGnTpmC9E7eK+zOfC27evDm4/5AN89AyHPZltg22kWOPPRbkyjyTJ09GdGAmxnHwJOa95ppr0rWfVatWYcmSJcySa3E9Xbt2xbvvvusHa+M7l1gvFkDW3F5+Dp988ol/RplxTJNiBNgWBw8e7NsjP2fuv7EU+IHvyI+fO9sHOWbFzznn98POnTvjkEMOAY+/LIfn2dmzZ9P14jqS2ZZYKNvAY4895venCy+8MN6mWAfWhfXmOnlcYv6sxLbPfq033ngDLCfKgscwLs9n5XlcueGGG3wb5wCCobzx48dj82a+zybEAByAjIPN1alTJ35sYer8+fOxfv16uuD+QG7PPPMMyCd6TKXPuB49eoADb7FepUqVAvcxLswyvvnmG/uKwm8ojJGyIrDvO49i90urwZPy3+lSjJvlZkTHt7D5mY/T3cfL74PR74psy5bbluFyXIgh+4ZoZcU8zUVg6wl8/vnn4PsAt76EvFnSt3SbqZnnDV+VKgIisE0EtHC+JmAnD/vWZd+a4rWM+vFIOUkl0KpVKyxfvjypZW5dYenfv80QtXVlFbyl2F/BPskaNWqA15cjR47E/fffjz333DPHjeW1Ia9teY3OvhiWxYVoGc6Lvpm8uE7mdiSrz3i//fYDr5fZr8H+32ifEPsE2C/Md26zz69///5gmMwyEz+T3r17+/4/Mg15Zs6cGdx8b8k2mW0kcYPZ58e+kRDP9bFPJoTzo01mG+H2JbM85xzOOeeceJ8t+7ND22M/FPuT2Xf80EMPYffdd+fqk6pddtnF95VyHVwX18kV0PKz5f7APnG+M5LxWYn71UsvveT7FtnPGPoOadleuI8ynfmyKiOz+L333hvs72M9ouWyfqwv92v2L/MzyWz5ZMVxffx9g79B8DjD7eDxheVzG9l32r59e/B3ripVqjA6nfKi3y83/Y3pKpFFwLlYG2SfY5cuXfzveOyLDNnZN8q+yGeffdb/BrOlv4+EcmRzR8DBAfaZIA/+iuRBmSpSBLYjAa1KBERABERABERABERABERABERABESg4BPQFoqACIhAGgHnnPWXx8RY5xxNPM45529Sdy5m+cMNf2RLFH/sZhxt/SZlcU6DfcCbgm3GCeC9LTZ7/akp+ODF36E/ERCBrAmsnLkUnzcfjMU/z/P7Dm8qju5Pp7zREHsfti/CPkdLcf+jDeL+Sjnn0u3TzsXCoQbOueDKisAOIcCbAHgDTlY3dI0dOxaNGjXCK6+8skPqp5WKgAiIwNYQ8OduWzBq6VN8YC5Y+nygjpr510a06bECM2ZvBvzp2cE5E4Dddi2Cvl0roOY56R8st6RsJiWJgAiIgAiIQOEgUL7jFTjo/gaA42SzmMM51r79HRY98Fb8YXaec3n+Ddq0aRP4koOLLroIxx9/vL+Z+s8//0ROf7wx/JJLLvEvS5kwYYK/sfv888/PaTGli4AIiIAIiIAIiEAeEFCRIiACIiACIiACIiACgQB/f0n0GRcU+oSCZV8RNX3qajzTeSaWLNxkizs458wCnDvn0LrLiajZ8BDoTwQKA4EjrjoF1fpeDuccnG1wTM58h9mvTMLUnmPj/a1hXwo27GtRa0XEJ8bHA3JEQAS2kICyi8D2JRCO2cFG186zAuzMAP2JgAiIgAiIQCEn4FzsrBjFEM6dwUbT5IuACIiACIhAzgSUQwREINkE+Mzihx9+mKHYli1bolatWhniFSECIiACIiACIiACIiACO4JAtD+RPsV68H4M+sHyPif6tNQzH/2LLm8ypwPYX2kK9orzi+P1dvugMP9xcJVJkyaBGjNmTHwQ4syYcHCUiy++2A/KzAGtuAw1ceJE8Lrijjvu8ANFZ7bslsbtscceuOKKK/Dmm2/i66+/9vX77rvvMHToUDz88MO+ns7ZZ2oFlylTBrymYV2++OILnHzyyRabNnXo0MEvz/QbbrghLSHVyyk9NVtSDNfPelBc79YUys/hueeei2/T1pYTXTcHfLr22mv9Zzt69Oh42awnP2sOHHTVVVchOmBMdPlk+vvvvz9at26NTz/91NeD7WvQoEFg/bJ6307i+vkeqRNPPNE/z/rll1+mK4ftigy5TLT987NhXFRkSwYU8zrn/PO1vXr1QiiX7fOFF14A0/lOq+jyiX60vMT1sU7Rz5XlJS4fDZMFmWS2j5AfP9No/kSfn+Wtt97q910y5jbSZrYvH3vsseDxgXk4gNAhh2S8T5T1ueeeexBtP6NGjQIHu+K6o2UMGTIE/JwZn5UOPfRQv68zL+vFdZM1t5fsclqe/LgMRa7km9W6GL+l+blMZsruM07Mz+1g/Sgul5geDW9JXrZDbk+fPn3A/ZflU4EfP/ec2gfXzf2Ig0Lx+MrjL8ugrrnmGibHley2xIKdi+1rHBgstCnWgXUhC7Y3tgG2D9aJlmEuG5VzDkceeaR/Jj7Kgvsvj2sNGzZMNzAjy2Z5VNeuXUGW0fLokx0H0WIZzEd98MEH4CBaTKfIjoOE8TMI9Wc++oyrWbMmOKgY8zrn0K5dO3+cYh72xzkXO78xXcqawH7vPIo9Lj8X/nsdHDw2B3in02Bs7jc03X28/F4Y/c7I74uwP8ZR5vop6vsIzURgKwhwX+Y7Nfh+ja1YPE8W4e4Bm/l9JU/WoEJFQAREYGsJaLn8TcBOHnYCcY42VlNn4ZineV4RGDx4sL+e7t+/f16tIpfl+pfkx/KmpCD2HwsW1Dmvpyel9pXmZNlfwX6Sxx9/HLy+5PXxlnBhfl6jsy+GZXF9tAwn9rNG+1W4zq3pm2HdnEv+dTL7XJLVZ+ycQ8WKFTP0CbFPgP3CfCc3+/x43c3tyUrOOfC6fODAgSBTsqUeffTRrBbJMp59NlyWYr9BlhktgenMR3E5i8pyyk3eZLeRrCrDPg32VWSVvqXx0faaVZ9NtMwtye9cctpIWL9zyS2PfVbss2V/dmh77ENifzLf2+icQ/Szpx/qsq3WuVh/GtfFdbId0rIvqlq1an7slNysg/1hPBayz5v9iSyHln1pbCdMZzmsO9Mo5mdcEI8L7JNlGvuV+Rlzv2U9ouWyfqxvTvs1l2c5LC+zNpVTeqhXsKHvmccVHl9YLreRfc/169cH6x/yJlpuB48v5Mq+Pi5L0WccGW1pv19O/Y3ky3VQ5Jpd/bjuOnXqZPith32j7GutWrVqjm2Bxy+ui+LnnMggMbyl+ROXL4hh/53Jf3dK/tYVSX6RKlEEtiMBrUoEREAEREAEREAEREAEREAEREAERKDgE9AWioAIiEAWBJxzPsW5NOucg3PO/3jBH2GCihYtikTxRyrG0da7sSzOa1gKtrAJgIP9OTMObz49Fe+/+LuFNYmACCQSWDljCUbd8g6WTl7g9xebwXZBk4PNcNqghti7Qim//3Ff4z5HRX2Gw77qnLPFMgqpf865VE9GBHYsgUsvvdQ/sFO9evVMKzJ//nzcfPPNuO+++zJNV6QIiIAI5CcC4aG3qKVP8UG5YPkQHcW4GX9uwMPdl2PG7M3wtwWnzph3t90c+nYtj/OrldiyzVRuERABERABEShEBMp3uBwH3d/AzqM8iZpiE3guXTP4Wyy6b5B/mJ3nXZ5/eXMyX7px0EEH4aabbsLnn3+eK1p8SU7btm3x1VdfgS8u4HXKfvvtl6tllUkEREAEREAEREAE8oSAChUBERABERABERABEfAE2A/kHZsFnzaI/UJRsY+I+mPKavTrNBNLFmz0fUlgD1Pqw8fWxYR7HjsRNRscbKVqEoHCQ+CIK09Btb6X2d7APcLk94kUv4/MfmUSpvYc6/tbuQ9F9yv6YZ8jrajPMMU4WkkERGALCSi7COwAAuGYHWyogp0RzOU3JTOaREAEREAERKAQE7BLJX/dFBCEc2awIV5WBERABERABHJNQBlFQASSTuCJJ57IUCbv+23VqlWGeEWIgAiIgAiIgAiIgAiIwI4gEO1PpE+xHuEejGDDPRq01DMf/Ysub8bu6YDvrLRf8cxy+SvO3x2vt92HxUj5kYDqJAIiIAIiIAIiIAI5s5AwjgAAEABJREFUECg1uA2KX3Gufc2Lfcczh1/8zFi401v4t+/QdPfx8vshvweG7460XAXjKPpU1Ge4IGvdunV+cE0OPEo9/PDDWLRo0VZtMpfj8iyH6tGjB9auXbtVZRWEhcaOHYuzzz4brVu3xpo1a3b4Jvk7GW1ml0M7vC45VYCDB5522mnIrci5QYMGeOihh8ABJDdv3pzTKnKdzvJCPVq2bAnuM7leWBl3KgJTp07F+eef79tdo0aNsGTJknT1zyk9XeZcBJJdXi5WmX+z7OQ143GBx4dwrOBxYyffpITq2/cqmCInEAsl5FEwLwjwONSiRQvUrFkT33zzTV6sIhdlRt7D7Rxi/7lYTFlEQATyPYHZs2eD7xZkRY855hgcfLCeDScLSQREQASSQSD2nYnzZJSWvowi6YMKicDORUC1FQEREAEREAEREAEREAEREAEREAERKPgEtIUiIAIikBsCzjmfzTkH59JUpEgRBBUtWhSJKlasmI+jrXtjWZzXsBSQYkVR5oQbWgY9PRXv959mCZpEQAQCgRXTl+DzW97B0snzLYo7jSk2+RvvTxvUEHsdWiq+j4X9j/sbfe6bwdJ3Lm3fdS7Nt8L95JzzVjMRyC8EeHMMb+6/7777sqzSk08+iXr16mHKlClZ5lGCCIiACOwoAnzQjeL6o5Y+xQfkaPngXBDjps/egDY9VmLmX//CvnzD//nTtEPx3YuiX9cKqHF2CWzpn/KLgAiIgAiIQGEjcEj7y3HQg41ss+1EGpvs1ErHYc07EzH3zlfwwgsvoFatWqhRowaee+45rFixwvJnP5UqVQrXX3893n77bf/gUKdOnVC1atXsF1KqCIiACIiACIiACGwnAlqNCIiACIiACIiACIgA/D0VgQN/i6FPG8TfY6IKv9P88etqPNNpJpYu3AjEupEAc5wXcG/Xk1Cj/kHQnwgURgKHX3EKznnmCtsbAOcc+OecWdOfr0zCbz3Gpnt5aHQf477HMG0Qlw9iXPBlRUAEckdAuURgexHIzTHawVl1KDOaREAEREAERKAQE7DLI39WLMQItOkiIAIiIAJJJqDiREAEkkvg6aefxsSJEzMUeuedd6JSpUoZ4hUhAiIgAiIgAiIgAiIgAtubQPS3OfoU6xDuuQiW9zrRp6X6DfkXXd5kTpPvqLTf7jiZrq5VHAMf3ccSNOVXAqqXCIiACIiACIiACOSGQKm32qD4VdXhnH3Jo+DgnAkO6DwY//YZmu4+Xn5P5PdJfm8MluuhT9Gnoj7DBVV77LEHGjZsCOeMl23ksmXLMGLECM/MgrmeyJXLcXkutOeee+KKK64ALcOFWeyDP+qoozBgwIAdisF/wjZL/ah3aF2SvfINGzZg3rx5GDVqFO655x40btwY33//fbJXs13L4zYNHDgQ77zzznZdr1YmAjuCQF6uc+bMmXj44YexZMmSvFxNgS/bIfYfNpSh4MvmPYExY8bgrLPOwt133421a9fm/QrTrSElIRTelp8uWgEREIGdjACvd0eOHAlev/G9/Hx3+W677baTbYWqKwIiIAL5l0DsG1P671HJqm2RZBWkckRgBxDQKkVABERABERABERABERABERABERABAo+AW2hCIiACGRLwDkXT3cu5jvn4Fya+ANmUNGiRZGoYsWK+Tjai28og+qX7As42J+Dc84swPlbfX/De/2nQX8iIALAyhlLMOqWd7Ds1wWpOLiXmGITqgxuhL3K7xPft8J+x/2MPvfJYOk75+BcRqUW7tOCLysC+Y3A448/jldffTXLan3yySdo0KAB3n333SzzKEEEREAEtjcB3vAX1hl82iA+IEfxwa6o/WPWBjzcYwVm/LU5NjhNSurNLGZ2392hT5dDUP2svUPRW2KVVwREQAREQAQKJYFD2l2Ggx5qBNi51KZ059dNQ/6Hte0+xKRJk3LF5pxzzkG3bt3w5Zdf4rXXXvMPY+uG/lyhUyYREAEREAEREIHtR0BrEgEREAEREAEREIFCT4C/xQQIwacN4u8yUfG3Gur3yavQt9NMLFm40fclsT/Jy2Z8APm+biehRr1yoWhZESiUBA6//GRUe/YKv1cQAPcr63S1MDD71UmY2n2MfxEm96nofkafeRPFMoKYFnxZERCBHAkogwhsVwLRY3TUD5WIxfGXuBAjKwIiIAIiIAKFkwDPiYlnRMYFGlE/xMmKgAiIgAiIQDYElCQCIpBEAhzs4sknn8xQ4gknnIBWrVpliFeECIiACIiACIiACIiACGxvAtH+Q/oU6xDuuaClwj0ZtFTfIf+hy6DY7U7Mz/s4fMg6K6+qWRyvPbKPj9Ys3xJQxURABERABERABEQg1wRKDXoYu19V3X/d87PUdxLZVz+kdHkL//UZmu4+Xn5f5HdIit8vabky+hR9KuozXFBVpUoVnHbaafHNmzhxIn788cd4ODcO83M55nXO4cILL0SFChUYlIzA/Pnz0bRpU9SpUyfX7/CwxZI6cX/gze2pu0dSy85vhc2bNw+tW7cGB0zOb3XLTX3GjRuHK6+8En369ME///yTm0WURwR2ZgJ5Uvfly5ejc+fOuPrqqzF16tQ8WUfhKpRPEPozid9shryj2XYl0Lt3bxx11FF45ZVXtuN6Xbp1OfA/XZQCIiACOwGBjRs3Yt26db6mtHxH4BtvvOHDlSpVwumnn+59zURABERABJJDwH9jsv6x5JSWvpQi6YMKicDOREB1FQEREAEREAEREAEREAEREAEREAERKPgEtIUiIAIikDMB51w8k3Mx3zkH59JUpEgRBBUtWhSJKlasmI+jvej6Mjjvkn2tzBTwpl/e3uKVkoLBfafived/szRNIlB4CayYvgSfNXsbS6cs4D3EMRC2f9ge4++5P21wI+x1yD7xfSrsb9y/6HNfDJa+c2n7qnNpfqxg+H0Z+hOBfE7gxhtvxPfff49TTjkl05rOmDHDD77ZoUOHTNMVKQIiIAI7igC/73LdtEF8II4+LRUemPt91ga06bkSs+b8C2cLOefgHAXsUbwI+j12KGqcXcJStmbSMiIgAiIgAiJQeAkc3PZSHNTmEjhD4JyDcxQDQP2ih6PdrmdYIPPp4IMPxi233IKPPvoIY8eOxQMPPADezM/cPJ/TSiIgAiIgAiIgAiKQfwioJiIgAiIgAiIgAiJQuAlE+2uCTxvE32Wi4m801LRfVqFf51lYtngT4ICYzLF+JAbu734SqtctB/2JgAgAFS87Gec+d5XtJg7OOdiMk1ngz9d+wNRuo9O9PDS6z4V9MWoR+WN8JChXBEQgSwJKEIEdSyDD8ZrnA9g5YcdWS2sXAREQAREQgR1PwM6JWZ0RM5w/d3xtVQMREAEREIF8T0AVFAERSCaBHj16YM6cORmKvOOOO7DffvtliFeECIiACIiACIiACIiACGxPAtH+Q/oU1897LujTRsX7nag+Q/7DY4Ngv9S5NFk/JWOuuaA4XnukJPSX3wmofiIgAiIgAiIgAiKwZQRKvfkwil9TA+D3PgqAA0wOKV0G47+nP8r2Pl5+r4T98XsmZa6for6PKIAzvpexQYMG2HdfvgMV2Lx5Mz799FOsWLEiV1u7dOlSn5/LcYFjjjkG5557LpzjJ8AYKRD47LPPUKVKFf9uDg7CGeK3h/Wfhs12to+lXr16mDRpUrb69ttvMWjQIFSvXt2/95c8N2zYgP79+2PRokUM7lQaN24c5s6du1PVWZUVga0nkDdLLliwwL8Lif1EebOGwlSqnTzg8P/snQeAFDX7xp+XIh0U6SB/QcWG2LAjYkNApdlFsSIq4mfvfqIUFbB8ggW7IipVBQREBcWKYkOUogIKItI7d9zp/fNkL3t7e4UDDrjbffbmzfsmk8kkv01mctlMxsyihTZY1JaxYwksWrQIl19+OVq3bo1vvvlmB5ycq+KH02Qg8hf80iIgAsWFANclZ7+6adOm/n+1gQMHgv3l0qVL44ILLkCVKvrNpLh8l8qnCIhA8SDg+0wZsf2owst3icJLSimJgAiIQK4EFCgCIiACIiACIiACIiACIiACIiACIpD4BFRCEdjpBMyyJp6YRWwzg1mWlChRwk8GpOYk13gpVaoUGEbd+qIaOKFjVbijnSAiLi1abw6cheFPz4I+IpCMBFb+shQTuwzFyplLYMYWkknB24Yjh7VHxXpVom0ptCm2K9qh/VFTzFwauUhmqv4cwZYWgaJOgJNoPv30U3Tt2jXPrN5///0477zz8Mcff+QZRztEQAREYHsTCA+1xWraFD4IR80J87SDnj03BXc+tApzF6SD81cikuHsDJQrWwIDetdHi2Mrbe+sK/2dT0A5EAEREAER2E4E6t1zFure1dHfW3kv5r0Wfs5oBs4o2QD3lT4q25lPPfVUPProo/jwww8xYMAA/0BQ5LjI/TlEZliwpUVABERABERABERABESggAQUTQREQAREQAREYDsQiB2nCTZ1EP4uEyv8jYYya/oaDOg5D8uXbnK5cgNG3Jy4gSS3ZeC2hw9GizZ13D5tIiACgUCDsw5Bs6fP823EOdwQxlv/ePUbzOzzQb6Lh4Z2GXRIl5ph1BIREAERSAACSVQE33lKovKqqCIgAiIgAiKQBwF3S3RbHjsVLAIiIAIiIAIikKAEVKxiQOD777/HY489liOnLVu2RJcuXXKEK0AEREAEREAEREAEREAEdiSB2HkStCk8P+c50Q5CP4XznSj/e+sf9H6dMTOQ7S8jA51OLYuX76rCnRIREIHCIaBUREAEREAERKBIEdj1tTtQ7sIT4fuKMb1BTubN6PUG/nn87RzzeH1c11ekZr+SBaJNoU2JtelPRKlRowbatWsXXXuRL5cdN24cApO8ysz97733HhifcSpXroz27dujXLly9EryINCvXz80atQIr732Wh4xCj/Yz9twjqvuhZ/4Tk6Ra42SZ9++fXHttdf6dX+ZJb7o9KOPPqK51dK8eXNMmzbNy9NPP43y5ctvdVo6sGgT2H///TFp0iT/Xb/99tuoVq1a0c6wcicCO4yAH2Hz/atwSoYEW3rnEJgwYQK4BvHtt9+OtLS07ZgJi0nbEPmLCZIpAiJQLAjw/7T4/9G4Nv/555+Pk046qViUQZkUAREQgeJEINJnsu2S5RLbJVUlKgIiIAJRAjJEQAREQAREQAREQAREQAREQAREQAQSn4BKKAJFg4CZwcx8ZsyytJn5cDPzEwH5wyalZMmSiBdOHGQYdeuLaqJ5h93AT4ZzIpNbnOW2YU/OwvCnZ7lQbSKQPARWzlmK97sMw8qZS1yhXYvIcOKsyJaBI4e1R4W6VXy7YhsKbYmaEtodNcUsq22aZdmR9ODbLfQRgWJGgJNpnnnmGQwcODDPnA8bNgxnnnkmxo8fn2cc7RABERCB7UGAD7JRmHaspk3hw1wULqwQq2f/loI7H16D+X/+C3fHhrttZ4qhYoWSeLLP/+GEYypBn7w2Y3QAABAASURBVGQgoDKKgAiIgAhsTwJ17+6IevecBX+jhfuYE5j/O6NUQzyy+6no1q0bxowZg+HDh/tFPevVq+cf2Oa9PF54NIXh1BIREAEREAEREAEREAERKBgBxRIBERABERABEShsArHjM8GmDsLfZWKFv9VQZk5fgwE952HlMi4AYy5bTrg5gfvB5va+h+CE1nVcuDYREIF4Ag3OOgTHP3MB2FbYZBB1DH8M/hYze3+QY/HQ0A5D24zViPkwPMYrUwREQASKKYHEznbstdr8TcASu8AqnQiIgAiIgAgUgIAbSvB3xQJEVRQREAEREAEREIGEIaCCFAcCfBEOfxeKz2v37t3jg+QXAREQAREQAREQAREQgR1KIPY3t3ibfgrnWrA/GzTtx0f9iz5vGDgmCTjtBf5z8Wnl8dKdVbwtRwREoLAIKB0REAEREAERKHoEdh18B8pddLLvCWb1CA1wnUTrMxT/PPZWtnm87EeyT8k+ZhBkfujPNLO99DaEJZo+/PDD0aRJk2ixPv/8c8yePTvqz83gfsbjPjPDaaedhj333JNeyWYI/P7777j44ovRtm1bTJ8+fTOxt323awWAc9zXhET9cI1R8mzQoEG0iF988QU2bdoU9csQAREQARHYUgIGQ0TCkfQFW3rnEuBv/o0aNcKQIUO2U0YysqVLHyVboDwiIAJFnkDlypXBa0WZMmX8OzIaNmyI3r17g/ODuI5/kS+AMigCIiACxYxA5O0p26fXVKKYsVB2RUAEihsB5VcEREAEREAEREAEREAEREAEREAERCDxCaiEIlBECZiZz5mZwSxLOCkwSMmSJREv/MGTYdStL66JEzpWhbmULNP1yvmHPTkLw5+a5SxtIpD4BFbMXoL3rxqOFbOXAq49UcwirQIGHDW8AyrUqezbE9tOaEPUFLa5oGmbGcxyCjI/ZpZpSYlA8STAl3JOnjwZ++yzT64F4ET/9u3bo3///rnuV6AIiIAIFDaB3B5mY1gQPgQXK3wwjjLr1xTc/vBq/P7nPy5LnLjiJLKhYvkSGNi7PpofXdHt05YUBFRIERABERCB7U6g7l0dUe+esyLncfdcgNNHKUDzDdVw7YoGOProo8H7Nu/V1EHCfT1WRxJyqWT4xIJXWgREQAREQAREQAREQATyJqA9IiACIiACIiAChUqAYzUhwWBTU8K4TqzmmA/l5x9WY0DPeVi5PC3zcI7vOHEbA+7sewhOaFWbpkQERCAPAg3OOgTNnjnfjbK6CL7t0KEAC177FjN7vZ9t8dDYtsg2Gi8ulejGfVGPDBEQAREojgSSKM+RX9oi1/8kKraKKgIiIAIiIAI5CPD/GN0Rc2BRgAiIgAiIgAgkNgGVrsgTePfdd/HGG2/kyOell16KM844I0e4AkRABERABERABERABERgRxHgeGI4V7CpKZxfETRtCuc7UR4f9S8efNMih2YOSFJROp9WDi/eUTmyT64IiEDhESiElJo3b45p06Z5efrpp1G+fPlCSFVJiIAIiIAIJDuBXV+9HWUvPsXP443O4WLH0IGxPkPx72Nv5TqPN/Q1qSkuOoKOt+lPNCldujQ6dOiAXXfd1RctLS0No0ePxvr1670/3lmzZg1GjhwJxuO+Jk2a4IQTTqAp2QICY8aMwcEHH4x77rlnC47a8qi+CTgn0Zf/qFq1Kvbff/8ooJUrVyIlJSXqlyECIiACIrClBDIA16uK9Kkix8bakRC5O5PA/PnzcdFFF6Fdu3b48ccfCzkrmeOtmanSR8n0SomACBQTApUqVcJjjz2Gzz77DF999RWGDRuGU089FVynv5gUQdnMhUCPHj38uDrH1zt37pxLDAWJgAjsLAIGA7bTe05KQB8REAER2I4ElLQIiIAIiIAIiIAIiIAIiIAIiIAIiEDiE1AJRaCoETBzg+qZmTKL2GbmxtmzhD9sBilZsiTipVSpUj6MutVFNXHCWVUjk385WzJz0iQnAw97ciYomaeTEoGEJLBi1hJM7DIcK2b9zTcG+rbA+u/FlfjIoe1QoXblaJthe2LboaawrQVN2yyrLZpl2S4pv5mZ13JEoLgTaNGihZ9Yc8EFF+RalE2bNuHWW2/FZZddhhUrVuQaR4EiIAIiUBgEeM8O6QSbOggXVogVLrBA/6xfU3Fnv7VYsOjfzMN5j3bitkoVSmJA7z1w/FEVM/dJJQMBlVEEREAERGDHEKhzZwfU++/ZgLvn0jEzbxqAjW9/gyXXv+IfZuf9Oty3aVPC/T1Wu8P8xjBvyBEBERABERABERABERCBfAholwiIgAiIgAiIQOERiB2PCTY1JYzlUAfhWA/l5+9XY2Cv37F6RbofF6JjdCgG9/vNITj+tFqFl1GlJAIJTKBBR9denr0QbD4RxzUiRD4LhnyLmT3f9+OtbHuhLQbNthovkSMjLvdFLLkiIAIiUPwIJFOOzd8ELJmKrLKKgAiIgAiIQK4EzMzfFXPdqUAREAEREAEREIGEJKBCFX0C/fr1y5FJvmSxW7duOcIVIAIiIAIiIAIiIAIiIAI7g0CYG0FN4ZyKoGlzvkWQx0b9iweHGjgQaUbtBKAXnU8rhxdurwx9REAECp+AUhQBERABERCBokxg11duQ7nOp7o+IfuGBnYTfX6dYQ8Ow7+PjorO42W/kn1MSuhzUlN4TNC0E11q166N008/3fEyX9S5c+fik08+8es/+oBMh0wmT56MBQsW+JBdd90VHTp0QOnSpb0/N+fvv//GkCFDcPfdd+Pqq69G165dcd1116FXr1744IMPsH79+twOyxG2cuVKvP3227jvvvtwzTXX+HSYHtNl+r///juYvxwHFvGA3r17o1GjRv5lnNsjq/4bdY5rAtsj+SKVZsOGDaP5WbVqFTZt2hT1z5w5EyeddBKaNm2KHj16+LoyadIknHvuuTjyyCNx3HHH4aqrrsKnn34KXhOmTJni4zI+69uGDRuiadGI3f/qq68yCIwzZswYdOrUyafHY5nu5ZdfjgkTJiA1NdXHi3WWLVuG9u3b+3ONHTs2uuuJJ57wYUyD+Y3uKKDBY3gshXnlYWzXN910E5o3b+7TPuqoo3D22WeD+S9oO2Q6LMeHH36I66+/HieffLJPi+ehzTCeLz09nVHzFbZX5unBBx9E27Zt/ffAdEK+BgwYEL3W5JfQtqYTWzf4XfA7ye983EcGw4cPx4UXXgjml/lm+Xk9mjFjhq9fjFcYwmtbPCPWK9YzXvtWr15dGKcBvzeWg8I6wURZL2iznsSWk/WI3x3jBCGTd999NweT3OKGY+I17xc838UXX5ytbrGNtmnTxt9HfvjhB99G44/lccw7j12zZo3fvXDhQrRq1crXUbZ/ftd+R5zDtjtu3DiwrYb2wbRatmzpz7ml3ym/swceeAA8nulQaDOM++JOX4S9BsBgZggfgwVTuggRGD16NJo0aYJ77723EHOVkZVWRgYif1lBskRABERABERABERABHIS8H0m33fKuW9bQ0psawI6XgREQATyIaBdIiACIiACIiACIiACIiACIiACIiACiU9AJRSBIknALGsiilnENjOYZUmJEiUQpGTJkoiXUqVK+TDq0zrVxInn7A6XgBO3mRMYzAwjnpqFYU/OhD4ikIgEls/8GxOvGo5VvyyFq/BO3GZOYP7vmBEdULFOlWhbYTtim6GmsI0FTdvMHZeLIPNjZpmWlAgkBoHq1avj9ddfx0MPPZRngV5++WX/sAUfsMgzknaIgAiIQCEQ4MMRTIY6CB9wiZXwMNzMX1NxR781+P3PdGRN+/XTV1CpQgkM7LUHmh9ViclJkoeASioCIiACIrADCdS5owPq3nuOO6O7/2ZOHuU9mffwjW9Pw5LrXvIPs/M+Hu7ftCmMEy8uIb8x3BtyREAEREAEREAEREAERCB3AgoVAREQAREQAREoJAKx4zDBpo4VjuUE4RgPZcZ3q/FEr9+xcvkmv8gUx4T4Y40bJXI5y8Dd/Q/B8S1rOVubCIhAQQns2eFgHP/shS46W5QTP+ZKDSwY8i1+fuA9P97KNhjaZNCxbTbYLqHoxrCoR4YIiIAIFB8CSZXT0I9KqkKrsCIgAiIgAiKQCwH3rxCHGHLZoyAREAEREAEREIEEJaBiFXECzz77LD7++OMcufzPf/7jX3yRY4cCREAEREAEREAEREAERGAHEYifC0F/rIQ5FbH6kRH/4sE3zc93co7b3K90HJR0o5KdTyuLF2+vvINyr9OIQNIRUIFFQAREQAREoMgTqPLyrSjb+VSXz0gfkX1L12F0Wwbw4FD8+8hIxPYtg814seISiG4Mj3oS1DjmmGP8y2ND8SZOnIj58+cHr9e//vorJk2a5G0zQ4cOHVC7dm3vj3dSUlLw6quv4r777sOUKVOwbNkyBI5paWlYsGABhg8fjjvvvBOTJ0+O7otPh/Otx40bh7vuugvjx4/H4sWL/ffHeEyP6TL9Pn364JlnnsGaNWu4q1jJL7/8gvPOOw9nn302Zs2aVah5d7Ue7t8kx7dQky1yibEusH6GjNWoUQPly5cP3myacQcPHow77rgDc+fO9fUpNTUV3377LSZMmOBYeWrZjtmcZ/bs2ejcuTPuv/9+0GZ6PIZ6+vTpuOeee9CpUye/j+E7WoYMGYILLrjAt8UNGzb407NtsY0/8cQTaN++PbgmJdn4nbk43Dd16lQf9/bbb8fnn3+O1atXR2PSZthNN92E888/Hz///HN0X7zBPPTs2dPHGzlyJBYtWuS/B8YL+XrllVdw1llnoW/fvmB87osXhhdGOvHp5ufnteuyyy7Dww8/jDlz5vjnQhif5X/vvfdw+eWX4+67797maxHL9sADD+Ccc85BPCPWK9azxx57DGeeeSaGDh0a5ce8FIZ8/fXX/prE+sF6wu+F6bKcvOZefPHFGDZsmG8v8+bN8/Wf1/t4JozLusc6yDrENOKFZe3fvz/atm0Lnm/mzJnZ6hbv00uWLAH5XnHFFejevTuWL18en8wW+5kf3uvatWuH//73v2BbZV5CQitWrPDnLOh3yvse83/uueeCL2Tn8bFpMYz7XnjhBaSnp4ddRVhnuNtHpC8VMul8wZQuggR69eqFfffd1/evtj17Met0uz6f+dXAtz1VpSACIiACIiACIiACiUwg0meiW/ilLFH4SSpFERABEQgEpEVABERABERABERABERABERABERABBKfgEooAkWXgJlFM2cWsc0MZllSokQJBClZsiTipVSpUj6MuuWFNXHiObv7SZPw8wAz/AQnmiOemoWhA36Onk+GCCQCgeU//42JVw3Hyl+W+rruKz8rPMU1gqNHtkf5WpWibYTth22FmsK2FTRts6y2Z5ZlB1ZmFkxpEUg4ApwcPWbMGNSqlfuLGL788ks/0fXpp59OuLKrQCIgAjuXACe1MwexmjaFE+ljhZP6KT//koLbH16DBYv+jfSdmYAXQ5UcO1l/AAAQAElEQVRKpfBk7/o4/qiK0CfZCKi8IiACIiACO5pAnTvao16Pc2H+D8514v93Nmwc/S2Wdn/ZP3zI+znv4dRBeK+PF2R+GJ5pSomACIiACIiACIiACIhAHAF5RUAEREAEREAECoNA7PhLsKmDhDGcoDm2Q/np+zUY2Ot3rF6ZBjODc+BcRD6Gux85FM1Ozf0350gcuSIgAnkR+L/2B+P45y+K7Hbty9i6DHAm/nz9e/x8/3t+vJVtMbTNoEPbjdWI+TA8xitTBERABIoBgeTKosFcgSlOaRMBERABERCBJCbA/390R0ziCqCii4AIiIAIJCEBFbkoE1i/fj0eeeSRHFnce++90a1btxzhChABERABERABERABERCBnUGA8yHyEs6p4BwLSv8R/+Lh4QY/BhlxfHZpXtqqHF64vbL3yxEBEdgeBJSmCIiACIiACBQPAlVevhXlLmsFdhrNzGm3eWWwh4fj3/4jss3jzasfynAkyad06dLo0KEDdt11V19ijiuPHz8eaWlp3p+SkoKxY8eCmgFNmzbFEUccQTOHbNiwAVzb7rPPPstcTxKoXLkyeEzz5s2x//77o0yZMv641NRUDB06FO+++67/TnxgjDN58mSMHj0a/J+AwcxfSIeafoZTvv/+e7z88svRPDKsOMnIkSM9mwceeKDQsm1MyTlsBjQTVVauXInZs2dHi1evXj2UK1cu6o81PvnkEwwaNMgHNWzYEO3atcORRx6J3XbbDWeddZZf59TvLKDDete9e3fMnz/fH9u4cWN07NgRLVu2RNWqVaOpcP/999+PFStWRMPYDk455RQfv379+tHwAw880IcxnUMPPTQavjUG16J84oknfPvi+VhWpst8ct1Wpkl+d9xxB9je6I8XXguHDx+Om266CUuXLvW7udZr4HfGGWdgjz328OsscyfLevXVV2PSpEn0ZhP+X8/8hHbNdHgs02C+TjzxRFSpUsUfw3Y/bNgwMD6P84GZDv0M39Z0MpMrkGLZb775ZsyZM8eXNZQ/9rtmnidOnIg777wT69atK1C68ZHWrFmDW265Jdu1j3WJ5yGjo446CuXLl/eH8XrL3wCff/55pKen+7BtdVin7777bv9dx9YZ1h36mT6v3U8++SRYVq55+ttvv/nrOuMwj7w/hPrF7+rZZ5/Fjz/+yEOzCRndeuutePPNN30d5U5+/6wHTIfts1GjRr5tcR9l6tSp/nfP2PLyN0/GP+mkk8D7GeNVqFABbdq08W3p9NNPj9Yr7mOdHjx4MO655x6w/jOM+WW7YDqsj3Xq1GGwv/+wnJv7Th999FG8+uqrvhyxZWCaTJuJkQWvP++88w69RVwAy/xD5of+TFOqiBLg9encc8/FOeeck+2+uOXZ9YuARw/LAP+iXhkiIAIiIAIiIAIiIAK5EIj0mLL3o3KJtlVBJbbqKB0kAiIgAgUhoDgiIAIiIAIiIAIiIAIiIAIiIAIiIAKJT0AlFIEiTsDMojk0i9hmBrMs4SSzIJyIEy+lSpXyE4yoT72gBk46rxpgAEIacB/nH/XMbAwd8LPzaBOB4k9g2U+LMbHrcKz6dRlc9YaZdwGnrIThmFEdUb5mpWjbYLthG6GmsE0FTdvMYJZTkPkxs0xLSgQSlwAnj37++eegzq2Uq1atwrXXXovrrrsOmzZtyi2KwkRABESgwAQ4oZ3CA2I1bQofTIgVTkSn/PxLKm5/eA0W/PUPD0VGBuA2b1epVBJP9toDzY6s6P1ykoyAiisCIiACIrBTCNS+rT3q3HeOPzfvydHJpM6z8e1vsLTbS/5hM97XeS+nDsJ7frz4hJzDcKe0iYAIiIAIiIAIiIAIiEB2AvKJgAiIgAiIgAhsM4HYcZdgU1PCuE2s5pgOZcZ3q/G/nvOxamWa/3GGv9HwRxo3DOTzdO+jh6DZKTW9LUcERGDrCPxfuyY4/oWLsg52Dcy3NdfY/nzjO8y8/z0/3so2GdtOabMNx0tWQq7ZRhKKDZItAiIgAkWXQJLljNdvd6VOslKruCIgAiIgAiKQkwDvie7foJw7FCICIiACIiACIpCYBFSqIk2gb9++/mUk8Zm8/vrrUbdu3fhg+UVABERABERABERABERghxHgOGJuJ2M4hXMoYqX/iH/x0DDzP8dx/JFx/MPpLpHLWpXF87dVdpY2ERCB7UZACYuACIiACIhAMSJQ+YWbUe6yVpEcu84jp9465fuSrlOJjP4jENvXpM3+JSVyUHY3r/DssYq3r3bt2jj99NP9+o0syfTp0/HNN9/QxFdffRV9kWyNGjXQvn17vyak3xnjcF70iBEjMGvWLB9aqVIlXHPNNeA4dZcuXdCpUyfccMMNeOSRR9CxY0eULl3adekzMH78eHz77bf+mOAsX74ckyZN8vsZr3PnznjooYcQ0qGmn+Hcz+N+/vlnzJgxg2axlfvuuw+NGzfG22+/vc1lCHWe9X+bEyuiCaSnp+OZZ57Bb7/95nPIdUiPPvroaD32gTHOmjVrvO/ee+/F0KFDQf3UU09hzJgxOPjgg/2+LXGmTJmCFStWoEWLFhg9ejRefvll3HXXXejTpw/GjRuHq666CswT0+SLmadOnUrTC9sH14Bk/CZNmvgwOieffLJPg+Ht2rVj0FbL5MmT/TMLbdq0wcSJE8GyMl3m86233vJ1jYmnpqaiX79+mDt3Lr3ZhO3/f//7HxiHO1g/2c6HDRvm+fXo0QNMa8iQIdhrr70YBRs2bPDtdfbs2d4fnJ9++sm3d/qrVq0Kpjtq1CgwDeaLeSA3tu/AjdcHHsdjgtDPcPq3JR0eX1Bh+Vl/+Nvak08+Ga0//K4nTJiAW265BWXKlPHJ8XsePHgwtvTewfr8+OOP+2suE9ptt93Qv39/MH2eh4x47vfffx/du3f35+P966WXXvLXSx6zrRLqdHydYd159tlnQd48x/r163H33Xf7OhMf9+mnn8abb76J+vXrMyoYl2WI5/Hee+/h66+/9nHIrnfv3mDZWA9YVrbP119/3ZeN5/ARnfPll1/il19+cVZkO/bYY32bueyyy1CuXDkfSHb8LZTp3HzzzahTp44Pp8M6PWjQIN8PoD++/fZwdZrXYJ6f+WIcfqesq7Rzk2XLlqF8+fK+TbBcoQxsa2wvDRs29Ifx+6Kf68D6gKLq+HxlgH/edE6s7bzaijAB1rH99tsPPXv23MpcuvHXmCMN/IsJkCkCIiACIiACIiACIpCDgO8xbaf3npTIcTYFiIAIiEAhEVAyIiACIiACIiACIiACIiACIiACIiACiU9AJRSB4kDAzKLZNIvYZgazLOFksiAlS5b0E1hjdalSpXwY9Snn18CJ5+zuJ29xwlJ0IiUyMOqZWXjzfz9FzydDBIojgWU/LcZ7Vw3Hyl+XuVodmRvPuu4qvW83x4xsj/I1KkbbBNsK2wY1hW0paNpmWW3NLMsObMwsmNIikPAEGjRo4CeV33PPPXmWlRN5Oak1/uGHPA/QDhEQARGII+Dv25lhwaYOwgnnscIHtSg/zUnFHf3WYeHf/7p7vkvA3aJ5m3YKVSqXxJO96uG4Iyq4HdqSkYDKLAIiIAIisPMI1Lm9Per2OA/msmCZblAbx3yLZd1eBB8a5P2d93TqIOH+H6tdMn5jmDfkiIAIiIAIiIAIiIAIiEAmASkREAEREAEREIFtIxA73hJsagrHa4KmTeFYDmXGd2vwv56/Y+2qdJi5ESAvcLYTAP997BAcd3JNZ2kTARHYVgL12zbB8S9cFEnG4NsZHTPDn298h5k9JvgF9dg22U5jhW04N0Hmh/syTSkREAERKNIEki5z7hoPuIs+9BEBERABERCBJCfg7om6IyZ5HVDxRUAEREAEkoqAClt0CfBlMo8++miODDZv3hzdunXLEa4AERABERABERABERABEdgZBMIcCOognENBm5rSb0QGHhpmkV/i/Pijs52GkyvalMNzt1beGVnXOUUgqQiosCIgAiIgAiJQ3AhUfuFmlLuiNdhnNHP9R7iPAeb+8NBwLLn9acycORM///yz1z/99JO36Q+SW1jYV1z18uXLkdfnmGOOQZMmTfxu9sc/+OADzJs3D++//z7oL126NDp27Ihq1ar5OPEOeU6dOtUHV65cGddddx0OOeQQmJkPCw7TadmyJc4880y/j+tXvPfee1izZk2IgsWLF2PFihXezzwxb2bZ0zEzHHvssTjuuON8POaR3ws1A/76668c3yn3F7b8/vvvPF2hCetdhw4dcOGFF2Lu3Llbna6n5RyHaavTKIoH8vtl3WD9vPzyyzFq1KhoNo866ig0a9Ys6s/NOOGEE9C6dWtf98L+smXLguuYBv+WaJ6zR48eqFkz+3M4XC+V+WvRokU0uS+++MK3pWjADjDYZv/73/+iQoUK2c5Wp04dPPjgg2jYsKEPX7p0KfjSaPL1Ac7ZsGEDXn75ZaSmpjofwLIOHDgQ9evX9/5YZ5999sHjjz8eTY/f0eDBg/3zEiHejBkzsH79eu9t3749cmvXZcqUwaWXXoqjjz7ax2P877//3tvBKax0QnoF1VWrVkWfPn1wxBFHZKs/rDvnnXceunbtGq1Ho0eP9tfPgqbNeF999RXGjx9PEzwXebZo0SKapt/hHDLq3Llz9HxpaWng90Tmbvc2b/yeb7vtthx15sADD8TZZ5+dLf284nIN1PPPPz8a99dff8XGjRuj/nXr1uHdd98Fx3wYeNFFF4H3BbKkP1ZYd2+44QbstddePpj3Cl7fvWcLHdblIUOGZKvTubVf5qNt27bo0qVL9Az8blatWhX1xxq8r3G913bt2oFtP3bfHnvsgTvvvDPKk/e3RYsWxUYpcjZggBMzakQ+GcAvv/wC/v48e/ZszJo1ywvv/UEK+/6abOnx2bII7MJxee0/6KCD8M4772xhgu7Ljh6RgchfNECGCIiACIiACIiACIhALgR8nykjth+VS6StDCqxlcfpMBEQARHYHAHtFwEREAEREAEREAEREAEREAEREAERSHwCKqEIFBsCZlmTVMwitpnBLEs4oSdIyZIlES+ctMMw6lMuqImTz6seOT5KwZxleOvZ2Xjzfz85W5sIFD8CS2f8hfeuGoHVc1fA/F+kDGYGlDQcM7I9ylWv6NsH20JoE9QUtqGgaZsZzHJKJFX4fdBHBJKQQM+ePfHGG2+gfPnyuZb+ww8/BCeZcqJ0rhEUKAIiIAJ5EIh9WCPY1EE4uT5WOLmYMmNOKm7vtxYL/0oHMtzmJcM/nFKlckk82asejjuiYh5nVXASEFARRUAEREAEdjKB2re1Q537z/P3Znenjmzufu0CsGH0t1h27Yv+IUve53lvpw4S+gGxOhSHYcGWFgEREAEREAEREAERSHoCAiACIiACIiACIrANBGLHWYJNTeE4TdC0KRzDofz47Ro8/sB8rFmdzp9o3HBP5PcZPk/MY/772CE49qTsi45to4aY/AAAEABJREFUQzZ1qAiIgCNQv20TNHvhomzjrGxvHHL9883vMfO+8X68lW2U7TVWfDzXQIN2yWXbGJ4tQB4REAERKHoEkjBHvMJTkrDoKrIIiIAIiIAIxBJwt0O3xYbIFgEREAEREAERSFwCKlkRJvDwww+DL9CIzyJfusRncuPD5RcBERABERABERABERCBnUUgzIGgjhXOo3h46D94aChHHDPg/ziXgpbTV7Qpi2dvqbSzsq3zikAyEVBZRUAEREAERKBYEqj03E0od0XryLx514d0hnMjfctqz0/CyGMuxFFHHYWmTZvi8MMPx6GHHoqDDz4YTZo0AV+YSmncuDEoBx54IBJBXnrppTy/y9KlS+PMM89E5cqVfZwFCxbg6aefxpIlS7z/mGOO8Wy8J85h333q1KlIT0/3e5o1a4b/+7//83ZujpmBcfbcc0+/e+HChZg/f7636TAd/m9AOyUlxc+3ph0vZua/typVqqB27dqoXr16NG7v3r13yHfWpUuX+GwVip/rBu6777546KGHtio91nRX4Vntt+r4nXXQ2LFjfZtku8xNjjjiCLRs2RJ33HEH+HLokE9+99dcc02eay2GeMcffzy4rmnwb4tmm+nUqRMqVsx9rTSe5+ijj46eYunSpdi4cWPUv72NWrVq4eKLL86zvGwzV155JcJvRl988QWYx5CvX3/9Ncq4QoUKYNy8yspjmN7VV18NcqF/2rRp+OOPP2h6Ybv2hnP4+1Vo486bbStTpgxatGiBqlWrYv/998/Bt7DSyXbSAnguuugif03JLaqZoWPHjv5+wf3kyPLTLojweZJx48YhLS3NR+/QoQMOOOAAb+fmmBnat28fjcPvasaMGblF3aIw1oXzzjsvB/OQCO+HjEM/dX5xGzVqhHLlyjGqv49s2LDB23TWr1+PevXqoU6dOl5atWqV71rBvMY3aNCAh3rhPcMbW+jMnTsXgRPrdNeuXfMsq5n5aw3vUzw3+waxZYg99SGHHOLvabFhsfZee+0FpsGwtWvXYtmyZTSLqrh8+RE4d//wdxLnB1JSU3DyySfjhBNOwHHHHQde23g9Zv+J5ScfSiL2nXZU/2/16tWedWE6rO+8VvD6NW/evAImbTHxDJG/mCCZIiACIiACIiACIiACOQhE+kyWI7wwAkoURiJKQwREQARyElCICIiACIiACIiACIiACIiACIiACIhA4hNQCUWgeBEwyxpoN4vYZgazLOGEpSAlS5ZEvHDCHsOoTz6/Bk48rxrnUGaC4EQYCvDWs7PxxuPbPtkqM2EpEdghBJbNWIz3rhqB1XOXu/NlTvBylt9KGo4b1QHlq1f07YJtILQFagrbTtC0zbLallmW7dNzjpk5V5sIJC+B888/H19++aWfNJkbhT///BOdO3f2E9pz268wERABEciPQHiQgjoIH8qKFT5gQPlxdiru6LcWi/7+F65z7MRt7jZtMOxWpRSe6r0Hjmua+wMt0CdJCKiYIiACIiACRYFA7VvboV7PC1xWDO42Df9vtXPMDCljv8Oya17wDz7zfs97PHWQ0B+I1cj8MCzTlBIBERABERABERABEUhqAiq8CIiACIiACIjA1hKIHV8JNjWF4zNB0+a4TZDp36zB4z3nY92af+BGfCLixnrgxG24/3+H4diTam5ttnScCIhAPgTqt22C41/qzOYGOmYGA7wsGvoDZt03wY+3sr2y7cYK23S8IObDfTFemSIgAiJQxAgkX3bMX90t+QquEouACIiACIhAHAH3b4+/K8YFyysCIiACIiACIpCQBFSookpg0qRJePHFF3Nkj88ZnnPOOTnCFSACIiACIiACIiACIiACO5JAmO8QNM8db3P+xEND/8HDw7mXYm7c0YnBaaDLGeXw7M2VoI8IiMCOIKBziIAIiIAIiEDxJVDpuZtQrsvprg/JjqQ5nVWW29EAtzrJCpG1xx574LTTToOZeRjhZbR16tRBq1at/LqQfkecw3jz58/3oWXKlAFflmsWScMH5uJUqFABDRo08Hv4/8DMmTO9TadixYooW7YsTfz8888YMWIE1q5d6/3xzn777Ye+ffuiR48eaN26NbhuZXyc4urn/PK77roLTZs2xfjx47eoGJ6+czbzNWxRmkU1Ml84PWjQIBxwwAH5ZrFSpUr4v//7v3zjbMnOqlWrbja9atWqbUmShRr3yCOPRL169fJNky/urlu3ro+zePFihHbMAL44ev369TQ923333dfb+TmHHXYY9txzTx9l2bJlmDVrlrfp1KpVC1w3lvY777yDV155BevWraM3h3Ts2BETJ07E4MGDQTs2QmGlE5vm5mx+j8cff3y+0XjdYlsNkb744gts2rQpePPVy5cvx08//eTjlCtXDsccc0z0OuwDc3EqV66Mxo0b+z0cQ/nqq6+8vS1O9erVsddee+WZxG677QaWkxE2F5f3gtKlSzNqDqlZsyYeeOABjB492ku4F+SImBnAdYfDPSEzaKsU7zNr1qzxx/J6sffee3s7L4f3Pt5/hg8fjjvvvBP05xaX16Dy5cvntsuHkQPved5T5B1m0BD+6KPQTy0pngRef/11hP7S5ksQWes+xKOPEvzSIiACIiACIiACIiACOQlk+LcHbZ9eU4mcp1OICIiACBQCASUhAiIgAiIgAiIgAiIgAiIgAiIgAiKQ+ARUQhEohgTMLJprs4htZjDLEk5AC8JJRfHCCaRBTj6vBk46vxpg3JxDA/DuO8/NwRuPzYA+IlAcCCz98S9M6DIca+avBFx7cA4s869E6RI4/q2OKLd7BT+BmvWf7SJo2mwzQdM2c0fnIsj8mFmmJSUCyU2Ak0MnT56MG264IU8QDz/8MNq2bYs5c+bkGUc7REAERIAPTFFIIlbTpvBhgFjhg0SUH2en4va+a/Hn3/8iI8xLcZr2bruWxFO96+HYwyswWUkyE1DZRUAEREAEigyBWre0Rd2e5yM6p9TdtHmvd7dvbBz7HZZ2fQ7p6em5vpjKxwvxM3UoGPcFW1oEREAEREAEREAERCBJCajYIiACIiACIiACW0Ugdlwl2NQU/jYTNO0g/I3mh2mr8XjP+Vi3Jt0N9XB0J3PIx43b8Eeb+/93KI5uUX2r8qSDREAECkZgjzMPQrOXOrvGl+GanRN3GFsjrT+HfoeZ/x2f61gr2zLbdry4w6Mb90U9MkRABESgKBFIwrzwuu4u9klYchVZBERABERABLIT4P8p/J8ne6h8IiACIiACIiACCUlAhSqyBPr165cjb2aGbt265QhXgAiIgAiIgAiIgAiIgAjsTAJ+PJHzmFwmgk394JvpeHhY9pFG73NOl9PLYtBNldwR2kRABHYIAZ1EBERABERABIo5gUrP3oiyV53up3a57mS20tyGBrjVSbbAJPc0a9YMBxxwQJRC6dKl0aFDB+y+++7RsHhjzZo1WLdunQ/mMwwffvghhgwZslmZO3euP4bOsmXL/PoVtOvXr499992Xpp97/dFHH+GWW27B3XffjWHDhoHHca0LHyEJnO+++w6dO3fGM888U+DS+rrunMx/twp8XHGIWKVKFey///64/PLLMWrUKLz44otgndlc3itVqoRq1aptLlqB91evXh1Ms8AH7OCIRxxxBMws37My/3Xq1PFx0tLS8Ouvv3qbTuxalHvttRfKly/P4HyF380+++wTjTNv3ryo3bRpU+y9997en5qaioEDB+Kkk07Cueeei6eeeqrA7bqw0vEZKaBTq1atfK+BIZnGjRsHE4sXL8aGDRui/vwMXv9WrVrlo/Daxpd19+nTB5uTH3/80R9D588//8SmTZtobrWUKVMG5cqVK9DxvDcwfoEib0WktWvX4qeffsKrr76KSy+9FOPHj9+KVLIf8vPPP0cD6tatW6A6HT0gH6NBgwb57IVnyutFvpGKyk6fD3fz8E8gUvsA74tYcosrAV5b7rrrrgLMF8h+36CPUlzLrXyLgAiIgAiIgAiIwI4gYDBgM/9/Yys/JbbyOB0mAiIgAvkS0E4REAEREAEREAEREAEREAEREAEREIHEJ6ASikBxJWDmBt0zM28Wsc3MjcNnSYkSJRCkZMmSyE1KlSoFyinn18JJ51Xzk1/8IpEZfi6xn5j6znOz8fqjWROwMk8rJQJFisDS6X9hwlUjsHr+Cl9vnePyx9qcASttaDaqA8rsVs7X99AWWPeDHXRoM2ZZbcksy3aJ+s3MvJYjAiIQIWBmeOyxx/Dcc89FAnJxx4wZgzPPPBNvvfVWLnsVJAIikOwEuGBCYBBs6iB8AUWs8IEsyvRZqbit7zr8tfRff7i7HHkNd6vefbdSeLr3HjjmsAqRMLlJTUCFFwEREAERKFoEat3cFvV6Xwjes+Fu4GYGg/s4J3XcD1h+9fP4Jz0dvN9TYvsBoX8Qr93Rbjggg0oiAiIgAiIgAiIgAiKQpARUbBEQAREQAREQgS0nwDGWcFSwqSkckwmaNoVjNZQfpq3G4z1/x/p1/I3G3NiO+WTomhl6DjgUR59Q3YfJEQER2L4E9jjjIBz/yqUwM5g7VUTM2Ya/hn2Pmfe8m+tYK9s023i8uCSiG/dFPTJEQAREoIgQSMZs8KoOd2WHPiIgAiIgAiKQ5ATMInfFJMeg4ouACIiACIhAUhBQIYsmgcGDB2PChAk5MnfDDTeAL27KsUMBIiACIiACIiACIiACIlCECIQ5ELefWwK3nZM9Y0avG3987t1UdH10LX0SERCBHUBApxABERABERCB4k5gbdfHkPLcu3BdSZj7A43MQvXFPPRzkumVcgTKli2L/fbbz1mRbdddd8X//d//RTx5uKtWrcKGDRv8Xr5g9ttvv8WUKVM2K/Pnz/fH0Nm0aRN4LO3SpUujQ4cOqFGjBr1RWbZsGT788EM8/PDD6N69Ox566CF89tlnWL9+fTROIhpXXXUVZs6ciauvvrrAxTPGdE5MdWdIkZczzjgD06ZNy1dYB/hbyLXXXov69eu7Ju0KWoCShfVLCxC1QFHKlSvn10wtUOSdEKlChQqbPSvLUL161jNFoQ1u3LgRS5cujR4f3xajO+IMM0PlypWjoUuWLInaVatWBX+rog6BfFZi7ty5ePHFF3HuuefihBNOwPXXX48PPvggek0JcYPm8YWRTkivIJqcuCbu5uJWq1YNlSpV8tHIMPD0Afk4vLatXbvWx0hLS8OkSZMwatSozcpPP/3kj6GTkpISvYbSvzVSs2ZN8B6wNcdu7TGsA7y+DRo0yL+YnNeAo446CieeeCIuueQSPPHEE5gxY4Z/1mZrzxGOi/0+eO0I4duqC9LWtvUcO+r4yHl4TbVs11bni+ySW2wJHHvssf7a+uSTT26mDBlZ+zMia4XHhGTtkyUCIiACIiACIiACIhAl4HtNvu8UDSo0o0ShpaSEREAERCCLgCwREAEREAEREAEREAEREAEREAEREIHEJ6ASikCxJmBm0dvOUvMAABAASURBVPybRWwz85NZzCI6TAakLlmyJHITTvhi+Mnn18LJF9SAOxLO4QYzc7ZhzPNz8MajM6CPCBRFAkt+WIQJXUdgze8r4Sot/MdVXcBQcpeSOP6tjiizazk/kZV1nRLqPW0K20gQM4NZTkHmx8wyLSkREIF4AldeeSW++OILHHroofG7vH/OnDno2LEjevXq5f1yREAERIAEwoIJsTbDgnAifazwpTKUH2am4rZ+6/DX0n+QkTmLl8fQU7VKSTzVsy6OPrQ8k5WIgAiIgAiIgAgUQQI1bzoTdXtfCN67eQ/3t3PncLJpyrjvsazr8/gnLR3sB/DeTx3Ex3cdgKBji8ewWL9sERABERABERABERCBpCGggoqACIiACIiACGwhgdhxlGBTUzgOEzRtjs8E+f7r1Xj0gflYv+4fN7TjBnTAER2KG+pxeeg54BAc1TxroS4XpE0ERGA7E6h3emM0e7mza41sh649cvzU+diO/xr+A36+e6xfmIztmG06VhgnXmKzy32xftkiIAIisJMJJOXp3ZXdlZv9Lqe0iYAIiIAIiEASE3D/6rj/dJIYgIouAiIgAiIgAslDQCUtggQ4rty/f/8cOatbt65/aUaOHQoQAREQAREQAREQAREQgSJCIHbeQ7BvPRu49ax/Izl0A4/8PY77KM+N3YirHlkb2SdXBERgexJQ2iIgAiIgAiJQrAms7fIoNj77rp9Pz34k+5TO48v0MOaiH+Z5Oz+nevXqSBQpX774rPFUu3Zt3H333TjttNOQW745Hj5v3jy8+uqruOWWWzB06FCkpKREv8qKFSsWyvcWTXAnGMccc4x/We/TTz+NatWqbVEO/ExG57h/pbboOEVODAKVK1f29X9rS8PrJdvY1hxfo0aNPA878sgjMXjwYLRr1w5lypTJES81NRWff/457rjjDrRq1crHTU9PzxGvsNLJkfA2BpiZXx93G5NJisNZxz755BOcccYZuPjii/Hcc89h6tSpWLx4sX+mJhZCnTp1ULNmzdigLbY3bNiAv//+e4uPS7IDMovL3pKTmBuI82Xuy654b0qUPtKOLkd2ktvPx/7QY489Bra3Fi1aFOBElhWH1zSY+8sKkiUCIiACIiACIiACIpCTAHtMEcm5b1tDSmxrAjpeBERABHISUIgIiIAIiIAIiIAIiIAIiIAIiIAIiEDiE1AJRaD4EzCzaCHMIraZwSxLSpQogSAlS5ZEblKqVCkfftJ5NXHyhZEFuDNcypy8xMnEtEc/PxuvP/KjC9UmAkWHwJLvF2HCVSOw+veVrqq6mhomczmzRJkSOG5Ue5SpUhahjrP+x9r0h/ZBbZbVdsyy7FBiMwumtAiIQB4Ejj76aHz88cfo0qVLHjGAe++9FxdccAEWLVqUZxztEAERSA4Cvr+ZWdRgU1P4oEa88IUUlB9mbcLt/ddh8dJ/YfyzSCJmhmpVS+Hp3nvg6MMqRALligCEQAREQAREoKgSqHnjmaj74EUwM1hmJs1bhtQJP2B51+eQlrrJP0THPkBs34D9hXjJTCIyRhA80iIgAiIgAiIgAiIgAklCQMUUAREQAREQARHYEgIcVwnxg01N4RhM0LTDuAz1d1+txqM9f8fGDRnucDeSY0658RzzAvQeeCiOOj4y94h7JCIgAjuOQL3TD8Lxr17qW6MbcvUnNjPAyd8jpmPW3e9Gx1rZntm+g7DNxwtiPtwX45UpAiIgAjuRQHKe2mCu4BSntImACIiACIhAEhNw/974u2ISI1DRRUAEREAERCBJCKiYRZFA3759MX369BxZu/7667HXXnvlCFeACIiACIiACIiACIiACBQlArnNe7ip47+4pWM64AYeDe7PvAkzwwvjUtCl/1roIwIisD0JKG0REAEREAERKL4E1lz5CDa+MM71HQFzf3B9SEPk88+tZ+Hmv77A0qVLsXLlSqxZswbr16/Hxo0bkZqairS0NKSnp/s5vX///TcoS5YsQXGXa6+9NgJgO7p8gS7HqgcNGoQtkRtvvBFly5bNljP6O3bsiEcffRQ9evTAaaedhho1arivMnyTkeicaz1p0iS88sor/rtj6EMPPVQo3xf/T8lPJk6cyNMVqlSoUAF8We9nn32Gk046aavS9oSc46r9Vh2vg4o3AV7L1q7d+v+XzcyvjYyt+Pzxxx/5HlWzZk2/vuXHH3+Ml156CWeddZZv1/EHbdiwAQMGDMDAgQNzXZumsNKJP++2+MO1YlvSqFevHiZMmIBp06ZtkTz99NMoX778tpx6hx1LTq+//jpuueUWf50OJ+aaw7Vq1cKJJ57o10flPWTy5MkYPXo0jjjiiBBtq3S5cuXA+9NWHZw0B2UV1BD5CyHlypYD2/Zff/2FZcuWYdWqVeA1hmELFy70a9Vy3+LFi32fKVH6Tduz38d2ECtVq1YNuAtNX3755ZgzZw7+85//bEGafBY1K3oG+JfllyUCIiACIiACIiACIpCTQKTHlL0flTPW1oWU2LrDdJQIiIAI5ENAu0RABERABERABERABERABERABERABBKfgEooAglCwMyiJTGL2GYGsywpUaKEn+hGzclHuUmpUqXA8BPPrYmTL6wOc6maGcwo9ABjXpiD1x/50Xm0icDOJ/D3d4swoetIrFmwGq6WwszgHLcZSpQrheNHtkfZKuUQ6jY1hfU8CNtEEDPzx5pl18j8mFmmJSUCIrA5ApUqVcKzzz6Lxx9/PM+ob775Jk4//XS8//77ecbRDhEQgeQhwMnCLC01hQ8/BU2bwpdQUL6fuQm3PrwWi5f+y0PAqSgUeqrtVhJP9aqHow8tHg8MQJ8dQ0BnEQEREAERKNIEat5wBuo+2Mnf05nR2MmmKe9Nx4quzyE9dZN/iJ19AfYLgrC/EC9Mg8JwaokIiIAIiIAIiIAIiECSEFAxRUAEREAEREAECkSAYyaUEDnY1BSOuwRNOwjHZb6dugqP9foDG9e732j8jzPOcRs4smNA74GH4shm1ULS0iIgAjuBQL02jdFs8GVslf7sbM/IiIy6/jXiB8y8a6wfa2XbZrumDsK48eITyXS4L9OUEgEREIGdRyBJzxy5BvuOV5ISULFFQAREQAREIEKA90TdESMs5IqACIiACIhAQhNQ4YocgQULFuCRRx7JkS++EKNbt245whUgAiIgAiIgAiIgAiIgAkWJgJn5tWSYJzOj8n4zww3t/8HNHTZF5lm4wUe3geOQzsGL4zaiS7+tf6mhP5EcERCBvAlojwiIgAiIgAgUUwJrLu+PlBcn+Cn0Ga4D6baI7cqz6eYOSP9Pu2h/0wV5O2izSH+UfknBCFSoUAFlypTxkTdt2oQNGzZ4u7AcM0Pt2rXRsWNH9OzZEwMHDsSNN96IY445BqVLl46eZvr06Zg9e3bUXxyNyy67zL+s94Ybbtim7EfrvDe2KSkdXAwJpKWlYd26dZvNOdsqX9QdIlavXt2b5cqVQ7AZwJdgU29O+OxD7Hnr16+f5yFcb/aggw7CnXfeiXHjxuGjjz7Co48+iuOOO86vt8wD+QwF982dO5feXKWw0sk18cxAlivTzFfx5edr10bGKHbddVfssssu+cYPOytXrgwypz8lJcW/WJ12osq8efPw2muv+WdmWMYDDjgAQ4YMwRdffIGxY8eiX79+6Nq1Kw4//HBwrVSOAbEuMO7Wipn5tb6R+eGL6zNNqUAgm+bzTVk3EPqy7ZanSBNo2rQpJkyYgBdeeMH3n7Yss9n7wQb+bVkKii0CIiACIiACIiACyUbA95jc/xzbo9wltkeiSlMERCC5Caj0IiACIiACIiACIiACIiACIiACIiACiU9AJRSBRCJgZtHimEVsM4NZlpQoUcJPDKIuWbKkn3wWrznJjGEnnlsLJ3eqDk5IiohL3s+RycCYF2ZjSL/pLkCbCOw8Aou//RPju47A6gUr4Sqq2zK8OAcly5XC8SPaoUyVcgh1OmjW7yBsC0HMstqKWZYdSmhmwZQWARHYAgL/+c9/8P7772PvvffO9ajvv/8ebdu2xeOPP57rfgWKgAgkLoFIH9N3MN3tO0sznBPig6ZN4YMKlO9+TsWtfdfi7+XumMz7M5XBUGP30ni6dz0cdUj5xAWnkm0VAR0kAiIgAiJQ9AnU+M8ZqPfwxXC3dLcZ4Fy4D63UiT9ixdXPIz1lk3/Ijn0C9g+CsN+Qm7jDo/0M2hIREAEREAEREAEREIHEJqDSiYAIiIAIiIAIbJ4Ax1BiYwU/NYXjLUHTpnAshvLN1FV4vM9CbNzwL/zQDQdu/I805ucjPfjkoTiyWTXoIwIisPMJ1G19II5/7XLXVA1mBudwcxpYPHI6Zt45xo+1so3HC68B8YKYD/fFeGWKgAiIwA4nkLQn5PUc7pqetABUcBEQAREQARHIJODuibojZrKQEgEREAEREIEEJqCiFT0Cffv2xbJly3JkrHv37uDLl3LsUIAIiIAIiIAIiIAIiIAIFAECZtlHE80ifrMsbWbofmYabmqfAjjb4P6cRqa8NCEFV/aLvGAP+oiACBQqASUmAiIgAiIgAsWRwJrL+2Pjy+9Fsu76jGau/0ifAZtu7oC07me6rqR58cFuf6ymTTEzKkkBCOy6664oXz6yltSaNWvw559/FuCorY/C9Sr3228/XHrppbj33ntRo0YNn1h6ejp+++03bxc35/DDD8f48ePx4osvok6dOtucfV97naNqvM0oi20Cs2bN2mzeV65ciT/++MPHK1euXLYXRTdq1MiH02G72rBhA818ZfXq1Zg3b140Tu3ataP25oyKFSuiefPm+N///odBgwahcuXK/pAVK1Zgzpw53i6IU1jpxJ6L1zSyig3LzY5lXr9+fVSqVCm3aDnCqlevnq28v/zyS444iRTwwQcfYOnSpb5IDRo0QL9+/bDvvvv65958YJyzceNGLF68OC50y72xdZrf6ebqNJ/Lue+++9CmTRtcfvnlmDp16paftBgdkZVVd/OAwcyiQQaL2jKKLoFddtkFnDPw9ddf47TTTtvKjGbEHJeByF9MkEwREAEREAEREAEREIEcBHyfKSO2H5UjylYHlNjqI3WgCIiACOROQKEiIAIiIAIiIAIiIAIiIAIiIAIiIAKJT0AlFIGEI2CWNXHFLGKbGcyypESJEn7yEXXJkiWRm3DiKcNbnFMLp15UEy4Bbk7DfVxaMLz70hwM6Tfd+bWJwI4nsPjbPzGh60isXbja1UaDc+CquRNDqQq7oNmItihTuSxCXQ6a9ToI20AQM/PHmmXXyPyYWaYlJQIisDUETjnlFEyZMgXnn39+roenpKTgxhtvRJcuXbBmzZpc4yhQBEQgsQhw8nkoUbCpKXzBRNC0KXypDOXbn1JxS991WLL8X3d4BhgPnMKbkYHqVUvgqZ51cOTB5d0+bSKQjYA8IiACIiACxYRAjetPR72HO/Pu7nKcwdu8s51y9/rU96Zj5dWn7AR0AAAQAElEQVTPIX1jqn8xFfsG7CcEYb8gVlwCmX2FyPH0S0RABERABERABERABBKagAonAiIgAiIgAiKwGQIcO4mNEvzUFI6zBE2b4y9Bpn25Co/3WoAN69NdEpnjNk65ARiUKAH0efIQND12d7dPmwiIQFEhULfVgWg25HLXTF1jdWOsbnODpcxdBv4eNR0z7xgdHWtlW2e7D8JrQbzwyCDcF2xpERABEdjBBJL4dO567n85S2IEKroIiIAIiIAIkIC7JbqNlkQEREAEREAERCBxCahkRYzAl19+iYEDB+bIVbt27XDxxRfnCFeACIiACIiACIiACIiACBQlAmbms2Nm2daV4XozZpEw2tedkYYb2210v8hlPr/OiRZOOEfi5fEbcPnDq306ckRABAqNgBISAREQAREQgWJHYPUlfbHx5fcA108Mwv6i60Ei5ab22NTtdLBvaZbVzzSL2GYRzUKbGZWkgAR23XVX7LHHHj42eX/++edIS0vz/rwczo1+/vnnccstt+Dee+/FBx984KOmp6dj4sSJePjhh/2+b7/91ofn5dSsWRN77bVXdHdxWx+vdOnSvqzTpk1Dq1atouXYVsPP23AOm8K2pqXjiycBvgB69erV+Wb+hx9+wNKlS30ctqOGDRt6m07jxo1RoUIFmvj5558xe/Zsb+fnfP/99/jjjz98lKpVq6JRo0beXrt2LZ544gn/m1Xbtm19en5HHg6P23fffaN7V65c6e3CSscntgUOGZFVfoesWLECH3/8cTTKMccc48c4ogH5GNWrV4+y4vMiY8eORWpqaj5HALxW3nXXXWjZsiU6duyI119/Pd/4RWnnokWLotk58MADwet4NCAX4/fff8evv/6ay54tC4qt06zPTDe/FFjvZs2ahSVLlmDmzJkF/j7zS7MI74vJGntNTmJuIM4Xs19mUSRw0UUXYc6cObj11lu3MXsWc7wh8hcTJFMEREAEREAEREAERCAHgUifyXKEF0ZAicJIRGmIgAiIQBYBWSIgAiIgAiIgAiIgAiIgAiIgAiIgAolPQCUUgcQkYJY1EG8Wsc0MZlnCycFBSpYsidykVKlSPvyEc2rilItq+HnGyCAzTo/xBt59aQ5ee/gHBkpEYIcR+OubhRh/1Qis/ZOTPlkXnUQ2lChfCs1HtkOZSmUR6nDQsfU81H9qM8s2Yd4s0laQ+TGzTEtKBERgWwjUrl0bb7zxBnr16pVnMnxgok2bNvjiiy/yjKMdIiACxZ8AH6QKpQg2NYUPCARNm8IHqijf/JSKW/utw7KV7safeX+O3KUNNauVxjO96+HIg8uHpKVFIIaATBEQAREQgeJEoHr3Nqjbt7PLsrvTR7bouFbqxB+x8urn8c/G1OiLqdhfCMJ+RKy4RKIbw6MeGSIgAiIgAiIgAiIgAglIQEUSAREQAREQARHIj0D82Aj9scLxFfqpKfxtJuivv1iFx3svxMaN/7pTuAEbOOHmpGSpEnjwyUPR9Jjd3T5tIiACRY1AndMOwPGvXwG431fd5jTcxzVe5/791o+YeftoP9Ya2jt1kIyMDOQm7lC/cZ835IiACGQjwIXNiqNs2rQpWzmKrid5c2YwV3iKU9pEQAREQAREIIkJ8H8b3RGTuAKo6CIgAiIgAklCQMUsagT69u2ba5auu+66XMMVKAIiIAIiIAIiIAIiIAJFgYBZ1kiiWXbbzGBmfq0ZrjsT5NrTN+Gmdhv9PueAHxfNKcPg91Jx2UNc58Z5tYmACBQCASUhAiIgAiIgAsWLwOpL+iJl8Acu0wbfV2RH0YmZIeXmDth0Tesc/Uszc1EjgsyPmWVa8Pugz2YJcB3Jo446Ksrr559/xqRJk/w857wOnj59Or7//nusXbsWS5cuxa677uqjMq2VK1di7ty5ft+XX36JtLQ0vy83JyUlBYwf9u25557BLPK6U6dO4HzW2267rdDz6muxc2Kqc6GfQwkWbQI//fQT3nnnnTzb4V9//YWXX34ZfDaBJTnppJNQuXJlml723XdfHHzwwd5ev349uP7kunXrvD83h+k988wz0fbatGlT/N///Z+PWqZMGcybNw8zZ87EokWLMGHChDzzxQN4XVi2bBlNlC5dGnvvvbe3Cysdn9gWOGREVixjbodxP9fv/O233/zuBg0a4LDDDvN2QZxddtkFrVtH7lGMz+ve0KFD82U0ZcoUfPzxx1ixYgUWLlyIatWq8dBiJ8x/ampqnvlmnRs4cCDWrFmTZ5yC7oit00xv8ODBSE9Pz/VwPoszduxYX28ZYf/998cBBxxAM0EltliG8BdC6Q+2dNEi0KRJE4wePRqsz+Gau205zMh2OH2UbIHyiIAIiIAIiIAIiIAIZCOQ4V8MtH16TSWynUkeERABEdhWAjpeBERABERABERABERABERABERABEQg8QmohCKQwATMLFo6s4htZjDLkvDwGXXJkiWRm3CSKsNPOLsmTu1cEzC4j8HMnAbojn/lF7z28A/QRwR2BIG/pi3E+K6jsG7RWsDXQ9ZCJ84uXXEXtBjVHqUr7IJQd4NmPQ7COh/EzFwyOQWZHzPLtKREQAQKi8Ddd9+Nt956CzVruvtKLol+9tlnOPPMM/1k7Fx2K0gERKCYE+DE81CEYFNT+KBB0LQpfLkMZdqMVNzabz2WrsxABuedUDITqlmtFJ7pWRdHNCmfGSIlAnEE5BUBERABESh2BGp0Px11+nYG55z6277rALCfQDv1/R+xoutz+GdDqn8xFfsK7DcE8fFC/EwdAHBfsKVFQAREQAREQAREQAQSjICKIwIiIAIiIAIikCeB+DER+ik8gJrjKkHTDuMt1F99vhKP9V6IjRv/YXQnHKFx4raSpQwPPXkIDj+6qgvXJgIiUFQJ1DntQDQbckXM76yuAWdmdsnbP2Lmbe/4sdbY9k+bwmtDrGQeFlXcF/XIEAER8AQ2bNjgF4Xl4pDFSXzmi4OTxHnM4A9nXpIYgoouAiIgAiIgAo4A/w/J+q/GBWgTAREQAREQARFIPAIqUZEiMGLECP8sYHymrr76apxyyinxwfKLgAiIgAiIgAiIgAiIwE4nYGa55sHMouvLhDVngg7r0VBf3WYTbmy3wT/X5hPKHJCkGjwxBZc9uNoHyxEBEdhGAjpcBERABERABIoRgVWdH8bGwR8gOoeLnUPmPyMDG25qi01Xt8q2jmfoZwZtltUX5WHxYmbxQfLHEWjcuDEOOOAAH8p5A2+//TbeffddpKWl+bDgcN9XX33lX1Qb9vE4Hh/iNG3aFGXLlvXe6dOng+PgKSkp3h/r8PgxY8Zg9uzZPrhq1arYd999vV2UnYMOOgjvvPMOXnvtNey5557bJau+CTjHNYHtkr4S3T4EFi9eDLaRwkidzxoMGjQIr776KlJTU7Ml+csvv+CGG27A3LlzfXijRo1wxhlnIPZTpkwZXHbZZahQoYIPnjp1Kq699troMT4w04lPj22xU6dOfr1ZRtlll13QunVr8JpL/8iRI3PNF/etWbMGjz76KObNm0cv9ttvv2i7Lqx0fMJb6JDVnXfeiT/++CPbkWT7v//9D6+88ooPZxnPP//8PNfw9JFycZo1a4ajjjrK7+F39+STT/p1Ppm+D8x0uG/ChAno1atX9HvlcTw+M0qRV3xhecjkl19+iTfeeAMsVwijZjtgvWKdY91jWJD09PRg5qr5rMDq1TnHhlinWS+peeDEiRPxwAMPYP369fRGhXnhC9XZfmjzOz377LNRsWLFaJyEM7IVyN08fI+KOrIj0r+K2HKLDgFeB3744Qe/LnDh5cqyJUUfJVugPCIgAiIgAiIgAiIgAtkIGAzYTmOHJaCPCIiACBQiASUlAiIgAiIgAiIgAiIgAiIgAiIgAiKQ+ARUQhFIdAJmblA+s5BmEdvM3Dh9lnCyTxA+hJablCpVyk8qbn5WTZxycQ2XYoafuMfpMl4yMjD+5TkY/ND3bp82Edh+BBZ9vQDjrhqBdYtW+ylbriKC4mokSlUqjeNHtEXp8rv4yZisy6Uy6y7tIKG+U5tltQXm2izip00xMyqJCIjAdiDQvn17fPLJJzj99NNzTX358uXo0qULbrzxxhyTZnM9QIEiIALFggAnvYeMBpuawonoQdOm8KUylK9/TMVt/ddj2coMGP/MpUJxqlb10nimV100bVLO+bSJQO4EFCoCIiACIlA8CdTo3gZ1+1/i7v4u/+5/dDOD2wADUj+YgRVdn0X6+hT/Yir2Gdh/CMJ+RW4C92G4U9pEQAREQAREQAREQAQSjICKIwIiIAIiIAIikDuB+LGQWD9tjqcETTuMs1B//fkqPNbnT2xK/dcNybhBGXcKcxaclN6lBB568hAcdlRV6CMCIlD0CdQ57QAc/8aVcM0X8I4hfJa88yNm3vq2H2uNvQ7QpvAaES/hWGruo5aIgAiIwI4gkMznsLjrdzKzUNlFQAREQASSm4BZ5K6Y3BRUehEQAREQARFIbAIqXdEi0L9//xwZ2n333dGtW7cc4QoQAREQAREQAREQAREQgaJIwMyNKcZIWG+GmsL1aIKmTenaehNu6rARZgbngB9nwdzfkPdTcWmfnC96YxyJCIhAwQkopgiIgAiIgAgUFwKrL34YKa996HqCcGIAXSoAG29pj01dW/l1OtmPpIS+JTXFzBC0mcEsItBniwiULVsWnTp1wh577OGP4xznMWPG4Oabb8bjjz+OIUOG4LnnnsNtt92GF154AevXr/fx6tSp44/j8T7AOQ0bNkSzZs2cxWUsM/DRRx/hlltuQd++fX06TOtxlybT/uCDD8C50vwOTznlFNSowbVY/aFF0unZsyemT5+Otm3bbtf8GVN3jqvOtCRFmECjRo2iuRs5ciSuvfZa9OnTB++88040fGuM0qVLIzU1FQMGDPAvh77rrrvA+nfuuef6Nvfbb7/5ZKtWrYq7774b1D4gxjnkkEP8701lypTxoT///DPOP/98MA2m1aNHD3To0CFbeuXLl8cdd9yBAw880B8TnBNOOAHHH3+894Z8nXrqqT59lpdy+eWXo3Xr1vjwww99PKZ12WWXoUqVKt5Pp7DSYVoFlVq1avlry4wZM3DOOefg0ksv9d/RrbfeCpaB1yRe83gd6tixI9q1a1fQpKPxWFZ+R6E+8JmxQYMG+fT5mx/5cH+rVq1wzz33YM2aNf5YXi8ZzuN9QDFwWrRogVBOchs4cCBYLpYjlJPrn15wwQVgnWPZjjzyyGjJ/vjjj6gdjJo1a2LXXXf13hUrVqB79+5g/XzkkUewaNEiH06H6XTt2tXf9+kfN24cWrZsGW13zAPzwvrNeso4XJOVcWgnqmQvl7t5wGBm0WCDRW0ZO58Ar8Fz5szx1+7Cz01GVpIZGX5d8ZiQrH2yREAEREAEREAEREAEogR8r8n3naJBhWaUKLSUlJAIiIAIAGIgAiIgAiIgAiIgAiIgAiIgAiIgYpgvBgAAEABJREFUAiKQ+ARUQhFICgJmWRNZzCK2mcEsSziRKwgnDucmpUqV8pOLm59VC6deUgvuaCeIiEsLTia8+gsGP/g99BGB7UFg0VcLML7rKKxfvM4lzxroFDdX98pUKYsTRrTFLuV3QairQcfW51DPqc3MT4wzc2nFCDI/ZpZpSYmACGwvAvvssw/Gjh3rJ1LndY7HH3/cT5r98ccf84qicBEQgWJCgA8yhawGm5rCSfJB06bwAQHKV9NTcGu/9Vi68l//MBTjUZwHtWuUxjO96qDpQeWgjwjkQ0C7REAEREAEijGB6te1QZ3+l7pbf0amuML4J3cykPrhDKzs+izS1230L6Zi34H9iCDsM8SKO9KnEatpS0RABERABERABERABBKCgAohAiIgAiIgAiKQCwGOjcQGBz81heMoQdMO4yvUX32+Go/0XoDUlMzfaOAHZZybgdKlDQ8NPBiHHVk1NnnZIiACRZxA7ZYHoNkbXVwu2Z6d+Af+qYEl78zAz7e85cdaY68HtCm8VsSLSyi6cV/UI0MEREAEth+BpE7Z/Vrmyu+u287VJgIiIAIiIALJTMD9K+PGJ5KZgMouAiIgAiIgAglPQAUsQgT+97//YerUqTlydP3116Nx48Y5whUgAiIgAiIgAiIgAiIgAkWFgFlkzRiziA75MjOYWXS9Ga4/Q4ldm4Y216y5qlUqbmy3PvN5NP5alyVD3t+IS3qvhj4iIAJbTUAHioAIiIAIiECxILCy04PYMORD9xt1Vl8Q9Lkfrjfc3A6brjotuu4h+5FB2MekmFm072lmiP2YRfxmER27T3buBHbffXdwfPrQQw/1/XrGSk1NxcyZMzFlyhRMmzYNa9asYbAXrnHXrVs38DgfkOmYGTp27IjTTjvNfz8MTktLw2+//ebTYVpMk2lzX5kyZXDJJZfgpJNOordIyjnnnIPZs2fjnnvu2SH58zMZneOawg45n06y9QROPPFENGzY0CfAZ4W+/vprjBo1ChMnTsTGjRt9+NY4V155JS6++GLfhlasWOHTe+eddzB37lzw+QOmuddee2HQoEE48MAD6c0hZgbW3Yceegi77bab389jmQbT4hqVCxYsiKa355574plnnsm1LbKd3n///dna9YYNG/zvXCwvZfr06Qjtunr16njkkUfQvHlzf97gFFY6Ib2C6D322AO9e/dG3bp1/fMcM2bM8N/R5MmTwTIwDebruuuuwy233OLvOwzbUqlduzYGDBjg+fEexeOZPn8LJB/WCX6XDKfwWvv444+Dx9FfXKRq1aq47777wPoS8sxysXyhnEuWLPG7DjroILz88su49NJLUbp0aR82f/78bPcSBrJ+tm/f3td3+nk86+fQoUPB+AyjmJlvF7169YrWada5r776yn+nzAPzwrjsM1xzzTW47bbbtvo7ZTrFQOKymMGeFGKfQWJIXCR5dwKB/fbbDyNGjADrNftQ2ycLMf1e114M/Ns+Z1KqIiACIiACIiACIpAoBNhjikjhl6hE4SepFEVABJKXgEouAiIgAiIgAiIgAiIgAiIgAiIgAiKQ+ARUQhFIHgJmFi2sWcQ2M5hlCSdgBeFEoNyED6cx/PiONXFK5xo+zQznRibOOMtt7736C17t850L1SYChUdg0VcL8G7XkVi3eK2frOUnv2cmX7rKLjh++BkoXW4XP3GN9ZTCuhoroX5Tm5mfPGeW1QbMDOFjlmWHMGkREIHtR+DBBx/E4MGDUb58+VxP8v777+P000/Hm2++met+BYqACBR9ApH+YiSfwaam8IGLoGlT+KAIZer0FNzafwOWr86A8c8A3qbNDLVrlMYzPevg8MbloI8I5E9Ae0VABERABIo7gerdWqPeo5e7foDBWJhMx5xv06SfsKrrc0hfu9E/yMg+BPsTQdjPiBUeTn+spi0RAREQAREQAREQAREo7gSUfxEQAREQAREQgXgCYQwkhNMfKxw/oZ+aEsZVqL/6fDUe6bUAmzbBjcAAcL/NGCKfMmVK4uGnDsWhR1aNBMgVAREoVgRqn7o/jh96VSTPvm271s3NybIxP2HmzW/5sdbY6wJtCq8Z8RJJKOJyX8SSKwIiIALbi0Byp2swB4DilDYREAEREAERSGIC7l8Zf1dMYgQqugiIgAiIgAgkOAEVr6gQWLZsmX/xSXx++CIMvjApPlx+ERABERABERABERABESiqBMwMZjmF688E4fo0tKlj16y5qnUabu7AFyK640HJLKVL740PU9C59+rMACkREIEtI6DYIiACIiACIlD0Cay68EGkvPERzNgPDBLJ98ZbOyDtqtPA/iMl9CFDn5I6iJk7NheJpCR3SwlUrlwZXbt2xX//+180b94c1atX92tKMh0zQ7Vq1XDsscfitttuw8033+z93Bcv/N46duyIPn36oHXr1qhduzbKlCkTjUa7YcOG6Ny5M/r27Yujjz7a14VohCJi7Lvvvhg+fDiGDRuGRo0a7bBcGc/kHIeclqQIE2DdHjBgAFq1apVtnce//voLGzfy/92ty3zp0qVx/fXX48UXX/RtMawhSc02+Pjjj+ONN95AgwYN8j2BmeH444/H2LFj0atXLzRp0gRVqlSJHlO1alWcdtppeOqpp3w9P+CAA6L74o2KFSv6NLhe5VlnnYX69etna9dMl3l7+OGH8fbbb+OII46IT8L7Cysdn1gBHbbl119/3TPdY489ote1GjVq4KKLLsKoUaP89Yj3mwImmWu03XffHSx/YFSvXj1/L2Nk3rfq1KmDM888Ey+88AIGDRoE+rmvuAl5vvrqq/5eQJvXdJYhlJH1g2ufsv7yWr/nnnuiVq1ajIJ58+bht99+83ZwzMx/Dz179kTs98PnbObPnx+ieW1maNmypa9jN954I3I7P7/T0aNH44orrvBrKPsDE9bJWTBD5C/soS/Y0juHAPtVM2fO9NfO7ZuDjGzJZ2SuMJ4tUB4REAEREAEREAEREIFsBNhn4jtZsgUWkqdEIaWjZERABEQAEAMREAEREAEREAEREAEREAEREAEREIHEJ6ASikCSETCzaInNIraZwSxLOBkpCCel5iac8MXw48+qhVMvqQVzqZp5F5kKE1/7Fa/2/s7t0SYC205g0dQFGNd1FDYsWe/qmMH/ucpGvcuuZXDCiLYoXXYXP3GNdTM3CfWa2sz8hEYzAz9mBjOj6cUsy/YBckRABHYIAU5E/fTTT/0k7txOuGDBAlxwwQW45557ctutMBEQgSJMIPYlD8GmpnDyetC0KXypDGXq9FTc2n8jVqyOmazrTLehdo1SGNSrDg5vXK4Il1xZKzIElBEREAEREIGEIFDt2lao8+hlYF8gy/E+pE7+CSu7DkL6mg3+xVTsS7BfEYT9jVghEPpjNW2JCIiACIiACIiACIhAMSagrIuACIiACIiACGQjEMY+QiD9FPqpOW4SNO0wnkI99bPV6N9zATZt+hfIyIgOxXAkpkzZknj4yUNwSNNdmZREBESgmBKodcr+aDb0qqzcuwbumrtv80vHzMDPN430Y62x1wfaFF474iUrISbhEosNkC0CIiAChUkgydPi9dddaZOcgoovAiIgAiIgAu5u6P6B0X8eqgkiIAIiIAIikMAEVLQiQ4AvNOIzffEZ6t69O/hykPhw+UVABERABERABERABESgqBEwy75+jJn59WXMIppr0FC4Tk3QtIOENZa6tNqEmzqsB2dSRccm3TilG63Emx9sROdeq4pa0ZUfESj6BJRDEdjOBDjHYu7cuXjwwQfRtm1bHHnkkWjatCmOOuootG/f3odzP+Nt56woeREQgWJKYOUFfbDxzY9c7l0P0Pf92PuLyIZb2iOtS0uw38g+I4V2kNC3pKaYRfqfZhHtEo1uZha1k8lo2bIlBg0a5KVXr16oUqXKFhXfzFCnTh106tQJPP7pp5/2aT3zzDPo3bs3LrnkEuy1116+/7+5hHfbbTd/b+jRoweeeOIJnw7zRvv222/Hcccdh7Jly24umZ2y/95778WsWbNw9tln7/Dzu5bhG0Rm89jh59+SE/K7nTZtGii0t+TYzcXdf//9MWnSJJ/222+/jWrVquV7SPPmzX1c5oX1tnz58tnib25/tsjOU9D4NWvW9G1lypQp0fOPGjUKVatWdals/WZmaNy4MR599FGEtKnZfpo1a+bXfC1o6mXKlEGrVq3w4osv4sMPP4zmc+LEib5dsz/Ha+rm0jMzNGzYEHfeeSdYxs8++yyaFtNl3k4++WTwfPmlZbZt6WyubsTuD3WhQoUK6Ny5M9566y189dVXPt/jxo3DDTfcAH6H+eU3Nr3N1UWzrLIx7tSpU/25eM7Ro0fjvvvuw8EHH7xF319eeStoHeXxW1KGgsRl+zr33HMxZMgQhHoQysj6wTTMIvfhGjVqeO5smx9//DEOPfRQZimbsP6ddtppPh7TYVzKhRdemC1e8PD75H0qt/Pn950y36wTTJtChiHNvHQPdw9jXEpB4ueVznYJzzXRDD/OFnbRF2zpHUuA/x/PmDED999//w46caTNhZMZ+Bd80iIgArkR4DWeY1qUV199NbcoCttBBNjP5fdAueaaa7Bhw4ZtOnNhp7dNmcnl4MKoe2REVmRGYZlzOVWRDOJ6Cw899JAfU84v77GcGG9bhbzIjVCo6Q9pbs01YNmyZX7MY1vSYF4kO5eA7zFl/u9S2DkpUdgJKj0REIHkJaCSi4AIiIAIiIAIiIAIiIAIiIAIiIAIJD4BlVAEkpGAmUWLbRaxzQxmWcJJRUHCRGLq2MnFwW7WsSZOvbQWIg8xZDjtkudszIwMTHztF7za+zsXoE0Etp7An1/+gXe7jsT6v9eCFYx1zdU0Z2Zgl93K4IThZ6J0mdJgnQzC+horoT5Tm5mfSGhm4MfMfP2nTTEzKokIiMBOIsDJru+//z6uu+66PHPAhys6dOiAefPm5RlHO0RABIomAd7HmTPqWOFLIoJwkhNl6vRNuLX/Bqxczc5lzP3Z3avr1SyNZ3vVxWEHlmNyEhHYLAFFEAEREAERSBwC1a5phXqPXwH47oFzXN8A7uMspH00E6u6Pov01ev9i6nYpwh9DOrY/gdtd5gfX4jVtCUiIAIiIAIiIAIiIALFk4ByLQIiIAIiIAIikEUgjH2EEPop9FOHsRJqShhHof7ik1Xo32sB0tMzYGaZ4o40oFy5kuj75ME4+PBdXYA2ERCB4k6g1in7o9mwrpFiuDbumjxco3ebYfnYnzHrplF+rDX2OkGbwmtJvCDmw30xXpkiIAIiUGgEkj6hyMU66TEIgAiIgAiIgAi4f1zg/o0RCBEQAREQAREQgQQloGIVDQI//PCDf1lLfG74UosuXbrEB8svAiIgAiIgAiIgAiIgAkWWgFlkNNEsS5tZdO0ZrkUTJHatGq5hQ3/QXVql45aOG93YpEXEpQFnwemhk1Jxcc9V0EcERKDgBBQz+U5MvAUAABAASURBVAjMnTsXd955J/jCoe1der4YqWfPnjj//PMxcuRILFq0CJz3xvNyruzChQt9OPfffvvtWL58OXdJREAERCBKYOX5fZAy7GPAALj+nhcA9G68rQPSu7REbF+RdqyE/iW1mUX7nmZMATDLrqGPCGwhgXbt2uHHH3/EAw88sIVHFl50X4udk1mdCy9hpSQCIiACIpBQBHIWxt08YDCz6C6DRW0ZO4ZAw4YN8frrr+Ott97CgQceuGNO6s+S4d2I41cXR2xIJFyuCOxYAqmpqXj11VcxbNiwHXviIn62HTmWV8RRKHtJSuDjjz/GmDFjkrT0KnZRI+B7TRnbp9dUoqgVVvkRAREotgSUcREQAREQAREQAREQAREQAREQAREQgcQnoBKKQNISMMua2GIWsc0MZlnCCcNBYicUh4fSGBbs4zrURMvLazueBrjNi3PMDO+/9gte7fUd9BGBrSGw8Is/MO7qt7B+6XrA1Se4+hVRhjK7l8MJw89EqTKlwbpIYb2Ml1CPqc0sOgke7mNmMDNnRTazLDsSIlcERGBnENhll10wYMAAPP3003me/u2330abNm00ESJPQtohAkWDAF/qQGFuYjVtPhwbL3xQlvLlD5twc9/1WLH6X3CSCZyLDFoZqFuzFAb1rINDDyjLZCUiUBACiiMCIiACIpBgBHa/+jTUffwKVyrXP/B9BN9bcN2FDGz6+GesvOpZpK9a719Mxb5FbJ+D/ZBYcYn444LmPtoSERABERABERABERCBYkdAGRYBERABERABEcgkED++EeunzbGSoGmH8RPqz6esRP/eC5GW7sZdXHqMFxGgXLmSeHjgwWhy2K5ujzYREIFEIVDr5P3QbHhXP8jqhluddu3fGVwGYOnYGZh10yikp6f7xY95neB1I0jk+pAZn8c4ieXC/bF+2SIgAiJQCASUBOfQeBEKERABERABEUhyAu6fFrclOQQVXwREQAREQAQSloAKVkQI9O3b18/Fjc9Ot27d4oPkFwEREAEREAEREAEREIEiT8Assp6MWUSHDJuZX3eGa9JwvZqgaVPCWjZBX3FaGm7qsN79YheZLwHOlXDCORJDJ23ERQ+sCklLi4AI5E9Ae5OIwMqVK9GzZ09ccMEFmDlz5nYv+bp163Drrbdi9OjRft4bT1i+fHmceOKJ6Nixo9f0M5xz4SZNmoRrrrkGf/31F4MkIiACIoAV5/bCxmEf+66edzL7e64HiA23tUf6Facit74iwyihT0ltZtnWPYT7mJlz4fuh0EcEtpBAgwYNMGTIEHANvsaNG2/h0YUbPYPJOcc1EVoSERABERABEciNQC5h7FU5ibmBOF8u8RS0vQjccccdmDNnjv8/fXudI+90I33hyH5D5C/ikysCO4PARx99hPPOOw9PPPEEUlJSdkYWitw5d/RYXpEDoAyJgCPAseJnnnkGqampzqdNBHY+gUifybZLRkpsl1SVqAiIQBISUJFFQAREQAREQAREQAREQAREQAREQAQSn4BKKALJTcAsa6DeLGKbGcyyhBOHg8ROKA4PpTEs2Me1r4mWl9cCMgLXDPDhNHrfH/ILXu35bdghLQIFIrDwi9/xbtdRWL90XVa9chWKc7TK7F4WJww7A6XLlAbrIIX1MV5C/aU2s2yT4M0idR2ZHzPLtKREQASKCoGrr74aU6ZMwaGHHpprlmbNmoW2bdvioYceynW/AkVABHYuAfYFQw6CTU3hQ7BB06bwZRGUL77fhJv7rceqtRlwnVNEP+5evUet0hjUszYOOaBsNFiGCGyegGKIgAiIgAgkIoHdu56Guk90gfk/ONeJ6y84F2mfzMSqroOQvnKdX3iUfQz2N4KwHxIrcB/6nfJbrO0D5IiACIiACIiACIiACBQDAsqiCIiACIiACIgACcSPa9AfKxwfoZ+aEsZNqD+bshKP9FmEf/9BZKwFgJnRQYUKJdF34MFoctiu0EcERCDxCNQ8aT80G3mNa/OubK7dmxmMpnOXjZ2B2TeNQnp6ul8MmdcLXj+C8JoSL+7Q6MZ9UY8MERABEdhmAkrA3LUZXqCPCIiACIiACCQ1Afdvi+6ISV0DVHgREAEREIHEJqDSFQUC48aNw+uvv54jK5deeinOPPPMHOEKEAEREAEREAEREAEREIHiRMDM/eqWh5QoUcKvTRO7fk1Y0yboK1ul49azNgIujYhkmjAM/ygFnR5YBX1EQAQ2R0D7k4nA4sWLMXnyZP+87/YuN+erPfvss5g6dao/Fa/rnTp1wvvvv49+/frhrrvu8pr+7t27o0yZMj7e3Llz0adPH2zYsMH75YiACCQvgRXn9ELKyE9hxj6j4+A0QNuQeudZSL/iVLCvGPqGQTOMwusOxSxyjJkhfMwMZha80iKwxQRuv/12/7LeCy+8cIuP3R4H+NrsHFXr7UFXaYqACIhAohDIrRyG8Bf20h9s6e1HoE2bNvj222/x4IMP+j7t9jtTfilnZNtJHyVboDwisAMJfPTRR1i4cOEOPGPRP9WOHMsr+jSUw2QkwGepn3vuOXDMuCDl79GjB6ZNm5anDB48GJUrV44m9eijj+YZl+k8/fTTKF++fDS+DBEggQz/8p/t02sqwRNIREAERGCbCSgBERABERABERABERABERABERABERCBxCegEoqACMDMohTMIraZ+XCziOYk4iBhYjF17ITjYB/briZOu7JOJM3M4835nIkPXv8Vr/b81vm0icDmCSz4/He82/UtbFy+AcY/yzzGVaay1cuhxfAzUXqX0n7CUKh/rJexEuottZn5ByzNIgmZGcwM4WOWZYcwaREQgaJB4Pjjj8eHH34ILg6UV47uvPNOXHzxxViyZEleURQuAiKwgwnwodhwymBTU/giiKBpU/iSCMrn36fipn7rsWptZGqJn1+SmdAetUphUM86OPSAcpkhUiJQQAKKJgIiIAIikLAEdr+qJeoOuNKXj1NSIz0IZ7ktbcosrO76LNJWrPWLgrCvwX5HEPZHYoWJ0E9NibXpl4iACIiACIiACIiACBRxAsqeCIiACIiACIgA4scz6KcQDTXHRYKmzfGSIJ9+vBKP9FnkxlE4wuIGV9xBdBm/QoWSeHjgwTjo0CouVJsIiECiEqh54r5oNvIauIuJ23gtcKYrLK8Fy979CbNvHAkuXBGuG7yOBOG1Il7codGN+6IeGSIgAiKwLQR0LLKu0IIhAiIgAiIgAslNgP9n8P+V5Kag0ouACIiACIhAghJQsYoEgb59++bIBxcW7tatW45wBYiACIiACIiACIiACIhAcSRgZn7dGbMszfVpYiV2DZuwtk3Ql7VMw21nb3RFdyOV3Jz4mRYZGRgxeSM63b/K7dMmAiKQJwHtEIHtRIAvZZowYUI09XPOOQf/+c9/UKZMmWgYDfo7d+6Mrl27+nXJGMaXK33//fc0JSIgAklKYMXZPbFx1KeuW8dZWk7Yx6MgAxvu6IC0S0/Otu5h6BuGfmNsX5K2WVZf0yxiJylaFbsQCHzzzTd46KGHwHpXCMkVShKZzQPu36BCSU+JiIAIiIAIJCCBXIvEO4jra7k+VthNX7Cltw+BRx99FO+++y4OPfTQ7XOCAqdq2WLSR8kWKI8IiIAIiEDCEOB8s6effhoce6U0b968yJdt4sSJGDt2bJHPpzKYXAQMBrjxRWyHT4ntkKaSFAERSEICKrIIiIAIiIAIiIAIiIAIiIAIiIAIiEDiE1AJRUAEIgTM3KB9xHRj9xHbzLxtFtGcRByEk4xpU3MCKDUl2Me0rYGWl9eOTF7OiEyhcQq0Pnj9F7xy/zeZZ5MSgdwJLPhsPsZ2HYUNy9f7esO6w8XZOLu3TLWyaDHsDJQqXSrbJHjWwVhhHQ1iZv4hGzMDP2bm6zdtiplRSURABIowgd122w0vvfQS+vXrl2cuX3vtNbRu3RqTJ0/OM452iIAI7BgC/r6deapgU1P4AoigaVPCCyI++y4VN/fbgDXr4e/VvEV7gaF+ndJ4tlcdHLJ/WegjAltKQPFFQAREQAQSm0DVLi1Rd+BVrscAJ/wf34nbnAebPp2FNVc/h7TlaxH6HOx/BGG/JFbgPvQ75bdY2wfIEQEREAEREAEREAERKLIElDEREAEREAERSHYC8eMY9FPIhZrjIUHT5lgJNeWTj1bikT6L8O+/jA03rMLBFWqgYqVS6DuwCQ46pAr0EQERSHwCNVrsi2ajroWZwVxxI2LONiwf9zNm3zAyOtYaex3htYTXmHhxSUQ37ot6ZIiACIjAVhLYkYfNnDlzR56uwOfiVRnuygx9REAEREAERCDJCZhF7opJjkHFFwEREAEREIGEJKBC7XwCzz77LD7++OMcGeHL8po2bZojXAEiIAIiIAIiIAIiIAIiUFwImFm2rJoZzLJLWKsm6Ni1bMLaSkFfemoabjsnBS4Rt1lUGwwjP07BBfethD4iIAK5E1CoCGwvAp999hlWrFjhk69Tpw46derk1x7zAXGOmaFjx45o3Lix35OWlobPP//c23JEQASSj8CKs3ti41ufuZ6cK7u7PrBP5xQYkHLXWfjn0pOzrXsY+oShvxj6j0GbuRTiBDEfM4vxyRSB/AmceuqpOOyww/KPtBP2+lrsHFXnnQBfpxQBERCBYkIg92y6m4frZJlRR2KY80csuduLwCWXXLK9kt7CdDOy4mdkZK47nhUkSwREQAREQAR2JoG5c+diwIAB4DPTDRo0QMOGDXdmdnRuEYgS8L0m33eKBhWaUaLQUlJCIiACyUxAZRcBERABERABERABERABERABERABEUh8AiqhCIhADAEzi/rMIraZwSxLwoRiak42DpoTkCkMC/qYdjVx2pV1Isdnpewsw4dv/opX7v/G2dpEICeBPz6dj7FXv4WUFRvhap+TzDiuLpatWR4nDjsDoZ4FzboXK6ybQczMP4BjZuDHzGBmNL2YZdk+QI4IiECRJnDLLbdg/Pjx2GuvvXLN57fffoszzjgDAwcOzHW/AkVABLY/gdiXNgSbmsIJTEHTpvClEJRPv03FTf02YM06l0dOKPECOIX6dUrh2Z51cPB+Zd1ObSKwxQR0gAiIgAiIQBIQqHrlqag98CrXd+ADPk64OXEB2PTJTKzpOghpy9ZEX0zFfkgQ9k9ihbjop6bE2vRLREAEREAEREAEREAEiiQBZUoEREAEREAEkppA/PgF/RRCoeY4SNC0+dtM0J98tBL9+yzCv/9muKEUP6ASWTTFmRUqlkT/Jw9G44OrMCmJCIhAkhCo0WJfHDfqGnctcL/XOtddHSKu+/F2+bifMPs/w6NjreF68u+//7rryL/+OsLrTazEYmN4rF+2CIiACGwhgR0a/ffff0fbtm0xffr0HXrezZ2M12VeoTcXT/tFQAREQAREINEJuH9R3P8qiV5KlU8EREAEREAEkpKACr2TCaxfvx79+/fPkYu9994b3bp1yxEAMvw5AAAQAElEQVSuABEQAREQAREQAREQAREobgTMsq8zY2Z+HRqzLB3WrAk6dk2bsNZN0Jeckobbzt6Qfc4ERy/dIOZbH2/E+f+NvIS6uHFSfkVgOxNQ8iKwXQhwPtvPP/8cTbtp06aoXbt21J+bUbFiRTBe2LduHRc9CT5pERCBZCGwrMP92PjWZ3CdOteTy3AqSzbedRbSLzkJ7BOGPmDQDKOw3xg0bbOsvqVZxI5laWaxXtkiUGwJZDDnznH//tCSiIAIiIAIiEA8gTz8rq/FXlfMDYQheURWcMIRiOkLu36xgX8JV0gVSAREQAREoBgS2LBhAx577DEsXboUFSpUwA033IDdd9+9GJZEWU5EAuwxRaTwS1ei8JNUiiIgAslHQCUWAREQAREQAREQAREQAREQAREQARFIfAIqoQiIQDwBM4sGmUVsM4NZlnBScZAw0ZiaEiYjB31025poeUUtZERTpUUBPnzzV7x837ToHhkiQAK/fzIPY7u+hZQVG+n1dSdSY4ByNcujxZunI9SvoFn3YiXUz1htZj49M/P12XucY2bO1SYCIlDcCLRq1QqTJ0/G2WefnWvWOVmie/fuuOaaa0A710gKFAER2C4EYl/WEGxqCl/4EDRtCh+epXzyTSpu6rcBaze4bPH27IS3aaewZ73SeK5XHTTZt4zbqU0EtoaAjhEBERABEUgWArtfeSrqPtXVFdf1Irg5cQMBbjOkfTYba65+FunL1kRfTMX+SBD2U2LFJeIfzKemcB+1RAREQAREQAREQAREoKgSUL5EQAREQAREIHkJxI9bxPppc/wjaNr8bSboKR+tQr8+izLhmRtHoek0DFV2LY3+Tx2MAw6qzECJCIhAkhGoccK+OP7tbu5qwGtCpPBmBjhZMWEmZl8/PDrWGq4rvLZQeM2JF8R8uC/GK1MEEp7ADz/8gK5du0blnXfeyfYbREEA8EX0N910k0/jnnvuwerVqwtyWALG2fFFGjNmDA4++GCQ+44/e+5nNJjbQXGqiG89evTwi+RzofyCyHHHHYe2bdvijjvuwJQpU5Cenl5oJWR6IQ+aW1hoWJVQESKgOl74XwbnIPN6Ea4dZFz4Z1GK20LA/Xvi74rbkoaOFQEREAEREAERKIoElKedTaBv37745ZdfcmSDz+vVrVs3R7gCREAEREAEREAEREAERKA4EjDL/nubmcEsu8SuW0M7dm2bsOZN0Jecmo7bz9kAlwLAdJD5cfY7n6TivHtXZAZIiYAIRAgkh8u5VJ9++imuv/56nHzyydHfz2kzjL8/be538fC7+0knnYSZM2d6cJxH8sADD6Bly5Y+zSOPPNL/1j5gwACsX7/exwnOsmXL8Pjjj6NNmzabjRuOif2dLJyXc76+/fZbXHXVVeBv+/wNjbpTp0549913kZqaGg7Ppl999VV/3osvvhhr1qzx+xYuXAiuHcQ0mP5PP/3k5wnQT2HZeD4fOR+HPHg8j+nQoQOWLFni57TtueeeqF+/PqpUqYIjjjjCXZYtn1S0SwREQASA5R3uR8roLx0Kd71w/TeD+3MaTlLuOQf/dD4R7AuGvl/QDKOwr0gxMwRtFknDLKIR8zGzGJ9MESjeBHxtdo6qdfH+Hrc09z169MC0adO8dO7ceUsPV3wREIGkIpB3YQ2RvxCDvmBLJzqBsNJ4pJwZ4F/Ellt8CMSOy7BvwJxzfIjjRBwv4rgRx2yaN2/ux5M4rhQ73hPGzWLHmvKKy7TzEo6TPfjgg35sjGNkPCfPzTwMGTIkz+evOGbWvn17P241duzYaPJPPPGED2M6oVzRnZnG33//DY55cbyL43yMS+H5OQZ39913g8+SsYyZh+SrmJennnoKHN9iGkyL6XBMj/vyPThuJxn/8ccf4DjhueeeCzJlepSjjjoKLDN5zZ07N9dn21guxmXZ8hrL43cfd1qf1racNz69gvo5tvrll1+CzM844wywjMw/hWVnOfKrB/HnYR2eMGECLr/88ugYKNPhM30zZszw5Yw/Jj9/YafHOrWt482x+WX9Kqy6F5tuvB073szvhuPisXFi97OOMl+sy6ynHCsO4+A8lm2DdZhtPzaNwrLfeustTJ061Sd32WWX4ZBDDvG2HBEoCgQiPabs/ajCyleJwkpI6YiACCQxARVdBERABERABERABERABERABERABEQg8QmohCIgArkSMLNouFnENjOYZQknFwfhxONYCZOSgz66bS206lLHHQ+4FADnwn3MyeRhv+Hl+752ljYRAH6fMg/vXv02UlanAK6+wX1YTwyG8rUroMUbbRDqVdCxdY8262XQtM3c0U5cUjDLsoOfWiICIlA8Ceyxxx4YPnw48poQxVI988wz/oG/r7/WvYY8JCKwvQlwglQ4R7CpKZwoFjRtCl8CQZnyTSpu6r8R6za6o8M8EqcznPxf3VJ49oFaOKhRGbdTmwhsJQEdJgIiIAIikFQEql5xKuo81RVwfYmIZPhJ8/SmfTYbq68ahPSlq/0iHuyLsF8ShP2VWCE4+qkpsTb9EhEQAREQAREQAREQgSJEQFkRAREQAREQgSQlED9eQX+scNyDfmoKx0OCfDx5Jfr3+TNrHMUNpvD3GQZUrlIK/QYchAMaV05Ssiq2CIgACVRv3gjHvd3NXR3oc1cHXiScuA0rJszE7O7D8E/6PwjXFV5ngvDaEy+RVCIu90UsuSKQfAQmTZqEX3/9NfkKXhgl3olp9O7dG40aNcKwYcN2Yi4ip45cQ/nrV8SfSC4Xt1q0aBE++OADcIGsjh07orjP/2OZuAhaUag7iVRXVBYRKCwCXBTuzjvvBBeJK6w0lc6OI8B7YmLeEXccQ51JBERABERABIokAWVqpxKYM2cOHn300Rx54GLW3bp1yxGuABEQAREQAREQAREQAREozgTMLFv2zSy6No1ZxObaNbHCNW2ChLVvgu586j+47dwNnGARnWvhPM7OwOhPUnDevSuynU8eEUhqAklQ+Hnz5uGCCy7ADTfcgM8//zzby8ZWr17tw/i7+Pnnn4+ff/65QETS0tLwwgsvgC/vGj16NFasiFxXOGeLv7W/8soruPDCCzF79mz/XC1fuMbf3V977TUsWbLEnyM27tlnn12gc/O8Dz/8MK6++mrwZW38HZyJUfNc9913H/hStYKWg8fGCq+zJ510EqgZPm3aNPz1118085VPPvkE4UVkxxxzDKpXr45ddtnF53PUqFH48MMP0bp163zT4E5+H7FzE5o0acJgiQiIQJIQWNauBzaO/tKVlr8+U9iDc5KRgZR7zsI/F7cA+3+hzxc0wyi8dsWKWaQfaZalXeLRzcyitgwRSAQCvtU4xzWZRCiOyiACIiACIlDYBPJNL8OPm4Uo9AVbOtEJZO8TG/iX6GVO/PJxLKxz587gOBHHizhuxFJv2LDBjydxXOmJJ55Aeno6li9fju7du/txs9ixpti4HItiXKaRmzDuAw88gHPOOQcjR44Ex8Y47sW4PDfz8Nhjj+HMM8/E0KFDEfZx/9YKz9m/f3+0bdsWLMvMmTOzjfnxHByDe++993DFFVf4MrKseZ2P5Rs8eDA4fvfiiy9iwYIF0XwyHY7pcR/H+DhnOq90QjjPdfvtt4Njfhwn5Dx55jns5zOgCxcu9Lw4JtmzZ0/E7g/xtlTvrPOy7rAc1113Hch88eLF/jnXkH+Wjd9RqAeb48j0OMZ5zz33YPr06WA9YlpMZ8qUKbj88stBZhs3cuFk7slfCjs9trHCGm8u7LqXP4kt38vx6IEDB/rx9dhxcKbEtsE2zzHyAQMG+GsKwwtDfvrpJ7DtsC0ffvjhvi2ZWWEkrTREoFAImOszYTvVyRKFkkMlIgIikNQEVHgREAEREAEREAEREAEREAEREAEREIHEJ6ASioAI5E3AzKI7zSK2mblx/SyJnWxMm5OQg4TJyUEfdWZNtOxSJ3NiDWdowtlOMjIweehveOm/X0XPJyM5Cfw+ZT7GdH0LKavcD9iuXkQmFXD6VQbK1iqHE4a0RqhPQYf6FnSoh2ZZ9dTMPFAz8/XXe5xjZs7VJgIikAgEOLlr+PDhqFGjRq7F4cN6p59+Ol5++eVc9ytQBESgcAhE7t2RtIJNTeHkpaBpc+JfkCnfbMItj6RgvesCAIboLdoZDertgud71sFBjcpCHxHYFgI6VgREQAREIPkIVL38FNR95hrAALh+hZnBADiF9C/mYE3XQUhfstpP1g/9EvZTKOy3xArch36n/BZr+wA5IiACIiACIiACIiACRYKAMiECIiACIiACyUggfpyCfgpZUIexDmpKGAeh/njSSjzy4F8uqhs1cRu8GMwMVXbdBf0HNsH+jSu7/dpEQASSnUD15o1w/DvdYQ6EmXOduA0MWPHeLMzuPgz/pKVHx1t5vQnCa1G8IObDfTFemSKQNARSUlLARcbXr1+fNGUurILu7HR++eUXnHfeeX4Bn1mzZu287IQL8c7LwQ47Mxdhu+GGGzBp0qQdds7CPNFHH33k6wwXd2PbL8y0lZYIiMC2EVi5cqVfgI+L4HFhv21LTUfvNALunuj+S9lpp9eJRUAEREAEREAEtg8BpbpzCfTt2xfr1q3LkQkuls1neXPsUIAIiIAIiIAIiIAIiIAIFHMCZtlHGc0MZtmF69nECvvGQcIaOEF3PuUf3HHeRrgUAJeOcxCxgTGfpuDceyIv64Y+IpDkBBK9+HxBVNeuXfHbb7/5ovIa0rBhQ7Rr185Lo0aNwOsId86fPx/8Xfyrr/Jfg41zrfhCsEGDBvm5WlWrVkXLli19ekyb52B6f/75J/iCtHfeeQd9+vTxL/GKjbvnnnsympelS5eCLy3LbSzAR3AOz/vss8/6uS6cF1a+fHmceOKJOc4bysGXJLnDotvee+/tX2J20kknoXTp0j68QoUKaNOmjQ/nmkBVqlRB06ZN0aBBA7+fL+uaMWOGt/NymOcvv/zS7y5XrpxnYWbevyUOX3b1wgsv4Mcff/SH1alTB0cffbS35YiACCQ+gWXteiBl7FS4DpvbeA2heC9S/3sO/rmohb9eh75e0LyGU3jtjRUzg1l2QczHzGJ8MkUgMQj4Wu0cVe/E+D5VChEQAREobAJ5p+duHjCYWTSKwaK2jEQnkBFTwMja47EhMTtlFhMCf/zxB26//XY/Fsb/lRo3buzHfTiGxLEkFoPjSkOGDMHbb7+N//73v5g6dar/fyvEbdGiBcqUKcOoYFw+d5XXcyRr1qzBLbfcgtGjR/u4PCiMf3Xs2BFHHXUUwnk3bNiARx55BM8//zw4DsS4FJ7rlFNO8fmsX78+g7wceOCBPozpHHrooT6MDseibr31Vrz55pt+bI5hHNNiGRmX436xY37czzLy3LHnZTiFY26vv/46BgwY4MfvGMY8h/SOPPJIz4P55xgf19ZmnLzkr7/+wjXXXOOfvSE/xuM63Rw/ZP7OOOMM7LHHHuD/M01j0QAAEABJREFUsNzHOOT3yiuvgHlhGKWgY3mMSyms8zKtLRHWje7du4NjkjyO9Y78+T2wvOTI74f7KOTIOVHff/89vTmEY5p33HFHtvRC3SRD1q/A7LHHHstxfHxAYadXmOPN/L4Ls+7Fl31b/Zs2bcKDDz4I1k2uh0D2/A74vfI74XfNc3Afx8s5Dk7/tgrb+FNPPYUVK1aA57z++utRsWLFbU1Wx4tAoRLwvaaM7dNrKlGoOVViIiACyUhAZRYBERABERABERABERABERABERABEUh8AiqhCIjAZgiYZU18MYvYZgazLOEPtvHCH8AoYZJy0EedUROtutZ1ZzUgssHMvHw8fC5eujf/B1CgT8IS+P3jeRh79VvYtDYVrkKAH1c1nDJUqFsRJ77eBqEeBc06Fiush/SbReoU/Wbm0oBL0rwg82NmmZaUCIhAohA4++yzwYVyW7dunWuR+MDhZZddBk6WyjWCAkVABLaJACdwhQSCTU3hJLWgaXOSVNAfT0vFTf03Yu2GjMxJf5k6IwMN6pbCcz1roXGjyCTMkL60CGwFAR0iAiIgAiKQpAR2u+xk1Hn6GriOhttcP8NxcN0M0Er7Yg5WX/UM0v9e5R+mYP8kVth/iRV3qE+DmsJ91BIREAEREAEREAEREIEiQ0AZEQEREAEREIGkIxA/PkE/hSCoOdYRNG3+RhPko0mr0P+hv/w4iRs8iWx81tcNnuy6ayn0H3gQ9juwEpOSiIAIiIAnUO34fXDc6Osj46TuWuE2f+2gs3LiTMzuPhTpm9L8eCuvNbzuBOG1KF58opkO92WaUiKQVATmzp2LDz74INKukqrk21TYInPwyJEjsf/+++OBBx7YSXnynbeddO6tPy0XDJs2bRryEy7Oz4WkWrRoEV1YLDU1FXyBwZIlS7b+5DvpSM5rXLhw4U46u04rAiKQHwG+NGTy5Mm+D5tfPO0r4gTcLdFtRTyTyp4IiIAIiIAIiMAWElD0nUiAfWS+8C4+C+effz7OOeec+GD5RUAEREAEREAEREAERCBhCJhlX4fGzPw6NWZZmuvYxArXuAkS1sIJ+qKT/8Ed522A+0HYMcqIzNNyg5luw5hPN+Kcu5e7cG0ikNQEErrwixYtQo8ePfyLglhQvihsxIgRGDZsGO69914v/F2cL9jib+OMw5cKPfTQQ+Cx9Ocma9euBf93L126tE9jwoQJ4Mu/mObQoUNx3XXXRX9n5wuhevXq5ZPh/ti4w4cPx3333Qe+5IwRZs6cCcannZvwvPwtn/u6dOmC999/H/369fN5YJlefvll1K3LdeXgy9y7d2+vGZ9y7LHH4q677gLX/SlXrhyDsNtuu4EvUGL4zTffjDp16viwww8/3O/n3LMpU6bk+1ver7/+il9++cXH32effcCXk3nPFjh8+dqTTz7pX9zGw8jkhhtu8PmhXyICIpDYBJae+V9sHDvV9dVcOV1HLcNb3sDGe8/GP51O8C+jDH28oEMfMLZvSNssq+9oFrFdytHNzKK2DBFIJAKu1bj/fdzmjUQqmcoiAiIgAiJQCATySYK9Lyf+AaVINOeLGHKTgEBs39gQ+UuCYidwETm2xOekOLbDMS+OF3Hch2NIHLdq2LChLz3HfDgGNnXqVMTH7d+/P3gswxmZcceOHQs+T0J/EI7nPP744/jqq8i7DDjOxGPD+BfPy/EejmF1797dj4ExrZdeegmTJk0KyaBSpUp+PI3xmzRpEg0/+eST/VgWw9u1axcNf++99/D11197P8eQOAbGc7CMjMsxOI758Rxt2rTx8ehwXC2MYdEfhPnnczLMG/+n5PM248eP9+NuTO+pp57CqFGjwPFDMlizZk04NIfm85lvvPEG+B1wZ9WqVfH888/j3Xff9eOHTK9Hjx546623MGbMGM+e8SgTJ04E1+ymTSnoWB7jFuZ5mV5BhWOpLB+58JgjjzwSZEf+/B5YXn4vfG5vwIABIA/GW79+vS8/801/EKbH75OaYXvttRdee+01hHrMMVhyC/Vp2bJljJanMJ3CTI9jxvz+mC5Puq3jzYVZ95ifwhY+O/b555+jcuXK4Bh3bNvmd/Lmm2+ifv36/rRsP/xu8msfPuJmHNYJjuHz2sT2eNFFF+GAAw7YzFHaLQI7nkCkz2Tb5cQltkuqSlQERCCJCKioIiACIiACIiACIiACIiACIiACIiACiU9AJRQBESgIAbOsgXyziG1mMMsS/iAVJExKDjpMVg76yNNrolXXyMMafo5mRgb445ZT+Hj4XLx4z9SCZEtxEojA/I/mYczVbyFlTYqrC65gvmJEdPm6FXDC4FYI9SfoUL+CDvXPLFIv6TczlwiidRWZH7NIeKZXSgREIIEIcEHlcePG4ZZbbsmzVJyUxYlQfPgwz0jaIQIisEUE2JcLBwSbmsLJUEHTDi96oP7o61Tc9EgK1m/MAO/O0Vu0M/aqXwbP96qDxvuUCUlLi8A2ENChIiACIiACyUxgt8tORp1B3WBmsEwQ5i1D+tRfsKbrM0j/e6VfBIR9FAr7LRT2Y2KFh9NPTYm16ZeIgAiIgAiIgAiIgAjsTAI6twiIgAiIgAgkF4H4cQn6KaRAHcY2qCkc8wjy0aRVePThvxjViUXEKTd8gt2q7oL+Aw/CfgdUcuHaREAERCA7gWrN9kazMdfDShjM3D4KvIOV78/GnO7DkJ6aFh1v5fUnCK9N8eJSiG7cF/XIEIEkIsBFnbgYeRIVeRuLWvQO54L4jRs3xttvv71DM2f++ms79Jw76mScK9yoUSP07dsX1157LTgnmOf+7bff8NFHH9HcamnevDmmTZvm5emnn0b58uW3Oi0dKAIikBwEeJ3g9SJcO3gdSY6SF59S8n+TxLwjFp/vQDkVAREQAREQgcInoBR3JgH+Px5/fjNDt27d4oPlFwEREAEREAEREAEREIGEI2CWfbTRzGCWXfjbFYXr3QRNm8LfuWJ1p5P/wR3nbXScXBowZG4wM7z7eSrOuWs59BGB5CWQuCXnPCi+HOqPP/7whTzqqKPw2GOPRV9I5AMznZo1a6JHjx5gHAbxGL68iGnQn5vw2tO1a1e0bds2+ns645kZOnbsCM5hoJ+SX9yWLVtGX/SVlpaGWbNm8ZA8hWldd911uOqqq8AXnMVG5IuQ+BKs8CKtOXPmgC/Xio1TENvMwHyVK1fOR//uu++wePFib+fm8BwbN/I6C7Rq1QoVK1bMLVqeYevWrcO9996LwYMHg/PceA3nPIUTTzwxz2O0QwREIHEILD3jv0gZP833zVxPDYg6hpT7zsG/nU7wax/G9/F4raDwuhg0bTODWXZBzMfMYnwyRSCxCPja7RxV88T6XlUaERABESgcAvmlYgh/IRb9wZZOdAIZ2QpIHyVboDzFjkDDhg3BsS6OecVmvnbt2rjyyiuzjWXlFXf33XfHJZdcgtKlS/sk5s+fj9WrV3s7OF999RXGjx/vvRyPevzxx9GiRYts6XMnx7A6d+4MjqXx/zaOgb388stYsWIFd2+RcBzp3Xff9WNIPPCiiy7y41hMl/5YqVChAm644QbstddePnjNmjX466/wTLcPQmpqKoYMGeI1Q8444wzcc8894LH0ByFLMg3jhyE8XjP9jz76yAczTzz/IYccAjPzYbEO07zttttAdgxftWoVli1bRnOLZWedl3P7w/N4tWrVwp133hktT2whzAzHHHOMr38hfOHChQhjiiGM44wc06S/fv36fjx3n332oTcq8fUpuiMXozDT41hxYY43F3bdy6X4hRJE3mwTHPdlnY5NtEGDBrjrrrsQxpF///138HuNjbOl9vfff4+XXnrJH3bEEUf4sXaznO3HR5AjAjuRQAbYY6IUfiZKFH6SSlEERCCpCKiwIiACIiACIiACIiACIiACIiACIiACiU9AJRQBESgwAbOsH5rMIraZ+R9wzSKaP4LFCiclB4mfvHzE6TXQ+up6MOYg83inwIApI+bhpXu+gj7JQWDeR3Mx5pq3kbp2k/v6DaEemBkq7FEJLQa38hPgWZdCPaIdK6x39FMHMTMP0MxcmuZtOmZZNv0SERCBxCTQr18/P2kiTMSILyUnarVp0wYjRoyI3yW/CIjAFhLgZLBwSLCpKXzANWjaQfhymclfp+LG/ilYvzEyaYQuhWntVa80nn2gJg7cexd6JSKw7QSUggiIgAiIQNIT2O3Sk1Bn0LV+yiphRCevug5I2tRfsbrLM0hbvNK/lCr0WWI1+zRB/PEZ7kAaThjulDYREAEREAEREAEREIGdTUDnFwEREAEREIEkIhA/HkE/hQioOa4RNG3+NhNk0ocr8cjDi6PjJPCWG+tw225VS+ORJw/CvvtXYlISERABEciVQLVm++DY0dcDnIflrh2R6wj8Z9UHszGn+1Ckp2zy46289vA6FITXpnjxB2Y63JdpSolAQhPgXEguQsNCpqSkYNSoUVi/fj29ks0RKKL7f/rpJ3To0AEXXngh5s6du0NyGf29a4ecbeechHOC+cICLswUcvDFF19g06ZNwSstAiIgAiIgAuD/Ef5fE7EQAREQAREQARFIHAIqyU4jwMWiJ0yYkOP8//nPf9CsWbMc4QoQAREQAREQAREQAREQgUQkYJZ9XRozg1l24e9YZuZfJkSba94E4e/BtIPudPI/uOt8vpzajWRGNj+u6Ry8+3kKzr5zOfQRgaQkkMCF5kuvPv30U1/CChUq+JdLVaxY0ftzc7ivS5cu0ZcVffLJJ1i6dGluUX1Y3bp1wZcemZn3xzpMiy9PC2H5xeXclf322y9ExR9//BG1czMOPPBAtGvXzl8T89p/9tlnR3dNnjwZGzZsiPoLauy9994IL9f6+++/MXXq1FwP5Yvavv76a7+PLys7/PDDvV1Qhy9e44vO3n//fX8Iedx8881+7odZTrY+khwREIGEIbDk9HuRMmEa2CeL/ubs+mouACn3nYN/L2wO9umChL5d8LMPSDEz3yc0M399NMvSiPmYWYxPpggkHoHM5sMmlXiFU4lEQAREQAS2jUC+R/MOwlnx1JGI9EUsuYlPIHsfmT5K4pc7sUt4xhlnoHbt2rkWcs8990TlypWj+/KL+3//93/geA8jr1u3DsuXZ42j83nFcePGIS0tjbv9szwHHHCAt3NzzAzt27dHiPPrr79ixowZuUXNN4zPfdWrVw916tTxktf4XEikSpUqiH0WZuHChWGX13z2KOSDZe3UqZNfg9/vjHM45nfllVeCY41xu6Je5o/catWqhUaNGuHYY4+N7svNqF69ui8H961duxbLli2jucWys87L5/H23XdfX09atGiBPfbYI9+8k0lYo3zJkiXZxi05hsmxzJDA+eefH2UTwoI2Mz9GyrHSEBavCzu9wh5vLuy6F1/+wvJzvPe4447LMzmOI7NNMsK21GEez7FmrmXP+sz2eP3114PtjvskIlDUCBgMcNcibIdPiSAZqmoAABAASURBVO2QppIUARFIIgIqqgiIgAiIgAiIgAiIgAiIgAiIgAiIQOITUAlFQAS2jICZG9TPPMQsYpuZG+fPEk5GjpUwUZk6TF4OummbGjjt6rrwE58zMpx2ifs5Nxn4eMRvePHu3B+8cLG0JQiBeZPnYkzXt5G6NsV9/6wDEXEelK9XASe80tJPPIitP7RzEzPLNgke7mMWqZvO9JuZeS1HBEQgOQhceuml+Pjjj3H88ccjt8/8+fNxzjnn4P77789tt8JEQAQKQID9uBAt2NQUvsAhaNqcKBlk0lepuKl/Cjamwvcl4T68SxsMe9ffBc/3qoUD9y7jQrWJQOEQUCoiIAIiIAIiQAK7XnIS6j53HTg8wH4HYGHDP1//hrVXPYO0v1ZEX0rFvgv7MaFPQx0E7kPbKb/F2j5AjgiIgAiIgAiIgAiIwA4noBOKgAiIgAiIQLIQiB+HoJ/C8lPHjmfQ5hhHkMkfrsJj/f5G1vgIYO6P7u7VdsGjA5ug0b4VoY8IiIAIbI5AteP2xnFjroeV4uP85qJTnHLbqg9n45frhyHN/SAcrj+8HgXhtSpe3GHRjfuiHhkikKAEdtttN7/YD+fTsohcOOeDDz6A6j9p5C9Ffe8bb7wBLgr10EMPbfesWmY/brufaCefgAsn7b///tFcrFy5EikpKVG/DBEQAREQAREwi9wVRUIEREAEREAERCBxCKgkO4cAx6a4kHH82fmiwG7dusUHyy8CIiACIiACIiACIiACCU3AzLKVz8xgll1i11eiHbsWDn8Lpj/oC076B3de4H7jMsBtMHOuEzPD+C9TcNadWS8vgj4ikCQEErmYfInY4sWLfRH5kq+99trL2/k5fAFaeFkRj50/f36e0ffdd1/svvvuee6vX79+dN/m4m7JS4xOPPFE8MVl0cRzMbjGT3iR27x58/D333/nEiv/IOapRYsW0UgfffQRUlNTo/5gzJo1C3/88Yf3HnnkkSBD7ymAw5dw3X333fjqq698bOb54Ycfxrnnnhu5RvtQOSIgAolKYGmbe5Hy3jeR4rn+mJm5tu+8BqT2OA//XnA8YvtyoU/HMAr7frFiZu747OJSi25mFrVliECiEvC13Dmq7on6DatcIiACIrD1BPI/0t08YDCzaDSDRW0ZiU7AL0IfKSTXpUeG+4t45RZPAuXKlUOTJk3yzDyfDeG4DyNsLm6ZMmVQunRpRs0hy5cvx08//eTDmc4xxxwDs/yvHRz7ady4sT+GzziGMSEfUECnZs2aeOCBBzB69GgvHPfL71D+/1i2bNk8o8ycORNr1qzx+zl+WLt2bW/n5XCcj5LX/n322QcDBgzA2LFj8dprr2HXXXfNK6oP5/+65Oc92+DsrPO2bdsWgwcPxsSJE3HLLbdstgT51SmOYXIsk4mwrhx00EE08xSOkXIcNK8IhZ1eYY83F3bdy4vDtobvt99+4PeWVzq77LLLZut5XsfGhvMZ6GeffRZz5szx77e45JJLkF9biz1WtgjsDAIZrsfEuZ4xPalCywZXDCi0xJSQCIhA0hFQgUVABERABERABERABERABERABERABBKfgEooAiKwFQTMsn7MNovYZuZ/5DaL6NhJybT5Y3MQ/rBLO+gj2tREq2vqwSXAzWn4jzn3k5Fz8eJdU52lLREJzJ30G8Zc/TY2rd8E458Brgo5MVSsXwktXjkNoZ4EzboTL6xjZuaPM4touI9Zlu28fj+1RAREILkIHHHEEZgwYQKuvvrqPAveo0cP/wDeggUL8oyjHSIgAjkJcLJHCA02NYWTGoOmzQlNQU/6ahNu6J+Cjf752ozo4vWcOLJ3/dJ4vmctHLBXmZC0tAgUBgGlIQIiIAIiIAJRArt2PhG1n7uOU1ddmOuB+I1OBtK/+hVruzyNtEXLEdt/YT+GfZt4cQlE+zLxNv0SERABERABERABERCBHUpAJxMBERABERCBpCDA8YnYgtJPYRh1GMegpnCMI8iHH6zCI30Xu/EMRMSNkITjdq9WGo8OPAj77FuBQRIREAERKBCB3Y/dG8eOvh5W0lx8N87qrivuF2B3kQFWfjAbv3QfhvSNm/x4K69FvC4F4TUrXlwi0Y37oh4ZIpCgBA455BAcddRR0dJ9/PHHyG/x9mjELTDS0tLw7bff4oknnsBNN92Erl27eqHNsB9++MG30S1IcmdHLRbn5zXvzjvvxGGHHYZx48Zttzz7a6679m63ExShhBs2bBjNzapVq7Bp06aonwtPnXTSSWjatCk4F5D3kEmTJvk5gVzg/7jjjsNVV12FTz/9FLwPTZkyxcdl/GuuuQYbNmyIpkUjdv+rr77KIB9nzJgx6NSpE5gej6W+/PLLwfmJub1oYNmyZWjfvr0/FxdQ8wk5h22Px1OYXxe01RvLw3Jdf/31OPnkk/25mC5thrEs6enp+abPPPAYMiRLLobXu3dvNG/e3KfXpk0bPP7442B5yIrMGJ9lYxhfpnDjjTd6LuTdoUMHkNv69esR/2HYO++8A3IL6TOtli1bgi9W4DWJZYo/Lvi39fwhnfw0eX355Zc+P2eccYa/TjOPFOb54osvxpAhQ7B69eo8kyF3xqeQBSMy71tah3hcvLCusc6RIesgz8F88bo+Y8YM978e+2TxR227n1xYLtYr1i+el0KbYayH+X13IQfM/4cffggew2OZBoU2w3gOnivEj9fkGF8H2ebnzp3rF1NkXWJ6FNbdBx98EL///nt8Mt7P74bx+J2GhRMXLlyIVq1a+bof2gQjx56XxzCfDA/CtsP43NejRw8fzHIwHq8//I64j/f9Cy+80NchtgcfMRcnNr3Q1nKJFg3a0vhkQjZc9JDtlnljfeI1bnP1O3rSImZkuKrvtiKWK2VHBERABERABERgGwjo0J1EgC+5mz59eo6zs7++99575whXgAiIgAiIgAiIgAiIgAgkOgEzzofIKqWZ+bVrzLI017yJldg1ccJaOUFfcOI/uOuCFDeeDyduVNMNbnKcmz/5TfhiIzresTzrZLJEIPEJJHQJ+UKm8PsZX/bE31z79OmD/IS/JfP3cILhfA/+dkU7N+GL0ni9yW1ffBhfMlbQuPHHxvr5MrD8XuAW4vJFaOHlYitWrMBff/0Vdm2R5u9XfCkcD5o1axbiefD6+cEHH4CseB3mb3JbUs7x48dj6tTI2nY8D7+jZs2a8XQSERCBBCfwd6u7sXHiN65D5jbXJXMdM7dlOAFSe5yLf89vBl5PQh8uaIZReM0JmrZZVt/QLGIj5mNmMT6ZIpC4BNic+L+N+zcncQupkomACIiACGwNgc0c4/ph7gbC//FCRIYEWzrRCcT0lV2/2cC/RC9zYpevTJkyKF++fIEKWbp0aTB+gSLHReJzDGEcjXO2X3/99XzH3cKY3I8//hhN6c8//8z2XEp0xzYaa9euxU8//eSfqbj00kvBMai8kvz555+ju+rWrbtZdmRbv3796DFbavBaS27ffPMNnnrqKTB/tLc0nS2Nv7POy7qxePFicAzx/vvvx3/+8x+E5wbiy8AxTI5lMpxjmxzjpJ2f7LfffuC4QG5xCju9wh5v3tF1LzdGBQlr0KBBQaJtcxw+08nnfZjQ8ccfj7PPPpumRASKLAH2mCJS+FksUfhJKkUREIHkIaCSioAIiIAIiIAIiIAIiIAIiIAIiIAIJD4BlVAERGBrCZhZ9FCziG1mMMsS/vhICZOUqYOEycxBH9GmJlpdU9dPfoafvRlNHp+MmosX7vwyK0BWQhCY++FvGH3129i0PrIAp//aneM2VKhfESe83BKhfgQd6k+sZh0zi9S7YBOQWSSMNsXMqCQiIAJJSoCTlJ5++mkMGDAgTwLDhw8HF+3kwqh5RtIOERCBKAFOogueYFNT+CBy0LS5qHnQH07dhBv6b8SmNHd05u053KYb7bkLXuhZC/s33MXt1CYChUlAaYmACIiACIhAdgK7Xnwi6r5wvQt0HRK/0TE/tvXPtLlYd9UgpP253L/wJvRjqCns58SKS8SNaXFEgxYf9M+yIyFyRUAEREAEREAEREAEdgwBnUUEREAEREAEEp8AxyRiS0k/hWHUYeyCmsLfaIJ8+MEqPNb/b7gBEBjcxzlucwZQvWZZPDrwIOzdqIL3yxEBERCBLSGw+zF74bix/4GVLukOM3eNMTgH/B149eQ5+KX7UKRvSPXjrbwm8foUhNeueEHMh/tivDJFIOEIcG4kX05co0YNXza+CHjUqFHYuHGj92+Lw/bDlwHfc889GDRokF88iumHNGlzQSku2PTAAw/k+XLkEL/o6OKVk++++w6nn346uChW/EL0hVESg7lkKE4l8Mb6zMWqQhHZZjgnMPhjNeMOHjwYd9xxB+bOnQvec1JTU/Htt9+CcwO5PzZ+QezZs2ejc+fO4IJftJkej6PmSxHZzjp16gTuY/iOknnz5uGCCy7ADTfcgM8//xyrV6+Onpo2w2666Sacf/75iF2cKxopF2PRokW45ppr8NZbb2HDhg0+xpIlS7yf+3xAjDNjxgxceeWV+OSTT0Ae5L1gwQKMGDEiW34YPnr0aLRu3Ro9e/YEuYX0mRwXSnvvvfdwxRVXoGvXrsjtXIwXLwU9f/xxeflZT8jruuuuA/PDxd7YfwnxmWdeWx977DGceeaZePfdd7P9VhzixWvWjcKoQ8wf6xrrHBmSOc/FfE2ZMgWXX36551sY9xGmG4TnJRfWJ9Yr1q+wjzbDWA/z++7Y9vjyjPbt2+P2228vtDrLl3kMHDjQtwXWMdalkDfW3ZEjR+Lcc8/184e5gF/Yt701z822RGbkx++I52R9mjNnDliHyILsGL6jhPngff+cc84B2bCtsX3y/KxPrKvMG+v30KFD/TWU+4qD8P+PxL8jFodvQnkUAREQAREQgcIioHR2BgH+P/fII4/kOPURRxyBbt26QR8REAEREAEREAEREAERSFYCZtlHH80MZhEJ69xQx0rsujj8XZh+asr5J/6Duzul+DScE8FqVIaJX6ag4+3L6ZGIQBIQSOwi/vHHH9ECLl26FPwti3NC8hPGYdxw4Lp164KZQ2/Li75yJFbAgIK+lK1s2bIIL8jib1Fb+zvdnnvuicMOO8znjr8Dxr+MjC/RmjZtmt/PF0E1bdrU2wVx+LsZX/zF/DE+f/du0qQJTYkIiECCE/j7tLuR+sH3rpSuA8bNCftkZoZND5yHf89r5tc+ZL8t9OGog7DPR9vM/Ev+zLK0mbmkDLEfs+z+2H3JYteuXRuHHHJIUkjVqlWT5WvNtZzGUOeo2hOERAREQAREIIvA5i1D5C/EpC/Y0olOIPs6XRngX6KXObHLV7FiReyIfvGyZcuwdu1aD5PzySdNmoT8xt3CPj5H5Q9yTkpKCrZ23Mod7udZ89kCPrPFeTVnnHEGjjrqKJx44om45JJL8MQTT4DPO3D+OOPHC+fXb9oUWZef+wo63lfURrqaAAAQAElEQVTQeCzb119/7fPB5wz4/Brzd8opp/hnNl588cXoMzc8f2HJzjovn2sYN26cf56Czw+cfPLJOProo8Hvhc8XjRkzBhxjzKucrA9hrJBjmxzjzCtuCN9tt93AOh/8sbqw0yvM8ebtXfdiOWyrXaHC9l/3gOPMzzzzjH8mqnr16n6eXJkyZbY16zvkeLa3bT1RXnV4W9PV8duXQKTHlL0fVVhnLFFYCSkdERCBJCSgIouACIiACIiACIiACIiACIiACIiACCQ+AZVQBERgmwiYWfR4s4htZjDLEk5UNjM/SZk2Jy0HiZ/c3LR1TbTuVg8wuI9z3HHO8N7P3pqHF+78kl5JAhD47YNfMfqad5C+Id2Vxn3XwXXfeeU9q6DFSy39BHjWlVBPaMcL65SZReuXWWZaTptFbLiPWZbtvNpEQASSmAAXZeXErEMOOSRXClzklgsu57ZYUa4HKFAEkpQAJ2yFogebmsJJa0HT5oTDoD+Yugn/6b8RqWl8Ma5LIcwVcbrRnrvghQdqYr+Gu7gd2kSgkAkoOREQAREQARHIhUCVi1qgzovX+z2uO+I7KJzQSjt92m9Yd9UzSFu4zL+UKvRnqIOwzxOEidCmpsTa9EtEQAREQAREQAREQAR2AAGdQgREQAREQAQSnED8eAP9FBabmmMWQdPmbzRBPnh/FR7t/3fkxZQZHAFxR7lBELehRo0yeHTAgdh7n+3/ELw7qzYREIEEJVD16L1w7OjrUWKXUq6E7urCzYm78GDVpNmYc92bSNuQ6sdbeW3idSoIr13x4hKJbtwX9cgQgQQkUK1aNbRt29bPmWTx+FLgjz/+2DUfNiKGbLmw3Xz00Ud48sknsWrVKp+AmYEL6R533HE45phjXB+gBswicyv5gmvOl+ILin3kouwU07y98soraNSoER599NFCLQG/a/cjV6GmWRQTW7lyJWbPnh3NWr169VCuXLmoP9b45JNPwAXUGNawYUO0a9cORx55JLiw1llnnQXORea+gsr333+P7t27Y/78+f7Yxo0bo2PHjmjZsmW2hem4//7778+2IBgXfOLiaIwfu8jagQce6NNg+KGHHlrQrGSLN336dL/o2m+//ebDS5QogVBelpn1LZSVebvhhhvw1Vdf+bh5ORs3bkSfPn38Im7ly5f3C89xsbM6deqA144DDjgg26F88cQDDzzgy8xF+siEQrt169b+msMDuKDUgAED0KtXL/AlCgxj3mJZ1qhRg8FevvvuO1xxxRXgfE4fkIdT0PPncXiOYM4tDd81dzKP5Eie/K64EF+VKlW4ywvL0rdvX7CO+IA8HO4P6TLN2HKTVTiM31N8HQr7qLnYIBeeYzz6c0uL/Su+FOSxxx5jlEKReC7xdY31jmE8Gb871jUugEZ/EF6rhg8fjptuugn83hjOY3gs+bKe7bHHHv6ZAO5jGa+++mrw3PTnJVzw8MEHHwSvsexjkifrIL8vciYjHst9gwcPxjvvvENvVPbee2/fFk866STwZSXcwQXiuLgh0+B84tjvnPsLIlxcj/OVySO+nGxPIQ1e23r27OnbXAjbnnrNmjW45ZZb/MtlWFd4rlhmXNCRbZ/hrN/sGzz//PPbtLAl09pRwnqWsaNOpvOIgAiIgAiIgAhsfwI6w04hwP9xuEB6/Mn5Pw37yvHh8ouACIiACIiACIiACIhAMhEwi/y2GspsZtHfWzkWbGZ+nJt2EI5TBylVqpT/rSn4z2vxD+6+MMX91Jc5sukV53Vl4L2pG9H+1qXQRwQSnoAKWOwIVK5cGXwB0o7KOK+Z/C2P11Wec/LkydHfnOn/4YcfsGjRIpo44ogjsv2G7wPzcf7++2/MmzfPx+ALvfibuPfIEQERSGgCf7e8Cykffp/5SlHXAYtsvk+W+sB5+Pfc4/w8Pl5/KPF9OF6PKGbm+35mEQ33McvqHzqv38zM62R3yDKZJJm/b9ekXHtymzeSmYTKLgIiIAIikI1AgTyRcbEQlb5gSyc6gex9ZgP/Er3MKl9xJ8A5y3xuhXPgL774Yjz33HOYOnUq+GwW563Hlo9zxzn2FBsWbD6/EebWh7DC0JwnPmzYMJx66qm45ppr8Oqrr4LPnyxZsgTcF87B/2/5nAuftQlh26KZ9s44L+fI33PPPf4Zn//+97/+mYG5c+di9erV2YrD53v4/EB4biDbTudZuHChcwtvK+z0Ci9nwPaqe4WZxx2VFp93YhtmnWGb4Dw5Pueyo86/refhsyvbmgafbd3WNHT8jifge0zbaeyxxI4vjs4oAiKQKARUDhEQAREQAREQAREQAREQAREQAREQgcQnoBKKgAhsOwEziyZiFrHNDGZZwh+uKJx8GzRtSpjcHPThrWqi9bV7uDQzoouXZtCXkYHP3pqL52//wvm0FWcCv77/K965+h2kbdgUMwnefd/OV6lBJTR/4eToBPhQL1hX4oV1ycyik+DNDPyYma9/tClmRiURAREQgSgBLsL63nvv4aKLLoqGxRqcNMQFLi+77DJwcc3YfbJFQAT4gA17ZxESnHxIi5rC9hM0bU5ADPr9L1Pxn/4pSEs3+D9zR1Kcb98Gu+CFB2qC2oVqE4FCJ6AERUAEREAERCAvAlU6nYC6L/3H9UhcDDeGYM5yCk7hn2/mYv1VzyBtwVL/UqrQr6EOfR7qIHAf2k75Ldb2AXJEQAREQAREQAREQAS2KwElLgIiIAIiIAKJTCB+nIF+CstMHTteQZu/0QR5f+IqPPbI3xzugJkb/fDijjSgZq2yeHTggdhr7wouQJsIiIAIbBuBqkfvhWNGX4+SZXcB3DXGXW6cNpgZ1nz0C3697k2krU/x4628RvF6FYTXsnhBzIf7YrwyRSDhCBx22GHgS3dDwSZOnIj58+cH7xbrWbNmYeTIkUhLS/PHNmjQAHypdI8ePdC5c2dceuml4AuHucARF5NipNTUVLzxxhtYsGABvUVWinPGuEDSzTffjKOPPhoffPBB4RTFXWMBQyJ/uJjSM888g99++80Xk/OHydAs93Jz8S5GvPfeezF06FBQP/XUUxgzZgwOPvhg7toimTJlClasWIEWLVpg9OjRePnll3HXXXehT58+GDduHK666io/l5mJzpkzxy/cRptSqVIlXHfddT5+kyZNGOTl5JNP9mFMp127dj5sSxy+wIDtmfnicYceeihGjBgBLpbG8lJef/11n1/mm3EY96GHHoq+/IBh8cJrBhc5O/zww/HWW2+hX79+4HnefvttcCE0zuuOPYbXDfJu06YNGIdMKORy5ZVXwizyHb3zzjsYMmRIdLE4ln/8+PHZWL777rt48sknoy+L4EJ2vG5xkbnYc8baBT1/7DF52eTz/PPPg2kyzpFHHgnmkRzJk98VebDtDhgwIPriiPXr1/u6lV9fZVvqEPNCYf569+7t6yL9e+21F1577bVsDFnHudgYF6bL7YWdPG5LhYuYsdyBywEHHIA333wzW11jO/vf//4XZcJj/p+98wDQmsjb+PMH6b0sTUSKgCCg0kVA8BRBsbe78xD0RFSKnhU9PUHU7+woICJ2QMBCVxAVKVbEehQVBQSkKtJhd4H95pl382723cICC2x5snlm/jOZTCa/JPPOJpPJiy++6Nt8wfbmz58PpgnyadSoUapzlucZzzmeJ9w3rrdz507wnP3xxx8ZTFc8Pz799FPwQyMPPvggZsyY4a9NHi9eqywrByXkymx3khHPWYapNm3a+GuR/YWLFSvGKHAAw379+vl41tnB76RfmEWHAySSQywv7ievh/vvvx88TsyO5zrLTftwinXp4MGDwWPB7XA/H3/88VTMeA2+//77CM4jMnv55Zcxa9YsrpLz5eqcSK2T84uqEoqACIiACIiACIhATiTw+eefY+jQoWmKxv9bOVh5mgWKEAERyPcEBEAEREAEREAE8iMBs9R3Ic0s+jzELGLzWVZY4bFy+KyF4cC/osNe3HvVbpeHo2lOsOQ/4MMv43HhHRsZKYmACOQBAvwY2IIFC3CgYh+PnLT7u3fvxrZt245okU455RQce+yxfpuLFy/Gzz//7O2EhASwfw0DJUqU8B/4op1VcV+YB9PzeSPzoC2JgAikJpCXQus73YPds75z7S04GeDc5Bnxg/6KfZe3AdtqgYI2WxAOt/FomxnMDJzMLGozTJkZPUkE8hUBf9Y7R6d/vjrs2lkREAERyAYC7scDBjOL5mWwqC0jrxNICu1gEiJ/oSiZIpAFAtWrV/d9og/03tvw4cNRvHjxLGwhJQnfG+A7Bhyzmn3ZgyX837FKlSro2LEjevbsiREjRuCjjz7y73S0aNEiSJbKZ//1uLi4VHGHGmCf8UcffRTsJx6+j8e+6+xX36lTJ7Cv/KuvvorZs2f7dxL4Ufzcut21a9fihhtuAPvj833VYD/KlCmDBg0a4JJLLsGAAQMwYcIEzJkzB+zHT+5IZ+J5lE70QUdld37hghzq/WYyyO5zL1y+3GRv3rwZX3/9tS8y35/gu1PNmzdHemrfvj2+/PJLn5bOrbfeGk134403gu/AMP5winVW5cqVo5tgmVkvRSOyYPAdlvB7NVlYRUlyIIEktpqSwu2o7CtkgezLSjmJgAiIgAiIgAiIgAjkMAIqjgiIgAiIgAiIgAiIgAiIgAiIQA4hYJbSMcYsYpsZzFIUdFamT/GhdKCgk3PgN+1cCef2qQG3tt9Dc66Zd/HZ5OV44a7PXIzm3Ejg55k/Y8qNk7F39x7AHVODAZSzS9UqjTNeOAvBeZDsp+oQH5wzPIfMzA+YaWYwM3Ays6gdhOlLIiACIhBLoFKlShg1ahT+7//+L3ZRNPzKK6/gnHPOwbx586JxMkQgvxMId+wJbPpU0PGHPsUOcIH/3mfxuPnxeCS6JgDTRuRoJgH1axXCCw9Udn5hF6FZBERABERABEQgnxI4qrtd+u9noOrLNyPSRknyvnPYtRV7vl6G7dc/h8SVG/wHCoL2DX2mD3zaFHck8GNthiUREAEREAEREAEREAEREAEREAERyMcEtOsHSSB8r4FZMEwFdnB/gj7FZzSB3p+5GU89uZ63Oty9Djg/cu+D7/NWrlwETw05CbXrlGBWkgiIgAhkC4HyrWqj9eS+KFC0kKtzXJauwmGd5WofbJn9E37uMx6J23f5+62sq1hvBfLpgvQh3+XiZy73hhwRyIME2Deyc+fOKF++vN+7HTt2+MGFdu3a5cMH4nCAcg5clJiY6FfjgEU333wzwoO7+AXO4WBCffr0QfBxYw7ewsHReV26xZoPE4EvvvgCZ599Nq6//nqEB/w6uM0ludUo5+WhmXX+pk2b8MEHH+Daa6/110Owe61atULbtm2DYLr+GWecgS5duqTqU1y0aFHf7zjdFfYTyW1y0K/Y64h9nVm+Dh06RHP47LPP3G/g4TsmZDN69GisXLnSb5Nle+qpp8DB2HxEyGF5WW6mYTTXJIHicAAAEABJREFU4QfRmQfD6YkfNbjhhhtQoUKF6GL22ya/aETI4CB1HKCOg0gF0eRSqFAhH1y/fj24zaBe4QBqDz30ULS+84mcY2ZgOTnQXFAX/vLLL5g0aZJbmvG8v+1nvGbqJRzsL/hQBPO8++6705SRa5gZTjvtNFx33XUMeq1evRr7q6+5bzwWPCZ+pWSHrLJyDvFa+Omnn/xaPNY85nXr1vXhwOGgfPwASK9evQ76XA/yos/z5K233gIH92K4du3aeOSRR0Cf4UBmESYcxDD5uOPjjz+OnqMcxIz9cePj4/0qZDF06NB0z1nu0+DBg6PbYD3Avr5sN/qV03G43/feey/4O8pzNZykVq1auOeee8AB6hj/66+/gseL9uEWOWXEiwPu/fWvf40W4dtvvz3sg73Nnz8f06dP99vkNUbOrLtimZFn+Dxie4LHj8fCr5yTHVf1ujknl1BlEwEREAEREAEREIEcTYCDf6dXwN69e6cXrTgREAEREAEREAEREAERyLcEzCzVvpuZfyZlluLz3mtYfB4ciM8GaAf+5R324d6rdsN37nJOklck+OH83bjg9o2ptqeACIhA7iHAcW2C0m7ZsgUJCQlBMNf6fOa3v2ej3Dk+I+THt2jzWV3p0qVpHpT4ISo+o+XK7E/z+eef08Rvv/2GJUuWeLtOnTrRZ4w+4gCdsmXLonBhjXdygNiUPH8QyDN7ufYv/bFr1neupRVpZ7HN5S33kDl+0F+RdHkbP9Zh0EYLfLbbqHDbjrZZStvPLGKHYZlZOChbBPINAXdJRS4tb+Sb3daOioAIiIAIHDIBts6cklJ+QFzokHNVBrmFQLjtbIj85Zayq5xHkwDvN/G+E8vA96i2bdtG87Br+fLl4PscQf/2hg0bYsyYMeB7JNOmTcNjjz0G9udv1qwZSpUq5d8tCd6liC2cmaW6J8X3PWLTpBfevn17etE+7quvvsLUqVMRbJP9xSdOnOj79/Mj+A8//DDYV/ykk05C8A7I3r17/bqH4hyN7fJ9h7FjxyJ4z4L94PmO3OzZs/Hhhx/6Mcf5LgH77vMdDP6vz3Wo9PaV78zwf34u43swPK9oZybeL2V/+/TSZHd+2Xm/2Sz7z730GCju8BAInwvr1q3b7/tMsaX4888/EdQjrEt5Dz42jcI5n0CkzWSHpaAFDkuuylQEREAEREAEREAERCAHEFARREAEREAEREAEREAEREAEREAEchIBs5Qb/WYR28xgliI+wKSCzsz0A/EBKO3AP/WcSujS9zi/i+yCE+l841wX+Gzycoy841O/TE7uIfDzzJ8x+YZJ2LN7j+8ET8cdUbcDSShdpzQ6vHAWguMf+AULFvSd4nluBOI5ZGZ+YEKzyPkFN5ml2C7ozz36kgiIgAhkRqB///6YMmUK+DJfeum+/PJLnHfeeXjuuefSW6w4EchXBMId1QKbPsUOfoFPmx0SA/+9zxLwryfisWcvYADcT7Zz3OwCDWoXxkuDqqB+Tb0MC00iIAIiIAIikK8JHP2dL/P3M1Dt1X+5toqBfwgaLTDs/WY5dlz/HPas3Og/ShW0c+gHbSD6gbg3tOlTYZthSQREQAREQAREQAREQAREQAREQATyJwHt9cEQiL2vwDDFvOiH70/Q5jOaQDPf24ynntzg7m64ux0G5zvxnodT1apFMHhoI9SqXRyaREAERCC7CZRrWRunTbkZxxR3z4FdnWNmrg6KaOucn/BL3/FI2LbL329lncX6KxDrtrBYNobpU2GbYUkE8hIBDr5y4YUXwsz8bnEAojlz5vjBnnxEFh0OcL5ixQqfmoMFse9TMKiVj4xxKlSogPPPP9/33+SiH3/8ERyoiHZ2i9c8B4j5/fff/QeYf/75ZyxcuBALFizwg0l98MEHfqCpN9980w+0NHLkSAwZMsQPgDVo0CAMGDDgqIkDdGU3D+5fvXr1wA9hH2zeBnOrUs7LRTMHNmvevDkyUosWLdCpUyewf9/ixYuje8ZBhW688cboQGPRBTFGu3btoud0zKIDDhYqVAhXXXUVSpYsme667PPcunXr6LKNGzce8OBJ0ZWzYPAjCfy4OpOWKFEC1113XYZlYxqWu2fPntEPoM+bNw8sI5elJ34wPaP+lOmlb9SoEapVq5beIh/33XffgR9dZ6BKlSro1q1bpseGA8n94x//YHKvjz76CJs3b/Z2es7+tp/eOunFcXC2+vXrgx9G5yB3xx0XeY8hvbSM47Ub1K0bNmzI9OPth3oO8eMY5MDtUvxwfEbMzQz8LSFHpj0U8TzhQITMg/33ea5VrVqVwXTVpk0bNG7cGNWrV0fTpk2jHzBhXR9cx1k5Z7mNG264AeTGDfE3IrPBDDk44umnn86k6eqEE05A9erV/TIO7MjfIB84zM5ll10G7kt6mzEztGrVKrqP+zuH0svjQOL4+/vuu+8iGFzw4osvBgebzCgPM8NFF10UTcNjyN/rjNLnlHhXbP+rmFPKo3KIgAiIgAiIgAiIQG4i8Pbbb4ODfceWmW3zs88+OzZaYREQAREAIAgiIAIiIAIikL8JmKV+PmdmMIuI99TNzI+JQztQMGYOfT5fCvuXnbEP93XbDcDl4QU/mRk+WhCPC27b6MNyREAEchcBPnsNSvzLL7/gSD2nCrZ5OHw+bwue/2aW/+rVq/HHH3/4JIf6ASEzA5/hBs8PP//8c/9xom+++SbKtHPnzpk+N/cFiXEaNGiAWbNm+T4rw4cP328/hJjVFRSBfEIgb+zmur/0R/ychTBjWwswwCniJjz0VyRddpof5zC2jcb2GhW05wLfzHxbz8xgFhFCk5mFQjJFIH8R8Ge/c3QZ5K/jrr0VAREQgUMnYAj+grwYDmz5eZ1AUqodZIhKFamACKRDgO+W8L4TF23atAlLly6ledjF957Yz54b4v2/xx57DHwPgf8zMi5Wu3btAj/QHRsfhMN9uvk+GN8dCJal5yckJGS4r+wzPnXqVPCj9FyX7+U88MAD4LsRZsaoNOI7XuvWrUsTfyARR2u7fLdm9uzZ0aL26tULPXr0yPQ+IY8F73FGVwoZ7PvP90kYxXdYsvJu3bJlyzJ8fyi78+P5xrJR2XG/OTvPPZYpt6pIkSI466yzcMkll+xXF1xwAVj3BPt62mmnRdfh+zS8txQsO5x++FxYsWIFeC0cyPa+/fZb8H1urlO2bFlUrlyZppTLCCTxAy9e2V/wAtmfpXIUAREQAREQAREQARHIEQRUCBEQAREQAREQAREQAREQAREQgRxHwCzlQa5ZxDYzmKWID6PNzHd2ps3OzYH4gIp24J/aqRLO7Xc8DHBKdukB+HzqCoy841Nnac4NBJbO/BlTbpyCvYn7YGYwV2jnOd9Q5oSyOOP5v/jBHMPH39vHHOPPFdoUzxkzS9X5HW4yM5iZsyKzWYodiZErAiIgAhkT4ADWM2fO9INVppeKnXM4aHDfvn2jA5Kml05xIpCXCYQ/ohDY9Cl23Al82uyAF/gzPk3ALU/EY8/eCB12qE3yDtCgdmG8OKgy6h1fKLJQrgiIgAiIgAiIQP4lkEP2vMzf2qPqq7dEurOyzeItb2DPtyuwveez2PPrBv9RqqC9Qz9oC9EPxF2iTZ8K2wxLIiACIiACIiACIiACIiACIiACIpDvCGiHD5hA7P0EhilmRD98X4I2n9EEem/GZgx+agOT+jscNHiXg+tVrVoEg4c2Qs1axRgtiYAIiMBhIVCuRS20ntwPBYsXBuseXwe5LdHfMmcpfukzDglbd/r7ray7WI8F8undg+XAd6ulmhmfKkIBEchDBDi4UvPmzaN7xD5NHIglGpEFg+l37+bHIYCaNWv6gZr2t1q9evVQpUoVn2zLli3I7EPLHBSGg6jzQ8IvvvgiHnroIfTp0weXXnopzjjjDP9B4yZNmoB51qhRA5UqVQIH1SpcuLDvJ1qqVCk/2A0HkKpbty4aN24M7ne7du3AD8pxMJwrrrgCV199Na6//nr069cPd955J/7zn/9g4MCBR01jxozxfLLbIW/uI9nNnTv3gLNP8q091q4HvGquW4HnyogRI6IfpM5oB3iOHX/88RktPuB4DuC1v/wqVqx4wPke7Ar8EDcHHeP6HLSpTp06NDMV64LgA+hcl/VERivwuiXDjJbHxvNaZx/v2PggPH/+/OjAUC1btox+iD1Ynp7P+iBgyg9DZFbe/W0/vfzTi2PdM2rUKLDevf3229NLkiqOg3wFH5hItSCdwKGeQxw4bvny5T5n1qe8FnwgA6dMmTIgwwwWZzma3Hm+cIVjjz0Wp5xyCs0MVbJkSTz//POYNGkSHn74YT+QIRMvXLgQO3bsoOmvXw5w6AOZOE2bNvW/YUzCD6H88MMPNNPViSeeCB6PdBe6SP7+lC1b1llHbi5WrJj/Hcxsi7zOmC6zNNm1jB9XWbRokc+O2+RAc2aZv2/Bc61Ro0Z+HbbTeS37QA52+H9C/vhFzMEHQUUTAREQAREQARHItQQ4GHls4StUqIDevXvHRissAiIgAhECckVABERABERABFKNcUMcZhaNC4+NQzsQn6kECsZWCvxL2+/Df7rtdk//Uu508r4nXMxHC3bj/Fs3cjOSCIhALiLA51jBc881a9bg448/3m/pV61ahQsvvBBdu3ZFt27dsGTJkv2uc6QTzJs3D3v27Mlws6y7Pvvss+iHr/h8M+iTkuFK+1nAj1E1aNDAp+JzTD4/DZ5fkTH7nfiFckRABLKXQB7IbW3H/tg9Z6HbkyTfl9UZrnXFFlYSEh76K5IuPc2PcRi0yQI/aLMF7bjANzM//iHcZJbS/nNBP5uZ9+WIQH4l4P+bcU6SU35loP0WAREQARE4GAL84XDtNd9Si6zPUMSSm/cJpG5DM0Tl/f3WHh4qgbi4uGh/bfZ1njZtGuLj4zPNlve07rnnHnTq1Ml/tPv111/PNH16C3mfL4g/6aST9vvh7F9//RV8ByRYJ9Y/+eSTwfcNGL948WL8+OOPNDMU7x8G/cJjE3H/2W88iGef8eLFiwfBdH329d+48dCePxyt7fJ9rO3bt/v9Yt/3/d0j5Dusn36a8fcsqlWrFj2ntm7ditmzZ0fvJfiNxDjcb6aJiY4Gszu/7L7fnJ3nXnSnc6HB9zr4XiTrhv2J7xrVrFkzupeXX345gnV4P5/vrkQXHkYjfC5s2rQJkydPzvRcDReFddgHH3wQjeK9d76DFI2QkWsIGAw4TPciC0CTCIiACIiACIiACIhAniSgnRIBERABERABERABERABERABEciZBMzcTf/koplFbDNzzwFSxI7MZuY7PdMOOjrTDzo/B/4pZ8fh3H7HJz9ASnI+2HPaKQmfT1mOkbd94iI052QCS99bisk3TEJifKI/bnxJxx1JdyyTUPqE0mg/oqMf1DX2+PMcYFwgnitm5ju/m0XOJ7jJLMV2QX+u0ZdEQARE4EAI1K5dGxMnTsS//4AZMBkAABAASURBVP3vDFcbOnQoOnfuDA5gnWEiLRCBPEiAv93BbgU2fYqdHQOfNju1Bf67n8TjlicTsHcv1zY6oGtmaFinMF4cWAl1axTy8XJEQAREQAREQATyN4GctPel/9oe1UbdCjZczDsGTnT3fvcrtvccjj0r1rs2zl7/oYqg/RO0iegH4nq06VNhm2FJBERABERABERABERABERABERABPITAe3rgRGIvY/AMMVc6PN5TODT5j2KQDNmbMbgpzcC7pkM3MT7GoC5P+DYY4ti8NCTcHzNYtAkAiIgAoebQNkWtdBqUj8cU7Kor4NYLbE2MgDb5v2MZX3HI2HLDn+/lXUY67NArONi5VaLzlwWDcgQgTxEgP0lL7jggujgTfxg8oQJE6KDomdlVzmYU5COgwUVLVo0CGbolyhRAtWrV48uX7dunbf79++P8847D/wQM/MyM9BnmPHXXXcd7r33XgwbNgws59y5c8EB1v/3v/9h6dKlYFk2btyIbdu2ITEx0ecpJ30CHCC/Y8eO6NevHzZv3px+onRiLVLDprMk90dxACEO4H/ttdf68+ull15CjRo19rtjHHyJA/zvN2EWE3BgOOaZxeSHPRkHf+PvJTe0fv16DB482H9snR9cz0jPPPNM9Lzitbh69Wqunq5q1qwJM0t3WXqRTJ9ePON27tyJ3377jaYXPyZutv+8K1euHD3Wu3btwtq1a/366TmZbT+99Acbx8H+WDdyoKuBAwfi5ptvBgd1y0p+h3oOcf85KBe3VbZs2f0OEsh0HNCLfe9pH6x4rvF84fqs+7N6HTB9WD/99FM0WKdOHexvEEEm5vVft25dml78gIc30nFq1aqVTuzRjeIAgjzuR7cUKVv//fffo3UAz2UOVplRfRGO5+95kAuvZbbZg3BO9M0MlhMLpjKJgAiIgAiIgAiIQA4nwP8Zv/jiizSl5D0K/h+XZoEiREAERACAIIiACIiACIiACEQImKW+K2lmMDO/kPfpzcyPkUM7EJ8JBzrmmGP8eDv0GXdJ+334T7fIB4qYi5l3AefN+Xo3zv/XBmgSARHIPQT4fLt58+bRAr/wwgtYtGhRNBxr8DnOqFGj/DNWPpvkB6z43Cw23dEOz5kzB+wfklE5+KEyjt/D5YUKFQI/qMY6juGDVcmSJdGhQwe/Op/TTp8+PfoxNDIma79QjgiIQLYSyO2ZrevYH/EfLwTbUnDtKjPXqAJAN/HhvyPpktZ+HEy2xQKxvgoUtN8C38x82w5uMjOYmbNSZrPU4ZQlskQg/xDwV4FzdDnkn2OuPRUBERCB7CHgfjxgMLNodgaL2jLyOoGklB1M8qOVIxSTskyWCMQQ4Ie2u3TpEv0/7fPPP8f48eP9ePcxSaNB3tPivS32zec7FYf63gnz4UfgoxuIMfhxeo5jzftZMYuiQb4P0bJlSx/mO2S8h8j1fESMw/uHY8aMAbcbsyjdIO8xZvYOJt9TeO655xC8M5BuJgcReTS2y/dO/vzzz0xLy2PP+4oZJSpSpAi6du0aPad4j5P3OjNKz/y+/PLLjBYju/PjPVDeCw02yHPlUO43H85zLyij/MNDIPZcePvtt339F7xrltFWWRc9/fTTWLlypU/Cc/T888/398d8hJxcRcC3mnzbKfuLXSD7s1SOIiACIiACIiACIiACOYCAiiACIiACIiACIiACIiACIiACIpCDCZildJQxi9hmBrMUsUOzmfmHO7SDDs/02RE67J98dhzOu/l4+MmcS9Fz/hfTVmDkbR+7kOacSOCnGUsx+cYp2Ju4zx9/57jZwL8y9crijBFn+pcRw8c7OP4FCxb0D7y5jOeImfmwmVvbCW4yS7FdEGZGTxIBERCBgybw4IMPggNbZjTw5kcffQR28ho9evRBb0MrikBuIhDusEc7LHbuYZg+xcFdA/+dj+NxyxMJ2LvXdwlxuxzpSku3Ye1CeOmByqh7fGEXr1kEREAEREAEREAEkOMQlL6yHaqOuhVsySCJLRhaTs7e+/0KbL/uWexZvs61dfYiaP/QD9pG9ANx52jTp8I2w5IIiIAIiIAIiIAIiIAIiIAIiIAI5BMC2s0DIBB7/4BhilnQD9+HoM1nNIGmT9+MwYM3gvc0mNYZ/h4H7WrHFsHgISfh+OOLMStJBERABI4IgXItaqHVpH44plRRVzW5+6y+VnK1k7vfunXuUvzSZxwStuz091tZl7FeC8S6Kz0heeKyZFOeCOQpApUqVcKFF14Y7Q/JDydzUKCsnPMcOGrz5s1RHuXKlYvamRlmluqDzMGgRxz86t1338U333wDDuyUWR5alj0EOJgOldXcWLO6WjWryXNMOg6KtWDBAmSmDz/8EPy4wU033QQOTmSWtT7C7HNMZdfOFitWzPd1zq78DjWfYKAl5rNx40ZMmTIFEyZMyFRMw7Rch8poQDguO+aYY+hlWZml3717N9avXx/NK6sD5DHPEiVKRNcLlz0amWwwbbKZbR4/pMG6b9CgQbjiiivwl7/8Ba1bt/aDufXv3x9Tp07N8qB5LNShnkPkyPYR86pcuTKKFi1KM1Ox/udHMDJNtJ+FHCAwSMI+tdyPIJyJn2oRB9ILHz/+xqVKkEHAzFC6dOno0g0bMv6gUfhcia5wlA1+yISDoR3lYkQ3//vvv2Pbtm0+zAEaZ82alWmdEdQp4QEBeR5mpS3iN3KUHPcvhvtv4yhtXJsVAREQAREQAREQgVxK4I8//sDjjz+epvSNGzcG/x9Ps0ARIiACIhAhIFcEREAEREAERCBEwCz1Mywziz7r5TMrM/Nj5dAOxHF0YsVnHoy7pP0+/Ofq3f5+p78vm3zzk97sr3ej6y0Z3zOHJhEQgRxFgNd0t27dUL58eV8ufpjr9ttvxxdffOH7UfnIZIcf93riiScwadIkH8P64sorr0S1atV8OCc57JvCsXlmzJjh368NysY6i/vGfeS+Mr5NmzY4/fTTaWaonTt3gs9oM0yQvID5BCynTZsGfkiMnDp16uTHsEtOlmVv7ty54AezqDPPPBNLlizJ8rpKKAL5hECu3s01Z9yJXfMWuvrW7YYfKiDJ2U4uGP9/f0fSxa18fyC2wSjW2WGxfgnLzHybDm4yS2nvuaCfzcz7ckQgvxPg5cZ/Zvj/S35nof0XAREQARE4EAJspzmFfkBc6EAyUNpcTSDUlnbtagP/cvUOqfBHkEDbtm3RqlUrv0X2tx82bBj4UXTev/KRyQ6X8V4W72kFy7ge109Okq7H+0+85xVe2KRJk2jw888/x9ixY1PdI+NCrrN06VLf94b3yxgXKNxHn3H8XzR8D5Hp77rrrlTvYTAd7x+y/LwvxnB6Kl68OOrUqRNdNHnyZLz//vv+/+FopDPIg9u54YYbsGzZMheTMseWL2VJxErvXt6R2G5k66ndqlWrgu9XMJZ95AcPHoxVq1YxmEos8yuvvIL77rsPwfFnAnKgaAfiOcFzg2He4+S9TrLiMWUcxXX4jg6PB7fLuIyUnfnFnisZlY9l4fmyv/vNsflxPw/23OM2pSNHIPbY8bxmH8AePXqA76AG747ATbym+R7ayy+/jEsvvRR8V89F+/m8885Ds2bNvC0n9xEw32aim/1lL5D9WSpHERABERABERABERCBo09AJRABERABERABERABERABERABEcjpBMwsWkSziG1mMEsROzebmX+BgjYfHAUKOkQH/slnV8K5/Y5PNUZl0Dfni2m/YuRtH0NTziLw0/SfMOmGydibuDfluLmDxgfWZeqVwRnDO/oO8DzmwXEOfMYVKFAgem6Yme/8bhY5f+AmsxTbBf25RV8SAREQgUMl8Le//c13SDjrrLPSzYoD0rKD1N13353uckWKQF4hwN/sYF9ibXY6Yxx9ih9iCPTOxwn415OJcD/7gMFNdCig0QmF8fKgyjihRiEXr1kEREAEREAEREAESCBnqvQV7VBtzO2Au//gHBj/ku29C1diR8/hSFy2zn+UKmgP0Q/aSPQDwU20nefnsO0j5IiACIiACIiACIiACIiACIiACIhAniegHcwqgdj7BgxTXJ9++P5D8Gwm8N99dzOefmYj/C0MuLsZ3nC+s4+rUQxPDzkJNY4vxqwkERABETiiBMo2r4mWk/qhUOnirkaKbNrMAKftn/yCZX3GImHzDn+/lXUa67qwWP8FgptoO8/PYdtHyBGBPEKgRYsWfpDxYHdmzpyJFStWBMEMfV4TVIYJMllQrly5TJZq0eEmcPLJJ4MDQHFQqRo1amR5cwZzaSnnaRaBHEYg+D0/0GIVLlwYZcqUOdDVDjn91q1bce+994IfiPjPf/4DDni3bNmyNB+b4IfdTzjhBBQqdGT6wK1evfqQ9+1gMuC+H/h6qdfgbxLPg9SxWQtVqlQpawmVSgSSCbh/L/yvYnJQngiIgAiIgAiIgAiIQBYIPPLII+kOfN2nTx9UrFgxCzkoiQiIQP4koL0WAREQAREQARGIJWBmqaLMDGbm4ziekpn5MXNoB+K4OoGCsXYC/+J2Sbi/e3wkD7cuXFYRzzDv23icd8sGaBIBEcgdBOrXr4/+/fuDH8FiiTdu3IjevXuDH9a555578PDDD/sPgfEZ5Ztvvhn9WNhFF12EK6+8kqvkOPE5afBsleUcMGAABjhdeOGFft+4jyx07dq1wQ9k8fkqw2Hxw1xly5b1UfxQVd++fX0e/CjVmjVrfHysc9xxx+Gkk07y0fxoFz+uVatWLTRq1MjHyREBEchuArk3vzXt70T8p0uASAPK+XCTuaAh4f/+DlzUMs3Yh0G7jH7QXgt8M/NtObjJLJKPM6OzmUVtGSKQ3wn4q8E5uizy+5mg/RcBERCBAydgiPwFazIU2PLzOoGkVDuYBP6lilJABDIkwHtuvMdWr149n4bvJY4YMQJnn322v0/Fe29c3rlzZ/+eAO9pMSHvWzGe6zMcVpAX495++21/74758N0CxnXo0AFBGvaTHzp0KJg/82M6+rz3x3GtFy9e7O8LtmzZkqt68UPc3gg5wT3E4D4aP8R+wQUX4MYbb0x1/3DatGn+/iHvz4VWT2VecskliIuL83H8KDjLw/t2vH/H8t1xxx1RPr/99hvi4uJS3V9L792FrNzLOxzb9TuRicP7i5dddln0f3a+/8Bwjx49PDfu77XXXuv3l8eJPBo0aIAqVar4XLdv344//vjD24HDc4LMeI4wjvc6eT/38ssvx6BBg8BlPN4PPPAAeI+Sz3V4/4Bp01N25xecK8yX2wvKx3OOZeM+33TTTf6dmKzcbw7yy45zj+WRjhyB4NgF5wK3zDrntttuQ8eOHf17qc2bN0fr1q3B63PYsGH4888/mcyL9WS/fv38PTIfISfXEYi0mFK3o7JrJwpkV0bKRwREQAREQAREQAREIAcRUFFEQAREQAREQAREQAREQAREQARyBQEzi5bTLGKbGcxSxAeUZhb90Ds7PwcM1XjtAAAQAElEQVTiA0zagX/y2ZVw7i3Hw09uHTMLTMyf9itG3vqxD8s5+gR+fPcnTLpxKpL28gGQO05u9qVyx6zsieVwxvCO/uFe+PgGx5nnBFWwYEH/AN3Mor5ZJCMz8+cRkiczS7bkiYAIiED2EGjcuDHee+893HzzzRlm+N///hfsFLV06dIM02iBCORWAhx4Nyh7YNOn2NEw8GmzoyN9atq8eNz8RDz2JUW6goBNAe8kofEJhfHyA5VQ57gjM/BxUH75IiACIiACIiACOZxADi5eqcvbouqY230J2ayJtHCc5ea9/1uJHdcNQ+Iva6MfpQraRUFbiX4gZkKbPhW2GZZEQAREQAREQAREQAREQAREQAREIE8T0M5liUDs/QKGKa5Mn89iAj+4D0GfeuedP/HMkI1IfizjVnF3MtzzGmfguBpFMfiZBs4vxqAkAiIgAkeFQNlmNdFyUj8cU6a43z7rM7h6ys3Y9vEvWNZnLBL+3BG938o6j0pyCQKfNsUMAj/WZlgSgbxAgH0r2S+pfPnyfnd27NiBCRMmYNeuXT6ckWNmqfpWZpQuvfj169enF52tcewbWrx4cVSoUAHHHnss6tSp4wdnb9asGdq2bYuzzjoLXbt2BQdc6tatG3r27AkO8s4Bpu677z7cf//9hywOWpVZPhktv+qqq7KVRZCZmeHBBx/EN9984wf4D+Kz6kfqQ/fwKqsrKF2eIsDrZcGCBThQXX311UeEA6956kA3xrqOA5Ed6HqHkn7t2rW44YYbMGPGDN8eCfIqU6YMOMgbB7xi/cC6eM6cOb4uKlbsyPyPVb169aA4R9SvUaPGgW8vZg0z8+8B4CCm9AY3PIhstEoMAZ5PPM8PtN4YPny4f/8jJrscFeRvon4Rc9QhUWFEQAREQAREQARyOIHvvvsOTz75ZJpSnnPOObj++uvTxCtCBERABKIEZIiACIiACIiACKRLwMxSxZtZ9Nktn5eYmb9nTpvPgwOfNhWMuUOfuqjtPtzfPR6+QxhvflKI9Amb981unHvzBrdMswiIQG4gcOaZZ2Lw4MGoWbNmtLgbNmzAzJkzfV+Q+fPngx+f4kLWB3yey4/0sC5gXE4T+2/w40As15o1a8APj1G0GUe1atUKfL5UtWpVBtOoXLlyuOiii3y9yIXkwTzGjx+PFStWMCqNChcujC5dukTXYYIzzjgDQd8ahiUREIFsJJBLs/qt3R3Y/dkS8PlxbDsq/v/+BruopX/2zfqW9Sz9sII2Gn3KzKL1jllK+w7Jk5klW/JEQARIIPnfFncNMiSJgAiIgAiIwIEQSOKdr+gKDEUDMvI4gdRtagP/8vgua/eylQDvPw0ZMgS8B8f/45g5P8z+xRdf+HtvvAe3adMmRnudeuqp4L06rucjYhx+ODv4+Dvf3f7yyy+j+fA9B96L4jtJ4Xt9zJ/b4bsG9Hmvi9lyXOtXXnkFPXr0QKFCkTF4V6xYga1bt3JxKnG7HOOa9824ILzt4P4h9+/SSy/FNddcwyTpimXn/bsgHybifTvee2P5PvroI2zZssX/r0tmr7jy8f01pqMWL16c6n0KxjGv/d3LOxzb5bb3pwsvvBB8/4z/2zMtuS1cuNAfM+7v999/7++98l22fv36YdiwYahbty6T+uPA4+EDIYfnBs8RnitBNNNNnjzZ39Pl8WZ8vXr18MADD6BkyZIMZqjszo/HjeWrWbNmdJs853jucZ+D84ULyWV/95s7duyI7Dj3uD3pyBLgufCKu4ZZ12R1y7wWONb+oEGD9nvuZjVPpTs6BHyL6TDdmyxwdHZJWxUBERABERABERABETicBJS3CIiACIiACIiACIiACIiACIhA7iFgZtHCmkVsM4NZivjw2MzAB4K06QcKOkgH/slnVcK5txwP9uxkB2t29ExyDjvnzH9nBZ7/1zxoOroEfnjnR0y8YTL27d2X3IHKHyAeMpQ7sSw6PNshTQf44PgGx50+zwUz8x0CzFLOF7OIjeTJzJIteSIgAiKQvQRYD7FTy8iRI1G0aNF0M586dSo6d+6MSZMmpbtckSKQGwmwjRWUO7DpU8GHFehT7OAWaOq8eNzyVCJcQ8/N5uRNOAtN6hXBy4Mqo3b1QtAkAiIgAiIgAiIgAmECOd0uddnpqDb2DtemgRNbNk4GuAD2LV6NnT2fReLPaxDbNgq3nWhTcFPgO9PdK3H3TGhIIiACIiACIiACIiACIiACIiACIpDHCWj39k8gfM+AqRmmApv3HhimHyh4RjPtnc0YMvQPl9TdtHAz71vAzM2GGscXw9NDTsJxxxVzyzWLgAiIwNElUKbp8Wg5qR8KlS3u6yjncAYM2PbJMizvOxYJm7b7QWJYxwX1XVD/0Q+EmInxMVEKikCuJ1CpUiU/cLmZu0jc3vz000+YM2dOps8XihQpgrJly7rUkfnPP/+MGPtxeb1xIKogGbcd2LE+B25q2LAh/vKXv+Cqq67C7bffjieeeAKvv/46OBDUZ599hm+//RY//PCDH5R93bp1fnAoDlbPa3vHjh34/fffsXr1avz888/gwEr8CPG8efPw/vvvg/2x3nzzTbz22mt4/vnn8cwzz+DRRx/1gyINGDAAAw5RHGgrszwyWv6Pf/wjFsUhh6+88krwuN5zzz0Hn5c/PyLnyMFnojVzE4Hw9cmB1xISEnJs8dnvsnLlytHy8dqPBjIxEhMTwboiSMIPlgf24fDZjhg7dqy/Hpk/69I+ffpg9uzZ+PDDDzFq1CjwOu3atStq1Kjh+8FzHYrpD7fIkf1ZuZ3169dj9+7dNDMV61xyzDTRfhayf3+QZOPGjQj/TgTxsX5suFixYoiLi4tGc2C5aCATg78X27dvj6Yg92hARroE+JsfZhZOVLp0afBYMI7nz7Zt22jmPbnfRP0i5r3Dqj0SAREQAREQARE4fAR4v4Vt79gt9O7dOzZKYREQARFIRUABERABERABERCBjAmYpb5LaWYwi4j3+s0sOoZOMK4O/UC8Nx+2L2y7DwN7uGdBBsDLYOYE4JPvduPcfuudpVkERCA3EGjatCnGjRuHJ598Em3atAE/FBaUm88n69evj549e2LKlCngh6gYFyzPaT4/aPXQQw+B4/Fwv4KylilTBueccw74waGhQ4eiQoUKGRbdzMB+GPzI0HHHHefrRiZm/5UVK1bQTFeNGjVClSpV/LISJUqgbdu23pYjAiKQ/QRyY45r2t6B+M9/gLnCm5nznYwBIPGRq2AXtvR9PtjeCre7GKbYXqNvZr5eMkvxzQxmhvBkljocXiZbBPIrAX9VOEeXR349A7TfIiACInCwBNyPBwxmFs3AYFFbRl4nEB5/K8mPYx6Oyet7r/3LHgK8D/XII4/4+2+XXnop+P4B/79j7vxfr1q1ajj//PPx4osvYsSIEWCYy9ITP9Y+ZMgQP840P5QdpFm7dm20Pz3v5fGdpzvvvBO0g/tjwbZYBr6D8NJLL4Efxq9Zs2b0ntby5cvxyy+/BNlGfTNDu3bt/NjW//rXv8CPywf7wHK0b98ezK9///4Zjo8dZMb7j2+99Za/38htB/nQZ7h79+54++23/btafN+jQYMGYH9zrs93vNasWUMzKrOs3cvL7u1GC5CJwf/v+e7H6NGj/b3J8H1XcmvSpAnuu+8+TJ8+HVdffbXfz1NPPTWaI99l27NnTzQcGDxHeK4MHjzY389lXlxGhjw2AwcOxMsvvwze22T8/pTd+fG+bHbdbzbLvnNvfxy0PPsJsI5h3TBhwgRce+214PUcnK/cGuslvofWqlUr/27mjBkz0K1bN3+PjMul3EvAt5r4cZ7DsAsFDkOeylIEREAEREAEREAERODoEtDWRUAEREAEREAEREAEREAEREAEchkBs5SOM2YR28xgliI+CDIz8CEmbfqB+CCVduA3+UslnHdrLbc+YEBUcNOX7/6K52+Z5yzNR4PAD9N+xKQbpwJJSD4uyUfIeeVPKoczhnXwxzh8PIPjyrjg2BcoUABmFu0Eb+YyQGQyS9+OLJUrAiIgAtlP4LrrrsOsWbPQunXrdDNftmwZLr74YvAFxXQTKFIEchGB8KDEtMPiy7IM06c40BdFe8rceNzyZCJ83w/nMJ3zfLhx3UJ4cUAcah17TC4ioaKKgAiIgAiIgAgcIQK5YjMlLz0dVcfd6csa7fCa3NjZu2gVdlw3DIlL14DtoqB9RJ9tIsbRD8RMaNOnwjbDkgiIgAiIgAiIgAiIgAiIgAiIgAjkQQLapf0QiL0/wDDF1egH9xfoU7zvEGjqtD8xZOjv7plMkkvuxNnJRaBGjaJ4ZkhDHHtsEbdMswiIgAjkDAJlTj0eLSb2wzFli4N1FW+1sq+ZC2DbJ79gWZ+xiP9jG4J6jvUeFa4PaYcV7BnjAlu+COQVAqeddho42FCwPx9++CE42FMQTs8PDx7EQZf4od/00oXjduzYAQ5GFcRx8CvaHJCIgz598sknYB+pXbt2YdOmTVi0aBE++OADcICkxx57DLfeeiv+9re/oUOHDr6P1cknn+wHsTr++OPBwaA4EFThwoWZpeQIcDAdDpbFwZZOOOEEF3Mos2/8HUoGWjeXEahVq1a0xBz47ffff4+Gc5rBQaOOPfbYaLE4GFxWfq83btwI1l9ckR8tDw/CxrjsFuu/2bNnR7Pt1asXevToAX64IhoZY6xbtw5H6iPqHEQwYLB582asX7//j/kEdXZMsQ8oyPqJffu5Eo9HFvbXDyrYqVMnPyAYP07CdTnAHX2K5+zOnTtpZqotW7ak+r0jg0xX0EKQGdvN6aGIi4vzgxVyGX/Hly5dSjPvyf0kujnv7Zf2SAREQAREQAREQAQOA4F3330Xr7/+epqc+b8QBzxPs0ARIiACIpBCQJYIiIAIiIAIiMB+CJhZqhRmKWHedzez6Fg64XF2aFPhMXhon3/6PgzoEc8uFk5JEcFN7oboJ9/tRpe++39u4FJrFgERyAEEeE3zQ13PPPMMZs6ciQULFnixT8aYMWPA55TsY5FZUQcMGODX4br8YFVmabmc6Siul11pmQ/rs7Zt2+L5558Hy89tsE8Lx91p1KgRzFLqPqZPT8zjnHPOwcSJEzF//vzofv39739PL3mauKBvSpoFWYzgsWC5KY4pxL4cWVxVyUQgPxDIdfu4us1t2P3FD+yK6ruksn9KREDCI1cBF7TwHzaLbW8xTLFOom9m0bYa45A8maWu18xSh5OTyROBfE/A/ZsSuQ69ke9xCIAIiIAIiECWCSS5NpyTf8EospILRQy5+YBAuG1tiPzlg93OY7vI+yq8v8L7LJMmTULFihUz3EMuYxqm5TpcN6PEB5LWzMAPYd99991g/l988YW/38T7TuzXfv/994P3k8L/62W0Xd6je/DBBzF37lyfB8vKj2sHffq5Ht+VuOKKK8D7esH9sWBbLAP3y8yYFPz4Nu+BMZ85c+Yg/AF6nyDklChRpbWzBgAAEABJREFUAldddZXv1xPsA8vx5JNPIrjvFr7vRzu0etQsU6aMv9/Id8KCfOgz3Ldv3+DD9T49y8pjwfJNmzYt1TKfwDnklpV7edm9Xbfp/c5mhrp16/oxwcP3XcntpZdewoUXXghyDTIiM+4r9fDDD/v7BcGysM995j1Q3s9lXkxPhuxzdd5556FIkSIIsxs+fDh4XoTzCNvZnV923G8Ol4+MsuPcC+eZnk1GZEWeFO/ThtPtb3k4Le0DTc91DlbZta3weZMegwMtn5mhRo0auOmmmzBq1KhUdRfrJfYVHDZsGM4999xMz9ED3a7SH10CdhhbTQWO7q5p6yIgAiIgAiIgAiIgAtlPQDmKgAiIgAiIgAiIgAiIgAiIgAjkRgJmFi22WcQ2M5iliA8hzQzsBE2bfiA+UKQd+I3PjMN5t9YCJ/bxpGhTC6b/ihE3z0Wo7w6jpcNMYMm0HzHxxikIwPOYRDpNJaFcg7I4Y8gZ/tiGj2NwPBkXHHP6ZhbtBG+Wco6YGYLJLMUO4uSLgAiIwOEiwMG033vvPVx33XUZbuLee+8FXyTkYLAZJtICEcjBBPjiWlA82hTDHBSWYpg+Ff7YwuQ58fjX4D2A+2n2P8/JvvNwcr3CePmBSqhdvRA0iYAIiIAIiIAIiEBaArknpuQlbVB1/F2wAgUAcy0dr4iZtOQ37Ow5DAk/rkbQVgr7tNmWCgQ30Xaen8O2j5AjAiIgAiIgAiIgAiIgAiIgAiIgAnmKgHYmMwKx9wUYprgOfd5XCCt4RkN/ytQ/MXTYH0wKf78CvGcRMWvWLI4hQxqiWrUi0CQCIiACOY1AmVOPR4tJN6NQhZLgrVa46iso4/bPlmFF37FI+GM7WNdRQT0Y1Iv0A3E92vSpsM2wJAK5nUChQoVw8cUXo2zZsn5Xtm7diqlTpyI+Pt6H03Nq1qyJokWL+kUrVqzAqlWrvJ2Zww8Bb9iwwScpXbp0dLAmDmp06aWXok2bNqhVq1Y0X2g6aAIcNGzx4sW45JJLDjqP8IrmK1ELR8nO4wROPPHE6IB4a9aswccff7zfPWY9wEHLunbt6j/MvmTJkv2uk10JWrZs6fuEMz8OHLV69WqamYoD4PEj5UxUrVo1PxAV7cMlfjh9+/btPnvWgS1atPB2Rg7bJ59++mlGi7M9ngyCj+jzd2D27NnIrM3D3wimOdSC8PekSpUqPpt169Zh4cKF3s7IiY+Px7fffgseO55je/bs8Uk50CAHg2OA9d+PP/5IM1Mxn5UrV/o0HCgx2H8fkQ8dnp/kmtGu85zkdZPR8ri4OAQM2bbmwIw8TzJKz3gev3vuuQedOnXyv1kcqJDxOVn830K/iDn5CKlsIiACIiACIiACOYnAo48+mqY4HKCYgwCnWaAIERABEUhFQAEREAEREAEREIGsEDBLfbfSzGBmftXYMXXC4+3QpjgWDxXYF5yehAeujYfxz+VjPic6hs++j0fn3usYkERABEQgzxPg83E+J+eO8uNb/MgWbUkERCC7CeSu/Fa3uQ3xXy51hXatpMgMMxqGxMf+ATu/uf+YX9C2oh8W22cMm5nv42IW8eEmM4vk5exgNrPAlC8CIhBDwF8dztFlEgNGQREQAREQgf0QMAR/QUKGA1t+XieQlGoHGaJSRSogAiJwmAgoWxEQAREQgdxKIPj2y+Eof4HDkanyFAEREAEREAEREAEROIoEtGkREAEREAEREAEREAEREAEREIFcS8DMomU3i9hmBrMUsSO0mYGdoWnTDxR+OY12o45x6HpbLbc+4HIAnIvk6asZK/H8zXORtE/dNpKRHFZv8dQfMOmmqYA7dl4ADHAylG9UHh2GdvDHlMeN4jENfNrBsaZvZihQoADMLCq4ycycG5nNUuxIjFwREAEROPwEOLDryJEj8dRTT2W4sbFjx6Jz58744IMPMkyjBSKQEwmEBwQO2xzslWGKNsXBYinak+ck4F9PJ7pdcm0uNzsDcH6S08n1C+PlByqh1rGFfLQcERABERABERABEUhDIJdFlLz4NFQZdyfM3bdgm4diu8c1fbBvyW/Y1fNZJPywCmwnBe0l2kFbin4g7jpt+lTYZlgSAREQAREQAREQAREQAREQAREQgTxDQDuSIYHY+wEMU1yBPu8rUIHN+w2BJk/5E0Of3cTbE0yeLHeXws01axbDM0MaoGq1Isnx8kRABEQg5xEoc0oNtJjYD8eUL+mfMSM0bf9sGZb1HoOE37chqPfoh+tE1o2BuCpt+lTYZlgSgZxAgOfwwZajatWqOO+883x/SuaxY8cO8KO8tNNTjRo1UKdOHb9o9+7deOedd7Br1y4fTs/5448/MHXq1Gie9evXR+XKldNLqrhDIHDxxRdj0aJFGDBgwCHkknbVJN8idI3AtIsUk0cJ8Bpv3rx5dO9eeOEFf25FI2IM1hejRo3Cb7/9hnXr1mHLli0oU6ZMTKrDF2RZa9Wq5TfA7bMsLJOPSMfhdTJ69Ojokg4dOqBcuXLR8OE2WF/++eefmW5mzpw5mD59eqZpsnMhP1rRtWtXP8g88504cSL4IX3a6Ynl+/LLL9NbdEBx/P3hRzO4UmJiInjseP4wnJ4++eQTfPXVV35RtWrV0Lp1a2/zd+Xkk0/2Nn/DeM5u377dh9Nz1q5di+eeew7cJpfzHDr++ONp5ivxt7hs2bJ+nzdv3oxvv/3W2+k5S5YswaeffpreIh9XuHBhdOnSJXoOff755xg/fjwyazfPnTsXPJc2bdqE1atXo2LFij6vnOxwf/SLmJOPkMomAiIgAiIgAiKQUwjw3Ti29WLL069fP7Ro0SI2WmEREAERSE1AIREQAREQAREQgSwTMEs9Lo6ZRZ/5xo6tEx53h3agYFwe+l3bJGHgNbv9vd2Ue6G0kvD5wnic03tdlsumhCIgAiKQGwnwWWXwnJbPI4NnmblxX1RmEcjxBHJRAVe3vhXxXy51JY60i5wR6U2VlITEx/4B69oMbEuxfRX4tAOxXUbbzPwzdbOIDzeZpbTfXNDPZuZ9OSIgAukT4JXIi9BdguknUKwIiIAIiIAIpEuAvyDsFU8/koChiCU37xNI3cZmiMr7+609FIEcQEBFEAEREAERyLUEDAYcpnuVBaBJBERABERABERABEQgTxHQzoiACIiACIiACIiACIiACIiACORuAmbuoUDyLphFbDNzzwlSxA7RZgZ2iqZNP1C4AzXtkzrG4bzbaiPSOSfJDwbsXP/C2lczfsWIm+di317GQNNhIrB4yg+YdNM0z96Bd3OSPx50yzcqhzOebu+PJY9XescxOMb0zcx3gjdLOR/gJjNzbmQ2S7EjMXJFQARE4MgSuOWWWzBz5kw0btw43Q1///33fqDMp59+Ot3lihSBnEaAg54GZaKdnvghBYoD0lO0J81JwK1PJ8LcHyhDZHK/1aeeWASvPFAJNasdE4mTKwIiIAIiIAIiIALpEMiNUSUvOg1Vxt0JK1QQcO0eM4MBcB6SflyD3dcPR8KSlWB7KWg30Wcbi3H0A8FNtJ3n57DtI+SIgAiIgAiIgAiIgAiIgAiIgAiIQB4goF1In0DsfQCGKabmPYRAjKPN+wuBJk/djGHPbfL3IwzmVjHvwrm1axfDkCENULVqEWgSAREQgZxOoPTJNdBi0s0oUqmUK6oBvNEKToYdXyzH8j6vI37jVrD+Y10YKKgb6QfiWrTpU2GbYUkEjiSBnTt34v3338eDDz6ICy+8EBx0fNu2bYdUhNNOOw1NmjTJUh6FChXyfZeKFi3q0/OjwIMHD8aaNWt8OOzwg75Dhw6NLitdujTOOuss3+cznE72wROoU6cOxo4diwkTJqBhw4YHn1EGaxrMLaGcpznXEFi3bp3vb30wBWZf7G7duqF8+fJ+dX6c+/bbb8cXX3yRJk9+bP2JJ57ApEmTfFr21b7yyit9veQjjoDDcnbv3t33D+fmeC30798f69evZzAq/nZzH7gv3CcuqF27Ni666CKYHd5zvGrVquDH1rlNfnSedeaqVasYTCXW76+88gruu+8+xMfHR5cFbZRoxGEw+PGKVq1a+ZzJh5zIi9x8pHNYjilTpvjfH+6Hizqk2cxw2WWXIS4uzufzv//9D3feeWe6x+6zzz7Df//73yiXLl26uP9Lq/r1ihQpgmuuuQYlSpTwYZb7pptuwrJly3w47CxduhTsoxss4/lz1VVX+cH4w+kOp83jzI+HHM5tZCXvMmXKpPrdeOGFFzB//vxUq/KYf/rpp7jjjjuwdevWVMtiA+FziOsNGzYMzDN8LnMdLpsxY4Y/j4JlPPe4PpfnZJkZLCcXUGUTAREQAREQAREQgRxAgO3dxx57LE1JTjjhBPTu3TtNvCJEQAREIJaAwiIgAiIgAiIgAgdGwCz1XUszg5n5TPjcxsz8MxQz889oGcdnQWEFY/XQ73o68MC18fA5OMe8ZeA0f2E8Ot20jqYkAiIgAnmCwPbt27Fnzx6/L+zzMmjQIPCZJSPCzyMZlkRABLKXQG7JbXXrWxH/1c9gk8i8Y+BEN/Hxf8DOa+r7G7BtxbYU/bCCtpeZRdtkjIObzAxm5qyU2Sx1OGWJLBEQgYCAv0qco8slICJfBERABEQgawTcjwcMZhZNbrCoLSOvEwiNGZ/EkcypvL7P2j8RyBkEVAoREAEREIHcS4AtJr5TFmpJZdvOFMi2nJSRCIiACIiACIiACIhATiCgMoiACIiACIiACIiACIiACIiACOQBAmYpHWnMIraZwSxF7ARtZum+oBbuSE37pA4Vcf4ddeAnA9wMt6rXNzNX4vlb5mLv3n3QlP0EFk/5AZP6vONZg+CdY2Z0UaFxBZzxdHt/DHmcgo7vYZvHmfH0zSzoBA8zl4cT3GRmzo3MZil2JEauCIiACBwdAmeffTY4wOVf//rXdAvAlwg5COn111+PQx3AO90NKFIEsokAO2sEWdGmGKbPgVwDnzY/qhBo4uwE/OvpRLCjB9OAlg8Ap9QrhJcHVsTxVY9hVpIIiIAIiIAIiIAIZEQg18aXvOg0VH79DtgxBf1HNJJcW4htIvr7fvwNu3o+i8QlqxC0ocI+bZ+WLxw5EQLD9KmwzbAkAiIgAiIgAiIgAiIgAiIgAiIgArmcgIqfDoHY//8ZppiUfli8lxA8n6E/eeoWDH32D3dPwj2dcc9meD/CWS6chDp1imHIkAaoUqUIs5JEQAREIFcQKN3kODSb0A+FK5Vy1Zmr2Hi/1Ynz9s+XY3nvMYjfsBWsAynWixTrysCnTcXucHpxsWkUFoHsILBixQq88cYb/uO7HTp0QFxcHDp16oT77rsPU6ZMwdq1aw95M4UKFcLFF1+MsmXLZikvfrTtoosuAtfjCitcGR944AEMGDAAr732Gl555RVfvgcffBAcJJ1p+IHmv/3tb6hZsyaDUjYQuPvuu/HTTz8hoz5m2bAJV11G6s7syEt5HF4C9erVi8naXAYAABAASURBVG7g7bffBj+A/vDDD2Py5MnR+Kwa9evXR//+/VG8eHG/ysaNG/2HGs877zzcc889YL7Mn3XRm2++6Z9bMiHrhSuvvJLmERXLwY+4s784Nzx79mxccMEF6NGjhy8ry8yy82OT3BemYV06wNVZVatWZfCwinXrZZdd5vuxc0P8+DzDQfnI89prrwX7jQ4dOtR/5L5BA/7vVYXJwQ9P/PHHH94+XA6PNTnVrl3bb4KcyOvyyy8HP3TBZZ07dwbren7Qk/31A95+hYN0uD1+XJ6/Ecziq6++SnXseIwuvPBC9O3bF5s2bWIStGrVCt26dfPvA/gI55xyyin+HA3yWbx4sa8br7jiCl9+5sPfOZ4nv/zyi1sD/vzmeX7SSSf58OF0KleuHP2N5X707dsXLNMTTzwR/Z08nNtPL2++Y8Hfj9KlS/vFLFefPn0QMAuOeb9+/cDzgddZkyZNfNr0nOAcCuoitq1HjBjhz2ueSzzPgzzvvfdebN261WfDc4DxXN9H5GCHXTD4q5iDi6iiiYAIiIAIiIAIiMBRJ/Doo49i6dKlacrBNnD16tXTxCtCBERABGIIKCgCIiACIiACInAQBMxSj5NjZv4eupn5ZxNmEZ/39XlvOPBpB+J9f9r0z2sDPPDPeLgHhb7PWJI3fBDzF+7G2TeudfHQJAIiIAK5nsCECRPQunVrNG/e3D+j5HNm7lSNGjXAZ5RmxqAkAiKQ/QRyfI5J+/ZhZYtbsPurn9kS8g0htol8n1H30Djh8X+gwHnNwLZT0IaiH1bQ5qJPmVm0bWZmvr2G0GRmoZBMERCBjAi4SzByTXojo1SKFwEREAEREIFYAr415+5ppfyAMCY2lcJ5lUCore3a3Qb+5dV91X6JQI4ioMKIgAiIgAjkYgJsMUWU/TtRIPuzVI4iIAIiIAIiIAIiIAJHj4C2LAIiIAIiIAIiIAIiIAIiIAIikFcImFl0V8witpnBLEXsFE2x03Tg06aCjtWB3fCMiuh6R+1onuyV7QfwSgK+eW8lnu83F3v37EtZLuuQCSya/AMm9p7m8kkCWZN50Ou2QpPyOGNwOwTHhz4VPm7BMaVvZqHO75FzAG4yM+dGZrMUOxIjVwREQASOLoFq1aph7NixfvDRjEoycuRInHPOOfj8888zSqJ4EThqBPyLa8lbp00xyI8kUAzTpzjYa6CJsxNx2zN7wF9mL/8b7Sw3N21QGK8OqoTjqxZiVtJBEOAAzDfeeKN/EZkvI+9P7du3xyWXXIKBAwf6umbPnj0HsVWtMnfu3Cwz5zFp2bIlzj33XHBw73HjxmHLli2CGEMgzJTnNM/tmCQKisABEdA5lT4uDjjPeonix1rST5VTY3N3uUpedBqqjL0TVvgY1y5yDaFkl3uVtHQtdl03DAmLfkXQhmKbKiy2tQL5dfzNFVru7krIjsTIFQEREAEREAEREAEREAEREAEREIHcSkDljiXA+wHhOIYpxtEP3z+gHdxboD9pyhYMHf4H4J7N8G4EnONmcKpbtwSGDGmAypWLMCiJgAiIQK4iUKrxcWg+8WYUqVzGldtc9WZwDlx1h51f/ooVvccgfv2WNPdbg3qTfqyQPDE+2ZQnAtlGYPXq1eBzmeuvvx6nnnoqatWqhSuvvBKPP/445syZg8P1bLRq1ao477zz3LXhrpH97I2ZoUOHDmAZS5Uq5VPzeli7di0++eQTfPbZZ9iwYQMYx4VVqlTBbbfdhqZNmzIoHSIBHqdvvvkG/Jgy+8geYnaZrm4wt5xynuYcTaBjx47gh7RZSLbvv/zyS/CDBTNnzsSuXbsYfUA688wzMXjwYNSsWTO6Hq9r5sd858+fj/j4eL+Mfbivvvpqf50fc8wxPu5IOtwmPybJeib4iDgZLFy4MMqAZQ/KxLr1xRdfRMOGDYOow+7zAxH8aD1ZcWPh8pHn999/73my/Pzg+rBhw1C3bl0m9R9KX7FihbcPp8PfAR5z8gm2w+1OnjwZPO78QDzj+YH3Bx54ACVLlmTwkMVzbciQIdFzLcxm2rRpyR/Ih38X4IILLsBjjz2WZttmhssvvxz//e9/Ua5cOV8m/s+7bNkysPzMZ9WqVWAcF/K8fu6558BtM3y4xTJddNFFfh+4LZ6PLNP48eNBxow7GjrppJPAfiGlS5f2myefgFlwzPk7c9VVV+GOO+5AkSJFfLqMHJ5DPJbkyvWYju2WL774InotBucRl/Fc4znH9RjO6XKnmf9VzOnlVPlEQAREQAREQARE4GgRWLp0qb9/Fbt9vpPSu3fv2GiFRUAERCAdAooSAREQAREQARE4WAJmlmpVs5SwmcEsIt675bOKwKcdiM9baNM/9zRg0HUJcCvCrel8P8PMsGBxAjrduBb7kqBJBERABHI1gbi4uDTl53OzW2+9FRzvJ81CRYiACGQTgZydTdLefVjV6lYkfLfct30sWlwD//Y8dTUKnNsUbDMFbSf6YQVtLfpmbq1kBVmZWWB63yx12EfKEQERSJeAv1qco8smXTyKFAEREAERyISA+dacRVOYC0cDMvI4gdQ3MpPAvzy+y9o9EcgRBFQIERABERCB3Ewg0mJK3Y7Krv0pkF0ZKR8REAEREAEREAEREIEcQEBFEAEREAEREAEREAEREAEREAERyFMEzCy6P2YGs4zFztPsLE0/UNDBmmHaDc+IQ9c7akfyjOblggZ8+/4qjLx5LvYk7nURmg+VwKJJP2By33cixwwGhxswAM6oeHIFnPFUOwTHhT7FY0SfCo4lfTPzg+WZmVvdYM6Hm8zMuZHZLMWOxMgVAREQgZxD4N577/UDX3Iw7/RKxQGzO3fuDA5Im95yxYnA0SAQDODObdOmaHOAWNoUbYoD9gaaMDsBtw1JjHaNZVePJBeCU7MTC+OVgXGoUeXIDxLNsudXcQDelStXYurUqejTpw+6dOmC9957Dzx2+ZXJkdhv8uVAzxzcmx9xOPfcc/HSSy9hz549R2Lz2oYIiMARJLB+/XpwYPwff/zxCG41n2wqD+xmiQtbo8rYu4DCkfYP20bBbiX9vBa7ew5D4qJf03yUir8jFNtcgbgebfpU2GZYEgEREAEREAEREAEREAEREAEREIFcSUCFTkUg9v99hikmos/7BVRgB89n6E+cvBlDn/sDXOYc92TGreVuRrgZdesWx5BnTkSluMIuUrMIiIAI5E4CpRpVR9MJ/VCkchm3A652i8zuUXQSdny5Ast7j0H8us3R+62sG8N1JuvHQC4DV1W6DGg4Md55mkXgkAh8/fXX/gNpfCZfp04ddO/eHSNHjsS33357SPke6MqnnXYamjRpkqXVzMyn/b//+z/885//RO3atVGiRInouqVKlUKLFi3wr3/9C/y48PHHHx9dJuPgCBx33HF49dVXwY9Gn3LKKQeXyQGuFanjUuq8A1xdyY8gAX5Amx/eZl/C4sWLR7e8du1a7Nq1Kxo+EKNp06YYN24cnnzySbRp0wbly5ePrs4PgdevXx89e/bElClT0K+f+53dz8fBoysfBoN9xq+88kpMnz7d1zsNGjRAwIHL+IGGSy+9FKNGjcLzzz9/xD/YcMwxx/i+V6NHj8Y555yTiiXLybr3vvvu8+W/+uqrwQ9L8OPoAap58+YdkX5D5DRixAjwo+w85iwby8D++fXq1cPAgQPx8ssvg/UR47NLPNfGjBmDBx980P+2BNtl/jzvLrjgAn8uklF4GZcHMjO0a9fO15FBPmXKsO0XScF8yP7ZZ5/FG2+8gYYNG0YWHAHXzPCPf/wDgwYN8ux4TnKzbG+uWLGC5lGRmaF9+/aYOHGiv4Z5XIOykR158bjccsst4DWflUJWqFABjzzyiD9evOaqV6/u3/vgusyb59j555/v+zzzXGOYy3KD+JuoX8TccKRURhEQAREQAREQgaNFgO3AHTt2pNl87969o23CNAsVIQIiIAJhArJFQAREQAREQAQOiYBZ6nFzzCw6xg7vz5qlhHnfn3H0w+LzDIbpd2mdhAevS3BlcndGI3Okr0RSEhYsjkenG9Zi7z63WLMIiIAI5FICfDZGsT7kszA+a3zhhRfQtm3bXLpHKrYI5BICObmYe/ZiVat/If675b5vaepnxEnY89TVsM6ngG2loM1EPyzWKQybpbS9GGeWEg4jMLNwULYIiMB+CLh/Tdz16WZv7CexFouACIiACIhAKgIczTLlB4ShVIsVyMMEUre5DfzLw7urXROBnEJA5RABERABEcjVBHyL6TDduyyQq8mo8CIgAiIgAiIgAiIgAqkIKCACIiACIiACIiACIiACIiACIpD3CJhZmp0yM5ilKOgczU7TtOkHCjpaM0y74RlxOO/O2i7PJP9iGjtoO8OHv31/JUb2m4O9iXpDzQE56HnhxCWY1PcdP5g8+UbksksCKp5cHu2fbOsH/ODx4HGhwnZwDOmbGQLfLHLM4SYzc25kNkuxIzFyRUAERCDnEbj44osxY8YMdO3aNd3CbdmyBdddd50fuJb1ZrqJFCkCR4hA+BykTXHTHKyWNkWb4kcTAr39UQJuH7rXJTXfVnMGzDnm3OYNi+DVByrhuCqRj9+6aM1HicCff/4JDqT86KOPHpFBpY/Sbua4zcbHx4ODT4t7jjs0KpAIHDQBXtdDhw7F5ZdfjtmzZ4O/iwedmVZMl0BeiSxxQStUGdcfVqSQaxWZ2y3KeW5O+mU9dvd8FokLV0Q/SsVzKSy2vQK5VdxtLHeDhYYT452nWQREQAREQAREQAREQAREQAREQARyLQEVPIVA7P/5DFNMEXuvIHg2E/gTJm/BsBF/unsPgJklC4AB9euVwNBnGiAurjA0iYAIiEBuJ1CqUXU0ndgPRaqWBes4V80532Bm2LXgV6zoPQa7127291tZd7KepM/6NPBpU3BT4Dsz1b1XhiUR2B+BhIQE3xfojjvuQLNmzbxos38Ql+1v/YyWn3zyyeDHdCl+/Jgf780obXrxhQoVwk033XRAeXCdli1b4q677sKTTz4ZXffxxx/3/ZlOPPFEf52ltz3FZZ3Abbfdhp9++glXX3111lfKjpSujgQMuWEaMGAAFixY4EU7O8vcoEEDzJo1y+c9adIkVKxYMdPs+UHtoCzDhw9H7AfL97c8NvOspq9cuTJ47c+dO9eXlWWYMGEC+OHz2DyzGmYfbW7/mWeewcyZM6P5fvLJJ+CHwXv16gVuN7P8eDxYFmp/5zBZkRnTUtx2ZnnHLitRogSuuuoqjBo1CgGH+fPnY8qUKbj77rvBY2mW8Tl9qNuPLU84bGaoW7cuHnrooVQsWc6XXnoJF154IVj+YB2yIgPq4Ycf9gPIB8vIhfEUebHcwbL0/ANJz773/KgFjznLxm188cUXeP3113HeeeeBH78gx+CayMr20ytTbBzz7dy5M8gi2C63zfPuP//5D2rXrg2zjI9dkF84nw8//DB6zjIfsudvFvcxSB9xpAH7AAAQAElEQVTrkyX3idumyC42TTic1fTc5jnnnIOJEyeC5yTzpv7+97/77PaXT5h5VuqhA0nP9gLPt3DZyI68eM6ama/HAi77276Z+ePFa45pef5wX7nfvBbvv/9+sM1CJn7nc4vj9mv/Z2Bu2RmVUwREQAREQAREQASyl8BHH32EF198MU2mV155Ja644oo08YoQAREQgfQIKE4EREAEREAERODQCZilvotpZtF767wna2bRMXg4Vk964rMhxtPv3DoJD/ZMBMzPMKNhzge+/iEe59y4Fns4NAA0iYAIiMDBE9jfc7KDzznzNRs1ahR9dsfn30899ZR/xpX5WloqAiJwqARy7PqJe7Gy1W2I/34FjIV07R4zS7aBvYN7wM452ffdCNpK9NOTmUXbXGyDwU1mLi8nZ0ZnM4vaMkRABLJGwF81ztHlkzVeSiUCIiACIhAQcD8ermVnRj8SZy4cseTmfQIpY20BScl/eX+vtYcicLQJaPsiIAIiIAK5m4BvNSWF21HZtz8Fsi8r5SQCIiACIiACIiACInCUCWjzIiACIiACIiACIiACIiACIiACeZSAmUX3zCximxnMUsRO0mYGdqamTT8QX0oL2w3bx6HrnXVQoGBkfZcRgum7D1dj5M1zsCdhXxAl/wAI/G/iEky+eTpgfoYZDXM+ENe0Is54oq0/RrHHpGDBgj4+OHb0zQyBb8Y8DABcXhGfAbMUm2FJBERABHIygXr16mHq1Kl+sOyMyjl48GBwgNCFCxdmlETxInBYCcR+4CAIhz+GQJvixxICvTkrAbcP3Qv4vh1J4Ho0qeYNC+PVgXGoXrngYS17fs28X79+0UGOOchurDgQ26uvvopLLrnED95MTjx+b731FjhYP48h46SsE6hevbr/kEMs63D4yy+/xPTp08FB0vnSepD7O++8g08//TQIyhcBEcjFBLZt24YPPvgAO3fuzMV7kaOLnqcKV+L8lqg87i6gaCG3X66FlOTaS2w40f9lHXb3HIbE/63wH6XibzN/q8PybSumdXIZ+LYWfYrL6EsiIAIiIAIiIAIiIAIiIAIiIAIikAsJqMjJBGL/v2eY4mLeI6Ad+MG9A/rU25M2Y9iIP/z9AnfXIeK7ewhuRv26xTH0mRNRsSLvSTA3SQREQARyP4FSJ1VH07dvRpGqZV2d5/bHVXisJ3nXdedXv+LXPmOwe82f/n4r607WlfSZJvBpU25tlwdrT1rucbfLK2LJFYH0CaxevRqvvfYaunfvjjp16qBLly7+ufvXX3+d/gr7iW3RogVuuukmvPzyyyhdujQ05U0CZ599NvjhZPbRKFq06FHYSdZz1FHYtDYpAiIgAhECckUgZxBwP4duzhllUSlEQAREQAREQAREIIcRePTRR9OUiO/29u7dO028IkRABEQgAwKKFgEREAEREAERyCYCZqnH0TEzP86OmUXH4GF7PaxgzJ7AD8b0oX9OqyQ82DOBb7JF+kgkJTkfYMTXS3bjnBvXIHGPC2sWAREQAREQAREQgf0TyJEpkuITsaLlvxD/v+W+jeOaO85nm8fJlXjv4O6wTk3AthHbS4FPO6xw+8rMom0vs0h7DKHJzEIhmSIgAlkl4PttOMdfp1ldSelEQAREQAREwN3IYssueA+IQBimL+UHAuG2tyHylx/2W/soAkeVgDYuAiIgAiKQywlE2kx2WPaiwGHJVZmKgAiIgAiIgAiIgAgcBQLapAiIgAiIgAiIgAiIgAiIgAiIQF4mYJbyoMAsYpsZzFLEztNmBnaopk0/EDtcUwzTb9A+DufdUQcwAElOofnbD1ZhZL/ZSIzfG4qVuT8C/5uwGJNvftcliwD1ru9hm4S4phXR/rE2/tiQf3AcApvh4JjRN7N0O7+b8YDBT2Ypto+QIwIiIAK5hMB///tfPxh4XFxcuiV+//33cc4552DcuHHpLlekCBwuAqk6Nrvf8CAc/ggCbYofSQj05qxE3PnsPvifZv/zbIj8AS1OKoxXB1bEsZUKHq5iK9/9EChVqhROOukk3HPPPXjllVdQo0aN6BpTp07FJ598Eg3LyD4CZgbW8z179sTQoUNRvnx5n3l8fDzeeust0PcRckRABERABDIgkPeiS3RtiSrj+sOKFQHc7wTbSzBvAss2IL7nMCR+v9x/lIrtLLa5wmLbLBDcRNt5fg7bPkKOCIiACIiACIiACIiACIiACIiACOQKAiokCcT+X88wxWW8N0A77NPmvQPqrYmb8ezzf7pbDAZ3uwHmVjJzrtOJ9Utg6JATUaFCIRerWQREQATyFoGSJx2LphNuQbHq7hmcq/PMzNWBEe366les7PM6dv+2yd9vDepN+uE6lTZFMoEfazMsicDXX3+Nxx9/HF26dEGdOnXQvXt33+9n9erVBwSHz4w7deqEf//735g0aRI2bNiA+fPnY9iwYejRo4fvL3lAGSpxjidQuXJljBw5EjNnzkTLli2PWnlZO8LVktAkAiIgAkeNgDYsAjmDgPu3Qb+IOeNQqBQiIAIiIAIiIAI5jMDo0aMxY8aMNKXq168f2rVrlyZeESIgAiKQPgHFioAIiIAIiIAIZCcBM0uVnVkkbGb+2bKZwSxih8froR0oGM+H/jmtgAd7xvt1nAODm5Kdb39IwDk3rkF8oh8lyC3QLAIiIAIiIAIiIAIZEch58Um7E7Cy1W1IXLTSFc41cDg7wbWVzAx7n+4OO7sJ2CZiOynwaQfimIeBzMytatE2F9xkZs5Nmc1Sh1OWyBIBEdgfAX/1OEeX0f5IabkIiIAIiEBqAobgL4hnOLDl53UCqe9bMkTl9b3W/onA0SWgrYuACIiACOR2Akn+wzuHp9VUILfDUflFQAREQAREQAREQASSCcgTAREQAREQAREQAREQAREQARHI8wTMLLqPZhHbzGCWInaiNjOwYzVt+mEFna/pn9iuIs6/6wQUKOjWhwFuPbjJWfh+1mq8cPMcJO7e62I074/A928vxuR/zYC5P3glu45ppaYV0f7RNv6YkHvBggWjneFpU8Gxom9mCHwzg5mBk5kBNJzMInHO1CwCIiACuZJAt27d/OBIHTp0SLf8a9aswd/+9jfcd9996S5XpAhkN4HYDxoE4eAjCAzT5sdkwnpjViLuGLbHFScJSezXQcHZTi1PKozXBsbh2ErHuOWacwKBunXrYtCgQShfvrwvTnx8PF5++WVs2bLFh+UcHgKNGzfGWWedFc38p59+Auv5aIQMERABERCBtATyaEzx81qg8ri7YMWKRPbQtZ3c7FpOrv20fD129xyKxO+W+Y9Ssc3F9ldYbJMFYga06VNhm2FJBERABERABERABERABERABERABHI8ARXQPVvhnYEUEPz/nmIM7wnQDvu8XxDozQmbMXzkn0zq7i14z/tcp0H94hj2TH1UKF8oskCuCIiACORBAiUbVsOpb/dD0erlfX3KGjXQzq9/xa99xmD36k3+fivrUtaf9FlPBj5tingCP9ZmWMpfBBISEnyfnjvuuAPNmjXzos2PoHFZVmmULl0aF154IZ544gnMmTPHPyN+77338OCDD/r4uLi4rGaldLmQQN++fcG+Addddx2O9uSeQrkisIZ0nmYREAEROBoEtE0RyCEE2ObXL2IOORgqhgiIgAiIgAiIQI4hwDbSY489lqY81atXR+/evdPEK0IEREAEMiSgBSIgAiIgAiIgAtlOwMyi4+0wczOj52VmfpmZ+fF5wuP20A4UHuPnnFaGB3vGA0mRJ4i+s5lzGPrux3h0uXEt4hN0FxWaREAEREAEREAEMiaQw5Yk7UrAr61uQ/zilb5V4xo6wez8JOx5ujsKnN0kOt5h0DYK2kr0OdZh4JultLGCXTWzwIy2v6IRMkRABA6YgP+Pwznu35IDXlcriIAIiIAI5GcC7sfDt/joRzjwnlbEkpv3CaS0ybmvDFG0JREQgcNEQNmKgAiIgAjkegIGA0L3NpGNU4FszEtZiYAIiIAIiIAIiIAIHEUC2rQIiIAIiIAIiIAIiIAIiIAIiED+IGDmHhok76qZuecHacUO1WaGoFM1/bCCTtj067etiPPuqgMryP7a7MzDbjxOSUn4ftYqjOw3Gwm7+FFbaMqAwHdvLcLkf81wADlHGMJ5bkalZhXR/tE2IH/yDvu0KR6vwDcz/3KhWcpxhZvMzLkAHbMUm2FJBERABHIrgaZNm/oBwzMbEImDfl9yySVYvnx5bt1NlTsXEOCAXUExaVMMhz96QDv4IAJ96o1Ze3DXs3t9ewww+J9og5sMrRsVwasPxKFanGtkuRjNOYfASSedhF69evk2F0u1aNEifPfddzSlw0TAzF0TrVtHc9+xYwe2bNkSDcsQAREQARFISyAvxxQ/twUqj++PAiWKgg0og/tzvxVwshW/I+H6Z5H47S/+o1Rsc7EdFhbbaoHgJtrO83PY9hFyREAEREAEREAEREAEREAEREAERCAHE8jvRYv9P55hilx4L4B24PMeQVhvTNiM4S9uBu8nwE3mBJj7Axo2KIFnh5yI8uULQZMIiIAI5HUCJRpUwylv9UOxGhV9Hehuszo/Uh/u/mYVVvYZg12r/vD3W1mnsi6lH65jaVNkFfixNsNS3iawevVqvPbaa+jevTvq1KmDLl264PHHH8fXX399QDveoEED3HTTTXjzzTexbNkyTJo0Cbfeeivat2+PIkWKHFBeSpw7CZxxxhmYN28ennnmGZQuXTpH7ESkVrQcURYVQgREIH8S0F6LQE4hYGbu/4WcUhqVQwREQAREQAREQARyBoFHH30U33//fZrC9OnTByeccEKaeEWIgAiIQEYEFC8CIiACIiACInD4CJhZNHMzg1lEHKuHMjP/zngwbg/9sMJj/XRqZXioVwIKGADKOWbewPc/xaPzjWuxO34fNImACIiACIiACIhAegRyUlzSznj82vo2JCxZ5Vo0cGKbxikyY++Qa1DgrMYIt4XCbaSwHW5TBbaZwcwQTGYpdhAnXwRE4MAJ+CvJObqkDpyd1hABERCB/E3A/XjAYGZRDAaL2jLyOgGObp68j0lJiPwlh+WJgAgcFgLKVAREQAREIPcT8G0m33bK/n0pkP1ZKkcREAEREAEREAEREIGjQECbFAEREAEREAEREAEREAEREAERyEcEzNJ2tDEzmKUo6ETNTta06YcV7pRd//SK6Nq/LgoeY46iwf+ZM928cPZqvHDzHCTs2uNCmmMJfPfmIky9baZjFiwhOCc3V2kRh/aPnIaCBQtm2Ak+ODb0zcy/VGhmMIsIbjIz5/rZx0csuSIgAiKQNwhwcO+hQ4fi2WefzXCg74kTJ6Jz586YNm1a3thp7UWOIhD7AYMgHHz0gGHawYcQ6FPjP9yDO5/dA3aJZRqwU4cPAK0bF8arAyuiWsWCOWpfVZgUAh07dkStWrV8BI/v7Nmz3SHkAfRRaRwe4yVLluD//u//cMEFf+bG+gAAEABJREFUF6Bly5Zo3rw5Tj/9dFx11VUYM2YMtmzZkma9jCK4zY8//hj9+vXDX/7yF58X86PNuLlz52LPnqy1v9evXw/WoZdddhlatWrl82L5WE6Wl+Vm+TMqy5GKj4uLiw7uv2vXLmzdujW6aZbxzDPP9GW/6KKL8Pvvv0eXpWfsL314+YABA/yxnTVrFq644gp/7Hjcrr/+evAY8FjEbuPXX3/NtmMdm/f+wvHx8XjnnXf8ecVy8rygz/OM8Vy+vzy4nOcFP9DRrVu3VOcYz41zzz0X//73v/Hdd98hvf2fOXOm58RtX3nlldi0aROzzFTbt2/Htdde648ht8E80luB5Z8xY4ZPy498cBtUp06dMi1TenllNY7n/8qVKzFkyBB/DoS3y2vmInfO8VrhB0iYNqv5ppcuN517O3fuxAcffODrIZ4TPG48FhTrIh7Pd999F0wXu6+so5iO7TN+DIbLeU3zfGM8xTSMjxXPOV57rOu4HaalaDOO62W1/mPerC9YB1588cXR85b7M3jw4P3WJVw/ByvPF614l+aoNK4/rERRX0/764/tKde6SlqxAQk9n0XiN7/4j1Kx7cVzJyymD0RYtOlTYZthSQREQAREQAREQAREQAREQAREQARyKIF8XazY/98ZDsR7ALQDP7g3QJ8a//ZmDH9hM9xNBTcnOY5JvKPg7YYNS2D4kBNRtuwxLl6zCIiACOQPAiUbVMMpb/VF0RoVfF0YqRVZTSZh1zcrsarPGOxe9Ye/38q6lXUp/XBdS5siscCPtRmW8haBX375xT9D47OVOnXqoHv37uAzxuD5T1b2lv1Qzz77bDz88MP47LPPsHjxYgwbNgx8fl2hQoWsZKE0eYhApUqVMHv2bLRt2zZH7RXrRVcr5qgyqTAiIAL5ioB2VgRyDIEkdxvFzTmmPCqICIiACIiACIiACBxtArwP9vjjj6cpRosWLdC7d29oEgEREIEDIKCkIiACIiACIiACh5mAWepxd8wiYTOLjtPDcXs4vk/g0w7EZ9u06Z/d0vBgrwS4VcHniOwnwXun1Pc/7cY5N6zBrt373DLNIiACIiACIiACIpCKQI4J7Nu+G8tb3or4JavANowXHwgz5AJ7h/RAgb80ynDcQ7aLKLabKDOLtqnMzLWTIkLyZGbJljwREIGsEjBL/7pxlyj/DYG/ZLOamdKJgAiIgAiIgGvnsU8872MFMBgObPl5nUCoXeHaGAb+5fV91v6JwFEloI2LgAiIgAjkAQJsMUWU/TtTIPuzVI4iIAIiIAIiIAIiIAJHnoC2KAIiIAIiIAIiIAIiIAIiIAIikN8ImFl0l80itpnBLEVBx+qgozX9sPhiGsP067WpgPPuOgEFjjGwc2jQMZT+wtmrMbLfbMTvTIxuUwbw7RuLMOW298BOUGQWYUIrCVVaVkK7/2uNgG/Yp03x+AS+maXpAA83mZlzI7NZih2JkSsCIiACeYfAjTfeiJkzZ6J58+bp7tRPP/2E888/H4888ki6yxUpAgdDgL/hwXq0KYaDjx0wTDv4AAJ9atwHe3DX8L1MCv46mznXyc04rUkRvDYwDlUrFvTL5eRMAuXLlwcHZQtKt2TJEmzZsiUIpvLXr1+PPn36oFu3bnj77bexZs0a8Lxgovj4ePz444946qmnfB01fvz46DIuT0/Lly/H3/72N9xyyy349NNPU22XZWDcrbfeir/+9a/+4wjp5cG4PXv24MUXX8QFF1yAl156CStWrPAf7eAylo/lZHlZ7jvuuAN//PEHFx01rV27Flu3bvXbL1WqFCpWrOjtw+3wOh41ahT69++PZcuW+ePD4/b1119jxowZvi0flGHnzp144IEHcPnll2fLsQ7yzaq/aNEiXHXVVbj//vv9ecVycl36PM8Yf/XVV4PnEOPTE/eBgxDyvHjmmWcQe27z3NiwYQPee+89/POf/0Tfvn3TnBv8La5Vq5bPnttauHChtzNzyJYfCGGaKlWqoFGjRjRT6csvv8RFF12Ee++9F99//z1Y1iDBpk2bomXq1auXv86CZYfi87y/6667/AdGXn31VX8OhLfLOp0DN/Ja4TU3aNCgVOU6lG3n1HOP5WKb68ILL/TXBescnhM8N4L9ZV3EY/Sf//wHl156KXjsgmWH4vN8yo76j2VgHchr+5JLLvF14KpVq/z1zWXcn9GjR4PL3nnnHXCfGZ+7lD9KW6xzM1Qe3x8FSxd3bSoD2JiCm5yZtHIjEq4fhsSvf/a/b7xeeZ6GxWMbyK2V6lgznnGSCIiACIiACIiACIiACIiACIiACORcAvm3ZLH/tzNMkQh9ivcA6Af3BOhT497ajOde2px8G8Gcb241A/8aNyqJZ5+pjzJljnFxmkVABEQgfxEocWI1nPL2zShWM87ViZF9NzPAafd3q7CqzxjsXvmHv9/KOpZ1Kn3WtYFPm4KbAt+Zqe69MizlbgJ8rjds2DCcd955OOGEE9CvXz9Mnz4dCQkJWd6x448/Hj169EDw/I3Pnu6++260bt06y3koYd4k0LRp0xy5YwZz5aKcp1kEREAEjjgBbVAEcg4B9++B/1XMOSVSSURABERABERABETg6BJ49NFH8fvvv6cpBN8fKVmyZJp4RYiACIhAxgS0RAREQAREQARE4EgQMEt55mdmMDO/WTOLjtcTHseH4/mExbGVGKZ/VgvDw70SUcBlYeAfnOvk8lr0SyI637gGO3fvgyYREAEREAEREAERSCGQM6x923ZhRevbkPjTGphF2jEsmZk5z7Bv2DUocGYjsM0TtH3ox4rtJsrMom0pM+YBny+SJ7NIXHJQngiIQBYImGV83fglzskkSRa2oCQiIAIiIAL5kYAh8hfsuw/F/KCYWbBYfp4iwHHOU3YoCfxLCcsSARHIbgLKTwREQAREIC8QiLSYUrejsmu/CmRXRspHBERABERABERABETgKBLQpkVABERABERABERABERABERABPIlAbOUzjVmEdvMYJaioIM1O1/Tph9WuJN2vTYVcd6dJ+CYQgUieYD5RNAumrMaL/abg907EiMR+dz99o1FmHrHTCBgDTcZYO6vSqtKaPdwK5BzmC/DgYJjQd/MUnWANzNwMov4UZuGJAIiIAJ5mED79u3x3nvvoXv37hnuZf/+/XH11Vdj48aNGabRAhHICoHYDxYE4eDjBvSp4MMH9KmxH+zBXc/tcZuIdOKgG1k3Ca0bF8arAyqgSoUCbrnmnE4gPPA865QNGzakKfKPP/6I66+/Hl988UV0Wfny5dGpUydccsklaNKkCYoUKeKX7dy5E0888QQ4CNyePTxHfHQq5/vvv0evXr3wyy+/+Hi2BWvXro0LL7zQq169er4NyYUrVqzALbfcgvnz5zOYRuPHj8eIESP8Rzq4sFKlStFysXwMM56aPXs2BgwYAJaR4SMtXiMLFiyIbrZs2bKoWLFiNHw4jXnz5nlO3EbAumXLlihXrhwuvfTSKO+tW7fi9ttvx5QpU8Brn+nDx7pVq1YoXrw4oz1HHusXXngBGR1rn/AAnCVLluDWW28Fjzv/Z+C5wPOCx5LlCLLiufPvf/8bmzZtCqKi/vbt23HHHXdg3Lhx0fOiTJky6Nixoz9fmR/zZf7BSjy3uS/h/SCbZs2a+SRkwfOHx9BHZOB8/PHH2LFjh1/atm1bVK1a1dt0uC4/+sHzmdca41iGRo0a+XJ17doVxx13nP+fiMu++eYbcNDE5cuXM3jQWrt2LW688UbMmjUrekx5XZApr9/Y7XJfefz5oRKW+aA3nLxiTjz3uF+jRo3Cvffeiz///NOXlHUY6zIyocLnOhPwmA0cOBCrVq1i0Kty5cr+2J177rkoUaKEjytUqBDOPPNMH898mMYvSHays/7jfrz++usYMmSIvx65CV6fwbnOa5z7xTrv4YcfBo8F0+Qq5aPCFjunGeLG9UeB0q6OZcOK+57sJ638HQk9h2HP1z/7eo1tMV6rYfF8CORXTUpe2QUY7zzNIiACIiACIiACIiACIiACIiACIpAzCeTTUsX+v84wRRz8n5924Af3AuhTY9/8EyNe3gzw33/KGUzPdRs1KoFnn66HMqWPYVASAREQgXxJoET9qjjlrZtRtGac3/9IHZkE3jbd9e0qrOo9GvEr//D3W1nXsm6lz3SBT5tiBoEfazMs5S4CfAb57LPP4vzzz0edOnX8s7h33333gHbi9NNP98+YPvzwQ/A53ssvv+z77/A53wFlpMQicBQIROoz34A8ClvXJkVABPI9AQEQgRxEgL+J+kXMQQdERREBERABERABETiqBNiPnn2RYwvBPvd8by02XmEREAERyJSAFoqACIiACIiACBwxAmYW3ZaZwcx82Mz8O6pmEZ/vsPIdbvphhccAOrM58NANe9x6kTundHkflR3UFv2cgM43rMGOXfugSQREQAREQAREQAQ8gRzg7Nu6Eyta347En9a40rB/qJOzONPaN+waFOh4EsJtnnBbKLDZTqLMzLWFCvg2lVlKuwrJk1kkLjkoTwRE4CAImKW+jvh/B5zD/t0HkZ1WEQEREAERyNcE2OJzPyLJDBiiaZb6t8YsdZhppNxOIPUxNfAvt++Tyi8COZiAiiYCIiACIpAnCPgW02FqGxfIE4S0EyIgAiIgAiIgAiKQzwlo90VABERABERABERABERABERABPIvATOL7rxZxDYzmKUo6GjNzte06YcV7qxd7/SK6HJnHRQsZGCHHv9yGnuJJgEL56zGi/1mY/f2xOg286Px7fhFmHL7TD84Mh0ycnj4Dh8qt4pDu4da+Q+JhrkWLFjQx4V9HgszS9UB3szAySzih23akgiIgAjkdQLly5fHK6+8gsceeyzDXR01ahQ6d+6M2bNnZ5hGC0QgMwL87Q6W06YYDj5qEPjBBw/oU6+/vwf9R+x1Sfk7TQF0zQynNymCUQMrokqFgtCUOwhUqVIFpUqV8oXdunUrfv/9d28HzqZNmzBw4ED89ttvPqp06dK+bpoxYwYefvhh3HPPPXjppZcwc+ZMdO3a1bfpeO5MmDAB48eP9+uEnTVr1mDAgAFgvow/9dRT8dZbb+GNN97Afffd5/X6669jypQp6NChA5P4tP/973/BdX1EssMwt8HtFSlSxK87bdq0aLlYPoaZL5dzNQ5Q9/HHH9M84vroo48wefLk6HZPOukkVKhQIRo+nAaPLfMnCzKjz49bTJ06FSeffDIXYc+ePRg8eDDmz5/vw+XKlcPjjz+O8LEeNmwY3n//ffTt2xdkSvb8qMWsWbP8OofqbN++Hbt27UKrVq0wceJE8FxgWXksWY4+ffr4c4zb+emnn5Deb+B7772HL7/8kkl8GR966CFfZv6m8nxlfsyXZT733HN9Ojqff/45li5dStPLzNCpUycUK1bMhxcsWIC1a9d6Oz1n8+bNmDdvnl9UqFAhtG3bFmasHX0UFi1aBJ7H8QS/NKQAABAASURBVPHxfh+Y9/Tp0/3vPcvF64L7PG7cODRs2NCvtHLlSr8OufiIA3RYr48dOxbLli3za7J98cILL+Cdd96JXifBdnkuNGvWzKejw2t648aNNA9JOfHc48dYyIXnL3eOA1TyvGZdxmNB8Vzn+cXzhec6061btw68jmlT9evX93Vgv379wOuFcTxfrrnmGh/PfJiG8RTrLPLOjvqP+fFaHTFiBLgf/L+adTDPqeBc5zXOurhDhw7geRccC66bW5TfylmsU1PEjeuPAmWKw9wfkusQI4jVfyCh5zDs+Wqp/ygV22Q89mHxmg/EVWjTp8I2w5IIiIAIiIAIiIAIiIAIiIAIiIAI5BQC+bEcsf+nM0yRBf/Xpx34wT0A+tTYt7bg+Ve2uqTujoGb4WUwMzRpXBLDn66P0qWPccs1i4AIiED+JlC8XhWc8vbNKFarkq8jAdaVgPOw6/vVWNl7FHav/N3fb2WdyzqWfrgOpk3BTYHvTIRthqWcTeDXX3/Fc889Bz4PqlWrFnr37g0+Q85qqePi4nDFFVdg+PDh+OGHH8BnzYMGDcKZZ54JM8tqNkonAjmDgD9ndd7mjIOhUohA/iOgPRaBHEXA/SbqFzFHHREVRgREQAREQARE4CgSeOSRR9LdOu+jpbtAkSIgAiKQCQEtEgEREAEREAEROLIEzFLudJpZ9Bm2mfl3WM0iPsf34fuH9MMKjwV0ZnPg4Rv24JiCgAEw864zgCXLEtDlhjXYvnMfNImACIiACIiACIjA0Sawb8tO/HraHUj4eQ3gmywGMycABiBp2LUo0KEhwm2dcBsosNk+osws2nZC8mTGnCIBsxQ7EiNXBETgQAmYpb2OfIxz0ll0oNkrvQiIgAiIQL4i4H48XKvPjH5kx82FI5bcvE8gKbSLSZGx4kMxMkVABLKXgHITAREQARHIGwR8q4nf1jkMu1PgMOSpLEVABERABERABERABI4sAW1NBERABERABERABERABERABEQgnxMwsygBs4htZjBLUdDhOuiEHeuHO23Xa1MR5951Ao4pXMDn4RzA3Oy0eO5veLHfbOzaloD8OH0zfhGm3Pk+Ah4IGAOodlpltH+oFcg2zJPhQDwOgcws2gHezFxWBk5mET/GZlASAREQgXxD4Pbbb8e7776LE088Md19/vrrr9G5c2cMGzYs3eWKFIGMCIQ/SkCbYtrgowYMU8GHDuhTY2Ymov+IvYDvA+u7cXibwdObFMZrAyuicvmCzErKJQTMLNr+4vHfs2dPqpLz4wc//fSTjytfvjyGDBmCjh07+vabj0x2SpQogXvvvRcXXXSRj2Fe48ePx5o1a3yYDs+p0aNHY+XKlQyiVatWeOqpp1CjRg0fDjuVK1fGgAEDfBrGc51x48al+qDGihUrsG7dOi5Gu3bt0LVr1zTlYpvzggsu8B90YEKW6/PPP0+VD+MPl3bu3Invv/8e999/P+6++27Ex8f7TZFlt27dfJvZRxwB54wzzkCXLl2ix5ubLFq0aJTZ/PnzMX36dEaD5Rs8eDA6dOgQXe4XOKdIkSK4+uqr0atXL78sMTERr7zyCjZt2uSWHvrcrFkzcCDBatWqpcqMx/If//gHzjrrrGj8t99+C55XQcT27dvxzjvvgMeZcUzfqVMnX06Gw+I5e8stt6BOnTo+euvWrVi7dq23A+eEE05A3bp1fZDn2sKFC72dnrN48WKscOckl9WvXx+NGjWi6cXj/vzzz4PbYASvkwceeMBzZjis2rVr+/2nz/hvvvkG7733Hs0DFvdn9uzZfj3y4/6ecsopqc4Bv9A5vObuvPPOaJk2b96M33//3S059DmnnXsffPABNm7c6HescePG6NevH4oXL+7DYYfMwvUHl/3888+pzjnGZUU8T7Oz/uM5NWbMmGidwvqPdTDP63B5eFwHhOrS8LJcYOfLIhbr1BRx4/oDZYrBnWyOQZJrdjklOa3+HfHXDUXil0v9R6nYNmN9FxbPtUBuZZcFW2m0mF2KHYmRKwIiIAIiIAIiIAIiIAIiIAIiIAJHnUC+KwD/bw/vNMOB+D8+7cAP/venT415czNGvLw5+f99938+ZycXgSaNSmD40/VQqpSe0YT5yhYBEcjfBIrXrYKT3+qHYnUq8QYpq0vnk0kSdn+/GqtuHIXdv/7u77ey7mVdS4XrYtqUX8vdp6VPBXG0pZxHYNWqVRgxYgQuuugi1KxZEzfeeCOmTJmS5YKeeuqpuPXWWzF16lQsX74cfO59ww03gM8As5yJEopAjiTgG485smQqlAiIQJ4noB0UgZxFwP0kujlnlUmlEQEREAEREAEREIGjQODtt9/GxIkT02yZ7wmcffbZaeIVIQIiIAL7IaDFIiACIiACIiACR4GAmUW3ambRd0fNzL9XaxbxCxYs6MP0wwqPCdShGTCoVyKOKQj4fhHsJ+FuptJbsiweXW74Ddt27IMmERABERABERCBfE3gqO783j+3Y/lptyN+6RrXYHFFcW0V13BxcxJo7n32GhTo0BDhNk647RPYHEeCMjPfRjIzcDKzaHsqCNOXREAEsoeAmUUz4jXLC5f/b+x1/2bkbiVh777Do30uXykJnsFe50vYdxAMktw6OUf7kOQueCl3cnCVHY663I9HEsUfkORfFYbNIr8xZpaqPZecRF6eIWChPTFE/kJRMkVABLKTgPISAREQARHIIwQibSY7LHtT4LDkqkxFQAREQAREQAREQASOIAFtSgREQAREQAREQAREQAREQAREQAQAs5QHCWYR28x8vFnED3e8Djpkh/1w5+26p1XEuXfVRcHCBj8lAUFfn8XzfsOL/T7Crm2JflF+cb4etxBT7pzpdpcwnMfZQeELfNXaVEbbQS38h0zDHMN8yZ9h+mYW7QBvZv44wU1m5tzIbJZiA5E4uSIgAiKQnwh06dIF7733Hi677LJ0dzs+Ph59+vTBTTfdhF27dqWbRpEiECbA3+wgTJtieN++fa6dkwT6YfEjB9To9xJxz8gk+F/mZMcYMqDdKUUw6oGKqFRO3S/IMq9o+/btmD17dnR3Lr74YjRs2DAajjXY/vvnP/+JWrVq+UVr1qzB559/7m06a9euxccff0wTJUqUwHXXXYeSJUv6cHoOl/Xs2RPFihXzi+fNm4eNGzd6m86ePXv8+Up7586dYJh2rMwMHTp0QMWKFVG7dm1Ur14diYmH3oZfvXo1OnfujObNm2eo9u3b49prr8U777zjPx7CsrEt3L17d9SrV4/BI6Z27dr5F1XT2yCv8XfffTfKZX/H2szAD2YE58PPP/+MhQsXppf1AcXxf4Srrroqw/OC5xj3I8iU50P4t2/Hjh3++FarVg0Uj4+Zq6SCFWL8MmXKRM9XLuIxpR+I5yDzYJj14qxZs6LHkXGBWI/y3A7OqzZt2qB06dLBYvz444/47rvvfLhKlSro1q1bhseCiapWrYprrrmGpj/HP/jgA/Ac9xEH4JDH8ccfD26T5xvLldnqcXFxnhvTbNu2Db///jvNQxaPGY9dehkd6XOPx6hw4cK+LuDxP//880E/vbIxzszQuHFjml6x55yPzIKT3fXfsmXLotdc+fLl/XWTEWOex6xvWe9moag5KEn+LUqxs5ui0vh7UKAsfyPNtbacLMLD1mxCYs8hSPzyJ18f8Rpi/RQW66RAXIs2fSpsMyyJgAiIgAiIgAiIgAiIgAiIgAiIwNElkL+2Hvt/OcOxCv7HD/7np0+NeWMzRr6yNQLM3bOCu2PgZ3fP4JQmJTH8mXruvmpBaBIBERABEUhNoHjdKmjy5s2gH1SfQYrdC3/Dqptew+4VG9Pcb2X9zDqZfiCuR5s+FbYZlo4uAT7nGzlyJC655BLUqFEDN9xwAyZPnpzlQrVs2RL333+/f7799ddf44knnkDXrl39c+0sZ6KEIpDDCRgbkF45vKAqngiIQB4koF0SgZxFgP8bWM4qkkojAiIgAiIgAiIgAkeFwGOPPZZmuxUqVEDv3r3TxCtCBERABPZPQClEQAREQAREQASOFgGzlDueZgYz80Uxs+h4Pnx3l+82Bz7tQHwvkTb9js0MD96QiMKFXB5ufSR7cMaPKxLR5YbfsHXHPmgSAREQAREQARHIrwSO3n7v3bQdK9rcicRf1gHJ7RS4tooLwMwZw69FwTMa+nE8grYN/VixPUSZWbStZGY+DzNDMJml2EGcfBEQgf0TMLPo9WSW2g6vbQw459L7t6LwWRtR5OwNKHLWBhQ9az2KJav4X9ahxFlOf1mLkl5rUOovEZX+y28ofeZvKHPmapRNVrmOq1D+TKeOK1HB61dU7EitQFxHpw4rUKnDclROVpUOy1CVOuMXVPP6GceeQS1F9TOc2i/Fce1/Qo1kHd/+R9Sk2v2AWl5LULtdRHWcX6ftEpzQdjHqJqte20Wg6p++ECd6/Q8NTqe+R8PTndp8j5PafIdGyWrc5ltQTU77Bid7fe186iuccppT669wausFaJqsZq2/BNW81Xy08PoCLVtRn6NVK6eWn6G102nJatPyU1Cnt/gEbVs6tfgY7bzmoX0Lp+ZzcUaLuejgfKpj8zmgzmw2G39p7tTsI5zlNQtnN3Nq+iE6NXNy/jlNP0DnZHVp+j7OpU6difO83kPXU51OmYHzT3Vy/gWnTMeFybrolHdxMXXyO7jEaxouPZmaistOdmoyFZc3mYIrTo7oypMn469Uk0n4m9dE/L0JNQFXNXFqPAH/aPw2unm9hasbv4XuVKM30cPrDVzTiBqPaxs5nTQe/zxpHK7zGoueJ43F9VTD19HLawxuaEiNxo0NnRqMxk0NRqG312vo0+A19KVOfBX9vF7BzSdSL+OWE53qv4R/Od3q9SJuq/8ibqfqvYA7vEbiznrU87irnlPdEehfz8n5d9d9Dvc4/Zs6YTju9XoW951ADcN/TnCqMxT3n+Dk/AF1hmCg0wNU7WcwqI5T7acxyGswHqxNPYWHajvVegoP13oS/+f0X6rmE3ikllPNx/Go12N4rOZjTo/i8ZpOxz+KJ45/BE86PeX1Xww+3qnG/+Fpr4fxTA3qIQyp4XTcgxjqNCxZzx43CMOp6oPwnNcDGFGdGojnqzsdOwAjnV5I1ovH3o+XqGr/wcte9+GVatS9eLWaU9V/4zWnUV73YHTVezCGqnI3Xvfqj7FVqLswropT5Tsx3ukNrzvwZuU78BZV6Xa87XUbJlSibsXESk5x/8Ikp8let2BK3C2YSlW8GdPinCr2wzteffFuRacKfTDdaYZXb7xXoTdmUuVvwvsVnMrfiA+8bsCH5Z3K9cKs8r3wkfM/Knc9ZjvN8eqJueWcyl6HeV7/xMdlncpci0/KXotPnf9pmWvwmVcPfF6mB76gSnfHfK+r8WVpqhsWlO6Gr0pR/8DXpair8E2pq/AtVfLv+M7rb/i+JPVX/K/kX7GwxJVei5y/qMQVWOy0hCp+OX7dTUA0AAAQAElEQVRwWlL8MudTl+LH4pfip2KXeC11/tJiF+Nnp1+oohdhmdeFWF6UugAril6AX4uc77XS+SuLdMUqp9VU4fPwm9e5WFOY6oK1hZ0KdcY6p/Ve52BDoXOwqV4PWPIfkieGaZoZPSlPE0hKtXcMUakiFRABEcgmAspGBERABEQgrxBIAltMVPbvUYHsz1I5ioAIiIAIiIAIiIAIHFEC2pgIiIAIiIAIiIAIiIAIiIAIiIAIJBMwS+l4YxaxzQxmKQp3wI7toM0wX0wL/BNaV8B5/euhUBH3OCE5DxjgTPzw8Rq81O8j7NqagPwwfT12Iabd9QHM/YEyRCYH49jTq6DtAy0QcAv7tClyD3wzS9MBHm4yCzIFzFJscJJEQAREIJ8S4ODkb775ph9sPCMEw4cPR+fOnbFgwYKMkiheBBD+CAFtiliCjxcEPj8mE9Zr7yXinpH7/Pq+20bUSULbkwvjtfvLI66saysxMynPEFizZg1Wrlzp96d06dLo0KHDfttnlStXRqtWrfw6dObPn+8/mEH7559/xrp162iiVq1aqFOnjrczc2rWrInq1av7JFx3xYoV3qZTtmxZlChRgqb/EMPgwYOxadMmH451+MGGGTNm4I033sC1116LwoULxyY5IuFy5cph0KBB+Pvf/75fltlZoFKlSuH444/PMMs//vgDixYt8suLFSuG0047bb/l4znRqFEjvw7rDh5rHzgEJy4ubr/nRZkyZfz/EelthuffAw88gClTpnjxPEsvXRDH/02KFi0aBNP1mzVrhvLly/tl//vf/6LnsI9IdjZu3IjPPvvMh8ilXbt23g6cb7/9Fjt27PBBMqtWrZq3M3NOPPFEVKxY0SdZvnw51q9f7+0DcerWrYshQ4Zg2rRpGD16NHjNZLY+/w/m8c8szYEuy2nnXqFChdCjRw9fF3z44YfgR2D2t09BPbO/dJktz+76b8mSJdi6NfLBN9alVatWzWzzqF+/vlemiXLawnxenmJnnYqK4+9GgXIlEek4GwHi225rNiHxuiFInP+j/41lm431cFhMF4hr0qZPhW2GJREQAREQAREQAREQAREQAREQARE4agTy0YZj/x9nmCIC+hT/tw982vyfnxo1fjOef3VrqnsEcCHOpzQpieeG1EfJEgWZlSQCIiACIpAOgeInVEaTN/uh2AlVfPWJ0BS/8DesuvE17F6+Aax7Kda99IM6mX4grkqbPhW2GZaOLAE+z37xxRdx6aWX4rjjjsP111+PiRMnZrkQLVq0wH/+8x//nO+LL77AgAEDUj3rznJGSigCuYRAEhuQXrmkwCqmCIhA3iGgPRGBHEaA7XjfBTaHlUvFEQEREAEREAEREIEjSeCZZ54B74nFbrNv375o3LhxbLTCIiACIrB/AkohAiIgAiIgAiJwVAmYpYzNY2bR94PNzL+Paxbx+U5tMO4P7UB8t5Q2/TOaGh7slYjChRDpZ+FvqLqnjUlJ+HFFAs7t9Ru2bN/nFmoWAREQAREQARHIdwSO0g7v/WMblre5AwnL1vlxj3wjhW0Uylxo+LUo0L4B2JYJ2jT0Y8V2EGVm0TaSmcsAiLaf4CazSJwzNYuACGSBgJmluobSW8XMUkXz8vXdGQMj8F0q9utwV3Zksfs/xEV5O+K4EOOymD6aLGpEc3b1ibOZF7N04hxNFjVcGr9h/k/k7ANK7zI5AundVlwJ6bryBTsRCTKUvIzld5GuPM51+043lN6ndI6Ldim94Y9DFtIn55Kcp1ubebj1XCZu2851YedGZm97J+P0kZSRbH1S77i86Mfmz7jkFWhSLiVjXEp6bjsuq2h5fAIf75P5oHdcMNl3HvfdedE4v0Ikwpk0XJ5uqQu4/N2WXP6MdRajIopERGznBst83vtLz3UPJP/Y9G5dbo/bcpt2Ief6NMm+t70TKb9LkeX0obSZ5++25Wbm62lxn51clMuBbrJYDCoaZMCt5dKm5M+4aAJmlxygGVnGtBQXuLXpRcTFVCTkth0JMC3F6ANO78oWXY/ZUYxwCvJi3pSL8oy977bOmbaXWy9Vei5kXGz+PrFzuIxpaCancZm72S1gXPIyZxKMVzj/SLyLSV7XWT7KO8zCyc3JwYjFfaAYeTTSc7tUsG2WheLOBXHBcjPzv0VmKT6XSXmNgKXaIYaoVJEKiIAIZA8B5SICIiACIpBnCBgMcO1kHIapwGHIU1mKgAiIgAiIgAiIgAgcQQLalAiIgAiIgAiIgAiIgAiIgAiIgAiECZi5hwrJEWYR28zcc4YUsSN2oNiO2gyHO3PXaVUBXfrXRaEiBXwnJ3b88XLbWPLxb3ix30fYuSXBhfLu/NXr/8OU/h/4rl3cd3Z8YoB9uKq3rYy2A5sjlhvDsSJzM0vVAd7MwMks4sfaDFOSCIiACOR3Ahxs/I033vADl6fHYu7cuejcuTNeffVV7Ny5EytXrsw3So+H4lITiPx+R+JoUwzFfrwg+KABferVGYm494UkuIaUm80JgMFNhnanFMHogRURV04flnFA8ty8bt06bN682e9X5cqVUbVqVW/vz2natGk0CfPYsWOHD//888/+wxkMrF+/HoMHD8bDDz+cqTiwXFCGxMRErF69mqt71a9fH82bN/c2z+M333wTnTp1wgUXXIAnnngC33//PRISjm4bvUiRIqhRowbOP/98DB06FNOnT/dlNPMXkS/7kXBKlSqFihUrZrip33//PXqs9+zZg9dffz3T4xIct//973/RPH/77bdD5h0XFweWNZppOka5cuVQsmTJdJZkLWrbtm1YtGgRXnvtNfTo0cMfk8zWrFmzJoJzmudtegMdfvvtt+D+M59GjRqhdu3aNL1Y1/Lc9wHn/PTTT3jkkUf2y/fll1/Grl273BrAli1bsHHjRm9np8Oybd68GV999RWeffZZkAft7NwGj2duOPfC+8x6g22oadOmoX///rj33nvDiw/K5jnAeoor8zw61Ppv8eLFzMrr2GOPRfHixb2dkcPlrIsyWp4T41UmoNhfTkHc+LtRsHxph8Nc88uJvx/Uus3Y03MoEr/4AWyvUTzHwuI1Hshl4O9n0acYT18SAREQAREQAREQAREQAREQAREQgaNJIL9sO/b/cIYp7j//l6cd+MH/+PSpUeM344VRW8HbAe7OgFsl4gKGpqeUxIhn6qF4Mb0aC00iIAIisB8CxepURpO3bkbx+nzeaQArVnAyxC9eg9U3jcKuZRv8/VbWyayDqXAdTZviWoEfazMsHV4Ca9euxUsvvYTLL78cfEZy3XXXYcKECVneKJ8v33ffffj0008xf/58DBw4EK1bt87y+kooArmZgMFc8SnnaRYBERCBI0hAmxKBnEbAzPyvYk4rl8ojAiIgAiIgAiIgAkeKwB9//IHHH388zeYaN26M3r17p4lXhAiIgAhkhYDSiIAIiIAIiIAIHH0CZhYthJnBzHzYzKLj+3C8n4IFC/ow/bDCYyy1b2oYdH0iihQGwGxcHmbmzaUrE3DuDauxeds+aBIBERABERABEchfBI7G3u79YxuWn34nEpev920RM3PFMHivYAFgxD9RoN2JCLdlwm2cwC5QoIBvA5lZ1EfyZGbJFly+KTY0iYAIHDQBM/PXk1mKH87MGKDj5Rw/OwcGMyc4GWDmHADe9Q4AxnmbjrmgE5yMi5wDuBBAx4di07sFRplLwmWAC8FPLgpgXMQAYCl/5kJcBiDZg4uKBCIG4GIskEtkZuCU7LklLsSAj/aOi6NvMIsIBjgTnJwJH4gYzubMgLnoQC4ueQWDm2hHDMD5RsfJzFleLtr5cJM5uUV0Aca5CIMBTmYGM8qFnA83mRO84wzGOdt8hHNd2LlwnpO5BIB3vQPAL3AeGGEwc4KTuThnw03OdG7yzICTuTRwou9lLhRN7wJInmg6mUsLt5y+l8EFnQPA3B+CyZzhZIwzONciMmf79Z3vYhBMLp5BM2f42Tkuwsxg5uTSmZlzk2eaTmZ0AHN/3nVhs+SQ8xFM5gwnMzpwqZ1P14XNDG52MkQnml7O8bNzYDBzghN9J6a3qOMMxrkIc2lcCGa0nOg7+bio4wzGGWDuD26i7+XizczFILIkYrqAM/zsHMAts4hcWjMDp2SPJtxCL/MGTVpOLpGZgZNZxKftk7mgeQPOpeXk0pgZI2DmfCRPNJ0MhshsznNyacwsEkcfyZOLcglcwBl+Nhd0cmnMDC4AM+cDMPfHmfJRFokzF2HmXCdnwszAyWDgDE7OpG3O8XJp6LsgzIwpYO6Pc3IAtBnn5dLQB30nuMmHne9nc66TgX+AGX2j4W24yWDOTZ5pOpmLc0npRuQCZuYTmYvxBh1zjpMxzuBci8ilNTNwMhdD38uc62SMMzjXnJzv0poZOJlFfNqRhYCZi/OzwQCYmZezkn34ycVG23dm5uPomFk0nZkxSsr1BJJS9iApCZG/lChZIiAC2UdAOYmACIiACOQdAr7N5NtO2b9P7u5s9meqHEVABERABERABERABI4YAW1IBERABERABERABERABERABERABNIQMEvpZGNmvvONWVo/6JhNP+isHfjhTt11WlZAl7vqokjxY+BySVZksz98sgYv3fwRdm6Jj0TkMXfBmP9h2j2z3D5HdszMnOHk5urtKuP0+5uDzMK8GA6LfCkzS9VBysxlAsAs4sNNZim2CwazfBEQAREQAUeAg5jPmDEDnTt3dqG0Mwdi6tGjB5544gls3LgxXyghISEtCMWkIhD7AYIgzI8X0A77tPkxA+rVGXtw7wtJSEqCE33KZe3C7U8tjNEDK6BiWXW5cERy7bxt2zbs2rXLl79QoUIoWrSot+msXr2anlfZsmVRuDBHavDBTJ2SJUuCeTHR5s2bEVyjK1euZJQX66cpU6b4jzHwgwwZiWmY1q/knO3btzs3MhcpUgR9+vRBjRo1IhHJ7po1azB27Fhce+21aNeuHVgnTp48GVu2bElOkT1e9erVwfp4wYIFyEiffPKJ38f777/ffziC7eXs2fqB5cJ2OJXRWr///jt4LnB5YmIiZs2a5cud0XEJ4hctWsRVvHbv3o09e/Z4+2CdYsWK+RdrD3b98Hqsy5YsWYIRI0b4gQi7du2KVq1aoWPHjujevTueeeYZLFy40H/IJbxerM3/ac4880z/PwyXzZ49G/HxKf/3sa6cO3cuuD0u79ChA3hu0qZ4fYXPYV4HAb/M/HfffRc7duxgFuAxIV8fOEiHx+bLL7/0+81r49xzz/U8zjrrLPTq1ct/KGXZsmXR/TjIzaRZjecdlWZBcsTRPvfWr1/vz/V77rkHl1xyCdq3b482bdp4e8CAAfjggw+wc+fO5NIevMfjHqzN84F1W2bHn8uYhmmD9YL6j7/bQb3KZbF1IOPSU1bTpbfuUYjTJpMJFD3zFFQcfzcKlC8Veeko0ihjwwxJa/9E4nVDkPjZEl+XsT5iXRQWDhmNzQAAEABJREFUz5dAzJI2fSpsMyyJgAikEOD1ISVBDMRA54DOAZ0DOgd0DuTPcyClVSRLBA47gXyxAdal4R1lOBD/h6dNnwr+t6dPvTpuM0a+ttW1zf2tAH9vwFkunIRmp5bEiGfqoVgxPaMJ85UtAiIgApkRKFa7Ehq/eTOK16/iqlP3wNvXrM538+5Fa7D6xlex8+d1qe63sj4O6mr6geAm2s7zc9j2EXKylQCf57zyyiu44oorUK1aNfzzn//EW2+9leVtNGvWDPfeey/47JbPyx544AGcdtppWV5fCUUgrxBw/+W6XXGVnnM1i4AIiMARJKBNiUCOI+C7XuS4UqlAIiACIiACIiACInDkCDz66KNYtWpVmg3y3YyKFSumiVeECIiACGSBgJKIgAiIgAiIgAjkEAJmFi2JmUXH8TEz/46sWcTne7N875N+WHwHmmH67ZsaBvXag8LHJPl+Fuwb4SzwHuvSFQk494bV2Lx1LzSJgAiIgAiIgAjkGwJHfEf3bNyCZafdgYTl630bJNIWca5rkOxz7RoMvwYFTq/vxygJ2jD0Y8V2D2Vm0TYR3GSW0l5ywWjbibYkAiJw4ATMLM1KZuavu+AaRPLkrmT3f4ababhrGs4P+jj6/z1cXNR36/hlTOMUrRC4klM0XbBOcnoX9Em9w/VcWrdFF3S5uYXR9bKS3q2bKr1f3+XGfJ3tFvtcXEwkfxeRbnqXyiVgMmdxZWdy/XB6Fx1Z1y1z8Uzvk3g7Oc7ZkTTcFxfnErjVGMuAk8vehSJz8hKmCcslcWv7tC7a+S6dn53jVkzJ36VyCZJjXTo3+4Bz/Oycw5LeF5A5eyNteVy53FI/R4rgCsbZBVjeWLmEXMN5nJnQKxrH9G5JdDu0nSIz8/TFcIcjYjMdM6Dv5RLSd6locZFL6zyXr4twtlvPGUzjlWxnmN4td2v79Xx6lw/92PQuAZO51DH5Zym9WzU5HfOmUufv8nTLXeZudrZbyDSpxDi31M8+rUvnZ+dwmYtLk97FpaRnIlcORtB0y3hMouu4eNrOc7PL083OcDMNt15seoadXAI3uzRudoabneFnn7vD5nyXjnlTLoGbfQKXqSuIC0Vml84ZTBMWE3GJW0TT5efW8asz1imUN9djIhdLL5UY5xWT3scxc5cnvUBBPPNMJZeAy5yXTv4uKtP83UbczHWZh0vq9sdZzohuwy10MS4jt5/O5kwFcT6di/A+16PtFJld5m4O2z6dy8r7QXrnuyiXzCV2syuEm53B2S1zng/7dZjKxTE9xXKYmW/LmaX4XBaWmYWDsnMlgdAxdMfTwL9cuSMqtAjkdAIqnwiIgAiIQB4iwBZTRNm/UxrpJPuZKkcREAEREAEREAEROIIEtCkREAEREAEREAEREAEREAEREAERSJ+AmaVZYGYwS6vYTttBmC+m0aZfp1UFdL7zBBQqVgC+E1Ao9x8/WYMX+36EHZtTPgYZWpxrzQWjv8e0ez6MdHhK3gt2cmIPrOrtKqPt/c0R8An7tAOx4y1lZr4jrlkKf7jJzJwbmc1S7EhM4MoXAREQAREICDRs2BDTp0/HbbfdFkSl8V9//fU0cYrInwTYYTnYc9oUw/QpflQm8PkBg0CvTN+De190LR7308yfZzOLtKHcyh2aFsGYgRVQoYy6WzgcuXpevXo1EhMT/T6UKVMGcXFx3qazZ88eegesUqVKoVixYge83sGsUKtWLYwaNQrdu3cHtxubB8/nhQsXYtCgQejUqRMef/xx7Ny5E5ryLgHWZ/PmzUPXrl3RrVs3jBw5El988QXWrVvnP9gS3nN+IKRy5crhqHTtU045Bccee6xf9sMPP4DXjQ84h/l+8803zoL/4Ejr1q29nVMc1vFvvPEGzj77bNx444147bXX8P3332PDhg3gsqCc/H+tRo0aKFeuXBCVp/01a9agV69eOP/88/Hwww9j5syZWLlyZZr6oXjx4qhfv36OYrFr1y5s3LgxR5Up+wujHMMEinY8GRXfuAcFK5bxbTHnAOZmav0W7L1+GBI/W+LrOP7u8doOi/ViILiJtvP8HLZ9hBwRyCcEeO5npnyCQbspAiIgAiIgAiIgAukSyKydxGXprqRIETgoAnl/pdhrhuFYhf+Hp83/7anXxm3Bi6O3AXw2Aze5+wDO9XOLZqUx4um6KFpUz2g8EDkiIAIicAAEitWKQ+M3b0bxE6u5tQz8cw5cdYuEH9ZhTe9R2Ll0rX+Gwvo4qJtZf9OmH8hl4PvT0acYT1/KHgJ8FvLqq6/ir3/9K6pUqYJrrrkGb775ZpYzb9q0Kf7973/j448/xoIFC/zz4jZt2mR5fSUUgbxIwNd5sLy4a9onERCBHE1AhROBnEeA7X/9Iua846ISiYAIiIAIiIAIHBkC7Ef+xBNPpNkY37W4/vrr08QrQgREQASyRkCpREAEREAEREAEchIBs5Q7oGYGM/PFM7PoeD98nzQYDyjW59hKjKPf7lTDgzfuRZHC8PlEcgJcAL+sTMS5N/yGP7fshSYREAEREAEREIH8QODI7uOeDZux/PS7kPjrRhj/DM51cm0aHFMABUb8EwVOrw+2WYK2C/1Ysd1DmVm0LWRmMIsIyZOZJVvyREAEskrALO11Y2bR68sstR3O1xhwjktCC3B2sgMzF3AyBH9cYnTgor0PF4wYzmWkk7lIM7ouztvON8CZEXnDmS4NnAzGAF0ng4vyggFeEQdmkQgz5zs5F8Y/c8mcnOkMuIkBwIy+RXxnGwDjn9EHnBkRIpOZW+AizZzv5FyG4EyY+/OzRdLSNUY4mRng5FyY/3NB53P2QjCZN8yc72RuoRld0KIDF0TKZN40c76Twf15H7TowAWRMpk3zZzvZGZuuZOL9a7BhRGZnA14B2bOdzIzbxsAc39+NkQm73sHZs53MjNvOxeUc+CiAAO8Ig7MXARn55sZgj9ncI6kNbjJOzBL8c0MwZ8z3GxwTkRInlwaWmYGMydE5OOc7WdjKFkuDS0zg5kTIvJxzvazMeTkfe/AzCKC853cUucanAO3CH5yQcA7MLOI4HwnuIkWTbcI9L0QmcwMcDK4P+fDTc6CC8LMvA/nIXkycwEnc5FmdEGLDszM+3AekiczF+DsfDPzi7xrgBkdAM5D8mQWCZgZzJwQkfPcbHBORIhMZi7OmWYGMydE5Dw3G5wTESKT+QjAzFkUnO8Umc0tAGgjebLkgJmzKBc2M7fUaME5ESEyMZaWmYHLzDlmBtB34uyFyGTJATMDTXOOmXdp+ThnwE8GZzoHgJnzOTvfzBD8OcMtRGQy+CDcZBYJmBnMnBCR8wAXhgEUPbjJzFmcnW9mblFEzuBSeN8QncwiATODmRMicp6bDc6JCJHJzMU508xg5oSIXJS3nAO4eCRPgWnm0lFwvlPyYmdZmnYe3GRmzgXMIj6SJ7PU4eRoebmCQFKqUnJc9NQxqRYrIAIicNAEtKIIiIAIiEBeIsA2E78lczj2SaOdHA6qylMEREAEREAEREAEjhQBbUcEREAEREAEREAEREAEREAEREAEMiFgltLBxixim5nviGMW8dlBO1BsB26Gw528a7esgHP710eREgVhydsN/J8+W4OX+32EHX/uTl6Su70vR3+Pafd+5HbCYObkLYDWcWdURdv/NEcsH4bDCriaWaYdo+AmM3NuBrOiRUAEREAE0hB4/PHH8dJLL6FcuXJplilCBEgg/JEB2hTj+XGCQIyjzQ8YBHplxl7c+9I+lzQppZ9GUpL/gEGHZkUwemAFlC+trhYOUK6eeewXLlwY3Qd+OKFChQrRMNvA0cABGH/++Se2b9+e6Rpdu3b1H1rgxxYORFdffXWafEuUKIG+ffviww8/9B996N69O4477jjf9gwn5vk9btw4DBw4EPHx8eFFskMEqlevjhkzZhzw8Rk+fDiKFy8eyunImzynX3/9ddx+++3YsGFDtAD8/4Tnd8eOHdGzZ0+MGDECH330EaZMmYIWLVpE02VkxMXF4bTTTvOLN23ahE8++cTbdL744gusX7+eJpo3b46qVat6OyOnX79+B8yW10j79u0zyjLD+D179uDRRx8F2wvbtm2LpitSpAhq1KgBDtTI8vDjKbNnz8bo0aNxwgknRNMdaeNInXuLFy/GP//5T3z11Vf+Az7BfpYvXx5NmjTxH5L573//i3feeQfk0qtXryBJtviHWv8VK1YMPCezpTA5NROVKw2Boh2aoOL4u1GgYhnXNktunznPBZC0/k/s7TkEiZ8sBn/rKLbtwmL9GIiZ06ZPhW2GJRHIqwR4rgfKq/uo/RIBERABERABERCBI0EgaFPRPxLb0zbyMIE8vmux1wjDsQr/706b/9NTr4zdgpGjt/pnMs5B8i0AT6xF01J47ukTUKRIAR+WIwIiIAIicOAEitWqhEZv3owSDY8F77Gyoo3UtUmIX7IWv930Gnb+tMY/Q2C9HNTR9Klwfe4ycFW1X5tmKttHyDkgAr///jtGjRqFv//976hUqRJ69OiB8ePHZzmPU089Fffccw/mzZvnnwM9+OCDOP3007O8fk5JyGd5fO6a25RT+KkcGRNg/eXrvYyTaIkIiIAIZD8B5SgCOZAAfxNTWvE5sIAqkgiIgAiIgAiIgAgcRgLsW877nrGb6N27d2yUwiIgAiKQdQJKKQIiIAIiIAIikOMImFm0TGYGsxRxDCAz8+9g0+b7t4H4XjntsN/2FMODN+xFkcJJ7GKByMS7rEn4ZWUCzr1hNTZt2RuJlisCIiACIiACIpB3CRzBPduzfjOWtbkLib9udFuNtDuc4dsiSQULAMOvRYE29RBus4TbMLSpAgUK+DaPmUV9MwMns4gfazMsiYAIHBoBM0v1P4iZ+Wtw/D1JWDxiD/73bDy+GbIDCwZvw/yntuLzJ7fg08c34+PHNmHeY39izqObvGY7e5azZz3yJyLajA8fobbgg0ecHt2C9x/dipnJeu+xbZjxqNNj2zHdawfefYzaiXcec3p8J6Y9vgtTkzXlid2Y4uzJzp/kNPmJeEzySsDEJ5yeTMCEJxPxdrLeenIPqDef2os3vPZh/FNUEsY95TQ4CWMHA68na8xgAzX66QIY5TT66YLOp47Ba087PVMIrzq94nUMXnY+9dKQwnjRqwheGEIVxcghTkOL4XmnEcl6bmhxUMOHlcCzXiWdT5XCsGFOz5bG0GQNebYMnknW08PLYvCzVDk89SxVHk8+6zS8Ap4YXt7rcWc/lqxHn6uIR4Y7PReHR7wq4b/POY2ojP9L1sMjquChZD04oioGUc9XwwNex2Lg804jq2PA807Ov3/kcfhPsu4bWQP3Ui8cj3u9auLfzv/3izVxzwtOzr/7xVron6y7XqyNO6mX6uAOrxNw+0tUXdz2ktPLdXHry/XwL6/6uOXl+riZeuVE9HO6+ZUGzqcaou8rTq82RJ9XT0Jvr0a46dVGuJF6rRFu8C9W4J0AABAASURBVGqMXq9RTXD9a06jTkbPZF036hT80+laavSpuMbp2tFNne80qhl6UKObo3uyrh7dAt2c/kGNaYmrvFrh72Oo1vjbGKfXT8Nfxzg5/8rX2+AKp8udffnYNrjM63TnU21x6Vince1wyVgn5188rj0ucrqQGn8GLvDqgPPHUx3RdTx1Js4b7/TGX3CuU5dkdX7zLJzzhtObZ+Mcr07o9CZ1Ds5+0+mtc3CW01+SdebbndHxLae3u6CD17k4423qPLR/22lCV7Rzaut1Pk6fcD7aUBMvQBuvC3HaROoitJ7oNOlitHJq6XUJWky6BM2pyZeimddlaDrZadLlONX5p06+HKc4nex1BZpMvgKNqSlXopFT4yl/dT71N5w0xWnq39HQqYHXVThx6lWoT037B+p5dUPdadTVOGGa0zvdUceptlcP1HqnB2pS716D499xou91LWq86zT9nzjOqbrXdTh2OtUT1Wb0RNXpTjOuRxWvXqg8w+m9G1DJKc7rRlR8j7oJFWbehPLvOc3sjfJefVBuptP7fVF2Zl+UcX6Z9/uhtNfNKOX8ktQHN6OE1y0o/oHTh/9CsQ/+haIf3upVxPlFPrwNhZ0KUbNuRyGvO3DMLOpOFJx1JwrMusvLnG+z+gNOSdRHd2Of1z3Y+xH1b+z5yGn2vUh0Spj9byQ4P95pNzXnPuxy2j3nP86n7sfOOU5zB2CH03avgdg2dyC2UvMewBavQdg8bxC2fPwQNlOfPIzNn/4f/vz0v9j82SPY8sVj2PrlE9j21VPY/s3T2P39MCQueg57vx2GcLvPzPzvENxkZs7VnHcIpD6eBv7lnb3TnohAjiGggoiACIiACOQpAr7FdJjaxQXyFCntjAiIgAiIgAiIgAjkMwLaXREQAREQAREQAREQAREQAREQARHYHwEziyYxi9hmBrPUCjrusPN2rMKdvWu1KI9z7qyLQsUijxg4CJgfGDMJ+PHTNXip70fYvml3dJu50Zg/6ntM+/dHfrfocB/d7vlO8MedUQWn39sUZBTmwnBYAU8z852izFJ4w01m5tzIbJZiR2JSuwqJgAiIgAikT+Caa67BjBkz0LZt2/QTKDbfEuBvd7DztCmG6VP8OAHFwbvCenn6Xtz34j6Y+wNliEzut7pjsyIYfX95lCsVREYWyc2dBNauXYsFCxZEC9+oUSOULl06Gq5evXrU3rx5MxISEqLhzIwtW7b4D2IwDT/MwA8TBDZ9immymh/TZ0Vse9aqVQt9+/bFxIkT8fHHH+PZZ59F165dwY8kBHnMnTsXX331VRDMtf6ff/6J7du3Z0v5edyLFSvm89q9eze2bdvm7dzmLF++HKNHj/YfwGbZGzZsiDFjxuCzzz7DtGnT8Nhjj6FXr15o1qwZSpUq5T/CwnqQaTOTmaFTp04IGDG/nTt3Ij4+HrNnz/arFipUCGeddRbMUtePPPfKlCnj09DZsGEDvSMinudTp06NXo8dOnSIXhsTJkzAww8/jKuvvhonnXQSguuUvwdHpHDJGznS5x6P2YsvvoiNG/myN3ydN3DgQHz66aeYOXMmXnrpJdx+++3+WFauXNn/H7tnz57k0h68x7owWPtQ6z8zQ+HChYPssHLlyqidmZFd9UVm28iuZconfQJFzmiCim/cg4KVy8FVNhHBYGbAhq3Yd/1QJH68yNeBvJZZv4XF9l8guIm28/wctn2EHBHIIwR4bgeK3aUgXn6SbxOJgzjoHNA5oHNA54DOAZ0DWTkH0mtTxcYpLAJZJZCX0/F6Cu8fwxTj6FP8nz3wafN/eerlsVvw4phtcP/tw8yS5dY0oFWz0hjx9AkoUriAi9AsAiIgAiJwKASK1YxDozduRomTjgNcHetm5xvMDIk/rsfa3qOx88c1/hkL62fW1VRQd9MPBDfRdp6fw7aPkJMpgU2bNvnne1dddRXi4uL8s6uxY8dmuk544SmnnIK7774bfAb89ddf46GHHsr1/WcaNGiA3Kjw86vwMZKdgwi4Og4waBIBERCBI0lA2xKBHEnA/SbqFzFHHhkVSgREQAREQARE4DATmD59uu9bH7uZ7t2744ILLoiNVlgEREAEskxACUVABERABERABHImAbOUO6FmqW2+j21m/v1J2sE4QbTDYwjR/n/2zgJQiqp9489Ld4uJIiopiAF2ByoG6v/7bExEQASbBrExsLuxUD+xETCwxcIuFEUUAZFuuNz/85zZ2Z3de0FE4t7LOzvPeeOcOTPzu7M7Z3fnzkq7tzRc1nEpKlUAuBiMD3ph/vm3JTj0rIn4a2YefHICTsAJOAEn4AScwL8lsHTyDIzf/RIsnTgNYcgRCoMmK1cGdtfpKL1bQ5QpUyYtjWUUaywjX5IvmVkY85gZzAyazCKb6yt2OQEnsPoImFl4/um5KNWqWgq1qhpqVytFlUad6mWCrV2tdLBxHFvl5depwXZrTGVRu0akWrRrUjXZ//JVDjVr/HvVYB8rrZrlUKOAyjO3fFWvWR5rUtXYf6QKqFZzzagq+105VUTVmv9cVbhMUK2KqLLaVIl9ZVS5ViWsCcV9VmL/BVUZlWqtHlVkP6us2pVRsVYVVKy9YlVg/ZpVVZSvvWZVjv3/vaqhXO1VU1kuV0B1qqHsKqk6lyuoMnWqY1VUmtsmadnYxr5iSXEptpMU6zwTy8zCuM/M4FNJI6A7osf7lI/oEcdunYATcAJOwAk4ASfgBAojEMZM+clxVGGtVi3ndz1ZNW7reilfvxNwAk7ACTgBJ+AEnIATcAJOwAk4ASdQ8gn4HjoBJ+AEnIATWG0EzDIX4JhFvpmlL84xi/z4wp3SpUsjV7rIWznZBq1q45CejVCucmmwEwAWzTTjxvyBB859A3P+WoDiOH005Au81Hc0tEtBLMyMJbDFvhtj9z47BDbiEPOQTSrmaGbhAlwzLp8SOJkZy2g2y/hRxksn4AScgBP4JwRat26NV155Beeee+4/WczblmACyR8VkB9LP0oQS7nY148WSPe/nIc+9y+DLs1QPeQx0LUa++5QDo8OqIWa1UqtCXLe5zog8M4772DSpElhzWXLlsVee+0V/LjYaKONUKNGjRBOmTIFf/zxR/BXVOi4+fLLL9NNatWqhfLly4d4yy23DFbFTz/9hGnTpsldYypXrhz0+jhgwADoRyI233zzsK4lS5bgs88+C35xLmbNmhV+dGR17IN+TKNatWqhK/3Ixrhx44Jf3IpXX30Vf/75Z9hsHW/XXnstGjVqFN6PhGROsWDBAkyePDknW3i49dZbY5tttgmV33//PSZMmIDffvsN3333XcjVr18fTZs2DX6y0Huk+NhT/ptvvsHcuXPlrlHpNf2FF17AokWLwnpatWqFgQMHol69ejAr/P2XtmtleYROV0Oxto89/e0+/vjjsOV63evTpw/atm0LvV6EZCHFL7/8Ukj2n6V0PMZLrI7Xv+Sx9vvvv2P+/Plx94XaxYsXo7g+rwvdofU4WX6v5qg9tBdK160OnXPzOVZL2z9nIa/DLVjy9lfQa4AUj/ViG9pyYCcrjLHN9RW7nEBxJ5A8vuN9US6WcrHvlq8mqdcGZ+Es1sIxEJ3D/JhzDn4M+DHgx0CxOwZyx0+KpeS5Q7HLCazvBPScSDJQLCmn9+fyZaX4vbusdP9jM3Hfo7Oj1wcuoLaRgJ13rIq7b96an2P5dzRE47MTcAJOYLUQqLBFHTQbei4qN6vH1152GY9R+bnrou//wKQuD2P+95PC93F6nY5fu/XaLF82FpdmH/xiXQ6lPM36PK9w32fMmIHHHnsMJ598MmrXrh2s4hUulKhs2bIlevTogTfffBNjx47FlVdeiT333DPRwl0n4AQKJ6DXKanwWs86ASfgBJyAE1hvCPB0yHm92V3fUSfgBJzAGiTgXTsBJ1DMCFxzzTUFtrhSpUro0qVLgbwnnIATcAJOwAk4ASfgBJyAEygZBMwsvSNmlv7fUjML/3drFlndH0j/Cysl/dKlS0P3FZJ2b1kKAzsuRcXyuvuAPmWlohk//74Eh541EdNm5MEnJ+AEnIATcAJOwAmsKoElk6bjp90uwZKJ08BhhgYd7CqfPqNyZYDbT0XpXbZJj080domVHMPIl8wsPeZBajKzlIf02Ag+OQEn8K8JmFl4TpkVtHo+SvHzVbZMmTLp57Lu/aJY1lUWzsAZrKNjwI+9sn7sFeVjLz5PyErxuURW0nlGMsuch3RyM8uOlXMVZwKW2HhD9Eik3HUCTsAJOAEn4AScgBMoQCAaM1mB/OpI+J1PVgfFtd6Hr9AJOAEn4AScgBNwAk7ACTgBJ+AEnIATKPkEfA+dgBNwAk7ACaxeAmaZLxrMDGaFSxfvSLqYJ1fJC3623Kk2DunRCOUrl442NB/IT2ncB3/gga6vY860BVFdMSk/fPgLvNDnDW6tdiQy3CvuVz4233dj7NZre4hJkoPipMROMrP0BfBmEWtwMjOW0WyW8aOMl07ACTgBJ7AqBCpXroybbroJTz31FJo0abIqXfgyJYRA8scE5EvaNVkp/jGC5I8UyL/vpTz0eyAf8ZnZTB7Fef9W5fHYpbVQo+qaurxCW+hamwS+/vpr3HvvvelVtmrVCtttt106lrPJJptg8803l4vZs2dj9OjRYUwYEssppk6dio8++ihdu8MOO4SxoxKNGzdGnTp15GLSpEl45513gr+iYuLEiTjyyCNx2GGHhR9++Pbbb0PzxYsXY8iQITj99NNx0EEH4fXXXw/55RXajxYtWqSrp0+fnvaLojN37lysaBv1nH333XdX26ZvsMEGaNiwYehPrxEvvvgiFi1aFOLlFUuXLkWvXr0C/6OPPjr8SMfy2q6tvI6reF3NmjXDhhtuGIeF2gkTJuDHH38stC43WaVKFeyzzz4hreeDjvNPPvkk/Xfad999UaNGjVCfW+y0007hn5yU1zH8xRdfyF2h9GMlBx54II444gh07tw5PGdWuEBOpf5+f/31Vzq76667QjdoTCcKcb766iv8+eefhdSsudTaPvZmzpyJefPmhR3S8ZF8XQjJnGL+/PlZr2k51Ssdrs7XP61Ur9e1atWSi2+++Qbff/998JdX6LVUr/vLq/d88SJQfs9tUefJ3iizUS2O2yyl1D78NQfLzroVS9/+GjpXSHpdT0rjwVhaSr6slPQVu5xAcSWQeywrlrQ/spKeF7KxFLuWhR+0cw7OYc0eA87X+fox4MeAHwPF4RiIx0jLs8lxlfxYah/7bp3A+kgg9zmgOJae+/Jlk9J7d+m+R2fh/sfmRu/zDbSUvqehdm1VFffcvDXKlGEFfHICTsAJOIHVSaDCFnWw7ZPdUKVFPYCvuWaG+LHkhymY3GUI5n/3e9bnrXrdjl/TZWOBk3yaMCf9kFivioI7O2vWLDz++ONo37499B3HiSeeiEceeaRgw+VkWrZsiUsuuQT6zlrfo1111VXYa6+9ltMAH2p/AAAQAElEQVTa007ACRRGQK9v4KscfHICTsAJOAEnsJ4T4LDfz4jr+THgu+8EnMDqIuD9OAEnUJwI3HPPPXjzzTcLbPK5554L/S9JgQpPOAEn4AScgBNwAk7ACTgBJ1BiCJhZel/MDGYWYjNL3w9I9weSkvcNivzS4X/EdX8hafeWpTHw7DxUrqg+qGgOfU74YynadpyIP6fnwScn4AScgBNwAk7ACfxTAkt+/ws/79kTSydND2MLDjOAVGHly8LuOA1ldm0IjUmk5Fgl6WtMI5lZeqwDTmYGM6MXzWYZP8p46QScwOoiYGbh+abnYiw9T+XLxtJzOVbZsmXD8ztp5bvKhvsVOQfnsOaPAWfsjIveMaBzhP4uSSs/Vnw+0flFMovOP2YZu7rObd5PUSGQn7UhiqSspAdOwAk4ASfgBJyAE3ACWQTyoRGTlJVeLUGp1dKLd7J2CfjanIATcAJOwAk4ASfgBJyAE3ACTsAJOIGST8D30Ak4ASfgBJzAGiBgZlm9mlm4UNQs2+oiHim+sCdpddGPYtn6O9bCIT0boULVMoBxTuinDyfjgXNfx+w/56M4TGMe+gIv9RsNM0N4GLc6yFB//02we6/t0/+cF++/bFJiJplZ+gJ4M4OZQZNZZHN9xS4n4AScgBP49wT+7//+L/wQtn6M+d/35j0UNwLJHxGQL2kfZCX9qExs5evHCaR7XlqKfg8uQ3RhhpZAys/HATuVx2MDaqF6lTV4aUW0Si/XEoFx48ahb9++mD59elhj5cqVcdppp6F8+fIhjosqVarg4IMPjkMMGzYM33zzTTrOdZYuXYr77rsPP//8c6jaaKONsOuuuwZfxeabb46ddtpJbtC9996Lr7/+OviFFepvyJAh+P333zF58mToRyGqV68empYrVw5TpkzBF198EfbjpZdewqJFi0JdYcX8+fND+7iuadOmsVtk7IYbbogaNWqE7Zk5cyY+++yz4BdWfPvtt3jvvfcKq1qlnHgecsghYfyuDj744AMMHToUer1QXJjeeuutcBNAHUe//fYb6tSpU1izdZbTdq3omJg7dy5uvfVWzJ49e6W3cffddw8/SKIFxEg/MCJfz6FddtlFbqHS8dakSZNQt2TJEtx44434448/QlxYoW3T82PGjBmYNGkSFi5ciGrVqhXWdKVzeg6t6O+p7bnzzjuh7VvpTldDw3V57Ol1Qa8ry9sN8Xr66afxySefLK/JSudX5+ufVlq/fn20bt1aLubNmwcdLzpuQiKn0Gvpo48+Gl4rc6o8LMYEyu2xLWoN7YlSG9UMY7b89L7Q+2s28s68CUvf+irrR6k09ktKx7ikRWOb6yt2OYHiRiD3eI5jWT0Hkjb243wyVs61DM7AGaz2Y2CZM3Wmfgz4MeDHQHE8BuJxkmxSGisqlo2VG8d5t06gpBPIPfYV5yr3+a/vZ6R7H5mJBx6fExDxnX3aavldW1XB3TdvjdKlLeS9cAJOwAk4gdVPoPzmtdFsaDdUbl4vfDem1+L88MkrsOiHyfijyxAs+G5S1uetev2OX9f1eh1LWydfVkr6itcbpXZU38PpO8f27duH70FPOOEE6PvfVPXfmpYtW+Liiy/GG2+8gbFjx+Lqq6/G3nvv/bfLeQMn4AQKJ6DXNl0NVHitZ52AE3ACTsAJrD8ENE7XuH/92WPfUyfgBJzAGiLg3ToBJ1BsCOia6WuvvbbA9m699dbo0qVLgbwnnIATcAJOwAk4ASfgBJyAEyh5BMwy15+ZWdb9f5L3B5KfvH9QmTJlEMe6v5L83bYrhYEdl6JSheiTVpX63BX5+ZgwaQnadvwVU6fnlTyIvkdOwAk4ASfgBJzAGiOw5Le/MH7Pnlj8+1/QmEJjC40xoKJCGdgdp6HMLtuEcUk8JtG4JOkr1lhGMrNw7xQzgyYzS49/4ljW5QScwL8nYGZZnZhFsZmF552Zheejnpt6nsbS8zcp/cCzqyycgTNYZ8dAWWfv7IvmMaBzhf42srmKzymx1bkmllnmPITEZGaJyN3iRyD776dIKn774VvsBJyAE3ACTsAJOIG1R8BgwBoaB/td6lH8Jt9iJ+AEnIATcAJOwAk4ASfgBJyAE3ACTqDkE/A9dAJOwAk4ASewpgiY8UuHnM7NjN9DZCu+gCe+qCdpdQGQYtktdqiFNpc0RIWqZXT9OJUfiev46cPJeKDr65g9dT6jojt/8ODneKnf6HDNe7gAPl/7wO3NB7bYb2Ps1qNl1gXw2m/tf1IxLzMLF9yaZXiCk5mxjGazjB9lvHQCTsAJOIHVRUA/ut27d+/V1Z33U0wI6Pwdb6p8SbFs8scH5OsHCWLd/eJSDHhILS2MhSIPYIQDdiqPRwbURLXKhjU5ed9rloCOgZkzZ+K9995Dz549cdJJJ+HXX38NK9X47YwzzoB+PCEkcoo2bdqgefPmITt9+nR07doVr7zyCnQchWSqmDdvHi6//HI8++yzIaN+//vf/2KzzTYLsQqNG08++WTUqlVLIdTfhRdeiDFjxoSxc0imCvV3/fXXI9nfsccei0022STVAjjooINQuXLlEL/99tu48cYboeVCIlEsWrQId911Fz755JOQ1Wtkq1atgl+UiurVq6Np06bpTbr33nvx4YcfpmM54q6/40UXXQT9YIZyq0t77LEHdt5559Cd1nPbbbdB2yB+IZkqVKdjQH/vuE7LaflUk3VmWrRokV73Bx98gMcff7zAsarnw7hx49C5c+dw7KUXoLN06VKWy5/r16+PHXbYITTQ30ZSsN1226FRo0ZyC1WVKlVw6qmnonz58qF+/Pjx6N69O7QdIZEopkyZggEDBqS3TctoWfWRaPa3bqVKlbDVVlul2z333HMYNWpUgeea/p56Dp599tnQdqUXoPN3PNhktcw6dnQMqTNtz5o89urVq4c6depoVeE1SK8zhT2XZs2ahUGDBuHWW2/NOoZ07gwLL6dYsGABZsyYUaB2db/+5fanv+Ell1wCHT/Jles1Uc/VF198MZl2v4QQKL/Htqj9ZG+U3rh2GLdFu6UxGzVjLpZ1uBlL3/wy60ep9ByT9FqYlJZVLCslfcUuJ1BcCCSP3diXLUx6LiSl13gpmXPff6DZj4HVfww4U2fqx4AfA34MFI9jQOMiqbC/V2FjK+WSY8bcOFnnvhMoiQRyj3nFucp9Puk5Jt376Gw8MHQekLp+gu/qAVh47L5zNdxz0zYoXcrgkxNwAk7ACaxZAuXr1Uazod1QpeUWfA0GzAwGBC0ZNwWTuzyMBd/+XujnrXqNT77ug5NimjAn/ZAo4cXcuXPx1FNPoX379tD3n8cddxyGDBmy0nut7631Xejrr7+OsWPH4pprrsE+++yz0st7QyfgBJZPwMKrmi2/gdc4ASfgBJyAE1hPCJhZOCuuJ7vru+kEnIATWGMEvGMn4ASKDwFdE13YdevnnHNO1v97FJ898i11Ak7ACTgBJ+AEnIATcAJOYFUImFl6MTODmYXYzNL3BypVqlTw9f+LkpS8t1Ds77pdaVzWaRmqVATUi5nBTAImTl6Ktmf9iil/5cEnJ+AEnIATcAJOwAn8HYElE6dh/F49sWTSdJgahzGFRX7Fcih15+kos/PWWN64RHkpHseYWRjPmLGPhJCazCzluXECTmB1ETCLnldmGWtmMLP08zF+jur5Gr+viH3FSS3vh56TbdwvA2fgDFbnMeB9+fFUFI8BnQ8kbVts5Us6h8TSOcYsc84xi85BSE1mlvLcFH8C+Zld0P3Skc9HJuWeE3ACTsAJOAEn4AScQEECGjHp/9wTI6mCjVYxU2oVl/PF1h0BX7MTcAJOwAk4ASfgBJyAE3ACTsAJOAEnUPIJ+B46ASfgBJyAE1ijBMwyF+KYRb6ZhQtGzTJWF/RI8QU+SauLf2LV37E22lzSCBWrlw19sEhv//iPp+DBc1/H7KkL0rmi5HzwwOd4ecBbgIUZZnIkYMsDN8XuPVqmL4CP9zfJQb4YJWVmoR8zgyazyOb6il1OwAk4ASfgBJzAvyOgiyniHuRLivVjA5JiST8mk9RdLyzFgIfYMlyJkR9+GFqudECrcnh0QE1Ur7zGL6ngBvj8bwncfPPN2GmnnQpVq1atcMABB+Dcc8/FqFGjwg9TaH0au5155pk44YQTwrhNuVzpRxl69OiBTTfdNFTNnj0bffr0wcEHH4xevXrhyiuvxOmnn46DDjoIL774InS8qd+jjz660H4bNWoE9VepUqXQ359//okuXbqgbdu26f46d+4c+tMPQ6g/NWzXrh2OPfZYuWk1b94cRx55ZIjVTu21HdoebZekvg888EA8+uijYds0bj3xxBNRr169sFxRKrRt+gGMatWqhc2aPn06dFO9//73v7jssssCH3HX31HctK8tWrQIbVdHob+J/qYNGzYM3em14q677oL4iaN4ql7boGNAx4IaNmjQIGyblle8LrXPPvsg3n4dE7feemvWsart17F2/PHH45tvvoG2uXXr1ulN/vXXX9N+YY7+Rvvtt1/4B8Nk/R577IHy5csnUwX8PffcEzq21Ycqf/rpJ+hYPOqoozBgwIDwXDr11FNxxBFHYPTo0WoS1tOxY0do2ZD4h4WehxtssEFYatGiReHvpOfMgNT69OMp8d/3999/h9puu+22ob2K3377TWaNS38H/W3iv92aPPbq168fXl/infrwww9xyCGHhL+NjnE91/SaqOeXXlPUbvvtt0f8vJw6dSrmz5+vdFqVK1dOv0YuWbIEvXv3DqzV3/fff59utzpf/9Rp3F987I0ZMyYcP506dQrHk4437Uf82qx/ZNJyrpJFoPzuzVBraC+U2qRWtGOpf07SfyflT5+LvDNvwtLRX4Rzv55bem1MSuPDWOpAvqyU9BW7nEBRJ5A8ZmNfNlfJ54CeF8vT0qVL4XIGfgys9mPAn1f+2uLHgB8DfgwU8WMgOTbSuElx0sqPFY+zNE5M+opdTmB9IqDjP7m/iiXlZKX4eRNbPbekex6ZhfsfnwN+OcM5n2/nU+L7+913rop7btqanxGqJ5cTcAJOwAmsDQLl69VG0ye6oXLLLVKvy3yJ5or1Wr543BRM7vIwFnzzm3/eSia587x58/D000+HH/2vWrUq9P3mkCFDcpstN27ZsiUuvPBCvPbaaxg7diz0g2T77rvvctt7hRNwAqtGQKPN6JVt1Zb3pZyAE3ACTsAJlBQC/OiFn8OUlL3x/XACTsAJrDMCvmIn4ASKCYFx48bhuuuuK7C1e+21V/g/jgIVnnACTsAJOAEn4AScgBNwAk6gRBMwy77vj1kUmxn0v+FmkZVfunTpkNP/xOo+Q7JS7O/SohQuPTsPlSvym0h+8KrrK2jCV5K/TV6Ctmf9iinTlsInJ+AEnIATcAJOwAksj8DiCVPx0549sWTS9DCG0FgiGlNwfFGpHOz2U1Cm1Vbpex9qLCLF45HkmEW+mYXxi1k0o9SJtgAAEABJREFUxgEns8J9VvnsBJzAGiBglv2cM7PwvNRzNCk9lyU9n6Wkr9hVBs7AGazFY8CPtzJ+vBX14y0+T8gmlTy3xL5ZdC4ys6z7KpoZfCruBBJ/Q/49DXoU933y7XcCTsAJOAEn4AScwJoloBFTpNW/Hr9b/epnuoZ79O6dgBNwAk7ACTgBJ+AEnIATcAJOwAk4gZJPwPfQCTgBJ+AEnMCaJ2Bm6ZWYRb6ZwSxb8cU8yYt9kr4uWFJcf8faaHNJQ1SoWiZcUJ7uHPn46ePJeLDra5g1NfvHAjNt1o33/gOf4aVL3+TK86los3URvLwGB26KXS9ukb4APt5P7WtSMR+zbG5mFvo0i6wCs4yv2OUEnIATcAJOwAn8OwLReTvqQ76kSD8kI19W0o/JxFb+nS8sxaVDeF7mDImFBQEHtS6PxwbUQrXKa+NyCm2ta20TqF+/Pm677TZ06NAh/APGitbfqFEj3HHHHdh+++3TzaZPn46RI0fimWeewRdffIFFixaFukqVKuGCCy7AxRdfvNx+99tvP9x4443QNoSFWEydOjXd34cffpjuT2PO9u3bhz41FmXT9GxmOPfcc3HKKaeE8aoqtB3aHm2XNGbMGMyfH42/tW39+vXDcccdp6ZFUs2aNcOAAQNQrVq1sH16zo4fPx7PPfdc4CPuGnufeOKJuOiii1C+fPnQbnUVG2+8MW655Rbob6T1qF/xE0fx1N9c26C8pGNCf0stp3hdq1atWujfv3/WsaXt1XbH269jTdvZvHlzPPjggzj11FNRtmxZpfDLL79g9uzZwV9eoR8g2XTTTdPVG264IXbfffd0vDzHzHDCCSfgsssuQ82aNUMz/X0nTpyIF198MTyXvvrqq/CjMarU8arn0kknnQQzU+ofq0GDBujbt296fepg0qRJ6fW98cYbmDVrVvhnSf3NHySPI444Qs2Cvvnmm/T2hMQaLHQMrY1jz8xw1llnoU2bNmG/tUt63dDrjo4RPdd++OGHsN/6O+nvdc0110B/Z7X966+/8Ntvv8lNq2LFijjmmGPSz8c5c+aE56v6++STT9Lt5IiznjP169dXGKRjMj5GtR3aHlWs6PVP9ZJ+/Obqq69O/411fv/oo4/C8RT3peeytu+0007TIq4SSKD87s1Qe2hvlN60DviCAeMjzMZw1nws63Azlr7xeTiudYzotSdXGjNK4BRbukj6il1OoKgSKOxYVS5W8pjX8yBXS5cuDc8R2ViFtYnr3C71H2/mMePHwaocB76MHzd+DPgx4MdAUTsGljfmUV7bKptUclwlPx5vaZyY9ONY1uUESjIBHffJ/VMcK36OyCYVP6fufmQ2Hhg6F/y4il0Yko+9dq2Ge27aClEdq312Ak7ACTiBtUag/Ga10HRoN1TdoQEstVYzetSSn6ZicpchWPDNb+GzJL2mJ1/j5cfnAVktHttcX3Fx14IFC8L3Efout0qVKvjPf/6D6Ef/V27P9J2bvgt79dVXMXbsWFx77bXhO8qVW9pbOQEnsCoELLyy2aos6ss4ASfgBJyAEyhRBDi8D2fFErVTvjNOwAk4gbVOwFfoBJxAcSEwaNAgzJs3r8DmdunSZbn/71GgsSecgBNwAk7ACTgBJ+AEnIATKFEEzDLfGZoZzCzsn5mF/7k0i2ypUqXC/27r/xP1v476H29ZKfZ3aVEaAzstQ9XKADtC6ClVTJqyFG3PmojJfy6FT07ACTgBJ+AEnIATyCWw+JepGL93byyZPJNVHEBoDmJRuTxK3X4qyrbeOoxH4rFHchwSj1FkJTNLj2XAycxgZvSi2SzjRxkvnYATWJ0EzDLPMTNLP//MIt/MwnNUz1c9l3OVfJ6rTrGrTPguxzk4hzV/DDhjZ1w0jwGdD2LpbyQ/tvJ1TknKLDrngJNZxmfoc4khEN0zPd6dfOgRR26dgBNwAk7ACTgBJ+AECiMQjZiyx1GFtVuVnN+xflWorctlfN1OwAk4ASfgBJyAE3ACTsAJOAEn4AScQMkn4HvoBJyAE3ACTmAtETCz9JrMLFw0albQxhf36GKfwhRfDLTFDrVxcM/GqFC9DEw9pwpjNP6TyXio6+uYNSX6EVJVr0u9d/9neHng29wESwncSor7v+WBm2LXi1pkXfxZ2H7HXMwsXFxrZjCLBE5mxjKazTJ+lPHSCTgBJ+AEnEDxInDYYYfhs88+KzIbnfuDAXEc/7hAbOMfH5CV7nwhD5c+rN3IBzgHsdCFGW12Lo/HBtRE1Upr6bytzXCtcQLVq1dHkyZNcOKJJ+LBBx/Ek08+iVatWoVx28qsfJNNNsHdd98dlm3Tpg3q1q0bxn5atlKlSmjRogX69u2L4cOH49hjj03Xqb4w7bDDDnjiiSdwww03YLfddkOtWrXSzcqXL49GjRqhQ4cOeP7553HuuedCuXSDhKMxeNeuXUO7008/HQ0aNIC2J24iP7ltbdu2Xel9jvtYm9bMsNdee2HYsGFhv+vVq5dmqb+h2D/66KPo3r37cpn82+2tXbs2rrnmmvD3OeaYY7DZZpuFf4pVvxr761g4/PDDcd999+Guu+6CYtUVFenYefjhh3HxxReH4yg+duJt1z7px0fuv//+cLzUr18fG220Udj8n3/+GT/99FPwl1dssMEG2HXXXdPV22+/fXr5dHI5jpnhoIMOwnPPPYeBAweG543+rnHz+Hi98MIL8cILL6zUcylednlWz6+nn346PJ+0r3pPp7ayik855RT873//g27uuOGGG4bXiWrVqqkJvvrqK0yaNCn4a6NYW8eefoTmsssuw2233RZef5J/A/lipufAiy++CD3natasGbiIgX7M5v3330d8vlVO2nfffXHjjTeiadOm6eeL8uPHj5fJ0up6/VOnZoY999wTzz77LM477zw0bNgwvX4dT3o90bHeo0cPVKhQQYu4SiiBcrs1Ra2hvVF60zrcQw7uojk6VmfOw7Izb8bS1z8v9EepdDzHY0b57CBaTg4V5+j67ASKBQEds4VJx/mlQxbhhKsinXj1Ypx8zRKcTNt+0BK0p39Klhbj1GsyOm3QYpyeFOvOCFqEM66JdCat1OGahUjqLMZnXb0AZ11D0XbM0nycfXVS89Dp6oSumofOjDtfNRexutDvctUcSOfQxupKv+tVsxF05Wycm6VZ6HZlUjPR/cqErpiJ8xifd8UMxDqffqTpOP+K6bggpQtpL7ziLwRd/hcuon+RbNA0XHx5Un/iksuz1YNxj8umIlZP+j0vmwKpF21SvS+bjKCBk9GHfh/ZoD/Qd2BSk9BvYLb6M+5/6e/oP5CiHRD0GwZcGulS2lgDL52IWJfRv2zARFw24Negy2kzmoArBmTrSsZX9v8FVw6gaK8K+hlX9Y90NW2sa/qPR1KD+o3HIOYG9fsJ12bpR1zXL1vXM76+3zgE9R2HG4J+oI00uO8PyOh73Ng3o5v6fIeb+lK0N2fpW9zSJ1u3Mr61zzcI6v0NbqN/W++vEet2+hl9hTt6Z3Qn/Tt7f4k7e0W6izbSF7i71xe4O6F76N/T63ME9fwc99K/t+dniHUf/YzG4v6eSX2KB3pSPSI9SBvpEzzUI1sPM364x8cIuuRjDKE/5JKPEOsR+hl9iEcvydZjl4zBYxdHepw20gd4/OIP8ERCQy9+H0k9yfjJi95DrKfoZ/Qunr4oqXfwv4uoC6mUfYb+Mxe+DWkYbaxn6T974VuI9Rz95y54E7Gep5/RaLxwQVJv4MULqPOplH2J/kvnvw7pZdqMXsPw8zN6hf4r572KV86naEdkaRRGnpfUSIw6L6HuI/Fq0AjaSK91HwHpddrXu7+CWG/Qf6PbcLzRnaIdnaWX8Wa3pF7CW90SOvclvM347XNfhPQObaQX8M65L+DdhN6j/965zyOo6/N4P0vP4YOuST2LMV0TOudZfMj4w3OGIdZH9CM9g4/PyegT+p+c8z8EdfkfPqX/qWzQ0xjbJamn8FmXbH3O+PPOTyLWF/S/6DwU0pe0SX3V+QkEdXoCX9P/WjbocXzTKanH8G2nbH3H+LuzH8V3nSja74MewfdnR/qBNta4s4cg1o/0f+w4BD92fDjoJ9qMHsL4jtn6mfHPZz2InztStL8EPYBfzoo0gTbWr2fdj6QmdrgfE5mb2OE+/Jale/F7h2xNYjypwz0IOvMe/BF0N22kyWfejYzuwpQzM5p6xp2YeiZF+2eW7sC0M7L1F+O/zrgdQaffjun0p59+G2LNoJ/RrZh5ekaz6AeddgtmUbPTuhlzTsvWXMZzT7sJQafehHn05516I2LNp5/RYCw4NakbsPBU6pRIi2gjXY/Fp0Ra1P46SItpF7e/FrGW0F9y8iAsPukaLDrxaiyhXUy76ISrsPD4K7Fs+mxozKUxlqwUDxaTfpxz6wRKIoHcY11xrvQcSUrfz0h3DZmFB4fOBb+WiUQnnxKnPXethrtv3Equywk4ASfgBNYRgfKb1kKTJ85FlR0bhC3Q67tesPP5ueuSn6ZicqeHsODr36DXdCn5Wi9f7WOpA/myUtJXXNy0aNGi8D1m+/btw3eyx/C7RH3vlrUfKwhatmwZvs8YNWoUxo4di+uuuw7777//CpbwKifgBFYngeg1iC9mq7NT78sJOAEn4AScQDEkoHOinxGL4R/ON9kJOIGiRcC3xgk4gWJBYPTo0bj33nsLbOuxxx6L//73vwXynnACTsAJOAEn4AScgBNwAk5g/SFglrmHgJml/+/azML/NJsZSpUqFXz9L6r+P1dW/9MtK8X+zs1LY2CnZahaKXUVXPgAVn4+Jk1dgrZn/Yo/pi6FT07ACTgBJ+AEnIATiAks/nkKftyrF5ZMnsmUBg+UZqlyeZS6/VSUbbVVuG9CPOaQlTQOiccmspKZhXGLWTSuMYssUpOZpTw3TsAJrC0CZhbeZ5hlrJ6vhUnPa1fp8JrnHJzDOjkGSjt35158joHkeUR/tzg2i843Os+ZZXzFkpnJuIo9gey/o0GPYr9TvgNOwAk4ASfgBJyAE1ijBMKIaQ2Nh0ut0S33zlc7Ae/QCTgBJ+AEnIATcAJOwAk4ASfgBJyAEyj5BHwPnYATcAJOwAmsTQJmVmB1ZgazbMUX+Ohin8IUXyC++fa10KZHI5SvXkb3/2Xf0T+n6UbA4z+ZjAe7voqZk+cxv+7md+/7DC8PfDu9fcHRBfDcpAZtNsFuF7VAvD+xzd3nmIeZFbgAHpzMjGU0m2X8KOOlE3ACTsAJOIHiR2DEiBHQjz336tULunn/utwD3YQ0Xr98SbGspO2TjX90QFa64/k8DByCMM5hSQsgnKYNh+xSAY8NqIkqFUMCa2PydawagUqVKuGOO+7Axx9/vFJ67bXXoB9fOO+887DtttuGsds/XbOZhWWvuOIKvPzyy/jwww/Dut966y3cf//9OPLII1G5cuWV7lZjzL322gs333wzRo4cGfrS/rz77rt49NFH0f4kgbQAABAASURBVLFjR2y44YYr1Z/ade7cGU8++SS0PepHkr8q27a8lWp71a/07LPPok6dOstr+q/y1atXh344Y9iwYWnO+huK/TbbbAMzCz+qER8DhW1LkyZN8PrrrweuhdWvaAPNDA0aNEDPnj2hZceMGRP60d/8+eefR//+/bHddtut0nGUu94kU+2Pju3cNsk4uV/La68+dFNCHUc6nvT3irdd+6Q+zKLXubp164YfKlGbN998M7zGJ9eX65sZLr744sBDy1x++eXhn+hy260o1vYdeuih4Xmjv6v6keLj9bjjjoOOgRX18U/q1JeeT08//TTiv6Ws4q5du6JevXrp7sQmPm5efPHFrLp0o79xkn3o+PknzxMz+9fH3socU3ov26pVq/D6k/wbyNdrkn5spnz58mFPzQz9+vVL/807deoUnoOhMlWYGdTfww8/nGasv2mfPn1SLbLN6nz9U8967T3xxBPx2GOPpdev4+mGG24Ir9tmFl5TtE2SXl+0nKtkESi3axPUerIPSterC/AljjPMLNKc+cjvcBPyXvss/aNUGhdqvChpzBhb+eAUW7pI+opdTqCoEsg9VhVLOr4l+c+9l4fn318W9Nz7eXjhg/yUluHFMflBL9Em9TLjl9nupZTkvzxmGWINpz/8A8bU8A/y8DKtpNxwxpGW4RX6kuJXPljKWMqjlZZiBHMjuE0j2G7E+4ypkSFHn1b+yA+WIIh1o6iR7zPO0SjGGS3Gq+9HGkUrhfi9KPcq7WvS+4vw6nuL8BrbRJJPvbcQr7PuddZFWojXlIvj91kf4oV4gzajBYwXYHSce5d+Uu8twJspjaYdzTrFo9+djzdTeith33ovyr/17jy89R7FOtUrfps5KfjvzIP8t9+ZiyDWvcPcO+/ORaR5eJe5d1n/TtAcvPvOHMhXTn5aXOY91sWx/Ixm4/13qLdn4z1ZiX7Iyac+SOrtWfggR2MUvzMTY96WZtFK8iX50kx8yPoP35pBS701Ex9Jb9MPYsz6j+gHsd3H9D+m/YiS/fit6VDdxyGejo/fppj7JKWPUzaK/8Inb1Fv/oVPJfppS38s9an05jSMfYtim7FB0/CZcil9xjpp7Jt/4rO3KOZV/xnjz1MK/ug/EcVT8floinVfBE3FF28mxLovUvqSNi22+Yr6cvQUfPkmJZvSV7RfjZ6MSFNop+BrxW9EOfkZ/YFvRlOsU+6bN+THmhzqvlU9Jfst6yNNwrdvxPoj+N8x/u71SQhWftDvjCN9/8bvSOv13/FDSt/TKh/iN37DDxJz49j+h9cZU+Nen4gfgn7DuFSsnPwfGf/IOsWyP77+K35kHPTar/iJ8U+vTURQ8H/FeFmJ9cGXDZqAn1N2/GsTkNTPjDP6Bb+8Jk1ge9mUXqVNaQLthNd+ZrufMYFtg16VT8mm9Cvtr6+OR6SfaaU4Ho+JrMvVb6NS+VE/4Tfp1Yz9XX5Kv7NOUhvZ30f9iFiT6EuKJ40ah0g/0krj8Adzf4z8kZYayVga9QP+GEmxbnLQD5jM3GTmpiimDX7Kxv6UUd9jysiMpub4ioNGfI8/WffniO8QNJI2KeanKZYN+hbTRkjf0VIj5Uf6a+Q3+It1keR/g+mJePoIxq+kRH8G/RkjvmabrzFDsfQK/ZRmJmzsz3jlK8zkMjNlU5pFW0DDv8SsV6SvMHs4RX92QnNif/gXmEPNZvs5QV9gLuM5r0T54Cum5g7/PNQpJ38e43kvK/c5ZIOUS2k+7fzhnyHo5YSVTy2gVCe7gO2CXh6LBdRC1i2glRbSLnz5UwS9NBYLqUWKX1JuLBaxfhHjoJc+weKXKdYtDpL/CRYpL7FuCbWYvuwS2uDTyl/y0scIevFjLKUflPDz4txLHyFPepE2pWW0Up4s65ZReS9+iGUvUcoFfYh85qRltJL8/BfGYNkLH1BjID9f/vPvYxmV99x7kDS2kjS+iq18KTlWzI2Tde47geJMIPfYVpwrPTeS0vtw6c6HZ+GhJ1PXihgpSDCYGfberRruHtyASZ+dgBNwAk5gXRMot0lNNHmiG6ru1CC8RgN6rQZosOTnPzGl80NY8NXE9Oetydd8+cnzAjgppglz0g+JIl4sXrwYzz33XPieoUKFCjj66KPD987L2+zcfMuWLdG9e/fwffDYsWNxA7+7OOCAA3KbeewEnMDaIMAxJ/RCBp+cgBNwAk7ACaznBHhOtPUcge++E3ACTuDfEvDlnYATKB4EBg0aVGBDdQ11ly5dCuQ94QScgBNwAk7ACTgBJ+AEnMD6R8As80mpmcEsI713MLPwP8Tyda+h2Op/IxVLsd9629K49Ow8VK8CwMDJaIwWmPznUhzW8VdMmro0xF44ASfgBJyAE3AC6zeBxeOn4Ke9+yBv6qwAwjhqgGQsq1VA6dtPQdmdGoR7eMRjjdhq/BGPSWQlMwtjFjODmUGTWWRzfcUuJ+AE1hwBs8xzT2sxi2Izy3qemkWxnsNJxc/xZM79UoGdc3AOa/IY8L79+Crqx8Dyzg9mFsZ/ZgUtEpOZJSJ3izeB/MTm5yN6JFLuOgEn4AScgBNwAk7ACRQgEMZM+mGcAjX/PlHq33fhPaxFAr4qJ+AEnIATcAJOwAk4ASfgBJyAE3ACTqDkE/A9dAJOwAk4ASew1gmYZS7MMYt8MytwUU98gZIuBCpM8cXiW2xfGwf3bIyKNcpyX9gPKANL4JdPp+Khrq9h5h+pG7tj7U7v3jsWr1z+TtiWaM3cMEU0Wx28KXa9oAXi/Yht7r7GHGJrZjCLpD7NTCbILOOHhBdOwAk4ASewxgnopvH33ntv+AFt/ejv2WefjQ8++GCV1qsfJEn21a1bN4wbN26V+iopC1111VVo2LAhnnjiiXWyS/r7xiuWLymW1Q8KSPL1t5MvK93+XB4GDgF0CavqkZ+vOSQO3rkcHu1fA5UrrNXztjbb5QScgBNwAk7ACTgBJ7AaCJTbpTFqDu2N0vXqhjGexnuR2PnsBVjW4WYsfXVs+FEqjRGTUjvFshKXYB8aNcpDlh9lvHQCRZOAjt+kdFzHUj651QYD+LklSxqLBE4GGB8qEU9qFwTQwBBNFjyDjPJgYWYwcGJhwTMEo0J1DBGswQDQhfFBL8zQxKSZyYNM5AHGh8rYgJVm6Sxij6nQDHIMnIwuFTwEnyUtAAPAdmZy6AKQFxRy9DiHJAszBXEbUwYhZUBwZGHhAU4mqQHFGawAVIQgeJC73HZQTdQObGjgwwAaznSYU2CMUjPMGAUBMHBSIdHVnKozM5hRIQdEnsmhD0B1EjiFNAskRJczoDYSIBfGBz2kJwNYHQozgyGaLHiG2EB1EiAXxgc9mBkAirOMfDMLrgG0qVIGnFSX8s2M9YhEP3gGpBIwU5AKYdFDOYpzVBFloclYmIUSKaMMoBRAEzkqzSzENKoAGCEEwWMR11vk00AKRXAij8uYGTiznWYDICGa6HKGmUVS1gDjQyU4GYW4PrYhFxdsEc3ItAsujA96SE8GsItQmBkM0WTBMwQDTqqTmDAzlsxxjjxDSNBAdRIgF8YHPTCFMBlSvtFSAAygopKOAspgZtBkiB+AmQEwpAwA+QZNKs1CiZQBohCgY2Ys5VH0WSJl6FokAMZHulQDirNSAOuienkUKxTTMAhzorDgs4SZpQTANKugAIUsLFgzWgmcjIqycoIH1QVBLkITaJJHaaYQ2hgsVWXBMwQDTqEeMLNI4GSA8aEyGHBK1dMDXZgcyoJnkFEeLMwMBqQUeUwhTHIk1poZS0SiLy9l6LIuBHQBtjFoilL0OTPJlMHMaAGVxjLIALoUnVBvDA2aVJqxpDiDFYCKEAQPZgYDYMaS4swAnBhDQijNjJYygA5nOswpMEbgZBJzZgbOgIGTCgmp0KC6SPTBySiooKIZYAMzg4ETCwueRYF8upxhZpFYAwNnFiwRT6GeAdNmlq6JPIMSTNMazCiAloIBlFlk6SoE6JgZS3mSAYyYQpjomCkHyESefHkUZwQZzAyaVBpSD+WCWGNUKh95gJmSRgvAwIlFyCGEjCIbcoaUAWCcKWSmeHwlqzGWlKn19w9JFu6XPAKFHe/KJaXnRlL6fka6/aFZeOipean32HzPrZniswZ771YVd93QoOQB8z1yAk7ACRRjAuU2roHGj5+LKjvx9Tnxvbp2acnPf2Jypwex4Mtfw+etep1PvvbLT54btIxiWSnpKy5qWrp0KZ5//nm0b98e5cuXR7t27TBkyJCV2czQpmXLlujevTtGjBiBsWPHYvDgwTjwwANDnRdOwAmsSwIafErrcht83U7ACTgBJ+AEigABng45F4EN8U1wAk7ACRRbAr7hTsAJFAMCjz76KIYPH15gS7t27Yo999yzQN4TTsAJOAEn4AScgBNwAk7ACayfBMwsveNmkW9mMDPoXkJmFqx83XMotsn7EMV+6+ZlMODsPFSvAk750IMOLfDH1CU47KwJ+H3KUqVcTsAJOAEn4AScwHpKYNGPf2DcXr2wZOrMMEYQhmjMwG9wq1ZAqdtOQdkdG0DjjniMEVvl4rGIrGRmYaxiFo1fwMnMWEazWcaPMl46ASewpgmYZT/vzCy8v9B6zSzrOavnsWQWtTGL6pVz+Q+S+zGw1o6B8Lx03s67KB8DZgXPE2aZnFnkg5OZsczMZtlxpsa94kkg+fc0RI/iuSe+1U7ACTgBJ+AEnIATWFsEojGTrZHVlVojvXqna4iAd+sEnIATcAJOwAk4ASfgBJyAE3ACTsAJlHwCvodOwAk4ASfgBNYNAbPMFxFmkW9mMMtWfIGSLgovTPFF45u3rI02PRqjYs2yiQvOgfx84JexU/Fg11cxY9Lctbqz79wzFsMvf4fbEF36Hq2cG8Qt3OrgTbHr+c0Rb39sc/cx3n9Zs2w26s/MZILMMn5IeOEEnIATcAJrhYCZ4YgjjkCtWrXC+nQD+ZdeegnTpk0L8T8pPv3003BT9niZQw45BFtvvXUcrrf2p59+wvHHH4+jjz4a33zzzVrjoL9lvDL5kmL9iEAs5eIfGZCVbn0uD5c9yvNyNIfxDQuA8SG7lsfjl9ZE5QoMsDYnX5cTcAJOwAk4ASfgBJzA6iRQbufGqPVkH5SpvyGHeRzb8X0BSzAA5iwAOtyMvFGfpn+USuPE5BhSvsaSEjjFlm74LEnW5QSKEoHkMZrcLuVj6biOlWmjz0b5mSg/qOUcju/QXg2U5mel/BQ3njP1bJxux7bqJW7EKrrM0GEX9DXLo0IuZYPJtGNV6F+t49UywZlttA424CL02II+y2hWknG8PSFMdaAcO2A79qEK5pWTG8TlWBmasIqu2qmGLhOqVqRlQqMQaBOidnGoembYhJmwkGyqnfqhy0y6Xk2YDlktS4che2Aj1YUcHc7aEFazji1Sc+hHbSQGTKcWDJ78aDHVRwpdpArWB4+WK+DMLtg/HWbCgoxCC3bHOrnMhHq2iG2mMlrW9ryyAAAQAElEQVQmVMXtmFKsNhJ99sIkZ/rRNrFtSDKnNlKoY1LrkJgLbWlDK+bCBsXtmI/qVUupPuTUh8R1sC1ruBh9paRUOzZVFcU65lgyxTL2abmgZrbhglEtyyjUulWpZiHJIviyEtfNmU1SfYYg1U/UUK2iennKUZyjFShHpeaoHSs5h3r2ys6iToNPV3XariDWRsuyInJY0mejUB/bVDt1mu6HuUwb1mgxLk2PMwP5NOwis11cRnPoI1HPBpyVpbgAF1OzkGNn0ayk6iTW0rCHkCzYTjVsENVycfosw8wq2ng9tExEpdJcgm05M+BKVBeCKNT+ygtW+ag5G7IHxgy5BFvQ50ZpZqBq1ijHWrZkXiWrlKM4M2C7VH3kMcUKrYtGAWtZw64Y0KcTzVF/bMRZVak6VgaPlhWcM+3YDatYsk4ODedMPYOwXraIZibidnRDHTukm1lfqNd+Mau6YBjLVyepOLUA18Wk6qTIVQ/02II5ltHM5dQ4rJO1IQwto75VJ0X1US5qw8VT/aSMEmyqWrrsQ8uwyyinRqySCbV0GLIVo+BHfbOxEpFYyyxLhuwo9Ke28YKsCTnVSam6kEv5bKIaGi4UzVwFe03X02ctk3/TjtVqF5TZHnbDRdkHHXYfVYQ2jDRTbMCZbUIXsiHJtimfIReP2tBhyDrN8qhoZoLt5auNpP4oZkOp1TKdapfKMpHyQv8sWM+Z/bBkGNcyYluWzEXdyQks2bFsWERVqXZMqznFPphTPT0uFspgWbBeC1FcIKpJpbiM6mVYxQasTQX0VBXSWreCVFWiHd3UnPs+QssklWrmxgmUOAI6zpM7pThX8XuP2Or5It3+0CwMeXp+tDjfq0Nv1PmGXe6+e1THXdc3gE9OwAk4ASdQ9AiU27gmGj/RDVV33hp6zQZfu+OtXDrhL0zp/BAWfPFr+vPW+PU/tsnzhJZTLCslfcXrWjpfvfjii2jfvj3Kli2LI488EkOGDFnpzYp+9L87XnnllXB9yeDBg3HQQQet9PLe0Ak4gTVPwMKLmK35FfkanIATcAJOwAkUcQIa2/sZsYj/kXzznIATKOIEfPOcgBMoDgQGDRpUYDM322wzdOnSpUDeE07ACTgBJ+AEnIATcAJOwAms3wTMMp+YmsU+YGbhRwDNIqv7C+neQ7HV/Ygk5WLbatsyGHD2MlSvAhgf4GQS+5gyLQ+HnzUBv01eyozPTsAJOAEn4AScwPpGYNG4P/DjPn2QN20OzAyWAmDyqldC6dtPRdkdtkRybBGPMZSLxyCykpmlxypITWaW8gCzjA+fnIATWKsEzKzAc9AskzOLfLPIxs9psyg2c2vmDMycgdnaYODrMHMGZsWDwcqcL5InPDNLhu6XCAL6z/rMjiiSMhn3nIATcAJOwAk4ASfgBHIJ6H5C0V2Hcmv+fVzq33fhPaw1Ar4iJ+AEnIATcAJOwAk4ASfgBJyAE3ACTqDkE/A9dAJOwAk4ASewDgmYZS7UMbNwEalZQasLgCRdHF6Y4ovH67WshTY9GqNyrXJhr4wlu2MJTPhsKh7u+hpm/D43xGu6ePvusXjlynfBneJsMHBiYfS2PnQz7Hp+c8TbHdvcfdM+xzLjkgmBk5mxjGazjB9lvHQCTsAJOIG1SaBu3brhpuxm0evx1KlT8fLLL4ebz6/sdkybNg3PP/88li6N/pm6SZMm2HvvvWEW9bmy/ZTkdsOGDUOzZs0wYMCANb6byR8BkC9ppfoBAfmx1c355ctKtz63DJc/qpbRpaoq1V4/5NR2l/J4vH8NVCq/Dv6m2iSXE3ACTsAJOAEn4AScwGolULZ1I9Qc2gel628Ijfc09gu/5Mkif+4C5He4GXkjPwnvC+Ixo6ykMWJs5WvDYpvrK3Y5gaJCID5OZQtTfFxnttegBwvo7a2ZQQ5LWnCSR0WzqiJBCVPJNpqNBaWZAvsxMxizmi14BoScbHBheoQcook+mNMciS0sZGBmMESTmTxKMwXWmBlLhCnyDGAuUuSyhIWHPEr1jDUHsQgpQB7SvpwgAAZORiOBllIdPTNTgDDRhXJB8qhUvQzTAIvQDAie8pGYlQNOdBHVytCjYZ2ZwcwUgCUtOBl9AwvNMJNvMHDKFAzAHBOagwxmFOLJ6FCaKVZyNuiBZDv6gEVzMAYzCtEUeQZwhiZaVjM0mFHKUZFngGYKqpNgqQeiiTkEIRiWtGojj1IdjA4gI4UUHQtCmMyMluLMdPDNjG5KxhRnMzpBCqh0C9CjQp1BBoYwBZ+BSQaWlJISADAHZo0CJ1kzlYCZqQBLWnAy+gYWmmEm32gBGBKTMTSwQNTEaClwMgoqqDCrMIR2MIAOS0STQQ8WmmHGSFKlAZwRJuagiAm5ZgYzCtEUeQZopqA6CZZ6IJqYAzNhNnAymFHBAwypiTkoYiK49M2MJcJkZrQU55BkbGZ0Y7Gas5kBQQDoqrDICaWqwMnMAAlIGUP0YAzAzFTQAqAbCuUYmGQhAzM5RgvAwMlojBa0VKiXBSAf8WTQg4VmmDGSVG1xIcegBwuwmjKwAEtacJJHRTPMjAIMnOTTRLMylOYggxkVVSLyDAg52eDC9Ag5RBN9MBdmA8DYzGAAaCALTQoUMRFc+mbGUpWgNYAlmIvEiClD/ECYzIyW4syq4JspAENDyqU1JqTIsAw5ZhAUGtKTlcCJIVhrQfIo1VGcGYBTXAu2ogyQY0ZHAie6YNKo1AwzRkEAA4TJVBr0YKEZZgYWYEkLTvIkhFyqGmbMUSwRTfIozRQbcDaYKpPtgs+s5iCDGaV2QcaSimZAVqJjZiwRpsgzKME0rcGMgiZZkwMmU4oMS6YMBkTiMsFLJxjJZ60FIUxmRktxZjr4ZhZclWbGHGBGGwSArgqjYwBLKtQZZGAIU/AZmGRgSSkpgRNzYNYoJCaNraTccVeiSdpVm3TgjhMoxgRyj2XFudLzIil9PyPd+uAsPPz0fL0rzybAN+z77lENd163ZXbeIyfgBJyAEyhSBMptVAONH++GKq235uetyU3Lx9IJ0zCl84OY//mE8HmrXveT5wL5yfOFllYsKyV9xWtbWr+uIWnfvn24ZvDwww/HkCFDVnozWrZsie7du4frUMaOHYvBgwejTZs2K728N3QCTmDtEsjniDTnhWztboCvzQk4ASfgBJxAESGgcTA/likiW+Ob4QScgBMohgR8k52AEyjyBK655hp88cUXBbbznHPOwTbbbFMg7wkn4AScgBNwAk7ACTgBJ+AEnICZpSGYGYxSwsyg+wuZRVa+7kEUW/nxvYliu1Oz0ri0cz6qV40+iVWpz2X1XeWUaUtxWIdfMPGPJfDJCTgBJ+AEnIATWH8ILPphEsbt0xt50+Zwp/OhsYHGCAyQX70iSt3aHmW3r4/CxhbKxWMPWcnM0mMUcDIzmBm9aDbL+FHGSyfgBNYFAbOCz0UzC89Xs8jG22UWxWZuzZyBmTMwW0sMfD1Zr0lmzt2s6DJY3jkjzsfWLNqHOHZbkghY1s4okrKSHjgBJ+AEnIATcAJOwAlkETAYwDEy1sBUag306V2uIQLerRNwAk7ACTgBJ+AEnIATcAJOwAk4ASdQ8gn4HjoBJ+AEnIATWNcEzPilRGIjzIzfURSULgaXdJF4YYr/Qa3edrVw4CWNUKlWuegWmvn5QBDwy2dT8VDXVzH9N12cnljpanbfuXssXrny3Wi1XHf6InhuylaHbopdum8bbuSr/Yi3W35S2tdYZtk8tLlmJhNklvFDwgsn4AScgBNYJwRatWqFnXbaKb3uDz/8EF9//XU6XpGjm9OPGDECU6dODc2qVauGdu3aoWLFiiH2IpvApZdeiqZNm+KZZ57JrlhNkc7dcVfyJcW5Pxqgv5tystItzy7D5Y+ppc7NEqDSzHDYbhXw+ICaqFheGaz1yVfoBJyAE3ACTsAJOAEnsGYIlG3VEDWf7IMyDTYOY7+4MDnzFgIdbkbeiE/Cj1LFY0dZSePM2MrXFsY211fscgJFhUB8nMrG0rEcS7ncbT3rsIq4vXsV3N6Nor2te1Xc1o2ifyul+Fbmbu1eDbdI5yWsfOrmoOq46bzquJmSven8Grjp/Oq4MdZ5NXBjUE0MPo86vyZuoL2BdnBK8m84vxauT6s2rr+gFq5jfN0FtSFdm7LXnV8H114QaRD9QbFPK3/QBRvgmqC6tNSFG+DqoLq46sJIV9NefeGGjKmL6uJK+ldetCGCLtwIV1JXJHS5/Is2wuVBG+OyizIaeNEmjKmLN4H8gbSXBm2KSy+mLqJoB9AGyb94Mwyg+gfVQ7+Lpc0Q4kvkU7R9gzZH30si9aGN1bvHFuhzSaTetL0vqY9eQVtAca8eqZi2Z48tkVQPxtIltJf0bACpR8pe0nMrXCz1aICLpOBvhYt6bp3WhfTT6rU1LmB8Qa9tIJ2fsrF/fq+GOE/qnbK9GjFuhO60uerGXLfejXFuUBN06y1l4q6Mu/Zpgsg2xTl9pCa0VG/5VO9m6CL1aYbOhWpbdOpD9d0WZwfbHGf3zagjfensvi3QMaWzaKUOtFLkb4cOfal+LXFmX0q233Y4k/aMpPpvjzP6bY8z+m+P01M6jfY05k7rvwNO6xfp1P474tR+FHOnBu2IU5iL1b7/ToypATuhfUon0548oBVinUT/pAGtcVJ/KvitoPhE5qQTBuyMEy6lYiufOj5oFxx3aUIDI//Ygbsi6NLY7ob/XhrpP7T/GUifko20O/5vYEKX7Y5jgvagTWpPHH2ZtAeOGkjRPypoLxx1WaR2tO0u2xvtZC/fC0fSHnn53pCOSNkjL98HRwTtjcOZO/yKfXAYdfjl++LwK/bFYbSx2spnrm3Qfjj0Cml/2v1xyBWRPfTKyD+E9uCgA3DwlRm1ueIAtGEcFPwDcdCV0kE48EpJ/oEpn/FVB+GAoDa0kuI22P+qlK4+GPtLVx2M/Wj3u+oQ7Bt0MC11dSqm3SfoUOxzdaS9aWPtdU1b7HV1W+wtG3QY9qTdk7k9rpFPXX0Y9rjm8LR2p5/Ubox3G3QEpF1TNvZ3HXQkdpGuTdlB7bDLtRRzOwe1w87MSa1pW197FFoNoq49Gq2D5EtHYyfGO10X22Ow03XHYEfGQdfKp679P+wgXfd/2D6lHVI2iv+DltdR1/8H2wX7X2x3fUYt6Ec6Fi2uj9ScVtqWVpLf/PrjsK10w/Fodj11w3FoFnQ8mjIXq8kNJzCmBp+AJik1pm18w4mMT4Rs0OCT0OgGavCJaBR0EhoyJ21Du83gkxlTN54M+dvQbh3UHlvfmNFWN52CrW6U2qMB8/IbMG5w46nYMqmbGKdUn7b+TadhCyq2W9wcxZvffDqCbortGah3k3Q6NmNus5vppyR/s5vPxKZBHWipW87EJow3uaUDpI1TdpNbzsLGQR2wEXMbBf8s+lJH2o7Y8JaEbu2Iuozr3no2NkhJft1bOzGOVId+nds6IejWzrSdChMsSAAAEABJREFUUZs2Vi35t3WGbK3buqBmWuegRpbP+PZzUD2oK21G1W7vikjnotpt1O3nompQN1S5XUrFd8jvBn6pnRJNak6OrzTGSirVhN9J80voOHDrBIo5AR3jyV1QnKv4eRHbvLw8SLc8MAuPPDMf/EoG4T15qlR/++9VDXdeu6VclxNwAk7ACRRxAmU3rI7GT3RD1V3041gGvpwDoTAs/fUv/NnlIcz/7Jfw2q/X//h8ENvkeQOcFNOEOemHxFoohg8fjvbt24cb4LZt2xZDhgxZ6bW2bNkS3bt3x0svvYSxY8di8ODBOOSQQ8LyXjgBJ1C0CVjqdatob6VvnRNwAk7ACTiBNU/ALDorrvk1+RqcgBNwAiWTgO+VE3ACRZvAb7/9huuuu67ARrZu3RpdunQpkPeEE3ACTsAJOAEn4AScgBNwAk4gJmBmsQszg1lGus+QmYXrDOTrPkSxlR8rvlfRjk1L49LO+ahZDTAAZqGkBabNyMPhHSZg4h9L4JMTcAJOwAk4ASdQ8gks+n4SftyvH/KmzwXCkMBgRgGwmpVR9vZTUG77+tB4Ih5LxFa5eMwhK5lZGJOYsY+EkJrMLOW5cQJOoCgQMLPoOU9b2PaYZerN3DdzBmbOwGztMTDzdZk5A7PixeDvzieF1XuupBBI/N+67qmOfD5Kyr75fjgBJ+AEnIATcAJOYM0Q0IhJ/8eeGEmtthWVWm09eUdrmoD37wScgBNwAk7ACTgBJ+AEnIATcAJOwAmUfAK+h07ACTgBJ+AEigQBM8vaDjNLX0RqlvF1Ubiki8ULU3wxeb3tauGgHo1RuVa50A+L0D+7wq+f/4mHu76G6RPnhNzqLt6+eyyGX/UeYJyDDGYUgG3aboZdu2+LeDtjm7sv2sdYZlw2IXAyM5bRbJbxo4yXTsAJOAEnsK4I6PX8iCOOQK1atcImLFmyBMOGDcPMmTNDvKLi66+/xvvvvx+amBkOOOAAbLHFFiH2onAC3377LY455hgcd9xx+PHHHwtvtApZXSwRL5brK5b04wHxjwnISjcPW4bLH+OS4UqLcNkFA4QLVtvuWg6P9a+OCuVCal0Uvk4n4AScgBNwAk7ACTiBNUig7E4NUWNoH5RusHE0AOQoMIwIOTbMn78I+WfehLxXPg4/SpUcS8qPx5eykjYztrm+YpcTKIoEdMzGio/r3O3Up5gdD6+IjkdQsZV/RCXmKuEs2sLU4YjKKExnMp9RFZx5REpHVsEZhaoqTj+ycJ3G/GlHVkOuTmXu1HbVkLby21XHKctRe+bbt6uBXJ3MXEY1cXK7SCfRnnRUTWSrFuNaOPGo5esE1p1wVG3k6njmjj+6NiJbB8cfHek42oLaAMceXbj+y3xGdfHfoyP9h/Y/x9RFtjbE/x1TuI5h/phjNuJ794I6mvks/d/GODqlo2gLahO0+7/CdSTzR/7fpsjVEcwd8Z9Nka3NcPh/CtdhzB/2n3rIVVvmMtocbf9D/XdzHEp7qGyWtsCh/90ChyxHBzMfqT4O/m9GbegHHVsfbYK2pI100LFbojAdeGwDFCIcwHxGWzGmjtsK+x9LyWZpa+x3XOHal/l9j9sGudqHubSO3wb7BDXE3scvX3sd3wjL056s2/P4xsjSCY2xB3N7yGapCXY/oXDtxvxuJzRFrnZlLq0Tm2HXlHahLUw7n7gtClNr5jNqjtYnZtTqpOZoxThY+Se1QCtqpxVoR9bteNJ2yNUOzKV1ckvscBJFu32h2h4tTy5c2zG/3ck7IFctmGvRfgekrfz2O6L5crQt89u23wmFqRnzGbVCs1Oo9q3QlLZwtUaTUwpXY+Ybn7IzctWIuUan7ozI7oJGp0ZqSFuYtmF+m1N3Ra62Zi6j3bD1qdRpu2Er2q1ks7Q7Gpy2fG3Jukh7YMvTslWfcf3T90Bk90T90yNtQVtQe2Hz0wtXPeYz2hv1TqfO2Bub0W4mm6V9sOkZhWsT5jc5Y1/kamPmCujM/bAxtdFytOGZ+6Mw1WU+0gGoe2ZCHQ7ABow3kA06EBt0iFSHtjDVZr52h4OQq1rMZdQGtTpQZ7VBzUJ1MGqcVbiqM5/RIah+VqRqtNU6HoK0ld/xUFSjqi5XbVGlY+GqzHxGh6FyR+rsw1CpUB2OimdHqtD+IADGmUJmSo6xcsdZcV2mtXtOoHgT0DGd3APFudLzICl9PyPdfP8sPPLMfOTrfbjE9+V6g67lD9irGu4YtGWya/edgBNwAk6giBMoW7c6Gj3RDdV220Yv59za8Glr8JdM+AtTOz+I+WN/Dp+36jyQPDfI1+t/LC7M8wNPDnIo5WnW6DxixAi0b98eZoZDDz0UQ4YMWen1tWzZEt27d8eLL76ITz/9FIMHDw595HTgoRNwAkWcgF61wotWEd9O3zwn4AScgBNwAmuaQPisZk2vxPt3Ak7ACZRcAr5nTsAJFHECgwYNwrRp0wpsZZcuXVClSpUCeU84ASfgBJyAE3ACTsAJOAEn4ASSBMzC9aIhZRb5ZhauNShVqlTaytc9LGKr+xRJysV2hyalMaBTPmpW47eU4YNZfmOpSyWoaTOW4rAzf8GE3xeHdXnhBJyAE3ACTsAJlEwCC7/9DeP27YOl02ZzQMCZ4wBwXBCumaxZGWVua48y222B5BgiHksoF481ZCUzQ2zNDJrMIpvrK3Y5ASdQtAiYWXhPYRbZorV1vjVOYL0k4DvtBIotAbPoXGIW2WK7I77h/5CAZdrrbw/jI5Nyzwk4ASfgBJyAE3ACTqAgAY2YIhWs+7eZUv+2A19+bRHw9TgBJ+AEnIATcAJOwAk4ASfgBJyAE3ACJZ+A76ETcAJOwAk4gaJDwMwKbIyZwSxbuihc0kXjhSm+qHyzFrVwYM/GqFS7HPvV1eipi9KRj1+/mIqHur6Kv36dzbrVN79111gMv+pddsj1aabii+AbHl4Pu3Rrhnj7Ypu7D9q3WGaWtf/sOMSykpnJuJyAE3ACTqAIEahbty4OOeSQ9Ov1pEmTMGrUKJ4OdFIofENnz56N559/HkuWLAkNmjZtir333jvdR0h6sVwCQ4cORcOGDXHllVcut83KVoR/XEs1jn1Z/UiAFPvxjwjISjcNW4YrnjCYlk0VFkU4fLfyeGJADVQoZ6pdR/LVOgEn4AScgBNwAk7ACaxpAmV33AY1n+yLMlttwlUZR4OUgZZauBjocBOWvfJx+FEqjS2T0jgzKXBSTBPmpB8SXjiBIkBAx2WudFzHufQm6iYh/Ex2+e+K0y3dcQJO4F8T8A6cgBNwAk6geBPIL/BdgsZXksZY8b7Jl+LYrRMoCQRyj2nFudJzISl9PyPddP8sPPrsAsAMhniKvIP2qYHbr6kfJ906ASfgBJxAMSJQdoNqaPhYN1TbvRG32vgab2ABvtwj77cZ+LPLQ1gw9pfweavOB8lzhPzkeQScFNOEOemHxGooRo4cifbt23P7DAcffDCGDBmy0r22bNkS3bt3xwsvvIBPPvkEgwcPRtu2bUNfhXfiWSfgBIo6AYNxEyUan52AE3ACTsAJrMcENH73M+J6fAD4rjsBJ/AvCfjiTsAJFGUCY8aMwS233FJgE4844ojwOWGBCk84ASfgBJyAE3ACTsAJOAEn4AQKIWCW+QTVLPLNDGYG3XfILLLydW+i2MqP71kU2+2blEb/TvmoXcPADigAdFVMn7UMR5w1Ab/8thg+OQEn4AScgBNwAiWPwMJvfsOP+/dH3ox5AMcPsMiwhNWugrK3n4IyLTZHYWMI5WJprCGZWXosYsbOAJhFFpzMMj5Dn52AEygGBMwsPI/N3Jo5AzNnYLa2Gfj6zJyBWfFkUAxOc76Ja4RA9h2C8v2eQWuEsnfqBJyAE3ACTsAJlCwCGjOB46bkXplZMlxlv9QqL+kLrl0CvjYn4AScgBNwAk7ACTgBJ+AEnIATcAJOoOQT8D10Ak7ACTgBJ1DECJhlvowwi3wzK3DRqC4Sl+ILx2Xjf0pL+ps1r4WDejZBlToVAONMsYSZ4bcv/8TDXV/DX7/OxuqY3rzzU7xy9XswPiAZSwpcV6MjNsfOXZsi3sbYaluT0j7FMjMumhE4mRnLaDbL+FHGSyfgBJyAEygqBHbddVe0aNEivTnvvPMOfvzxx3ScdHRj+REjRmDixIkhXaNGDfznP/9BhQo8d4WMFytDQBx79+6Nli1b4sUXX1yZRQq0UR9xMvZlk9IPBcQ/HiAr3fjMMlzxOJcMP2opS4ULLvJxxO7l8cSA6ihfdh2ft7VJLifgBJyAE3ACTsAJOIE1TqDMDluj+tDeKL3VxhwRRv/MpDKfY0UsXIz8M27EsuEfrdKPUq3xjfcVOIFVJBCOby4rK+l9kyxT0czPMQ16RKGXTsAJrEEC3rUTcAJOwAkUcwIaM1nWPmhclausBh44gRJAQMd4cjcU50rvM5LS9zPSTffPxqPPLoDas+B78binfBy0T3XcdvUWccKtE3ACTsAJFEMCZTeohm0eOxfVdm/ErecnrdEMveYvnTgdUzvdjwWf/rzcz1t17tA5QmIHXIwdyKHiHN1VnkeOHBl+zMvM0KZNGwwZMmSl+9K1Dd27d8fzzz+Pjz76CIMHD8Zhhx0Wbpr7t514AyfgBIo8geg1JvOaU+Q32DfQCTgBJ+AEnMAaIqBzop8R1xBc79YJOIGST8D30Ak4gSJNYNCgQYVuX5cuXQrNe9IJOAEn4AScgBNwAk7ACTgBJ1AoASbNMteNmkW+mcHMwjUEZpHVvYh0f6LYyo/vXRTb7ZuURr+zl6FWdX4yyzm6oC4/XC/x18w8HHHWBPw8cTF8cgJOwAk4ASfgBEoOgYVfT8S4/fph6Yy54ZwPDQDicUDtKih7W3uUaV4PhY0dlJM0vohlZukxiJlBk1lkc33FLifgBJyAE3ACTmAlCHgTJ+AEnECxI5B5D6BNN+ghz+UEnIATcAJOwAk4ASewPAJhxJT4LHV57VYlX2pVFvJl1j4BX6MTcAJOwAk4ASfgBJyAE3ACTsAJOAEnUPIJ+B46ASfgBJyAEyiKBMwsvVlmBrPCFV8wrgvIY8X/lKY49jfdtiYO7NkYlWuXg35rTReoxzcS++2rP/HQOaPw16+z0+tcFefNOz7FK9e8HxZV31pHuA4+H2h4+GbY+ZwmiLcnttrGpOL9kTXL3md1bGYyQWYZPyS8cAJOwAk4gSJFoGzZsjjqqKNQo0aNsF0LFy4MN21fsGBBiJPFjz/+iHfeeSekzAxt27bFxhtvHOLCilmzZuHZZ59F//790alTJ3Ts2DFYxcrPmDGjsMUK5LRNH3zwAa655hqce+65oR/1df755+Pmm2/Gp59+iiVLlhRYrqgnPv/8cxx++OHhJvu//vrrKm1udC7n2ZwDB/mx9OMAsfSjMvJvfCYfVw21xHiFqzQKhiP3qIAn+tdAuTIhoeQ6k6/YCTgBJ+AEnIATcAJOYO0RKLvDNqjxZF+U2bdrLioAABAASURBVHrTsFKNBs1CCVvMMfaZN2HZyx8W+FEqjTs1xpSNFTpIFcqlXDdOYJ0RiI/D2MYbEseyUpyPbT4/LOVHpXHo1gk4gTVEwLt1Ak7ACTiB4k5AIyYpsx8aWyWlGsWyLidQEgjkHs+Kc6X3yknpOxrppvvn4NFnF/AbGYNZSoJiwMH7VsdtV22hyOUEnIATcALFnEDZOtXQ8PFuqLZnE4Cv8ZxpDWaGvN9n4s9OD2DBJ+MLfN6qc4fOKbGVD06xpYukr3hlNHLkyHA9gpmhTZs2GDJkyMosFtq0bNkS3bt3x3PPPYcPP/wQgwcPDtc3lClTJtSvbOHtnIATKAYE+BoBGHxyAk7ACTgBJ7DeE+A50c+I6/1R4ACcgBNYRQK+mBNwAkWXwDPPPAMpdws7duyIgw46KDftsRNwAk7ACTgBJ+AEnIATcAJOYLkE4gqzzCepZpFvZjAzxPcgkpV0n6LYytc1B0m7fZMy6N8pH3VqAjAA7MPMYABmzs7DkWdNwPiJixn57AScgBNwAk7ACRR3Agu/+hXj9u+PvFnzwrnezLhLlOYNqqLsbSejzLb1oPGClBwzyNeYIikzS489zNgJALPIgpNZxmfosxNwAk7ACTgBJ7CSBLyZE3ACTqD4EUj+r3t0x6Bkpvjtj2+xE3ACTsAJOAEn4ATWPIEwasovOGoyiz5XNYvsqmxJqVVZyJdZ6wR8hU7ACTgBJ+AEnIATcAJOwAk4ASfgBJxAySfge+gEnIATcAJOoMgSMMv+IsLMwoXgZtk2vng8vphcNr7QPOlv0qwmDuzVFFXqluc+p/qgp3nS139hSNdXMW3CbIX/WKNv/xQjrv0AllrSTB7FuXG7etjlnKbhAvjk9shPKt4PWTODWUbq1sxkgswyfkh44QScgBNwAkWSwMYbb4y2bduG13Rt4A8//IA333wz6wby8+bNCzd9WrhwoZpgp512wu677x783EI/ZPLyyy+jR48eGD58OCZPngzdqF7tZBUr36tXr9DnkiVLVFWovvvuO/Tv3x8PPPAAxo8fj0WLFqXbaZu+/vpr3HXXXRgwYADGjRuXritOjm6y37BhQ1x33XUrtdm5N/ZXHEt8C9P1T+fhyicAXVsRt5WPfKDdHuXxRP/qKFs07tO/Ugy8kRNwAk7ACTgBJ+AEnMDqI1B2+61R/cm+KL31phoeQuNFFpqRv2gJ8s+4Ecte+rDAj1KpXax4axQX5sc5t06gqBCIj1VZKbldBj2SGfedgBNYAwS8SyfgBJyAEyj2BAzI+S5Y4yoJqSn2ZaVU2o0TKJYEco9hxbnK/X5G35dJg++bjUeencf32fl8303xC5qwLEkcvG913HrlFvR8dgJOwAk4gZJCoEztqtjmsW6oumcTvvZzr9Kv+/lYOmkGpnZ6APM//qnA5606j+j8EFv5XJp98Et9OVSco7vceeTIkWjfvj2HaoY2bdpA1yMst3FORcuWLdG9e3c8++yzGDNmDAYPHowjjjgCZcuWzWm50qE3dAJOoFgQ0OuMVCw21jfSCTgBJ+AEnMCaI8DTIec117/37AScgBMouQR8z5yAEyjCBAYNGlRg62rXro0uXboUyHvCCTgBJ+AEnIATcAJOwAk4ASewAgJZVWaWjs0i38zCtQrxvYhkpdKlSyO28uP7LMW2ZeMy6N8JqF2dn9Cmr7GI7okwY/ZSHNnhF/z0a+b+EukVu+MEnIATcAJOwAkUGwILvpiA7/frj6Wz5oGne/CsT8uSgdWpijK3noyy29ZL3/swOWaQH48lZCUzC+MLMwvjD3AyM5bRbJbxo4yXTsAJOAEn4AScwEoS8GZOwAk4gSJNwKywsX4yZ4geRXo3fOOcgBNwAk7ACTgBJ7DOCURjJvvb7TD7+za5nZTKTXhcFAn4NjkBJ+AEnIATcAJOwAk4ASfgBJyAE3ACJZ+A76ETcAJOwAk4gaJNwCz7Swgzg1lB6eJxKXlRuf4pTVIutps2q4kDezRBlbrlw4Xq+andz0c+fvvqTww5ZxSm/TIrlV0588Ztn2DEte8X6A/ss3G7eti5c5P0BfDxdmibktK2xzLL3j9thZnJBJll/JDwwgk4ASfgBIo0gV133RUtWrRIb+Mbb7yByZMnp+N3330X48ePD3GtWrXCTd51jgiJRLFkyRI89thjeO6556Ab06uqfPny2H777bHXXnsFW7lyZaVD/YgRI8IN5xcuXBhyyWLixIm47777MHPmzJBWP02aNAn97L777qhXr174hyxVTps2DXfffTe0jOLipkWLFuGiiy5C69atoRvyL2/7kzf0z/UVxxJ7/aiMdP3/luHqJ0sBPDXr9GwpxwC027M8nuhfDWVKMygSs2+EE3ACTsAJOAEn4AScwLogULblVqjxVD+UabgZzDhSDAJ9akke7Mwbkf/Sh9A4M1fxGFQWnGJL12cnsM4JJI/H2JeNVXAD9QmsVLDGM07ACaxOAt6XE3ACTsAJFH8CHDPlx99iR3ujMZY8WUm+ywmUBAK5x7PiXOW+V9b3M9Lg++bgsecWwPQwsKTCe27DoftXx61XbA6fnIATcAJOoOQRKFOrCho+3h3V9m4K8HXfzBA/lv0xE9M6PYD5H/0EnSuk5Hkk9xwDTsrRhDnphwQLXWPQvn17mBnatGkTrsFgeqXmli1bonv37hg2bBg++OADDB48GEceeSTKlSu3UsuvuJHXOgEnUBwI6PUJMPjkBJyAE3ACTmB9J8DhtJ8R1/eDwPffCTiBVSTgizkBJ1BUCdxyyy0YM2ZMgc3r2rUrmjdvXiDvCSfgBJyAE3ACTsAJOAEn4AScwPIJFKwxy3zHaBb5ZgYzC/d/MIus7lGke1IkFd/TKLYtGpVG/85AnZoIyxuiyWCYNWcZjuwwAT9NWBQlvXQCTsAJOAEn4ASKFYEFX/yCHw4YgGVzFvDMzrO7gZbiWAF1q6Hsbe1Rttlm6XsfaswQjxHkx9KYQjKz9FjDjJ0BMIssOJllfIY+OwEn4AScgBNwAv+IgDd2Ak7ACRQvAmYa/+dnbbQiKSvpgRNwAk7ACTgBJ+AEnEAWgXxoxCRlpUNgpjFWcFepKLVKS/lCa5eAr80JOAEn4AScgBNwAk7ACTgBJ+AEnIATKPkEfA+dgBNwAk7ACRQDAmYFv5Qws3BxuFnG6iJySReWx1Z+fNF5bDdpVhMH9GiMqhtWhKX234Jn+P2baRjS9VX8+fOsVM2KzRu3fYKR148B4u0AYABlaHLU5ti5U5P0BfDx+rVNSWlbY5kZzDICJzNjGc1mGT/KeOkEnIATcAJFnUDZsmVx1FFHoUaNGmFTZ86ciZdeeinccP6PP/7Aa6+9FvI6Txx99NGoW7duiJOFbjSvdu+8805Ily9fHscee2y4QfzZZ5+NE088EbLXX389zjjjDFSuXDm00w2lRo8eDS0fEix0g3vdpH727NmMgF122QWDBg0KN55XP7p5fZ8+fdC7d+/0tqitltGyYaFiWHz00UfhhvxnnnkmJk+e/Ld7IGa50v7Huu7pZbhqqLrJh66tYEnDMj8fR+1ZHkP7V0eZ0kXovK1NdTkBJ+AEnIATcAJOwAmsEwJltmuA6k/2RemGm3HsqDEjN4OGAfKXLAXOGIxlL3yAeKyZOw6NYy7lsxMosgR0nCY3LjcGLPWAT07ACaxJAt63E3ACTsAJlAAC0bgpd0cKjq9yW3jsBIoXgdxjWnGu4vfJsc3Lywvfr11/7xw89tz8sMPh7TU9WS3fdr9quOXyzZnx2Qk4ASfgBEoqgTI1K2Obx85FtX2aQa/94RwQfVuPvMmzMK3zA5j/4Y/hnKFzR3weSdqwHL/bFyP5spJ8XRuh6ybMLFxjMGTIEFWtlFq2bBmuvRg2bBjef//9cE1Hu3btoGs8VqqDlW3k7ZyAEygWBPL52qTvgorFxvpGOgEn4AScgBNYgwQ0zta4fQ2uwrt2Ak7ACZRMAr5XTsAJFEkC06dPx7XXXltg25o3b44uXboUyHvCCTgBJ+AEnIATcAJOwAk4ASewQgLLqTSzdI1Ztq/7E5kZZGMl72Gke1Yojm2LRmXQvzNQp2bmk9r4u8zZc/NwZIdf8OMvi+CTE3ACTsAJOAEnUHwILPj8F3y//wAsm7OAG60zez5tdKVSft2qKHfbySjbdNP0vQ+TYwP5UjyOkDWzMLYwM5gZNJlFNtdX7HICTsAJOAEn4AT+IQFv7gScgBMoogTMssf9ZpkYSPpRlJ2BT07ACTgBJ+AEnIATcAI5BExjqKwxFWBmSE5m2XGybkV+qRVVel3RIOBb4QScgBNwAk7ACTgBJ+AEnIATcAJOwAmUfAK+h07ACTgBJ+AEigsBs8wXEmYWvrAwK2h1MbkUX2AuK8X/mCYrbdKsFvbv0RhV6pYPCHRTsXD5ej7w+9fTMOScUfhz/MxQt7zi9Vs/xojrxiDcC5iF+uDi4ZadTY/eHK3Pbpy+AF7r1HbkStsayyx7f7ReM5MJMsv4IeGFE3ACTsAJFBsCG2+8Mdq2bRvOX9rozz77DN988w1GjRqFmTNnKoXddtsNO+ywQ/Bziz/++AOvvfZaSJctWxannXYa9ttvP+i8EpKpwszQunVrnHzyyVA7pd944w1MnjxZbtC8efPwyy+/BL9mzZo4/PDDUaFChRAni8022wzHHntsOJcpr2VmzZolN2xLw4YNw7ratGmD4447DmeffTZ69uyJQYMG4Z577sFTTz2FV199FaNHj/5X0vk1rHQ1Fffddx+07TfffHOhPSbXF/uyyR8DuPapZbjmSYMeYJmaYWY4Zq8KGDqgOkoXsasi4JMTcAJOwAk4ASfgBJzAOiVQpkUDVH+qH8o02ZzjRm6KUTCYGbA0D3bGjVj2/PuIx5358WdNtGqZK9Xn5jx2AuuCwIqOxcLq9PnputhOX6cTWF8I+H46ASfgBJxASSCgEZOU2ZfCxlWZWvecQPEjkHtMK85V/P44tnl5eZCuu2cOHn9+AfiGGpr4rprGoMdhB9TAzZdvzthnJ+AEnIATKOkEytSsgq0fPRfV92vOcwBgpjMBLYBlk2fhr84PYP6YceHcofNHfD6R1TkntvK5CEaOHIlTTjkl3MBW10AMGTJE6ZVSy5Yt0b17dwwbNgzvvfceBg8ejHbt2hV6HcZKdbgSjbyJE3ACxYNA5pWpeGyvb6UTcAJOwAk4gTVFwCw6K66p/r1fJ+AEnEBJJeD75QScQNEkcM0112DixIkFNq5Lly6oU6dOgbwnnIATcAJOwAk4ASfgBJyAE3ACKyKwojozS1ebWXRtRMqWKlUqxLKxdN+JWPE9jmLbvGEZ9O9sqFsbXI6CAUHAnHnLcORZv2Dcz4vgkxNwAk7ACTgBJ1D0CSz47Gd8v/8A5M9diOh0bjQGTaU2qo7yt7VH2SabhvtFaWyg8YAkP1Y8fpA1s3DtpJnBzKDJLLK5vmKXE3ACTsAJOAEn8M8J+BIRktwhAAAQAElEQVROwAk4gaJGwGz5Y34zC+8NaDKbnZ+P6AEMfWNh0JO0y9NTbyzA8vQ0655+fQHSVv7r8/F0Sv+jXb7m4ZnXC9cw5jOai2GvJ/TaXDxbqOYwH+m51+ZgeXr+tdlYnl5gXVqvzsYLr83CC69m9CL95emlV2dieXqZdRnNwMuvJjRqBoYzHi6bpekYPirSK7SFaQTzI0b9heVpJOvSGjkNI0dRsimNoi2oPzFq5J94dQV6jXUZTcVrIxMaMRWvM35dNktT8PqISG/QFqbRzI8eMRnL05usy+gPvDmCeiWjt+gX1CS89cokvL0CvcO6d175HcvTu6x7d/jviOxveHd4tt5jXJjeZ/794ROxPH3Auox+xQfDqZeplB1Dv6AmYMzLE/DhCvQR6z56+RcsTx+zLq2XfsbHOfqEcWH69KXxWJHGsj6jnzD2JepFKmU/o19QP+KzF3/E5yvQF6z74sVxWJ6+ZF1aL/yAL3P0FeOC+h5fv7BifcP6b174DoXq+e/wLeu+lc3St/j2+W/x3Qr0Peu+f/4bLE8/sC6t577GD89TsimNoy2or/DjcyvWT6z/6bkvsTyNZ934Z79EpC9oM/r52S9QuD7HL8+uWBNYn9FnmPAsNSzSr7SFaywmDluxfmP9b8M+xfL0O+t+f+ZTRPqENtKkZz7B8vUx/nhmxZrM+kgfYfIzKf0vslNoC9eHmPq/FetP1v/5vzFYnqaxbtrTYxDZDzDt6Uh/0S5f72P60yvWDNbPePo9FKaZT72HbL3LONKsp97FijSb9bOfegeFaQ7zQU++g8i+jTlPRppLu3y9hXlPrljzWT//yTeRqwXMLRj6JrI1mnGkhUNHY3nK16gpjJ0yQyl5Zibzr1TqXy3tC68NAr4OJ+AEnIATcAJOwAk4ASfgBJyAE3ACTqDkE/A9dAJOwAk4ASdQrAiYZX9BYWapi0KyrS4ql3SxeWzlJy9Cl79J05o4sHczVN2oAtgRAItmmj+++wuPdB2FqT/NRGHTa7d8jJE3fISwCNvLMTOFaHrM5mjVsVHWBfBaf660bbHMuGxC4GRmLKPZLONHGS+dgBNwAk6guBFo3bo1mjZtGjZ7yZIleOCBB/Dhhx+GeJNNNsHBBx8MnStCIqf49NNPMXv27JBt2bIlWrRoEfzlFdttt126zcyZM/Hll1+mmy5btgzxTex1o/vFixen63Kd+vXrY9NNN0Xt2rUhX+3VRts/btw4fPTRR9CN8IcOHYq77roLV199NS655BKcddZZ+O9//4sDDzwQ++67779SvE6td3Vpzpw56NatG/bYYw+MHj26QLfiI6lCNqlrhubh6ieBfFYqHzwG+dQxe5XH0P7VUKronba5tT47ASfgBJyAE3ACTsAJrGsCZZpviWpP9kPpxpsjDChZaEzJoSTy8/KQf/oNWPbce2G8Ho/bQz0Hm7La/tjKdzmBokpgRcepv10qqn81364SQsB3wwk4ASfgBEoEAY6YlvPdcDzOkpVKxO76Tqx3BHKPXcW50nvipPRdkXTt3bPx+AsLyCw/vHcO76dT760PP7A6br6sHut8dgJOwAk4gfWFQJkalbH1o+ei2n7bJs4L/OiVn6fmTZ6Fvzo9gPkf/IA8fvYqJc8tOvfoWodTTz01XKeh6zWGDBmy0uh03Ub37t0xbNgwvPvuuxg8eDDatWuHihUrrnQf/6KhL+oEnEAxIcBRK7dUo1Yan52AE3ACTsAJrMcEOETnJzjrMQDfdSfgBJzAqhHwpZyAEyiCBL744gtcf/31BbbsoIMOQseOHQvkPeEEnIATcAJOwAk4ASfgBJyAE/gbAn9bbWbpNmaRb2YwM+h+RWaRlR9L96uQdF+lpN12m9Lo18lQtxb4ma2+x6SiGXPm5qFdh1/ww8+L4JMTcAJOwAk4ASdQdAnM+3Q8vtt/AJbNW8jzObczn6Kn65Rs4+ooe+vJKNt4kxXe+zAeM8iaWXpMYWbQZBbZXF+xywk4ASfgBJyAE1glAr6QE3ACTqDYEDCz8NljtMEWGZXKw/DE6wtxwuVzgo6XvWw2TkjpRNoTL5uFk6jYnjQwik8eOBNZumwG2g+kaE+R6J9CnUrJnjJwOk4N+gunDaQu/Qun055Oe1pK8k+/dBrOCPqTlhrwJ87MUQfGHS6diqABU3EW/bMGTIHUkXGkKejIXMcBk3G21H8yOgX9QStl4s79/0DnfpPQpT8lG/Q7uvT7Hef0pxifQ78r/a6yQb/h3H5JTUS3fhNxbt+JwXaj7R70K87rG6l7sBMYU31+xfl9JgRdQHtB31/o/wLZoD4/48K+VJ9fcFHQz7SRLmbdxb3H4+I+VO+fcHHQeFzC3CX0eyTUs9eP6NGbou3Zaxx60u9Fv1fvceidUvB7/YDeKfWhlfombN+e36Nvr+/Rr+d3OfoW/XtSPb7DANYN6PEtgpiL7De4tKf0NQb2pHp8g8sYX9ZD/teQjfQVLu+R0CX0qSsu+RKxrqR/5SVfIOjiL3AV/atkqavpR/ocV19CXfwZrrmEoh1UqMbi2oupi8biOtrrLvoUSV3PONInuOEi6sKULvoYgy+kmBtM3cg46MKPcGNKN9HedOGHuDkl+TddkIppbwkag1svkD6gTej8D3DbBZFup3/7Be8jqTsueA9B57+HO6k7KNk7z38XdyV093nv4K6gd3H3edI7uIfxPee9jXul7m8zpt/9LdwrMXdf0Fu4/7yEur/JmOo+Gg+k9WbwH2QsPUT7ULc3kK3X8XA36Q0MoQ0693U80u01xpHkP9LtVTwqnfsaHmPdo+e+Cumxc0ch1uP0Hz93JIK6jsITjJ/oOhLSUNpIIzC0K3XOCDzZ9RVqBJ5i/BR96emUfarrcDwtnTMc/8vSy4xfxjPnpNTlJQw7h5JN6Fn6kV7Ec12SegHPd5GexwtdpBdoX8DzneVTtC8GPYeXOkvP4sXOz6Z8xp2excspDacd3mkYknqFcawR9Ed0egaR/oeRnTIadTb9lOSPOvtpvBr0FF47m+r4FGOK9rWUXqd9veOTeCNLQxkPxWjmIg3Fmx2HMn6CljqL6vgE3jrr8ZTkS4/jbeakd856DO90eAzv0r7b4VH6keRL7zEnvX/Wo3ivwyNB79NGGoIPOiR05hCMCXqY9mF8eGash+hTZzyMj858CB+d8RA+DnqQ9kF8csaDwX58xgP45EyK8adBD+BT5jK6H2PPoE6/D5+dQZ1+Pz4Lug+fM5fRvfjidOq0WPfgS/pfniZ7D746nQr+3fSp0+7G10F34ZvTpCiOfMan3olvU/qO9rtT70CkO2nvxPen3IHvmZP9gf4Pp9yOoFNvw7hTqFNvxzhJfko/0v54yq34KaXxtOPbR/H49rcg1s/0f25/M36RTr4Zwaf9JaUJtBNOvgm/UhPa34hfpZNvxETaibJZGozfTo70O+3vJ90AaVKw16f9SSddjz+kE6/H5GCvwx8nXkefStkpJ12HKSdeiyknUbRTgwZh6omD8GeuThiEacxNO+Ea/JXW1fQzmn7C1Zh+/NWYEXQVLXVCrCsx8wTq+CsxK0tXML4Cs49P6bjLMef4y4GlyzhqMkqDqEhmjBOKsoBZlMdKTqVWsp03W2cEfMVOwAk4ASfgBJyAE3ACTsAJOAEn4AScQMkn4HvoBJyAE3ACTqD4ETCzrI02s/SXFGYZXxeXS/pntNjKj/9BLfY3alwDB/ZqhmobVWC/+fovNYQbjLGY9O1feOSckZj64wzWZebXbvkEI2/4kImoPWi0oG4M3PSYzdH6rEYrvABe69Y2xTLLbLeZsV+EfUJqMotyqdCNE3ACTsAJFFMCFSpUwFFHHYVq1aqFPZg3bx6WLFmCsmXL4ogjjkDt2rVDPrdYuHAhxo0bl043b9483IA+nSjE0TmmSZMm6Rotv3Tp0hCXK1cOVatWhabZs2fjoYcewsSJE3n+Cyc0pdOqUqUKevXqhSuvvBJnnHEG6tSpk64rCY5uxL/vvvuic+fOmD59eoFd0rld0g8ByF71xFJc81SiWThH8zzN+f/2Lo+h/arxHJ6oLzKub4gTcAJOwAk4ASfgBJxAUSFQZtv6qP5UP5RptgU3yRA96Gpelo/8025A3rB3w/hcY9BYqpYv63ICxZIAP2/lER59lFosd8A32gkUBwK+jU7ACTgBJ1AyCHDUxLFTydgX3wsnkE0g932t4lzpO5mk8vLyIA26ew6eeGkhwlcziN5NG7s3+ke2qYEbL92Mkc9OwAk4ASewvhEoXb0Stn6sG6of0IJnhGjvzQyglv05G9O7PIj57/8QziU6n7z66qvh2gddv9G2bVs88sgjWNmpZcuW6N69O4YNG4Z33nkHgwcPRrt27VCpUqWV7WI1tfNunIATKMoEzPgalNpAg9GTaHx2Ak7ACTgBJ7AeE9Dp0c+I6/EB4LvuBJzAKhLwxZyAEyiKBAYNGhQ+a8zdti5duuSmPHYCTsAJOAEn4AScgBNwAk7ACawEgZVrYpb5hNUs8s0MZgbdU8IssvJ1P6Ok4nssxbbZNqXRr7NhozoGgIpmsAvMW5CHI88cj+/HL4JPTsAJOAEn4AScQNEjMO+TnzDuoIHIX7AY4eSNeDKU2qQmyt96Mso22niF9z7UeCGWGZcrVYpdWRA4mRnLaDbL+FHGSyfgBJyAE3ACTmDVCPhSTsAJOIGiScAsM+Y3s/T7Am2tmWJ5GeXrjkH5uvs6pf+DpximGsiTWKcMXVZriZBgqCwlj9JMgY3C/xizRnNYh5ZSXcqyCatYQyekGYVOU/VxyOrYVU3wk+2i+ux+GLEde+VMJ91cjurS6bAwI85x5yHFhRIp7k4iksvG6ofN6EW9qkwFSodQRVY7dU5xVhXbhc5oozDkGYkdV0qPc2iiQorbqVcprqcNs3LZ7dRPyGSKVEsa5rROKd2O6dRagmETWvbLRpHPMLRRoQwVzdz9RDtVM5NsrZDdRDV0uFjkq0Jigmkukt0P06GdtpGVYVZzOWIV13MptmPEmU6YQ3/0VBentYyWDX2EJGtTDRVKXISro6c8TWjLgi1VRY89qI5eyoR8XKhdvFh6fapUkstwaUXBU6F0aBc6Y5USrFA/jOhxCdVRnBkomyMuwzm93fKjFvKk1GJ01QcNE/Ea1FIZKpqjOjZkSF/1OWIFq1nHPugwTDWQR3EOCdXR58yQbVlGszIU57CDLMRAoepjy7RCrodzSLIP9RllWa0kxZkBs6qn4UwvSsnnMuwhzFEyUxsWVRHaqaA0h1zULrjMaRtDJ0pI6iz0rWxIKJP+O3ARVdBE/dBJ1ctjlRaRopBlqh1znNP9yA8LhiJEwVOhKGwXt0M+O+EsT+I6GIV2DDmnEkpKylDRzDquP9EPIzaKK1NuCFVEtcxyZhxWQlez+mCKM/eB3SoXFDIhwSbMsA86yjJgD/IozoqZCMtrAbZUGKW5jHIhEdqyNtiQDWk1DM3i6V9J3AAAEABJREFUKNSzHWO5kaKSqWjBsFBUqGXksUodBTGjRbhAdj3znNUktcFciAm2SzmRFzWImoR+1EZSb1FCZdbfU4loaTUMngp1JckPFaFQYyqauWr2y0YM6Yc5tIo8ZqOZXchh21Rtuj6Oo2q2Y438OB9lmOTMvHZM2y5XTdI9chvYIppDJWuYCy4bMgpl6I6eZlbLhFS6XUgy4hwqWMTri1IquZiM2gbLWO2oyONmqE5xup45VVKJFHcnEcnVMkFsmJrNNLaKpJRZxle8siq1sg293Toi4Kt1Ak7ACTgBJ+AEnIATcAJOwAk4ASfgBEo+Ad9DJ+AEnIATcALFlICZFdhyMwsXi5hlbHyhuf45Tb6sFP9jWuxv2Kg6DuzdDNU2rgQY5yCDmWHy99PxSNdRmDJuBjS9dvPHGDX4w1AHWJhl5DT/T320PqvRCi+A1zq1LbHMDGYZgZOZsYxms4wfZbx0Ak7ACTiB4kygXr16aNOmTXjtj/djt912w3bbbReHBezChQvx559/pvNjxozBo48++rcaO3Zsepnp06dD/ShRsWJF7Lrrrult+OWXX3D55ZejW7duuPvuu/HJJ59g7ty5arreaOjQoZCSO6yLMxTH9ttfl+G598OVFEqnpJji/J99ypNpKl3UjG+PE3ACTsAJOAEn4AScQJEiULpZfZT7v725TbqcWKKbmjX+zBv2brigV34qXaj5u/pCF/KkE1hXBPg5p0GPdbUBvl4nsB4Q8F10Ak7ACTiBEkJAYyYrIfviu+EEMgRy38MqztWyZcuQVF5eXvgRlWvumo2hLy2M/iOW38nIid9NH9mmOm4csFlmRe45ASfgBJzAekegdLVK2OrRbqh2QIuw7zq/hHMFzxl5U2Zj8pl34apjO6NmzZpo164dHn/88dBuZYqWLVuie/fuGDZsGN5++20MHjwY6qNy5cors/iaaeO9OgEnUGQJmGW/l4tfj4rsBvuGOQEn4AScgBNYSwR0TuTwvNC1mWWfPwtt5Ekn4AScwPpIwPfZCTiBIkdg+PDh4f+4cjfslFNOwRFHHJGb9tgJOAEn4AScgBNwAk7ACTgBJ/D3BP5BC7PMZ6lmkW9mMDPE9y9KWt3bKFZ8jyVZqenWpdG3E7Bh7cQnt3T1GxbzF+Sj3Znj8d1PC+GTE3ACTsAJOAEnUHQIzPv4J/xw4EDkzVsU/v+cRWbjNqmOcreciDINN17hvQ+TY4XYN4vGE+rMzGSCzDJ+SHjhBJyAE3ACTsAJrDoBX9IJOAEnUMQImBU+3jezrM8bzUplbTlrAbUBaBilfBg4qZCQCg1mEmOjEE0Go0NpphDaGIxZFaZCsjhhYBOoMKMPyEXKY4BoUh2lQMbkUMaWkIwlBVaaGQxIKfKYQpjkSKw1M5aIRF9eytBlXQjoAlEbAGYGgOIsI99MgTzJmKYMoEPRCfXG0KBJpRlLijNYAagIQfAgly1oWTLgHFWAcVAUmhkjygA6nOkwp8AYgZNJzJkZOAMGTiokpEKD6iLRBycDjA+VMgZObGBmCqEi8gxQINHlDDOLBE4GGB8qEU+hnoEBZgZDNFnwDDJM0xrMKICWggGUWWTpKgTomBlLeZIBjJhCmOiYKQeYGQyIRD94mQTMFIQsLH4oFwQwBbBQHTiZpDrlQsAEfYQcYOEhS4UcMwYwDagIueCxMGYo5SjOzIETc6yhE0ozxkHMGJhTQSE10eUMM4uktAHGh0pwMgpxvQL5IRcXTEYzku3YDMYHk0hPBiivwsxgiCYLniEYcFKdFFzLpINniA3URgLkwvigB6YQJkPkM2FmMCCllJcyUB0FTob4AZgZAIqzjHwzBfKo4BtShgkABk4GMyp4CD5LWgAGgHVBAIyPdJnKy4Q0i6heLShWKKZhgGgyGQstWWiGGeMg1hlgfIAxOBkl38CHcpSFXFyEiLWMVRcE0CCqASd5VDQDrDQzGDixsOAZggEn1SXFlOpMhWRKUHGbyFUNPdCqAaWZQrIdAONDZTDglKoHE2bpWpgZAEPK0JVv0KTSYHIR6kGfswxYmBlLeZJ8yoAoSYf1Ciwk5FHKUZwZgBNrQ4DQyowxAJpQRBacDFGSBqBrCA8D6HCmk2psjMDJJObMDJwBAycVElKhwUxibBQ40QIqqGhmaDCjwMkA40NlWpby1EYCp5BjEdoy1qy6IIAGqgUnC55BRnmwMDMYABoYH/Q4GyCfRnmwMDMYkFLkMYUw0TFTDpCJPPnyKM4IMphRAAygUmUwLFjHJMDCjDFAjwq+IWUAyDdoUplWqkHKsJo1IaCbms0MZhml0v/YZI/O/vHivsCaJuD9OwEn4AScgBNwAk7ACTgBJ+AEnIATcAIln4DvoRNwAk7ACTiB4kzAzNKbbxb5Zpb1JYaZIb7QXP+YJl9W0j+lyUry6zasjv17NUG1jSuGa9vDTcbyo1vGT/5+Oh45ZyReveljjBj8EfIBtmHJ+igAtv3v5mjVoeEKL4DXurQNscyyt5fdhu2XlcxMxuUEnIATcAIljMA222yDSpUqpfeqWbNm4XyVTuQ4s2bNwsKFmX+S/vrrr/HWW2/9rdQu7mrRokXhB1LiuHXr1pDiWFZtPvnkE9x999244IIL0Lt3bzzzzDOYOnVqdN5ToxKos88+G99//z06deqU3k+NA7SrSdtoM+D+8w2N66kG0FnaUqXMcQNn46nRi1AUJ98mJ+AEnIATcAJOwAk4gaJFYF7/hzB/4MPcKI4o+fmP0UvPR+6KUvefnw5jJx6bxrFbJ1AcCeTzw1R+qlocN9232QkUCwK+kU7ACTgBJ1BSCGjEJJWU/fH9cAKp6ysSIPQeN1fLli1DUnl5eeG7ravvmoMnX059/6I30BK/mDEzHHVwDQzuzy9wEn276wScgBNwAusngdJVK2KrR7qh+oEtYKaThdGShQGlZy3EIe8uxo6lNmDi7+eWLVuiW7du4XqJN998EzfccAPatWuHKlWq/P3Ca6GFr8IJOIGiQ8DM0htjlvETSbqF5Jn12Qk4ASfgBJzAekWA50k/I65Xf3HfWSfgBFYDAe/CCTiBokdg0KBBBTZK/xvWpUuXAnlPOAEn4ARKOoHc7/s9zg//l+ocnIMfA2vuGCjpr6u+f+svgX+652aZT1rNIt/MYJZRfD8jWd3jKJbuqyTFcdOty6BfF8NGtVPXq6b7ABYsyke7M3/Gdz9m7m/xT7fV2zsBJ+AEnIATcAKrj8C8j37EDwcNxLKFi3neB5U69wOwTWuiwq0no2zDjVd470ONDWKZpZZPWXAyM5bRbJbxo4yXTsAJOAEn4AScwL8h4Ms6ASfgBIoyATNLv8fQdpol49Rnh6oI9wtinK/vAqL/GQ7fi6iOaWbo0Ynmgt+dsVYzl6aJGrGrTDtmuQrOrGPJCpb02YgzQy5Jhxn6XBt9ltGcSsbbE9vQ5YrasQF7jUq1SylanjWMQ9dqQV8rSxm6UT2rwnYqH9oGh55mig25vWzLhgqTfbOC1cxqmagXlkyprXIU5yjBGi3LKnpMpRYLOTbizGRUG9ameoaqj6X1RXWsZC+RHy0Wt0n2E9VEZVRPnw2Cz77ZBeeoLzrqXg1o1TPzaqsKKfajdNQm5NiRcmoj0Wcm1Y8M+4rbsYJRKENTtVWdpGywIRn6Z8EOOCvFBeLtViifNaEJq+iyZy5Phzn66k9K5aI2IZGoZzvWsww5Flo8EhcIeS0isZ3qZVilDMOwJQzZki7nKMdGnDP9hCAKtd1sXXg79sSOQxnacTnOYUEtw4VYLY/iylSXbscaLcgaeqoMi7Fghg3VTsuzhjk2YWPWBF851UdiiolQxzZahploVj7VF111whbyKM2U2od+VKO2oRUXp88ymrPaMcU4Xp+WZSaamc/0F1IMQzIVsHP2q2W0fEasZp6N6agNldie0IPqU7m4XUilcqENF1Pfqg91Icm1pAJ6rFLJ1ShHcWbABdUPFXlMsUJ90ShQmlZGy7PjaI76YyPOoV61TLKhPDWiZaX6Up6Z0E4Fa2TCWlUfiSm1Zw/RrCUozUFcKq5XHC2thegpkapXG0mdhDQLtghzcFPtWM9mStNTN6GSDufgJtqxBaNQal9ihe1mD5HlcmqhTkNOgcQlmQtdhlAe2zIX9SOfFWEZtqWrFlGfjNPtUr7aBXE5tU3VyzCtDLtVD5l61ak/VmiOKthYuVCnpejEsRpxbWynfuTRRjOrGIe2WohSP1TkaZG4PmXjitAm6oRlpp9Qz7bp+pTPRlxNTjv2n24nnwuzUbTdXE4+U5oZ0agTtqNhR5xTWcYpL6rkcuo2GBahv2jpsAwb0aYT9NkBF4jbsSadY5o+M7n9qILSMqEB6xmqIcP01gSfhWatNl2vQK3ixeJ+FCf74QLpWZ/NmmXGWWYZP91oJZxSK9HGm6w7Ar5mJ+AEnIATcAJOwAk4ASfgBJyAE3ACTqDkE/A9dAJOwAk4ASdQ7AmYWXofzCx90YhZtq8vNyT9I1ps5Sf/OU3+hg1r4IBezVB904qZvlJrmDJuBkbd9DHzgAEwYxkEND92C7Q+sxHUp6S+ZHOldccys9CHWWTBycxYRrNZxo8yXjoBJ+AEnIATWH0EKlSogNNOOw0dOnTARhttVGjH06ZNw4gRI9C3b1/oRlVTp05Nt9tjjz3w7rvvYvjw4XjiiSdw991347rrrgttdSP8U089FUcffTT2339/7LPPPv9KZmvmnLjbbrvh9ddfxx133IHatWun921FTsNNgXu7LUPjzXSpBRAustDVFfnygWMHzsKTb6R+hGZFHa3dOl+bE3ACTsAJOAEn4AScQBEiMK/fg5g3cAjHktoojivzKbnUsiN3wbK7z6WXmaMxZyZ2zwkUZwIGPYrzHvi2O4EiTcA3zgk4ASfgBEoMAQPW0Ofi8MkJrAMCue9rFedq2bJlSCovLw/SlXfMxpMvL0y/hw5fyfA7GX4rg6PaVMcN/fjFzTrYJ1+lE3ACTsAJFE0CpatVRINHuqHagS24gfzcVecMiVEtlMc1ZXfDjqU2YFRw3m677dC1a1c8/fTT4TqCG264AUceeSSqVq0aGuvcFZx1X/gWOAEnUEQImPG9299ui16EpL9t6A2cgBNwAk7ACZRsAjwdcs7aR7PMudQs42c18sAJOAEnsP4S8D13Ak6giBG49957MXr06AJbpc8UW7VqVSDvCSfgBJxASSWg70ukkrp/vl9OwAkUXQJ67ZGK7hb6ljmBVSKwSguZZT5PNYt8M4OZQfczMousfCn3vke6H1KsJluVQb8upbFhHV1jEQu6PA8LFy3DkWeOx7fjFjLhsxNwAk7ACTgBJ7CuCMwdMw7fHzgQyxYuDufofH7xqrGxhM1qosJtJ6HsNhtB53ed92MrP5bGBLHMLD1mMDNoMotsrq/Y5QScgBNwAk7ACfxrAt6BE3ACTqBYEDCz8BmjWWSj9xClsXvTZditSUqN87BL4yxCRsIAABAASURBVKVBOzdaip0bLQlqLdtwKVpL9Ftvs5j+ErRqmK2dQrwUO7Fd5Ks+Eyunuh1ZvyP7D76s1DAPOwYtpaUa5WEHxjuwTm13UEztSAVfdVKjZdi+IZXKb684KA/bM5eJ89GSeSnKKZaWRfnG+diuEePGy7CdJJ9SbrtGYC6q364x0ILaTu2pyEdYtgXbK27B9i0aG5pTLdi2eZBxOQnMS1G96rZl/bZs25yKbfMmhm2DStFSrGsWJL8UmrFO8bZN5EulmZNKoSlzTRvTpyJfudLMZ6tJk9KQmtJKTZoqLsOcVBqNmW/SpAwt1bQMmlCNYzUpi8ZNKdY3oiK/LBrF9axrlBTbN0zFDRN+o6bl0DCoLK1UDtswlho2i/yoXn75dN02zcpj65SC3zSKt5GVVJeyW9GX1H6rZhUQ1DRlFaf8BvSlUB/8imiwbQUo16CZfIp2y5RCLuVvuW1FZEl55uo3q4QtpW0rQX592ZS2SFnltmAb2frbVsYWzSjZlDanlbZI2OA3rwzlI1VBvW0jbU67eXP6VGxDHWPZzVi/Wew3r4rNqHqUbFrbRvlNlU/6jJXbtHk1BLWohk3ob0K7qSQ/S9VZT7FObTZuIZ9qXh3yN5aVmN8oZZXfqEUN1kvVsZHqGCsnbUhfin1ZSbkNt6uJDVtQ29VAXUl+SnUTti7bxdqA/gbb1WJ7im0U12W8QYtaUD6pOtvVZk6qhTpqw7hOy9rBV1xHMVWbCj7r5NduWQdBzNcOOcbb1UEtxRLrawXVRmTroKbi7TZgvEHKr5PyNwix6mu23AA1Uor9mttvwPq6zEsb0Ery66I660L77eXHuQ1RvSXjoA1RrSWVqq++vfwNUZ1xNSnUbYhq228EtauaqldcVTnGylXdYSMojvwNUYV1UbxR8BUH7bAxY4rtq1CVt5dPsX3loI1RmbnKO2yCSlRlto+0CZRTXSXmKrGu0vabhDYV6UshRz/YHTeBchV32BQVd6SYr0hVUJwW27BOuQo7boYg1lVgrvwOjIM2RVxfnm1yVS6Ri/x6KLejtBmtJJ/aiVKetqxEv+yOm6NssPVo5W+OMjttTp8xrfy02LZMUun6LVB6p1ibB79UHO8Y5yNbaqf6UF1QK/mUrBTqGNNaUqxTDNmgLWGtqJ22BJJiDlQ+JStFfgPI5reSLVzLWLesdQOkbfC3CnFeK9lI8vNab4W0lR+L7UK+1dZYKrWmTWlJyi7NscpntA2WtN4GS3duGGmXjF0if5dGWJpS3q6NkbdbE+Tv3hT5ezRDNLYqBbNorGVm6TGimaXz6eRynFLLyXu6SBDwjXACTsAJOAEn4AScgBNwAk7ACTgBJ+AESj4B30Mn4AScgBNwAiWDgJll7YiZpb+sMMv48RccuihdvqykC9al2N+wUQ0c0KsZqm1SEbrIPT/duzwpXAcf6uRtd1x9tD6zUbgAXv1I6itXWmcss8x2mVlYg1lkFZhlfMUuJ+AEnIATcAIxgcqVK6NXr1646667/pEuv/xyVK9ePe4mWDPDTjvthEsvvRTXXXcd2rdvj6222gply5YN9cli/Pjx0A3u//jjj5CuUqUKdtttNxx88ME49thj0aFDB1xwwQUYOHAgbrzxRjzwwAP43//+h1dffRVvvPHGv5LOqWGlq6nQtmsb3333Xey7774FetX5v0Aykdh6k3zcec4SNN5sGTjoAMDztmaJ/vGXz8bQN4rSP7PDJyfgBJyAE3ACTsAJOIEiQmBu3wcx7/JHwWEjOBwHYKkHkHfkLlh6exf45ARKLoF8RI+Su4e+Z05g3RLwtTsBJ+AEnEDJIcBRk+7KVnJ2yPdkPSaQ+52L4lwtW7YMsfLy8hDryjvm4OlXFpOegW+eARVyqWMOqYEb+m0Kn5yAE3ACTsAJ5BIoXbUiGjzaHdUPaonwGSzPG3GbWlYB15bbHTuVqhtSzZs3R+fOnfH4449jxIgRuPbaa3H44YejatWqqWsDkbZaQOcw2XUrX7sTcAJFkYBZ9GJjFtl4Gw1GV6Lx2Qk4ASfgBJzAekxAp8jCzohmhWXXY1C+607ACTiBNAF3nIATKEoEFixYgEGDBhXYpK233hpduvg1nwXAeMIJOIESQ0Dfi+SqsJ3LbeNxdN2Pc3AOfgz8+2Pg715zCqv3nBMoXgRWfWvNMp+tmkW+mcHMwo9HmEU2vseR7tWQVHxfJNnGW5VG/y6lsUldhOW5KB1wMixeDLTrMB7fjPP7JhCIz07ACTgBJ+AE1jqBuR/8gB/aXIZli5dy3QZoDjLY5rVQ8baTUWarDcO9D3Wu17ldNql4PCBrZumxgplBk1lkc33FLifgBJyAE3ACTmB1EPA+nIATcAJFl4BZ9H7ALGP13iHWOUcY/tcnH0/1WoonLlmMxy5ehEcuXIAhF8zHw+fPw4PnzcMD3ecG3dd9DiLNxX3MZzQf956X0T30g85fgLuztBB3nZ/UItx5fqQ7aO+4YBEiLcbtFyS1BLddkNGt9G+9YCluvXApbslSHm6+MKlluOnCSDfS3njRMtx4UX7QYNqMgBsuyuj6iwxBFxuuy1IpXHtxRoMuLo1Y19C/5pIyiHU1/VhXXVIWsa6kf+Ul5RDUoxyuCCpPG+nyHuUhXUZ7WY8KiDWQ/sCeFRHrUvqX9qwEaQBtrP70+/esjKBeldEvqAptpL69qkDqQ9unV1XE6k2/d+9q6N2Lou0VVB29eldHz4R60O/RuwaC+tTAJfQv6VMT0sW0kWrhoj7ZupDxhX1r48I+tXEBbaQ6OL9vUhvgvL4J9dsA3Rl371cX3bK0Ic7tl62ujLv23whd+22Ec2gjbYwu/ZPaBJ37JzRgE3Ri3GnApjg7S5uh44Ck6uGsAdSl9dCBtoNs0OY489KktsAZl0Y6nfb0gfVx+qUU7WlZ2hKnDszolIENEHRZA7Sn3142aCucfFlSW+OkyyKdSHvi5dvgxMso2hOy1BDHX57RcZc3QtAVjXAs/WOvaIxY/6Uf6z9XNEGs/6P/f1c2xf9dQdEeE9QMx1zZDEcndBT9o67cFrHa0W93VXPEOpK+dATtEVe1QKzD6R9+9XY4/CqK9rCgljjs6pZom9Ch9A+9envEOoT+IdfsgEOupmgPDtoRba7J1kGMD7pmJwQN2gkHBrWibYUDBsVqjf0HZWs/xvtduzP2G7Qz9qWNtAv2uTZbezPe+9pdIe113a7Yi/5e1+2GPbO0O/a4Llu7M979+j2w23WUbNCe2PX6pPbCLtdntPMNe2FnxjvfsDdaZ2kftLohqX2x0w3U4H2xI+2OskH7YYfBSe2P7Qdn1PLG/dGSccsbD8B2WToQLW7MqPmNByHopoOwLf1tZW9qg22pZgk1velgxGpCv8nNh6DJTRRt4ywdikY3R2pI2/Dmtgi6pS22ob/NLYch1tb0Y211y+GI1YB+g1uPQINbKNots3Qk6t8aaQvaLW5th6Db2mFz+pvfdhRi1aMvbXbb0UhqU8ab3n4MNr2Not0k6P+w8e3Z2ojxRrf/B7E2pL/hHf+FVJc20rHY4I5s1WFc547jEHTncagddDxq3ZmtmneegKRqMK5x14mQqtNGOgnV7spW1btORqwqd5+MSO1R+e6kTkGluzOqSD/onlNRIUunofw9SZ2OcvdEKktb9t7TEekMlLk3qTNR+t6MStEvdW8HlLqvAyxLZwH3JdUR+fdFWka77P6OWHb/2UF5tBl1wtL7M1pyf2cEPdAZi7PUBYseyGjhA+cg1gL6Cx7siljz6cea+0BXpPXguZj3UPeg+UPOw/xHzsfCxy7CoscvxpKhPbD0qV7I/18flNpiw/DZbKlSpYI1M5hFQs5kZjmZTFgq47pX5Aj4BjkBJ+AEnIATcAJOwAk4ASfgBJyAE3ACJZ+A76ETcAJOwAk4gRJEwCz7CwkzS395YZbx4y83SpcuHb7kkI1VpkyZcCG77IaNauLAPs1Ro15lmDili+CEnJmh5QkN0Or0hoj7WJ6N1ytrZjDLKHTPWFYyMxmXE3ACTsAJOIE0gcqVK6NcuXIhXrRoEXTzqBCsxkI3sN99991x8cUX45ZbbsGAAQNw5JFHombNmoinGTNmYPTo0Vk3uI/rios9/fTT8cMPP6Bbt27L3WQzC+fqwhqYRXXbbArc0WUxGm+Wx2b5QDTTyMnHCZfNxhOvF5F/ZucW+uwEnIATcAJOwAk4ASew7gnM7fMA5l3+CMeOGjNye2gYhDHkkiN2xuJbzg7jULNozMkWYTazLBsCL5xAsSRgiB7FcuN9o51A0SfgW+gEnIATcAIliICPmkrQH3O93hXdyDwJQHGuli1bhlh5eXnBl7389tl46pVF4T2z3jun++F76WMOqY7r+/KLmnTSHSfgBJyAE3AC2QRKV6mABo92R7U2LbNOIwpqohxuqbovnu55PZ599llcccUVaNu2LapUqRLOQ7nnKvWsnKyU9BWvdfkKnYATKHIEzCxsk1lkQ5Aq8jmi1WvP7Hn5eOzVhQktoB/p8VcXIFdPvDofQaNoUxpKm9E8DB0V6UnagpqLp0YV1NMj5yLSHNpI/xs5BxnNph/pmZGzkathI2chaETGPks/o5l4dkSk52gLagaeH1FQL7wyAy+8Mj1LLzLO6C+8+Eqkl2gLahpefiWh4fSp4Wn9ieHDI71CW1BTMWJ4QY1kbuTwKRj5ckaj6Gc0GaNejvQqbUH9gddeTuilyH+dNtIkvP5SpDdoC+p3jH6pMP2GN1+iXszWW4wjTcRbL0Z6m7agfsU7Lyb0QuS/SxtpAt59IdJ7tAX1C95/oTD9jA9eoJ6nYkt/TFrjMeb5SB/SFtRP+Oj5QvTcT/g46EfaSJ889yOyNY7xOHz6XGH6AWOfS+hZ+tRnaX2Pz56N9DltQX2HL54tXF8y/+Wwb5HUV4wz+gZfDfsGXxeqr/HNsISeifxvaSN9hW+fifQdbUF9ie+fKVw/MP/D/75AUuMYR/oc4/4X6UfagvoMP/0voadTPu34oLEY/3Skn2kL6lP88nThmsD8hKc+wYSnKVnq17Q+xq9PRZpIW1Af4benCtGTH+H3oA9pM5r05IfI1hj88WThmvzkB0hrKH1qSlrvY8rQSFNpC+o9/Dm0cE1jftoT7yKpvxhn6x1Mf6JwzXjibaT1eMqnnRn0FmY+ntEs+tl6E7MfL1xzmJ/z2GgkNZdxtt7AvMcK0+uY/1hCj6Z82gVBr2HBoxktpC/ptKhxND/WkRtkZjCztB8cL5yAE3ACTiBDwD0n4ASKFIFBgwZh3LhxBbbpnHPOQb169QrkPeEEnIATKAkE9D4udz+UK0y57RQX1s5z+eH/cp2Dc/BjoPBjQK8duVoeq7hdsj7OuXUCxYrAv9xYs+gzVnVjFvlmFj57je9tJBsr935IureScrKNGpRG386lsPEGeo6yx/CBrop8LF6cj6POHI+vf/D7JpCMz07ACTgBJ+AE1hqBue+I+j98AAAQAElEQVT/gO/aXIZli5dm1snTM2fY5rVR8daTUaZB3XDPxPicLptUPA6QNbNwz0WzaLwATmbGMprNMn6U8dIJOAEn4AScgBNYLQS8EyfgBJxAESdgZuEzRbOM1XuIWMn3GPLLli0b3ofIusrCGTgDPwb8GPBjwI8BPwb8GND3rToOZJPS2EmKx1WyZpkxl5n945FiqX+8hC+w1gj4ipyAE3ACTsAJOAEn4AScgBNwAk7ACTiBkk/A99AJOAEn4AScQEkjYFbwywozW+6FJPriY3nSlyQbNqyBA/s0R/V6lXT/TeLKR3jkR2HLE7ZE69MbhgtP1D6pZL/6UiWWWfb2sNOwfbKSmcm4nIATcAJOwAlkEahYsSJq1KgRckuXLsWPP/4Y/DVVmBk23nhjHHroobjsssuw2267pVc1YcIEzJ8/Px0XF2fHHXfEK6+8gvvuuy/s2/K228yyqswsnKvNCtqtNs7HbZ0WovFmeYCFGWYWCcBJV8zG46+t+39m56b47AScgBNwAk7ACTgBJ7COCczt8wDmX/lYGCuy0AwYOBmWHLEzFt10FsysULGRz06gRBHgx6slan98Z5xAUSHg2+EEnIATcAIliYBGTFJJ2iffl/WNgG6wndxnxblatmwZYuXl5QVf9rLb5+B/IxbzPTLAd8pAqgSn/7Stgev7bErPZyfgBJyAE3ACKyZQqnJ5NHj0PFQ/ZPuoocmoMFRYlI9tHvwK5b6YBJ17pPiclLTxuUtLypeVkr7itSlflxNwAkWTgJleXwCzyCI1GYye4eSr5gS1v3I22l81G6dcOYeajVMZn0KdesUs+rNw2hUzU4r806+ciTOkK2bgdOqMK6bjzKAZ6ECb1uV/4aygaeh4ufQXLXXZNJwd9Cc6XfYnzr58KjpJ9Dtf/ic6XzY1pSnoclmkc2jPGTgFkSaj60DpD5w78A90vXRysPK7XfoHug2clNLv6D6QunQSzrv097TOv/Q3BA2YiAuoCwf8lrITcSHjiwb8ikgTgr2Y8cUDJuASKtj+v6DHAIq2Z1L9fkav/lS/8eidoz6M+/T7CX2pPv1+pI3Uj36/vj8isuPQv6/0Awb0TajPD7g06HsM7PM9/e+CHdjnO1zWl5IN+haX94l0Be0Vvb9BrCvpX9n7a1xFXd0rY6/u9RWu6U0F+yX9LzGoV6Rrg/0C1/b6AtdJPT/HddT1Cd3Q8zNIg2kH9/gMQT3H4saUbur5KW7s8SluSulm2pt7fIKgSz7BLfRvueRj3Jqlj3DbJZFuv1j2Q9x+SaQ7aO+4+EPccckY3HHxGNwZ9AHuujihiz7A3Re9H3QP7b2U7P+zdx4AUhTZG/8eUXKQnAQMKCAmFHP8i/FQMecMEgVzQjGcATGBEdTDnDBgxIzoqSgmDMidoOcpBjwkw8Iu+39f9dTsbIIlLLK732x/9V69qq6u/k1PV8/0dvfo89/Hva77gv6J+85PdL9b6h/nvYf7XbT/OO9djEnpgXPfxQPuP3DuRDyY0kNuHzr3HTx0nsvtw0ET8PC5iR5x+8g5b+PRcya4aKm38Ng5iR53+/jgt5DoTTwx2HXOG3jS9cRgtyk95fapwa8jaNBrGDvY5fbpfHoVzwxynT0ez2Zq0Hg85xp39isYN8hFe/bLeD7oFbwQ7Mt4YeBLQS+6fXHgi3jJbdAA910vD3wBrwx4AcEOfB6veH48NeB5jA8ah1cHJHptwHN4rf84vOb51/o/h9eDnsUb/V39XLSuN4OewVv9n8Gb/Z926+r3DN4OetotNRYT+lFP4Z1+rr5j8U7QU5jY19XvSbzbN+qJ4L/n+X/2fQLvUX0exz/7Po733b7f5zF8EOzjbuk/hg/PejRoUrCPYFKfR0H/o7Mewcd9HsFHZz0c9LHnJ7ufVu+H8EnQg/i0N/WQW1evB/FZ0AP4vJer9xh8HvQAvujt6jUGU1xf9PqHW+p+fNnLdeY/8GXQ/fjqTOo+fH2m64x7U/Y+fHOG68x7MdX1zZmj3brOGI1v82kUpp0xCv86455Ep7t1/Tul706/G9T00+7Cd67pnp9++l2YEXXane7fie9PuwM/BN2ZsnfgP57/z6m348egkSl7O/576sign9z+dOoIRP3sPjXz1Nvw8ym3YWbQrfjllAydfCt+DboFv51M3ezWdcrN+J06+WbMcv1+8k1uqeH442TXSTfhj5Noh+N/bv930o2YTZ2Y2D/d/nniMMw5yeV27kk3uH8D5p6YaJ7beSdej6iFg++CmcF8VMyczAxmFkJmls9n0MxoJBEQAREQAREQARH4Swnw+q0bb7yxUB9233139OvXr1BcARGoKAS0nuWXAM+BUJlryDzFGG1BZZ5biX7BOsrnQgzEQNvAireBuP+Itjhemfsi+lGsH31ZEahIBMzyfkc1S3wzC7+3xvscZdrMeyHR532Sou3QvgqG9KuElk2doLngibdFb9myXBx2xgx8PW0Js5IIiIAIiEAFIaDV/OsILHh/Gqbtfw2wLCd0wkflYDk8V27bCDVuPwFV2jUO9z6MYzltpjKPAaJvZjCz0JZZYpkxy/OZl0RABERABERABERABERABMo/AbP83wPMLHxf4PcHMwMtv2NEy98Si1J82C2tVBVlkYH6rPdN24C2AW0D2ga0DaydbYDHSmRJG8XjqSgeV1FmyXEX/GWW53t2pVOlldZQBREQAREQAREQAREomoCiIiACIiACIiACIiACIiACIiACIiAC5Z/Aaq2hmaXnM7PwzyNmhS1PckTFkx+0mSdF6DfdrAH2v2Ib1G9Ty9v1duAyoOtJG2PHMzYP/wDPelFsI1NxGbRmBrM8eYMhT0uZGY0kAiIgAiIgAoUI1KpVC+3atUvHP/nkE8yfPz+dL8rhzQrGjRuHc845B5deeimefvppZGdnh6pff/017r77blx88cUYM2ZMuHlIKCgi4T8ObL311umShQsXhgewpAPrucP+33DDDZg8eTL222+/VeqtWd7YbGZh3Daz8A+pHNupjZsDI3svxhatcpwjXKmbUMBfucCJf5+LR9/QxexOQ5MIiIAIiIAIFEdAcREo9wQWXHI/Fvz9UfjhYThe9ISTHzwCWT22x5Jbzsh3jMnjTLO840+zxC8KlJkVFVZMBNZrAtpq1+u3R50TAREQAREQARFYLwj4EVP5O9ZfL8iqE+uGAM9RZS6J+YKKN+umzcnJCeeeaK+6Yx6efjUr9R2aX53Dt2n/Hp2Low6qj+GXtshsWr4IiIAIiIAIrJBApZrV0P6RQah34LYcVLyun8/nKOPDy/LZCzH7rHuxeOI34BhEcVyK4thFn5bymcN4REvFGH1JBESg4hIws/D/RCRgluczT3GvE3ZAvt9J7X5SWQbczaVNaqXLfcZUxPc7SR3W8jCrJPL5fPJCn9xhORXrcMa4n0q3lSpM6nnU52PIW4hTsGEBIUlqhjp0KcajpR8KPWGMSseY4TJSZW44eYTGu5e/nDkW5Cv3/jHuJrSa+KyREgt8phBPWW/YJ0a4KtEmhUl1nzdxvM2k3EtZOZFHU46Hvdwnd5Ip+ExcPoV6tFRSw1NmXD6xKZrEBi/VN/YhqZpE2VLi8T0L8mJOjAZ5n33y+b2uOyHGCi76LPCw57ycC3QviTPvGY+xXXoxEnxWorw8L+4Bn0KICX3aoDBXUjUdZ4yZ9HoxEOp4JPjJsj2XVEu35JG8cl+BUOyJT6EO52OdIC9nZZalrcdYhwtjnby4R1gxXe750CJruEKZ2xBjJuVHN5XlXEEh7olPYRaWB6UCwaR64H7K86qeYZoY98JMbhnwllP9S3Ke92L6XKfEeox1UnE3Pq+njLFCcBMnpJ74xKhvEonnLXg+lTJEhVaC42VufUqH6KczXsyJMSrE8wLeDWYSeXl6vUOB5zzGWWhYySM0Sd+8DuNuWCUdT2JekwUeDfmU9Rl9SiJew6N568WoF/oUPG8zselKIcuEYtStT/SCgs+EYsStT94QMymlAsF4D4JNFbnxSJKm4jQe8CYSj++rd9DzHvWQT8FnPPi+zmnfq3BiPMwTHF9fr5MX93zI+JJjeWgxxr0wxJlQnmd5hstsUjsjSJdKCn0mZlw+eSaZ3PelBp99ZhuhayEewj63Z9wN5V7InBuPezBjMkvGTjNLR83y/HRQjgiIgAiIgAiIgAj8hQR4PRKvoyrYhX79+oVriwvGlReBCkJAq1lOCYTvcRnrxjzFEG1B8TwKVTDOPOPS8vC/EOIgDtoGSrYNcN+RqUxumfHoZ+6b6FOZZcxLIlBRCJjl/a5qlvhmFs5jmlmha9Yy74lEn/dLinazdlUwpF8ltGwKf/mvwfxxN3jAsmXLcegZ0/HVt4s9okkEREAERKACENAq/kUE5r/3LabudzWWL8tOn2MNx7qes402RPURx6FK20bh98k4htNmitepZ8os79iAq2VmNEFmeX4IKBEBERABERABERABERABESjXBMzyvgOYWfp3RLM8P/P7RPyuwd8Ro3h/V2ntPCh4PeAI9UHvpbYBbQPaBrQNaBtY/W2Ax0fkl2npU/E4ijbz+Mos77grHniaWXRXaCutsFSFIiACIiACIiACIlAsARWIgAiIgAiIgAiIgAiIgAiIgAiIgAiUfwKrv4Zm+U9UmFmJ/6GEJ0IonhyJarJpfRxw5bZouFFt71QutjqiHbqdtnn4B/hYh/MUVHEnVMzM20HoE1IvsySWysqIgAiIgAiIQCECXbt2xQYbbBDiM2fOxPPPPx9uQh8CRST/+c9/8N5774E3mvrjjz9QvXr1MHaxKsesL7/8ErNnz8bUqVPx66+/Mlysfvvtt3RZs2bNUKNGjXR+fXaOP/54/Pvf/8YFF1yw0m6aFT0Wm1kYs83y28xxvn1z4LZeC7FF6+xQ1xMYl5hKTr52Hh55XRezE4kkAiIgAiIgAoUJKCIC5ZvA/Evuw8LrH4cfToKHh2aeBgFZh3TDkptOL3QjJTODWX6RklkSoy+JQJkkkJuL5K9M9l6dFgEREAEREAEREIF1SMCPmvzYaR0ucB0sSouoKAR4c8HMdWW+oDJv0J2TkxNueE975e3z8czry+BfimGIr8Q75m8NcOMlfkImhmVFQAREQAREoIQErEY1tHt4EOoeuK3PYT7GGDyB/9yK3LmL8edZ92HxO9+E/7/geJQ5TnEMY56Wgr+idReZPvOSCIhA+Sdg5vsQX00z8/2IuZdMZhbyZolNooDnAKYGuIEXJxZJwMzccxngDqeUzK3LPBzq0LpC1C1jLs/CzGBAEFP6YMwFf5mFCELqftq678U+eSSZAMbcd8en4CC86AZ5wjpw62KaWW4eg5cHC0/NS10+wbM+0TOYGQADTRAAA1yWyINm7pvHKMDjLsbcMzOYGfhiGuVBn5hDnoW/vK5P8KBPqXIkFnyxMGQ9oc8Yyz2buO74BMaolB+qum+MAZ4awDQxyF9unnfBQ+l+egAAEABJREFUZYAbTmAdQ+rPM2b0vdhcIe6WsaCUD3gJ/GWJDWUGZszcAnQ9sTybinsQ6Rdjxpwn9OlyDs/SgDEKSYBprMKQhYSpediQVEWehQEus2g9565PHnXfU6O83Mw98xgFeNTFmHtmBjMDX0kKBOsxM3oGMwNfIXXfJ3jQpxCB+R/ii4XmmWDpuM/ytOuOT2CMSvmsnmQ9ECZPPJDEDYnlXAbA8v4M8AwnsI4h9ecZM/pebC7AS1whZnDjcgvAwJcl1gvMDMyYuQXoemJ5NhX3IPiykHjqE1grs5yxIE98CuVeJ7jwFx2XeQw+X7Dw1LzMJw/Bsz4xYDAzAAaaICQvjyDIg2buGeAGbhJ5xtwz89QFf9EYrQueMUtyZrRASD3xyTMGMwNfBqNJxBizwdJh2K1P9BDi9BigEp9hhKwnYfLEA0nckFjAPfCVWE/Ncy6fwDqG1J9nzNw3wA3cJPKMuWfmKQV4Dv7yvKdgzAUDzDwBEFL309Z9+MssRNLlKQdIxd0JE/hiLFRnQoUgQNdlFhLPumVKA4BhuG9MXGYGBOupuz65w8kYhZnbII+ZC3kvM8soz/NjDTMLrlliQ0aJCIiACIiACIiACKxjAhMmTMC9995baKlHHXUUqEIFCohAhSGgFS2PBAqe84h52qh4zoS2OPFcC1VcueLLw/9IiIM4aBsovA1w30GtiA33RyynjeI+mT6tJAJlncAnn3yCrKys1VoNs7zfUs0S38zy/Q6beW8E3msiU7x3EvO0m7atgiF9K6N1c58/1Rtz680hJycXh50xA19+q/smOBJNIiACIlDOCWj1/goC89+dim8P+DvgY66ZwWIn3K/UrjFq3n4CqrZtHO4fFcdu2kxljvlmBrM8sTkzowkyy/NDQIkIiIAIiIAIiIAIiIAIiECFJWBm6e8P8XtF5ncN+vz9sCjFh94WVaZYlfAdbv3loP7pvdE2oG1A24C2AW0Dq7sN8BiI4vzR0qd47BQVj61ozfKOucwSP/MA1Mwys4X8SoUiCoiACIiACIiACIhASQiojgiIgAiIgAiIgAiIgAiIgAiIgAiIQPknsIZraJb/JIWZpf+RxCzP5wmPqHgyJPPkCH2q6aYNcNA122O7EzbFHmdvWeQ/T8T5Y3vRmuUtz8zCmpkllhmzPJ95SQREQAREQASKItCuXTt069YtXfTuu+/ioYcewpIlS9IxOrxRwbfffovRo0dj3rx5DKFFixbYddddg89ko402Qps2behizpw5GDNmDGbOnBnymQnbmjJlCsaPHx/CZobtttsujIMhsJ4mW265JcaNG4eHH34YXNdV7aaZrfS4IY7zcfxv39xwW6+F2KJVNpCbi1wuNJ3k4pTr5uHR1/O/V6wiiYAIiIAIiECFJyAAIlCOCcy/+D4svP5xPzYMB4ZueahIPxdLD+mGxTeegng8SRuPMaM1y39cGlGZWXRlRaBsEfBt18C/stVt9VYEREAEREAEREAE1j0BHjPZul9saS5RbVcIAjyvlLmizBcUb8IdFW/aTXvFyHl45o2lforFvzfH8yyhsVwc+7f6GHZx85BTIgIiIAIiIAKrQ6BSjWpo98hg1DtwW5+dY43/VuueDzxYPncRZp81GosnfA2OSVQcq2g5lkVLP5nN26DjijF3NYmACJRTAmbJ9zOz/Jara2YwSxTP7zAelewjcn134/sNHue64Qkjj3gVT0OMllm3NFQ67jH6MeYzhyYYyxTLWcYYfVoqxnwmb8l3fp667x3yKTis4XGfQjZVzqjP71G2FkyS9UqJE+KJy1jIci6vyzY8xlwwnvdiz/oUAsmyfWafgp9EOSvruryA7NwULvdgUub1vN0wryceTuq6wxLW8WJfZqpdr+MVfAqOx90mEyt4PKkd5ku14ZW8zOPMe91Uxo1nYoxuqMiwZ9xPt5FkGWEjvgzvWXo+9xn1OqzPXLAsD/EQ8XmTdtNlsdxLQizWZTyKMS/3BXJiA259QR5jq248z0qeY9gDbMsr0qNJl6ccVnbXK/syvFJSh47n0/N6MUI+VPfSEEjP50XBT6LehAe8B0mMvhewLTc+b6o8xL0WbWiWvpfRZ4zy2oXnCxVC26ztc9F4zRiP1peWaiMUetZnCnWTxANezhgN6+S15WUe4LILlafiLKNCebJId9mCyxtkmXupWGqJMR4t54vt0Y/xaBnzcm+EkzfiLXqZOx71PnJi3uVTUjs4Xs9rhMnrhJlpGXCxb2zD3ZTxQp8vxt31uLfhYdZxL69tL/TJm0yiXuBV6Lu8gG24SZeHJjyQxFN1fKYk74tJ+17GlliXMcpn9qxX8rLEYQ3Ph8kTxpOKbM8D6XJ3PJsqTzIh7x3j5L7PxziXQesKbfhyfArlPjcreX1W8hwLXJ7zmFcJfhLnvJ71uOd9rqSO+x5MytwPcVoqNX8R5d4IJ5fX83KvGXzvok/essd8SloLjtfzkjB5sVfmLKE8OKk6LKfYH9YJ1gPBeh2fkuoeo5MZp8+mWZQszVOfIcS9IFhfYpzMDBw7zZJx1MywopfZistXNK/KREAEREAEREAERGB1CQwbNqzQrDyG6devX6G4AiJQoQhoZcs9AX6H40rSUjxPQmX6medT6Es56fNMYiEW2gbW3jbAfU9BcV9EMU5LxX0WLRVj9CURKEsEjj/+eGywwQbYYostcOSRR+LKK6/E2LFjwftGlGQ9zPJ+RzVLfDML5zP5XcbMwu+y9Cley5Yp3luJedpN2lbGZX0ro1UzhJf/zMufjYOfk5OLnqdPx5Spi0NeiQiIgAiIQDkloNVa5wTmT5yKqftfg9yc5WHZfrqVp1+Db+0aoebI41G1beNwz6c4ZtNmimN8lJmFsd8sOR6Av8zM02Qyy/OTiFIREAEREAEREAEREAEREIGKQsAs7/uAmYXfELnuZolvZuH7BL9fZH7niD5/Q6QyH3RLX6qKMsegqvqs90zbgLYBbQPaBrQNrO42wOOh4hSPm6LlcZVZ3jGWWXLcBX+ZmaclmyqVrJpqiYAIiIAIiIAIiEB+AsqJgAiIgAiIgAiIgAiIgAiIgAiIgAiUfwJrYw3N8p+0MLPwTyVm+S1PfMSTINHGkybMR7/JJvWxR78twz9TxBjLixLbpMzyL4vrZWY0QWZ5fggoEQEREAEREIFiCHBcOeyww9C5c+dQgzcg+OCDD3DeeeeBN5V65JFHMGbMGFx22WW45ZZb8Mcff4R6devWxcknn4z69euHPJMaNWqgR48eYUxj/ocffsBVV12FIUOGhDbY1ujRo3HRRRfhjjvuwMKFC1ktLHvrrbcO/vqaXH311ZgyZUpYv7XVRzNLH0PwfYjiMQB9WqpdM8NtvRei00Y5Xt+Xbi4woYBTrpuLR15fwqAkAiIgAiIgAiKQIiAjAuWVwPyL7sXCYU/46pkfEZpbuHX5seXSw3bE4mGngMeQUfG4kjZTZql53ZolPvQSgTJMIBf8K8MroK6LgAiIgAiIgAiIwDohEG6Vuk6WtK4WouWUfwI8b5W5lswXFG+8HcWbndOnHXr7Ajz3ZrZ/bzaYpcTGDDiuRwPccFFz5iQREAEREAERWCMClTaoinaPDka9g7sCPsb45NZgZsC8JfjzrHux+O2v0g9n4TgVxTGNPi0Ff0XrLjJ95iUREIHyT8DMwv7DLL/lOZ6GdYA9tszF7p2XYzfXrh1zsGunHOzSMTtopy2WYufNl2Enagu3aWVjJ/d3dO20RTZ2LKScEOvGuLfZjdoiB90y5bEdmKcNWo4dOlI52GGL5dje/Ux17ZjrsVx0ZbzTcrf087RdRyCok8dc9LeN1svob9sJyNQ2IW/YpqPL/W060eZpa+Y7V8LWlPtbd3I/yEJsK/qdK2MrL0/kvscY38rjXVzR0s+vKtiycxV0cdF2Ttktt/S4q3PnqshUpy2Zr4Jg3adNVA2dOldDR48lqoZOW1bzfDVsEWx1bNHF5T7zW2xJ3+Wxzel32QCbp/y09fjmHu/gYow2n7bcAB261MBmrg5ehzatrTxOdamJTV2M0266VZIPNvi1sEmwNbFJl1rY2H3mN96Kcebzq73HWdZ+q9petzZog7Z239XO44nqINit66Ctq52XtQ1K8m091narxN9o67pgfiOPbeR+WtvUBf02W9dL2bpos009MB9sym8drddrvU19MJ/YxG8VYvXRamuX+8y32qYBEtVHS8a2bYCWrhYeb+lqsU1DjzdEi1SsxbaJ3zzYhgjW69A281i0zbbdEAXVNBWjbbptIwRt55byfBMXY7RNtmuMJh5vEmziN07lG2/bGI09nqiJ+1RjNAqxJmjU1bVdppqG2IaMdW2KDantMqz7DT2WqQZdm6Ghq0GINwPzmarftbnHmqM+62zfzG1z1PNYfRdtve1beN61vcepri1Ql9bjdVN+XfoZqhP8lqizPdUiZeknqs34Dq1Qm3K/9vbuB7UMsVqMu2gTtUawXqfWDq1R0xUt/bS6tUaNHdrk0wbdknyw7m+ww0bYoJuL1lXd/eoer+6Wcdpq7lfv1hbVgjZyS8V8W1RlfMd2qEq5z3zVbp6nPFbFVXXH9qjitorHgk377VE5VUZbWBuj0o4bhzq0ae20MSpRO24Cc1XyOuYWO3ne4xbsJmA+rR03Ra7Hmc/daVMvYz5DO2+K5R5PtJn7rp03Q85OKZvyc2h37hDiOW6zXTkeyw7qgGzPZ2rZzpuH2DKP06eyd9kC2btugZxdO7rthOW7uXbvjNw9tgRfZhZuEGtmhcZV6CUCIiACIiACIiACfzEBXlf1yiuvFOrFgAEDsPvuuxeKKyACFYmA1rX8Ecg8zxF92oLiuRKe46ein52dnT63kumzjpSTZiMWYqFtoOTbQHH7Eu53MlVwH8W9M2O0VKbPvCQCZYHAt99+G7pJO3bsWAwdOhRHHnkktthiC/DeEF27dsUpp5yC4cOHY/z48fjvf/8b6mcmZpbOmiW+mYXfYHkus6DidW3R8l5K9Gk33qgyLutXGa2bAwbALKRugeW5QM/Tp+OLbxZDLxEQAREQgfJJQGu1bgnMn/gNph7w97DQ1JAbxlyOvpU2boxatx+Pqhs1Sl+XzrGaY3amCo7zzJuZt2OpdhPLjFmez7wkAiIgAiIgAiIgAiIgAiIgAmYWvj+YWfjfTn6niMr87lHQ5/cTqmBc+crp73DrMwv1Te+TtgFtA9oGtA1oG1izbYDHQVRxHOPxVLRmyTEXUi8zS3kIx2JYyavSSspVLAIiIAIiIAIiIAJFEVBMBERABERABERABERABERABERABESg/BNYa2tolnfyIjZqZuFEhll+G0+A0MaTJTxxUlAsY4y2oDhvlFn+9rl8M6MJMsvzQ0CJCIiACIiACKyEAC/OPvPMM7H33nuHf4xk9WXLlmH69OmYOHEiPvjgA/zxxx8MBzVr1gz9+/dH27ZtQz4z4cXeffr0QZ06dUKYN02DtKYAABAASURBVDP4/fffQxtsa/LkyZgzZ04oMzPssssuOOOMM7DBBhuE2PqW8AL2adOm4bLLLlvtrpnljc1mVuh4IY7xmTbzWIDHB22bGm45cwE6ts4GctmVXDfuJBNOuXYOHn5NF7OTjCQCIiACIiACAARBBMolgfkX3osFw57MdzyYmzoeXHJoNyy+/uRwgQ6PHzOPJzOPM83yH49GUGYW3XC8ms7IEYEyQsDAvzLSWXVTBERABERABERABP4yAgZkHPuj7L+0BuWcAM8xZa4i8wWVeQNu3tScedrLR87HM28sRcH6/jUax/eojxsubJbZtHwREAEREAERWCMCVr0q2j4yGPUO7urn8b0p/+E2jEGey52/GHPOuheL3voy/TAWjldRrEeflvK5w/hFS8UYfUkERKDiEDAz//pm4f+44nmepy4FHr8oB49esAwPn5eFB89dgjGDF+P+QYtw39kLXYsw2i01auBC3JPS3W7vHrgI1F1nL0Kixbjz7ER3uL3j7CWgbncbNCgLI1MaMWgpom4btAxRt7p/6+Bs3JKhmwfnIOom9286ZzmGD3bRum48JxdRw9wfdg5wA3UureH6c6Mq4bpzE13r9tpzK4P6+3mVkagKrjkv0dVurz6vKqir3AadXw1XpjT0/OqIusL9K87fANTlbi+/oAaGZOiyC2oi6lL3L72wFi7J0MUX1kbURe5fdGEdXEhd5NZ1wUV1EXX+RfVAnef2vIvqgzr34vpI1ADnXJxosNvBFzcENeiShhjk/qBLNsTZKQ10O/CSRqAGuB1wSWMMuLQx+rvtf2kT9MtQ30ubIqqP+30ua4azMtT7suaI6uV+r8ta4ExqiFvXGUNaIup0908f0gqnUZfTtsapl0e1wSmXJzrZ7cmXbwTqpCs2QqK2OPGKRCe4PeGKdqCOdxs0tD2OS+nYoRsj6pihmyDqaPePvnJTHJUo2COv3AxRR7h/xFUdcPiVLlpXz6s2R9Rh7h921RY4lLqatiMOuTpPPa7uBOpvbv92dWdQB1/TGYm2xEHXJDrQ7YHXdAF1gNugv2+F/VPaz+1+f98aVHe33f++Dah93e577bb4vwztc+12iNrb/b2v64q9MrTnddsjag/397huB+xOXe/Wtdv13RC16/U7gtrF7S7X7wRq5xt2QqKdsdMNiXZ0u+MNu4DqNmwXdHO/27BdsUNK27vdfthuoLq6Dbpxd2w3zOV22xv3QNQ2N+6JqK3d33r4XtgqQ12G742oLd3f8qZ90Hm4i9bV6ab/Q1RH9zvetC+2oG6m7Y7Nb47aDx1uTrSZ281u3h/Uprfsj0QHYJNbEm3sduNbDgTV3m3QrQehXUptbz0YURvd+jdEtXG/zW090DpDrW47BFEt3W854lC0uM1F62o+4jBENXO/2YieaEqNTGyTkYcjqvHII0A1ctto5JGgNrz9SCQ6Cg1vT9TAbYPbjwZV323QHcegXkp13da941hQddzWueM41LnzONR2W/vO41ErQzXvPAFRNdyvcdeJ2CBD1e86CVHV3K9218moSt3t1lXl7lMQVfnuU0FVclvp7tNA2T2nIdHpwD2Jct3m3nMGqOWjzsBy95ePOhM5KWW7zR7VC9Qyt0Gje2PpKJfbrNFnIWrJ6D6IWuz+4nv7YlGGFt7bD4vu65/o/gFY9I+BrrOx+IFByHroHGQ9fB6WPXoBch6/CLhvcBg/zSyMpWZ5FnqJgAiIgAiIgAiIwHpAYNiwYYV60apVK/Tr169QXAERqGAEtLrlmEA810EbxXMjVE7OcmRn54CWWrYsO+QZo09l+sxL2RCDtcMgm9tbqWsZspdJ6wODnGzfv2S8F8wX1PKcHHDfFPdV0XIXTZ9WEoHyRmDJkiX45JNP8MADD+D888/HAQccgDZt2qBRo0bYc889w3eVu+66C++++y7i/SHIwMxo8v0OG89rRpt5bRv9eL0b7cYbVcGl/SqjVfNchM9X+D8LbzIXId/z9O/w+deLPKBJBERABESgnBHQ6qxDAnMnfI1v9v87B1eXTz7O+kDrUy4qbdIENUcej6ptGoXr0jPHavpRcVyP1szS4z9Xxcxogszy/BBQIgIiIAIiIAIiIAIiIAIiUCEJmOV9NzBLfDNLf5cwy/Pjd434HaQoy98TpSooYwzU3yp6z7TNahvQNqBtQNvAmm0DRR0X8diJcdoos7xjK7PEX52D0EqrM5PmEQEREAEREAERqOgEtP4iIAIiIAIiIAIiIAIiIAIiIAIiIALln8DaXUMzSzdoZoX+mSSeAKHlSZHilHkiqmAdzhtlVngZ7ICZ0QSZ5fkhoEQEREAEREAESkhggw02wNFHH41rr702XJzdvHlzVK1aNT13nTp1sN1226Fv3764/PLLsdFGG6XLCjqdOnXCNddcg1NPPRXt27cH5411OK41a9YM++23H6666iqcdNJJ4LJj+fpiO3TogKeeegpPPvkkNttss7XeLTMr8tih4LFAZr5t00q4tdcidN4o2/vj88OQmmBmOO36eXjo1cXQSwREQAREQAREQAREoPwRmHfBaCwY/hT8CBAxMXf8MBBZPXfEkutPSt9kIfMYMvo8Do8y8zkzhIyXmWXk5IpAWSGQi+SvrPRX/RQBERABERABERCBv4qAHzXl8q5tf9Xy1/Zy1V55JhBu6puxgswXFG+4HZWTugE37eUjF+K5N5f5t2bAzFyJpXPCofVx/QXNoJcIiIAIiIAIrG0CVq0K2j56Dur32B4cc3wIgo9CMDPkLliCuX3uw6I3vwTHqqg4jnGMo09LwV/RuhtuuEsriYAIlG8CZr7XSIlrapbk4/kd2njep0oxNwPj/3qxjFaqGv73TRzKAwetg7ZjbQPaBqqGG4FGDnGso42KYyQtx8wos2Q8zRxb6UsiIAIiIAIiIAIi8FcQGDZsGKZMmVJo0f3798emm25aKK6ACFQsAlrb8kognu+gjYrnRGg7nbkIdQ5ZjLqHLkH9w7Kw4eFLsWHPLDQ+Yimaupq5mh+RhZZHLkVLt61crY9YgjZHLMZGhy9G28MXuRai3eEL0b7nAmwcNB+b9nQdNg+buTocNhebHzYnaIvD/kTHQ2ejk6vzof/DltQhf6CLa6tDZmFrqsfv2LbHb0Hb9fgVXf/2C7YPmoluf3Md/DN2dO108E/YmTrov9jloB+xq2u3g/6D3Q/6AXtQB36PPV17HTgDe7v2OWA6/i/oO+x7wL/Rff9/Y7/9/+Wahv33n4YD9vsWB7oO2m8qDqa6f4O/uXp0/xqHdP8Kh7oO6/4lDtt3Cnq6Dt/3CxxB/d/nONJ11P99hqNdx+zzKY7d5xPXZBy3z2Qcv/fHOMF14t4f4SRqr0k42XXKXh/i1L0+wKl7foDT9nwfp+/5T5zhOnPP99CL2uNd9HadtcdE9HH13f0d9Nt9QlD/3d/GgN3ewsCgNzFoN9eub2Cw65xdX8e51C6v4bxdXsX5rgt2GY8Ld3kFF1E7v4yLXZfs/BIupXZ6EUN2eiHo8p2exxU7jsPQoOdw5Y7P4apuz+Jq1zXdnsHfqR2exrU7jMV1rut3eAo3bP8khgU9gRu3fwLDt38cN1FdH8MtQY/i1q6P4LbtHsGI7R52PYSR2z2E27d9MOiObR/AndQ2Y3CX6+5t/oF7trkf92x9P0ZvfZ/rXty79b24b+vRuJ/aahT+4Rqz1T14wPVgl7vxUJe7gh7ucice2fIOPOp6bMvb8TjV+XY84Xqy80g8RXUagbGdbsPTrmc63YpnO96C5zq5Ot6Mca7nO96EF1wvbjEcLwXdiJe3GIZXNh+G8Zvf4Loer25+PV7rcB1ed73R4Vq8SW32d7zlenuzazBhs6vxzqZXYeJmrk2vxLuu9zYdin9Sm1yB910fbHI5PtxkCCZtPAQfbXyZ61J8vPGlmNz+Enzi+rT9xfiMancRPnd90e5CTGl3Aaa0vQBftT3fdR6+bnsevtnoXExt69roHHzrmrbRYPzL9e82g/Bdm7ODprcZiBmtB+D7oP74T2tXq3740fXfVn3xU6s++KllH8xseZarN35p2Ru/tuyF36gWZ+J316wWZ+AP1/+an47ZzU8L+rP5qZjT7BTMbXaK62TMb+ZqehIWuBY2PRGLqCYnYHGT47GEanwsshodg6WurA2PQlbDI5HV4HBk1e+JJXUPxeI6h2DJKTeC+yYq7rOiLa/7aa1XxSHQs2fPVVrZ//3vf3jnnXdw5513gveW2H333dGwYUO0bdsWBx98MC666CI89NBD+PTTT7Fs2bLwvxFmhvjbbLT8zTZT/E2XedqN21TBZf2rok0LAOaTixb+8qZwxBnT8flXizynSQREQAREoPwQ0JqsKwJz3/4K3x50Hcx8gA2C+/CXodKmTVFz5PGo2nrD9HXpHJs5RmcqjufRmpm3kQj+MjNPk8ksz08iSkVABERABERABERABERABCoyAbO87whmlv4uYZb48XtGUTZ+LymqTLFKhX6DXT+ZqJ96X7QNaBvQNqBtQNvA2toGVnRsZGbh2MAsOcaCv8zyfM+G4zDalanSyiqoXAREQAREQAREQAQKEVBABERABERABERABERABERABERABESg/BMohTU0s3ytmlk4oWFW2MYTLvGEycos67MOLWWWv00u2Mxogszy/BBQIgIiIAIiUOEIbLTRRrj55ptxzz33BG211VarzKBBgwY49NBDMXToUNx+++2hHbY3fPhw9OrVC2yT49PKGt5ggw2w44474sILLwTnZRvUXXfdhSuvvBK8ULxJkyYra+YvKR8yZAi+/fZbHHHEEWtt+WZ547RZft/Mwj9McLyPIuNMxYvlNmpquPnMhejUZhmAXFeS8iYSyM3F6dfPxYPjF4e4EhEQgYpBYOrUqdh7773RtWvXsP/+448/KsaKay1XiwDHd24rFP1VbWTRokXo06dP2N5W1AbbZjlFv7SWM3HixHRf+Dng5yEsKyMp2Gf2aUXafffdw3EKj1c+/PBDZGdnZ7RWMpfLfPnll3HaaaeB7cXl7bPPPiHGMtYpWWuqJQLAvPNHYcHwp/zALzc5AgyHgfRzkdVzJyy59sRws3seP8bjRvpUPL6kNbPwu1WmT75mRiOJQBkmYEj+yvAqqOsiIAIiIAIiIAIisE4IlLOjpnXCTAv5KwiEcx4ZC2a+oHij7aicnJxw823aISMW4Lk3s8Lcyddnfn/mV+pcnHhIPVx/frNQpkQEREAEREAESoOAVa2MjR4ejLp/68rT974IH4f8PD7HpNwFSzD3rNFY9MYUcMziOBYtfY510dL3mb0NzkkvGcsST6kIiEB5JGBm6dUyM5hZif6XiOeF4sOQZatCDMopg6paL23b2ga0DeRtA3Hsoy2o+D8S0ZolY6pZYpF6mVnKkxEBERABERABERCBdUfg559/xo033lhogdtvv314mCb0EoGKTkDrX+4IxHMdXDH6BcVzIlTRLpsjAAAQAElEQVTyz/GslZwL8dMqqYybcJok18+XJGWehmDSFnNe5pHQhtf1yV1POYWG3GHEfZ98Bs9zCvJ5U9YLvBXmEzHvRW48TSa24nmfvCGvFfJJP7yC57wB76eXeNarBJ8xnyP4oa7X8xoh765PzHktn8eDng+13fU4G4kR931Kxb1OrO+W7XokNBJ8r+hzhzlDwjpJqc/vNb3c0yTivk/B9ySGM+ox6q15JbbtXmgyqZCuHhyWszYz9Cn6jNH3JpLZguNRt0ncO+itMk0qJHMl+VQ9GtZJzZPU8DTk3YbyVBJjblkS+kzfGwy+V/OmvIg5N57J7EeIeH2fvGaqjs/LvjHGuvQp+kFsw2sz5i4nl8/r87GcbVL0KfpJdVZIciHuWeboByWteMgLwuRthhk98c54iI4v1uOe94oZ+VSOlYJYx2Osl08eC8sJszLjOZqM+jHi8/kUKrLJJOz1GEkK6KX7w5KknqfJ5LMkDtePS6HoJ7NzDo+wSlp02KyXeaWkrvse8gV55TB5ux5gVdZxl9FYlz5DST7JhRa8PttI4sywlpd7G9w3RRVVzpqM00oiUJYIPP3002uluz/++CN4beSwYcNwyimngN9patSogS233BLHHnss/v73v2PcuHH47rvv0uc7+ZttpvjbLvO07VtXxqX9qqBNC34GvYupj6R/HD0DHHHmdHz21aLgKxEBERABESgHBLQK64TA3Le+wtSDrw/LimMqD5zpV9q0CWqOOBZVWzVEHI85JtPPFK9Dz5SZhf9nMrPQrllimTHL85mXREAEREAEREAEREAEREAERIAEzPJ/VzBL8maW/n5hZuF3RLPExu8hZvnzMS5bKfBa7zlUUj/1Hmkb0DagbUDbgLaBtbUNmOU/LjJL8mb5j6ngLzPzNG8yy5/PKynsVSocUkQEREAEREAEREAEVkxApSIgAiIgAiIgAiIgAiIgAiIgAiIgAuWfQGmtoVn+kxhmFv6ZhMszS3wzK/KfJDL/6b0o3yxvfrM8H/4yM0+TySzPTyJKRUAEREAEREAEVpXAIYccgi+//BJXXXXVqs5aovpmeeO1mYXjBbP8lv+gwWMCWirzQrnob9S0Em7tvQidN0oeSGy+dDNPXT7hzGFz8cD4xR7VJAIiIAIi8Ntvv4X9+rRp08o0jBkzZuDiiy/GH3/8UabXY111fk2Ws2jRIvBGNC+88AL69++PAw44AK+++mp4iFxJ2v34449x+OGH4/LLL8eUKVPA9uJ8c+fODTGW8bjjtddeg276FOnIFkdg3nmjsPDmp/OOHVnRD/0Aw9IjdsaSa09APE6MlseTFI8no6VPmYWZEV9meXmzPD+Wy4pAWSKQus9XWeqy+ioCIiACIiACIiAC65gAj5iodbzYUlqcmq0YBPjbSUHFm2zT5uTkhN9taC8bsRDPvbUMSH2/Dd9y3TcYTj6sAa47vxn0EgEREAEREIHSJmBVK6Pto+eg3iE7AByHKAAGfy1aivl978Oi178Ax67MsYw+x7xo6Uf5nGFiPjhKREAEyg0Bs7B3KLQ+ZgazPPEcD8XzPjwfVJT4cGjGaTPFmFQlnE8Th7LJQe+b3jdtAxV3G8gcz+hzW4iWfhTHx0xxzIwyszDOmlkYW0MmlZhZypMRAREQAREQAREQgdInwIdjFvV/4P369UOdOnVKvwNaggis5wTUvfJFoLjzGYzzPEimkPHVzMzgUx4Mo2swN2YhpQczcwGeuoCQWDTRcZsqMDP4BMDAF30zg08u81AiM8vIM2xAMrmJjgU/pAXqm3nUEF7mtYLj1sxzLrgPf5kZ6HpKE3x4LMl7St+VFHjqvk/gy0tZFUwYMwsRAAYzo4GFP8BNkAHuesqJdTwHf5kZfHIvNZlbl08w//OcT+55JZ884r5H3AFlAE2SsAL4MphRiR9Sg8dcAMz/OCHU8ZxbRsEXfQN8CgqJx5K8wSxRUsPTkEfey9xljAYhk3geY9Y8MY+4ATxG32CJ73l3AM+bGXwCYOAr+J4wZ+ZpSmYGn7yKW09hnrh8ctdTnxAqBMddc3kdGBPEIuYMBk5MzB0q8QGworkB4CZJPBZ8j5gZzAwA5an7PoGvEGHigcR46n6omrIeCdmQeMYndw2hmAmMTcHMXMFNEnPDGA2YccetBSGkBn8xcfkUYp4APp8nAAxmFPxlLng+JQDmf5wQ6njObfDhr+ADBgSFxGPMM2JmMDMAlKfu+wS+jDFzzwPmPuW5MMX9FG0UCzJ95inGaCURKEsE2rZtW2rdnTp1KsaOHYsrr7wSRx99NLp06YLRo0en77OU+Rsuff6+G237NlVwab8qaNvK4B9Ll8HMwBfNUWdOx6dfLmJWEgEREAERKOME1P3SJzD3zS/x7d9uAEfSICZcrNvKHZqi5sjjUK3VhuA4XJziudZozQxmiUJT7tNSZkYjiYAIiIAIiIAIiIAIiIAIiECRBMzyf2cws/D9gpXNEt+ssI3fR2TL5sOT9b7pfdM2oG1A24C2AW0Da3cbMCt8vGSWxDKPq+hHmVl0S2QrlaiWKomACIiACIiACIhAHgF5IiACIiACIiACIiACIiACIiACIiAC5Z9Aqa6hmaX/iYQLMkvyZonlCSezPJ95/gM8baZizCyvrlnimyU2tk9LmRmNJAIiIAIiIAIisJoE2rVrh0ceeQTPPfccOnfuvJqtlGw2s7xx28zC8YNZYnlMYGb5LmZnLF7EzuOE6LdpUgm39F6ELdtmg49rCjeLyM2FT2Cg1w1zMOYVXcwOvURABCosgaysLNx+++048sgjMWHChPAQsLII488//8TVV1+NY489FrwJSllch7+gz2t1kXwPhgwZAt54Mzs7e4Vtv/XWWxg0aBBmzZoV6nEcb9++PQ455JAg+oyxkO1edtlleOihh3z85mjOqCQC+QnMO/ceLLj5ad9G/BDPD/R4zBe2Fk+yjtgJS645PjysJPM4kX6muM1FmSXHnWZ5Ni7RzKIrKwJlloC24jL71qnjIiACIiACIiAC64yAHzGVn2P/dUZNC1p3BML3Xv/+G5cY85k280EAOTk54Xc/2ktuW4Dn3lrqs/JciSt4yffpk3vWx7XnNfWIJhEQAREQARFYNwSsSmVs9Og5qHvIDv77bv5xafnCJZjX514seu1zcAzj2BYtfY570cbeMlaUH2OyIiAC5YOAmcEsv+I5nnjuh/no0/L/iKj4MORoGYtiTKoKMSizDPTeVdV7p89vxd0G4lhGG7eD6NNScTykpThWUmb5x9R4tGBm0ZUVAREQAREQAREQgXVG4KOPPsKIESMKLa9Hjx44+eSTC8UVEIEKSECrXE4JFDy/wXwUz4VQuctz02vPMyp5uXSYl0qG8y1JxGvx/wq8onuhLCQhn9RI8h4IWa/l9X3yXIy56xNj7I+7PrEeDetQKd9dn0KTIeFMXgTPcF6Kfgh5LLF5EXqcJV+9EGBJojAbFxJmdocT64QCr+O+T7E0WI86E09Dgc/AuvTd9TVhzgu9asjTTZzMftD3qFfKPzHGNpKoeyts12uFGZi470sO7YZsSEI/kxL2gx7Fdj3Ptn0eRkJFn8WnJJJ2WFq4vkdYUEjJbExZ5JbLoPFW3fhCPR4ctx4LE+sw65mC/Q9hTzgLy9z1yXOcxw0bTBm63kIwScI6XpsZzptkQ+0QZcIcRT/UcydZtyQtmkucw+t4o2yb8/qsXt3LfAo+kyCv5zaznlcMs7AqFTsefM94s16FOcqrhoA3UmBiadI6C5Jc4qWiqRAN4940GwuuO2EZbJp+CLKiy6dQNcTohUBImPPq7idTKu81Pe+pT75s9wutr5dw8iIal9dLp+74xHm4b6LoR3lRemIsnZEjAmWMwIknnrjOenz66aejT58+6Xsm8Hdb/oabqczfeNu1roJL+lVG25beRd8x8LPGz6u7/jnPxdG9vsMnU3TfBKejSQREQATKMgH1vZQJzHl9Cqb2uCGMnckYykNnH1E9U2mzZqg54jhUa9kQHI85DlP0M8UxO1Nmlv5/JnbfzGiCzPL8EFAiAiIgAiIgAiIgAiIgAiIgAkUQMLPwvSKzyCyJmVkIm1moYyZrVuYZ6L3Ue6htQNuAtgFtA9oGSnkb4AGUWd4xA/NRZkk85ktqK5W0ouqJgAiIgAiIgAiIQEJAqQiIgAiIgAiIgAiIgAiIgAiIgAiIQPknsG7W0MzSCzJLfDMrdMKJ/+RuZvkuVosxsyRuVng+sySG1MvMUp6MCIiACIiACIjA6hC48MIL8a9//QvHHXfc6sy+VuYxs/SxQjweoKV4oVy09Kl4EV3rxpVw85kLsVW77DC/J4ABQZ6cNWwexry8CHqJgAiIQEUkMH/+fLzxxhtYtKhs7wd//fVXvP322+EBMBXxfVy9dV7xXAMHDsTkyZOLFXk/8MAD6NmzJ6pXrx4a442bxo4di+HDhxf7XsyYMQM33ngjsrKywjwtW7bEmDFj8OSTT2LIkCFB9B9//HF07Ngx1GG799xzD959992QVyICmQTmnnMPFtz6LPywDn646PIDPXc8RdZROyPrmuMRjwuj5bFipngcGWVmoQ2zPIvUy8xSnowIlFECubz5HlVG+69ui4AIiIAIiIAIiMA6I+DHTH7stM4WV6oLUuPljQBv2Ju5TswXFH9LicrJyQF92ktuW4jn316G5OutIfmDW+C0Ixrg7+c0gV4iIAIiIAIisK4JWOVKaPvouah32I5hTOLyzcyNa/FSzO97Hxa/9nk47xDHNFqKY2C09H2m8PALWirG6EsiIALlj4CZwSxPlSpVCnnaeB6I54aKU3xAsmxVPTi+XDw4Xu+jPsvaBrQNJNtAceMe43F85FiZKbO88dTM8h00mOXP5ytURgREQAREQAREQATWMoEbbrihyBb79etXZFxBEah4BLTG5ZkAz2lEcT2jT8tzIcj4emaeMVby72w+0QuibxZKPG8wMyBMRhN8OobUyx0zT0LWYEZ5Jlp3OXk2lNEHMurQh79CBXguER0zQ/IymCUCDMkrsR4GFWP0zQzxD+7D4JO5gJAYUi9DKGYC85jBjELaIrzyYoABlNeDy8A/AO7D3ABuDCHLBAa4zMxT+MutuYk59808YchjZu67jD5j7rvLKYiJmbHEZTBLBFgyeR7+oqHc9clA38wtEsF9GHwyF8CEIYSXxwww8wSU+2nrfhICX6xilgSMdegb3DMXEBJD6mUIxUxChHkKHk8sUi9WMbOYg1cIMvAPAMvMDQA3CFkm4Ms8nwgwJK/EsgoVY/TNzGslgvsw+GQuICSMgS+PuW9mnklk5paTW588zslA38w8Y+Af6Btg4Q9AOg9/edTgIU+QyMytTx4NEaReIczE88YS+i765jG4D3d8Yg4hyyTJed6CALfwF8sMCMYtwssdnxg08M+DoQI8l5K5dSG8DKGYCSxEEHyAOQrhZWDYzEIuJtw3RXFfVVCxnqwI9cvbxAAAEABJREFUlEUCV1111Trp9g477ABeM2lmhe6pFH/PjTb+xkvbtlUVXNK/Ctq2suTzCcCAIPjrmN7f4ZMvyvb1wr4amkRABESgAhPQqpcmgTmvfYFvD73RF2E+drrMXZ/MDJW2aI7aI49FtRYNwDGY4y5tQWWea6VvZjBLBH+ZmafJZJbnJxGlIiACIiACIiACIiACIiACIrBiAmYWvmMUrGWWxM1kzcoDA62DmRiYiYGZGJiJgZkYmImBWekwKO6YqmC8pPlKJa2oeiIgAiIgAiIgAiIQCCgRAREQAREQAREQAREQAREQAREQAREo/wTW4RqaWXppZpb+BxOzxDdbdcsGzYwmLbP8+XSBHBEQAREQAREQgZUSWLp0KSZNmoTrr78+PDh1pTOsxQpmeWO4WeKbWThmMLNiL2bPvIgu+q2bVMZNZy5El3bZAHLDREMn152zbpyLf7yki9kdjiYREAEREIGKQmAN17NOnTro1KkTLrnkEowZMwZt2rRJt/jCCy/gn//8ZzofHd7MaezYsZg1a1YINW7cGDfeeCM6duwY8plJ+/btwRt50jKelZUFzkvLvCQCJDB38N1YcNsz7ibHd54mD3fKzUXW0bsg66rjwjEsb64QjwvpZ4o3V4gyyzvWNEt8bzxMZhasEhEo0wR8Ozbwr0yvhTovAiIgAiIgAiIgAuuAAI+ZbB0sZx0sQosoVwT420rmCjFfUPHG2pk2JycHF926AM9PWJbMzi/Qfm6E50cYOO2I+rhmcBO6kgiIgAiIgAj8NQQqGTZ69BzU67ljWH4yRnnqY1buoqWYd9ZoLHntC3BM4xgXLX2OhdHSZwPRFvSZl0RABMouAbO872lmiW9mMMtTPOeTaeN5oXiuiJaKcdnK4abl4lDGOVRW/7UNaxvQNpC3DXCco8gkWvpU5hhpljeGmiU+jxTMjEYSAREQAREQAREQgXVK4JlnngFVcKG9e/dG9+7dC4aVF4GKSUBrXWEI8DwHxfMfUX6KP73+LMv1cygTbqmHX55phF+ebYyZrp+fbYKfXD8/1xQ/uf77XDP8+Fxz/Gdcc/wwroWrJb4f1xIznm+F6Sn92+2/X2iNf7mmvdAG376wEaa5pr7QFlNfbIdvXF+/2B5fUS9tjC9dU17aBF+4Pn9pU3z20mZBn77UAZ+8vHlaH7v/8Stb4CPXpFc64kNqfCd8ML4z3nf9c/yWeG98F7xLvboVJrreeXVrUBNe2wZvB22Lt17bDm++vh3eeL1r0OtuX3tje7zqGv/GDniFerMbXna99OaOeOnNnfCi64U3d8YLb+2C513j3toVz1Fv74ZnXc+8vTuedo2dsAeemrCnaw886faJd/YC9fg7e+OxoH3w6Dv74JF3/g8Pv7MvHp64Lx58pzsenNgdD0zcD2Mm7o9/UO8egPuDDsR97x6Ie987CKPfO9h1EEa5veeff8PdQT1w5z9d7x+CO1y3v38oRlIfHIYR7/fEiA964rYPDsetHxyBW6gPj8TNrps+PArDXTdOOhrDJh3lOho3TDoG1390DK776FjXcbj2I9fHx+Pvrms+PgFXU5NPxFWTT8KVrqGTT8YVn5yCyye7PjkVQ1yXTT4Nl1KfnI5LPjnNdTou/uQMXPTpGbjw0zNdvXDBp71w/me9cZ7r3M/OwjnU530w2DXo8744+/N+GBjUHwO/GIABrv5fDEQ/asrZ6DtlIPq4PcvV+8tB6PXl4KAzvzwHZ3x1Lk53nfbVeQj6+nyc6jrl6wtwMvXNhTjpm4twouuEby7G8d9cguOoqZfgWNcxUy/F0a6jvr0MiYbgyG8vxxHTLsfh067A4d8ORU/XYdOuxKGuQ6ZdhR7Uv67G31wH/+saHPSvvwcd+K9rceC/r8UBrv3/fR32o767HvsG3YD/+24Y9pk+DHtPvzFor+nDseeMm7BH0M3YfYbr+1uwm2vX72/FLt/fhl1+uA07/TAiaEe33X4YiR2o/9yOrkF3uL0D2/14J7b98a6gbX68G1v/9x5s5ery31HYkvppNDq7Ov10LzpSP9+HzX++H5v/5Pan+9Hhp39gM+rnMdjUtcnPD2BjV/uZD6LdzIeC2s58GBv98gjauFr/8ihaUb8+hlaulr8+jhbUb0+g+W9Popnbpm6b/P4UGgeNRa1hvcJ1Otz3xB0Rfe6faAsq1pEVgbJO4KCDDirVVahWrRruueeeFZ7r5G+6mYq/99Ju1LIKLu1fFW1bJd30Q4PMwwUce9Z3mPz5wqRQqQiIgAiIQNkioN6WGoE5r36BqYcNT7efOX5W2rwZao84FlWbNwj/R8PxNnMcjn7m+Vb6ZpYez9mwmdEEmeX5IaBEBERABERABERABERABERABFaBgJmlv2+Y2SrMqaplgoA6KQIiIAIiIAIisE4ImNlaPaaqtE56rYWIgAiIgAiIgAiUGwJaEREQAREQAREQAREQAREQAREQAREQgfJPYF2voZnlW6SZ5TsZYlayPBsxS+rSjzKz6MqKgAiIgAiIgAisBgFeQL7tttuuxpxrZxazvLHcLPHNLH28wAviMsWL5pjPvJgu+q0aV8YtvRZhq3bZPr/3z1wwmBkd9B0+F/e/uCj4SkRABERABESgvBNYm+u36aab4uqrr0bDhg1Ds1lZWfjHP/6BuXPnhnxMZs2ahQ8++CBmcdhhh2GzzTZL5ws6zZs3xxlnnAGO7Sz717/+hZkzZ9KVRABzB92NBSPGwfwPlIUUZoalx+yKrCuPRTwOjJbHipk+t60oMwvzmuVZpF5mlvJkRKDsE8gF/8r+emgNREAEREAEREAERKB0CWTeyq10l1Tarav98kOAN8vOXBvmC4o31o7KyclB1IW3LMSL72Qns/MrLgWDmeH0Ixvg6kFNkjKlIiACIiACIvBXEvBxqfUj56Bezx3ho5T3xFMLBrlLlmFe71FY8urnYXzjeMdxjpbimBgt/SifO0zMB0eJCIhAmSdgxh1DshpmiW9mMEsUz/tEy3ND9DMtfSrznBHzUuVwA3NxKJsc9L7pfdM2oG0gbgMFx7fMcbCgz7xZMoaaWRhgzRLLjFmez7wkAiIgAiIgAiIgAqVJYNiwYYWa33DDDdG3b99CcQVEoKIS0HqXLwJFnbtgrCjxHAgyvqKZGXxyGRrVq1RIG3qsZKqMDesVVkOPlUj1K6NhATXwfIP6VbC6qu/zFq+qqF9/xarn5auuaqhXP1Fdt2k1qIa6q6A6Xje/qqNOg5KrttdduTZA7QaFVctjq6yGG6BWSjUb1sCaqIbPX7RqokbDlWsDr1Ny1cIGDfOruucLacNaqF4CVfM6iWqj2oarrqo+z4pVB1U3LFpVPL7aalQXlddQlXz+wqqHSo3yy3z3a0j+3A0T91XcN1H0qVBQTLKy8mJmU1gE/lICL774Yqkuf9SoUdhqq63CMsz8M5YSf7fNVOXK+X//jr8B07ZpWRmX9q+Gdm04P8InlSlSr+P6TMdHny1I5WREQAREQATKCgH1s3QI/PnK55h6+E0+Xnr75vKJhqrcsQVqjzwOVZvVD/87w3G24BjMfOYYTd/MYJbImws+LWVmNJIIiIAIiIAIiIAIiIAIiIAIrDUCZha+d5jJmpV9BmZaBzMxMBMDMzEwEwMzMTATA7PSYbDWDsZSDVVKWRkREAEREAEREAERKAkB1REBERABERABERABERABERABERABESj/BP6SNTSzQss1s/CPJSwwS3yzFVvWpczy6jEviYAIiIAIiIAIlG0CZpZeAbPEN7NwrGBm4aHAvDguKl44x4vqKOajbdGoEm7uvRhbtVsG8BlOnvDmEXSpvsPn4L4XFkIvERABERABESjnBNb66nXq1Am9e/cO4zIb//rrr/HFF1/QTWvmzJn4448/Qr5u3brYbbfdgr+ihO02btw4VFm6dCmWLFkSfCUVm8CfA+/E/JHPOYRcJMdyfiTHyZV1zC7IGnoM4vFftPGYkMeM9GmjzPKOLc0S3xsPk5kFq0QEygsBA//Ky9poPURABERABERABESgtAgYUD6+C0Cv8kGA330z14T5guINtaNycnJAn/b8mxfgxYnL/Puzt5DrX5w5uXiS5Iwj6uPqs5PfXbxUkwiIgAiIgAj85QTMDG0ePRd1e+7ofeHvvzRh4EJu1jLM7X0PFr/yKTjGxbGOluLYGK3P5WMf50/mjXlaSQREoOwTMPPvbKnVMEt8M/OvcXmK54AybcHzQyxjTKocbl4uDmWag97DAg+/0fas7bkibwMc3zJFFpl5Mwv/22OWN26aGfgyS2xBn3lJBERABERABERABEqTwMiRIzFp0qRCi+jfvz+6dOlSKK6ACFRQAlrtck6A5zkKriJjPPdB5S7POOfB6yG9Mv8FwI0mERABESh1AtwD+dnXfMvhPqo45auojAiUYQLNmzcvld4PHjwYJ510UmjbLPld1szS5zszf9Olz995M8Vr5aJat6iMS/pVQbvWFo8Q+K+B7nvzfrBwQp/pmPTpAs9oEgEREAERKCME1M1SIDD75c8w9YibfIxMHdXyANdHS+YqdWyB2iOOQdWm9cL/XnCMzRx3o88xOVNmeWM3u2xmNEFmeX4IKBEBERABERABERABERABERABERCB/ASUEwEREAEREAERKKMEKpXRfqvbIiACIiACIiACfwkBLVQEREAEREAEREAEREAEREAEREAERKD8E/jr1tDM0hejZfbCLC9uVtjPrEvfzGgkERABERABERCBckbALG+MN0t8M0sfP2ReKEefF9FFGy+wi7bFhpVwS+8l2GaTbKfkbYBy1yczQ/+b5+G+Fxd5TlNFJDBx4kR07do16MEHH0R2djaefPJJ9OjRI8R23313nHPOOfjqq6/CQyMyGfGGSu+99x4GDhyIffbZJ9RnW/QZY9tsL3Oe4vzffvsNd955J4444gh069YttLXDDjuEflx33XWYOnVqoeUX11ZWVhbGjx+P0047Dew/+0R1794dl156aXhAN/te3PyZcd6U5ccffwRvsnfUUUfla4/9PPTQQ8H+zZgxo9j+LVq0CH369AnrxPp8GDjb5E0rdtllF3A9DzvsMJD/woULUfBVFBsum6zIjO0VnKe4PNeb71mvXr3S6xLbKm75xbVVkjj58b0jI25TXFe+F1zv448/Ho888gjmzp27wqaGDh0a2HE+9nGFlb2wuPrcHtnG/vvvj59++slrAvPmzcOJJ56Ybp91QoEnme3EON9nfh7idlVSdpnbAPsQ2/PFFDmtqD4ZsA32m/1nA1wfrhfje++9d/i8MC5lEigdf6+99kK7du1C4/x8TZgwId++oEaNGth0003RrFkztG3bFi1btgx1lYjAqhD4c8CdWHTHC34El5rLj9/C0ZwBS4/bDUuvOAbxuC9aHhtS8fiQNsrMYJZfqZZDPPqyIlA+COSmbktSPtZGayECIiACIiACIiACpUfAj5tyw13dSkclWLIAABAASURBVG8R66RlLaQ8EOBvipnrwXxB8XeYguJv0effvBAvv5vjsxvgE/z7L9zS9DqqAa46uzH0EgEREAEREIH1kUCbR89FvSN2BsesJPFe+hiGpTmYf9ZoLH75E+Tk5IDjX7T0OUZG63OEibHgeJLpe1aTCIhAGSZgxp1CsgJm5ruKwuK5IDMLDzmmL1USi0rllYHWS59vbQPaBkq2DZgl46JZnjXLG0OReplZypMRAREQAREQAREQgdInMHv2bAwbNqzQgrbcckv069evUFwBEai4BLTmFYkAz2cUFDK+qplnzIHo65tD0CQCIrBOCHB/Y8Y9T7K4gvso5pMSpSJQvgjwmtW1vUa83vXmm2+GWd5nyizxzSzEzazQeT1eF1dQvG6Oat2iCi7pXwWbbJR63IQBPoXEm8JJ/aZj0icLoJcIiIAIiEBZIKA+rm0Cs1/6DNOOugVmPjpS6QUYqnRuidojjkHVJvXAcZbjKm1BFTwfbWahPTMLrZkllhmzPJ95SQREQAREQAREQAREQAREQAREQAQKE1BEBERABERABESgrBJInZEtq91Xv0VABERABERABNYpAS1MBERABERABERABERABERABERABESg/BNYT9bQzMI/uJe0O2ZJfTMr6SyqJwIiIAIiIAIiUAYJmOWN9WaJb2bhuMHMiryYnRfS8eK6eKFdtM02rISbey3GNptkhwdgIvXK9Rxc/YfPwb0vLEpFZSoqgWXLloWbyfGGcjNnzgwYFi1ahIkTJ+L9998P214IevL999/j2GOPxaBBg0LZ3LlzPZpM9Fn/nHPOwTHHHINvvvkmKSgi5UOZ7rvvPvTo0QP3338/fvjhh/DwClblwyrYj6effhq8ccT555+P//3vfywqVh9//DEOPfRQXHbZZZgyZQrY/1iZN8t79dVXcfrpp6N3795g27GsKMtlXXjhhTjiiCPwwAMPYMaMGfna48M1fvrpJ7B/XM+rr746X3lRbTL21Vdf4YwzzsC7776LrKys8KCO//73vxg7dizIjnUo9n348OFFsuGyyYrMevbsiSeeeCK0w/mKE9eX68337NNPP033NbY1YsSIsK5kWFwbqxL/7bff0L9///DekRGXz/eUbXC9p02bhltuuQV/+9vfStR/zvdX6pFHHgnbPD8PfG/Yl0x23O74nuoGPiSzHqqUutSwYUNsv/326danTp2a73PcoUOHsG978cUXg61bt266bnHOF198gVmzZoXipk2bonnz5sFXUjEJ/Nn/Diy883k/WkuO2hIKuW5ysfS43bD08qMQj/ei5bFgpnh8GGVmYTw3y7PeWJjMLFglIlC+CBiSv/K1VlobERABERABERABEVj7BMrJUdPaB6MW1zGBgr+tMV9Q/I0xU/yNjjr/lkV46d3s8B2a5z3cSXrvX6N7HVUfVw5snOSVioAIiIAIiMB6SqD1w+eg7hG7hGEsdNHHsJBZlo35vUdh8UuTw3lUjoMc+2gpjpXR0ue80Rb0mZdEQATKLgEzy9d5M4NZfvGckFlejHmpUqH/sRKTMs6kkvqvbVjbgLaB4rcBs/zjoFmS5yBqluczT5kZjSQCIiACIiACIiAC64wAr9XgNQgFF9ivXz80bqzzWQW5KF+BCWjVyy0BnsOguIK0VPRpqRAL50mY87MlubnwyZURTIqUioAIiMBaJ8A9DfdDVGbjzEcxTp+Win60jEkiUNYIfPvtt2v9OwmvvRw9enQahVne77FmiW9m6XOeBX/7zrw+Lvq8fo5q3aIqLupXBRtvZOn2+T+DyTEDcFK/6fhw8vy8MnkiIAIiIALrJwH1aq0SmP3ip/j2qFs4JPp3aG+aB7duOFXesgVq3XYMqjWpB46rHE9pC6rgeGxm6bGa7ZgZTZBZnh8CSkRABERABERABERABERABERABESgKAKKiYAIiIAIiIAIlFkClcpsz9VxERABERABERCBdU5ACxQBERABERABERABERABERABERABESj/BNa3NTSz8M/uRfXLLCkzs6KKFRMBERABERABESinBMzyxn6zxDezcMxgZoVuUM2L63hBHW1UvPCuacNKuLnXImy7STb4Mk8MFlKagTfPwb3PL/K8popK4IknnsBzzz0XLtjs3LkzevbsCdqWLVvigAMOSGOZMmUKevfujenTp4cYt7n27dvjkEMOCdpss81CGyz84YcfMGjQIHz00UfMFhKXec8994SHVbCwSZMm6N69e1g2LfOMUxMmTMDQoUOxaFHh7ZQ3R3nttdfCsuKDs/kZYP+5HgcffDBat24dPjNs67PPPkP//v3x/fffM1tIv/zyC/r06YO33noLfGAGK7Av7FNR7bHO888/jwceeADsC+sXJfbtqquuwuzZs8GbV7A9ij4Zxwd9L1iwAOeffz4ef/zxNJuaNWtir732CmxomecyyOOmm27Cww8/XOyyuVy+D1xvvl9kQSZUixYt2EwQ611++eWYMWNGyK9uMm3aNPTq1QuTJk1KN8F15LqSX5cuXVC9evVQFvvPmxlmZyf7p1CwlhM+SJ3LPvDAA1GrVq3QetWqVbH33nsHpixjnVBQIHnhhRcwYsSI8F6w3zvssEOYh9sXtzNW//PPP3HRRRfh7bffZrbUtMkmm4Rls9/sPxfE9eF6cR0OOugg1KtXj2Epg0Bputtuu226eX6Gfv/993R+VR3eKOfOO+9M73f4Wa9fv/6qNqP65YTAn/3vwMK7X/S1MZi5YO5zMmQdtxuWDjkK8TgvWu6TMn3u86PMDGb5xdYoM6ORRKDcEsi4T0m5XUetmAiIgAiIgAiIgAisGQEeMVFr1spfPbeWX7YJFPxdlfmC4u+wUTk5OeH3Otpzb16El9/N9u+9gPlfSA3h1efYBrhyQOPgKxEBERABERCB9Z1A64cHo97RuyL8ZBvGMiaunOVY2OdeLH5xchj/OB5yDKSlOGZGSz8qri/z0ZcVAREo2wTMfJ9QYBXMzPcbiVhklvhmsmZiYFb+GJhpnczEwEwMzMTAbMUMCo6LzGfKzDKz8kVABERABERABESg1Al8+eWXGD58eKHl8H/seX1GoQIFRKACE9CqVywC8TwGbRQyvrKZGXxyWcUCo7UVARH4SwhwT2NI/jI7wP1TZl6+CJQHAkuXLsUzzzyDU089Fbvttlu4pnltrtfo0aPBa88z2zSzdNYs8c0MZonidXDR8lq5gorXzrVuURUX96uKTdpa0maqDTfeHnBK/xn4YPL8pEypCIiACIjAeklAnVp7BP73wif49pjbwEHQ4H8GuPHJULlLK9S57RhUa1w33AcmjqUFx9g4/kZrZjBLBH+ZmafJZJbnJxGlIiACIiACIiACIiACIiACIiACIlA0AUVFQAREQAREQATKLoFKZbfr6rkIiIAIiIAIiMA6JqDFiYAIiIAIiIAIiIAIiIAIiIAIiIAIlH8C6+0amln6H9/NEn+97aw6JgIiIAIiIAIiUOoEzCy9DLPEN7P08UK8eC7aeJEdL7qjmI+2acPKuLn3Ymy7STb4OKfkphPucXINuPlPjB63ML08ORWLwOzZs8EHTY8cORJjxozBJZdcEuzjjz+OVq1aBRgzZ87E0KFDwboMbLPNNhg7diyefPJJDBkyJOjRRx/F888/jz333JNVQt3rr78enDcEUgnzTzzxRHjQdfXq1cO8L774Iq699tqwbFrm2S7LOdukSZPw3nvv0c2nr7/+GlxGVlYW+FngTfBeeeWV0H+uB/v87LPPguvSsWPHMO+PP/4Y5lmwYEHIx4Sfi8ceewwzZswIoYYNG+Lee+/FSy+9lO5bbO+FF17AdtttF+oxee2118AHgNMvSuzfvHnzcOCBB+K5554L7XE9X375ZZxxxhnhc83ljxo1ClxXtsF1HzBgAF5//XXceOONgQ0t14/tsA4f6MH3jA8PZ76g4nI33nhjPPTQQ+GmHFwHaty4caEfXA7nY/950w76qyNuG1deeSV+/vnnMHvdunVDv8ePHx+Ww/fj/vvvB1kdfPDB4f1i/7lMbg9hplJIOnToENgNHDgQDRo0CEuoUaNGuDkJ+0SxTigokLz99tvhYSrkzX7zAe2sT+bcrjp37hzmIGe+N3HbCcG1nOy8885hPXhTFfafzXN9uF7s07nnnosWLVowLOURKFWvWbNmqFOnTlgGP99//PFH8Fc1mTZtGi688EL8+uuvYdZu3brhuOOOC76Sikdgdt/bseCuF5GbCz9my3Xrco8klp6wO5YNOQrx+C7aeMzHcZA+bZRZ3rGjWeKzLcrMaCQRKNcEtJWX67dXKycCIiACIiACIrBWCPgRU9n/brBWSKiRv4YAfxPNXDLzBcXfEKNycnLC78q05wxfiJffXRa+NYfv0Uw8R9PnmPq4ol+jzKbli4AIiIAIiMB6T6DVg4NQ58hd+OOw9zX127D/Vrw8OxsLzhqFRS98HM5bcVzkWEhLceyM1mdMflfmgMiMi+VuNImACJQDAmYW/regqFUxS8rMZM3EwKxcMgjbv5nWzUwMzMTATAzMVsxgReNlUWWKiYAIiIAIiIAIiEBpEhg2bFj4ba/gMvr27VswpLwIVHQCWn8RSJ0nSUCkzpb4uY8kr1QEREAESpuAn57lfx+lFxPPtRa06QruxDJ3NYnAek/gs88+w9VXX41dd90Vhx9+eLgOe3WviSxuZXldeM+ePYssNrN03CzxzSx9DiheDxctr5MrqHg9XasWVXFxv6rYeCM/fMj1o4ZM+Sf51P7T8f5H89PLkyMCIiACIrBeEVBn1hKB/42bjG+Puc1HvvxjIb9IV+rSAnVuOxpVG9UFx9M4htLPVBx3ozXLG5vZTTOjCTLL80NAiQiIgAiIgAiIgAiIgAiIgAiIgAgUT0AlIiACIiACIiACZZhApTLcd3VdBERABERABERgnRLQwkRABERABERABERABERABERABERABMo/Aa2hCIiACIiACIiACJQdAmZ5F8CZJb6ZFbqYPV5gx4vqoh8vwIu2SYPKuKnXYnTdNDvMD1gy0Xibg26di1HPLYReFZPAYYcdhu233z7fyteoUQNmBt6E5OGHH8aPP/4Yyvlw6ltuuQVt2rQJ+cykadOmGDp0KFiHcc7z+OOPhzaYp3744Yf0g6532203HHzwweC2y7Io5nv06IFDDjkkhPjQig8//DBfO1lZWRg1ahT44G1WOvTQQ3HVVVehYcOGzOZT+/btccMNN4CWBbxRxauvvko3rV9++QUTJkwIeS5/0KBB2HrrrQODEMxIuJ4XXHBBellz5szBym50wYeFn3nmmahZs2a6JX4+q1atGvIzZszA+PHjg8/l9+7dGyeddBKqV68eYjGpVasWuOztttsuhLj+L730UvCLSvg+8f3q0KFDvnUxM+y777444YQT0rP961//wqJFi9L5VXFefPFFcH7Ow/dg5MiR2GuvvQq9t+z/ZZddBr73muyRAAAQAElEQVRfrMv39oknnsDMmTOZXe/Em41cfvnlYL8zO9eiRQtcd9116W1q1qxZGDt2bL5tNLO+/L+CQOku08zSnylux9nZ2au8wPfeew99+vTBzz//HObdbLPNwM9H7dq1Q15JxSIwu+9ILBz1MmA+Ue5YELD0xD2w7NIjwHGDx3qZlj7HDcZpo8x87gJC6mVmKU9GBMopAd64K9y2pJyun1ZLBERABERABERABNYagdxy8FvGWoOhhtYxAf7unLlI5guKv7lE5eTkgD7t4OGL8Mo/cwD/fpv+huu+B9DvuAa4ol8j6CUCIiACIiACZZFA64fOQd2jd/WuG/jniU8GHwSxqM9oLHr+o/CgMI6HFMdGimMoLeUzh2M8xuhT9Cn6kgiIQNknYGYwy1PZXyOtgQiUhIDqiIAIiMCqEzDLGy/NbNUb0BwiIAIiIAIiIAIisBYI8PoAXotRsCleJxCvlShYprwIVFwCWvOKTIDnMShkfH0zz5hD0Vc6h6BJBERgnRDg/saMe568xYV9k2czbfQ9rEkE1nsCvPaZ30mOOeYY7LLLLuC1sh9//HGp9JvXhPMa7xU1bpb3GTNLfDODWaJ4XVy0vF6O4vVztFT0WzaviksGVMOm7Tgv4Kknhvg6beB0vP/R/JiVFQEREAERWG8IqCNrg8D/xk3Gt8ePBDiGwuAmJUPlrVqh7ohjUXXDOsgcOzmGUoxRHG+jpW/GdhLBX2bmaTKZ5flJRKkIiIAIiIAIiIAIiIAIiIAIiIAIrIiAykRABERABERABMoygUplufPquwiIgAiIgAiIwDokoEWJgAiIgAiIgAiIgAiIgAiIgAiIgAiUfwJaQxEQAREQAREQAREoYwTM8i6EM0t8M4NZonghHW28uI6WihffRdukYWUM77UY2266zCnkAj654zZ50NOgW+fgnucWhpCSikOgRo0a2GmnncI2VdRa//LLL+BDqllWq1YtnHHGGai9godTs+zMM88E2+U87777LmbNmkU3iA/Jjg+fWLRoEZgPBQUSM8Oee+6JRo0aoX379mjVqhWWLeO2m1ScNm0avvjii5Bp1qwZTjzxxPBg5BAoImnevDlOPfXUUMLlv/HGG+DyQ8CThQsXYqONNgLb4kO4d955Z48WPzVu3BgtWrQIFebPn48//vgj+MUlnTt3Ttcvqs4///lPzJ49OxSxbs+ePYt9T8j48MMPR/369dGlSxc0bdoUS5cuDfMWTA499NBil2tm4b2P79Xvv/+ej0nBtorLL1iwABMmTEgXH3bYYejYsWM6X9DhPun0009Hu3btQtHMmTPx4YcfBn99SrgtrGi74jbFzwP3v+z3Bx98kG9bZ0z6Cwmsx4vmjZ5ee+01XHjhhZg3b17oKT/3t956K7hdhYCSCkVgdp+RWHDPy+GYLByfhWM0Pz7zzNKT9kT2pUeEMS7z+I4+9z9Ups+8WXKcaJZnI1Azi66sCJRfAr6dG/hXfldRayYCIiACIiACIiACa4cAj5ls7TT1V7Wi5ZZJAvxtJLPjzBcUf8ONysnJAX3as29ciFfez/ZvzP7lOZffnWNLueh/XH1c3nfDGJAVAREQAREQgTJJoNWDg1HvmN287z7WxdTd3JzlWHjWKCx+/qP0uMixkWMkFcdS+j5bmBgLTiopmE+FZURABMo4ATODmWQmBmblmIHWTZ9zbQPaBlZjGyjjQ7y6LwIiIAIiIAIiUE4I3HDDDYXWpGbNmujXr1+huAIiUOEJCECFJMBzF1R65f2cSPQZz/U8bYzJioAIiEBpEfDdDbi/oUqyjJLWK0lbqiMCpUGA1ytffPHF2G233cK110888QQWL15cGosKbbZp0wajR48O/soSM0tXMUt8M0v/Ds5r4zIVr5vjdcn0qei3aFYVFw+ojk3aGfg5TpJ08zht4HT8c1Jy/WZeVJ4IiIAIiMBfSkALX2MCfzz3MaYePzJ/Oz4Q8jt05a1bo+6IY1C1YW1kjplx7GSMqlSpUig3M9A3yxuL4S8z8zSZzPL8JKJUBERABERABERABERABERABERABFZCQMUiIAIiIAIiIAJlmkClMt17dV4EREAEREAERGCdEdCCREAEREAEREAEREAEREAEREAEREAEyj8BraEIiIAIiIAIiIAIlEUCZnkXxJklvpnlu5jdzMKFdZkX29GPF+JF27hBZdzcewm6bpYNGJKXz2tm8Ann3DYHdz+7IIkrrRAEGjRogBYtWhS7rt999x1+/fXXUN6uXTtsvPHGwV9R0rZtW7Rq1SpU4bw//PBD8JnUr18ftWrVoosPP/wQfOD17NmzQ75gssMOO2D8+PF48skncdppp6FatWrpKp9//jkWLlwY8nxw9orWIVTyZPPNN0ejRo3cA77//nv89ttvwWey6aabYuTIkXjxxRfx8MMPg/1kvDjxM1WjRo3iigvFN9tss3ARbKECDyxduhSfffaZe8m05557onbt2kmmmLR79+544403cP/994cbcGSyibOwf126dInZIi1vIFi9evUiy0oanDlzJn788cdQvW7dumD/zSzki0uaNm2Kbt26pYs/+ugj8CEl6cB64HD7i9txcd3Zeuut0bJly1BccFsPQSV/GYH1ecHvvvsurrzySmRlZYVu7rvvvrj99tvRpEmTkFdSsQjMPmsEFo4e78dhvt/kvjMKhmUn74VlF/cM40dRx3WMUby5QpSZwSy/IlEzi66sCJR7ArngX7lfTa2gCIiACIiACIiACKwhgVyfn3JTRid1u+wRKHjza+YLavny5Yjib4b0ac++cRFe/WA5jH/+HdeMnjMwYODxDTCkz4ae0SQCIiACIiACZZ9AywcGod6xe4QV8WEO4JhHAVh41igsHjcpjJUcHymOlVQcU6Pv1cNDKmijWCf6siIgAiIgAiJQVgionyIgAiIgAiIgAiIgAiIgAiJQFgnce++9mDBhQqGuDxgwAPw/9UIFCohABSeg1ReBQCCcGAmenx4xF1wGvURABESgtAlwT2NI/kp7WWpfBEqLAK/zHTVqFHr06IFdd90V119/Pb766quVLo7Xe/fq1QsTJ05cad3iKowePXqVro00s3RTZolvZjBLFK+TizZeP0cbxWu86bdoWgUXD6iODhsbECZP6AAhPePsGXjvw3nQSwREQAREYP0goF6sGYFZz3yEaSfe4WNc3ngXWvRs1W3boM6tR6Fqg9rhuvQ4VkbLcTNzbDWzcI8iM4NZIvjLzDxNJrM8P4koFQEREAEREAEREAEREAEREAEREIGVE1ANERABERABERCBsk2gUtnuvnovAiIgAiIgAiKwjghoMSIgAiIgAiIgAiIgAiIgAiIgAiIgAuWfgNZQBERABERABMoNAV5gVRFUbt6wtbAiZnkXxpklvpmlL6TjhXZmFi6wo0/xAjyK20qmbVS/Mm7qvQTbb5aN3Fy4clOCZ4Bzb5uDu55Z4BlNFYFAs2bNULt27WJX9bvvvgsPkGCF3377DbfeeiuuvfbaFWrEiBGYM2cOZ8GyZcvw008/BZ9Jhw4d0LVrV7qh3aeeegrdu3cPN5W46aabMGXKFCxdujSUF5fwwRTsVyz/17/+hRtuuGGFfWKf//GPf2Dx4sVhtrlz52LWrFnBL0nCZc6ZMweffPIJ7rzzTpxyyinBL8m8rNO2bVuaIrVgwQL85z//CWX87G6yySbBX9Okbt26aNy48Qqbadiw4Qrf/xXOnCr89ddf0+9306ZN0bx581TJis22226brsA2Fi5cmM6vD872228f9rEr6kudOnXQokUL8MVtPXO7ZEz6ywistwuePXs27r77bmRlZYU+HnrooRg6dOgafw5DY0rKHIH/9R6B+aPHI5d/yUGZH4t5zv2lp+yJZRcdhoLHcTymyxTHjSizvGNDs8Qvc1DUYRFYSwT8EwBbS22pGREQAREQAREQAREovwT8iMm/O5Th9VPXyxgB/saa2WXmC2r58uXhd2PanJyc4C9blo0BNyzE+A9yUucyku/OYV5vcODx9XHZWRu6p0kEREAEREAEyg+BFmPORr1j9/Bfj32d/DfjMO659cEQC88ahcXPTQLHyiiOnVSsl+kz5q2kp4L5dIEcERABERABEVg/CahXIiACIiACIiACIiACIiACIlDmCPCahWHDhhXqN68T6NevX6G4AiIgAhACEUgI5CaGaa6fJWGWp0eYl0RABESgtAmEfY7vewouR+dXCxJRfn0j8Prrr+Pss8/Grrvuit69e+OFF14oURd333133HPPPfj999+D3W233UCVaOaMSvzuw2vEM0Ilcs0sXc8s8c0MZoni9XLRxuvp4rV2zEe/eZMquLBfNXRob/4pTj7NCJ4fUfjBxJmDpuPdD+allydHBERABETgLyOgBa8BgVlPT8K3J90BHp/6COctJWMe/SrbtkGdW49EtQa1kTlGxrGSscwx1czCvYnMknHXzMCXWWIL+sxLIiACIiACIiACIiACIiACIiACIlBCAqomAiIgAiIgAiJQxglUKuP9V/dFQAREQAREQATWCQEtRAREQAREQAREQAREQAREQAREQAREoPwT0BqKgAiIgAiIQPkgULNmTWy11VYVQry5Vfl419bOWpgVvljOzGCWiBfcmVm4IC9egEdLxQvzot2wXmXc3CcL3TbPTs9v8FcqOX/EXNz19AIPaCrvBLh9rGgdf/zxx3TxrFmz8Pzzz+OZZ55ZoViHdeOMCxbkbUvVq1dH//790aZNm1gc7MyZM/HYY4/htNNOCzeJOOWUUzBu3DjMnTs3lGcmvCFeZvvs48r6xPKXX34ZCxcuDE0tW7YMS5YsCX7BJDs7Gx9//DFGjBgR+nPggQeiW7du+L//+79wA4z7778fM2bMCA+fKjhvcXl+9oor4wM4KJbXrl0bDRo0oLvGqlq1Ksh7jRtaSQM//fRTukb9+vVRrVq1dH5FDteVfWSdOXPmYOnSpXTXG9WqVWulfalRowYaN26crsdtJ50pYw63QV7wvSbd5nu6svnXzXJW1os1L58/fz64L2JL3I432GADuivVV199he+++y7U23jjjdG3b9918jkNC1SyXhH4X6/bsPC+V/04LOmWmR+EBQFLT9kT2RceBo4dHKejpU/xmC9a+pSZeVv5lbSMdBx6iUCFIcBbllAVZoW1oiIgAiIgAiIgAiKwmgT8mCmXN31bzdn/8tnUgbJEoODvTswXFH83isrJyQG1bFkOBt64GK9NWg7zFTYz+ARPAXcGndgAl/XeEHqJgAiIgAiIQHkk0GLM2ah//J7gmOfDHjj+mTEFFvcZhSXPTQrjJcdMKo6jcYxlHv6KeXfTE2PpjBwREAEREAERWK8JqHMiIAIiIAIiIAIiIAIiIAIiUPYI8AGY//73vwt1vF+/fmjdunWhuAIiIAIiIAIpApaybiycGQH81Aj0EgEREIF1QYD7GzNbF4vSMkRgjQlMnz4dIQKfJAAAEABJREFUt956a7jmuXv37uFa6O+//36l7TZp0gSDBw/G5MmT8c4776BXr17gfSvijBMnToxuiexxxx2H888/v0R1i6pklveZM0t8M/PxPxGvmctUvJ4u81q76DdvWhUX9KuKzTeJj6PwNuCyZMm9B0/Hux/MSzJKRUAEREAE/iICWuzqEpg1dhKmnXIXRzaYGSzdkKHKtm1Q77ajUbV+7XCvoTg2RhvHT46p9M0M9M0MZongLzPzNJnM8vwkolQEREAEREAEREAEREAEREAEREAESkpA9URABERABERABMo6gXjGtayvh/ovAiIgAiIgAiJQmgTUtgiIgAiIgAiIgAiIgAiIgAiIgAiIQPknoDUUAREQAREQAREQgXJAwCzvQjmzxDez9IV18UI7Wl58Fy39eIEeLdWgTiXcdNZS7NAhG7zBf3jUUzrJxfkj5+DOsfPLATWtwvpGoF27dnjooYdw8skno06dOoW6xwdU8CHZV199NXjzieHDh2PRokWF6q3tAB+C8eSTT2LfffdFnz598OCDD2LKlCn4/fffwbK4PH6u2rRpgwYNGsTQGtlZs2Zh3ryye+OI7Ozs1Vp/vvc1atRYrXlLe6a6deuicePGpb2Y9ap9bofxgfar2zHeAGZl866T5aysE2uh/KeffsKyZctCS/Xq1Svx9vLRRx+l9yd77LEHGjZsGNpQUrEI/O/M27Dg/leR639xzXks5gdkWHbq3si58DDwWK2o4zfGKI5FUWZ5x4JmiR/bNbPoyopABSJgSP4q0CprVUVABERABERABERgtQiU8aOm1VpnzfRXEAjfeTMWzHxB8ffXKP4+TC1dlo3+wxbh9Uk5Ye7k9EXybZrpoBPq49Je+m0lwFEiAiIgAiJQbgk0v38g6h63B38+9nX0ETDXFTxgUd9RWPLsh+C4GRXH0zjWMu/VfX6fz+elH8U60ZcVAREQAREQgfWWgDomAiIgAiIgAiIgAiIgAiIgAmWMwHfffYcbb7yxUK9322039OvXr1BcAREQAQCCIAKRQPjHgCTD8xg8tUGbRJSKgAiIQOkR4O6H+xuq9JailkVgzQjw/P/zzz+PM888EzvttBMGDx6MN998s0SN7r///nj44Yfx22+/4eabb8Z2221X7Hy1atUqtiyzoGPHjhg9enRmaLV8M0vPZ5b4ZgazRPH6uWh5XR0Vr73L9Js3rYYL+lVDh00stJl8toMLHlf0HjwdE9+fmwSUioAIiIAIrHsCWuJqEZj11If49pS7wljGBjimcYyjX2W7Nqg/4hhUqVsTmWNi5jjJMZRllJmBeTNLj7Xwl5l5mkxmeX4SUSoCIiACIiACIiACIiACIiACIiACq0BAVUVABERABERABMo8gUplfg20AiIgAiIgAiIgAqVOQAsQAREQAREQAREQAREQAREQAREQAREo/wS0hiIgAiIgAiIgAiJQXgiY5V0wZ5b4Zpa+wC5ecEfLi/CipZ95oR79+nUMN52VhR075vj8TshcYEIBF94+F3eMnc+gJAI4+OCDMXny5FXWSSedVIgebwIxYMCAcIOJp556CieffDJat24dLhjNrMyHVTz++OO48sorkZWVlVmU9gcOHLjKfeJ67L777uk2srOzMWzYMAwfPhzz5+dt89WrV0ebNm3QvXt3cDkPPPAAJkyYEG52sckmm6TnXxNnww03RO3atdekib90Xu5LVqcDf/75JxYsWLA6s5b6PIsXL863HZT6Av+iBbRv3z69ZH7W0pkSOosWLcIvv/yy0trrajmxI6VteTOnr776Kr2YZs2agZ/jdGAFTuY2z/lWUFVF5ZTA/864FQvGvO5rZ37EZWlrZlh2xj7IPv8QcL+aedwW8/GYjjbKzGCWX95omMwsWCUiUFEJxJuYVNT1j+vN49wPP/wwHE8feuih6NatG7p27Rq0zz774LTTTsO4ceMwd65uYhaZrQ922rRp4TsI36s+ffqAx10F+zV16lTsvffe4b1kvbWhiRMnphdDP7bJbeePP/5Il5XUefDBB9P9W902ilsWj6u4/cY+7rHHHpgyZUpx1YuNDx06NN3H2NaK7C677IIePXrgoosuAhnxM1Zs417AOrE9vl983zxcrqZMhnzPy9XKrebK8H3m+833fm1v+6vZJc0mAsUQ4BETVUzxeh5W98oGAf6OktlT5guKNyaO4m9U9LOWZuPs4Vl446Pl8C++4Ct8y/XvugbDuSc3xKW9GjIsiYAIiIAIiEC5J9DiH2ej3ol7ARwHKQAGuAyL+92LJc98AI6hURxLqTjm0kfqxVjKDaZgPgSViIAIiIAIiMB6REBdEQEREAEREAEREAEREAEREIGyRoDXJCxcuLBQt/v164eqVasWiisgAiIAiIEIpAnwBEgqY2bwyWWpiIwIiIAIlB4B7mkMyV/pLUUti8DqEfjyyy9x3XXXgf/Hfsghh+Dee+/FrFmzVtpY27Ztcemll4L/1/zKK6/g+OOPX+k8rHDiiSfSrFSjR49GzZo1V1qvJBXMLF3NLPHNDGaJ4nV0BW285i7zOrxmTariwv7V0WETn9dbNaN1mWd8OuucGXjnn7p+xlFoEgEREIF1TkALXHUCvz/xAb497R74oOiTD2acKBiqdN0I9UccjSp1aiCOhVWqVElfo84Yx85ozSzcy8XMYJYI/jIzT5PJLM9PIkpFQAREQAREQAREQAREQAREQAREYNUIqLYIiIAIiIAIiEDZJ1Cp7K+C1kAEREAEREAERKCUCah5ERABERABERABERABERABERABERCB8k9AaygCIiACIiACIiAC5YqAWd6Fc2aJb2bpC+14IZ6ZhQvw4gV5tBQv2qOl6NevUwk39lqCbptnA+F5T7luguMWuHDkHNwxdgH0qpgEmjRpkl5xPhR06dKl6fzacLittmvXDgMGDMCzzz6L9957D3feeScOPvhgVK9ePb0IPjTxk08+CXnG69WrF3wmv//+O80aiW2/8MILiA/A2HPPPdP9eeaZZ3DttdfipJNOQqdOndI3peBDNNZooamZyYBilg+x/PPPP+mWGbVq1Srd1zlz5qCk2wi3p8ib29nq3uxj8eLFJbphSbqTJXCWLVsGvhcrq8oHsf7222/pao0bN077q+osWbIEmW2t6vyrUz+zv7/++muJ1jlzObNnz843D28Kk1ke/XW1nNTySt388ssvmDx5cno5nTt3Rt26ddP5kjqNGjUqaVXVKycE/jj9Fswf87ofb/E4Kzne4sOV6C09fW9kn9sjfWMFHqPxWC2K4wR92iizvGM/s8SPqMwsurIiUGEJVPRPQVZWFh566CHsu+++6N+/P3is+9NPP4WHwcWNgsdjU6ZMwdVXX43u3bvjkksuWefHI7EvsnkEeBw6YsQI8FgrLyqvIIEZM2Zg+vTp6TBvnD5+/HhwbE0HS8HhZ2vmzJl44403cM4556Bnz574+OOPS2FJalIEVp0At88HH3wQTz755KrPXA7n4Hfsq666CtOmTSuHa7e2VsmPmMrud4e1BUHtlCKBguMy8wXF3wej+Hsr/cVLlmHg8CV4bVKO986/NedS/nWaOffPPbk+Lj6jgec0iYAIiIAIiEDFIdD8voGoe8Je4Xtv8guzj40+LnqKxf1GY8nT74fffTieUhxTqTj2ZvqMZZIrmM8sky8CIiACIiACfzEBLV4EREAEREAEREAEREAEREAEyhSBd955B3wIZsFOH3XUUTj66KMLhpUXARFICCgVgTwCPAmSyuWCf34mJCOWKpIRAREQgVIhwN1NsucplebVqAisEgFeU/D444/jhBNOQLdu3cK1Hh9++GGJ2jj88MPBa6K///57XHPNNdh8881LNF+sdNddd0W3WMtrwHfeeediy1enwMzSs5klvpnlu29CvKaONl5nl3kNXvSbNq6KiwZUR4dNeCzhn+zcRHBL9TlnOia8Nze9PDkiIAIiIALrhIAWsooEfnv8A3x7+j0czIL4f35RVXbYCPVvOxpVatcI16VXqVIlWI6PUZnjpZmFew+Z5Y2t8JeZeZpMZnl+ElEqAiIgAiIgAiIgAiIgAiIgAiIgAqtMQDOIgAiIgAiIgAiUAwKVysE6aBVEQAREQAREQARKlYAaFwEREAEREAEREAEREAEREAEREAERKP8EtIYiIAIiIAIiIAIiUP4ImOVdQGeW+GaW72J2MwsX4vEivXiBHn1ewEdL0a9fpzKGn5WFblssA+BtuOAvo7yNi26fgzueWuA5TRWNQLt27dKrzIcr/vHHH+l8aTjVqlXDDjvsgKFDh+Kxxx5DmzZtwmKWLVuGzz//PPjcbmOcgW+++Qa8oQX91REfgsEHovJBeZx/++23Bx8Q17p1a5jxU8BofnF5v/76a/7gauZq1aqFli1bhrn58I3vvvsu+CtKfv/9dxxxxBHo0aMHLr/88r/0Qa3NmjVD/fr1Q3f5cD0+HD1kVpDw4uIvv/wyXaNhw4aoXr16Or8qDrcNPuxzVeYpSd1vv/12pdX+/PNP/Pjjj6FejRo10Lx58+CvTrJ48WLEbXB15l+dedhf9pvzzpo1CyXZ9lg3ivuEOXPmhCy3AW4LIVMgWVfLSRZb+ul7772HmTNnhgVVrVoVu+++e/BLkgz1fdvkyZNBrcp8JWlbddZvAn+cdgsWPPhm0skwtBjCnwHZZ/4fcs7tkb65Ao/NONbRUvEYjjbKzGCWX0njCHHoJQIVmUBubrjlJ2/AV1Ex8EZtJ510Em677TbMnz8/jaFJkybo3r07evbsiUMOOQQdOnRIH4PxmPi1117DkUceiZdeegk8XkvPKGedESB33mzv448/XmfLLIsLIqfx48eD3wM4NnK85HrwOK0k30dYd22Jx4WDBg3CW2+9tbaaVDsisFoEJkyYEB4WMGLECCxZsmS12igvM/G79e233x7GNHLhby3lZd3W/nr4cZMfO639dtdFi1rG+k6A43VmH5kvKH4+o3g8Sn/R4mUYeFMW3vhouX+/ZQv+3Rcug6fABac2wEWnN4BeIiACIiACIlARCTS/byDqnbRPGBO5/mY+QLpjZlgy4D4sGftPcEyN4thKxTGYvlcPv/swRj+qYD7GZUVABERABETgryWgpYuACIiACIiACIiACIiACIhA2SIwbNiwQh3m/7b069evUFwBERCBSEBWBDIIJKc+QsD8jIi556dBPNUkAiIgAqVPgPsbM+55Sn9ZWoIIFEdg0qRJGDJkCHbaaScce+yxeOSRR8DrTourH+OdOnXCtddei//85z8YO3YsDjvssFi0WpbXeBc3Y69evdCnT5/iitcobpb3GTRLfDODWSJ+v8oUr79jntcT0Kei36RRVVw0YANssVklwHzyNkABwfQ7dzomvDsXeomACIiACKwrAlrOqhD47bH3Me3MUQiDVsb4ZTBU69YO9W85ClVqb5C+Lp1jYKY4PjJPa2bhnkNmPndK8JeZeXjFh7oAABAASURBVJpMZnl+ElEqAiIgAiIgAiIgAiIgAiIgAiIgAqtDQPOIgAiIgAiIgAiUBwKVysNKaB1EQAREQAREQARKkYCaFgEREAEREAEREAEREAEREAEREAERKP8EtIYiIAIiIAIiIAIiUE4JmOVdSGeW+GYGs0SZF+TFC/RoqSpVqoCWol+vdmXcdNZS7LjFMqeVPC6TaXKz/1xcdPufuP3JvIdHeiVNFYDA5ptvjkaNGoU15YMN+UDFkFlB8t///jc8UPTggw/GiSeeiKlTp4baS5cuxUMPPYTTTjstPHh0ZQ9IbNOmDbp06RLmZTJ79myaoK5du4IP3maG7U+ZMoXuCvXZZ59h3333RY8ePdC3b9/0A7z5YLj//e9/6Xl5c4yaNWum80U5X331FWbNmlVU0SrHatSoga222io93wcffIBFixal80U53333HX7++eewDv/+97/TD24tqm5px1q0aAG+V1zOvHnzwIfrJfsNRorW77//jsyHmm677bZhf1RU7R9//LGocDr2ww8/gA+5TQfWksP+zZ274ht4fPHFF+ntYOONN0b79u2LXfpPP/1UbBkLvv7663RbzK8LtW3bFq1atQqLWrZsGZ5++mnw8xACK0kWLFiA5557Ll2L2wC3hXQgw1lXywmLLOWE79O9996bXsr222+f7/ObLpAjAhkE/jj1Zsx/8E2AB1aMpyzN0jP2Qfbgg9M3WeAxWTw2o+WxXLT0KbPkOM8sz7JZysxoJBGo2AT8c2DgX8XE8M0334Rj3enTpwcA3IccccQReOmll/Dyyy+Hm7pdcskl4aZwvBnc66+/HvwGDZKHqPI49MorrwSP21d2TBcWoGStEuCxxpgxYxAfyLeixrfYYgvwO9XkyZNRnPidLLbB45aJEycWW5dt7L777rH6em3//PNPfPLJJ6GP7dq1Q7zBYEm/s4YZi0jIixxWpA8//BCPPvoo9txzz3DzIzbDY+h77rkH/J7DvCQCfwWBCRMmYGXfO/+Kfv0Vy5w/fz7eeOONlf628lf0bf1bJo+ZbP3rVkl6pDrrNYGCx5HMFxSPd6JycnJALVqSjYE3LcWbHy9P1o9fnP3LdK6LgfNPrY8LT0uOW5mXREAEREAERKAiEmh27wDUPXmfsOpxjMzlmOlaMuA+LHnyn2Fc5dhKxfE2jsXMc+aYpx/FWPRlRUAEREAERGC9IKBOiIAIiIAIiIAIiIAIiIAIiEAZIsD/J+H/ZxXscv/+/VFW/ienYN+VF4F1QkALEYFMAn6+I2Z53oLnQGhjTFYEREAESosAdz/c31CltQy1KwLFEeD/oN9///047LDDsOOOO+Kaa64Br18urn6MV69ePVy//eqrr4b6F198cfo631hnde2kSZOKnLVbt27g/80XWbiWgmZ5/9dqlvhmBrNEvLYuU7xmhorX5GX6jRtVxUUDNsAWm1UCjytS/4qY+N7ffudNx9sT57inSQREQAREoNQJaAElJvDbo+/j216jk/o8UE28MH5V6dYW9W45ElVqb5DvuvQqGfcO4jjJ8ZDWzML1b2bJOGpm4MsssQV95iUREAEREAEREAEREAEREAEREAERWG0CmlEEREAEREAERKBcEKhULtZCKyECIiACIiACIlBqBNSwCIiACIiACIiACIiACIiACIiACIhA+SegNRQBERABERABERCB8kzArPDFdWaW72J2MwsX5sUL9WgpXshHRb9u7cq4qc9S7NQxG3yZJ2aG8GfAJXfOwcgn5ntUU0Uh0KZNG3Tt2jW9unzwNR9KmQ4UcLKzs8PDQn/++Wf8+uuvmDt3LurVqxdqVatWDb/99humTJmC2bNnh4eQ8kGJobCIhA8fZf1Y1LFjx+iCPh94ycCyZctw66234pdffmG2SC1YsADsOx8UOXPmTCxZsgR169Ytsi77vaKbtXA5d999N7jcIhtYjeA+++yDhg0bhjn5IEs+uC9kiki4LnxYa1z+Xnvthfr16xdRc92Eateujf333z+9sGeffRZ88Gw6UMDhNnLffffh+++/DyXNmjXDTjvtFPyYbLbZZtHFl19+GbaXdCDDYVvPPfccFi5cmBFdOy6383HjxqG4bYHbwZgxY9IPZ917773zbVM1a9ZEy5Yt053hg0KL2975nj799NPpttIzlbLD7YbbT1zMu+++izvvvBPF9TPWY/no0aPx2WefhRAvAD/ooIPAbSEECiTrajlcbGnq3//+N4YMGZLeHmvVqoVTTz0VvFlOaS5XbZdtArNOuRkLHn4bfjgF+LGUhcTA17Je+2D5OX/Ld5OFeExGy89WtPQpM4NZfrEtysxoJBEQASeQC/65U8EmHp8MHToUs2bNCmveuHFjcMy+6KKL0LRp0xArmPCY5ZBDDgGPRXbeeedQzAfB3X777XjllVdCXsm6IcDvTjfddBPmzZu3bhZYhpcyefLk9PeJTp06oWfPnuE3D67S+PHjweNr+qUh/obC7yvDhg1D375908udPn06JkyYUBqLXO/bHOr7Hb4n1EknnbTe91cdFAERyCSQ6xnKTRmb1N31l0DB39KYLygeb0bl5OSAWpy1HAOHZ+GtyTnJyvErLgWDmeHCUxsEJYVKRUAEREAERKBiE2g2egDqnbwPfJR0EJ5aMPAAsgbdh6yn/hnGV46xVBx345jMPPwV8+6mJ8bSGTkiIAIiIAIi8BcT0OJFQAREQAREQAREQAREQAREoCwRuOGGGwp1t1WrVujXr1+huAIiIAJ5BOSJQD4CPOeRCpgZfHJZKiIjAiIgAqVHgHsaQ/JXektRyyKQn8Dbb7+Nc889FzvuuCNOP/108DrZ/DWKzu2www7g9dS8hvvBBx9E9+7di664hlH+33xmE7yGctSoUZmhUvPNLN22WeKbGcwS8Ro7KvO6O/rsMxV92kYbVsFFAzZApw6VAAMobwZ80Q44fzremjiHWUkEREAERKAUCajpkhH49ZH3MK33vT5cJYMWx6owpzvVdmyHBrcehSq1Nih0XTrHPCpzfDSzcN2bmcEsEfxlZp4mk1men0SUioAIiIAIiIAIiIAIiIAIiIAIiMDqE9CcIiACIiACIiAC5YOAn1ktHyuitRABERABERABESgVAmpUBERABERABERABERABERABERABESg/BPQGoqACIiACIiACIhAuSdglndhnVnim1n6QjxeqGdm4QK9zAv36FOZF7TXqVUZN/ZZhp07ZYOPf+JN/hMBDFx6558Y8bgeSOg0KsTE7ePEE09Ew4YNw/rOnj0b5513HiZNmgRuFyGYShYuXAg+sDLeaILb3dFHH40WLVqkaiDcTIIPzWbg3XffDTea4HzMZyorKwv33HMPPvnkkxBu1qwZtt9+++AzqV27Nk455ZT0g7dnzJiBQYMGgQ/oZnmmfvvtN/CBhOwz47zRBOdlG8zzoacbb7wx3aBx48bh9ddfL7R+fBgG2zjrrLPA5YXKqSQ7OzvlrZ5p37499t9//zAzl/P3v/8d7Af9EEwlZMUHTbIfDJHLAQccQPcv1X777Yctt9wy9IHbyIABA8AHbxbV/2uuuSZ9MxJuI0cddRR4c8Mwcyrp3Lkz4nbCB2nyhiSLFi1KlSaGD0hlWy+++GISKGG6ePFi/Pnnnyutzb5zG+RNULg9Zs7A7WyQb29xO+ADQA8++ODMKsHnzVS4jsx8+OGHeOCBB1BwW5k5cyYuvPDC9LbOuiUReZBBSequqM6hhx6KuP1znR955BHwc/vCCy+EB93HzznL+Fl65plnQjnrMca2+dnkNkC/OK2j5RS3+NWKc93nzJmD999/HxdffDFOOOEE/Pjjj6Etvq+8sc7WW28d8iVJ+J716dMHXbt2DeJ+qSTzqU7ZJTDr5Juw4OG3wnjC7ckdP5TK9eOpXCzr9X9YPujgQjdZiMdk3MY4BtNGmeUd25klfqRjZtGVFQERcAIG/rlTgSY+zI3HGvH4hMfvw4cPR5cuXUpEoW7durj22mvRrVu3UJ/j/MiRIwsd94ZCJWudAMeJ++67D19++WX43r7HHnus9WWUlwa5rb/11lvgNsp14rEot/N27doxG74Tfvfdd8EvzYTjc48ePRCXy2V98MEHWLp0KV1JBERABMoIAQPK5ncJ6LV+EuAxTWbPmC8ojuFRHNepRUty0P/GJXhzcg6/Ovv3Zm8l+focnItOrY8LXJ7RJAIiIAIiIAIikCLQdPQA1D1lH8/l+viZGjjd+I/QWDLwXmQ98R44zkbF8TeOzcz7zGFiLDippGA+FZYRAREQAREQgXVNQMsTAREQAREQAREQAREQAREQgTJDgP/fP2XKlEL97devH/h/5oUKFBABEYgEZEUgPwGe60hF/AwIT3v4eZBUQEYEREAESpkAd0Hc95TyYtR8BSfwn//8B7fffjv23Xdf7L333rj55pvx/fffr5QKrw/p3bs3eE02ry0+++yzseGGG650vjWpwOvKM+cfPXp0ia9PyZxvdX0zS89qlvhmBrNE/H9+MwvXX8Rr8GipeH1etBs2rIILBlRHpw6Vwv8n5vID70ca/P8IugPPn4633pkDvURABERABEqNgBouAYFfH34P086630coH67CYOVHpxyoXFV3bIv6tx6FKjWrF7ounWMfxbExWjMLY6RZMm6aGfgyS2xBn3lJBERABERABERABERABERABERABNaQgGYXAREQAREQAREoJwT8rGo5WROthgiIgAiIgAiIQCkQUJMiIAIiIAIiIAIiIAIiIAIiIAIiIALln4DWUAREQAREQAREQAQqBgGzwhfbmVmJLmbnhXxRvKC9Ts1KuLHPMuzSOTvM7wknwOAvw5C75uK2x+e5r6kiEOjQoQMuuugi1KxZM6zurFmzwJvRHXTQQbjkkkvCg0L79u2L7t2746mnnko/iPHQQw/F0UcfHeaJyZZbbolDDjkkZPlgCdbnfKeddlpohw8dZdu8gcUjjzwS2uK2efzxx6N169Zhvpjstttu4HJZztj06dPBeocddhj4YG22dcopp4APZZwwYQKrhAtVeaMLzhsCqaRnz55o3LhxyGVlZYX1Yj+HDh0a+nX++eeHm2qwbz///HOo27lz51CfyU8//USz2jIz9OrVK/3AVfbh6quvxv777x/6wnXhupLVyy+/HJZTvXp1nHPOOYW4hMJ1nNSrVy9sIy1btgxLnjdvHi677LJ8/ed7zP6/+OKL4X3lRcTkftxxx8Es7FzCvEw6duyIffbhQ0uYA7jOZMH3gSz4vsa26tevD+aTmkWntWrVQuzbsmXLcOmll6a5Tps2rciZqlatCr4PfPDt3/72t1Cf78lRRx0VtjNub5yRN09he7TMZ2rnnXfGNttsE0Lc3keNGoUDDzwwX1v8nPCmK+3btwd5hMrFJE2bNgXXl8WzZ8/GgAEDwrZ+0003YebMmQyvspo0aYIrrrgibNNxZm7PV155ZfhM84GqfGD9DjuFlrUKAAAQAElEQVTsAH7myZ/lsS4/B5y/du3aMVSkXTfLKXLRKwyOGDECXL+ixHX/v//7PwwcOBCvv/56eFAOG+O2e8YZZ6CobZflkgiQwKyTbsKCRycAvnvjLs6iAyC7T3fkDj443GSBx10Ux7JouY0xTxtl5i0UkDcVJjMLVokIiEAkkIvkL+Yrhv3666/xyiuvhJXlvmPQoEHo1KlTyJc04Xh+7rnnpo8LeNw/duxY8KZmJW1D9VaPAG/E9/TTT4eZefzB466QUVKIwA8//IBPP/00xBs1aoTNN98cDRo0wHbbbQe+Fi9ejNdee22dbLf8DrDFFltwsUF//vknlixZEnwlIiACIlA2CPhRU7gxXNnobV4v5a2PBAoeMzJfUPx9LConJyf81rJwcQ76D8/C258s99Xy77c+8Su0Z8Cvuxef3gDnn1KfWUkEREAEREAERKAAgaajBqDeqfv6mOkDKAdOlrsLGLIG3Y+sx98N420cd+M4HMdo5qNPi4xXwXxGkVwREAEREAERWEcEtBgREAEREAEREAEREAEREAERKBsEeG3BjTfeWKiz/D9kXntQqEABERCBDAJyRaAAgXCeI4mZn+8wd+MpEHc1iYAIiECpEuD+xox7nlJdjBqvoAR4fWyfPn3A7wm8JvSNN94oEYm99toLo0ePBq/nvPvuu7HrrruWaL61Uen+++9PN8PrmE888cR0fl05ZnmfSbPENzOYJeK1M5SZhWvH6fOaPCpepxfthg2r4rz+1dBp80o+P/zlbYBy16eBF0zHmxPmuKdJBERABERg7RNQiysj8OtD72Jan2TsNa/sQ5unAG3VXdqhwa1HoUqNauG69Mxxjj4Vx0BaMwvjopn5/IngLzPzNJnM8vwkolQEREAEREAEREAEREAEREAEREAE1pSA5hcBERABERABESgvBCqVlxXReoiACIiACIiACJQCATUpAiIgAiIgAiIgAiIgAiIgAiIgAiJQ/gloDUVABERABERABESgAhEwy7vQzizxzSx9YV7mBXuZF/LR50XsVPRr16iEYWctxS6ds50gHwYVTEg8h8vvmoPbHpvneU0VgcDee++NW2+9FW3btk2v7u+//x4erPjMM8/go48+QlZWVijjNnTSSSeBDw/lNhWCqcTMwsO0Tz75ZLAew5xvypQpYDvUpEmTsGjRIhahZs2auPzyy3HMMceEfGZiZuEB3FdffXV44CPL+KCK//73v3jxxRdDe1999VV4sAXL2Bb7dMIJJ4TPBGNR7du3x5AhQ9LtMD5z5sx0O2+//Tbmzp0bLnYlizFjxqBHjx6sFvTNN9+klxMCq5Hwgau8+R/XNbKZPXt2kYwbN24c3g/2ZTUWVSqzdOjQAXfddRe22WabdPuZ/ed7zPeahfG9uOCCC8KFxoxlitvNoEGDsM8++6TD3Cb4PnAbie9ry5Ytwe2yS5cu6XpFOTVq1MDhhx+O6tWrh+L58+enuX7yySchVjDhA955UxLuN+N6jBs3DjNmzAC3M9bfeOONcc8996C4h+vyPb3iiivQuXNnVg8qqi2Wcz1atWoV6hSX8MGmhx56aNgOWYefQW7rTzzxBH744QeGVksdO3YEt2luT1zfkjTCbZTb6p133okmTZqUZBaU+nJK1Is1q8R94B133IEzzzyzyG13zVrX3OWFwO8nDcf8xyYkq5ML+OTyNDcX2X26Y/nAA8MYyH0dP0tU9PkZZJ42yizvWM4s8ZPGlYqACBRNwD8noIouLY9RPpBt/PjxWLhwYVg9HlvsvvvuwV/VpF27dvmOc9977z388ssv+ZqZOnUqeNzQtWtX8Njkjz/+yFdeMLOq9dkejzGOOOIIdOvWDVwOLfOM//bbbwUXkS8/ceLEMA/ne/DBB5GdnY0nn3wyrBdjZMMb0PF7xymnnJKvbr6Gismw/R122CHMx5vw8Ti1mKolCvOYjscXPFZu06YN+vfvr+OMFZB78803wWNqVtl6661BZmaG7t27g8f9jBe13TJeGuJ3ydjunDlzsHTp0phd65bbHrdhqiTbXknr8zPFzxY/Y/yssX1u4/zOe91114GfYe5niluhoUOHhs8D5+NnLrMePx/sK8vi/oJt8XvVVVddFd43llEHHngguLz//Oc/mU2s0GddzsN52QZF/9ZbbwX3JZyZfWKcos/YmojfB7mNDRw4ENyfsN1ddtkFvXr1AuMsX5X2uY/68MMPcemll+Lggw9O7/fYLtvn99JHHnkk/CZRsF2uI7myLr8bxvIRI0ak3xO+PzGeafne8OahXA8y43vOdih+Fz/ttNPAm42yXuZ8Rflrug1ltkl+5Mh+sR/sD0WfMW7XZJY5T/RZxrr7779/uNEp4/PmzQMZMk6xDuNSJMBjJouZsmPV0/WOAPftsVP0ixI/31E5OTnht9SFi3LQb3gW3v5kefK92VNOsa1LTq+P80+uH7OyIiACIiACIiACRRBock9/1D1t37wS/yk6/iqdNfh+LH383TDuchzmGExLxfGaPmeOefpRjEVfVgREQAREQATWOQEtUAREQAREQAREQAREQAREQATKCIFhw4al/0chs8v9+vVDnTp1MkPyRUAEChJQXgQKEgjnOZIgz1Pkep42iSgVAREQgdIj4LsbcH9Dld5S1HJFI8D/web1wjvttBMOOugg3H333Zg1a9ZKMfAaU17v8Omnn+Ktt94Cr3ON/ye/0pnXcoWtttoqXON70003reWWS96cWd7/uZolvpnBLFG8/i7zejz6VLxeL9pGDavh/P4boFOH5JEV4bOf0ZVBF07HG2//mRGRKwIiIAIisFYIqJEVEvjlwXfxbd9/pOtkjk9Vd26PhrcchSobVAvXG2aOb/QpjoXRmlm4D4VZMk6aGfgyS2xBn3lJBERABERABERABERABERABERABNYKATUiAiIgAiIgAiJQbggkZ1PLzepoRURABERABERABNYmAbUlAiIgAiIgAiIgAiIgAiIgAiIgAiJQ/gloDUVABERABERABESgohEwK3zxnZkVupg9XsjHi/kyFS9kp61dozKGnbUUu3bO9vmdpLlgMDM6uOLuObj10XnBV1L+CWy77bZ4/PHHcfPNN2PnnXdGw4YN0ytdvXp1dOjQITwU+/nnnwcfysZYukKGw21rwIABYD0+UI4PTKxZs2a6Bv0uXbpgyJAheOWVV8LNLcySbS5dKeWYJQ96HDduHPjwQM5Xr169VCkQ2zrvvPPwwgsv4Oijjw4XraYrZDhcp7Fjx4Z1aNu2bXg4M4v5+WD+5JNPxtNPPw3epK9p06bYYostULduXVbBV199hZkzZwZ/TRL2l33lA0oPP/xwtGjRIt1f8iTjK664IvRj++23X5NFlcq87O+oUaMwZswY7LfffmjSpEm6/1w3vj/xfV3Re8HOkS0f5HjfffeFhypyfsb5fmy22Wa44IIL8Nhjj6Fjx44Mr1R77bUX+BBI1mcbcQY+eDL6mbZq1aphO77//vvzLZ/94LbCtrh8PiQ3c76CPpnce++94XPDzxDfR9ahJY8bbrgBLGc9xlckM8MJJ5yAq6++Gq1bt06z5cNZfvjhhxXNutIybtPctvk5GTx4MNi3zM8SG+BnnnFuo6+99hpoyYNlJVVpLqekfViVemTAz/rxxx8ftmt+NvnZMyt6n7Qqbatu+STw+4nDseCxiXkr59uKwf/cLuvbHbkDDwzjC8dC7ouoTJ95HqNFmSXzmuXZ2LhZEot5WREQgfwEeKOT/JHym+NN4D744IP0Cu65556oXbt2Or8qjpmB8/NYjPPxGPeLL76gW+rKzs4Gj/14czseg/H4hg+m44JpmWe8R48eGDFiBLKysli0Qi1btiwcv/M4h+vCyosWLcLEiRPB9eJxHWPUhAkTsGDBArrFiv3gcRCPv1iJx5irejzE+aK4zjwWnD59Onj8edZZZ4XvALFcNj8Bvj8ffvhhCHKs3HvvvcO4ysAmm2yCTTfdlG74bvbee+8FvzQT3uTzu+++Sy+C33/WZHtIN7SOHG5//MzxM8XPFj9j3Ma5eG7j/MzwO/CJJ56I888/H//73/9YtEbiZ/L222/HscceG34TmD17NuLr999/D991jzrqKIwcORLsXywraPn5536AddlHzhvr0H/44YfRs2dPvPTSS+D7FMvW1P744484/fTTMWjQILz//vvg/oRtsj+8ySbj/L3jjz/+YHil4jzHHHMM+vfvj1dffRW//vpreDBnnJHt8+aft9xyC/72t7+tlfUhD+7HDjnkEFx00UVhPciM73lc7ty5czFlyhRcfvnl4G8TH3/8cSzKZ/kerc1t6Pvvvw/bBjmSL/sRF0ifMd7Q9Bhn9s0338Qi2TUiwCMmao0aWecza4HrFwHuV2KPok+bKe5jojjWUAsW5aDfTVl459Pl8K/NPhnAlAbAkF4NcN5J9d3TJAIiIAIiIAIisDICTe7uj3qnd4f/rAOEsdSTkAGyBt+PpY+9G75jcTzmOExLxfGaPvwV8+6mJ8bSGTkiIAIiIAIisA4JaFEiIAIiIAIiIAIiIAIiIAIiUBYIfPTRR+H/mAr2lef4ee1BwbjyIiAC+QkoJwKFCPgpjhgzM/jkshiSFQEREIFSI8A9jSH5K7WFqOEKQWDJkiXgNcr8/+vtttsuXAMb//99ZQB4HcUjjzyC//73v7jpppuwzTbbrGyWUi///PPPMXr06FJfzsoWYGbpKmaJb2YwS8RrC8wsXFsQr82jpeJ1e9Fu2LAqzh+wATpvUcnnB7wFIJXCX4Mvmo433v7TPU0iIAIiIAJri4DaKZ7AzDETMa3/GK9ggI9l8Jd7MP+rvtsmaHjrkahcvSriOBYtxziKY2C09Ckznzslbw5mRhNklueHgBIREAEREAEREAEREAEREAEREAERWEsE1IwIiIAIiIAIiED5IVCp/KyK1kQEREAEREAERGAtE1BzIiACIiACIiACIiACIiACIiACIiAC5Z+A1lAEREAEREAEREAEKiQBs7wL78wS38zCxXlmeZYX8EXxwr6oeOEfba0alTGszzLs0jkbCM+Dyg0PT6NLXXH3n7jlkbkVknNZXendd98dkydPDrrrrruwKg8o5DbB+fmgPT4wLrbzz3/+E4888gh69+6Npk2blggN6/Xt2xd8oDYfwBnbos+HD/JhdLVq1SpRW1yHAw88EJzvzTffDOvG9mJbfDgcH+S9ssZYh+vAm2xMmjQptEPLPB/i17p163QTfCj4W2+9Feq8+OKLyCxjf8iWfaDILD1jCZyNNtoIF198cXggIm8MyDYiY94QkO0X1Uxmn5577jk0atSoqGrpGMtZj+3TMp8uXE3HzNC5c2f8/e9/x8svv4zY//herMr7yv3TVltthZtvvjk8pJX95Pvx6KOPgg96jBzIl2XUSSedVGTPzQx8cPuDDz4ItsG61GWXXVZkfQbNknXJXD7Xg9v/rrvuCvaPm8lhDQAAEABJREFU9Vam+LkZNWoU+D5yubTcXvfZZ59w0TXbYN9ZRnGdGCsoLnO//fbDs88+m2bL+scdd1zBqquV5+eSD7tn3zI/S1wGP/OMl/TztKIOlMJyQGbsJ8XPJj8PBfvAbSbzs8m6KxIZPPTQQxg8eHDYrsm/YJslzRdc9tChQ0s6q+qVEQK/nXAj5j/+jvfWj5Byc/2wKWXdX9anOzDgwHAjIe4TCh5zcdsqKLO8YzazxPfGw2RmwSoRAREonkBF+pTMnDkTf/zxR4BRo0YNdOnSJfirm7Rs2RJt2rRJz/7JJ5+k/dJysrKycP3114PjNB9Ex+Vw7Nxrr73Qs2dP0PJYnXGW85iOx5uLFi1iqFg98cQT4HEu97s8RmVbtFzHAw44ADwWa9iwYZh/+vTpmDFjRvCLS3777TdMmTIlFPN4Zpdddgn+6iY8tnzppZfC7DzO33vvvYOvpGgCZD916tRQ2K5dO3Tt2jX4TGrXro3999+fbtD48eOxYMGC4JdW8ueff2LatGnp5lu1agV+BtOB9dzh5+Oee+4BP1PsapMmTdC9e/fwmaNlnnFqwoQJGDp0KFb2mWPd4rR06VJcd911eOCBB8Iy+dnjcuLnkp9Tzsv+8Bh83LhxzBZSdnZ2uKkl9wOsywqZ+wt+xtkW+3rVVVeB68k6a6pffvkF5513Hr788svQFI/d2rdvD37HPfjgg9GiRYsQ5/dNslq8eHHIF5fwOwt/Z/jhhx9CFfZ5s802C+2RSeZ+jxW4PsOGDQNvpMk8Vb16dfzf//1feM8y99udOnUKMbaTefNPPriTbPk9mNtvbIPjButS3bp1y/c70axZs3DllVeGm4myfqbIdm1tQ/x88/cY7ou5jEy+ZEw2ZMQyMhs0aFD4Tsx8FPfLXAf+PhR/T6patSq4b2WcYp1YX5YEDP6DMcrYS91djwhwv1KwO4xlavny5YjifpuavzAHfW/MwoRPl/t3Z28hfH32xHP+FRpDzqyPc06o5wWaREAEREAEREAESkqg8V39UOc0/x2aQ2oYU90JUy6yBt+HpY9ODN/FOC5zPKal4rhNn8uKefpRjEVfVgREQAREQATWEQEtRgREQAREQAREQAREQAREQATKBAGexy+qo/369SsqrJgIiEB+AsqJQGECfm4jBnN5vsMz/D8CN5pEQAREoNQJcBfEfU+pL0gLKJcEeM0F/9+W168eeeSRePjhh7Gy/yUmiA4dOoD/1/vtt9+C1yivrWtE2fbaEv9vf221tSbtmFl6drPENzOYJeL/HptZuOaX/3PMPC0Vr+WLtmGDqjh/wAbotLnFI45w34RwEwXfGQy+cDpef+tP6CUCIiACIrBWCKiRYgjM/Mc7mDbggTD8MEn+Ty83jE1Vd22P+jcdjsrVqob7UGSOZ/SpONbRUmbJmGiWWC7WzGiCzPL8EFAiAiIgAiIgAiIgAiIgAiIgAiIgAmuPgFoSAREQAREQAREoRwQqlaN10aqIgAiIgAiIgAisVQJqTAREQAREQAREQAREQAREQAREQAREoPwT0BqKgAiIgAiIgAiIQMUlYJZ3AZ5Z4ptZiS5m5wV/8UJ22pobVMawPsuw21bZDtTbAAVPXd7mlaPm4uaH50IvERABERABEfhrCGipIvDXEvjt+Bux4Il3w7FR6IkfH4WjJQOy++8HDDgAmcdXmT5vrMA8bZSZwSy/QruemJmnmkRABIolkJvc5CS32Arlr2DGjBnpm8PVrVsXjRs3XqOVrFOnDtq0aZNu4+eff8aiRYvS+bXt8OY0jz32GJ577rnQdM2aNXHeeefhrbfewo033ohLLrkk2Ndffx3XXHMNuI6s+PLLL+PJJ59M3WiNkcKaPXs26tevj5EjR2LMmDGhLdrHH38crVq1Ctp8883DjAsXLsSHH34Y/OKSL774AjNnzgzF22yzDZo1axb81UnYzu23346srCy0b98ep556arghz+q0VRHm4Xby3nvvYdmyZWF1eXPEhg0bBj8mjDVq1Chkp06diilTpgS/NJLs7GzcfffdmD59emieY/iOO+4Yxu8QWM8Tbn9PPPFEeCBz9erVMWTIkHDTyGuvvTZ8Tmh5E0nGWc7VmTRpEvge0F8d/f7773j//ffDZ5if5fHjx4PL4Wc8fi7jvocPnnzhhRcwb968Qot67bXX0vsLcj/zzDPB/UPcX7CtZ599Fp07dw4Pt+RyCzWyigF+TocPHw7ubzkr97Pcr5AhGQ0dOjT0ievFfdTcuXPT2yrrFxT3Tffee2/4/LNshx12wCuvvIJHH300vBdkwvV54403wv4rbuvcT5ELPw+cj/vr/v37h/esS5cuDAXts88+IcZ2DjnkkBBj8v3334P7W/JlnmVkd//996fr33HHHZgwYULoR3zvf/31V7z99tucJa21uQ2xraHOkFy4AO5fx44dG/bx5EuRzfPPP48999yTVcC6119/fXqfzCBvgsp1HjhwIBo0aMAQatSoEfavjFOsEwqUpAjkrnAcTVVaz4y6s74QiPui2B/mC4r7m6icnJywX563IAd9hy/FxM9z4QMn0t9ww3ddwxW9G+CcE+pBLxEQAREQAREQgVUn0OTu/qh7pv8e7SOsuZLJQLv03PuR9fCEMB7HcTmO03EMZx7+inl30xNj6YwcERABERABESh1AlqACIiACIiACIiACIiACIiACKz/BPi/CU8//XShjvbq1Qv77cff6QoVKSACIpCPgDIiUAQBP60Ro+YnOMwz4d8J3GoSAREQgdImwP2NGfc8pb0ktV9eCPB/WR988EEcdthh6Nq1K/i/sF999dVKV4/XkB111FHhf4+//fZbXH311dD/t64UW6hglvcZNUt8M4NZIv5vuZmBlpyjpc97JWTaBvWr4oKBNbBlx0oIL58PsGRyc+5F0/Ham39CLxEQAREQgTUloPmLIjDz/ncw7ewHEYcf1vHh5//ZOw9Aner/j78/ClmXREbqr6mBUhLKXmlQKlFJaSChgUrLqOzSLm3aZf6ERAOVRCGjZCUzske443/e3+ee5z73uft67nXH+3nO57vO93zH65zzPd9zvsvTDIXrn4HSz92AYwsVdGMNQ59fNFP8Zxx1ipl5YSWIF5CzU6eYGTWJCIiACIiACIiACIiACIiACIiACIjA0SegFIiACIiACIhAjidQIMenUAkUAREQAREQAREQgRxPQAkUAREQAREQAREQAREQAREQAREQARHI+wSUQxEQAREQAREQgbxIwCxhIJ5ZwGxmbrCemblB7BzQRwkd6EczJXRAe9HjjsGQLodRr/phxHl/eL84JwF1wKidGDFml+eiTQREQAREQAREIOcSUMoiTWBz+yHY++lsFyxrRc4Qr0Tf2wLodjlC61Wh5tA6GM0Us4S6mlnAHB+cNBEQgfQQ4H0D795Jj9884mfnzp3BnBQsWBCFCxcO2jNjMDNUrlw5eOimTZuwf//+oD3ShtWrV+PDDz90wTLtnPiuXbt2boIa5xivsIy8/PLL8dhjjwXz+Mknn2DNmjXxPpLXOKHexRdfnGhnkSJFYGYunJYtWwb3/fDDD9i9e3fQHmo4dOgQpk+f7pzI+YorrnDlu3PIoBIdHY2XXnoJ69atc2no0qULKlSokMFQ8pd3Xodz5sxxmS5WrBiaN2/uzKHKKaec4iZPpNvhw4cxZcoUt7Ah7ZEQLnbIiRpnzJiBTp06Ydy4ccFgL7nkElx22WVBe043rF27Fps3b3bJrFevHq666ir3jcg5xCu851q1aoXWrVs7Fy4EOXfuXJCDc8iEwnuc9zDvZYYfGsSpp56Kvn37gvcn3f/66y+sX7+exqCQ/3vvvQemhY733HMPOHE+w6Xdl4oVK7p77KKLLvKdjkhfsGABWD4wkKioKAwbNgw852ZGJyfMD/PF/IWnx3kIUebPn4+VK1c6l/Lly+ORRx5B6dKlnT1UMTPUqVMHd955Z9CZTA4cOBC0Z8TAa3fr1q3ukGrVqqFHjx4oWrSos4cqzEvouec+pjf03K+N0DXEMN9//31XHjIecn3uuefA+5n2UClXrpybHJV+6M4y9OOPPz6ia5Lh5G8x8J+/GeTl3Gdd3njvhoZOe7iwrKbExMS45zH1XXui0XX4QcxaFOu1MHhv0HFxnu6HFId+nUvh/pujfAfpIiACIiACIiACmSBQ9pVuiLrL+y4d/5T1nrig0Xvs4uCDb+PgmG+Cz2Y+n/m8pvjPcpoZrW+n2Re6+WbpIiACIiACIiACOYWA0iECIiACIiACIiACIiACInC0CAwdOjRJ1CeccAK6deuWxF0OIiACInBkBPLR0a5hI5BftkuwfYN6wEWqCIiACGQdARY/LG8oWReLQs4rBNinvXfv3q7feseOHTFhwoR0Ze3CCy/EoEGDwD64HAfh99FO18HyFCRgZknMZgazgLAftJm5vvEcw0c7dUronAm0lypZEH16FEW1cwsg+PMKBFcH8Rx6PbISX87Y7pm0iYAIiIAIiEDkCGx861v80XN0sF8f+/cFQgcK1T8Dxz97PY4teCzCn1t8dlH8Zxt1ilngGWgW0BmWmVFzYpZgdg5SREAEREAEREAEREAEREAEREAEREAEjiIBRS0CIiACIiACOZ9ASOtpzk+sUigCIiACIiACIiACOZKAEiUCIiACIiACIiACIiACIiACIiACIpD3CSiHIiACIiACIiACeZaAWcKAPLOA2cyCg9nNzA1k5+A+DvgLl9CBgUUKH4OhXaPR4Pxo8GeeYrCA6mlPvbkTz76/y7NrEwEREAEREAERyJEElKiIEeDEXpvbDcG+sT+4ML0qlVcr8ipEnkqH6O6XA/dcDtat/PpUuJl21sF8MTOYJRaGRTELuNMsEQERSJ1AHPhP3U9e2rtu3bpgdipUqICiRYsG7Zk1sNzK7LEZPW7mzJnYvj0wKVqDBg1Qv379VIOgn3r16jk/W7duBSfQc5ZklCJFiqBOnTqubE1mt3M6//zzUbFiRWf+448/8PvvvztzuPL3339j6dKlzvmUU07B2Wef7cyZUSZOnIgZM2a4Q6+++mowT84iJUUCixYtwsaNG93+c889F2eccYYzhyp8rjZv3tx946D7/PnzEXp/0C01mTx5spuIsWbNmsnqF198MRj+ww8/jGXLlgWDKlu2LLp27RqRey8YaBYboqOj4S/quH//ftCeXJRmhoYNG6JMmTI47bTTUKlSJRw+fDg5r+lyu+iii3DppZem6JfnlXHQw549e7Bt2zYag7JkyRKsWbPG2U8//XS0atUqxfu7ePHi4KSaBQsWdP4zq7DOx/vVz/fll1+O8847L8XgWIaldU//999/qFKlCkqXLu34nnzyySmGxx1nnXUWWJ7R/M8//4DnjOaMCNNfqFAhdx5LliwJlj3UUwrDzFCtWrXgbpa3Bw4cCNp5zUTiGtq0aVOwHC9WrBjuvPNO8NwFIwozcN9dd17gGvwAABAASURBVN0V5DF79mwwbWHeZE03gTjPJ8XTtOU9AlmUI5aLftA0JycsHygxMTHueUN9555o3DPiMOYsBry3W5h5KgXez4ABXY7HfTdFeRZtIiACIiACIiACR0qg7CvdENW5pQvGe8zCe/B6mzk53PtdHBrzDfh89oXPbUrocx3ez7d7xuBGt6BFBhEQAREQAREQgaNPQCkQAREQAREQAREQAREQARE4KgReeuklzJ07N0nc9957L6pXr57EXQ4iIAIicEQE8tPBlpBZM/PaNuCJQT8REAERyGoCLGkMgX9Wx6XwcyeBDRs24LXXXkOzZs3AsQzDhw8P9mlOLUdRUVG4/fbbMX36dCxYsADsh+73lU7tOO1LnYCZBT2YBcxmBrOAcJyemblxBRxjQDt1CsfKhOolo45Fnx5Fcf55x8D9DF44vhj69F2FL78KjHeBfiIgAiIgAiJwhATWv/EN/rj/ffBhY2bUPDO8n6FwwzNxwnPXg88qSujzimaK/0yjTjFjGAniBeSFadScmCWYnYMUERABERABERABERABERABERABERCBo0tAsYuACIiACIhALiBQIBekUUkUAREQAREQAREQgRxNQIkTAREQAREQAREQAREQAREQAREQARHI+wSUQxEQAREQAREQgbxNwCxhYJ5ZwGxmbvCeWUDnAD9fOPgvVEIHCB5X+BgM6RqN+udHg8tDBSb5j0OcZ6EMHLUDI8bsyttAlTsREAEREAERyKUElOzIEIiLjcXmdkOwd+z3Xh3Iqwd5tSLWiWiCZ47ucTnQtTlYnwqtR/lmuvv1Ll83C9TJzBJ0P7Vm5huli4AIpIOAgf90eJSXo05g//79+PXXX4Pp4GR4LCuDDskYWIbWqlUruIfHHzp0KGgPNRx//PGoWLFiqFMSc4UKFVCzZk3nfvjwYXz77beubHcOIQon3Nu+PTBxW5MmTVC6dOmQvek3/vHHH3j99dfdYrinn346OnXq5J4X6Q8h//k8ePAgpk6dGsx4o0aNULRo0aA91FC1alWceuqpzmnbtm34+eefnTmrlGrVqrnzee6552ZVFFkSbqlSpVCsWDEX9ty5czFy5Ej417dzDFF4v02bNg2ffvqpu14LFSoUsjdjxrPPPhuFCxdO8SCGzbSl5GHWrFnu3uH+iy++OM37kNdDlSpV6D3TsmvXLixfvtwdz3pb7dq1YWbOnpzCMqxp06bJ7Qq6tWrVCmPGjHGTefbq1SvonpKBzAoWLJjS7nS58/jbbrvNnceZM2eiTZs2aR7nXyPJeeR58vcfyTW0cuVKbN682UXBe5florOkolSuXBn+5Kc8du3atan41q7UCXjXcirXc+rHam9OJ5AV6eN7rx+ub6YeKrHe+3KoxMTEYMfuaNwz4jBmL45z9axQ/16zAgZ0LoWe7aP8oKWLgAiIgAiIgAhEgECZl+5BVOcrvK/V3tPWa8QPff4e6v0uDo3+GnxO++I/v+mPZupMBnUKzb6E23136SIgAiIgAiIgAtlPQDGKgAiIgAiIgAiIgAiIgAhkP4EdO3ZgyJAhSSJmH4Vu3bolcZeDCIiACBwpgXx1vNes4ec3LtDKAa+Zw3eSLgIiIAJZSoBFEMueLI1Egec6AtOnT0fXrl1Ro0YNp8+YMSNdeeC4iOeffx5r1qzB22+/jWbNmqXrOHlKPwEzC3o2C5jNzPXzNjOw37dZQOcYFNqpU9jfO1SPijoWvXsUQfXzCnBYoKt/sG+EEwB9Hl2FadMDY0k8qzYREAEREAERyBSB9aO+xooHPvDedr3Hjfey654zgUooCjc8A6VHXOfGGIY/p/jMovjPMuoUs4Tnnpm5NJkFdFrMEsy0S0RABERABERABERABERABERABERABI4+AaVABERABERABHIDAa/VNDckU2kUAREQAREQAREQgRxLQAkTAREQAREQAREQAREQAREQAREQARHI+wSUQxEQAREQAREQgXxAwCxhgJ5ZwGxmwcHsZgEzB/tROAgwVEIHChYudAyG3hODhhdEu+MBC2yeRuPTb+7A8NG7oJ8IiIAIiIAIiECOIqDERIBAXEwsNrcbin3jfwTrPV4VytMClSCq0T1bwro0T3OiBda3fDEzmCUWxP/MLN4kTQREIH0EOO0eJX2+84KvU045JZiNTZs2Yf/+/UF7Zg3R0dGZPTRDx+3duxcbNmwIHjNlyhQ888wzaco333wTPGbz5s0p5rl8+fIoXrx40G9yBjND06ZNUbBgQbd7wYIF4ETdzhKvkKkfZ7FixVC7du34PRnTmN8XXngB27dvR+HChfHAAw/gxBNPzFgg+dD36tWrsWTJEpfzcuXK4dJLL3Xm5JTSpUujSZMmwV3Tpk0DuQcdjtBQsmRJnHPOOejUqRPGjRvnJmQMvQePMPhsO7xKlSqoWbOmi48LO3722Wdo3rw5WrVqhREjRmDx4sU4dOiQ2x9J5dRTT810cLwPQ8uLCy+8MM2woqKiULly5TT9pebhn3/+wdatW50XhsdyxVlSUSpVqoRSpUql4iP1XSyDWbZxktD+/fujZ8+e2L17d+oHRWAvz/m6deswefJkPPzww3jsscdSDDVS19DKlSvBa5ARbdmyBSNHjkzzGcBydOfOnTwEhw8fxvr1651ZSmYIeHWmOM4Yl5ljdUwOJxDx5HGCwfBA6RYqvJ99iYmJAWX7rmjcMyIacxbHgW+3ZgYzT2CApz/VtRR6to+CfiIgAiIgAiIgApEnUOalrojqfCUQeOx6msHMEwDRfd7Dofdmuuc1n9kU/znO5zvN1D2voE6h2Zdwu+8uXQREQAREQAREIFsJKDIREAEREAEREAEREAEREIGjQGDIkCHJtlN369YNZcuWPQopUpQiIAJ5nED+yp4lZNfAP+A1bUA/ERABEcgOAixvzCw7olIcOZzAn3/+ieHDh6NOnTpo0aIFXnvttWBf4tSSzj7G9957L+bMmYNZs2ahR48eYN/21I7RviMjYJZwz5oFzGbm1R8CwnF7ZgbqnC/B12nmnAm+0F6ixLHo3bMYzq92jHc8PDEq8FTw99BjqzDly39plIiACIiACIhAhgmsH/U1VvT6CHyw8NliZjCjAIUbn4kTRlyX5ph0Pq/4LKOY8dgEgfczM08NbGYJ5oCLVBEQAREQAREQAREQAREQAREQAREQgRxAQEkQAREQAREQgVxBoECuSKUSKQIiIAIiIAIiIAI5loASJgIiIAIiIAIiIAIiIAIiIAIiIAIikPcJKIciIAIiIAIiIAL5hYBZwkA9s4DZzOIHB5obxG4W0Dnwj8KBgL5wMDvN1AsVLIDBXaPRsAYXhowDvA38eTrXjXr6zR0Y9l5gMS46S0RABERABERABI42AcV/pATiomOwud0Q7B3/Y6DuE1/v8TQXdPR9V8A6N0tzogXWsXwxS6iLmQXMLjBPMTNP1RYJAvv378cvv/ySL2TlypWRQJaLwzAE/rk4CxlMeqlSpYJHHD58GAcPHgzaM2tYt25d8NAKFSqgaNGiQXskDf/++y/27t0bDPLHH3/EuHHj0hT68w86cOAAoqP5Xuq7JOh8f02wpWyqWrUqqlSp4jww77///rsz+wrvq2XLljnr+eefH/TrHNKpcGE85u3nn392R1x33XWoVauWM+d0hYv+UY4knUWKFAG/JWQmjNmzZ2P37t3u0C1btqB169aoWbNmijJq1Cjnl8ry5cuxePFiGtOUq666CvPnz09VZs6ciTFjxuCee+7BKaecAjNLM9yc6KFw4cLgBJPMQ2j6Nm7ciI8++gidOnVCvXr1cNttt2HixInYtWtXqLdMm4sVK5bpY/ks37Rpkzue9ajjjjvOmdNSTjvttLS8pLqf5QsXwqSn4sWLp2siTk7WSb88Ji0h2ylTpmDgwIFo27YtmjRpgtq1a4PX48MPP4z//e9/2L59e1rBZHg/7yWWSX379kWbNm1Qv3591K1b15n79euHGTNmgMxTCjhS1xDLXD+OrVu3YtKkSWk+A+iHfv3jQp8jvpv09BIw8J9e3/KXmwhENq2sx4SGSHu4sK5AYZnpy787o9F1xGHM+S3WHe7enb3GgzivMYHmp7uWRI92UW6fFBEQAREQAREQgawhUOalrijR5Urv6cvwvaewexYHPm8ffug9HHp3BvxnN3U+zyl81vu6O5LHeUKzL/Tjm6WLgAiIgAiIgAgcDQKKUwREQAREQAREQAREQAREILsJ/Pbbbxg2bFiSaJs1a4YuXbokcZeDCIiACBw5gXwWAjsTxGeZ7RBsmqAe7yRNBERABLKMAIsfljeULItEAedoAuwvPGHCBHTo0AEcL9C7d2/MnTs3XWlu0aIF3nzzTaxduxYvvvgiLr300nQdJ0+RIWBmwYDMAmYzg1lA2O/czNz8CRxfQjv1UOE4B0qJ4segV4+iOL/qMWA9hJ0tWD4g/tf38dWYMm1bvE2aCIiACIiACKSPwPrXv8YfvT70PAeeKk71HjRx3oOmcKOzcMKwNjjmmGPcuDs+n/hMoh4ufIZRzCz4nDMzL1w4O+J/ZgG3eKs0ERABERABERABERABERABERABERCBHENACREBERABERCB3EGgQO5IplIpAiIgAiIgAiIgAjmUgJIlAiIgAiIgAiIgAiIgAiIgAiIgAiKQ9wkohyIgAiIgAiIgAvmKgFnCgD2zgNnM3KA+M3OD2DnwjxI+KJB2f8Ag9UIFj8HgrtFodGEsYAj8vDDMDN6GQW/vxLB3dwbcpYqACIhADifARQ79BT9vvfXWHJ5aJU8EMkFAhxwRgbjD0djUbij2TfzJ1XNgXnBehcfMnDHm/itgdzdFeH2Jdl9YvwoVM+/YMPFC1ZZFBDgZW36QLMKX64J1E6HkulRnLsGVKlVCwYIF3cHbt2/Hhg0bnDmzyv79+7Fx48bg4RUqVECRIkWC9rxoiIqKQt26dV3WDh8+jBkzZoDlhXPwlDlz5mDfvn2eCWjYsCEKFy7szBlRli5dinfffRdcPK9atWq44447YGYZCeKo+d27dy/+/fffI4q/VKlSKFSoUIbD4DU9c+bMDB/nH8DzOWXKFLeYoe8mPUDg1FNPxZgxY9CxY0eUKFEi4BiicuHHJUuWYODAgWjevDmGDx8Olg/IAb/ixYvj+OOPz5aUbNu2DXv27Il4XLt378Zjjz3m2D7xxBOYOHEiVq9ejV27diWKi+XNGWecESznE+3MhIXle+fOnXH11VfjmWeewfTp07Fu3bok57Zo0aKoUqVKqjHk5mso1Yzlq52sMVHyVabzR2YjmMvQOhHNyQnrNxQ+O3z9310x6PpsNH5YgmCdx9V8vPqPwTD43uPR/cYo6CcCIiACIiACIpD1BMq82BVRXa8C+BymADSCz+Toh8fg0Dsz3Hszn+W+8JnO5z51Cs2+IORHtxCrjCIgAiIgAiIgAtlJQHGJgAiIgAiIgAiIgAiIgAhkO4GhQ4fxH8KCAAAQAElEQVS6vj/hEXfr1i3cSXYREAERiAyB/BaKJWTYzOBtnliCo0wiIAIikEUEWNIYAv8sikLB5lACixYtQv/+/VGjRg1ce+21eP/993HgwIE0U3v66aejT58++PXXXzFt2jQ3NoB9ftM8UB6yhICZBcM1C5jNDGYB4Vg+M3PzJ3CMH+3UKZwrgTqF5hLFj0WvnkVRo/ox3vGAwfs5xdO9re8Tq/HF1G2eSZsIiIAIiIAIpE3g71dnYEWfj7znCR8mFHhmAN5z6bgmVXDCsGsDY9KPPTaRzueSL3xu+WJm3qEJAu9nZp4a2MwSzAEXqSIgAiIgAiIgAiIgAiIgAiIgAiIgAjmGgBIiAiIgAiIgArmEQIFckk4lUwREQAREQAREQARyJAElSgREQAREQAREQAREQAREQAREQAREIO8TUA5FQAREQAREQATyHwGzhIF7ZgGzmSUa7OcPAqTuDw70dQ5ip5l6wWOPweAuh9GoRjTA9aLi4txCiZ7m7IPe3oGh7+zMf5CVYxEQAREQARHIYQSUnMwTiDsUjU3thmLvxLledSdQ1/EqPF5dJ2AeHLsMVYZ1RZs2bfD444/j448/xrJly9xEr6wzUVinChWzxHUvMwsm0MxcvSzoIIMIiECGCViGj8i9B1SuXBnly5d3GTh8+DAWLlzozJlVNm3ahLVr1wYPr1q1araUSVFRURgzZgzmz5+fIZkwYQLKlCkTTG9mDfXq1QPTwOOZBnKgeefOnZg9ezaNqFixImrXru3MGVV++eUX7N692x3222+/oUmTJqhZs2ay8sADDzh/VH7++WfUr18/6G/WrFl0znIpW7ZskAcX86NkNNLVq1dn9JAk/n///XesW7fOuXNSRJ6Dk046CWlJ6dKl3TFU5s2bl+iappskQKBYsWLo3r07Zs6cic8++wwdO3bEySef7CY3DPgIqFwAkvUbTnB58ODBgONRVHkvbd26NVtSwPKlRIkSEY2L5UuXLl3ACT/J1g+8ZMmSOOecc1ydsl+/fhg3bhy+++47PPnkkyhSpAiO9Mf66R133IEFCxa4eqofHu+X6tWro127dhg8eDC++OILfPvtt+jcubPvJUU9ktfQVVddlaHyn2U15dZbb00xfdqRFgGvxuS9e6TlS/tzH4FIpTj0+e+bqfsSGxvryhPqLM98fdvOGHQefgg/LHENBgj4916hvYTRPKhbKXS7obhn0yYCIiACIiACIpBdBE54oQtK3HNV4LnsRcq2fD6X+YSOfvg9HHr7K/B5TvGf6dTpxxfvsMDxPJiWeOH+eKM0ERABERABERCBbCSgqERABERABERABERABERABLKXANv4uRhoeKxss27dunW4s+wiIAIiEBEC+S4QdjOIz3Sc67XvtWSEuMXvkiYCIiACWUKAxQ3LniwJXIHmKAJ79uwB6/bXXnstLrjgAvTr1w9LlixJVxo5buzDDz/EypUrMWTIEHd8ug6UpywnYGbBOMwCZjNzY2HMzPWPNwvo/jg/6hTOlUDxzcWLHYtePYrigurHeDUSeBUSTzxTHMUrLB59YjUmT9lGR4kIiIAIiIAIpEhg3Ssz8MdDn4Dd7fgMcQ8U7znibTiuyVk4Ycg1wUX/+Ryi8FkUKqmNSWfEZkbNiVmC2TlIEQEREAEREAEREAEREAEREAEREAERyFEElBgREAEREAERyC0ECuSWhCqdIiACIiACIiACIpADCShJIiACIiACIiACIiACIiACIiACIiACeZ+AcigCIiACIiACIpBPCZglDOAzC5jNLDiY3czcgHZ/UGDoQEGa/QGE1I899hgMuScGjS+KgReAt3nhwPuZJzAMeWenJztokYiACIiACIiACBwdAoo1kwTiDh7GpvZDse9/82DGyo0n1ONlSOwyvBm7yoXOCZ84kdNDDz2E5s2bo2LFiihdujQaNmyInj174p133sHChQtx8OBBF5aZBXUXgKeYmadqEwERyDSBOE6HQsl0CLnuwLJly6JOnTrBdM+cORPbt28P2jNqCD2+TJkyqFGjRkaDSOR/x44d2Lt3byI33xIVFYUiRYo464EDB8DJ9JzlKCinnXYaqlat6mLevHlzcBK/FStWYO3atc69evXqKFeunDPndSX03PC8kElG8szzuXXr1uAh5Fa0aNGgPT0GLjo4ZcoUHD582Hlv0aIFJk6cmC7hM5dx8kDeD7yuac5Psn79+nRnl99+Tj31VHTv3h3jx4/HnDlz8Morr+Cqq65C4cKFg+HMmjULCxYsCNqz08Dr58QTTwxGuW/fvqA5NcPq1atT253mPn734ncwemRZxuuJ5tSEdT3/ug33x4UxP/roI7Bs4T7yvffee/Htt9+C1+mYMWPQt29fx/6UU04B4+cxFPrPrDBNb731Fvz7kvd4//798cMPP2D69Ol4++230atXLzRt2tSVc7wmoqOj0x0d/WfmGgo9p7t27cKhQ4fSHac8RoKAV2fy6k6RCElh5CgCEUlMaLnjm6mHS2xsLPjM9vWtO6LRZcRhzF0K730X3s/g/gZPB4Z2Px7dbigO/URABERABERABLKfwAnPd0HUva3cM5mx+5+izQwxfcfg8Ntfued66LOdz3j/+U8zj/PtNPtCN98sXQREQAREQAREIFsIKBIREAEREAEREAEREAEREIFsJjB06NAkMRYrVgzdunVL4i4HERABEYgQgfwXjCVk2bwWDfOsXjOGp2oTAREQgawnwPLGjCVP1selGI4Ogblz56J37944//zz0aFDB0yYMCFdCeEYAva5/eOPPzB27Fi0b98+XcfJU/YTMLNgpGYBs5nBLCDs72xmbu4E9g8PF/bbphv1YsWORa8exXDhBcci8PPCgCfm2Tx5vN9qTP5im2fRJgIiIAIiIAJJCax7eQb+fORT78nh7fOeG54a2DxzkWZVcMKQa9x4IT5zjj32WPD5Ey58bvliZjBLKoFA4fZBPxEQAREQAREQAREQAREQAREQAREQgZxMQGkTAREQAREQgVxDoECuSakSKgIiIAIiIAIiIAI5joASJAIiIAIiIAIiIAIiIAIiIAIiIAIikPcJKIciIAIiIAIiIAL5mYCZBbNvFjCbmRvgZxbQ/UGB1MMHDXJAId18fVDXaDS+KBqc4D+OIQeVOAx9ZycGv72DrhIREAEREAEREIFsJ6AIM0Mg7r9D2Nh+KPb+bx5YrYmLV31tUMxSvBm7Ks2gf/31V7z99tu49957UadOHURFRaFgwYK45JJL0LVrV4waNQrz58/HgQMH0gxLHkRABNIgwPcYeO8yaXjLS7vNDJdffjk4oTTztWbNGnzzzTc0pihvvvkmbrvtNkybNg0HDx4M+vv7778xadKkoP2yyy7DKaecErRnxrBr1y74C8SFH1+iRAmULVvWOR8+fBgLFy505qOhFC5cGA0bNnRRM72zZs1yi95RZ9pYbl9xxRVuQh3nKYPKGWecgTZt2qRL+KzwgyefVq1aBY8rV66cvytL9dBzw4j4nOK7Ps3pke3bt2Pt2rVBr2eddVbQnF7D5s2bwWco/ZN/06ZNYWa0pinly5dHjRo14P9mzpwJpsm35wd9586dmc5moUKFUKtWLfTr1w8fffRRsBzgvXC07tMiRYqgUqVKwTwtXbo0aE7JsH//fmzcuDGl3elyP/HEE4Pl1O7du8HrMq0DN2zYkOL1tmnTJnz77bfBIDp37uzK4+LFiwfdwg2Mc8+ePeHOGbJz0lHexzyI99Njjz2GK6+8EjzXdEtOQu/h5Pan5sZw03MNnXrqqcFgVq1ahW3bNBFmEEi2GAz8Z0tUiiQbCRx5VKHPfN9MPVRYX6LExMS4uh71rTti0OXZGMz1i2i+SHsv0HGeMFVDu5fCPdenXN7Rj0QEREAEREAERCBrCZQe2RklurdykbhHtWeKc4Y4RD8yGoffmu6+h/DZHvqsD60HeIcE+gMEDqTVCf04gxQREAEREAEREIFsIKAoREAEREAEREAEREAEREAEspPAW2+9lWx/rG7durn+FdmZFsUlAiKQnwjkw7y6NotAvtnuwKYI6gEXqSIgAiKQdQRY/LC8oWRdLAr5aBDYsmULXnvtNTRr1syN5xo+fDg43iKttBQtWhQdOnTAxIkTsWjRIjzxxBPITH/4tOLR/sgTMLNgoGYBs5nBLCCcK8HMQN0XzpPgiz9fAvWiRY/Bg92Losb5xwBgT0ivtPA2z+L6TTzebxX+N3krrRIREAEREAERCBJY99JXWPHIJ+5Z4R4bTgnsLtLsbJwwqDX4nOGzJ6Af48Yr0u6L/4yibhZ4hpkF9EBICaqZJVhkEgEREAEREAEREAEREAEREAEREAERyKEElCwREAEREAERyD0ECuSepCqlIiACIiACIiACIpDDCCg5IiACIiACIiACIiACIiACIiACIiACeZ+AcigCIiACIiACIpDvCZglDOgzC5jNLDiY3cxSHMjOAYT+oEJfH9QlBk0vjvWOR0BggBNg+Ls7MfitHdBPBERABERABEQgmwkougwTiDtwCBvbD8O+L+a7YwM1GvNqNZ4Y8EzsUrwdu8rty6yyYMECjBo1Cl26dHGTwBYrVgxmhpo1a6Jz585u308//YQ9e/ZkNgodJwL5kkCcm1grf2X9vPPOQ8uWLV2muTjb66+/jqVL/ZVXnXNQ2b59O7766issWbIEjz32GK666ip8+eWX2L17NwYPHozNmzc7v2XLlsVNN93kJpBxDskoe/fuBcNLZpdz4mJx33//vTMnp0RFRaFq1arBXTNnzkw1PHrkxIqvvvoqmjRpgtatW+OFF17AoUOHuOuIpXbt2qhYsaILh/zWrl3rONGhcuXKOPfcc2nMlNStWxd9+/ZNl9xwww3BOBhvr169gsdVqVIluC8rDeHn5ptvvknXZIdME88RrzFOmEg7n2+h55lu6RFeO34Yp5xyCs4+++z0HOb88HtF8+bN3fcMOnCiRl7zNOcFIZf//vsvxazw3pw/P1CHCffE+2XMmDHo1KkTyOjrr78O95LITvbVq1cPuqV2zwc9ZYHBzMB7lJNXMfiff/45zfJi5cqV+OOPP+g901KyZEnUqFHDHc/yddq0aYiOjnb25BRe/99++y0OHz6c3G7s2rULPD/cyfvs4osvpjFFYTn6ww8/pLg/vTt27tyJffv2Oe/lypVD6DlFMr/9+/eDjJPZ5crcSF1DvK/LlCnjotm4cSPmzJnjzKkpf//9tyv/+fzi5KrLly9Pzbv2pUqAM8lRUvWknbmNwBGml+WYH4Rvph4qLA8pLKN8/Z8dMeg8Iho/LfOuKe+d2Xu5Bah7inkyvEcpdL2uOPQTAREQAREQARE4+gRKP9cZJbq38p7Q5iXG4L1uOR0GxDw6Boff/BJ8zlP8Zz111gd8nWZfvIODG92CFhlEQAREQAREQASyjoBCFgEREAEREAEREAEREAERyDYC7J8xZMiQJPGdfvbJhgAAEABJREFUccYZ6NatWxJ3OYiACIhAxAjkx4C8tgo/22YGb/PEfCfpIiACIpBlBFjSGAL/LItEAWcrgRkzZqBr166oVq2a02lPTwLq1KmD4cOHY8WKFRg9ejRatWqVnsPkJ4cRMLNgiswCZjODWUDYH93M3FgDjjugnbov/nwJ1IsWPRa9ehbDhecfC+9oeAo3mJlnNjwxYDUmTd4K/URABERABESABP56YTpWPPoZvAeFtxkMgHtkwFCkxTk4YVAr8PnCZ46vH3PMMW78Jt0ofC75YmYwSxB4PzPz1MBmlmAOuEgVAREQAREQAREQAREQAREQAREQARHIkQSUKBEQAREQARHIRQQK5KK0KqkiIAIiIAIiIAIikKMIKDEiIAIiIAIiIAIiIAIiIAIiIAIiIAJ5n4ByKAIiIAIiIAIiIAIkYJYwsM8sYDazRIMB/UGC1DlwMFQ4uDBUnu4cjSYXRSMuDvFLbzqDZwaGvbsDg97czmglIiACIiACIiAC2URA0WSMQOz+g9jQfij2fvGzV5nx6jFeLSaO4lVuqP/S/GQce0djtGjRAueccw6OO+64jEWQhu8FCxZg1KhR6Ny5M2rXro2oqChXL6tZs6Zz474ff/wRu3btSiMk7RaB/EnAe5OB5bOs8/2sY8eOOO2001zOt2/fjvvvvx/z5s1z9lDl+OOPx6BBg9C4cWM3OcyOHTvw6KOP4sorr8RPP/3kvBYuXBi9e/cOhucc45Vy5cqhVKlSzrZz504sXLjQmZNTli9fjh9++CG5XUG35s2bo1ixYs6+atUqvPbaa4iOjnb25JRly5Zh/PjxrgzcsGGDK4MLFSqUnNcMu1WoUAEsa3kgw/7yyy+xbt06WtGoUaNgvp1DPlBCz83WrVsxYMAAbNy4MdWcc6G/2bNnuwkPfY9kWqVKFd+aLn3//v345ptvgn4vuugi8NoNOqTDULVqVZx66qnOJxconD59ulvA0DnkQqV8+fLBa3DTpk34/fffU8wF7zvef8l54P2yZcsWLF68GCwrvvjiCxw8eDA5r86N54L+ncVTzj33XE89OhuvJf+crlmzBpMnT/a+PbGuljQ9e/fuxeuvv459+/Yl3ZkBFzPD5ZdfHiynvvvuO8yaNSvFEJYuXYpp06aluD90x4EDB8AyONQt3Mz4pk6dGu58RHae09TqkbyPP//8c7BOmlxEkbyGTjnllGC5y7jefPNNkCHNyQmfD2PGjAHL6M2bN7tnQcmSJZPzKrd0EfBqTN41ni6v8pRrCBxJQnn/+8f7Zuq+8HnqS0xMDGimvmV7DO4eHo2flsd55bIXAotmvj9T996lh/csiS5tins7tImACIiACIiACOQUAqWf64zi3Vt5yeHz23toe89u77HtfQ8HYh4dg+g3v3Tv0HzW+8986r6wfuAd7D3744+nJV78ffFWaSIgAiIgAiIgAllAQEGKgAiIgAiIgAiIgAiIgAhkH4GhQ4fizz//TBJht27dwDbvJDvkIAIiIAIRIpAvg/GaLPx8ey0QgaaLEDd/n3QREAERyAoCLG5Y9mRF2Aozewiwb/Hw4cNRp04dNGvWzI1LYB/4tGIvU6YMunTpgq+++sqNfXjwwQdx0kknpXWY9udwAmYWTKFZwGxmMAsI50owM1DneBxfp5nCORN8vUiRY/HgfcVR44ICCHavcAav5PC2J/uvxsT/bYV+IiACIiAC+ZvA2ue/xIrHPnd98PjAYD867zFBI45rcTZOePpqhD5f+JyhhAqfR76YBZ5ZZgGddM2MmhOzBLNzkCICIiACIiACIiACIiACIiACIiACIpBjCShhIiACIiACIpCbCBTITYlVWkVABERABERABEQgBxFQUkRABERABERABERABERABERABERABPI+AeVQBERABERABERABIIEzBIG+JkFzGYWHMxuZm4guz9gMHQgoW8OHXD4dJdYNL04BsGfAd4GLxiMGL0Tz7yxHfqJgAiIgAiIgAhkCwFFkgECsfv+w8b2w7Bv6gLvKFd7cbrB+xsQ2+dq1HiuJx5++GGMGjXKTfD0448/YsKECXj++edx3333oVWrVqhatSqKFCniHRu5bcGCBS7Ozp07o27duihVqhTMDDVr1gTdmJ45c+Zg+3bVsyJHXSHlPgJxCPxzX8qPNMUVKlTAwIEDg5PNsSzo3r07Bg8ejC1btgSDNzOcdtpp4OTUr732GkqXLu32HThwwOl852OZ0qhRI2cPV0qWLIlzzz036Pzmm29i3rx5QTsNsbGxbvK73r17Y/fu3XRKUc477zy0bNkyuJ/l6VNPPYV9+/YF3WjgpDc///wz+vbtGyznTj/9dFxzzTXcHRExMzRt2hQFCxZ0C9qOHTvWpT8qKgr16tWLSBy5KZDwc7NkyRK0a9cOzz33HNatW4fo6Ohgdvbs2ePOeY8ePdCrVy/HjTt5fXXq1AmFCxemNd2ycuVKLFu2zPnn+WjYsKF75jmHdCqM++KLLw765nW6du3aoD23GSpWrBicOP7w4cPgBJWcqDI0HzwnEydOBO8h+gndF2pu3rw5ihUr5pxmz56NkSNHJrnnuPPgwYN4/fXXwToI7eXLl0coU7plp/CcduzY0X2fYjnz8ssvg2UQ0xmaDpZ5/fr1w08//RTqnGlz6L3AuBj2pEmTXDnhB8oyivGlVe6xrC5Xrpw7jOeI7P/++29nD1X279+Pd999F48//jgYp7+P+ab49uT0zZs3g+kJ3XfyySeDE5TSjc+HESNGBO9Tuvmya9cu93x46aWXEuWPi376fqhH6hriN8UOHToEn0VMG8sQsgzPA58LTDefE0wDn1c33ngjeG/Qnpzw2bZjx47kdsnNEYhLcq04Zym5mUCm0x56z/lm6r6w7KGZOssEX9/8bww6j4jGz78zagO8zQkAr2qFZ3uWQpdri0M/ERABERABERCBnEeg9HOdUaLnNd4z23uA88HNJHpGwBDz6PuIfmMa+Nyn+M9+1gdCBd7Pt3vG4Ea3oEUGERABERABERCBSBNQeCIgAiIgAiIgAiIgAiIgAtlEYNWqVa4NPTw69iPq1q1buLPsIiACIhBJAvkzLNdOEci6ee0V5hn9JgzPqE0EREAEspQAyxszljxZGo0CzwIC7FfKvqjs78t+vHPnzk1XLE2aNMGrr76KFStWOJ3jCNJ1oDzlGgJmCfe0WcBsZjALCPsim5nrm84+zbRT9yV0zoQixx2DXveVQM0Lj4UBMPNUCuCZgf4DVmPipK3QTwREQAREIH8SWDvyS/z5xDjAezwExGDmCYCiLc9BmaevRuhzxX/WHHPMMfDNfA75YuYdGyJeMC486hQzoyYRAREQAREQAREQAREQAREQAREQARHIHQSUShEQAREQARHIVQQK5KrUKrEiIAIiIAIiIAIikGMIKCEiIAIiIAIiIAIiIAIiIAIiIAIiIAJ5n4ByKAIiIAIiIAIiIAKJCZglDPQzC5jNzA0GNAvo/qBB6v5gwlA9dODhU51j0KxWTDCSOM8U5xTg2dE78cwbWoDLQ6JNBERABERABLKYgIJPL4HYvf9hY/th2Dt1AcA6i1OcwZliH2qFAh0buAkVQus8lSpVQv369XHbbbdh4MCB+Oijj/Dzzz9j+fLl+Oqrr/D666+Dk0hde+21qF69OooUKZLeJKXL34IFCzBq1Ch07twZnFj2hBNOcPW3mjVrOjdOSDVr1ixs27YtXeHJkwjkbgLeewsouTsXmU19lSpV3ORzNWrUcEFwgbbPP/8cV155JZo3b+7KomeeecaVVTfddBO6dOmC7du3O7++wgXdfvrppyTu/n6+/7Vr1w5RUVHOicffe++9aNu2rQu3b9++uPzyy9GjRw9s3brVxcuyz3lORmF4PP7SSy91exn/5MmT3XGdOnUC09uvXz+0bt0aXbt2xYYNG5y/0qVL44knnsCJJ57o7JFSzj33XFSuXNkFt2vXLqdXrVoVp512mjPnJyX83DDv+/fvxwcffIA2bdqgdu3a4LOG0qhRI3fOf/zxR/Ac0i+vEZ4jTqZIe0Zk+vTp2LdvnzuE5+Oss85y5owqnIjRf+7yWp05c2ZGg8gx/osXLw7eewULFnRpWrdunbOz/sH7hHWNxo0bu/vwv//+w4033oiKFSs6v+FKtWrV3D1Fd56vzz77LNE9x/A4UX2zZs3c+aYfXg8333wzTj75ZB521IRl2TXXXOPiZxnHehbTyfwz3Sw3eH1+++23bjJG1tmc5yNQmHeWU5dccokLhffBgAEDcNVVV6GfVz5RWEaRGcs9xsnvZs5zmFKqVClcf/31Lm3ctXr1ame/zatHMv0U5oF5eumll3Dw4EGcc845KF++PL1j7969+Pfff505VAm9R8aOHYt77rnHlZ8TJ0503ngfkZ2zeMq8efPQsmXLoD/WYflcoB9eD54X8FnC+5jmf/75B8w3zZRIXkN8dj388MMoWrQog3bPDrLks4vPFDJhfvy08XqkR14HvM5pDpVixYrhpJNOck6HDx/Go48+Cj+cP/74w7lL8QmwzmS+RXqeIJC5TMS5j/aBY30zdV9439FMnWWvr2/aFoO7R0Rj3u/w3pn57uyJtwVCAp7rWRKdry3uW6WLgAiIgAiIgAjkQALHj7gbJXpek5Ay9yynEoeYx95H9Khp4POf4tcBqPt1A+o8mDqFZl/C7b67dBEQAREQAREQgSMloONFQAREQAREQAREQAREQASyi8CQIUOC/VdC42Sbtt9/I9RdZhEQARGIHIF8GhKbKOKzznYGdmegHu8kTQREQASyjACLH5Y3lCyLRAFHlMCSJUvQv39/sD8rx2q9//77OHDgQJpx/N///R8eeOAB/PDDD5gxY4YbT3H88ceneZw85F4CZgn9ZM0CZjODWUDY59sX9hkPF/YLpxv14wofgwd6FMNFNY5FoLxg6eGxcVoc+g9chQkT//EctImACIiACOQnAmtHfokVT471suw9ELzNM8B7UHhbHIq0PAcnDLwKfI74zxPqCXKMG6/uP4uomwWeUWaJdReup5iZp2oTAREQAREQAREQAREQAREQAREQARHIPQSUUhEQAREQARHIXQQK5K7kKrUiIAIiIAIiIAIikEMIKBkiIAIiIAIiIAIiIAIiIAIiIAIiIAJ5n4ByKAIiIAIiIAIiIALJEDBLGPBnFjCbWXAwu5m5Rco4eJASPriQ9tABiAPvjkXzS2LBn3mKmcWHBTw3ZgeeeWO756pNBERABERABEQgywgo4HQRiN1zABvaD8O+L3/16ireIQaY94dXd4H3i3u4FQrcWt9NphBa12HdxxfWjUKlYsWKaNiwIe644w4MHjwYY8eOxcKFC7Fq1Sp88803eOONN9CnTx+0adMG1atXR5EiRbyYIrctWLAAo0aNwj333IMGDRqgbNmyXnYMNWvWROfOnfHyyy+7dGzZsiVykSokEcghBPy5UnJIcrI1GUbEBM0AABAASURBVCx7XnrpJVe+hE5Gt337dnfPjxs3DhMnTsSKFSvcAm5MHMuu888/H5UqVaIVP/30Ezp16oRly5Y5e7hy3nnnoV+/foiKinK7uPDb6tWrXbjTp08H42KYN998M3r37o3ChQs7fykpxYsXx6BBg9CuXTtXztLfwYMHsXjxYjC9kydPxsaNG+nspHLlyhg5ciSYDucQQaVUqVJo1KhRohBbtmyZZh4SHZCHLDw3Q4cORY8ePVC0aNF054yTKb777ru47LLL0n2M75HXz88//+xbUa9ePfC8BB0yYDjjjDNw5plnBo+YOXOmuz6DDrnM0LRpU/Ts2TN4PcbExIATWPI+Yd1i//79bh8npuzYsaP7fpNcFs3MnVP6YT2GfkLvOYbHcoDhcR/P/RNPPOHuUdqPprAe9uCDD4LlC8sZpoXpZP6ZbpYbzAvLp6eeego1atSgFyesCzlDJhTeCyynmjdvHuT6zz//gOUTxS+jGMczzzwDlsUpRdO6dWt06NAhWN6FnsfQPJA77z3W2fzrePfu3Vi7dm2SoFlunXbaac6d4fEeYlgskzmhqZnh7rvvRosWLYLpJ6d58+a5cjb0ucBnx8CBA8GFDMqVK+fC/Pfff7F+/XpnpmIW2WuocePGrlyv7JXvDJ9Cvkw/88F0Mr105zV76623gtcBrwe6hQrr1Nddd527F+i+Z88e+OGwfkw3iU+ANSaKb5ee6wlkIgOBSWgDB/pm6r6wnkczdZYvvr5xWwzufjYG8//wjjXAvL9TDe73wgPH4+5rijuzFBEQAREQAREQgZxNoNSIuxF1fxt41XzAPcs9xVmA2MffR/TrU903pNC6AOsEfh2BOrwfdYpnDG7h9uAOGURABERABERABDJPQEeKgAiIgAiIgAiIgAiIgAhkC4HvvvvO9fEMj+yGG27AjTfeGO4suwiIgAhElkB+Dc1rovCzbmbwNk/Md5IuAiIgAllGgCWNIfDPskgU8BETYH/Y999/H9deey3YV53jGdiPOj0Bt2rVCu+9954bQzFixAjUqVMnPYfJTx4hYGbBnJgFzGYGs8TCvukU9lUOFfZXpp36cccdiwd6FsPFFxX0wjTA25x4iplh4FOrMWHiP9BPBERABEQgfxBY8+xU/PnkOD4FvAwbvEeBp3ubZyh25XkoM/Aq8PnhP0eoJ5JjjnFjfPj8oZgxjATxQkq0mVkiuywiIAIiIAIiIAIiIAIiIAIiIAIiIAK5gICSKAIiIAIiIAK5jECBXJZeJVcEREAEREAEREAEcgQBJUIEREAEREAEREAEREAEREAEREAERCDvE1AORUAEREAEREAERCAlAmYJA//MAmYzg1mCcAChL+GDDGkPHYjY/64YNKsVAy4nxUn+A+LF7jk8N3oHnh613bNoEwEREAEREAERyAoCCjNtArG792ND+2HY9+UvCNRTvEpKXJxXdwnosY+0QoEO9RBex6HdF79e5OtmCfUms4DZT0mFChXQsGFD3HnnnRgyZAjGjh2LRYsW4a+//sK3337rJo3t06cP2rRpg+rVq6NIkSL+oRHRFyxYgFGjRuHee+9F48aNUb58eVfPq1mzJjp37owXXngBM2bMwKZNmyISnwLJuwSmTp2aYzNnOTZl2ZOwwoULo23btuA5eumll3D11VejUqVKrhzzU1C6dGlXxtx///343//+h7feegujR49G8+bN3cQxGzZswO23345hw7zycd8+/zCnmxnq16+P8ePHo0ePHjj55JPdMdxZsmRJtGjRAh988AHuu+8+MC10T0uKFi2KXr16YdKkSejUqRNOPfXURMcyvU2bNsWzzz6Ljz/+GOeee25aQWZ6f+3atVGsWDF3fMWKFXH++ec7c35VeA5vvfVWTJs2DYMHDwbPw4knnhg85+TC83faaaehffv2+PTTT/H222/jlFNO4a4My/z587FmzRp3HJ+BdevWdebMKMWLF0dD75nrH8twGb5vz2066xnt2rXDuHHjcMstt4Dnwc8DzbzvP/vsM9AP/fr7ktP53aZ79+7Be47nj+fR90sz6yGPP/64K0uuvPJKV1/w9x9NndckyxeWBZyQk+WDnx5yIBteh5dddpnv7HT/vnaWTChRUVF4+umn3fXNco7lHYMha5aDLA8///xzV7bSPSUhe9bDOAkpwwlNfzh33nuMt0aNGsHgZs+ejejo6KCdBtYvX3zxRVx++eVgGHSjsD7HCU9p5v0wcOBAvPzyy+B95aef+2imG+umkydPduX48ccfj3POOYe7wTB+/PFHV1d2Dp7CfETyGrrwwgtd+c5ynmkJ5cJzXqVKFdx1113umiVrunnJSHZr1KgRRo4c6Z4VrK/7nlavXu0bpTsCXo3Je6Y7o5RsIcC6VlZGlNGw+f7rH+ObqfsSGxvr7nvqMTEx8PUNW2Nw94gYzP8jzntv9kJwr86e4tm8V2m88EAp3NmqqLdDmwiIgAiIgAiIQG4hUHLYnSh+Xxt4j3Mvyd4zng91TzwTYh9/H9GvTQHrAxS/TkDdF9YfvANd3cE3004Jt9NNIgIiIAIiIAIikHkCOlIEREAEREAEREAEREAERCB7CAwdOjRJROwf0K1btyTuchABERCBSBPIzvDYB4t9jLIzzhTjYteD+J1so6DVa66Id5EmAiIgAllLwJU5gQbTrI1IoWeYwNy5c9G7d2+cd9556NChAyZMmJCuMDjegP2gFy5ciIkTJ4J9cgsVKpSuY+Up7xEws2CmzAJmM3P9483MjY0wC+h896OwD7Iv7DdNM/XChY/FAz2L4+KLjnX9LAL1Fa/24hlYlgx8ajXGj98C/URABERABPI2gdUjpuLP/hNcDTLQR47PAi/P3sOg6BXn4oT+V4DPDf/5QT1c+LzxxSzhuWRmXkBwzynE/8wCbvFWaSIgAiIgAiIgAiIgAiIgAiIgAiIgArmEgJIpAiIgAiIgArmNQIHclmClVwREQAREQAREQARyAAElQQREQAREQAREQAREQAREQAREQAREIO8TUA5FQAREQAREQAREIFUCZgkDAM0CZjNzgwTNAro/mJB6+GBD2kMHJA64OxYtLonxjveiNQR1eL/n39+Bp17f7pm0iYAIiIAIiIAIRJiAgkuDQOyu/djQfjj2fbUQrKCYGfiHp3sOwKPX4Jhb6iG8bkO7L6wLhYqZF0KYIP5nZvGmpFrZsmXRoEED3HnnnRgyZAjGjh2LRYsW4e+//8asWbPwxhtvoE+fPmjTpg2qV6+OIkWKJA3kCFwWLFiAUaNGoWfPnmjWrBkqVqzoYTDUrFkTd999N0aOHInp06dj/fr1RxCLDs1LBFq1aoXbb78dGzZsyDnZchNmxbmJU3JOoo5eSvhOVrt2bTz55JNuoruffvoJ8+fPd8L7+e2338bNN9+McuXKuURGRUXhqaeewsCBA3H88ce7hd04Qd6SJUvc/nClZMmSbiK88ePHY968eS7cmTNn4umnn8aZZ57pypCiRYvi1VdfdfsYVpkyZcKDSWRnWu655x589tln+P77791xTDPTO3jwYNSvX99NfpPooBAL99M/hfEy/pDdGTZedtllqFChQoaPO5IDIpWHfv36BflFggVZNm3aFDwPU6ZMCZ5zsuZz6tNPP8WDDz6I0047zZ17ZPLXvHnzYNizZ8/GBRdckMmQAodxskamkcLrlOEH9gChjGj23SOlh57Lr7/+Guecc05EguZ9ct9994Hngfmi0Mx6Ap/fjIT3Gu857kvt/DMs3nM8fzyP9E+hmWVE69atUaxYMQaZrJAb/VPIOtQTrxnGzX0U8gjdH27OiH8zc9faE0884eonDJ9CDmTD/IeGz3oTy7hQt8yYzQxVq1Z15RzLO8bJ64rlIPNPVozbZ0+d9vC4zMyVkywvWb4xHEpK3Bk291OeeeaZZMtBnkuW4QyD/ijjxo1D6dKlg9GzznrxxRfjhRdegJ9++qOZbk2aNEHhwoWdfzMD+XI/pWvXrsne24z3SK4hF1m8wucWrxOmJZQLnwcffPABOnfuHHxmxR+SrGZmYD5Hjx6N0GffY489lqz//OsYh8BEc/mXQHbnfNiwYbjqqqvACYWzIO4MBRl67n0zdV9iY2Pd9UE9JiYGvr7+nxjc/WwsFqzwovPuteAbrmcGDC/1KoU7ry4K/URABERABERABHIfgVLD70KJB67zEm7eU90A7/luME8H4p78ANGvfuG+FYXWDcLrDvB+vptnDG50C1pkEAEREAEREAEROBICOlYEREAEREAEREAEREAERCAbCHz44YeuT0Z4VPfee6/r4xnuLrsIiIAIRJhAtgfH/p7PP/98tsebJEKvWcJ3M6+NwjyL11zhqdpEQAREIOsJsLwxY8mT9XEphrQJbN26Fa+99pob21SnTh0MHz4ca9asSfPAQoUKoX379vj888+xdOlSDBgwAOeff36ax8lD/iBglnCPmwXMZgazgLCftS/+mMFQnf2caadeqNAxeKBncdS6uKB3PPl5YYBCM/DUM2swbvyWgEWqCIiACIhAniOwevhUrBww0eXLPNXMqfAeBSh69Xko0/8KN+7Hf25QD5cCBQrAf+6YGcwSBN7PzDw1sJklmAMuUkVABERABERABERABERABERABERABHIJASVTBERABERABHIdgQK5LsVKsAiIgAiIgAiIgAgcdQJKgAiIgAiIgAiIgAiIgAiIgAiIgAiIQN4noByKgAiIgAiIgAiIQNoEzBIGApoFzGaWaPCgP6iQevigQ9o5kN3X+90VixaXxLqI4+I8jeJpXJ3zhfd3YOBr/9ImEQEREAEREAERiBgBBZQagdid+7C+/TDsnbGQ1RHAq6DEeSZXRfGUuEdbw266FH5dJlSnmcI6UKiYJa4rmVkwCWYJ5qBjOgwnnHAC6tWrhzvvvBNDhgzB2LFjsWjRImzcuBHff/893njjDfTp0wdt2rRB9erVUaRIkXSEmn4vCxYscHHcf//9aNGiBU4++WRXH6xZsybuuOMOjBgxAlOnTsVff/2V/kCz2ScXmHrzzTfRuXNnJ126dMHcuXMzlQoucBUaVs+ePfHnn39mKqy8cNC7776Ls846C88991zOyI53nxn4zxnJyY2pYJnGe33ChAno2LEjmjRpggsuuCA3ZiVTaWZ5MW3aNOzbtw8FCxbEZZddBjPLVFg6SAREILIEZs2ahebNm6NTp04YN26cV3XzKmypRLFjxw6sW7fO+YiKikLZsmWdWYoIiIBPwMC/b5OePQS++OIL1KhRA3379nWL6kcu1vSHxPqO79s3U/clNjbWlbHU+f7j6+u2ROPuZ2OwYEWc9+bsheDeoT3dbXF4+cGSuOOqos6W35VRo0aB78y+0J5RJnzu+cenR69VqxauuOIK95z8+OOPsWvXrlSjXL58ORo3bhxMJ+NL9QDtFAEREIF0EuD79IsvvujKJL/8uvTSS3HXXXdh+/bt6QwLJqIuAAAQAElEQVQlfd5Cy7JrrrkG27ZtS/FAPudWr16NQYMGoVWrVmC5yfRdcskl4LF05376SzGQfLCj5LA7UeLB67ycBt63nOop3obYJz9A9CuTwfoBxa8jUCc3X/cOdnUJutHsS7jdd5cuAiIgAiIgAiKQEQLyKwIiIAIiIAIiIAIiIAIikB0Ehg4dmiSaSpUqoVu3bknc5SACIiACkSeQ/SGyfee+++5D3bp18c0332R/AvwY2SARb2a7Qpxnpx7vJE0EROAICGSkbfUIogkeyn4obI+ldO3aFfv37w/uy4kGr7hJto0zJ6Y1L6eJfQo++OAD3HLLLTj77LPBa2fGjBnpyvLFF1+MwYMHY+nSpfjwww9x3XVs907XofKUzwiYWTDHZgGzmcEsQTimxheOHQyV0DkTChY8Bvf3KIZaNQt6YcYh8PeMbovDM8+sxrhxW5xNigiIgAiIQN4hsHrYFPw5cIIr95krvy4Jz6XoleeizJMtEfq8CH2O+ObAc6YAqJslPIPMjEG655IzeIpZwM0zahMBERABERABERABERABERABERABEch1BJRgERABERABEch9BArkviQrxSIgAiIgAiIgAiJwlAkoehEQAREQAREQAREQAREQAREQAREQgbxPQDkUAREQAREQAREQgXQSMEsYEGgWMJuZGzRoFtA5sNAXf9BhqB46QPHJu2JxeZ1Y73gvAeYJPMULh6aXPtyJga/+S6NEBERABERABEQgEgQURooEYnbsw/qbhmPfzMXOj1cjAbw6icH7GxD32DU45qZLwTpNaF2Gdl/8+o+vmxnMEgvif2YWb4qcVqpUKTfR4p133okhQ4Zg7NixWLRoETZv3owff/wRb731Fvr06YM2bdqgevXqKFKkSOQi90JasGAB3n77bfTq1cst6FW5cmWXf07Sdvvtt2PYsGH44osvsGbNGs/30d3MzC3sVbp0aZcQTgbJtKW2KJjzmIzyyy+/4Ndffw3uadmyJc4444ygPT8aOCHfAw88gDp16mDmzJlHHUHiSbOOenJybQKKFSuG7t27Y8CAAShcuHCuzUdGE75+/Xpw0kked84557jyk2aJCIjA0Sdw3HHHYc+ePVi8eDE++eQT7NixI8VE8Vn/1VdfYcuWwKSJp59+OsqUKZOif+0QgfxJwE01lz+zngNyzUWGzzrrLHCh9ogkJ52BsHz0vfpm6r7Exsa6yaypx8TEwNf/2hKNzs/F4ZeV5t77vFesgB4f2Ku9SqHTVUXjbflb27t3L+bOnZsIAt+TOEF1IscIW3iu/vnnH/ecHD58uHtP5zt7dHR0hGNScHmNwOrVq/HII48gM99I8hoL5efICWzatAn8Lvjee++BZZIf4sGDB91zg3V63y07dX67GjhwINq1a+e+oW7cuNE945gGPu/4LYDfVrn/oYcewr//5u/26pJD70SJXjcQD4yq9+Cnbuap/T9C9Mv/A7lR+PzxddYnaKfOw6hTaPYl3O67SxcBERABERABEUgnAXkTAREQAREQAREQAREQARHIcgLs98h+mOERdevWDWzfC3eXXQREQAQiTuAoBsj+540bN0aXLl2OTnuJ1xThZ9/M4G2emO8kXQREQASyjABLGkPgn2WRKOBkCbBP1QcffIBbbrkFZ555ptNpp3uyB4Q4ckwVx1NNnToV8+bNA9v78/vYnhA8MqZCwMyCe80CZjODWYL4YwWp++MIfT10nGHBgsfivh7FUeviQoHj40P2QvJMhmcGrcbYsYH+7J6DNhEQAREQgVxOYOWQL/Dn05O8XHglvffc8AwwTzEzFGtVFWX7XYHQ54T/7AjV+WxxUqAAzCxZ8YJ0m5k5XYoIiIAIiIAIiIAIiIAIiIAIiIAIiEAuJaBki4AIiIAIiEAuJFAgF6ZZSRYBERABERABERCBo0pAkYuACIiACIiACIiACIiACIiACIiACOR9AsqhCIiACIiACIiACGSEgFnCwECzgNnMEg0m9AcZUg8dgOibQwcqPnFHLC6vEwtwjSlP8Sf6j/PsL36wAwNe2ZaR5MmvCIiACIiACIhACgTknDyBmO17sb79MOyducjz4FVAvEpIXHydhPWSuMeuwTHt64L1mNA6DO2+sM4TKmaJ60Zm5oUd2MwSzAGXrFWjoqJQu3ZtdOrUCUOGDAEXr+KEtFu3bnWTWr377rvo06cP2rRpg+rVq6NIkSIRTdCCBQvgx3HVVVfhtNNOc/XGmjVr4tZbb8XgwYMxadIkrFy5MqLxphXYiSeeiNatW7u00C8XIZsyZYpbrIr29AgXw2Pa/QUUzznnHDRo0CAYZnrCyMt+uMhl06ZN0blzZ/B6O1p5NfB/tGJXvLmJAMv83bt3u0X/aP7zzz/x6KOPYvPmzWAZf/3116N48eK5KUtKqwjkaQKclPOUU05xeVy1ahVGjhyJffv2OXuowsVFR48ejTfeeMM5FyxYENdccw0KFy7s7FJEQAR8AgZk87sK9EtEgGVZ+/bt3bvZsmXLEu3LqCU9/lnf8f35Zuq+xMbGgmbqMTExro5E/a8tMbj72Tj84r3CcX8i8QJ8rXdJ3H5lUc+kjQQWL16M5cuX0wg+g2hYs2YN5s+fT2O2CZ+Hr7zyCoYOHQr/HTbbIldEuYLAjh07MHDgQLAc8q/ZXJFwJTLHEuDzYcyYMVi9erVLI9+rzz33XPec4zc5fhssWjT7nxd79+5F79693fdIPuOYOKajUaNGLm3Uaac793/99dfo2rUrNm3aRKd8K1FD7kCJ3jfwq7nXpu99PXef0al70v8jRL84yX1XZV2B3Hyd1wHt1AmPOoVmX8Ltvrt0ERABERABERCBtAnIhwiIgAiIgAiIgAiIgAiIQNYS2Lhxo2tbCY+F3ze7desW7iy7CIiACGQJgZwQ6Ouvv44zzzwTbHPO1vR47RF+fF6LhNdO4ZopfCfpIiACIpClBFgEsezJ0kgUuCOwfft2fPDBB7jlllvc84Y67XR3HtJQOIbnxRdfBPvcsa/w5ZdfnsYR2i0CSQmYWdDRLGA2M5glCPu++OKPJ/T10PGGBQseg/t7FsfFNY9x9RcGHOgb4ZUs3jZo0Gp8/vlmOktEQAREQARyMYGVgydj5TP/815UmQmv5hjnFfKekWqxVlVR5vHLEfp88J8Zobr/XKFulvDMMTMvpMSbWVK3xD5kEwEREAEREAEREAEREAEREAEREAERyOkElD4REAEREAERyI0ECuTGRCvNIiACIiACIiACInAUCShqERABERABERABERABERABERABERCBvE9AORQBERABERABERCBDBMwSxggaBYwm1m6B7NzYGLogMXH74hFy7oxLh3mVIC6FyRe/mgn+r+yDfqJgAiIgAiIgAgcEQEdnAyBmO17sP6m4dj3zW9e3cPVPgCvAmLw/p6OJ67FMe3q4phjjklxsgVOrhAqZgazxIIc+CtWrBguvvhidOzYEUOGDMHYsWOxaNEi/Pvvv24hwtGjR+Phhx92C19Vr14dRYoUiWguFixYAC4C9sgjj4CLfnFiSDNDjRo13MRdzzzzDCZMmIAVK1ZENN7QwJh/Tsbru82bNw9Lly71ranqXMTqyy+/xD///OP8RUVF4Zprrok4Jxd4LldGjRqFs846Cy+//PJRyEkcAv+jELWizHUEzAzPPvssatWq5cpHLnzJiQCZEZZN9evXp1EiAiKQQwiULl0at99+u6unMUlTpkxB8+bN0alTJ7AeQeGE+82aNQMn9uTCx6yzsd6h+5nEJCIQTsCrNcVPOhe+R/bsJTB+/Hicd9556NevX2YjTvO4wGSyAW++mbovsbGxoJk63318fe3mGNz1bCwWrgIMgJkFBEYLRvUpiduuKAr9AgTIcM6cOTh8+DAKFiyIVq1agc8i8pw8eTL4bAr4zJhaqVIlTJs2zb27z58/P1n9559/xtSpU9G5c2cULZpwTr744gv88MMPGYtQvvMFgc2bN+Obb74B7/l8kWFlMssJ7Nq1C7/++mswnnvuuQfvvfce+vbti8cffxx33313cF92GVgu8zvVTz/95KJkmXzzzTfjq6++wrBhw1zaqNPevXt3FC5c2PlbvXq1e8fYv3+/s+dXJWrwHSjRuy3iH/ueZjDzBIAN/BgxL05yZQjLET7rfJ1mCvnD+1GneEZtIiACIiACIiACR0ZAR4uACIiACIiACIiACIiACGQxgaFDh2LbtqTjWNgXoUSJElkcu4IXAREQAUcgxyg7duwAy7+GDRuC7eDZkjBLiMXAP+A1TUA/ERABEcgOAixvzCw7osqXcWzfvh0ffPCBGzvEsUS33HKLs9M9PUBOOukk9OjRA7NmzcK3336Le++9FxUqVEjPofIjAikSMEu4580CZjPz6h8Jwr4mvnCsYaiEzplw7LHH4IH7onBJrYIuPjPzdE+4eTJkyBp8/vlmz02bCIiACIhAbiSwctBkrBz8hfeM8FLvleuAuT+8X/FrqqHM4y1SHI/uPzv85wl1M4OZF0a8eME4O3WKmVGTiIAIiIAIiIAIiIAIiIAIiIAIiIAI5G4CSr0IiIAIiIAI5EoCBXJlqpVoERABERABERABEThqBBSxCIiACIiACIiACIiACIiACIiACIhA3iegHIqACIiACIiACIhA5giYJQwUNAuYzcwNJjQL6Bxw6Is/GDFUDx3Q/tgdcWhZNxZx8cmhTqH1lQ93ot/LSSdP4z6JCIiACIiACIhAegjITziBmG17sL79cOz95je3K87VQrzaR2ADnrgWx9xYB6y7hNZZaPfFr+f4ulmgDmSWoLvAPcUs4OYZc/RWpEgRXHTRRejQoQMGDRqEsWPHYtGiRdi5c6dbtIuTbD366KNo06YNqlevDvqPZIYWLlzoJu5iHNdeey2qVKni6pfnn38+2rdvj4EDB7o0LV++/Iij5XnkAoylS5d2YXFRxvHjx7u8OodUlKVLl+LHH390PswMTZs2xf/93/85u5SkBHj9cFK1Bg0aYPbs2Uk9ZJmLd9+BkmURKOA8RuDEE09MkiNOEPjAAw+gePHiSfbJQQRE4OgSaNGiBZ544ongwsZcSHnx4sUYN26cEy7s6S/SycWPuYhnr1693ERaRzflil0EciIB1pksJyYs36apf//+OPfcc115ljEI6fcdF+e9AHveqfsSGxsLmqnHxMTA19dsisGdz8Zi4SrvAG9zR3rH812a5lG9o9CxZVFvjzafwKZNm4ILH5QvXx6tW7cG65bcz/fsP/74g8YsETND2bJlcdddd+Gll16C/97LZ+Xnn38O6lkSsQIVAREQgXgC0dHROHDggLNFRUXhkksugdnRrWusXr0a06ZNc2micsMNN6Bnz54oXLgwrUGh/dZbb0Xnzp3B777cMX/+fCxcuJDGfC1Rg+9A8T5t3Zd0eCrrDKwHOBn4EWJemAjWHyh+HYJ+aPaFAOlGoZkSaqZdIgIiIAIiIAIioZVpyAAAEABJREFUkB4C8iMCIiACIiACIiACIiACIpCVBH7++Wc8//zzSaK4+uqrcdtttyVxl4MIiIAIZA2BnBfqd999h3r16qFHjx7Ys2dP1iaQDRDxMbAtIc6zU493kiYCIpCLCNSvXx9sc6W8+uqrwT6fOTULXnHj+k+pzInsGdq+fbsbK3TLLbfgzDPPBHWOT6J7emO64oor8NZbb2HZsmWuvs5nUnqPlT8RSA8Bs4S+LWYBs5m5Pi9mAZ19SXzhuLRQ4fjDULm/ZwlcUqsge1h40XulCzdPvEIGQwavxmefbvbctYmACIiACOQmAiufmYw/B08Gy3K+p3qFvJf8QI/64tdUQ5lHm7sxS3w+8JlAPVz85wh1Mz5fEsQLzD13qFPMjJpEBERABERABERABERABERABERABEQg1xNQBkRABERABEQgdxIokDuTrVSLgAiIgAiIgAiIwFEioGhFQAREQAREQAREQAREQAREQAREQATyPgHlUAREQAREQAREQASOgIBZwoBBs4DZzNygQrOAzoGHvoQPTqTdH7hI/bE74nDFpTEuReapBguonvbaxzvR76Vtnl2bCIiACIiACIhAhgnogEQEYrbtxt83Dce+75YGahteXcMCJlAr0O86HNO2NsLrKrT7wvoNzdQpZl4IYYL4n5nFm3KvVqhQIVxwwQW46aab8NRTT2Hs2LHggoW7d+92+kcffYTHH38c1113HapXr44iRYpENLOLFy/Gxx9/jCeeeALXX389zj33XJgZqlatirZt26Jfv354//338eOPP+Kff/5Jd9wnnngiWrZs6cLiQRs3bsRXX32F1CZrY54nTZqEw4cP8xCXlgYNGgTDcI5SkiUwa9YscAK/7t27Y9euXcn6yQpHzo+VFeEqzLxH4IwzzgDLBeasaNGiuPbaazFq1ChUqVKFThIREIEcRsDMcOWVV2Lq1KmuHsI6CO9dP5k0n3POObj//vvxv//9Dx06dHATafn7pYuACIQSYI2JEuom89EmsHz5cveO1a5dO6xcuTJ9yUnDl/+uE6rTTImNjXXvQtRjYmLg66s3xeDOZ+OweLWBf0ZhTjFnf+vhkujYsihdJCEE+M7Md0w6sT551llnoU6dOrRi3759mDNnjjNntVKtWjU0bdo0GM2KFSvgpyvoKIMIiIAI5AMC33//PfyFAypWrIibb74Z/K6bXNbNDG3atHHfHrmf3wF/+OEHGvO9RA26AyUeuhHwGJmxLuCMcKanPkHM8xPBegTFr0uwnhEqiP/RLd7o6iC+WboIiIAIiIAIiEA6CMiLCIiACIiACIiACIiACIhAlhIYMmRIsuF369YtWXc5ioAIiECWEMjBgb744os488wz8eabb2ZdKi0haDODt3liCY4yiYAIiEAWEWBJYwj8syiKfBHsf//9B44fGTZsGG644Qb33LjlllvwwQcfBNvu0wOiefPmeO655/DHH3/giy++QKdOnRAVFZWeQ+VHBDJFwMyCx5kFzGYGswRhfxNfOLYwXDhfAt2o39ezBGpfUsgL0wBuniA+rGFDV+OzTzdDPxEQAREQgdxBYMXTk7By6BdeMW7x4qXbPIGh+LXVUObR5m7Mkv8MoB4u/vODupnBzGBhwhApZkZNIgIiIAIiIAIiIAIiIAIiIAIiIAIikBcIKA8iIAIiIAIikEsJFMil6VayRUAEREAEREAEROCoEFCkIiACIiACIiACIiACIiACIiACIiACeZ+AcigCIiACIiACIiACR0rALGHgoFnAbGaJBhtyAKIv4YMUaecgdl9/tBNwxaUx4HJTgUn/4xDnLMBrH+/Aky9uPdIk63gREAEREAERyHcElOEEAjFbd+Hv9sOx77slXh0jLr7OAU+Pr3D0a4MC19eCXzcJ1Wmm+PUaM3OLRJklrvuYGfyfWYLZd8tLOutx1atXR7t27TBgwAB8/vnn4CKHXMxwyZIl+PTTT9GvXz+0bdsW9FekSJGIZn/p0qX47LPP0L9/f3To0AF169ZFuXLl3IReNWrUwPXXX4+HHnoIo0aNwsyZM7F27dok8XMBRqbN38FFGFeuXOlbE+msn3755Zf4+++/nXupUqXcZGTHHXecs0tJH4GXXnoJXPzyjTfeSN8BR+grb9+FRwhHhyciwAkCp0yZgvnz57sJBx999FFXpiTyJIsIiECOI1CsWDG0bt0ab7/9trt3eQ9TOHHomDFj3MKeJUuWhH4iIAKpEfBqTHn83SW13Of0fZ988omrPz/zzDNpJjU1D3yfCd1Pe7jExsYiJiYGvr5qYwzuGBGLxWt4ZJx7d+b3+jjPymPfejgKHVpE9j3PCzrXbwcPHsTUqVOD+ahVq5ab0PGyyy5DwYIFnft3332Xocms3UGZUMwMtWvXDh7J9/Vdu3YF7TKIgAiIQH4gwGfbsmXLglmtWbMmKlSoELQnZyhevDjoz9+3d+9e35jv9RLPdELxh25M/H2dFQSvpoCnPkLMyAmuPkHurFP4wroDzdQpBOnrNEtEQAREQAREQATST0A+RUAEREAEREAEREAEREAEso7A+PHjMXbs2CQR3H333WjRokUSdzmIgAiIQFYRyOnhbtmyBXfddRfY73LevHmRTy47JsSHGuitAK9tIt5BmgiIgAhkMQEWQSx7sjiaPBX8v//+6/pLcfzQFVdcgfLly6NBgwbo06ePG2e0ffv2dOe3cePGGD58ONjOz/E79913n+s/l+4A5FEEjpCAmQVDMAuYzSzT8yb07FECtWsX9Coz3uYVMOwr4cSLZdjQ1fj0k02eSZsIiIAIiEBOJrDiqUlYNXQqe8h576ZeTTGO4qXYK9eLX1sVZfs2d33FOf6cY66ph4s/Lp26WcJzxcy8gBJvZkndEvuQTQREQAREQAREQAREQAREQAREQAREIDcRUFpFQAREQAREILcSKJBbE650i4AIiIAIiIAIiMBRIKAoRUAEREAEREAEREAEREAEREAEREAE8j4B5VAEREAEREAEREAEIkLALGEAoVnAbGaZHszetxNw5WWx3vHxyTNPj5dRn+7Eky9u8xy0iYAIiIAIiIAIpJOAvMUTOLxlJ/5qNxz7Zi8DKxpmBkPgZ57J+l+HY6+/BJxYwZ9kwdfpRuHkCqFi5h0ZJoEQ87dqZjjvvPNwww034Mknn8Qnn3yCRYsWYf/+/Vi+fLmbwGvAgAFo164dqlevjiJFIrtg5J49e7Bw4UI3Ee/QoUPRuXNnNG3aFKeeeiouueSSRCeHiy9ee+21KFWqlHP/77//MGnSJBw4cMDZQ5WVK1dizpw5zsnMcOWVV6a6WBgXVZwwYYJj0LVrV5cO6mRC9x07driw0lKYprlz52LIkCHo0aOHC4d5euCBB/DCCy/gl19+weHDh9MKJkft/+eff8BJkZs1a4affvopa9LGiVQQ5/2zJniFKgIiIAIiIAIiIAJ5h4BXZ/LqTnknP3kvJ5zs9dFHH8UFF1yAyZMnp5TBFN15vL+T5nCJjY1FqMTExGDlhhjc+Wwclqw1eK8/3uGeDk8Mngq827cUbmke2Xc55JHfH3/84d6BmZ1y5coF30OrVq2KKlWq0Blr1qzB/PnznTmrlbJlyyIqKspFw3fd3bt3O3NWKLNmzULNmjWdjB49GtHR0fj000/RqlUr51a/fn3wXXbJkiXgdRiehr/++guDBg1y/mvVquWOufTSS3HzzTfjgw8+AN+zw49JyX7w4EFMmzYNnTp1AsNgusLj37ZtG6655hoXD9/X+d0iNDxOSs7jKMxP6L7kzBnxz3uO3xj4nt+kSROXBsZDM93IkvySiyfUjRxXr16dhBu/f1x//fV48cUX8ffff4ceEjQzT4yzQ4cO8K+L9evX4/LLL3fp4YTq/I4TPCADBqadeWBemCfGQ+E54DmZOHEi9u3bl2KIjJfx8xieI56rFD17OzLiPyVmvE78ay21tHnRuS1S4UTqWmCiuNDKK6+8Ap57XgPkx3uJ9yDvLXJiuuk3JeH+zFxTvH94HzFOXkO8lhgHry1eY3Sn0A/9UmimG4XXC/2nJBn1HxoOn2uVK1fGKaecgpIlS+Liiy+GmfdAC/Ukc4YIlHimE0r0bQ+foo/TzGDPfIKY58aD3H3hdU7h9RUqjJT2UJ1miQiIgAiIgAiIQKoEtFMEREAEREAEREAEREAERCALCbC/YXjwJ5xwArp16xbuLLsIiIAIZCWBXBP2V1995drEe/XqBfZ3jljCLSEk81okzLN6zRCemnM3tsX5bZz9+vVzbeJff/012rZtC7bZsT3y7rvvdn3R2W4SnhO2iYa39bHNj21/dGdbYPgxydnZrjZlyhTXVs72WbbFUdhuy/bbmTNngu3pyR0b7sZ2HOaLbY1sc2Q+GBbz4retptWOTxY8hsI26vA4wu1p+ff3kzXT9u+//+Lpp5+Gn9crrrgCI0eOBHmGh51SO7bPhm34yZ2b8HDIz++P4MfL/DVv3hzs38NxE+kJJzzcSNgZL/PBc+2njecrtWsvrXjZ54B9D3gt8ppkXqnTnp5rk23BPIbCNmJeo2nFebT3s7wxY8lztFOSc+Nft26dGxfEfkC8HsqUKQPef/3798fUqVMz1MeHuWzQoIEbL/Pbb7+B5dSDDz6Ic845h7skInBUCJgllAFmAbOZwSxBQscXcsxhuPhjEqn36F4CdeoW8o6HJ/FhIPAbPmwNPvl4U8AiVQREQAREIMcRWDFwElYNnwaY22BGg3k6UOL66ijbtzlY1vM54Os0h0roM8OMxwYF/JkZNSdmCWbnIEUEREAEREAEREAEREAEREAEREAERCC3E1D6RUAEREAERCDXEiiQa1OuhIuACIiACIiACIhAthNQhCIgAiIgAiIgAiIgAiIgAiIgAiIgAnmfgHIoAiIgAiIgAiIgApEjYJYwkNAsYDYzmCVI6MDE0AGLvtkf0Ej9kdvjcOVlsYEExgU0rtzJdahGfbIDT76wNd5RmgiIgAiIgAiIQOoEtJcEDm/egb/bj8D+OcvBOgW8SgUnpPOrGRhwHY65rpabaIF1EV/8egr10LoMzWYJ9RyzgJlxUcwS2+kmCRA4++yzcd111+Hxxx/HRx995BZF5CRuXCBx/PjxbgI+TghYo0YNFClSJHBQBFVO3BceXIUKFXDllVe6uiv3rVixAt999513mQSvELco3bhx44KTU3ICOk6GR//hwoWtOHHiww8/7CYv27x5s1tMk/44qR7tnNSsb9++YJiHDx/mrmTl999/x5NPPol33nkHXHyNEwb6HrkY3dKlS/H666+Dkxn++eef/q5co8+YMQO1a9cGJ2jjQpQRTTjvQ5j3j2ioCkwEREAEREAEREAE8iAB1pksD+Yr72WJE4RfffXVuPXWW8FJlBPnMG0b34N9XzRT+I7iC99lKH+uj8Edz8Ziydr468K9GsV5r9POgHcfKYmbmx3nByU9jMDcuXPdOySd+W5bvuEOBW4AABAASURBVHx5GhEVFYW6des6M5lPnjw53ZPqu4MyqWzatAm7d+92R5coUQKccNtZsljhuy4XyaFs3LjRxcb3f07s/sMPP8As/vry9tB9wIABuOGGGzB27FjQPxl5uxwjfjN47rnnwOv/k08+Cb5jc39ysmzZMvDbwmOPPYbFixe7MOiP8TD+Tp064YUXXgDTSPfsljVr1qB9+/a47777QBahCyLQTDdOkN6uXTswLymlj/kZOHAg6C+cG+/ltWvX4r333nPfYXge6D+lsCLpzvyRP/PAvDBPfvhMA88J083zOX36dLAs8vdntc7FHx566KFkmfGbi3+tXXPNNZg9e3aKaYtUOGQViWuB37veeustcNGNt99+Gzz3vAbIk/cS7yleIx06dEDv3r3B9HNfuPD88NzktGsqPJ0ZtRcqVAhdunRx3+G4UEDLli3TDILX7c8//xz0V7169aBZhgCB4k/djmKPtHeWQA3B+/TuDHGwZz5BzLPjXHnNa5DXI3VfeN/74gKIV+gWb5QmAiIgAiIgAiKQIgHtEAEREAEREAEREAEREAERyCoCL730EtjOEx5+t27doG+E4VRkFwERyFoCuS/0ESNG4KyzzsLo0aMjk/i4hGDYfhDn2aknuOZsE9M6ZswYsC85+3+zjYTtkb/88gumTZuWqB3Sb+tjX/bwtj62sbDtj+5sC2Q7N8NJKfds32I//SeeeMK1lbP9z/fL9i+237K9tG3btmBa/H3J6Vu2bMG9994LtjGyrZFtjswH/TINftsq233T047P4yItTFPXrl3BMQh+Xv/55x9n577Q+JhftoMm147ts2EbfufOnV2fhdBjQ81kzPZkvz+CHy/9bN++HV9++SXuuOMOpBUO/Uda2JeIcTMfPNd+2ni+mH+6d+/eHdu2bUtX1ByrwDEKvKbY94DXIq9JHkyd9vRemzwmt4hX3Lh7lPdxbklzdqRzyZIlbtwK+62dfvrp+L//+z/Xz4f9eebNm5epJFx22WVu/NCvv/6Kb7/9Fn369EHVqlUzFZYOEoGsIGCW0L/NLGA2M9fvzSygc3yhLxx7GC4cn0g36t3vLYE6dQq5zhUsY1jeBNIdh2eHr8bHHwX62AXcpIqACIiACOQEAn8MmIiVI6Z6SQmU2lRZhnsVRpS47nyUeaipG5Pul/XUw8V/TlA3Czw/zAI6APdcQfzPzOJN0kRABERABERABERABERABERABERABPIOAeVEBERABERABHIvgQK5N+lKuQiIgAiIgAiIgAhkMwFFJwIiIAIiIAIiIAIiIAIiIAIiIAIikPcJKIciIAIiIAIiIAIiEGECZgkDCs0CZjNzgw7NAjoHJvoSPniRdg5i9/WHbweurhfnHR+f0PgwYMAbn+3EEy9sjd8hTQREQAREQAREIEUC2oHDm7bj7/YjsP+H3+FVJwCvLgHPYGYweL8B1+HYNhenOtEC6y+so1CnmBnMEosXktvMzOlSMkaAkz5yMry+ffvi/fffd5MKctK5lStXYtKkSRg0aJCbQPCiiy5CkSJFMhZ4OnzXqVMn0SS933zzDTZv3hw88vvvvwcnYKRD6dKl3YJqvCZoDxUuHvjhhx9i4sSJboEr7itcuDC46GP9+vWdXqxYMTq7/ZzkjxM8/vfff84tVPn777/Bxdt27tzpnBnOOeecA4Zz6aWX4uSTTwavR+7kRHyjRo0Cj6E9t8mzzz7rJv7k5ICRTHvCEqWRDFVhiYAIiIAIiIAIiEBeIxDnZYjiadpyBQG+Q/Adavjw4QnpTcHkJhkM2Ud7uHCCdl9WrI/BnSOBZesKAHy95Tsudc9inrzXtyRuanYc9EueACdznzlzpttZsGBBXHHFFQh9d2zSpAn4TkkPixYtAifEpzmrhOd6/vz5weBLlSqFMmXKBO1ZaeAE/xMmTHD55+Tcbdq0cZN0n3TSSWjZsmUw6t27d6NXr17u3Z/XIXeQUfPmzcFjLrnkEhQtWpTO4HcCLhzx5ptvgosgOMcwZenSpeCk9WvXrnV7+N582mmnoXXr1mjUqJELi/F88MEH7vsDzc5jNimLFy92E/2vWrXKxRiaPqaR97Z/zTAPzEtyE6VzMn0u7sBvJswDw+F3gquuuspxY15Llizp4uD+Tz/9FPTP45yjp5xxxhnOb+PGjcHr1XMCv1nwuiV7LjDhh8F96REupsBFLPz88VsGF0VieBSa6caweO779++P2bNn05rlsmnTJnDxh6+//tp9k2GEoddarVq14Kdtx44dbjEOfh+iv1CJVDiRuhaYNt5vr7/+Ovzze+KJJ8K/h6jTTn8UTprfr18/dz/R7guP5TWS2WuKbbx169Z11xSvIV5LDJvXFq8xnn8K/dAv9+VUYfnCb3K//fabS2LFihVRu3ZtZ5aSmECJp29H8Udv8moI5u0wsNoAmNsKDP4UsSPGuuuS5RCFz6WUBPqJgAiIgAiIgAikj4B8iYAIiIAIiIAIiIAIiIAIZAkBfhceOnRokrDZxtGtW7ck7nIQAREQgSwlkEsDZx/mjh07gm2WCxcuPLJceM0NfgBmBm/zxHynHK+zDZTtd0yo317N9sjjjz8e1113nWtH576DBw9i8ODBePXVV12bCt3YPs72XratUffbbNmeN3r0aDz99NNJ2vp4HPsfPProo9i6dSutrm2c7e0MJ7wtesOGDa49lMc4z2EK3e+++2789NNPwT2hbauh7b5+Oz6fo2xnCx6QxYYDBw7gmWeecf37fWa89ti2x3725557bjAFbCPu3r072AZPR7av++eFbGimG/f9+uuvYDs924Vp94VtXNOnT3f7fMZs22ddgYwZN9vsQ8O59957sWbNGj+ILNWZXva98Ns4mQ7mi/lj2siFCeA5ZXsx+dGekrDtn3WgyZMnB9vXfc7ML68t2nm8f2326dMHe/fupVOuFpY0hsA/V2ckE4nn/cx74OOPPwb7c7Rv3x4XXnih60tSrVo1dOnSBey35o+ryUQUru19wIABYH8mlpUcP3TBBRdkJigdIwLZQsDMgvGYBcxmBrMEYZnrC58N4cJ+MnSjfu+9JVC3buHA8QzZfMXw3Ig1+PijjXSQiIAIiIAI5AACv/ebgFXPfQnz/nASUM0MUW0vQJmHmqQ6Jp1lv/98oG7mhRQi8H7m2T3NbWbmdCkiIAIiIAIiIAIiIAIiIAIiIAIiIAJ5jICyIwIiIAIiIAK5mECBXJx2JV0EREAEREAEREAEspWAIhMBERABERABERABERABERABERABEcj7BJRDERABERABERABEcgKAmYJAwvNDGZJhQMUfeHAxXDhIHa6Ue9zWxyuqh8LxMU54WQpvrzx6Q48PjIwKU1W5EVhioAIiIAIiEBeIJDf83B443asaz8C+3743UMR51cpgvUKe+p6FGxzcaoTLbDewrqJmYFms6T1G8T/zCzeJC1SBE4//XRcffXVbpJBTlrIib44sRgnDeOEcpws8K677gIXUaxcuXKmo+ViZNdeey24GCID2blzJ7744gs3mSInxPMXcGQdlZPWhS6cRv8U1lPpb86cObS6ReNuvPFGPPfcc26ys5tvvtnpXKzwjjvucBOh0SMn0uPiazyedgoXxOIkgVwMj3YuMsa8ckJBhnPrrbfiscceAydq9NNCvzyGx/KY3Cbr16/HbbfdBi4wyInjIpF+A/+RCElhiIAIiIAIiIAIiEBeJmCA3mWQ236cBL53797gBPF8D0gu/aHvGDSHC98dfOFk3CvWx+DO54Clf7nXZk/xQvW+zXsbDRj9aBRuanqcZ9aWEoHff/8d69atc7srV66M0Anl6cjJ3s877zwasW/fPkybNs37VuG1fziXyCvffPMNJk6cGAyYcZ9wwglBe1Yatm/fDr5jv/jii3j33XfBCbupc5LwSpUquag5+f/IkSMxb948Z+diB8OHD3dcOFE/j3n55Zfx1VdfgZPxFy5c2E0s/84774AT9LuDQhTGycUOqNP5pJNOcnF/+umnePzxxzFs2DAXVufOnb1iz/DJJ59g48aN9Jotwrj69esHP301atTA559/Dj99TOOHH36ISZMmoWHDhi5N9MsFH3isc4hXli5diqlTpzobF1p4/vnnMW7cODB8cmNep0yZAn4z4fcseqR/HkczpW7duu683H777ShSpAidwHPQo0cP5/7ggw/CXwTA7UyHMmHCBKxatcr5vOiii1ya3n77bRce00Uz08l99MSyjNdFVi8CwHh4bfF7EuONiorCU089lehae+WVV1x6Q9PGhTa2bNnCQ5xEKhyeT54rnl8GfCTXAsPitczynPcIryN+M/PvIeq00537GR+/Rfnfr2in8NrgNUJzZq6pQoUKoUOHDu5c8xritcSweG3xGuP5p9AP/XJfThSWSyx3WFYxfWTG73EZvRd4bH6R4gNvQ7FHb/KyGxd4prHiEOeswKBPEDv8c1d28xr1xa+TeL6CG91o8XWaJSIgAiIgAiIgAkkJyEUEREAEREAEREAEREAERCBrCLBvHheuDg+dC9/6/fPC98kuAiIgAllFILeHy/7XbP9i2xDbBjKVH7Y1xB/otUCAVjZBxDvleI19uplIttGxLY862yP/97//4fzzz+cu167y0UcfgW2sdChatCh69erl2sLZ3kt+1NlezrZNtnHSH9uB2cYc2qbCPh9jxowJtkVfccUVrj2Z7V4Mh/GzLfr999/HKaecwmCcXx7DY51DvMI2zP79+2PDhg3OhfEyHezfwLZHhsd2X/ZVueqqq9z4Cp5ntgMzr+6gbFAOHz6MXbt2ge2748ePd/0B2AY7wWuzfuKJJ9z4ECaDbcRMP9t6aWc/DrYFkiG5UJhutrmznZR+eMxbb73lxhHQTmF7KtvuGQ7b4Js3b+4Ys72bTBg308GwGQePYf8RHpPd7eFly5YF+2owX8wf00Yu/nVEbuTHNCYnzOOQIUOwZMkSt5ttpg888ECia5PXFq/Nzp07g2Nt6PH777/HSy+9lIgb3XOjxHmJZtnjaXlyY72X54/ni/1xeD2zbChWrBguvPBCtG/f3vU/4fXMcR0cv5NZEFWrVkXHjh3xwgsvYO7cufjxxx9dHx7eu5kNU8eJQHYTMLNglGYBs5m5/mdmAZ3PBl9YLoYLx6LRjXq3e0ugTt1Crn7jK67M8Qqf50aswUcfZF9/tmDGZBABERABEUhE4Pcnx2PVyOmuL32cK6y9Qjqwofj11VGmd2P3zuGX7dTDxX8uUDcLPC/MEut+pGbmG6WLgAiIgAiIgAiIgAiIgAiIgAiIgAjkMQLKjgiIgAiIgAjkZgIFcnPilXYREAEREAEREAERyEYCikoEREAEREAEREAEREAEREAEREAERCDvE1AORUAEREAEREAERCDLCJglHmBoZokGspuZm9yFgxUp4YMZaecgdl/v0xG4ukEcYN5G8Q0A3vp8Bx4b+Y9n0iYCIiACIiACIpCj2px9AAAQAElEQVQMgXztdHjDv1jXfgQOzF0BM68SAU+4eQLPXuDpG3DsNTVTnWjBr6uYmau/mJl3aGJB/M/M4k3SsoPAqaeeiiuvvBK9e/fGqFGjMGPGDKxZswZcpOuPP/5wE+pxQrL7778frVq1Ahc55IJjqaWtQoUKLkyzwLlcuHAhli1b5hYH3LlzpzuUi+NxUjNnCVM2bdqEmTNnOteCBQuCi5s1btw4OKmd2+EpZoZatWq5RdHoz3MCF2XcvHkzjU64EOTatWudmQumXX311TjuuOOcPVThook33niju47pzmM4KR/Nhw4dwp49e0Cd9twinJiSjB955JEjnACQ06tQckvOlU4REAEREAEREAEROFoEvDpTbpol/WhhyqHx/vzzz2jRogXuvPNOhL5TpJZcTgLvCydhp6xYH4tOzwLL1vF9yBNvA8ULyHuFwfuPlUT7JknfSbzd2uIJcFJ8vs/4k6Q3atQIpUqVit8b0AoVKoSWLVu6bwx0mTNnDvguSXOkhJNuL168GE8++ST4XsWJ2Rk2J6rv0KFDkndU7ssqufbaa3HxxRcnCp7v5maBi2vevHnu/Z0emL6RI0eiYcOGQT50p3Ay+VtvvRWcOJ7fasj43XffdQsScL8v/DawYsUKZ2V4XHzAn1jfOXoKw+L9wgV7GJbnlC0b7zkupsAJ/hnhJZdcgueeey64uALdfClXrhw4AT/90I3HcFJ1hkE7hRPt89sBzddccw3q1KkDswBXulGY19tuuw21a9emFfTPbx3OkgXKgQMHsGjRIhcyz3PXrl3BvDiHEIVuffr0Ac8RndeuXQtOLk9zVsmCBQvwww8/uODJ5bHHHsPll1+e5Fpj2njvcGJ7eua3Ji5SQDMlEuHwPEbyWiA/v/yvV68e/EU2mF5feK3z+1jr1q2dE8t9TqzPtDgHT8mJ15SXrGzduPAGF8DgQidkxLbqe+65ByzPszUhuTCy4gNvQ/HHbwmUQ35Z5Iokgw3+DLHDPImvc/C6I1/qoZILs60ki4AIiIAIiMDRIKA4RUAEREAEREAEREAEREAEsoAAv48OHTo0ScjNmjVDly5dkrjLQQREQASymECeCX7QoEE466yzwLbODGfKEo4w8A/4TRDIJb8GDRq4/gFmFkwx+4Kz7Y4Oq1evxocffkgj2IbJNuJ27doF+4S7HZ5C/2zbZBsn/XlO+OSTT1y/eZop7DvOPu80s82TbevFihWjNZGceeaZ6NWrF/z+60uXLsW///6byM/kyZMR2u7+4osvuvYypiPUI8NnmtheTXe2/zBdGzdupDVbhGngs/qEE04Ixsd0kjMd2Bb1+eefY+vWrbTitNNOw5AhQ5zuHOIVM3Nt7qFs2J+DbfX0wn4XHK+we/duWsE8DxgwINjm7RzjlfA4fv31V3z55Zfxe7NGC23HjoqKwrBhw8D+BmYJ1x65hF9HKaWGbeSh7esDBw7ETTfdlOTa5PUY3v9i6tSp4HWVUti5xZ3ozBL45dR0s417y5YtWLVqFdhXiOdt+vTpGD9+PNju/dprr2H48OHo378/2rdvD47R4H3DPhHNmzdH9+7dwTE3X331VUT6bbBsadiwIR566CF8+umnYDn322+/gX18GBevy5zKUukSgbQImCWUCWYBs5l59ZMEYVnrC/uchEvovAndupXApZcWio/WCwOG+A3PP7cGH32Qfc9T6CcCIiACIpCIwPInxmP1CzNYLCNBCZTTUW3Px4l9mri6Mct5v2ynOVT85wF1M4NZYkHg51Qzc7oUERABERABERABERABERABERABERCBPElAmRIBERABERCBXE2gQK5OvRIvAiIgAiIgAiIgAtlGQBGJgAiIgAiIgAiIgAiIgAiIgAiIgAjkfQLKoQiIgAiIgAiIgAhkLQGzxAMNzSzJwEQOWPQldECjb/YHPFLv3RG4ul4suA5VHJPuFBqAtz/ficee+ydgkSoCIiACIiACIhBCIP8aD6/fhr9uehb7f1oBVhvi4lVfK/D09Ti29UWpTrTAegrrJWbmFgMzS1qfgX45jgDPGSeL5AR1XMzv2WefxcSJE8FJerkIYloT6NWqVQv+4oBcUPCdd94BFyRkRitWrOgWh2MctIfLL7/8An9ivwsuuADVq1cP95LIfv755wf97Ny5E5zczPfASRA56SDtXETy0KFDNCYrlStXxkknnQROXkgz/dPj119/DU7ix8n1eD1z8T0uPsmJHTlpGydxrFq1Ki666CLUrVvXTc7IBc0yI36cjDdSMnjwYDfx50cffZTJIL17FpRMHq7DREAEREAEREAERCDfEGCdyRLllnVZ1n9PPPFEHH/88W7yX9Zxq1WrhvPOO8/Vmc855xycffbZTqpUqQJJ6gzMDGYB4ftJIuBHbAHeeustV39+4YUXkoTGd4vU5I+/Y3H7iDgsWwfvtTnwFu0ZaHFhffBoFNo1Ps6ZpaRMYPPmzeDE7fTBd7F69erRmER4L/Edjjs48f3cuXNpTJesX7/evZfWrFkTKUn9+vXRqVMnfPHFF/Df1fge27FjR3eNpCuiCHjiO2idOnXcdZ9ccEzblClTwHdv7r/22mtd2UJzcmJm4CT6/jv7ypUr3bu+75fv/N98841vxfXXX+/Kq6BDiMHM0Lp16xT3h3iNmHHTpk3gAgEMkJOpcxL84sWL05qscN9dd90FcqSH2bNnBxcloD06OpqaE07oznvcWcIUfhPg5OqlS5cGy22GG+YlYlamgd8zGCDTx3NCc3Jy8sknu28i5cuXd+nid4vk/EXCjemaMWNG8Frjdw8utpFS2Hz+8bsSmXHyed4/9BupcLLiWvC5kznZM73hYmbgtVCmTBm3oEWlSpWCTOg39Licck0xXdkl/KbXp08fcGEDxsl758EHH3QLWZgZnSRpECjWvyOKPX6L54t1CV+j2ZPBnyJ2qCexseD1yvvJF89nko37kjjKQQREQAREQAREAIAgiIAIiIAIiIAIiIAIiIAIZAWBoUOHuu9W4WGz/2G4m+wiIAIikPUEMh7DgQMHXNsp+w1PnjwZn332GUaPHo3XX38dI0eOBPvjPvnkk2BbSPfu3cG2yptvvhnXXXcdrrjiCtd/mO1IAwYMyHjkaRyxatUqtG/f3sW1bNmyNHyH7PaaF3wb2w3ceEIqvmMu0NlngGMiU0rqzJkzsX37dreb7Zds63eWFBT6YZjcvXXr1mD7M+1sf6HQzDb4//77j8ZkhW3u7EPOdtHzzjsP4e2E3377bfC4tNrxmb877rgDp556qjsmo30g3EFHoDDe008/PcUQyOnHH390+9kmzWu/QoUKzp6cwv707BvFttQLL7wQfv/9P/74A4sWLXKHsI27Q4cObhyKc0hGYRy3336728PzwvZqtuU6hwgrvD8YPs87g2ZbN88rzckJrzNeS8ntoxv7crAs8cOjXx7DfcmJmbn+GRyPwP379u3D9OnTacy1wuKHXCl+Jn744QfccMMNaNOmDVq1aoUrr7wSLVu2RIsWLdCsWTM0bdoUTZo0QePGjYPSqFEjV75GQr/00kvBsSdnnHEGeA2WKFHC9cehTjvduZ/+mCam89Zbb0XXrl3Ru3dv9OvXDx9//LHr1xTJa5HXOp8lHLMza9Ys7Nq1C+y7w+cOefEe9RlKF4G8QMAsof+IWcBsZu5+NAvofN74wj5H4cJnJ92o39MtCnUvLeShcSWPpwe6bLL8ef651fjw/Q3OTYoIiIAIiED2EVj++HisfuErsCxm6ez60zslDiXaXoCyvRq7dwG/LKceLv5zgLpZ4PlgFtAT5wTuGQL9REAEREAEREAEREAEREAEREAEREAE8jABZU0EREAEREAEcjeBArk7+Uq9CIiACIiACIiACGQTAUUjAiIgAiIgAiIgAiIgAiIgAiIgAiKQ9wkohyIgAiIgAiIgAiKQDQTMLEksZuYGIpoFdA5c9CV8cCPtHMTu671vM7RqEOsdj4DAACfAO2N34tFn/4F+IiACIiACIiACIQTyqfHQ39vw103P4sC8Px2BQI0hoLLqUGDQDTi21UWpTrTA+gnrIGYGmilmBrMEQcjPzEJsMuZkAlzkLLX0HXfcceBkhVyskf44CR0nsCtYsKCbrO2EE06gcxLhRIl//hm45riTk//xGqI5JeF1xcX3/P083p9EsVChQuCEbPB+XIDsvffew99//+0mD/GcEm1cvK9v37545plnwEkUk8sjJx1hGjmp2j///OPC4mKJS5cuxS+//AJObsgJGzMrDD9RoiJkWb16NTjJKCehy9DEnyHxu8lWQuwyioAIiIAIiIAIiIAIhBNgjYkS7p5gZ92R9VVfVqxYAUnGGCTQzAJTfJB79uxBz549cdlll4F1+3jnRBrr7r5wkvHf/47F7c/GYfnfAW8G8wwG95prwMdPlMSNjY/z3LSlReD777/Hli1bnLeqVavitNNOc+ZwpWzZsqhTp07Qmefq4MGDQXukDccffzwGDhyIm266yTuv3kmNdAQphMd4uWBACrvx77//gu+k3F+kSBHHxCz19PFdnWx5DK/fefPm0eiE7NesWePMfJ/mfeAsKSglS5Z0E62nsDvizixHN2/e7MLlBOepLULgPHlK5cqVwYUFPCN47Nq1a2l0wgnc+V2BlokTJ4LfDfbu3UtrEuE7NSfYHzNmjJuMPomHCDkULlwY/ncTfksZMmSI+97gf+sIjYbfPYYPHw4uQPLyyy+jSpUqobsjaua3kOXLl7swyax58+ZI65vN3Xff7RYlYNpat27tjo1UOJG+FkqVKoVixYq5NM6dO9ct4uIvFOIcQ5RatWph2rRp+PTTT9GpUyfwPPi7c+I15actq3UucPDoo4/CL1NY1vD6bdu2bbaWm1mdz+wIv1j/jij2RAePmxebK9I9Jb5sjxv8KWKHfOq+b/p1EV/3fLuNdmeQIgIiIAIiIAIikDwBuYqACIiACIiACIiACIiACEScwJdffgl+Pw8PmAv7+t+Hw/fJLgIiIAJZSiCZwNn28+uvv2LChAmuLej+++937X4XXXSRa58rWrQo2G+5SZMmuPrqq8E2jo4dO6JLly6g30ceeQQDBgzAsGHD8NJLL+Gtt97Chx9+iHHjxmHq1Kmuf8F3330Hv00tmSQcsdP48ePBtt7+/funLyyvicH3aGau7cHMfKccr7PN+v/+7/9STCfbp3hOfQ/16tVzYxt8e3I62zjZ3ufv4/GHDh1yVvZ/L126tDPzeiHnP/74A2xXd44hCtsXR48ejUmTJuGpp55CaLv+xo0bsW7dOuebbWYNGzb02KfOvVy5crjkkkvcMVTY5hYTE0Njlsspp5wS7G+fXGRsY2dbO/eddNJJuOCCC2hMUdgnf9SoUeC9xn75fjv2woULwTEFPJDXcSgzuiUnZ599Nvw+/ezLwD4Nyfk7UrfwduzatWunes44Vrdp06YpRsvw/D77bF+//PLL07w2cQZrsQAAEABJREFUWQY1a9YsGOaSJUvA8Q9Bh1xm4BVvCPz9pG/bts31f/jhhx/A/kFz5szB7NmzMWvWLCcsQ31hP6BIC+NdvHgxVq1a5fompdQ/xE9vVum8/jt37gyWIew7yDLj888/d88almPs/5NVcStcEcgpBMwsmBSzgNnMYJYgLD994fM7XFgW0436Pd2icNllhb0wzROAqpl5uuHFkWvw4ZgN0E8EREAERCB7CCx7fBxWvzQDYDlMgfczwLx/VLsaOLFXI1c39stw6uHil//UzbwjQwTez8w8NbBZiDngIlUEREAEREAEREAEREAEREAEREAERCDPEVCGREAEREAERCCXEyiQy9Ov5IuACIiACIiACIhAthBQJCIgAiIgAiIgAiIgAiIgAiIgAiIgAnmfgHIoAiIgAiIgAiIgAtlFwCzxIEQzg1li4QBGX8IHOdLOQey+3qujoVWDWMTFAXHenyqF5nfG7kDfEYHFdbIrf4pHBERABERABHIygfyYtkPrtuKvm57F/nl/evUF1hBYU/CElQev7nDMoLY49uoLU51ogfUS1j3MDDSbJa67mBn8n5m5uo1vl543CJx88slo0aJFonNbt25dnH/++Slm8L///sPWrVuD+3/66Sd88MEHaQonX/QP4oSLDId2Tn7GBSHNjFZwAkJOssjFPDmx4IIFC3C0Jm5zCcpmhYsZVq9eHZyQMqNRBwhm9Cj5FwEREAEREAEREIH8RMCrMcXXO/NTrvNSXsPzwommGzVqhG7duoXvCtrjvPfk5eti0XFYNJav8z64x++hu/cW7b1TA588EYUbGnJy2fid0lIkwMn5v/nmm+D+li1bonDh5NmZGThBerFixZz/RYsWgRPvO0sEFMbLSe65sAMXb+CCDc2bN0/0jhuBaNIMonz58uDk+Cl55OToO3fudLujo6PdAhOcQD8t+e2339wxVDZs2AB/QYNNmzaB79V0L1myJE488UQaUxVOuF+wYMFU/URq58qVK4OLK3Bi/5EjRyKtvL7wwgvwGR0+fBjr168PJqdmzZo444wznP3gwYNuoY7GjRu7xTxeeeUVrF69GuTqPGSTwu9pvO54DTJKnp/u3bujQYMGuOeee8B3e347CZQz9JE98s8//wS/2XCRCl6bmYk5UuFE+lrgohO8HpgnLuDx2Wefgfd8q1atMGLECHARAP8+oZ+UhGHktGsqpbRG2p3lJL/lMVwujML787LLLqNVkgkCxfp1RNEnOrA64R3tfaP36hyewW2xgz9B9KCPvXpGYvc4zw/FeZIiAiIgAiIgAiKQIgHtEAEREAEREAEREAEREAERiDyBIUOGJAmUbTiptbMlOUAOIiACIhAhAlzgmW2EbFu78sorUbVqVZQoUQInnHACLrzwQlx77bW4//77wbaM8ePH45dffgm2kUYoCVkezIABA1CtWjUw/alGltCNAV6rgide00OIW6rH5oCdPG9lypRJMSXsA872VN/DlClT0mw/ZvtyaL+EzZs3g30VGAbb5nnNcOwD7cuWLcPNN9+Mhg0b4uGHH8aMGTOCbc/cn5IwzJ07d7rd5cqVQ4UKFZw5LYXXp++HYezbt8+3ZqleuXLlVPtCsG2Wbe1MRMWKFd39RHNGhG1YDMc/ZsWKFWD9gecjNXnnnXdw4MABd9iuXbuCbdbOIYJKZtqxK1WqhFKlSiWbCvZn8K8Btp1yXEWyHsMczz777CBf9gvYs2dPmI/cZWVxw7Ind6U6Mqk9/vjjcckll6BDhw4YOHAgPvnkE3DMC+9r9tl57bXX3L4zzzwzMhEqFBHIhQTMLJhqs4DZzNwzySyg85nsC/tUhUvovAld7onCZfUKIc4rfLzN070SyLN4G14YuQbvv7c+GJ8MIiACIiACWUNg2WPjsPrFmV4ZzHfP+HKYUXkFc1T7Gij7QMNUx6SznPfLfepmgeeBWWKdQVLMDNQlIiACIiACIiACIiACIiACIiACIiACeZuAcicCIiACIiACuZ1AgdyeAaVfBERABERABERABLKBgKIQAREQAREQAREQAREQAREQAREQARHI+wSUQxEQAREQAREQARHIVgLhAxBpDxcOZPSFAxzDJXQw+4O3Glo3ioUFc2Ge2RMDRo/fib7DtwT3yCACIiACIiAC+ZhAvsv6ob+24q+bnsWB+Su9vFugfuBMAOsexwy+EcdeVSPViRZYH2E9hP5ppk6B96NO8YxuCzU7Byl5igAnJCtatGgwT+eddx54TQQdwgycmO+///4Lui5duhSzZs1KU+jPP4gL9sXExPhW1KpVy0nQwTPQz4IFCzBq1Cg8+OCDePTRRzFu3Dhw8j5OMOh5ybPbE088gSeffDL9+YuLQ+Cf/kPkUwREQAREQAREQATyJwGv1uTVnfJn3vNErpPNBBclefrppxH6nkBzqFSpBLSuY4mPN9o98bZPvz3oHZ94t2zJE+Bk75xA39/7+OOPo2bNmilKp06dwImx6Z/6tGnTPNZxtKYqnISdfufPn4+U5Pvvv3fviXx/ql27tvsOkmqgWbST31dSC3rbtm3wJ3znhPtff/21SzffcVOT0PdovodHR0e7aKjHxsY6MxchCH2nd47JKFx0oUiRIsnsibzTunXrgoFysvtJkyalmV/6oV//QC4C4Zs50f59990H6r4b87969Wq8/fbbaNu2LRo0aIAePXq4xRz8hR98v1mlX3TRRejYsWOibyj8ljFv3jw3MXzLli3RokULDBo0CEuWLAHTnFVp8cPltxY/Hi58EcrM95MePVLhRPpaKFy4MO69916ccsopibKxceNGfPTRR2B5U69ePdx2222YOHEi+A0rkcd4C7nkxGsqPnlZpvHe4IIn/jVy5513onr16lkWX34IOGbpWhz8bBbg1SWoWMAA9zv7ZBS4pm7wmefXS9w+KSIgAiIgAiIgAmkR0H4REAEREAEREAEREAEREIEIE3jrrbcQupCyHzzb2bjoqW+XLgIiIAKRJsB2icWLF4PlUJcuXdzi/gULFsSll16Knj174tVXX8WUKVPAttHQNsJIp+NohFe1alWwL8O1116bevSWsNu8tgbzrK47g6fnho19zikppfXff/9F6Ln98ccf02w/Zjs6/flhHjhwAGwn9+1si7388st9q9P9trCHH34YTZs2RatWrfDiiy+CbZZsp3GeQpT169cHbaVKlUKhQoWC9tQMbIflNUw/O3fuxKFDh2jMcuF409QiCeVTtmxZZKZ/ADmHttuTHc9FWsJ7mP1BmD72iWD/BpojLcwj27IZLs8D231pTk3oh36T87Njx47gtXnccceB/SqS8xfuRrZsu6Y7me3evZvGXCssb8xY8uTaLKSacN7bLI/btGkDlg/sZzJnzhw3JmX79u2YO3cuRo8ejccee8z1P7nggguQnn44qUaqnSKQxwiYJZQRZgGzmcEsQVgX8IV96cKFzzG6Ue/cNQr1GxSGeZzMPJXizMDLL6zFmHcTntGeszYREAEREIEIElj66FisfvlrsBBm8WuewYwqUOrmC1H2/gauL7ZfZvs6y2+aKX55T93MOzZEEPYzM7pIREAEREAEREAEREAEREAEREAEREAE8j4B5VAEREAEREAEcj2BArk+B8qACIiACIiACIiACGQ5AUUgAiIgAiIgAiIgAiIgAiIgAiIgAiKQ9wkohyIgAiIgAiIgAiKQ/QTMEg9ENDOYJRYOaPSFAx3DxR8ESf2BDobWjcIWw/Gs3ob3xu/EI8M3Z38mFaMIiIAIiIAI5CgC+Ssxh9b+g79uehb7568CWCFwijM40zFD2uLYKy9IMtFCaH2D9RDazcwtUmaWoJsF6i3QTwSykQAnzbv99ttx1113oXz58snGzAUTv/zyS3BxyaFDh7pJ13yPnEiRk/NR991yo86J5TiJ6RNPPJGx5PO+hXfvZuwo+RYBERABERABERCBfEiAdSbLh/nOK1lOnI969erhu+++cxO2lypVKvHOZGy9rwd6Xx8bsifOM3vibWO/O4i2/Xch1jN7jtpSIMBJ8adNmwZ/4vYUvKXqzEm0N23alKof7Yw8gRNOOAF8b458yNkTYq1atTBmzBi0bt0a/kT6oTEfPHgQP/zwg5usnQs90C8n/w/1E2kz2/D4HeO1115DtWrV3De28Dg4WfzYsWNx2223uYnif/nll3AvEbVzMYZILC4QqXAimrn4wE499VR3LXTs2DHZBRi44MOSJUswcOBANG/eHMOHDwcX+0DYLydeU2FJjLh1y5YtWLNmjQu3XLlybmEdZ5GSKQLRS9Zi1w0DEb3sr6Tf6c+uhLg370PcWSdlKmwdJAIiIAIiIAIiIAIiIAIiIAIiIAIiIAIiIAKRJMBFeNnfLjzMM844A926dQt3ll0EREAEjojA6tWr8cknn+DBBx9E/fr1ERUVhfPPPx933nknXn/9dfz666/xC7kfUTQ5/uD+/ftj0aJFaNWqVdppDemnwDb5OM9OPe0D86+PokWLol+/fhg0aBAqV66cLIiNGzfivffeA/tmd+rUCevWrUvkL7PtySVKlECRIkUShZUTLLz3ckI6sjINHEuwZ8+eiEXBayA2NjbD4fEaOO644zJ8XE48wCtuwPKGkhPTF5om3ndly5Z19/x5550Htvk3btwYV199Ndq1a4c77rgDPXv2RN++fV1fMo47Yfs4+5P89ttvYN8Nlhkcs3LppZeCYYWGL7MIiEDqBMwS+t2aBcxmBrME4VhFXzhmMVzY14pu1O/uEoXL6hVyZVB8p4t4LQ6vvLgGo9/5O/UEaa8IiIAIiECGCSx9dBxWv/K1d5xXC/Q2z+Btca4sjrqpBsr0rJ9kTDrLbJbdLN99nWaKWcIzwMy8sOCeC4j/mQXcgHgHaSIgAiIgAiIgAiIgAiIgAiIgAiIgAnmYgLImAiIgAiIgArmfQIHcnwXlQAREQAREQAREQASymICCFwEREAEREAEREAEREAEREAEREAERyPsElEMREAEREAEREAEROEoEzBIPSDQzN2DRLEHnwEZfOOAxXPwBkdTv72C4tnFwJCW8wOCFBC84jJmwCw8P2wz9REAEREAERCDfEshHGT+0ZgvW3vQcDvyy2tUDYMy8p7BS4BmPGdIWx15xQZKJFkLrGax/0G5mbmEys4AO72dmMDPPlLCZJbYn7JFJBIBixYq5SdI4KWdG5KmnnkLJkiUTITQz1KxZE5z0kouz3XrrrTj99NNRsGDBRP5o4SSFzz77LPxFI5s0aQJO6Hfo0CFwoTcu7LZjxw5wYTNO2Pjnn3+Ci78tWLDALQj4zTffILPC+4dpiKRwMmVOePr555/j7LPPzlTQceA/U4fqIBEQAREQAREQARHIRwT4jZWSkGVO9j1x4kRMnjwZXNh8+vTpmDFjhqsvfvvtt5g1a5aT2bNng8LFyyVzkF4Gp512WgLsIzXFH893iRdffNGdFy4YEO+cLu3BNmXsQI8AABAASURBVHHo1Sba+TWYpxu8VxHAgHGzD6Ftv12Ijkl8jUC/IAG+Z/G9ig78vnDiiSfipJNOSlPKly8P/12Kk+zz+mEY+VEqVarkypr58+cjI/Lqq6+CixiEM4uJiQl3Sta+b98+8J052Z1Z6HjVVVdlKJ8+E34TCE9WuXLl8Pjjj+O7777DO++8g+uuuw68BsP98ZsAy4iXXnrJTUwavj+SdjPDhRde6NLz9ddfY/Dgwahbt26y52rt2rW47777MG/evEgmIVFYZcqUARcbSOSYCUukwgmNOpLXAr9Hde/eHTNnzsRnn32Gjh074uSTT3bfOkPj5P3x8ccfu29NnNQ/dB/NOfGaYrqySrjIl18OcLEdcsyquPJ6uNG/rcGutgMQ/fs6sA7hhIpXJsSdXQkxo3oAZ50E/nLDYhlMp0QEREAEREAEchQBJUYEREAEREAEREAEREAERCCiBIYOHYoVK1YkCbNbt2445ZRTkrjLQQREQAQyQmDXrl2uvYbte2y7Y79fLsTMPr7sY8F2ymTDOwJHtrleeumlaNGiBa655hq0b98enTp1Asu1Xr16uTbFQYMGYeTIkWDf5tGjR7s0sl8I2/TYf5jtjkeQhBQPvf7667F8+XKXhhQ9he+wBAczg7d5YgmOecjENqoxY8ZkuA15woQJYBtmKAr2WWjWrBnY95p9fXhOq1evjsKFC4d6c+bffvsNXbt2xZo1a5ydCsdrUs+osN/E3r17M3pYlvvPimd6jx49Mnyu2Oaf0b486YXDayAS7eF+fLwGeB359vTq27dvR068BtKb/lB/LGkMgb/vzj4PbIcfN24cJk2ahC+++AJTp07Fl19+ia+++sr1q2NbPctTX1iuRkq+//57LFy4EBz/wbEiu3fvDo4P+eeff9x9zHEhP/30k+szwDR+9NFHePPNN125//TTT+Pee+9F8+bNUblyZT9b0kVABCJAwMyCoZgFzGYGswRhueoL+wuGC8teulG/u2tJ1G9wnBcmj3eaU8wMr720FqPf+duzaxMBERABEYgEgaV9x2LNK1/DK3G94AyeAe7nlbmlbrkQJ97XIMmYdJbVLLNZrvs6zRQzg1mCMCwzo+bELMEM5yJFBERABERABERABERABERABERABEQgTxNQ5kRABERABEQgDxAokAfyoCyIgAiIgAiIgAiIQJYSUOAiIAIiIAIiIAIiIAIiIAIiIAIiIAJ5n4ByKAIiIAIiIAIiIAJHk4BZ4oGJZpZoIKOZuYUoOMiRwoGP4eIPjKTe8xbDNY1j3bKeXCjAF8TF4f0JO/HwsM3QTwREQAREQATyI4H8kueDq7dg7U3PYf8vq7zHf5wnXs7dmoQ0x6HA0BtR8IoLkky0EFq/8OscZpaoHgLvZxaoq3jG4GZmQbMMIuAT4OJghQoVclYunnbgwAFnjqTCyfk4OWefPn3ARfv69euH1q1b4/jjjw9GwwkUv/32W+9ecDdC0J3XeZEiRVCqVCm3ECAXgDvjjDNw3nnnuUX56tSpg4YNG2ZazCwYVyQMffv2dRPUtW3b9oiCM/B/REHoYBEQAREQAREQARHIBwQMCKvP1ahRAxdffDFq1aqFSy65BLVr1wbrjBROaExh3VRyKTLDILkFy5HJHw+76667XP2ZEzXTnhExM+/0G+6/NhYPXnso/l0iztO9UPha4X1rHz/7IG7stwuHo+nguWtLRIATtfsT4p900kl49913MXHixHRJo0aNgmFNmzYtz0yGHsxUKgYuYsD3VHr577//sGfPHhozLaHhcXLz/fv3pxkW3935Dp+mx3R4YFhbt25N0ScX9vB3csGPQ4cO+daI6Gwzq1atGh555BFMmTIF33rfBriACMsofgdjJLGxsW7f6tWrac0WKV68OJo2bYoXXngB3333nZsI/6GHHkLohPI8V++//z6O5Fzwe0hKiwmYBco5Zph+uPAAzRkVs8iEk9XXAr8BnXrqqejevTvGjx+POXPm4JVXXsFVV12VaGGPWbNmYcGCBSliyGnXFMuJLVu2pJjeSOzgdzP/+14kwstPYUQvXo1dbQcievk6uEoEqwwUrxU/pspJOPTavcCZJ7k6B7mYGTWJCIiACIiACIhABgjIqwiIgAiIgAiIgAiIgAiIQOQIrFq1CkOHDk0S4GWXXeYWyk6yQw4iIAIikAYBtsP9+OOP6Nevn+tbUbp0abD/Kxd1T60NMTzYlOxs/6lUqRJYTt1yyy147LHH8Oabb2LmzJlgmca2x7///tu1C7HdmW1EH374Id566y289NJLGDZsGAYMGICHH34YPXv2xN13340OHTrg+uuvx5VXXgm2Wzds2BDnnntuSknIlPtZZ52FTz/9FJ999hmqVKmSsTDiErzHee0NtMZRSXDO1abQ9m22NR9pe3lyMHgdsp/522+/jdmzZ7vz0LVrV9eP3PfP9jeeH47HpBuvM+qUnTt3gtcWzWkJ28B5H9Af20Mz2y+GLCJxzzAdFLZ5UqcwXIZPc0akcOHCKFmyJPwf+yP45pygM49+n4D0toezbf7w4cPJJp/jEtjOz51so03vtcl2f4bL43j8CSecQGOulTgv5Sx7PM1tZcqUceW732eO5XG9evVQv359Jw0aNIAvLE8jLYz3/PPPB8d/lC9fHhxXwmeDS5wUERCBo07ALKEPhFnAbGauj4RZQOc96wvL7XDxy3Pqd3WJQv0GhV33C68a5OXPK5G8ihDLptdeWov33l7nuWkTAREQARE4EgJLHhmLVa9+44rZwPuQV8py86TkzTVQtkf9JGPSWUaz/GZ57us0U8wC5b1ZQGfazIyaE7MEMx0kIiACIiACIiACIiACIiACIiACIiACeZ+AcigCIiACIiACeYFAgbyQCeVBBERABERABERABLKQgIIWAREQAREQAREQAREQAREQAREQARHI+wSUQxEQAREQAREQARE46gTMEg9QNLNEA9nNLNHiuxwAGS7+AEnq991SAG2awAvDFwsYAHwwYSceHrrZM2kTAREQAREQgXxFIF9k9uCqzVh703M4sHCNVw+wgDDnFlAKDm+PQi3PTzLRQni9gnZOsuCLmQXCitcZmi9m5huli0AiAly0kIuE0TE6OhorV66kMcvEzFChQgVcccUVGDhwIDipmx/ZX3/9BU6i59tzk87F6BYtWoSnn346AsmOQ+AfgaAUhAiIgAiIgAiIgAjkaQJerSkuLk/nMK9m7pJLLsGMGTMwatQolC1bNl3ZNAu815qZe/cNPahHq2g8cO1Bz8kAb3MCwPOKid8fQrv+u3EoGvqFEIiJicHXX38NfyL7OnXqpPtc8HtE48aNXXsIg1y+fDkWL15MY74QXrNc1ICZ3b59O/78808aMy2h4f37779Yv359mmHx/Tm9k9WnFRgnx9+3b1+K3k499dTgPi7CsW3btqA9KwycUJ8TzT///PN4/fXXEcp6xYoVWRFlmmGaGSpWrIgbbrjBLfTBxSUQ/ztSJqELSsQHGdTKlSsH/5vN7t27sXlz2u2Gy5Ytc99c2rRp4xZE4bmNVDjZfS0UKlQItWrVQr9+/fDRRx/hlFNOcWx4zS5cuNCZ06Mc7WuKi3H4C0akJ73p9XPOOee4cnz+/Pl49dVXkdnFSNIbX170F71oNXa2HYjoP/726gxeBcK7110+PWPM2ZVw8JV7gDMqBvZ5O8y8HZ6uTQREQAREQAREIEME5FkEREAEREAEREAEREAERCCCBIYOHQp+9w0Pslu3bihYsGC4s+wiIAIikCwBLgLOtnq2fXGha/bj7d+/P+bOnRtsP072wJQdUbJkSbAN+aGHHnL9AKZPnw627bFd+u+//8bs2bMxZswY12/4jjvucH5PO+20HFl2PfbYY/jjjz9c22AqWU55V0hzgoF/IC81MZQoUSLYtyCj7XbIxI/jJNhOyetm/PjxuPrqq4OhsG3UbzcvX758sG11y5Yt2LRpU9BfSoa4uDj89ttvwd2lS5dG4cKFg/aMGMgiuWd0RsII9XvGGWcE+2Rs3LgRfj5D/YSb3377bTRv3hwdOnTApEmTwL4dfhsr/ZLX3r17acwRcuKJJwavpfS2h2/YsAHsp5FcBkLbxemHZU9y/sLdWFaxTZfuvAaOO+44GnOtsLwxs1ybfiVcBEQg+wmYJZQZZgGzmXn1lwTh89gXPl/ChfMl0I36nZ2j0KCRV5Ya82II/GkGRr38F957a13AIlUEREAERCDDBJY8/DnWvPatV7YiIF557UwGHN/hIpzYo36SMeksm1lGsxz3dZopZgazpIL4n5nFm4KaDCIgAiIgAiIgAiIgAiIgAiIgAiIgAnmfgHIoAiIgAiIgAnmCQIE8kQtlQgREQAREQAREQASyjIACFgEREAEREAEREAEREAEREAEREAERyPsElEMREAEREAEREAERyBkEzBIPVDSzJAMbOeDRFw6EpHBwJMU3+3qPmw3XNokDl6mKc0pCPj+YuBMPDUl7MY+EI2QSAREQAREQgdxOIO+n/+DKzVh703M4sHCNe/7DqwBw8jhWA+hw7Ih2OLZFtSQTLbDu4Itfz6BullAX8emZmW8M1lOCDjKIQBiBYsWKgRMj+s4LFixIc5JAXrMTJ07EAw88gEcffRRjx45FdHRgNc2lS5fitddewyOPPIJ3333Xu8Td1e0Hn0jnpMMXXHBB0I0TH/qLTwYdc7iBEyNyUtL//e9/qF69eoRSawj8IxScghEBERABERABERCBPEtAtabcdmq5OPGzzz6LuXPnokmTJqkm38yC+80CZrOAzh1m5iY757sxpfvV0bi/9QHw3doJvF/868jE7/9Du347cfCw56bNEVi7di1++eUXZ+a72WWXXQazBL5uRyoK3+VOOukk54MT2c+YMSPV9z/nMY8oZcuWxVlnneVyw3fYyZMn4+DBg86eksJ35r59+7rJ9tu0aYMPP/ww6JULEVSrVs3ZOak8F8Pge7dzSEZhWFwgI5ldyTqtW5f6pMm8FtasWZPssXQ8++yzUaZMGRrBhQXmzJnjzKkpnEi/devWuOqqq9ziAsuXL3feuSjBCy+84NxatWoFLjDgdqSgkHOVKlWCe3fs2BE0R9LABTx4fnhuuEjS/v37Uwye5Q0XQYmKinJ+eO75PcNZwhQunsCFBcKcg1YuePL9998H7eEGLpRy7rnnOmdea7NmzQKPcQ4pKEuWLAEXbeF55/ni/R2pcCJ5LRw6dMgt8tKpUyd3X3z99dcp5CjgzO8vod9dfK454Zpav359IJEpqPxWtnXr1hT2yvloETi8cBV2th2I6BWB8+d9pveSEqg4xJxdCf+93BU4vYJ7NpqZq3OYWdBuFjDD+5mZp2oTAREQAREQARFInoBcRUAEREAEREAEREAEREAEIkWA34hHjRqVJLgbbrgB7dq1S+IuBxEQARHwCbBdhu25vXr1AtsluUh2586d8fnnn2Pnzp2+t3Twiq4rAAAQAElEQVTr7HfM9uX7778fH3zwAf744w8XzsyZMzF48GDcddddaNasGc4888x0h5kTPLL9cvHixRg4cOCRJSfQ3ODCYLsv2yCoO4c8oLCdtGrVqsGc8Lz7bXdBxzAD8//qq6+6fiJsR2abMa9Levvhhx/Qu3dv17bcr1+/VPsdFC5cGI0aNeJhTnbv3h3sv16xYkWwTZE76P7tt9+mGhb9sV31559/ptHJhRdeCI7XcJYwhe2vYU6JrGm1uyfynA5L5cqVwb4E9Lp582awHZjmlITt1gsXLgTPBdvn2a+AfmvWrAm2GdNMd17jNKcmv/76q7uHeU/cc889rp9Aav4zu4/t2DVq1HCHsz182rRpwfPpHMMUXkc8r+yjErbLWRleaPt6WuHxIPYN+Oabb2h0wuNLlCjhzLlRifMSTU4Uz6hNBERABNJNwCyh34OZJekbYWau3wT7TVH4vAyX0PkT7rg7CvUbFAY7c8aBf8/obTSNemUt3n0z9f5snldtIiACIiACYQR+e+hzrH7922Cp6up+no1lbakOF+HEHvWSjEn3y2a/7Kbui1nS8j40SjMLtcabpYmACIiACIiACIiACIiACIiACIiACOR9AsqhCIiACIiACOQNAgXyRjaUCxEQAREQAREQARHIIgIKVgREQAREQAREQAREQAREQAREQAREIO8TUA5FQAREQAREQAREIAcRMEs8YNHMkgxo9wc/UudAdl+nmeIPmKTe4+YCuK4pvDAAGAK/eP2jSTvx0ODNATepIiACIiACIpDXCeTx/B38cxPW3vwcDiz+C3zmu8d9sB4BFHy2PQo2r5ZkogXWHXzx6xTUzQxm5ibRgfczC9g9ozYRyBABTu533HHHuWO4ONykSZNSXVDur7/+Ahf84wJ327ZtAydUZL2WAfBa/e2334ITCHLSQbqnJFu2bAnu4kSFRYoUCdpzuoETTv7555+45ZZbsiSpnIglSwJWoCIgAiIgAiIgAiKQZwiwxkTJMxnK0xm57bbbsGLFCnARAKSSUzNLdq+ZuXdgM3Pvwf57MXVful11GA9ccwAwAJ4/JwDM+//vh4O4sd9OHDioawbe7/vvv3fvbZ7RTYJ/9tln05huKVu2LOrUqRP0P3/+fGzatCloz8uGQoUKoWXLlu46ZD7nzp2LTz75JNXFA7goz3fffeeYr1+/HmXKlOGhTvgezYnz/Un3OQn90qVL3b7kFD+s5Pb5bmeddZZvhP+OHnQIMXDS/wkTJoDv9yHOiYxcJIHfDXzHN998E6mlj2GOGTMGGzZsAL8J7Nq1C5xon8fz+8GaNWvAhQX4/YF5TW3i+T179oDfHXgs+Zxxxhk0Rlx4Tn/55Rdw0QYuikBmqUXCa/3AAa+s8TzxXjjxxBM9U2DjgimlSpVyFi6YwvCcJRmFHLigRTK7nBOvjSuuuCK4IMNXX32F1BZkYLq4UAsPZrnI65R5i1Q4kbwWmC5+E2J+uAjFF198AS5KwbQnJ1x4gf79fVx4geajcU0VLVoUJ510EqN3wjIgpbTv3bsXY8eOBRescJ6l5AgCh39diZ1tn0LMyg1eDcG8NBlYbQAMMedWwv4XOwOnlXflPO8lihn9JBZ4PzPzVMAsoEM/ERABERABERCBxARkEwEREAEREAEREAEREAERiBiBoUOHJgmL3666deuWxF0OIiACIsA2tpdffhlsa2LbFRfkHzFiRJqLiCdH7uKLL0b37t3x9ttvu7Yqtn/Mnj0bzz77LG666SacFdI2mdzxOd2tcuXKeP/99zFx4kRUq1btyJMb0mRgZl4bAjwx5KVf8+bNUaxYMZelVatW4bXXXgPbiZ1DMsqyZcswfvx4sO2Y7cjss872Qnpl/3P2SWfb8k8//QS2J9M9JVm7dm1w1//93/+hePHizk798ssvd2YqjI/x0pycML1vvfVWMD72YQ/tA8FjItnuzvAyIhUqVMBll13mDjl8+DDYBk9+ziEZhX1AFixY4PZUrFgRtWvXdma2q55zzjnOzHBGjhyZat8O3t/sE7Bjxw6wTf+///5DVFSUOz7SipmB58y/ltingv0hUoqH/RTYxyCl/eHt4mmFx74KbF/3uTEdLCvNcu/9ypQbAv+UOMldBERABFIiYGaJdpkZzBIL30F9YbkbLnyu0436HZ1LokGj4wJheCGbk4D6xqtr8e4b6zwXbSIgAiIgAukh8NtDn2HNG995Xs2Vq54B5inmqcffWhPlutcDy18Ky+BQneU27dR9MfOODBMvuOBmZkFzIoMsIiACIiACIiACIiACIiACIiACIiACeZ+AcigCIiACIiACeYRAgTySD2VDBERABERABERABLKEgAIVAREQAREQAREQAREQAREQAREQARHI+wSUQxEQAREQAREQARHIaQTMEg9cNDOYJRZ/ECR1f2AkB01SaA/V773J0KZpLBAX57Ia0OLA/4eTdqDPoE3OXYoIiIAIiIAI5GUCeTlvB1dsxJqbnsP+xZx0znveBzbv0e897b0H/7HP3oRjm1VFaP2A9YVQ8esUZoE6B+0UcjMLuNFMMUtsp5tEBFIicOqpp+KSSy4J7ubEnJwokJP2BR09Aye6+/333/HGG29g9+7dngvASQL9CQbpwMkUuSAczVzo7t1333UTANIeKgyLi7z5E/GZGS666CJ3D4T6y4nmFi1a4OeffwYnVfYnoMyKdFpWBKowRUAEREAEREAERCBPEfBqTF49Mk9lKQ9m5sILL8SUKVPwzjvvBBdMzkg2zcx9e+cxZgGzWUDnO3G4dL3yMO5vvd99a+d7h2dw39m9V2988eNBtOu3E/sPei/lDDCfCids//bbb4O554INpUuXDtrTYzAzNGzYEAULFnTeOfE7J+V3lnyg8D3Yf4+OjY0FF8/gJPgHDx5MlHvu43vvU089BX8fj+PxoR5r1aqFRo0aOSe+bz/wwAP48ccf3Xcj5+gpyYXlOSe7Va1aNdGCC5zEf/9+774I8c3FAZiuyZMnh7gmNfLbVIcOHeBfI9u3b0evXr3AxRcC91jCMfv27QMXDpkwYYJz5P154403um8HdOA7dMuWLUF32seOHYvRo0cH2dDNF3LgoiH+Ag9nn302qlSp4u9OojN/zFOSHelw4HeMmjVrOp88T88884x77w/PHz1wkYjnn38eXByB9vr166NkyZI0OqGZiyg4i6fwupg3b55nSth4Ln/44Qf07t07+H0lYW9iE7+V1K1b1zmS70MPPZTk2uDOLVu2oF+/fli9ejWtOO+88xJ964lEOJG8FpjI0IVB+C2K1ynzyH2hwnPy+uuvw194gYtvsNyin6y8phh+SsJ71r+O586di/feey/JoiYsF3m+/HSnFFZm3bn4Ba9bSuPGjbF8+fLMBpWvjjv8y0rsbPsUoldu8MpYr5bACgJrCp4efU4l7H/hbthp5V05xXMcLmaBOgihmRk1iQiIgAiIgAiIQCoEtEsEREAEREAEREAEREAERCAyBD766CN88cUXSQK799570aBBgyTuchABEcifBLZt24ZXXnnFtTuWK1cOLCOmTp2KAwcOZAgI27rYXjl9+nTXjse2rhdeeAG33357sgvkZyjwHOa5T58+WLFiBW6++ebIpSwuIag4tkF4Vq8ZwlPzzsa2SLb7+jli+zDbnsPb+tjeyv7Wffv2BduZ6f/000/HNddcQ6MTXm/nnHOOM2/dujVRm6dzjFcYFtvH2C+dTmzDadasGdheSDuF/burVatGo4uve/fuYHs922edY7zCdDK9TDedGFbbtm1RqVIlWoMSyXb3YKDpNJgZrr/+epQtW9Yd8dtvv4HXK9uFnUO8Qi7sWzB48GB3v9KZ56ZChQo0onjx4rjttttQuHBhZ2d78n33/T97ZwFgR3V+8XMSkuCBFIIUK21xqeAEd5fABohixQoUaXEoUKBQCcFKsQqlQCj8gVJKaXErLiUBgoVAQkhwi+7u/zt33rydtxvZ2MrbM2/OfN+VuXPvb9/eO2/0J3j99ddTuLhQ2TrnrGsBFK91tK7KUHheqPhd0nlhbf/OO+9E8W+mNqpOzTm/rvO4W5WuvVB5Z5xxRjqXK79Yf4V1Ll/XeuTbKn5/innbm68uSH1Pe6u362sCJtA2CJCV10GQTNdukg1W42YuXUvUWMX7Ig/6UXdssVW32CNCprRTFD1VzFf/biT+cNU7baPhroUJmIAJtGECL/30Frx11cNZRxq9qfaPoxsND1hs4A/R88e9oL5Y/a+U+7Lqr3MrXyIb+nQy84vNJ1kM2jcBE2jXBFx5EzABEzABEzABEzABEzABEzABEzCB6ifgFpqACUyPQKfpJTjeBEzABEzABEzABEzABEzABNodAVfYBEzABEzABEzABEzABEzABEzABEyg+gm4hSZgAibQQQiQlTcwkpzpzey6MVI3Sja+gVLhHx/QGb23z+BFUeFEeQgRuOmuT/HTC96POM8mYAImYAImYALtjcDE18bg7b4XY8LLozSyR/VjcM9mkMR8g/dHl23XTC8+L+4nyG8s7UtIJNO6UViyJOUmkQ1+ivDCBGZCQN+pvfbaC3pQobLqQSB6GKBe6KeX3N9www3QAxNPP/10DB48GHpIqPItuuiiGDhwIBZbbDEFkxZYYAHsvvvu6NKlSwqPHDkS55xzDvQAPZWhsq6++mqcfPLJ0EPz9BBFZdS2v/e978lts9IL5q699tr0MEi9XG2eVbRej92T5tkWXLAJmIAJmIAJmIAJVAmB2GeKfacqaUzVNUPHvPWAcb34WA8Xn50Gkg2/b8nM1+8XkhUv5i3+dlb64TtPwfF7TYjfy4iJSB8iLPDPJydj/59/hq8m6vGH6JCTXmCevyhav930AvPZAbFaoxey68H5X3755ewU1e7WWXDBBaGXFKyyyiqp7rW1tdALyvWCgaOOOgp6gbzSd9xxR+i3tF5mr4wrr7xyWk/rK5xL/y96yL5+GytOLz/Qywj22GOP9IIDPeR+zz33LJe1xBJLKNt0pZckbLPNNuX0u+++G6qLHoivug0aNAjbb7897rrrrvSbXuFy5mk4q666KvQ7Pq+3Xrygdu6yyy6pPSrzyCOPTGXecsst5Yfxq859+vSpKHGLLbbAZpttluL0UP1LL70URW4q66CDDoL6jfvuuy/l03YPPPBAdO/ePYXzhV5ckh+TyJmJ1W9+8xuMGTMmzzZTqz5E28xfnjB69GgcccQRKLZP5erYiVgpXYWuFv8DvXv3BhkdjCJCKmu//fbDonHMJILpxRJ6uYpeGHHuuecmXvpbHHPMMRBH/R3WWWcdZZ2m9FIFHZ/Rd0cZ8nbm3w3xUp10LEb9rfL06NEDWqfIa26Vs+pc/C7o5Rtqh+qslyrouyMe+luoXZK+Z/p+6HiS8oivXsCy/PLLa7WkufmdSgU2Y7HJJpvg+9//fsqpel111VXYeeed099Xf2f9vfX914so9Lfbg+UhywAAEABJREFUe++9U14vWpfAlGdfxyc156L2rfeR/9fm/761a62Ary85FPzW0mkfQ981SfsVuUimNJIgG4TCRLIQsmsCJmACJmACJmACJmAC7YyAq2sCJmACJmACJtBmCVx44YVN6vbNb34TOobaJMERJmACHYqArue94oorsNVWW0HnztQvPPjgg+Xzdc2BofNaOg+m8506DzZs2DDofJvO0XTt2rU5RbS7PDpf98wzz0D9q86Zz9UGFE4VEPoA1Xb6QOdQdA500003hSadL9O55+K5vp///OfQuUCdd9X3Svl0HvPMM89Ez549FUzSy+UPO+ww6HymInQ9g8636jupMnTOUOfede72+OOPR37uXefrttxyS61Sls6P6ry2xkhFKq/O1+vvrTJUls5Fqp6qr+qt80A6l3fAAQfE34laray5fd69XHAzHZ1n1Dn+nI3OB+u8sM4Pqy3iI8a6tkDnkVXshhtuiP79+1e0RefndT5ffzflefPNN6FzrkXGKlNlq/9QHnHR30XrKjyvpDrpu6R6axtff/11uu9g1113hdonqY3q23R+XddWqG7KOy0pvXjtRfGaBLEUN5Wl/k19nq71UDn6LuscvtZXuD1L/Q1Z+V1uz+1x3U3ABFqeANm0DyGZxhYys+qLc6kvbyz1p4qTPfDQ7thy6/lTQ0iGDWkOXfv7d/CHq96JOM8mYAImYALTIvDST4fi7WsfiT44UqPfBFj6AD0GrYeljuoF9bdFqe9VWP10buVLZKxfEBpNJBvFOGgCJtCuCbjyJmACJmACJmACJmACJmACJmACJmAC1U/ALTQBE5gugU7TTXGCCZiACZiACZiACZiACZiACbQzAq6uCZiACZiACZiACZiACZiACZiACZhA9RNwC03ABEygIxEgK29kJAmyUrohMld+o6RsfgNl0R61fyfss30QLL17SEaKGNz8909x4vnNf2GJ1rFMwARMwARMwARal8DEV0fj7b6D8fXLo1JF6qGRXULy5hu8P7puuxaK+wPaT2isfF+CZHrJkMJkwz4HShPJkmdjArNGQC/uP/TQQ7H11lun75jWnjJlCt588008/PDDeOKJJ6AHhSpe0svw9cC9lVZaScEKrb766ulFeYssskiKr6+vx7hx41IZKksPzfz0009TGknooXmHHHII5p9//hTXFhfHHnssRowYAT34cZ7XL5gQ+szzLXkDJmACJmACJmACJtDOCWifie28DdVZfT0YXfvPJ5100mw1kKz8u5IE2SD9Jm6s/Hd0/vv6RztOxvF7Tojt65d4w+9wxO+Tf/53IvY76xN88XVdpHe8WQ9s1+89tVwv89ZLzOXPqvQiCD1UP1/vlVdewUsvvZQHq94us8wy0Mvri7+j9TB6vfD7tttuw7333pte/p6D0MvCL774Ymi9PK5o9ZKDSy65JL1EX99vpekl9nrxgCRf8TvssAP04HmlT0/6P9BD7bfZZptyFtXtgQcegOr28ssvQw+y14sPVKcZvYBeBUhqp/IWjwPot77aqTKfeuop6OH5yqv/xwEDBuCEE05Ix7wUl0svJzj77LOhdqg9ilfdcm4qS9+jvKwll1wyvWBk8803V9YKLb744thzzz3LxzFUH7G6+eabMXLkyIq8Mwvo5Qkzap/Kfffdd8svS9ELCIYMGVLxcop8G2uuuWZ6GYH+RxSnF0e89dZbuOOOO8rfC7VdL1XQSwbERPmmJ31nfve731Ucs9H3QXUSr/zvqfW//e1vQy8qUB0ULmpulTO3vgsk03d54MCB6SG0qqv+7vr7q12Svhf6fihtwQUXhF4Iohd+KJxL/ObWdyovc2ZWLyI566yzsNZaa5Wz6qUa+n/Q31l/b/3dla7v1XLLLVfOZ6d1CEx5ZgQ+qfkFpr71PnSsMtszyI7RT11zeXw95FBwpaXSd1F9mKT/09zKl8iG/ZG8JSRz19YETMAETMAETMAETMAE2jUBV94ETMAETMAETKBtEvjVr36FF198sUnl9PLaVVZZpUm8I0zABKqfgM6JXXHFFdhyyy2x1FJLQf2BzgHr3ERzWk8SOnd5yimnQOvpHIfOy/zoRz/Csssu25wi2m0ete+6667DP//5T/zwhz+cN+3IT0JE6emcRIRlI1hVs86XXXDBBdC5O51PUeOK5/p0LlPnNBUv6TyzzptN6zymzr1qvNP5X+XVd1nnZlWGvps6B6fvvdJ0vkYvqteL3HX+UHFF6RoInVvVdzyP13dcZagsnYtUPZWm9XVO+2c/+1mT89pKnxfn3VXurEjnZnVdgvhpPZ3n1/lhtUV8csY5F3HU30Z5c5GEruM599xzIcaKb8xYZapspeVc+vXrl67VUdy8lOqr79L222/f5Nx/sY26dkB/d/0fz6g+07r2Quec8+sliueg9d3VtQ0XXXQRVI8Zldse0qK7yc6F1strDzV2HU3ABNoqAbLhOgiSaTwgK63GnlzqTxtL46jiZA88tDu23GZ+6ErOdKVGdFOpq4rFtVeOxHW/n7XrvNoqN9fLBEzABOYmgRdPHIq3rnkkus3oPaPfjE40ig8/nMUPXA89j9w0XeumflbK+1xZ9c+5lS+Rlf04mYWj0DSTTNYLEzCB6iHglpiACZiACZiACZiACZiACZiACZiACVQ/AbfQBExg+gQ6TT/JKSZgAiZgAiZgAiZgAiZgAibQrgi4siZgAiZgAiZgAiZgAiZgAiZgAiZgAtVPwC00ARMwgQ5HgKy8oZFkkxvadWNkrvyGSdnGN1QqfOT+nbDPDhnGKApRWiYCt/zjM5x43pgs0UsTMAETMAETMIE2TWDiK6Pxdt+LMXH4ezGWR1VjLGfyGAGg65C+6LrNmumBccX9AvlF5fsQJEFmSgXEgmQss5ls8LMYL01g1gjoBfx9+vSBHo630047pZcSdunSpVyIXuivB14eeeSReuEaVlxxxXJaY0cPaPzFL36BAw88EHqJntbN8+g7vfTSS6eX/Z1zzjnQg/O07Ty9LdmtttoKjz32GPTQyWIb5nUds8exzOutuHwTMAETMAETMAETaO8Eyk+za+8NqZr660XHt99+O2644QZ861vfmqN2kdlvXDKzKoxk+XcxyfTg7+Lv56KvY+2H7jgZJ+w1AbEWNDEtCJK49+nJOODsz/D5V/oeKaFjaMqUKXj00UfLjd1ggw2Qv6S8HDkLzmabbVZeX2XffffdyB8KPwvFtNus3/jGN3DhhRfipptuQu/evaGXfOt7qAbpt68ePL/bbrvh2muvTS9lV1hp05P+Fueddx700gm98L579+4pq15w/oMf/ACXX3459FD+5jx4XmXpIfnatsrSQ/pVmOq3yiqrQC8xuPHGG7HGGmsoekYqp6kOautvf/tbbLLJJujRo0c5TXXUyxQOPfRQ3HnnnTjmmGOguHKGgqP665iByhK3FVZYoSKv2q3yxVZ9yvrrr19Yu8ElCb10QEyWX3751CcoVS8rGDlypNxZkuqvOuXt04sB9HdUIbL6+6m+119/PS677DLo76+0xiIJMf+///u/xKFYN7Vthx12SP3kT37yk4p2Ny6nGNa2xEPfDa1fZK+/rf42qvfM+t+5VY62V2RVrI/+7mLZnO+C+uqjjz46fWcOOuigdAxJ7cnbLn+dddbBGWeckV7Esssuu6Q+PE/P7dz6TuXlNcfq+3DNNddA3MVD7dZ6sqqz/l5KVz7FW61HYMrTI/Bxn/NQO3Js+v6QsS8Q1QmD2rVWwNdDDgVX7DnN4/T635fIWGcaimLKM8myb8cETMAETMAETMAETMAE2iEBV9kETMAETMAETKANEhgzZgz0QtrGVVtvvfVw1FFHNY522ARMoIoJjBs3Lp0r3HLLLdO1veoDHnroIei8WHOarXNE++23H/74xz/igw8+wHPPPZeuFd5iiy3SCwObU0Z7z6NzcyNGjEjXNc/TtrChdJJxbgIhohonncs78cQTy+f6dJ2IzpXlbdU5xG233TadT9O5xRmdm9b54TvuuAO6rlzn2rRuXo7Oca+00koYOHAgbr311nQNu7adpze2Oj931VVXpe+7zq0Wz/tqPZWfn3/UdfM6F9S4jDw8L86752U31+pcpM4D6xy76q425OuK0+67756uWVCbiml5HlmS0Av277jjjjJjnbtWmqT1VLb+nn//+98xMy5aZ25KnPNrJfQ3y+umv43Ot+v6g7/97W9QHZuzXZWn+yFuueWWJtdy6Duq89kq8x//+Ec6p6+45pTb1vOopyGyT1uvq+tnAibQ9gmQrKgkSZCVUj+dS+N1Y+m6IMXJDjqkO7baZoEok4DmEErl/eH37+C6K2f9Wi94MgETMIEqJfDCCUMx8rpHo5uMzjL1ldHQcAHiGwetj6WO2DT9llf/qn5Wyn31ywrL5iIJslIoTCQLIbsmYAJVQsDNMAETMAETMAETMAETMAETMAETMAETqH4CbqEJmMAMCHSaQZqTTMAETMAETMAETMAETMAETKAdEXBVTcAETMAETMAETMAETMAETMAETMAEqp+AW2gCJmACHZMAWXljI8kmN0LmN0nK5jdOyuY3VBbtEft1wj7b16O+viRkNiJwyz8+xQm/GN0xQbvVJmACJmACJtBOCEwc/h7e6jsYE4a/G8N3jOOqdz00oodXj66X9EWXrVaf5kuFtH+QS/sNEpntW8iPAsr7GfItEygS0Ev59eKx3//+9+nlguuuu24xuVn+4osvjj333BM///nP0wvt8rJ+/etf40c/+hFUZufOnWda1vzzz4+NNtoIJ510ErRuXs7vfvc7nH322dh7772hhyrOtKBWyKCHnaqe999/f3qpYUtXIf7jwZbeqLdnAiZgAiZgAiZgAu2OQOwxxW+ldlftKq2wHsL+v//9D3vsscc8aSFJkJn023hayn9LF+0hO07BCXt/rR/k8Zs8TH7MPey9T03E/j//BJ99FT/Y50mt216hXbp0SQ/ff+aZZyAdeeSRc1TJ1VdfHfrdpLIkPXBe/FWoXoCuOOn222/HEkssoei5psbb1vZmt3Ctq3pK+i2oh9s3tyyS6aXlp5xyCtTOJ598MrF96qmnEuuzzjor/Y7Wd7Y5ZZLEWmutlV6CcN9996WyHnvsMegFBXoRfnPL0baUV7/hdZzg4YcfTmWpfn/9619RU1ODvJ3F9g8YMECrFlTp6lyW8l9yySW49957U5nipjrqpQOHHXYYllpqqcqVphEiG7jddttt0PoqR1K7Vf4222yDmT1oX23UCwD+7//+D2Ku9aUDDjhgGludeVSxfXfffXe5TJV95513Qn9nffdIzrQwvZRAPIt1U9v04oLvfve7qU/T30DfOdVZ358Z/Z+QTN8NrV9kr7+tvh/6u6j+M6sYOXfK0ba0Tf2tivXR33JWvguqr74z6o+GDh0KtUc8JPnXXXddGlsWWmghZZ2uyDn/Tom//g7atvo2/a2nu8FIyBmIv9qt9e6OsfAAABAASURBVGRVZ31/lR7ZoO+B0iQxU1wubUPbUpq2rTrkaTOyKkfrSFpf5cwof0dNm/zUa/i45heofXssYugP1WcKIFPWWgFfDzkEnVbsmR6IrPGrsdTHFEUy/e/G6mkmmawXJmACJmACJmACJmACJtD+CbgFJmACJmACJmACbZHARRddhA8//LBJ1Y466ijoxbZNEhxhAiZQVQTGjRuXzlnpnIDOpfz4xz/GQw89hLq6uma1c5llloFe5q1zF+pLbrzxRgwcOBBLLrlks9avlkxbb701Hn/8cQwePBgzO980V9pcuPwgzkqUrlOYKyXPs0J0nknnm3TeaVbOV+UV0vdT5/r0snV931SOpHOIv/zlL6HvcH7eLF9nWlbnTnfeeWfoXJvWVRmSznHr5e9HH3009DL4aa3bOI5k+dxq8bzvrJx/zMvUuaK5cd5d1+WrPZLOH+blN8fqvPmOO+6Y2KgNKkMSpzPPPDNds0DO/LzVggsuiJyxzl2rDEllivt+++0HneduTp3mdh6y4W+W103n6XW+Xbz0/6tzqfqOqs6yCs+oHrqvQuf4lVffI62n76jOZ6vMma2v767WkXReX9/RGW2vLaSpC1Lf0xbq4jqYgAm0fwJk5dhCMl0zQTZYjZO5Gl9zobD2AXI78JDu2Grb+aEdJF3DgVjUS4HqD1e9g2t/NzI8zyZgAibQsQm8eMJQjLzuUXWV0U3G3p36yTCK6HHw+uh5+CbpWre8f837WFn1x7mVL5ENfTaZ+UXCJItB+yZgAlVDwA0xARMwARMwARMwARMwARMwARMwAROofgJuoQmYwIwIdJpRotNMwARMwARMwARMwARMwARMoN0QcEVNwARMwARMwARMwARMwARMwARMwASqn4BbaAImYAIdmABZeYMjyZnezK4bJ3UjZX6TZdEesX9n1OyIKANpIokUCHPrPz/D8eeOhicTMAETMAETMIG2R2Di8HfxVt+LMfHVGKtj/CYJlqtJdL20H7psuTqK4772BxpL+wkSSchKiIkkSIbXMJOV4YYUeyYwjwhUcbFHHHEERowYgcMPP7yVWqnH7kmttHlv1gRMoFUI6OGu6623HiT5s1qJr7/+Guq/tL40rTIa5/nzn/88q5tJD5bfc889Uz21nemVoQfCKl3SQ5RfeeWVJttSnNKUpznafvvt0b9/f1xxxRUYNWpU9jCrJqU6wgRMoGMRiH2mej3RrmO1uq21dp999sGrr76KM844Y55Vjcx+85JMv4fJzOp3cq7ib+rGv7cP3mEKTtj7azBqSBJkCATC3vfMJBzw80/w6Zf+LsGTCUyLgONMwARMoJ0SmPzUq/i4z3moHTUOyIb9MARJ1K6zIiYOOQSdVujZ5IHI+T6F9jHky5LZeiShiWQqR75EUsYyARMwARMwARMwARMwgfZLwDU3ARMwARMwARNocwSefvppDBkypEm9dtttNwwaNKhJvCNMwASqg8C4ceNw2WWXYYsttsAyyyyDY489Fo888kizG7fccsvhuOOOwxNPPIExY8bgV7/6FTbZZJNmr19NGfVi7yuvvBJ6kfjGG2/cck0rnDIg9AF8GgGe2goB16PqCai/IVn17XQDTcAEWo4AWdmnkIx9m0rpuopcus6isYrXcw44uDu23n6BKCPakJcVruY/Xv0OrrlipFzLBEzABDokgReOH4q3//AYwDSDlMOwQI+D18dSh23c5Fq3vI9VP6z+VzYXqXUrhcJEshCyawImUFUE3BgTMAETMAETMAETMAETMAETMAETMIHqJ+AWmoAJzJBApxmmOtEETMAETMAETMAETMAETMAE2gkBV9METMAETMAETMAETMAETMAETMAETKD6CbiFJmACJtDRCZCVNzqSBFmp/KZJ2fxGStn8BsuiPaxPZ+y7Y0a1/C6rekD+bf/8DMefMzpL9NIETMAETMAETKBNEJgw7F28ecAQTHg1xugYszVo18fALVcV7HppX3TZYjUUx3vtBzSW9hMksnI/gszCKksiK8OKs0ygJQhU4zY23XRTPPDAA7jiiivQo0ePVmxi/F9DasUqeNMmYAIm0AYJfPzxx3jllVdw3XXXYe+998ZBBx2Et956qw3W1FUyARNoOQLaZ2LLbc5bqiCwyiqrYOjQobjllluw6qqrVqTNrQDZ8PclK32SIDPpN7V+Q8vmavy7++Adp+L4vb5KB9froU/UsvR7/b5nJmH/sz7GJ5/XRaRnEzCBIgH7JmACJtAeCUz+76v4uOY81I4aF6N+tKA+dgHCaDl1nRUx4eKDweWXnOYDkbVPURRJKExm+x0kUZzIynAxzb4JmIAJmIAJmIAJmIAJtBcCrqcJmIAJmIAJmEDbI3DRRRdNs1JHHnnkNOMdaQIm0H4JjBs3Dpdddhm22GILLLPMMjj66KPx8MMPo66ueeevv/nNb+LYY4/FY489hnfffRe//e1vsdFGG7VfIHOh5uorR4wYgcMOO2wulDaLRcQ5iXyNdA9BhGXzOFsTaE0C3nZ1E4juBupvpOpuqVtnAibQ0gTIyusiSJav3SQzX9dV5Mqv4Sza4vWc/Q/qjq23XwDRacVcupYzNaoef75mJK6+/O0U8sIETMAEOhKBF467GW//8dFosvbqoouUVx9+qMfB62OpwzauuNZN/apU7GvzfliWzPpnssFGkeWZZNm3YwImUH0E3CITMAETMAETMAETMAETMAETMAETMIHqJ+AWmoAJzJhApxknO9UETMAETMAETMAETMAETMAE2gUBV9IETMAETMAETMAETMAETMAETMAETKD6CbiFJmACJmACQYCsvOGR5ExvZteNlLrBMr/RsmgP69MZfXZSGVG4ZiLKAxD2//71GY4/dzQ8mYAJmIAJmIAJtD6BCS+Pwlt9L8bEEWOgcToTQYYAdL2sH7pusRqK47zG/8bSfoFEMr1YKPcRE8lYZjPZ4GcxXppAixGoqg0tssgiGDJkCB599FFsueWWbaZt9W2mJq6ICZiACbRNAv/73/8waNAg3H///W2zgq6VCZhACxDQHpPUApvyJioInH766Xjttdew7777VsTPiwDZ8NuXZPqNre2QmZ//ZtZva/myuRr//j54x1qc0PtrxJqI1UPyojQCDz43GQec/Qk+/rx5L1GItTybQEcg4DaagAmYQLsjMPm/r+CjPueh9r0PU91jmEcM+mB8pq67Er4efBA6Lb9kxQORte+Q7zfI1z6FRDIdoydj7ZIQE8lYAmRm4ckETMAETMAETMAETMAE2jcB194ETMAETMAETKCNEbj99tvxt7/9rUmtDj30UOy4445N4h1hAibQ/giMGzcOl112GbbYYgsss8wyOProo/Hwww+jrq5556vzdR555BG8++67uPjii7HJJpu0PxBzuca9evXCgw8+iMsvvxyLL774XC69mcUVTh2QjHMJCBGeTKANEHAVqpyAehoi+1R5U908EzCBViBAsmKrJEFWStdZ5NK1F1LxWozcl+13YHdsvcOCWRkqmQDjo+X1176Dqy9/G55MwARMoKMQeP64m/H2nx+P5rIkZD1i9LPfOHQDLPWjjSuudVM/qj42V9735pbkNK95Q2kitZ1SwMYETKAaCbhNJmACJmACJmACJmACJmACJmACJmAC1U/ALTQBE5gJgU4zSXeyCZiACZiACZiACZiACZiACbQDAq6iCZiACZiACZiACZiACZiACZiACZhA9RNwC03ABEzABHICZOWNjyRBViq/iVJWN1jmNr/psmgPremEmp2i9Pp6QHNSPeojfNs/P8VxZ4+ORM8mYAImYAImYAKtReDrl97BmwcMwYTXxkQVNFDHkB0mBuuY69H18n7ouvmqKI7vGv8bS/sDEsnyQxZQmkiWPBsTaG0C1bP9gQMHYsSIETjmmGPaXKP8H9/m/iSukAmYwDwksOiii+L666/HM888M0099dRTuOeee/Db3/4W6667btpPUnW+/vprnHHGGekB2ApbJmACHY1A7DH5d1KL/tFXXnllvPTSSzj33HNbdLvFjZGc5rF2kml80G/q4m/txr/DD9qhFifs/VX6ra7j6/WIKRbyH3xuEg446xN89FnzXqoQa3o2gSon4OaZgAmYQPsiMOnx4fiw5jzUvjceGttjEafW00CPqeuuiAkXH4TOyy9Z8UBk7Tfk+wvaj2gssmHfQzRIyqT9keR4YQImYAImYAImYAImYALtnoAbYAImYAImYAIm0NYIXHTRRU2q9I1vfANHHXVUk3hHmIAJtB8CY8eOxaWXXorNN98cyyyzDI4++uh0zVNdXfPOTy+99NKpH3jooYcwevRoXHLJJejVq5ePV5e+AuLxyCOPYIsttijFtJKJ0xL5luuzsxQ6XZFH2ZpAKxLwpjsCAXVB6ns6QlvdRhMwgZYnQGbXS+RbJpn2RckGW7zmQtdjKKxrMiSFi7bfgd2x1Xbzxx5TlBgdWNZ/JQfXX/sOrrr0rUjwbAImYALVTeC5Y2/C2396HHlnmPrCrCvENw5dH0sdulHFtW55P6o+VX1sY5FZnyxqZIOvsERSxjIBE6hqAm6cCZiACZiACZiACZiACZiACZiACZhA9RNwC03ABGZGoNPMMjjdBEzABEzABEzABEzABEzABNo8AVfQBEzABEzABEzABEzABEzABEzABEyg+gm4hSZgAiZgAhUEyMobIEk262Z23XCZ33xZtIfWdEafXQholsIhGUvg9n99iuPOHg1PJmACJmACJmACLU/g6xdH4q1+QzDpjfdBMioQ0hyKCHS7oj+6brYqiuO6xvvGyh+2QDK9tJBUAYgimITCRLIQsmsCLUygijZ3zTXXQA9FbVNNqtejWqQ2VStXxgRMwARalYD2k5ZYYon0AOyrr74ap512Grp165bqNGnSJFx++eUYN25cCnthAibQkQjEPlPsO3WkFrd2W++44w6svfbaLV4NsvI3MMn0O5lssBoriir+5m78e/zAHWrx030mIAoBUZqiLETooRcm4YCzPsb4T2rhyQQ6PAEDMAETMIF2RGDS48PxUZ/zUTfmo6g1Y1QnEOM7QUz93kqYcPFB6LzckhUPRNb+gvYTivsQRZ+MtUtCTCRj6dkETMAETMAETMAETMAEqoyAm2MCJmACJmACJtCmCOj6hyeeeKJJnY466iisu+66TeIdYQIm0LYJjB07Fpdeemm65umb3/wmjjnmGDzyyCOoq6trVsV79uyJI444Ag888ADGjBmDyy67LJVF+nh1EeB+++2Ho48+uhjVen7hT8M4R8Goif9cAcFz6xOYgxr8/Oc/x3rrrTdX9fDDD89Bjbzq9AiovyHV80wvh+NNwARMYM4IkJV9DEmQlSped6HrMhSWzaXrNOTL9jtoMWyzwwKlSjFsKJtxwx9G4feXvBlxnk3ABEygOgk8d+xNeOcv/0V0e6UGMnwiFljiRxtgqUM2qrjWTf2m+s+i1MfmIglaAYuVAAAQAElEQVSyUihMJAshuyZgAlVLwA0zARMwARMwARMwARMwARMwARMwAROofgJuoQmYwEwJdJppDmcwARMwARMwARMwARMwARMwgTZOwNUzARMwARMwARMwARMwARMwARMwAROofgJuoQmYgAmYQFMCZOWNkCSb3DiZ31Qpqxsuc5vfhCmb69Ca+bDfzkT+XivZ+tJmb//Xp/jJz98rhWxMwARMwARMwARagsBXL7yNN/tdgolvjIXG5PrSMjfz/64/uvZaBRrLNc7nVn5RGv8lsum+AsmKppCV4YpEB0ygBQh4E/OYQPyPE/rM4+24eBMwARNopwS0z7T77rvjsMMOg3w1480338Stt94ax0u0R6YYywRMoGMQ0D4TO0ZT3UqQlX9rkimObLAaF4oq/u7Of4/ndtD2tfjZPl+nn+8ZXo0hoZgfeWEy+v78Y4z7pDZL8tIEOigBN9sETMAE2guBSY8Nw0c156F2zEfIBvcY0DMHU763EiYOORidv7lEkwcia79A+w7aZ5AtimzYxxAHkjJJZIOfIrwwARMwARMwARMwARMwgXZMwFU3ARMwARMwARNoOwQ+/fRTXHjhhU0qtNZaa+Goo45qEu8IEzCBtklg7NixuPTSS7HZZpth2WWXxTHHHINHHnkEdXV1zarwkksuma6Luu+++/D+++/jiiuuwJZbbpnOjzerAGdqXQI6RVGqQX19PWIOFSJLaTYm0NIEvL3qJ6CeJut35FV/e91CEzCB1iNAVl4zQTLtq5INtnj9RX5Nhq7RkBQu2r4HLoZtdlwgGqT+K5TNaR/qr38chSuHvBlpnk3ABEygugg8e8yNGHn9E6mvi26v1Dh59VjisA2x1MEbNrnWTf1nrmI/K59s6IPJzC8VmgzJZL0wAROofgJuoQmYgAmYgAmYgAmYgAmYgAmYgAmYQPUTcAtNwARmTqDTzLM4hwmYgAmYgAmYgAmYgAmYgAm0aQKunAmYgAmYgAmYgAmYgAmYgAmYgAmYQPUTcAtNwARMwASmQ4CsvCGSZLNuZtcNmPlN7EX/4H07Y79dYmNElBNCNkUQd977GX5y1ntZhJcmYAImYAImYALzlMBXz7+Nt/pdiklvfZC2o7GYYPihmOf//QB02eS70HieS2N6Y+kBCxLJ9BLb3EdMZBQUNp/JynAeb2sCLUjAm2oBAvXQpwU25E2YgAmYQDslQBJ9+vRJD8rOm3Dvvfdi/PjxedDWBEygQxDIHnLXIZrqRiYCZOVvYpIgK6Xf1EUVf4Prt7nCuR2wXS1OqpmQlQ2GJaI4gMCjL01Bv7M+wQcfN+8lDPBkAi1IYPPNN8czzzyT9Lvf/Q4LLrjgvNi6yzQBEzCBdkFg0qPD8GGf81E79hNoDE/SIgb1qT/4FiYNORidl/3GbD8QGTGRsXMQVjPZ4CtsmYAJmIAJmIAJmIAJmEA7J+Dqm4AJmIAJmIAJtCECF154Id59990mNTryyCPRs2fPJvGOMAETaDsExo4di0suuSRdy7TsssvimGOOwaOPPgq9iLk5tVxiiSVw6KGH4t///jfef/99XHnlldh6663TdeXNWd952hCBwmkEkog5xDZUQVelgxKYo2afcMIJuOeee+aqNtpoozmqk1duSkA9DZF9mqY6xgRMwATmLgGSFQWSxIcffojbb78dJ554IjbZZJO0L5tfy6nrNuXL5sqv45Q9YNBi2HanhaLMKDebQRL63PSnUbjy4jcjzbMJmIAJVAeBZ4++Ee/c8CSgfk5CTAyBWPLwjbDUQRvM8rVu6mNJgsyk0nKRzF1bEzCB6ifgFpqACZiACZiACZiACZiACZiACZiACVQ/AbfQBEygGQQ6NSOPs5iACZiACZiACZiACZiACZhAGybgqpmACZiACZiACZiACZiACZiACZiACVQ/AbfQBEzABExgRgTIyhsjSZZvoCQzXzdW5tIN7PJldfO6rCRfOqSmC/bbGelhUHrNlbatV4RKd9z7KY49s+mD35THMgETMAETMAETmDsEvnruLbzZ7xJMfGtseTzWmJw9qLEe8185AF02/g40bksax6cljfcSyfRgGzLbL0BMJGOZzSTTvkMW8tIEWpOAt90SBOI/HmyJDXkbJmACJtCOCXTr1g29e/dGly5dUitGjx6NV199NflemIAJdBQCsccUv5U6SmvdzowAGX/3zE1LkiAzFX9fy89V/D2e/0bPbf9ta3FSzYT02z6OuIeNYrMf+Hj0pUnoe9ZHGPtRXUR6NoGORsDtNQETMIG2T2DiIy9jfM15qH3/4xjGYwCPGVIspn7/W5h08cHovEyP6T4QOd9XKFoy268gmQCQmVWAbPAVtkzABEzABEzABEzABEyg/RNwC0zABEzABEzABNoKgZdffhkXXXRRk+psu+22OOKII5rEO8IETKD1CYwdOxaXXHIJNttsMyy77LI49thj8eijj8Y553SgeqYV7NGjBw4++GD861//gsq66qqroP95nd+e6crO0HYJFP78usdPwXot2m6NXbMOQWDOGrnIIotgiSWWmKvq2rXrnFXKa0+TgLob9T3TTHSkCZiACcxlAmPGjMHNN9+Mo48+Gt/73vew9NJLY9999037yN///vfTdZ3F6zG0n6uwrt2UFC7a/Qd2x7Y7LQhEZxZz2q/WfZral7rpT6Pwu8FvzOUWuDgTMAETaHkCz/z4rxh5w5PRx0V3Fx1c6udUjej4ljxiQ/Q8cP3pXuumflP9aFEkU3+rIsgGX2GJpIxlAibQYQi4oSZgAiZgAiZgAiZgAiZgAiZgAiZgAtVPwC00ARNoDoFOzcnkPCZgAiZgAiZgAiZgAiZgAibQZgm4YiZgAiZgAiZgAiZgAiZgAiZgAiZgAtVPwC00ARMwAROYKQGy8gZJkumGSrLBFm+4zG/ClM1vYi/6B9d0wf67xbrlLcsPEbjrP5/hmDPeLafYMQETMAETMAETmHsEvnr2LbzR9xJMGjkuCiWyT7gxk8T8vx+Irht/Bxq/JY3f01I+7pOEfDJKCiEmkrH0bAJtkICr1AIE9Ng9qQU25U2YgAmYQDsnsMYaa2CllVZKrairq8NTTz2VfC9MwAQ6CoHYZ6qv7yiNdTsLBMjK38wkQTLlIJl8/c4uqvi7PP+tntt+29bipD4TYn0CMScBiKLwxP8mo+9ZH2HMh7XwZAIdioAbawImYAJtnMDEh/+HD/ucj7pxn8aYHQO4Bm7VOdza9b6NSUMOQuelF5/uA5GL+wm5TzKVRVIlJT85sSCzuHA9m4AJmIAJmIAJmIAJmED1EHBLTMAETMAETMAE2gyBiy66CLruoXGFjjrqqMZRDpuACbQigbFjx2LIkCHo1asXll12WRx77LF49NFHoRf2Nadaiy++OA466CDcc889GDduHK655hpsv/326Vh2c9Z3nnZAoHA6gdAH8CkGeGptAt5+hyGg/oZkh2mvG2oCJtCyBEaOHInrr78ehx12GHQN/3LLLYf9998fl19+OV566aWKymh/mWTsBzHdM5lfl6HrOOXL5tdvFu1+A7tju10WAgGQsQzFHAHg5j+/i98NfgOeTMAETKC9Enj6qL/inRufBrLuLQxBhgD0PHIjLDVo/XR8oNgvqr/Mpf6zKDLWbaQoqjyTLPt2TMAEOggBN9METMAETMAETMAETMAETMAETMAETKD6CbiFJmACzSLQqVm5nMkETMAETMAETMAETMAETMAE2igBV8sETMAETMAETMAETMAETMAETMAETKD6CbiFJmACJmACzSNAVt4oSTK7MbNgizde5jdkyuY3axb9g/bpgv13Y2njetlVKJtx138+xTGnjyql2ZiACZiACZiACcwNAl8+8yZe7zsEk94ZD8SYq0V9OMmNDcx/1QB02/g70LgtadyelvLxnmR6kA3JtE+AmEjGsmEmK8MNKfZMoOUJeIstQYDIPi2xLW/DBEzABNo3ge7du+O73/1uuRFvv/02JkyYUA7bMQETqHYC3muq9r/wjNpHsiKZJMhK5b+9c1v8fZ7/Zs9tv23rcPJ+MYbkP/BVevLr8d+XJ6HfWR9h9PhaxVom0CEIuJEmYAIm0JYJTHzoJYzvcwFqx32aqlmfxuzkona9b2Pi4APReanFp/tA5OK+Qe6TDfsRKomkTBLZ4KcIL0zABEzABEzABEzABEygSgi4GSZgAiZgAiZgAm2DwL/+9a/0EsXGtenfvz/23HPPxtEOm4AJtDCBsWPHYsiQIdBLTJdddln85Cc/wWOPPYb64sHpGdRpscUWw6BBg3D33Xdj3LhxuPbaa7HDDjukY9gzWM1J7ZVA4ZyFviP6msi21+a43tVBwK3oGATU/ai/kTpGi91KEzCBeU1gxIgRuO6663DggQem6/W/9a1vYcCAAbjqqqvwyiuvzHDz2ncmWb6mM782Q1bXceZWvpRfxynbZ0B3bLfLQqX97fqwsSl1cqjH0D+PwhW/eT0iPJuACZhA+yLw9JE34J2bnopKR4cWczgxq4+rR8+jNkbPgeul4wTqB4v9onxJ/WZRZEMfS2Z+FFieSZZ9OyZgAh2HgFtqAiZgAiZgAiZgAiZgAiZgAiZgAiZQ/QTcQhMwgeYR6NS8bM5lAiZgAiZgAiZgAiZgAiZgAm2SgCtlAiZgAiZgAiZgAiZgAiZgAiZgAiZQ/QTcQhMwARMwgVkgQFbeMEmyfBM7mfnFGzDl68ZMKb9ps+gfuE8XHLC7Li9h1CKUzanMf9z/OY4+fVTEezYBEzABEzABE5hTAl8+/Sbe6HcJprz7UYyzUVqMuQBBhgAscPVAdNvoO+lBCxqrc2n8lvKwxnaJjPUKiiJSWbISmaXLt0ygjRBwNVqQQPlZLi24TW/KBEzABNobAZJYaaWVytV+//33MWHChHLYjgmYQLUT0B6TVO3tdPumR4BkRRLJ9LuabLD6/V1U/ttcNv+tntsDtq7FqQdMzMqMMkC5BEk8NWwy+p/1Md4bV6tIywSqnYDbZwImYAJtlsDEB1/C+D4XoP7DzxCjdNQzlgwTc+3638bkiw/CfEstno7T52N8bjX+F/cLSEJhkiAzISaSscxmssHPYrw0ARMwARMwARMwARMwgaoh4IaYgAmYgAmYgAm0EQIXXXRRk5ostNBCOOqoo5rEO8IETKBlCIwZMwZDhgzBpptuimWXXRY/+clP8Nhjj6G5L1Xu3r17ejnqXXfdhXHjxuEPf/gDdtppJ+h4dcu0wFtpNQKF0wok4/wDQoQnE2hFAt50ByGgnobIPh2kyW6mCZjAXCYwbNgwXHnllejXrx9WXHFFrLrqqjj44IPxxz/+EW+88Uazt7byyitDIqNPKkjXZ+TKr9/Q/rGkcNHW9O+O7XddKOvVGJuWIoQo75a/vIsrfvN6RHo2ARMwgfZB4Omj/opRNz8DxgcSkU3Rpy31403Qc8APp3utm/rHvO/MLUmQlcoKzJYkM8dLEzCBjkbAw9H7igAAEABJREFU7TUBEzABEzABEzABEzABEzABEzABE6h+Am6hCZhAMwnoCe3NzOpsJmACJmACJmACJmACJmACJtDWCLg+JmACJmACJmACJmACJmACJmACJmAC1U/ALTQBEzABE5hVAmTljZMkm9xomd+EmVvdoCnlN7EX/UG950Pf3Yn6+KS5HtmDperrcfd9n+HHp70T4VmtpfObgAmYgAmYgAnkBL586g283ncIJo36MMbUGHFjrNWYGyNuCi947SB02/Db6UELxTE6H7c1niteViKzsT/3tR2SMklkg58ivDCBNkHAlWhJAu4FWpK2t2UCJtCeCWh/K69/XV0dpDxsawImUO0EYo/Jv52q/Y880/aR8T0o5CLZ7GPt+p2ucaRo99uqFqfsNyF+7pd++8ePf73EIQ6146nhk9DvzA8xauzUwhbtmkA1EnCbTMAETKBtEpjwwIsY3+cC1H74eRyX13CdHajXWD11/W9j8sUHodOS3dNx+sZjvMZ7HY9vLLJh30GtJimTRDb4KcILEzABEzABEzABEzABE6gqAm6MCZiACZiACZhAWyBw3XXX4f77729SlSOPPBIbbrhhk3hHmIAJzDsCY8aMwcUXX4xNN90Uyy23HH7yk5/g8ccfj+PROhY98+0uuuii6WWpd955J8aPH48//elP2GWXXdClS5eZr+wc1UOg8HWp1/UG0TJdbxDGswm0EgFvtiMRUBekvqcjtdltNQETmH0Czz//PC699FLU1NRg2WWXxVprrYUjjjgCN9xwA0aNGjXbBffq1SutS3KG13Lm13HINr7GQ+Ga/othu10WjP3xKE4dnPatYsdK7i1/eReX//r1SPBsAiZgAm2bwFNH3ICRNz0dPVjDtW4KRHeGnkdthJ79fzDda93UP+pat9zKJ4ncklk/i8JEshCyawIm0LEIuLUmYAImYAImYAImYAImYAImYAImYALVT8AtNAETaC6BTs3N6HwmYAImYAImYAImYAImYAIm0OYIuEImYAImYAImYAImYAImYAImYAImYALVT8AtNAETMAETmC0CZOUNlCRneDO7bsbUDZqSbl6XlXJ/YO8u6LtHJ4AxJ6UFNN3zwOc4+rR3UFenkGUCJmACJmACJjArBL588nW83u8STBn9MciG8RXJ7YQFrx2EruuvnB60UByb8zE6H8NlJZLpIQu5j5jIKCysZxNo0wRcuZYhUK/H7kktszlvxQRMwARMwARMwATaL4HYZ4p9p/Zbf9d8bhEgK39TkwSZKf/tLVuUfr/nyn+/53a/retw6gETowzVMMpBiIgl8OyrUzDg5x9h1Nip8GQCVUvADTMBEzCBNkhgwv0vYnzNBaj7+Is0JquKMdzLoHbD72LqkIPQecnu0HguaZzPrXztB+RWvkQSZCYVRFImiWzwU4QXJmACJmACJmACJmACJlBtBNweE5gFAvVxLN7KzkmYgzn4O+DvwNz8DkycOBEXXnhhkx7529/+No488kjMzW25LH93/R2Y9ndg9OjRGDx4MDbddFMst9xyOO644/D444+n/78m/5zTiFhkkUVwwAEH4Pbbb8f48eNx/fXXY7fddkOXLl2mkdtRHYJA4fQCoQ/gUw7w1JoEvO0ORUD9DckO1WY31gRMoPkEnnrqKfzmN7/BXnvthSWWWAI/+MEPcMwxx+CWW27B+++/3/yCZpJT+9Z5FpKxL1QpXa+RK7+OQza/xqNo9+2/GLbfdSGAiIlhpHBjvvWGd3H5r14Pz7MJmIAJtE0CTx1xA0YNfTb6rlL9ok+EQgSWOnpjLNX/h+me9GK/p/4wV95Xkkz3o5MESWgiWfYVlkjKWCZgAh2VgNttAiZgAiZgAiZgAiZgAiZgAiZgAiZQ/QTcQhMwgWYT6NTsnM5oAiZgAiZgAiZgAiZgAiZgAm2MgKtjAiZgAiZgAiZgAiZgAiZgAiZgAiZQ/QTcQhMwARMwgdknQFbeSEky3WxJNtj85szc5jdt5jdzKpz7A/fuggN2J+qjSnpAF+rlKQDc88BnOOb0UaitK8VFtGcTMAETMAETMIEZE/jiv69jRL9LMfm9j5uOrzFeL3DtQHRbf+XygxbyMTm3Gr81VstKJKf5sAUUJpKFkF0TaDsEXJMWIhB9AKFPC23PmzEBEzABEzABEzCBdktA+0xst7V3xecuAbLyu0ASJNNGSCZfv8uL0u/1XPnv+Nz22aoOpx4wMdavj+MB2TH1tIxj7s++Ohn9z/wI77w/NdI9m0D1EXCLTMAETKCtEZhw3wsYV3M+aj/5Ik5/a2zOaqixuXbD72LqkIPQ6RuLIh/HNb4XfY3/ipPNRWb7ByRTYWRmFSAbfIUtEzABEzABEzABEzABE6hGAm6TCUyLgK47npamlddxJmACJmACc07goosuwogRI5oUdOSRR2LFFVdsEu8IEzCBuUNgzJgxGDx4MPRi0uWXXx7HH388Hn/88XT8uTlbWHjhhbHffvvh1ltvxbhx4/CXv/wFu+++O7p06ZLKKO5PNac856kyAjp5UWpS9l1A+l6UomxMoMUJeIMdh4C6n6zfkddx2u2WmoAJzJjAL3/5S+yyyy7o3r07NtxwQ5x44om4/fbb8dFHH814xTlI3WyzzSrWJpmu3yQbbH7thmx+PYdsfq1H0e7bfzFsv+tCUaauF2no4xS69a+jcNlFTX9XR2bPJmACJtCqBJ48/Aa8M/SZdA16ueeql1ePpY7eGEv1+0H5nvRi/ydfUv9YFNnQh5KZX2wgyWLQvgmYQAck4CabgAmYgAmYgAmYgAmYgAmYgAmYgAlUPwG30ARMoPkEOjU/q3OagAmYgAmYgAmYgAmYgAmYQJsi4MqYgAmYgAmYgAmYgAmYgAmYgAmYgAlUPwG30ARMwARMYA4JkJU3VJKc4c3sullTN25K+U3sRX9g767ot0exjKggQyD+9eBnOOa0Uait1Q2iirNMwARMwARMwASmR+CLJ0bg9X6XYMqYTxDDqGaQTEInYsFrB6Hbet+qeNBCcUzOx2xZiSRySxKayMzKl8jKsOIsE8gJLLvssmhFtdi2F1pID2bKW90xrR5E5T32jvm3d6tNwARMwARMwARmhYD2mKRZWcd5q5kAWfmbmmT6DU82WP0uL0q/43Plx9tzW7NlHU7rOwmxdsJGLVVWxDw/YjIGnPURRo6ZqljLBKqJgNtiAiZgAm2KwMT7XsC4Pheg/rOvQTJT1JChuo1WwZSLD0SnHosgH781rhd9jfuKkyVZcYyeVClIZaI0kVlcKWhjAiZgAiZgAiZgAiZgAtVKwO0ygSYE9JLAJpHTiVBeqx5mYAb+Dvg7MCffgTfffBMXXXRRk562V69eOPLII93H1Pv7NSffL6/b9PszevRoDB48GJtuuimWX355nHDCCXjiiSfS/1qTf8RpROi61n333Re33HILxo8fj7/+9a/Ya6+90K1bN8xo0t9iRulOq0IChdMMJOMcBEKEJxNoJQLebAcioJ6GyD4dqNluqgmYwEwInHzyyVh99dXx+eefzyTn3EnWPW/aHsmKAkmCrJSu48iVX9chm1/zUbT79FsMO+y+cCpDBTMWBNPythvfxWUXjQjfswmYgAm0DQJPHvYXjPrbs1EZggwlD8lf+phNsFTfH1Tck573d+oDpbxvzC0ZZTQSChPJQsiuCZhAByXgZpuACZiACZiACZiACZiACZiACZiACVQ/AbfQBExgFgh0moW8zmoCJmACJmACJmACJmACJmACbYiAq2ICJmACJmACJmACJmACJmACJmACJlD9BNxCEzABEzCBuUGArLyxkmS6iZNssPlNmrnVDZySbuqUcl+2/95d0XcPpodR1esdWBKyh1j964HPcMxpozB1aoqcG9V3GSZgAiZgAiZQdQS+eHwERvS7FJPf/yTaFmOm5qQYTzt3wkLXDUK3H65U8aAFjcH5mNypU6eUJiuRrHixEGIiGUtUjPnwZALTIbDgggtimWWWaUW17Lang6HDRBP6dJjmuqEmYAKNCNTV1aXf842iZym48MILzzT/1KlTZ5pnZhmas52ZlTGn6ePGjSsXscACC6SXPpYj7JiACVQ5AQKl31XwZAIlAmR8L0q+DMn4mlRKv9OL0u/5XPnv+tzuu2UdTus3EXF4XXMao/WSBun51yah/5nj8dboOR9TVVfLBNoGAdfCBEzABNoOgQn/eQFj9zkfdZ9+VTEGx6F61G68CqZcfCA691gk/Q5sPJYrrPE+tyQrjtGThCYys419hS0TMAETMAETMAETMAETqF4CbpkJNBDQsU6pISYOh9bXV/4OaxRWXq1jzZiT+ZiPvwP+DszoO3DRRRfhq6++UpdaoSOOOAJdunSZYT88o3Kd5u+dvwMN34HRo0dj8ODB2GSTTbDCCivghBNOwBNPPJH+vyr+8aYT0HW7vXv3xk033YQPPvgAN954I/bee2907do1lTE91o2Ly/M1jne4SgnoJEapafFtLF1nUIqwMYEWJ+ANdjQC6oLU93S0dru9JmACMybw61//Gj/96U9nnGkupfbq1atcEtlwPYYiSc7wWs78+g7Z/PrNou3ddzHssNtC2f5VFKj97DiSmebb/vouLrng1Yj1bAImYAKtS+C/P/oL3vnbc6lv0kJ9VbaPBix97CboecD3033nxf5N/V4uXe9WFMlpXvOG0kSy5NmYgAl0bAJuvQmYgAmYgAmYgAmYgAmYgAmYgAmYQPUTcAtNwARmhUCnWcnsvCZgAiZgAiZgAiZgAiZgAibQZgi4IiZgAiZgAiZgAiZgAiZgAiZgAiZgAtVPwC00ARMwAROYawTIyhssSc7wZnbdvJnfzCnb+EbP/nt3Rf+9S5edUNUk0ofAvQ99hmNOewdTpuiWUaVZJmACJmACJmACOYEvHn8NI/pdgiljP42oGDhjBE1zuOwyHxa6diC6/WCligctFMfifIyWlUhWPGQBMZGMpWcTaEcEXNUWJKDH7kktuElvygRMoE0RGD9+PCZMmDBHderZs+dM1x81atRM88wswxJLLDGzLPM0ffLkydDDuvONLL300tDDt/OwrQmYQLUTiH2meh/frPa/8uy0j6z8zU0SZKbi73T5ufS7PlfjY+37bFGH0wdMAqMyJEGGQCDsS69PwcCzPsSb702FJxOoCgJuhAmYgAm0EQIT/v08Ptj3PNR/Gb+Ps2EX1CfG37qNV8GUiweh8+ILIx+3NY4XfY3xipMlWXGMniQ0kZlt7CtsmYAJmIAJmIAJmIAJmEBVE3DjTCAIpJfONDrGXozL/aKtq6tDrmK8/ex8hTmYg78D/g409zvw8MMP4+qrr47euHLu3bs3ampq0NxynM/fOX8Hmn4HdB3R4MGDsemmm2LFFVfEiSeeiCeffDL9X1X+x007tMACC2CvvfbCDTfcgPfffx833XQT9L/ZrVu3VEa+L5Tbxn8DlVqMUziX4nPftooJNJx60FmNEANhV8oAABAASURBVFA4HQFPJtCiBLyxDkdA/Q1Z6Ig6HAE32ARMYHoELrroIpx00knTS55r8b169aooi2zaJ5GM/aMG6bqOXPl1HrL5NSCyufbuuxh22mNhMLZCpiUUkHvH0NG45IJX4ckETMAEWovAE4dej1G3PQ/1S0mxYBKwzE82Rc/9v1dxT7r6NvV3udQXypeVSKZr3hATGSWFwi3PJMu+HRMwgQ5OwM03ARMwARMwARMwARMwARMwARMwAROofgJuoQmYwCwRKD2JfZbWcWYTMAETMAETMAETMAETMAETaHUCroAJmIAJmIAJmIAJmIAJmIAJmIAJmED1E3ALTcAETMAE5i4BsvJGS5IgK6UbNovSjZy58hs9c9t3z67ov3cnIL0Hqz6MlNX53w99hmNOeweTJ9dlEV6agAmYgAmYgAng80dfw2t9L8XkDz4r0dAgGooZXTpjoWsHoNv3V6x40ILG4Xzs1RitsKxEMj1kgczGc8REMpaeTaB9EXBtW5IAkX1acpvelgmYQGsTWHnllctVqK2tLfvNdb7++uv00OkZ5V9wwQWx1FJLlbPoQdSz+mDp8ePH4/PPPy+X0drOp59+ipEjR5ar8d3vfhddu3Yth+2YgAlUOwGm/aZqb6XbN3sESFasSBIkU1zx97r8/He8bK78d35ue29eh9P7T4pj7fUNx9nr5QMvvT4ZA88cjzfenZrK98IE2jMB190ETMAE2gKBCfc+h7H7no+6LyfGuBs1iuPzMSdn6saroHbIgei82MLIx2lZKR/Hi+M7yYpj9GS2P0BmFjGRDX4EPZuACZiACZiACZiACZhA1RNwA02g8TlChWcknVeUZpTHaXG8WMeMLfi74O+CvwMz/w78+te/bjIY6ZjW4Ycf7v8h96P+DszGd+C9997D4MGDoZeNrrTSSvjpT3+KJ598MrFs8s82jYj5558fe+yxB/7yl79gzJgxuPnmm7HvvvtigQUWSGXMqF/TPpKU5yn62lQeL19SWNaqYgLZCY3UQP294yudvkcpwgsTaGEC3lzHIqDuJ+t35HWstru1JmACzSPwy1/+EqecckrzMs9mLu2TN16VbLgmg2S6jpOstPpNnEvXfsiXLV4LIl/au+/i2H6PhRG/vmNT0efFHIF0becdN7+HIee/GvGeTcAETKBlCTxxyPUYddvzqS/K+iRtXz1VPZY5blP03G/dinvS1Z+pn8ulfk8iWb7WTWHERGZ9ZrjlmWTZt2MCJmACJmACJmACJmACJmACJmACJmACJmACJlD9BNxCEzCBWSPQadayO7cJmIAJmIAJmIAJmIAJmIAJtAkCroQJmIAJmIAJmIAJmIAJmIAJmIAJmED1E3ALTcAETMAE5gEBsvKGS5JNbmjXDZtF5Td3yuY3fOa2755dMaB356hpqZzkIZV53yOf49jTR2HyFN3hDk8mYAImYAIm0KEJfP7oqxjR/1JMHf85KBKxYPIIzD8fFrp2ILp9b8WKBy0Ux16NzQrLSiTLD1sgCU1kZuVLZGVYcZYJtEECrlIrEPAeeitA9yZNoBUJLLnkkuWtjx07Fl9++WU53Bzn448/rlhnpZVWmuZqPXv2LMdrOxMmTCiHm+N88skn5e0suuiiKNa7OevP7TwvvPACRo8enYrt0qUL1ltvveR7YQIm0FEIaI9J6ijtdTtnlQBZ+ZubJEimYkgmv/j7Xb5+1+fSMfZcitt78zqcMWAyYk3E6iF5URyBl9+cgoFnjseIUVMiwrMJtFsCrrgJmIAJtDqBr//1HN7f53zUfz0p1SWGWcSgC8anttdqqBtyIDp1XwgaozU+51a+lI/nsiQrjtGThCYys419hS0TMAETMAETMAETMAET6AAE3MQOTkAvAywiyMOyuerq6iBfdlqqra2FZQb+Dvg74O/A7H0HbrzxRtx9993Frjj5hx9+OPSiRHOdPa7m1vG4jRo1CoMHD8amm26KlVdeGT/72c/w5JNPpn2Y9E81k0W3bt2w22674Y9//CPee+893HTTTejduzfmn3/+me7nNN4/Ku43yW8sVUVxslLRV9iqMgINpyBAMoQQ4ckEWoGAN9nBCKinIbJPB2u6m2sCJjALBM4//3ycdtpps7BG87P26NED3//+96e5AsmKeJIgK6XrPHIVr/8oXheS+737Lo6d9lwkyiQQcyaCJP4+9D0MOe9VeDIBEzCBliLw+CHX493bX0h9UCw0A0RMxDLHbYqefdatuCc978vU10l535dbkiAZ6yNZMvNRmsjKcCnaxgRMoOMScMtNwARMwARMwARMwARMwARMwARMwASqn4BbaAImMIsEOs1ifmc3ARMwARMwARMwARMwARMwgTZAwFUwARMwARMwARMwARMwARMwARMwAROofgJuoQmYgAmYwLwiQFbeeEmyfIMmmfn5TZy51Q2eufIbP3O7/x5d0H9vpodZ1dcDMSc/Frjv4c9wzKkjMWmyYudVi1yuCZiACZiACbRtAp8/8gpe63sppoz7LIbH+jRWapG8bvNh4WsGotu6KzR50EI+1mo81jgsK5GseLEQYiIZy2wmmcb2LOSlCbR1Aq5faxBga2zU2zQBE2g1AsssswwWWGCBtP3x48fjjTfeSH5zF2+++SY+/fTTlH2xxRbD0ksvnfzGi29961vlqJEjR+L9998vh5vjvPDCC9BDrJV3sdjOUkstJbdVNGnSJNx1113l+qy00kpYZZVVWqUu3qgJmEBrEYg9pvht1Vpb93bbBwEyvieFqpJMv8fJBqvf8VL+u162sfLf/3ttXoczBkzMjh3EwfZ0VD0WeknDsLcmY+CZ4zHinSmFLdo1gfZEwHU1ARMwgdYl8PU9z2LsPuehfsKkNNaWj9HHmFu76aqou/hAdFp0QeTjcm7zcbs4npOsOEZPEprIzDb2FbZMwARMwARMwARMwARMoGMQcCtNoIGAjms2ls4FKk5Wqq2tTefjcr8YLsYp3qqFGZiBvwP+DszsO/Cb3/ymoSMuecsuuywOPfRQ9yEx5syMn9M79v/YqFGjMHjwYGy++eb4zne+g5NOOglPP/10djy59P80I9O1a1fsvPPOuOaaa6CybrzxRuyzzz6Yf/75m/X/p30fqfg9zMOyRWl/qijVS2FZqegrbFURgfqGtug+BAXjNEdDpD0TaDEC3lBHJJD6HJ1k7YiNd5tNwASaTeAXv/gFTj/99Gbnb27GXr16zTAr2XC9hjKSnO61nPn1H/n1IMXrQ3J/rwMWx457LZwemJD2t2Kh/Wz1hX+/5T1c/ItXtBnLBEzABOYpgccO+jPe/b8X0h6Y+qA4SKE59U3LHLcJluqzbpN70vO+TVb9XVFk076x2ACSxaB9EzABEwBgCCZgAiZgAiZgAiZgAiZgAiZgAiZgAtVPwC00AROYVQKdZnUF5zcBEzABEzABEzABEzABEzCBVifgCpiACZiACZiACZiACZiACZiACZiACVQ/AbfQBEzABExgnhIgm96ASbLihvb8hs78Bk/ZXPlN7Lk9YM9uGLhP51g/qzZJpECYBx79HMeeOhITJ+nWdngyARMwARMwgQ5F4LOHX8Fr/S7D1I++gMZGkiCyiQt0xcLXDkC3dZaf7oMWNB5r/JWVSFa8WAgxkVmJJEEyYjybQDsi4Kq2LAE9dAp67GfLbtZbMwETaF0CK620EpZbbrlUiSlTpuDWW2/FpEmTUnhmiy+//BK33357OdsKK6wAPRy+HFFwVlttNSyxxBIp5uOPP8Ydd9yB9JCpFDPjxZgxY/Cf//ynnGmNNdZA9+7dy+GWdFTnm2++Gf/973/Lm91rr72w2GKLlcN2TMAEOgKB2GeKfaeO0FK3cc4IkJW/w0mm3+Yky7/fi7/n5et3fq78GHtu99ysHmcOnIwoBERpirIQoVfenoKBZ43HayOnwJMJtDsCrrAJmIAJtCKBr//5LMbucz7qJ2kMZYyqRCxiJuo2Xx11Qwah0yILIB+Pc5uP1/n4LUuyPMaTBEloIjPb2FfYMgETMAETMAETMAETMIEOQ8AN7dAEdI4tByBfUli2qLq6OhRVW1uLoqZOnYpcxXj7lZzMwzz8HfB3oPF3YPDgwXjppZfU9Vbo0EMPxcorr1zR1zZe12F/nzrqd+Ddd9/FxRdfjC233BKrrroqTj31VDz99NMV/0MzCnTt2hU77LADrrzySrz11lu48cYbse+++2L++eef5f+5me3/FPefcr+4j6V6KiwrFX2FrSoh0HAqAkwfoHB6Ap5MoMUIeEMdkoD6G5Idsu1utAmYwKwROPfcc3HmmWfO2kozyd2rV6+Z5EDsF1X2USRTHNlgdd1HUfl1IcXrRHJ/r/0Xx057LxJlAFqQUQ6y6a6/jcbF576SBbw0ARMwgXlA4PGDr8d7d8axPgIxg4xlErDsCZtiqT7rTveedPVt6utyK5/kNK95Q2kio/ySb2MCJmACZQJ2TMAETMAETMAETMAETMAETMAETMAEqp+AW2gCJjDLBDrN8hpewQRMwARMwARMwARMwARMwARamYA3bwImYAImYAImYAImYAImYAImYAImUP0E3EITMAETMIF5T4BsuBGTZLrxk6y0xRs65etGz1z5Tey53W/3rhi4T+dU8exhUfVAzNIDj36GY099GxMn1qV0L0zABEzABEygIxD47KHheK3fpZjy4RdI742MhcZIDY9cqCsWvmYAuq29/HQftJCPvbISyYqHLCAmkrH0bALtl4Br3sIEos8g9Gnh7XpzJmACrUpgscUWw1ZbbVWuwyOPPIIrrrgCkyZNKsdNy1H61Vdfjeeffz4la39kl112wcILL5zCjRcrrLAC1ltvvXL0rbfeiptvvjm9wKMcOQ3n888/x5AhQzBq1KiU2q1bN+y2225pHylFtOBCD8i+88478fvf/75c77XXXjs9rLsFq+FNmYAJtAkC2mdim6iJK9H2CZCV3xWSIJkqrvGTZPo9L1/H13MrX8qPsed2z83qceaASTq0jmzSkYRQzK++PQUDzhiHV96anCV5aQLthICraQImYAKtReCru5/BmN7noW7SlOzcdRphY1CNCtVutipqBw9Ep4UXQD4O51ZjtJSP27K5SKaxnmywUVyaSSbrhQmYgAmYgAmYgAmYgAl0RAJuc8cloOuh8tY39hXWOThp0uRaFDVx0tQUlm07moKJ8RuyrWtS1NGaEue8rdb6HkyO7+C80WRMntTGNbFUP9k2onffeRdDBg9Bp0af76/7fQzsPxCT20g953Y9pkS7rMmYuwwmRXnVrXfeehtDfjsY22y5FdZafQ2cdfoZeP6ZZ9EZbJbm79IV22+zLS4bcglGDH8Ff/3z9dh3r72xQMRPnTgJc0u10ReqLNmi6iZPQVJdHbSfVRRiUjiM52olUN/QMP2t6yMs2xBrzwRahoC30vEIRHdTHnc6XuvdYhMwgdkhcPbZZ6d+Y3bWndY6vXr1mlacVyieAAAQAElEQVR0kziy8poNkiArlV/7kVtdGyIVrxfJ/T33Xxw77rUwojEx16crTrKN1uMft76HwecMz4JemoAJmMBcJPDYQX/GqDteiD5He2HRBUXZ6bdf/Aj85vG90HPfddL9VnlflVv1ZZL6N1mS6fp1MrOIicz6xHDLM8myb8cETMAEigTsm4AJmIAJmIAJmIAJmIAJmIAJmIAJVD8Bt9AETGDWCXSa9VW8hgmYgAmYgAmYgAmYgAmYgAm0KgFv3ARMwARMwARMwARMwARMwARMwARMoPoJuIUmYAImYAItRICsvCGTZLNvZteNn/kNobnts3tXDNq3cyoDYJplEOU+9PgXOObUkZgwoQ6eTMAETMAETKDaCXz24HC81u8yTP34K0BDYggxHpJEp4W7YeGrB6DbWstN90EL+UMWZCUy1uvUKYpgEmIiGUvPJtCuCbjyrUBAj5zKHv/SChv3Jk3ABFqNwJ577olvf/vbaft6ucYNN9yAPn364O9//zs+/vjj9EA6JSrtgw8+wG233ZbSlU9xSlt//fWxww47yJ2mdJygf//+6NGjR0qfNGkSfv3rX2PQoEF46KGH8MUXXyCfpk6dilGjRuEPf/gDevfujfvuuy9Pwi677IIf/vCH5fC8dlSXsWPH4o477kC/fv1w7rnnQnXXdtWWE088Ed27d1fQMgET6FAE6qO1UhjPJtAMAmTlb3SS5d/vjX/Xa8xUnGyu/Bi7rLTHZvU4a9BkgJpjEU4UCU0jRk3BoLPGY/hbka4IywTaPgHX0ARMwARahcBXdz+D9/c5H5haixhKM5Wcus1XR+3gQei88ALQ2KsxObfypXy8liUJslJoNJFsFOOgCZiACZiACZiACZiACXQoAm6sCZTPOepFNLl0rlG+7GJ7fY3F9pqAxfeeiB69J2LJfSdjyX0mY6maKVi6pGX6TMWySVPwzT6hiF8u7HI1kyEtXzMJuVYIf4WaiVhR2nciVkqaEHYCvrWv9HXYr7HyvqF9vsK39w2F/U7Sl/jOPl/iu2V9gVX2CfX+EqsmfYHVekufh820eu/Psfren2GN3qGwayZ9irX2zvVJ+J9g7b1De32MdUpaN+y6e30E6Xthk/b8EN/fKxT2B0nj8cM9pXFhx2G9PUva4wOsv2co7AZJY7HhHmOxQUkb7v5+hEO7j8FGJW0cduPdR2OTonZ7D5uW1Ctsr93exWZJo7D5bqFdQ2G32PUd5Noy/C13HYmtpF0yu/UubyPTW9hml0zbht12lzexnbTzm9g+7PY7v4FcO4S/w86vY8ekEdhp59BOmXbe6TXk2iX8XXZ6FbtKO76K3cLutuMrkHbfcThy7RH+HjsOw57SDsOwV9LLYV/G3jvk+h967xDa/n/YZ4eXsM/2L2HfpBfDZqrZ/kXUbP8C+kjbvYD9kp7H/ttJz4V9DgdsV9K2z6LvdqGw/ZKeQb9tn0H/XNs8jQHbhsIO3OYpSIPCDtrmSRxY1Nb/xUHbhMIenPQEDtlaejzs4zh065K2egw/KumwsIdt9SgOL+iILR/BEVuFwh6Z9DCO2lJ6CD/eMrRFKOzRWzyIXMeEf8wWD+DYpPvxky1Cm4eSvQ/HbZ7p+LDHb/4fnFDSiWFP3OzfyPXTze5Fg/6Fn20W6pXppF73INfJ4Z/c6584Rdr0bpzaKyQbOm3TfyDX6eGfvuldOEPa5C6cGeEzZUNnlfV3/HwT6U6cvUlo4ztxTtIdYTOdu/EdOHfj2/ELaaPbcd5G/5d0ftjzN7oN0gVhkza8Fb/cKBT2wqS/4cIN/4aLyroFv9owtMFQ/HrDUNjfJN2M324Q2jCU7E0YvGFog5tw8QY3Jg0JO2SDv0K6JGzS+jfg0pIuC3vZ+n/B5QVdsd71uGL90Hp/xu9KujLslev9Cb8v6Kof/hFXrRcKe/UP/wDpmrDX/PA63LXzP3DiAj/F+ctdgPO/eT4uKGn/D/vgb1vcjD/+4JqkP4X90/evRqar8OfvZ7o+7PXf/z3+In0vszd870rk+uv3fgfpxrA3fu8K3CStm9mb170cuYaGP3Tdy3CLtM5l+FvYv61zKaRb17kEuW4L/7Z1huD/pLWH4Paki8NejDvWzjUYd64dWuu3+PvaobB3Jf0Gd631G/wjJHvXWr8OP7Tmr3F3+Hev+Sv8M+misJnuWfMi3LPGhfjXmqGw9yb9Ev9eo6gL8J81Qqufj/tKuj/s/aufB+mBsEmr/QIPrh4K+1DSuXh4NemcsOfgkdVKWvVsPLpaKOxjST/H46s26IlVzsITq4ZWORP/LenJsE+ucgaeKuq7p+Ppkp4J+8x3T8OzJT333VPx3HdCyZ6C57+T6YWwL3znZLxY0EvfPgmZfob/fTvTy2Ff/vZPMUxaObPDw+Z6JfxXVj4Rr5b02son4LVvZRrxreOR6/XwX//WcXhDWuk4vBn2zZV+gkzH4q2VMr0d9u2VjsFIacVj8E7S0WGPxqgVc/0Y764YWuHHeC/seyscBWn0Ckci15jwx6xwBN6Xlj8CY5MOxwfLS4eFzTRu+cMwbrkfYfzyobAfJh2KrhuchT7nP48bXl4ew+fbDa90CYV9NWlXvDaftEvYXTBivpI674zX5wuFfaVuO/z+wa7Y9fh7gFV/jC+WHYgvcy0zAF+V9HXYr5fpjwlFLd0PE5cJhZ2U1BeTl5YOwJSlQ0sdgMlL7Y8pPffD5CX7ZFqiBpO+sQ8m9eiNiYvvja+774lJJ/4+7Xdp/0r7WUWhMCm+ELRbDQTY0AiScd4CIcKTCbQwAW+uAxJQT0Nknw7YfDfZBExgDgjMjX3SBRdcEBtvvHGza0GyIi9JkJXSdSBF6RoRqXjdSO7vuX8P7NR70awMlUyA8dHy7ttGY/A5w+HJBEzABOYWgccO/DPe/ftLUZx6GoZF1uNEP/bNn/ZCz33Xnu496erH1LfJkoR8MrOIiSRIhtcwk5XhhhR7JmACJgAjMAETMAETMAETMAETMAETMAETMAETqH4CbqEJmMBsEOg0G+t4FRMwARMwARMwARMwARMwARNoRQLetAmYgAmYgAmYgAmYgAmYgAmYgAmYQPUTcAtNwARMwARakgBZeWMmyXTzJtlgdYNnUbrxM1d+E3tua3brioH7dgLq60Mxh5GvG/UfevxzHHvq2/h6Ql1LNtHbMgETMAETMIEWJfDpA8Pwar9LMeXjL2O7MRBqTqpH/UJdsfDV/dFtzW9O90ELGnM1zspKJMsPWyAJTWRm5UtkZVhxlgm0fQKuYWsQIPRpjS17myZgAq1JoGfPnjjrrLOw5JJLlqvx3nvv4eyzz8b222+P9ddfH+uttx422GAD7LLLLjj//POh9DzzWmutldZfeOGF86hp2lVXXRUnn3wy9KC9PMPw4cNxwgknYKuttkrb0HY22mgj7L333rj88svxySef5Fmx3Xbb4ZhjjkkvXyxHzqHz+eefo3///uVta/tFqS677rorzj33XIwYMaK8tR49euAXv/gF1lxzzXKcHRMwgY5EgIB/Z8HTrBEg43tTWIVkfI2YYkgmP/+dn//ul82VH2NXWP7uvepx1qDJ0LH1ONIeNoqK4wsIjXhnCgadOQ7D3pwckZ5NoK0TcP1MwARMoOUJfHXX03i/93monzI1htEYPGPWGBoB1G6xGmoHD8R8Cy+Qfn/mY69sLo3Z8mVJVhyjJwlNZGYb+wpbJmACJmACJmACJmACJtDxCLjFHZVAdvyyofUK56qrq4vjmvWQlRpyAYyPlskgpviNRZZiiYiOhZYyiClsJAOxIAkCJZW8koHSQoiJJLIPQBJAKGYZ+aQC8iT5RIoigFzhkIxlKSp8eSUTLjMBkYclha8MoZgjgJiytHAiD0Bm4TARQDZRhtAn8wBSoRABhJgWhKa0LKdHSH4YZUFaKFDyUhoRJhPyieGEshlKJAkiplgweYRMLMMSZEGIiQDjo2UyiKmcBwgXRDYxeYSM4hELkiBQUsmTQUxKCyFSScZSnkRAoZKB0kKISYZgeID8WKYZKYogQwAIhErLzEREOJEeTilNXiiPi+RIAGJBKiAvFL5CYRRAZhFTxKYAEB5IIn0IhBNzOBGnACOEmCgpLhQzsugUC03yEAlEfAiEizDhICZ5oWwGIpGkTPiaCaCgcGMGyUyIiQDjoyXyKU8nQBJENjF5hExEhyXIEBA2BAJSxGU2limKIENA2BAISDKISWmh8CBTjoa8UMyZS5ChyMik0jKZWMQMKRZkcsIDSPkMC4CIiSAZFtCyrBRHlAwAxhwC5IWYiQAiU8xhEROhTzhhAZJahAUQblooDmgIAiBZEgAiJi0klIIMGyIA5UU4MUcAKPkKkgQpAaDmWMhBaYpgJINkJkUTYHy0lCFiKqSTjGhGpGbZUDYDSpMAuWB8wkNEIU1E5kcESRDZxOQRuYHSQohJhih9FAhfc1IsSEYuhCfJJ0pRisgExYWA8EIpQ4QJlCLCKhAGiChmUr5QzIoEslhoYixIZjFUIKRZfharUHgASaQPgXAALSIOMSkK4RPxCYtQzAARkxYSUpAkSAkANccC+RR+NoNkJiURYHy0REwMIU/PbYrLF5Ejm9GQL7lgfBATQ5AfThQRLkGGkE2ZRyBmaFKaFBEkY6lIhCUQS82ZCJLQJEMwXEJ+OABjDsUSJEGgpMyLqFJEhEsBRg4CsQzlcXlExJIKRBoAkkgfAuE0KAKkIktR4TPFAWEALSJOVvGIiZLiQjFDWbKFUkpeJDASwqQIIqbyIpxsBiIDSZnwNTMWIWSTbtWqra0t72Np3ytLyZbFcNHPUr1s1wR0rqPUgPo46aGgvg+lKBsTaCEC3kxHJZD6nOh7Omr73W4TMIHZI6D7COb0WvxevXrN8sbJhv1nrUwy9q8rpetBitI1ItJ8882X7vks+nvstzh26r1I1gtGh6h9MV1/ooi7bxuN3/58mDZjmYAJmMAcEXh00J8w6u8vpe5Fi9TXpD4H+OaJvdCz99qpf8r7qdyqv5LyPo1k+Vo3xSEmMusDwy3PJMu+HRMwARNoSsAxJmACJmACJmACJmACJmACJmACJmAC1U/ALTQBE5gdAp1mZyWvYwImYAImYAImYAImYAImYAKtRsAbNgETMAETMAETMAETMAETMAETMAETqH4CbqEJmIAJmECLEyArb9Ak2eyb2XVDaH6DaG5rduuGQX3mAxhzKJYgCQJ4+Ikv8JNTR+Krr2sj5NkETMAETMAEqovAp/cPw2v9LsPUT78GqZEvpDnUadEFsMjV/dFtjW9O90ELeqCCxlZZiWT5YQtkFAKUys0syXIYnkygvRFwfVuBgB79IrXCpr1JEzCBViewxhpr4I9//CO23nrrtH/RnAppv2S//fbDFVdcgZ49ezZnlVS+trP22ms3K78yLbjggjj22GNx7rnnYuGFF1ZUq0n7YGJ0/fXXY4MNNmi1enjDJmACrU0g9pn8lPTW/iO0ATakfwAAEABJREFUy+2TrKg3yfS7nWywGmtIpmMD8jXe5tIxdklh2d02rcfPD54CgGmWQUyxOt4YNRUHnjkeL78xOWI8m0AbJuCqmYAJmEALE/jqrqcwpvd5qK+tB6kxNKQ6hKndYnXUDx6I+RaaHxpr8zFXNlc+PsuSTL+hSaaySEITmdnGvsKWCZiACZiACZiACZiACXRIAm60CTQiUB/H2KW6ujpItbWV1wwrTS+w0UuyImu42XH5+ihH4QjJwwzzZTnSsmk5UUIUFEslZeVEOAvEKuGo7LS9CMqPSlTkU/Y8rmk+rSTFFlLGsMUyFReKWUUoo1LDZkFtL1NEpUyyoZQryooNxpzq05BP60Zsyh95Im9kiGX4igvFrExRUMRFSmmObBGOxJgzP3Jkc5RXylROC0exWbS8UIorWfm5VIiilVmSH4qNxKxtRnUiHLNypriIyWZFFspJQZUhRXxkjnwqIxRxiUOUkvIpPeI0Z4o8EZelxWopMmzEZeXIj5UjflrlKC7Ll5UTuZUzJC9UKkcmRcYirRNFZtuM9eQrQyjmWCkiSvkULueLQMyRrnUiNgsoZ8SlOaqSxZeSoqBS3uRFnkjQ9suK+CgglrGenDAxp3KyPErKy4gUrZ/nS8FIS3HKF+UrTVJaREVBMZfy5PkiPmLSMmWNvJEp5lJshEteFKiAlLuRUionTFonUtKssiIi5sgfgVT/2Ipm+SlTJGm9yBRzlBWJWkpKT/mUIc9XKCei0jpZvrRiWqR1lE+KTDFn+aKcmJW9kC8Lah1tUzYya84SVEYoVkjLaaXnmbP1Y7XYoPJlijUjHLGZE37MsUrkjsooTwSi7IiNWfkiRSbiwpTyhImAZmXKVM4XQZWTFFvRiiktc1R8rBgxUUgsI5yWypniY5HNjcqJ7FFCRGopEzbN4adtRYZwUzkqMSsklopUmhQrpLyyUsRFBSJTzMpXipObpPQUF8XKj0iZyB2rlbeS/CxO+aRISxnDpvUbbGTWrOzKqNSwWTDVLdaLOYuIlOSnXFGGtp/i5EsKhCI9LzRiw03LZGOhuVReFp+yx2qNt6fUiI5ZXrYxbb+cL1KydSMtOXm+sJGxcb5so5FXc1KeL1IUVhlRptaLmGyOeFVYcXIjOXLJC2mO7TSkl8pTppDWyQpRQGpIT6tFSUov5lN8HhfFZzlSpNbNysi3l/JFjop8kTdmJSlzZFVqFtR2opQsTpmUJKmMCMccXuQNJ+VVmqTYiIuU8KKEiIu5XE4pKdte5AgnLbMylD9yR6ZYqohIjjjliIiYUzlZ3pQUKREb+SOU5vr6bP+qPuKmpZTJi+ok0HBqAkwfoHC6Ap5MoEUIeCMdloD6G5Idtv1uuAmYwKwTGD58OGpqajBs2LBZX7mwRq9evQqh5rtkZZ9FMvadKqXrQorKrxvJrydROPd377M4dt5nkVSBKCUsgWzGPbePwW9/PhyeTMAETGB2CTwy8E949x8vq1spFcHwiVhguZ9thp6910rXned9Um7VT0nFvkw+yXTNG2IiCZLhNcxkZbghxZ4JmIAJlAjYmIAJmIAJmIAJmIAJmIAJmIAJmIAJVD8Bt9AETGC2CHSarbW8kgmYgAmYgAmYgAmYgAmYgAm0EgFv1gRMwARMwARMwARMwARMwARMwARMoPoJuIUmYAImYAKtQ4CsvFGTZLqZk2ywuuFTym8Elc2V3yia23137YoDazqjvl7tqQ8bkht6+InPcNypI/HlV7UR8mwCJmACJmAC1UHg0/texqv9LsOUz75ODcpGvhgIY8ai82ORq/th/jW+Od0HLRTHWPkk00MWyGwsRkwkY4k0RsOTCbRzAq5+axAgsk9rbNvbNAETaAsEllpqKVx00UX4+9//juOOOw7rrLMOunfvXlG1Hj16pPgTTzwR9957L2QXXHDBijwzC6y88sq47rrrcNttt+Gggw7C6quvjmIZ2tfp2bMnNtxwQ5xzzjm455570L9///TyxZmVPbfTi3URE7ERI7Ga29tyeSZgAu2JgPea2tNfq63VlWRFlUiCzKRxh2T6vS9fx9dzKz9XfpxddtdN6nHWgZNKL39ANulYA+rx5ruTMeiMD/DS65GepXhpAm2OgCtkAiZgAi1J4Mu/P4nRe5+fzk1r8MzOVWc1qN1ideDiQei84Pzp96fGXY21srnycVk2F5mN42SDzUpEGuPhyQRMwARMwARMwARMwARMAEZgAvXxA2x6qqurg1RBKX5jAczmMHJIKqYsaIo4KIaxDMUSJEFkE5NHyER0WIIMIRfSRBJIAhCuFiSTSwDhQhMZISkCmSGyD8KGUiTDAVJELMgIy0rhxgwylkkAwtWCmZOWJBUFmWyB0kSkDxE2pAyhCEYAMcnLROUgtAQphyBiKi2oEKElSIbCJyBHBmmSF9KcxEgOKY0A46MltD6Yu+ERZAj5xHBCmkORGDNBxcYi5vBijnWg2IjIXIIMIZsyj4jIknJDZB+kiWTYUMyRkHySyWUKxSJmMkJJgEwswxIEMqXICMkmRXwEYxnpDMkLpTSGA6TIWDCEmChpkWw4yht+lswwISJsSGmhmBUAFBtpsiz5BEDGMhRzBBAToU84YQHFZ2IKxBLZJC+UzZGPmZQYK1BWSn6ENCelBWKJhkWEsjnFxSqRRJAh5BPDCWkORWLMBCNWM3Mv1kESSiZSIkxkEykvFDNKSlERIBnLpvkiOiIjLRxmXuSTp0DYiI8IyAAsfeSFUmTEEYgEaEpREaBExQBkOEkAwtWCmZOWpEKhsJAQE0Ng+mQeQFKLsADCRXliBEMEsiyZE8uIQEzyQtkceVhWOGDkyGaGT8RCM0hmQkwMlWdCn1ggsoQiFA4L6UCENIegNAkRSBbZFD5SXCyVFD7JWCJNZY8KxkKzFDlIxlLxCEsglmlOLkGGkAvZFHFIQjKxDKs88kJKAyIOyBa5UR4JaSIZNhQzpFiQcigPcqkcyQkvZkixYCiS0pIkEIo5LNKUfDD7EGFDigxFMAKISV4mRo5IiiVAUgvEMixiYvhELDSDZEkAiMLECBKxQGQJMRNiYghahCKR8gmEC8YH4RD5JC+kOYmRHFIygZiRplgHCkVE5hJkCNmUeQQ0RzxCMYPlD9JEMmwo5khKPsnkMoViETNZCoVJbuQgGUtkCj95BCA/FDMAlj7yQopMAiIBiIVyICZKWiQbjvKFH1liyTAhImxIaaGYI4CYlBCKVEpELEPKEIo5AoiJEc+wCBsKV2lkyUE+MdKJWGgGyUyIiSGkhZwk7XNp30qSnyslelHdBNJ1AlkTs797nAmJ/fAsxksTaBkC3krHJKDuJ+t35HVMBm61CZjArBEYPnw4ampqMGzYsFlbcRq5e/XqNY3Y5kWRlfvSJEFWKr82JLf59SPF60lyf/c+PbDzPougPj6xJ5YqkXrG2Ce75/b38Juz5ry9qVAvTMAEOhSBRwb8Ce/+43/RrWS9S9Z4+fVY7meboedea073nnT1WXn/lVuS6Tp1xERmfV645Zlk2bdjAiZgAtMj4HgTMAETMAETMAETMAETMAETMAETMIHqJ+AWmoAJzB6BTrO3mtcyARMwARMwARMwARMwARMwgVYh4I2agAmYgAmYgAmYgAmYgAmYgAmYgAlUPwG30ARMwARMoBUJkE1v2CRZcUO7bv4kmW78lK8bQ3PlN7Hndp9du+HAPp0RBcQc5SCb5D3y3y9w3Gkj8cWXtVmklyZgAiZgAibQjgl88u//4dX+l6P2iwlgtCNTabnYAuh+zQB0W23Z6T5oIR9TZSWSaawlCZLQRGZWvmUCVUDATWhFAukBU624fW/aBEyg9QkstdRS6Nu3L6677jrcd999eOaZZ8q69957U/x+++2H7t27z3ZlSWKFFVbAkUceieuvvx4PP/xweRtPPfUU7r77blx++eXYeeedseCCCzZ7O5tvvnm5nPvvvx+rr756k3UVp7Riu6bnF+siJmLTpEBHmIAJdEAC2mOSOmDT3eS5QoCs/A1Psvz7Pv/dT2ZxOr6uONmi8uPssrtuCpx98OSsbgwjIRZRxtujp+KgM8fjpRGTIsGzCbQ5Aq6QCZiACbQYgS/vfBJjel+gETIU46SWMlGDuq3WAC4ehM4LdIPGVo25uZUv5eOxrEQSZKWiqPJMsuzbMQETMAETMAETMAETMIEOTsDNN4EKAvlLAWXr6uqQqyJT/pKs8qH4eii/grkq8kdkfQixXp5P6bFWmEiIOZIiOWKyjFkwUjVrnUhMc0qIRRZXiIqMpVXDi1llKl9SKV/KEAkxR3SWKcVl6RGRolPZii/ki5opuSE9QsqSIsLP5vIKKTqVE55iw0QWedK0t5dSyovklFaLrUcw3164UVY+Ryibo1DlCykpxcUiK0ExkZ7miIk8UZhSywkRqzmFlRaSL9OQL8WkQhQff/SYoyxFhzIvcsccwZQvK1MpUoqNKGUIxVyOSQUWVomEUlQhMsooRWrVCClXQ3oWmeKytFJSWicSY46Np/QsJVsqOiKjLbEsB8JPmbMILct/zxQopcuPfE22F9uMOdtApJec5Gmh1fJ0+Soty5OF0jIyaJuZn6Vm+bSM2GyOessp1SDcLGdylDEFo6jkyzakyAtlc+SLMiJDBLO8qqi8FBELzaHImLaZ3EiPtdIyzy4bxURc5IxMMWe+EiRFSOGrfUpUMCsnQgqEieQoIHPyNCVl60RMCig9JL9kSm6qYypAEVJDgSUvyggv1TUtSgUoLhShtEzbi/SYU3GKz5UXK1vOp0RFZGsrlLyoUNjYptJCMae0rNAspKXKSVKqImSLiriYYzWVFSqnKTaUzZXpeVzKG4GoieYUDKe8vYgolhjBKCdmrTLNfJEQcySlTCpH6+RR8tXuSExzyheLynzKHcmZSatElmRVlzxafuRKc5YeKemP0hAVMbG5WCo+TJ4vW7eUT2mRUDJpOxFMdpr5lKKyUqbkJC+PTm2JwlJKeZGclE/pmWKNLDqcwhxxMUflYuszKEeFKV/kyvKWi8hilZ6iVIakQCTFLK9BERHJWRnhRDClpXJVSDkiYpIfNuKTGzkVipXTHMGYIybKCSdyNUSXorKItHKWT26mbFleSSsoKgqKnLEsrap4ZVKaFH5FesoZeZUmKZysFlKkRZz+BvLy4uTHlyVS5DXKF5liVkKkK01qCCrUkB5Z0pxiy57K1jYVG1WO+OSFzWal5ftXsgpPS1luL6uKQOG0BMk4h4EQ4ckEWpCAN9VBCainIbJPB0XgZpuACcwCgeHDh6OmpgbDhg1rstaaa67ZJG5GEbp2o1evXjPKMtM0khV5SIKslLZTlK4hkYrXleT+bn16YJd9dY8FU7lpqfJA3HvHaPz6jJdTvBcmYAIm0BwCDw/4I9775zCQzKSVmC1WOHlz9Nxrzenek65+qth3ySeZ7ktHTCRTmeGWZ5Jl344JmIAJzICAk0zABEzABEzABM2jzCEAABAASURBVEzABEzABEzABEzABKqfgFtoAiYwmwQ6zeZ6Xs0ETMAETMAETMAETMAETMAEWoGAN2kCJmACJmACJmACJmACJmACJmACJlD9BNxCEzABEzCB1iZANty4STLd2ElWWt0AWpRuEM2V38Se23127YYD+3RGeqBUqXHZQ7Pq8egTn+O4097G51/UllJsTMAETMAETKD9Efj43pfw6oDLMfXzr8vjnR61qLGPiy2A7tcMQNdVlp7hgxY0juZjK8n0kAUyG38RE8lYZjPZ4GcxXppAeyTgOrcmAfcirUnf2zYBEzABEzABE2gfBGKPyb+92sefqg3XkozvUaF+JNPxdkXpGADJ8u///LiAbFH5cXbZnTcBzj54cno7RHopBOJIezgx4+3RU3DgGePw4muT4MkE2hYB18YETMAEWobAl3f8F6P3uSBGxzRUpmP18nScvm6rNYCLB6Lz/F2hMVVjbW7lSxqbc0tmYzbZYBu3gmTjKIdNwARMwARMwARMwARMoAMTcNNNoIGAfocpJJurrq4OkuJzEQyXGHXzN/DRHUvgozuXLOvD8D+8syfGlzQu7Li/94T0wd+XQq6x4Y/9+9JIumtpvJ+0TNhlMOauXMti9F2hf3wT790VCvtu0nJ49x/LYVRZy+Odf4TuXh4jw468ewW8nbRi2Exv3b0i3vrnSnjz7lDYN5K+hdf/2aAR/1wZSfd8G69V6DsR/g5evaekf30Xr9wTCju8pGFhh/1rFbxc1L2r4n//CoV9KWk1vHhvg164d3Uk/XsNPF/Sc2Gf+/eaeLagZ/69FnI9Hf7T/14bT5W1Dp76T+jf6+DJ/6xb1n/D/+9/vocnSno87OP3fR+P/yd03w/wWEmPhn30vh/iEen+H+LhsA/fvx6kh8LmejB86YH718cDD2S6/4ENkOu+8O97YEP8R3pwQ/w77L8f3Aj3hv794MbIdW/49z64Cf4lPbQJ7gl7z0ObQvpn2Ey9cPdDoYd74R9h//HwZrgrafOwm+PvD+faAnc+HHpkC9yRtCVuf0TaKuxW+L9HSnp0a9z2SCjsrUnb4G+PTkOPbYNbkrbF0Mek7XDzYwU9vj1ueiwU9sakHfDXx6Udw+6IGx4v6Ymd8JeSrg97/RM7488F/em/u+BPT4TC/jFpV/zhv9JuuO6/Dbr2yd1RqT1wzZOZrn5yT1z9VCjZvXDVU5l+H/b3T+2NK0v6XdhcV4SfqTcuf0raB5c9FXo6FPbSp/dFrkvCv+TpGgyRnqnBxU/3wcXPZBr8zH7I9dvwf/vM/kh6dn/8JvzfPHsApF+HzdQXv3pW6oeLng091w8XJvUP2x+/fC7XAFzwXOj5ATg/7PnPD8R5SYPCDsIvni/phQNx7vOhsOeUdHbYBh2En78QevFgnPVCSDbpEJz5YlGH4owXQy8ditNf+lHSaWFPe+kwSKeGTfrf4TilpJPDnvy/I3BSQT97+Uj87H+hl4/CT0s6MeyJL/8YJxR0/LCjcfzLobDHJR2DnwyTjg1b0PCf4NiSjgkrHR1W+nHYH79yHH48/Dgc9crxZR0Z/pGvnIAjpFcze/irJyLXYeEf9upP8aOkn+HQV0Ov/QyHhD3ktZOQ6+DwD37tZBxU0oFhD3ztFGQ6NWymQa+dikGvnYaB0ojTMCDp9LCno/+IXGeg34jQ62ei74hQ2AOSzsIBr5+F/QvaL/z93jgLfcL2eePnqCnr7PDPxr5vSOdgnzdCb56D3knnYu83i/pFhENvnYe9Stoz7J5vnQ9pj7BJb1+A3d8Khd0t6ZfY9e1cF2KXt0saeRF2fjsUdqekX2HHkQ3aYeSvkfTOb7B9SduF3e6d32Lbokb9FttUaDC2HpVpq7BbvXsxthp1MbZ8d0hZW4S/xbuXYPOCNnvvUmz2bui9y9CrpE3Dbvre5dhEGn05Ng678egrkGuj8Dca/TtsWNIGYTcYcyWk9cf8HrnWC3+9MVch6f2r8MPwf/j+1ZB+8P41yPX98L///rX4njT2Wqwbdl3Z0DplXYe1x2ZaK+xaY/+ANZP+GDbTGmP/iDXG/gmrSx/8Casl/RmrfpDreqzyQUnj/oLvfhCSTboB3x13A75T1l/x7XGh8X/Fykk34lvjpZuw0viCPrwZK44PhV0haSiW/zDXLVjuw5I++hu+WdKyYaVlwuZa+uNbsfRHobBLJd2Gnh9L/xe2QUt+cjtyLXTK/mB8UDgmrfPD2rfK97VyC0/VT0A3KJRaWR9nRBTU96EUZWMCLUDAm+jIBFKfE31PR2bgtpuACcycwPDhw1FTU4Nhw4Y1ybzmmmti6NChpes5miRPM6JXr17o0qXLNNNmJZJkRXaSsYtdKV03UpSuIZGK15fk/q41i2OXmkV1WUrqGfN9ctl/3zkavzr9fxXbc8AETMAEpkXgof5/xHt3D0v9ovqPJGWMHa8VTt4MS+6xxgzvSS/2WfJJpuvSEROZ9XHhlmeSZd+OCZiACcyYgFNNwARMwARMwARMwARMwARMwARMwASqn4BbaAImMLsEOs3uil7PBEzABEzABEzABEzABEzABFqcgDdoAiZgAiZgAiZgAiZgAiZgAiZgAiZQ/QTcQhMwARMwgTZBgKy8gZNks29mL97Qnt/M3nuXbjho//nAcuvkhWJ+/MkvcPxpb+PzL6aWU+2YgAmYgAmYQHsh8PG/XsKrA65A7ZcTo8qMsU4KN+ZOPRbColf3Q9fvLpVeKpSPi7nVmCnp4Qq5SKaHLJBRTggxkYylZxOoMgJuTusQqM8e+VnfOlv3Vk3ABEzABEzABEygHRGI/abYd2pHFXZV2ygBsvI3PUmQTLXVsQCS5eMA+TEC2aLy4wiyO20MnHPIlCgDMRHpQ4QF3nl/Kg484wM8/4qOUcCTCbQNAq6FCZiACbQAgS9u/y9G73shSIKl7ZGZV7/NWsDFA9G5W9d0nF5jrMZU2Vwak+XLkiyPzSRBEprIzDb2FbZMwARMwARMwARMwARMoMMTMIAOS0Avo5lW4/N42Vx1dXUVWRWf3pAVsYstTMxcnSLPtNV94U5oy1o06jdzdcaiC89DLRJlT0eLRPy813xYZJHZ18KxbttWFyy0SNvWglG/2daiXbHgPNYCUX7rqRsWWHTGmj/S27K6Rf2mr/nRbdFWVPfYdqjrPNMC6Np97qhLlNP2tCC6dM80X9i2rM5Rv1nXQujcfRparBQnO5fUKcppeS2MTos1T4x805Ku9axHLCuuX4iYCGv/SvtUEmLKbbgV8/TiKzI50D4INJyqANMHKJy+gCcTmOcEvIEOTUD9DckOzcCNNwETmDGB4cOHo6amBsOGDWuSca211sItt9yCNdZYI6U1dx+1V69eKf/cWJCVfRjJ2JeqlK4bKUrXkkjF60xyf5d9F8eu+3UHo3IkQYZAIOx//v4+fnXa/+DJBEzABKZH4KF+f8Doe4YDWbcRJnNiieVP3gxL7rEGiv1P3vcoTir2VfJJpmveEBNJkAyvYSYrww0p9kzABExgGgQcZQImYAImYAImYAImYAImYAImYAImUP0E3EITMIHZJtBpttf0iiZgAiZgAiZgAiZgAiZgAibQwgS8ORMwARMwARMwARMwARMwARMwARMwgeon4BaagAmYgAm0HQJk5Y2cJNPNnmSD1Q2hRemG0Vz5jaS53Xvnbjj4gC6lBtaHDWUzHn/ycxx36kh8/kVtxHs2ARMwARMwgfZB4ON7XsSrAy5H7ZcTS8+jrkf2AdhjQSx6dT90++7S6UELjcfHPFwcR0mmhyyQ2ViLmEjGEhVjMDyZQBUQcBNaiUD0KYQ+rbR9b9YETMAETMAETMAE2g0B7TOx3dTWFW3bBMjK7xJJkEyV1nEBkuXjATpeoDjZovLj7LI7bgycc8gU6GCEjkOEE8cjYllfj1Fjp+KgMz/Ac69MigjPJtD6BFwDEzABE5jXBL74vycwuubCGAtjVIyxME4/p01GCPXbrIX6wQPQuWsXaAzV2Jpb+VI+7srmIpnGapKpLDKzCpANvsKWCZiACZiACZiACZiACZgAYAYmoBd25cpp5OGizdOSTb+v/BsrsfDCBEzABEzABEzABKZDINtbypZ5Fu1f1dXVQbYopSssa1UpgfwkSDRPf+s4LZK+BxH0bAItQsAb6bgE1P1k/Y68jsvBLTcBE5g+geHDh6OmpgbDhg1rkmmttdbC0KFDsfrqq1ekqV+piJhGoFevXtOInf0osnLfmmT5+hAy8/NrR4pW15foehMp92V33mdx7FKzKGKnLLtuRVVLXWU97rtrDC469SXFWCZgAiZQQeDBvn/Ae/cMj7joMDRL0YuoL1n+lM3Rc4810j3pjfsc9TtSsX+ST2b9VxRY7tPk5yKZu7YmYAIm0CwCzmQCJmACJmACJmACJmACJmACJmACJlD9BNxCEzCB2SfQafZX9ZomYAImYAImYAImYAImYAIm0KIEvDETMAETMAETMAETMAETMAETMAETMIHqJ+AWmoAJmIAJtDECZOUNnSTLN36Sma8bQ4vSjaO5Gt9YuudOXXHwAV0Qa0ZLiXA0hyX++/QXOO6Ut/DZ57XwZAImYAImYAJtncDH97yIVwZcgbqvJyOGRCCGNS1IovMSC2Oxq/uj23eWSi8V0niYKx8jZYvjJ8nyy/7IVBjISgtPJlA9BNySViSQXn7Witv3pk3ABEzABEzABEygfRCoj2pKYTybwFwgQGa/8fOiSJZ/9+v4AMnycQEdM5iWdGxB8bI7bASc+6Op5TKImKIMgnjvg1ocfOYHeHb4pIj0bAKtSsAbNwETMIF5SuCL257A6P1+BTJGwFyxRYaw7drA4AGYr2uXdJw+H0Nlc2kMli8rkawsqxRWcRJJGcsETMAETMAETMAETMAETKCSgEMmUEFAL+6SFClblOIapGPwUkOMPRMwARMwARMwARMwgUoC2d5StsxTivtX8ovxuW9bpQQKpylIxjkNhAhPJtBCBLyZDkxAPQ2RfTowBjfdBExgOgSGDx+OmpoaDBs2rEmOtdZaC0OHDsXqq6/eJE0Rxf1ZhRurV69ejaPmOEyySRkkQTZI15Dk0nUlRen6TYVzu/O+PbDrfosh1kYUARAxxSIC9//jfVx06ksR9mwCJmACGYEH+/4Ro+99BWT0EwhpTiJWPHUL9Nx9dRT7mLyvUZykvim38kmCrFS2pWxJMnO8NAETMIHmE3BOEzABEzABEzABEzABEzABEzABEzCB6ifgFpqACcwBgU5zsK5XNQETMAETMAETMAETMAETMIEWJOBNmYAJmIAJmIAJmIAJmIAJmIAJmIAJVD8Bt9AETMAETKAtEiArb+wk2eRGUN0gWpRuHM2V31ia2z136oqD+84XTa0HNCfVQzfqP/H0FzjulLfw6WdTI92zCZiACZiACbRNAh/d/QKG978ctV9PSuNXfRrLVNd6cImF0f3qfuj67Z7TfamQxsjiuEnCFrXRAAAQAElEQVSy/JI/ktBEZla+ZQLVR8Atak0ChD6tWQNv2wRMwARMwARMwATaAwEC/l0GT3OXABnfq0KRJONrxhSj4wQky8cHFNbxg8bKj7PLbr8hcM6hk6GpPhY6xp7rvbFTcPAZY/HssEmR4tkEWouAt2sCJmAC847A57c+jvf2/1Wcb87OM+djoMbEum3XAgb3R+cu883wOH3nzp3T2Ktxl2Qal8kGW6w9yWLQvgmYgAmYgAmYgAmYgAmYQJmAHROYNgH9TlOKrFRXV6dgWQTDl8J4NgETMAETMAETMAETmCYB7S1R+00Vx6iZrl/PV9C+lpSHczutuDzNtp0S0EmQUtXj7IhuyYvvQinCxgTmOQFvoKMTUBekvqejc3D7TcAEKgkMHz4cNTU1GDZsWGVChNZaay0MHToUq6++eoSmP09vv3WDDTbAIossMv0V5yCFZHltkiCbSteSFKVrTHLp+k35ud1pn8WxS59Fs30zdZixp5a36/5/vI8LT36xvD07JmACHZfAAwf8Ae/dOzwByPqI6DA0h1Y8dXMsudtq6Vo39S251NfkyvskkumaN7Jp34XCRLIQsmsCJmACzSXgfCZgAiZgAiZgAiZgAiZgAiZgAiZgAtVPwC00AROYEwKd5mRlr2sCJmACJmACJmACJmACJmACLUbAGzIBEzABEzABEzABEzABEzABEzABE6h+Am6hCZiACZhAmyVAVt7gSbLJDe35TaO5zW8mldVNpkW7x47dcHDfLgBjTkoLaHry2S9w3Clv4ZNPpypomYAJmIAJmECbIvDR3S/glQFXoH7iFJAN41dyl1wEi1/dD12/tWR60EJx7JOfKx8rZUlWPGwBMZFRbljNZIOvsGUCVUHAjWhFAnrsntSKVfCmTcAETMAETMAETKBdEIh9pvr6dlFTV7J9ESArf+eTzI4vRDMaHydQWMqPJ+S2eLx9+w2Jc38UxyhifVJlAbGMBTFm3FQcdMZYPP3yRHgygVYh4I2agAmYwDwi8PnfHsfoA34dY15soDD+kQS2Wxu8eAA6zzffLB2nJwkyU5RaMZOsCDtgAiZgAiZgAiZgAiZgAiZQIGDXBJpBIHuRTWXGLM7H4SupOGQCJmACJmACJmAClQS0t1SPWBauX6ivr0N9hHNVroGU1jjO4SohUDhdQegD+BQGPLUUAW+nwxNQf0Oyw3MwABMwgQYCw4cPR01NDYYNG9YQWfLWWmstDB06FKuvvnopZsZG+7aNc/Tq1atx1FwNk5V9GsnYt6qUrt8sqnPnzshVvI5TcTvt0wO77d8dIGIiSIYFtHzwn2Nx4ckvwZMJmEDHJfDA/n/AmH+/mvqERCH1EdFDxLzS6VtgyV1XK1/rpj6lsYp9kXySICuVyi0tSJY8GxMwAROYRQLObgImYAImYAImYAImYAImYAImYAImUP0E3EITMIE5ItBpjtb2yiZgAiZgAiZgAiZgAiZgAibQQgS8GRMwARMwARMwARMwARMwARMwARMwgeon4BaagAmYgAm0bQJk5Y2eJJvcGKobRosq3lza+Gb2PXbshkP6dtGjqLIHTNXXZwDCPPXsFzj+lLfwySdTszgvTcAETMAETKANEPjwH89j+IArUDdxSpPxq1PPRdDjmn7ostIS5Qct5GNfcTwsjpMkoTCZjamIiWQsUR5j4ckEqpCAm9SaBIjs05p18LZNwARMwARMwARMoD0Q8F5Te/grtdc6kqyoOkmQTHH5cQJZSccUcis/V37MQXa7DYlzD5sClRCH1+OYRSzjeHss8f74qTj4jLF46n8TU/lemEBLEvC2TMAETGBeEPj8lscwuu+vU9Ea6+JEs+YI16Nuu7XBwf3Tw9Y1RmrczK18SeNqUSRBNigKSmFZiaSMZQImYAImYAImYAImYAImMB0CjjaBGRHQi7sk5cmt/KT0e8u/uRILL0zABEzABEzABExgOgSyvaVsOZ0s04xusu81zVyObHcE0omRrNb6G9dHWDaL8dIE5i0Bl96xCUR3E+dk65M6Ngm33gRMICcwfPhw1NTUYNiwYXlU2a699tq45ZZbsPrqq5fjmuM03q/p1atXc1abozxk5b42yXTNCNlgi9eYyNe1J7nya1Jyu2PvHtht/+5Rp+g5tbOWeemazgf/OQa/POnFiPFsAibQ0Qjcv/91GP2fV1JfEL1Dqfny6rHS6VtgyV1WrbgnPe9T8r5GfU9RZEMfRWZ+qdBkSCbrhQmYgAnMDgGvYwImYAImYAImYAImYAImYAImYAImUP0E3EITMIE5I9Bpzlb32iZgAiZgAiZgAiZgAiZgAibQIgS8ERMwARMwARMwARMwARMwARMwARMwgeon4BaagAmYgAm0AwJk5Q2fJOfoZvbdd+yGQ/rO11CGGDBbPP3clzju1Dfx8SdTFWGZgAmYgAmYQKsS+PCu5/HKgN+hflKMSzFWxZzGr1ig89KLYrGr+qLLiktUPGghf8BCbosPWch9klEEU9vISpsivTCB6iPgFrUBAnpETBuohqtgAiZgAiZgAiZgAm2YgPaYpDZcRVetXRMgs2MAeSNIlo8PFI8ZyM+PKzS2+QMeZbfdgDj38Cno3CkrhwwbhYfBBx/W4pAzxuLJlyZGjGcTaDEC3pAJmIAJzHUCnw99FO/1+22UyxCQljHYkUT9juui02/7QeOlxsailS916tQppctKJEE2FUoTyZJnYwImYAImYAImYAImYAImMB0CjjaBOSCgY/DSHBThVU3ABEzABEzABEygyglke0vZsnFT8xek5rZxusNVSKBw2oJknONAiPBkAi1AwJvo4ATU0xDZp4OjcPNNwASCwPDhw1FTU4Nhw4ZFqHJee+21MXToUKy22mqVCc0MFfdte/Xq1cy15iwbyYoCSIKslK4xKUrXoORqfI3KDnv3wO59F0cUAk2MBZF9Hr7nffzyZy9GjGcTMIGOQuD+/a7DmPtGRHOjH1DfUuoPIoQVT98CS+686kzvSVd/k/dBZKzZSFF4eSZZ9u2YgAmYwGwQ8ComYAImYAImYAImYAImYAImYAImYALVT8AtNAETmEMCneZwfa9uAiZgAiZgAiZgAiZgAiZgAi1AwJswARMwARMwARMwARMwARMwARMwAROofgJuoQmYgAmYQHshQFbe+EkSZKXym0hzqxtLczW+mX33HefHof27QDfmp8dSlRb1qMfTz32J4099Cx99PKW94HE9TcAETMAEqpDAh39/DsMHXIG6yVNidIqBKpvT2NVp6UWx2O/7ouuKS8z0QQv5uChLNoydQkZSxjKBDkDATWwLBNzjtIW/gutgAiZgAiZgAibQtgnEHpN/p7XtP1EV1I6M71mhHSTTsXZFkUR+/EBWyo+xF23xePs26xPnHDYF1NGLeh1hRxy7kOrxwUdTcfDpY/DECxPgyQRahoC3YgImYAJzl8BnNz+K9/oPjkI1xmUH6eVpsKvfcW10+nVfaIwsjo0KN5bGVInMxl2ywUbh5Zlk2bdjAiZgAiZgAiZgAiZgAiYwPQKON4HpE9A1wXmqfCkPyzKOZCIJnkzABEzABEzABEzABKZDgBFP7TNVHLOOM8JxPjiS4hB5HC+XY3UMAoU/t86RKFj6KnSM9ruVrUjAmzYBIPU5aWkaJmACHZnA8OHDUVNTg2HDhjXBsPbaa2Po0KFYbbXVmqTNSoSOI66zzjpYcsklZ2W1OcpLssn6JEE2SNeaSLoOJbfypcbXqmy/1+LY7YDFotfM9trUpuTFzttD94zBBT99ocn2HGECJlB9BO7rcy1G3/da+u2e9wHJRu+w4hmbo+fOq870nnT1MepzJLKhTyIzv0iNZDFo3wRMwARmg4BXMQETMAETMAETMAETMAETMAETMAETqH4CbqEJmMCcEug0pwV4fRMwARMwARMwARMwARMwAROY5wS8ARMwARMwARMwARMwARMwARMwARMwgeon4BaagAmYgAm0KwJk5Q2gJCtuZCeZXk6km0lz6QbTXI1vZt91+2740cBuIGIqLRghRvDZ577ACae+jQ8/mhIhzyZgAiZgAibQsgQ+vPNZDB/wO9RPqY0NMxudiLDAfN9cHItfdQC6rviNmT5oIR8PZUmCzISYSMYym8kGP4vx0gSqjICb07oE6vPHxLRuNbx1EzABEzABEzABE2j7BGK/Kfad2n49XcP2ToCsPA5AMh0zULtIpuPsZGZ1TCE/xl60xePtW69H/OKIOnTuHOWgNMX6ADH+kzoceuZYPPHCBHgygXlOwBswARMwgblI4LObHsF7AwaXStQYR8TQFnPYnddFp1/1jbGvc7OP05MEWSkUJpKFkF0TMAETMAETMAETMAETMIHpEnCCCUyHgF5oNZ2kcnSWp74ctmMCJmACJmACJmACJtCUgPaW6hHLiusXItwoq/atpEbRDlYbgcLpC0IfwKc04KklCHgbJhAE1N+QDM+zCZhARyUwfPhw1NTUYNiwYU0QrL322hg6dChWW221JmmzE/Hiiy/OzmpztA7Z0MeRmU8y9rcapGs4SabrOuVP7zpOxW+/1+LYo18PxNogCSAUliQeuXcsLvjpC/BkAiZQvQT+U3MtxjzwOkr/+mFYEvCtM7dAz51Wnem1bupL1NeQLPc7ZJRTEgoTyULIrgmYgAnMJgGvZgImYAImYAImYAImYAImYAImYAImUP0E3EITMIE5JtBpjktwASZgAiZgAiZgAiZgAiZgAiYwjwm4eBMwARMwARMwARMwARMwARMwARMwgeon4BaagAmYgAm0PwJk5Y2gJEFWSjeVFqUbTXMVX0qkuF2264pDB3SBnk2VLbKHUmn5zHOf44RT38L4D6e0P1CusQmYgAmYQLslMP6OZzFswJWom1pbaoNGpVDMXLY7Frtyf3Rd/hszfdBCcSwkG8ZKFUpSJols8FOEFyZQhQTcpFYmEP0MoU8r18ObNwETMAETMAETMIE2T0D7TGzztXQFq4MAWfldIwmSqXEkk0+y/PBGHU9vrOLx9q3WA849vBadO6M0xYEMHXgP8+EntTjk9Pfx+PMTSmk2JjBvCLhUEzABE5hbBD698WG8N3BIobgY0DSuKWbnddHpogNizOvc7OP0JMtjK0mVUiGyaVxFBgdMwARMwARMwARMwARMwATKBOyYwBwRSL+//Btsjhh6ZRMwARMwARMwgaonkO0tZcuqb6wbOHMCOkVSylVfX4+YQ4XIUpqNCcxtAi7PBNTTZP2OvEoepMepSiIOmUB1Ehg+fDhqamowbNiwJg1cZ511cMstt2C11VZrktbeIsiGPo1kxfUlZBYu3icqv3gtZ/E6TsVvt+fi2K3fYog9t0ARfWjMEUDsxOGRf72P845/LuI9m4AJVBMB7TP9e99rMeaBEel/PfufVwvVE9TjW2dtiSV3XGWm17qpDyGzfofMrEohG3yFJZIylgmYgAnMMQEXYAImYAImYAImYAImYAImWK+zcgAAEABJREFUYAImYAImUP0E3EITMIE5J9BpzotwCSZgAiZgAiZgAiZgAiZgAiYwTwm4cBMwARMwARMwARMwARMwARMwARMwgeon4BaagAmYgAm0UwJk5Q2hJMs3tOvGdZLllxIpLOmG01yNb2bfZfv58aOBXQEw5hAgDyTx3Atf4sRT38L48ZPhyQRMwARMwATmNYHxtz+D4QN/B9TVIY1I5QXRefnF8Y2r+qLr8j1m+qAFjX25SILMhJhIxhIVcfBkAtVNwK1rAwSyx8W0gYq4CiZgAiZgAiZgAibQpgnkT9ls05V05aqIAJkdI8ibRDIdL1C4eFwh9/Nj7EVbPN6+5Q+Bcw6vxXydgSgJ0JJI00ef1eLQM8bisecmpLAXJjAPCLhIEzABE5grBD698WGMPvASxDCGNKWxTIvQzuui04X7Q2OhxsBcCheVj52yJEE2SGWSlEkiG/wU4YUJmIAJmIAJmIAJmIAJmMCMCDjNBOaQQH2sL4XxbAImYAImYAImYAImME0C2d5StpxmBkd2LAKF0xgk45wHQoQnE5jHBFy8CUA9DWMpGYcJmEDHIzB8+HDU1NRg2LBhTRq/zjrrYOjQoVh11VWbpLXXCJIVVScJslK6BqWo4nUqun5F4dxut2cP7N5v8SiTQMyZCJJ4/D8f4Lzjn0O9d/nhyQSqgUB9XT3+s+91GPvQG+l/PBYoC8TKP98KS+7w3Znek64+hGR6RguZ9ReIiWzwI5hmksl6YQImYAJzgYCLMAETMAETMAETMAETMAETMAETMAETqH4CbqEJmMBcINBpLpThIkzABEzABEzABEzABEzABExgHhJw0SZgAiZgAiZgAiZgAiZgAiZgAiZgAtVPwC00ARMwARNozwTIyhtDSYJkapJuYCeZbjCVn0s3nubKb2LP7c7bdcNhg7qivr4+BOi+dfkKPPfCFzjh1LcwbvxkeDIBEzABEzCBeUVg3P89g5f7/w51tXUx/MR4pA1pQIpRqfPyi2HxK/dHl28uPtMHLeTjnizJND6SVGnJl0NmYfmWCVQ/AbewLRAg9GkLNXEdTMAETMAETMAETKAtEyDg32vw1LIEyPjeFTZJMr6GTDEk03F2MrM61iDlx9lzmx9nl93yh8TZh01F5846qBHHN5KJRcwffToVh5w+Bo888zU8mcDcJ+ASTcAETGDOCXxyw0N478BL4hh9lBXnjWOZnTiO4/TYZV10vnD/GOM6p+P0GvfysbBoNVbmIpnGVbLSpnJjQTKWnk3ABOYWAV3jYWkf3PL3wN8Bfwf8HfB3oJq/A3Petrm17+Fy2icBglFxKYxnEzABEzABEzABEzCBaRLQ3hK131RxDJvTzOvIDkAgzvXnrYxfZDpjkp1HySNtTWCeEHChJpARUBekvicLeWkCJtBRCAwfPhw1NTUYNmxYkyavs846GDp0KFZdddUmae09gqzc5yYJslL59Si5LV6vkl/Hktvt9uyB3fsthrTzpmtgQun8SezRPf6fsTjvuGdRX9feqbn+JtCxCdTX1uHf+16LMQ+9Hv/ZsdcU/+coSf/vK5+9JZbc/jvpWjf1F3n/ID+X+hP5shJZ2e+QrIBMVoYrEh0wARMwgVkm4BVMwARMwARMwARMwARMwARMwARMwASqn4BbaAImMDcIdJobhbgMEzABEzABEzABEzABEzABE5hnBFywCZiACZiACZiACZiACZiACZiACZhA9RNwC03ABEzABNo9AbLyBlGS6WZ2NYzMfN1oWpRuQM2V36Sa25227YbDD+wWZQAEQMYyCXjhpS9x4ilvYdz4KfBkAiZgAiZgAnObwLjbnsawgb+LsQegPjH+ENk03wo9sPiVB6DrNxef6YMWimMeSZCZVBJJGcsEOh4Bt7gNEKjPHiLTBmriKpiACZiACZiACZhA2yYQ+0166F7brqRrV4UEyMpjBiTTMQU1lSR0vIHMbH58vbHNj7PLbrleJ5x7eC26zgeAAGJdhJX59PM6/OiM9/HIM1/DkwnMVQIuzARMwATmkMAnNzyE0QdfFqUQGrOyRQqCu34fnX+5XzpGP9988yXbeCxUWGNmLlLlVCpKK88ky74dEzCBOSOgh5ZLc1aK1zYBEzABEzABE2gXBOZCJbXfIM2FolxEOySQ/e31+sB2WHlX2QRMwARMwARMwARaiID2luoRy4rrFyLcQtv3ZlqXAMk4RcJUCTJszCkQC0IfQNHwZALzkoDLNoESAfU3JEuhzJDTDpOV8VluL03ABNobgeHDh6OmpgbDhg1rUvV11lkHQ4cOxaqrrtokrVoiyMq+jGTse1Uqvy4lt7peJZeuaZGf22337IE9BvRAFJJERlkgEPrv/eNw/vHPorbW+/rwZALtkED91DrcW3Mdxj7yJuJfG+k/Oznhxfzts7fEktt9p3ydW94vqI/IpX5EvixJkE1VREOyGLRvAiZgAnNOwCWYgAmYgAmYgAmYgAmYgAmYgAmYgAlUPwG30ARMYK4Q6DRXSnEhJmACJmACJmACJmACJmACJjCPCLhYEzABEzABEzABEzABEzABEzABEzCB6ifgFpqACZiACVQHAbLyRlGS5ZtL85tNZYvSjai58ptVc7vjNt1w+IHd9KgqlB/0qXvXQy+89AVOOPkNfDBucnXAcytMwARMwATaBIFxtz6NYYOuhAaf7DmJ9WkMiqEHnVfsgcWv3B9dl11spg9aKI51ZMN4qEaSlEkiG/wU4YUJVDkBN68tECCyT1uoi+tgAiZgAiZgAiZgAm2ZgPea2vJfp9rrRrKiiSRBMsWRhI47kJmVnx9jL9r8OLvs5j/shLMPr0XXLsgmHeiQ4gDIZ1/U4tDTx+Dhp7/O0rw0gblAwEWYgAmYwJwQ+OQvD+K9gy+LUUqDlY7RR2lyw2CX76HzBX1meIxe46HGx1wk0zhKNlgVlYtk7tqagAnMBgFdy1FUsYhivH31Z5a/B/4O+Dvg74C/A9X1HZjTv+eM9huKafarmED6PebfZFX8F3bTTMAETMAETMAE5gKBbG8pW86F4lxEOyVAlr4D+fmSaEf2mwzpXocIejaBeUbABZuACKj7yfodeYppEMl0PrYhpsEj2RCwZwIm0K4IDB8+HDU1NRg2bFiTeq+77rq45ZZbsOqqqzZJq7YIsrIfI5n6PLLB5ten5FbXreTS9Zvyc7vNHj2wx4DFtROX9uPyXjXOHuCJ+z/ABcc/h6lT66oNo9tjAlVNoHZyLf7d5zqMfeSN0vVu8S8eLda+U/yj49tnb4klt/vODK93U/+hvoJs6FvISj+KLM8ky74dEzABE5hbBFyOCZiACZiACZiACZiACZiACZiACZhA9RNwC03ABOYOgU5zpxiXYgImYAImYAImYAImYAImYALzhIALNQETMAETMAETMAETMAETMAETMAETqH4CbqEJmIAJmEAVESArbxglmW5mVxN18ynJ9HIi+bl0Q2qu/Cb23O6wTTccfmC3UhkEYs5EvPTyVzjxlDcx9oPJ8GQCJmACJmACc0pg3K1PYdiBv49iYrDRHEKMWyQx30rfQI8r90fXZRab6YMW8vFNlmQUkSkKTn5uScq1TKAjEXBb2xCB/CFRbahKrooJmIAJmIAJmIAJtDEC2mOS2li1XJ0OQ4CsPG5AsuK4Qn7cQVbKj7EXbX6cXXazH3TCOYfXomuX+F4zMEqIRZT7+Zd1OPT0MXjwya8iwbMJzDEBF2ACJmACs03gk+sfxHuHXK4RKhTjlJaZAXf7Pua7oM8Mj9FrHNS4mIskyAY1rhjJxlEOm4AJzAKB9LDyQn6Fi8qTinH262EGZuDvgL8D/g74O1Al34HZHtOmtY+Qx+VWjHLftpoJxLFKSNXcRrfNBEzABEzABEzABOaMQLa3lC3nrCSv3d4IkJXnMMgIx5y3g2ScAwF+O3QC9jr9M+x9+qfoXdI+p38Cad+w+572MWqSPkKf06QPsd9pH2L/U6XxOODUTH1PHYd+0ikfoH/SWAw4RXofA08Jnfw+Bp08JunAsAedPBrSwSe9B+mQk97FoSX96KRR+NHPRuGwpHdw+M+kkTjiZyNx5E/fTjoq7FE/fQs/Dh390zchHRP2mBPfwLFJr+MnJ0ojcNyJI3D8CdJrOOGETCee8Cp+Kh3/Cn6WNBwnHZ/p5OOH4eTjhuGUpJdx6nEv47Tj/vf/7J0FgFXV+sXXQkDAxMZWwFbKbjGfzw58tqhPRRFbUbG7uwtbscXC7nrq32IQMUgVuwAxmP/69rnnBoOKSsxc1p699vftb++zzz6/uSfmzD33JvU68G2EjpE99sC3EDruwDdx3AFv4vik/8MJB4TewIkHSD1ex0nSyUmv4ZQemU7t8T+cFtr/VZye9ArO2D/Tmfu/jDO7v4yzpLO7v4TQOd1fROjc/V7AeQWdv9/zCF2w33O4YN/ncGHSs7ho32dx8b7PJF3S7WmELpW9rNtTCF0ue/k+T+KKpCdw5T6hx3HVPtLej+PqvR/DNQVdu/ejCF23dz/0Du31CK5Pehg37JXpxr0ewo3/fQg3JT2Im//7IG757wNJt+7ZF6HbZG/f836E+ux5H/rscR/uSLoXd+4Rugd37XEP7t797qR7ZO/Z/S7cK90X6non7k+6A327hvrgga7Sbn3w4G6346GCHt7tNoQe2e1W9AvtegseLeixXW9G6PFdb8Lju9yEJ5JuxJO73Iindrkh6emdr0foGdlnd+6N0HOyz+10HZ5PuhYv7BS6Bi/uJO14DV7a8Wq8XNArO16F0Ks7XIn/JV2B13bI9PoOl+P17S/HG9tflvR/sm9ufylCb21/CUJv/+divFPQu/+5CKH+sv23uxA1SRdgwHYX4L3tzk8a2OU8hN6XHdTlXIQ+kP1g23PwYdLZ+Gjb0Fn4eFtpm7MweJszMaSgoducgdCwrU/H8KTTMGLrTJ9sfSo+2epUfLrVKUmfyX621ckYKX2+1UkIfbHliQh9KfvVlicg9LXs11scj2+SjsO3W4SOxa/PvwMddZJQSKQiUqEKksklM5sqLkzABBokgZqaGnTp0gX9+/evM/927dqhT58+WGyxxeq0VWuArDyukUzHPLJk8/ep5Dbev5Ir3r8Zfm47bzYbttht9mwMQdMw0Ejh4eWnRuL0g/8Pv/4yTnVnEzCB+k7gt59/xeP/uQ6fPv+Rphp7MouWJFqftA7mXK/NH77fLY4bcYwgmT6DhSTISqEskSyr2TUBE5gAAYdMwARMwARMwARMwARMwARMwARMwASqn4C30ARMwASmKoFGU3XtXrkJmIAJmIAJmIAJmIAJTDMEvKEmYAImYAImYAImYAImYAImYAImYALVT8BbaAImYAImYAImEATIygdHSaYHTaMtHkIlmR5ADT9XPJiaK3+IPbcbrjs99tm9KRAf9FmrUkJtrXIt3nrnRxza8wN8+tnPanc2ARMwARMwgb9HYOQdr+Ldrlemc4vONNbOtxoAABAASURBVFnW+SY+ULzRwrNhtsv/g+lbzfqnH7SQn9fCktn5j2SaFFlpU9BFAyXgaZtAwyeQHZEa/nZ4C0zABEzABEzABExg8hHQFVPh77jJtw6PbAJ/TIDU67CsC8nivXaS6T47mdm4FxHK77PnNr/PHnb1Do1w4j7jMH2TuL8OpbCSvB9GjcNevT7BUy+PUs05I+DSBEzABExgShL4+oanMOy/l8R/hDPp/8Fxsz4MN+2Axqd2+cN79HHui3NhLjI7b5KVNt8mkrlrawIm8BcJxP/PQvli4YeiHjbXuHHjEMrrtrr21kHNHMzBrwG/BvwaqG+vAc9nSr8m/+z6IK4pQvm8wreqkwBBbVhIxtkETMAETMAETMAETGCCBOJqiXHdVHFPmxPs62DDJUASJNMGkKzjk4VYbeqSCv01m/6fcv+LY9G3XC/8hL7SA0lj8MALY/BgmR56fgxCD74wGg8r/tDzss+PwsNFG/4oPKJYqJ9sph/R7/kf8WjSD+j33I947LkfVP8Bjz0vyY/6Y899n+KPyz7+3Hd4QvaJsM/KD8l/MulbPBX22W/xpOJPyT717DfI7dPyQ8888w1CTz/7NZ5R7JlnvsazRX1V8L/Cc88U9PSXeO7pr/D8M18mvSD7wjNf4Pmnv8QLT3+B8F9U/cWnP8eLqr9YsC/JljQSLz/1uTQSrzyd6eWnPst82Vfr6FP8T7H/PSX75Cd47clP8dpTsiHVX5dek8JmGoE3nizoieF444kR+L8nh2dS/c3ww4bkv/XkMLz5RKa3nhiK0Nuy5Xrn8aEIvfvEEITeeVz28cF4V+ov5Tb8UI1iSY99jBppwOMfY8DjH+G9xzINKNioD5Q/8LEPkfSorPS+6u8/9gHefzTTINkkxT6QBj06CB8U9T4+fLRSH/V7H0mPDsRHavuo30B83O89aSAGh31EvhR+aEi/ARii+JBHZBUfqvrQfjUYqvrQR8LWYJhsaHiy/VN9+MP9MfzhdzHikf6SbPjSJ0W9g0+THzbTZw+/rVj4byP80MiH3sLIh97GyIdl1f656qGIf/HQm/j8wbfwxYNvIvykB/8PX6r+ZbL/h68eKkj1rx58A1/Jfi0b+ibZ15H8B17HN6EHX8e3IfnfPvAavpP9Ltn/yY/6//D9A1Lf/+EHKfmq/5D0Kn7sW9ADr+DHB17FqL6vVOr+VzA6pPiYvi/LzzTm/pcQ+kn2p74vIVn5Y5NeTMec2lSmw1CxIAvHqGKk0iFZGXDNBEygXhOoqalBly5d0L9//zrzbNeuHfr06YPFFlusTlu1B8jKYxnJdM1Glmz+fpXcxvtYcsX7N8PP7TqbtsQWu82mo6qOrPE/ZHnxHhnIf/npz3DawW/gl5/HVTtWb58JNGgCv439FY9tdx0+ff5D7b7xx5r2Z+3L6f9bsq1PWhtzrtv6D9/vFseLODaQLL4nnCwdV0iiPJGV9fI2+yZgAjkBWxMwARMwARMwARMwARMwARMwARMwgeon4C00ARMwgalLoNHUXb3XbgImYAImYAImYAImYALTCAFvpgmYgAmYgAmYgAmYgAmYgAmYgAmYQPUT8BaagAmYgAmYgAkUCZCVD5CSTA+zR4d4GJVkehA1/FzxgGqueIg9V8Q26NwM3fZoBlBZUgmSIIB3+o/CYUd+gE8//Vk1ZxMwARMwARP4awRG3vEK+u9xZVqIjDOLFFlq0npOzHH59ph+nlnTlwmVn5vi/JQrP5flliTITDEwyTAplhwXDZuAZ28CDZlAbeHDZBryNnjuJmACJmACJmACJjBFCOi6SddOU2RVXokJ/AEBMrunkHchWby/QDLdZyczm9+nGN/G/YyIhV2tQyOc2K0WzaeHksZCCCqBUWPGYe9jPsFTL4+CEwBDMAETMAETmGIEvr7+KQzf6zKdj7LzUqyYpAzRaPOOaHzKtn/4Ychxnsvvz4clCbJSKEsky2p2TcAE/gqB+KDy8v55PWy5xv9i36hb42AGZuDXgF8Dfg3Uw9fAOM9pSr4u8+uFWGful9u4zoh62Fzj1/O4bcMnkP1u40txGv62eAtMwARMwARMwARMYHIRiKulWqiseP+C6pNrhR633hEgWfyfB1iaHlVhVFN7OJlUBZlaFGDmE2D6AWSSiEKSQ6pIVYIMqZJbuZFVTW3hA2V9wodS6gDVMoVDElkiyEwAkaXMKoxQHgufJPIfyAehTAlIBVFIRGqOAlSMIEMoWqREkEgxlQBSRYbyQgC0HCgDyBCpGgUISCSjBKIklFIBhaXMBwiSMkT2AyDVZQAQSipIFXKhCEmQBCBFTr5qyUchEREmZZEJ8kEoUwKiiBBSUowAqQIh+UUrPwshUnQhswCjT/iEPEpAKohCIlJzFCkS9RAUzywKKbqQzGtQhyQifgBEG2UAyCBVo0Akqp4JILKU2egSymPhk1SvTJAPQpkSkIqIIZJi8kmqkomUjSyrrHhkInySqhDxg/AJMP0AKNahpCihkApkImWVFU0RFFIKR6E6oyV8KXwqBvmQoxw1pGoUWU11JgGyUIo2AsnIIiU5yhEk4kfB1AGqFURZCSkRqTkKMEWQfCBqIaRERJhkquVF/r/ZqJNUH4abRJb8FHBhAiZQ7wnU1NSgS5cu6N+/f525tmvXDn369MFiiy1Wp21aCZCVxzWS6bhHlmwcF8sV72fJFe/fDD+3a2/SElt1nUP4tDyYLGIsEK8+MxKnH/IGfh77m+LOJmAC9Y3Abz/9gse2uw6fvfix9th8dpQvEWh78jqYs3PrP32/WxwT8mMGSZCVykcOSzKMZQIm8GcE3G4CJmACJmACJmACJmACJmACJmACJlD9BLyFJmACJjCVCTSayuv36k3ABEzABEzABEzABExgmiDgjTQBEzABEzABEzABEzABEzABEzABE6h+At5CEzABEzABEzCBSgJk5YOkJNODp9ErHkYlmb6cKPxc8aDq+MofZl9/nenRbffpEZ9dFUV8+Gf+sVXv9P8Rhx45CJ98OhZOJmACJmACJjCxBD7r8wre3ePq7NSihfLzSgQat54Ts1/2HzSdexbEuSk/H4VfrvwcllsyO9+R1IgonvvIrA6nBk/AG2ACDZqAjkVE/DTorfDkTcAETMAETMAETGAKEIhrJk6B9XgVJvDnBMjK1yJJkEwLkkz32cnMxv2J8vsWuZ/f1wi7avtGOH6f39B8+viqiOxuSCpVjBozDnv1GoEnXxqFaT15+03ABEzABKYMga96P4lhe1+m2/LZeUmno7TiqGGz9mh88jZ/+mHIcf7LRTKdJ8mSTQMWCpIFz8YETOCvEoj3aJQvE/UJKf9C37Ch3377DWHLFTHrN5iBGfg14NeAXwNT/zXg38Hk/R2Un//DD95hyzX+9URcb0QsrFXlBNLfZ/4brcp/y948EzABEzABEzCBf0ggu1rKyn84lBdvAATI0u+aZN3/d+T/RNG2xN9NtVFXoYxQFGGjLZ67C4WfYuk/MbFgprSoYtkyWa28fxZXRE3FMdJAKaBm/SdHdZUxSqGjTBo++sgvtqtX+JKi6qFSvrLGyfzCIKoX+iogr1BXn1TXohpaQdUKMQ0S84taKHyF1EVLq2/4qiBstIWf9wtfvdJY4YejRWQUlZP6q5b3z+ulsdSS94ug+kafpPA13fHHVVghLRSOlPoWllU1tUU1k/opK6gcc5LUKUoFtPLIqRaOQpkfZcW4mkdWT91SPw2jinpqRdGmikJ5Pa/FgiHFw0SPsv6pV6rLK9roqP6adxpXca1QOWJSjKEuCmihlFMk65a1RzSWDYWfdVdbGlOR1FlR2eiTlI0SjVJk9VcXhVUp+KqkvlpOQbUqLl9Z0wk/hdSU+dFXDcpRj5WrKcZQNwWjolqYrD31zyMaVFk91aYyC8uPYaJBiv5FqYOaNJjKLKeIumlVCqimxuTHMsnXuOFnfRRJTgoW++XtCqhDyhqpNA95hbq8WF41jaDuUS/1T2G1Z+PFfKIX6h6jkCWSmePSBEygQRGoqalBly5d0L9//zrzbteuHfr06YPFFlusTtu0FiArj3Ek6xwP8/ev5DZ/D2fYeP9muV1rk5bYcvfZdaiN42soO/4qgFefGYnTD34DP4/9bVrD7O01gXpN4NfRP+PR7Xrj0xc/1g6r66bibMOvRduTO2OOdRb9w/e75ceHsGTd4wjJ4qjhkJX1iFkmYAITJuCoCZiACZiACZiACZiACZiACZiACZhA9RPwFpqACZjA1CbQaGpPwOs3ARMwARMwARMwARMwgWmAgDfRBEzABEzABEzABEzABEzABEzABEyg+gl4C03ABEzABEzABCZAgKx8oJRkepg9uuYPpYYtVzy8nqv8Yfbw1+/cDN32nB4aRFljASAgEf1rRuPwIz/EiE/GwskETMAETMAE/ozAZ7e/jP57Xg2dmhDnkuif28Zt5sTsl22HpnPNjDgnxTko7PgqP3+FTxJkpjSe/HIbvtXgCXgDTKDBE8g+TqbBb4Y3wARMwARMwARMwAQmM4H4IM3QZF6NhzeBiSRAsqInyXQPIoIkkd+XCBsqv4eR39cIm2vV9tPh+G7jMENzIlIqNQ5BjPmpFnv3GoHHX/gxmqZVebtNwARMwASmAIGvrnsSw7tdATLOQFKyAAE02rwjmp687R9+GHKc7+K8l4skyEppqGImWfTtmIAJ/H0C+Re8hI1RwobKv8g3/3Lfchu+NXm/ZNl8zdevAb8G/Br4y68BmNmUZRbXC8E87PiK64nxFdcaoYiHtaqNQNyDD1Xbdnl7TMAETMAETMAETGDSEciulrJy0o3qkeo7AZJ1/t8R/wthIxanTlJ9itXMj5hCakklIC9iTJ5qQCpSPdxwCio0kIQyACJS+CRTLZXyIZGqSQCRUhhJWRGVylA7UfgJn9EzFVA1KSKAYsphKT8UPpRI1QhFM2UOMxNlaicQPgCSEopJVYAEAZAqQ0DBR0qKAlFIynJVRk595QAgKaGYVAWYskw4UvKI1AZZKDFTZlQqI3VIjlxK6gNGgWhKUo0gIkMBkjIEEAKgOuQqh1EdgGJZnXIzKYhIZNTDCxFQRsTA9FMIgFSdUSMIpSgillxV5CME+RJJKKs1y8lXQVUJAvJDJMMAkIUSM2VGpTKiD5IDkpL6gFFA1aSoEERkKEhkP1kAgGKgDBAmKxRTCFCEJJQBEJHCDyU/LxSIVkYf+ZkhkgXCZEUWUp0gM2UNKlMdpUS5EQsDVeRDIuIHqSSUopCUU0wFoH4qABBkCEqUoHpBAKifyIg+UE0WSUBuCYD6iQy1hZ8UvhStUCIVpRxlgoiMiIHpB4VEqj4BRTPJMJYJmEADIVBTU4MuXbqgf//+dWbcvn173HHHHVhsscXqtE2rAbLyGEcSZKXi2q1c8f6WXPEezvBzu9a/W2KrPeYUTkpAKmM8ea899zlOP/gNjP3pNziZgAlMfQK/jPoZj27fGyNfHgzBS6JJAAAQAElEQVTtpoiCYLIqsNipnTHHOov84fvd4tgQx4CwJEHWFcoSybKaXRMwgT8h4GYTMAETMAETMAETMAETMAETMAETMIHqJ+AtNAETMIGpTqDRVJ+BJ2ACJmACJmACJmACJmACVU/AG2gCJmACJmACJmACJmACJmACJmACJlD9BLyFJmACJmACJmACv0eArHywlGR6GDX65w+nhi1XPLiaK3+IPerhr7dOM+y75/SID3WNj7HKlJXv9v8Rhx/5AYaPGBvDWyZgAiZgAiYwQQKf3vYy3v3vNWqrLZ5PVEl+47ZzYo7L/4Omc86M/NwTNhTnobCh8vNW+GR2fiMZQxXPdWRWT0EXVUDAm2ACDZ8AET8Nfzu8BSZgAiZgAiZgAiYweQkQ8N9zcKpfBEi9LsumRFIvU6YISeT3J8KG4v5FrvJ7GhGL+irtpsNxe/+GFs2AdIe9tnCfRHbMT+Owd68ReOyFHzFtJm+1CZiACZjA5Cbw5bVPYNi+V+gkVDj/6GyU//8XW3REk5O2+cMPQ47zWZzvcpFM50WyZMu3gWR51b4JmMBfJBD7Z/kieT3s+F/em9fjy31Dv/76a/py5bC5Im5N2S9cNm/z9mvArwG/Bib0GnBscr8uxj/3R718nfl1Q9i4rsiVX3dEfUJ+HrNt2AQIagNCMs4mYAImYAImYAImYAITJBBXS4zrpop73JxgXwcbHgGy7u+SLMVIgmR6L0D8P+TAzcfhnD1/xVm7/4zTd/sJp+4yBqfsMhon7TwKJ+w0Csfv+COO2+lHHCsdt+MoHLPDj+iVNApHq37UjqNx1I5jpNE4cqcxmXb8CT0VO2KnnxA6fKexOGynn3H4zrI7/4xDd/4l6ZBdfsHBoZ1/xcHSQbl2+Q0H7jIOB+xSK41Dj11rsb/UY1fIAt1lQ/vtSuy7ayPsu5vsbo3QbbfpMnWdDvtIe3dtjNBeXZvgv/Iz2xR7ds20x+7TY/ekZrLN0HX3XM2x6+7SHqEW2GWPFth5jxmwy54zYuc9Z8BOsjvtOSN23HMm7LDHjNgh7J4zY/ukWbD9f2fBdkmzys6KLnvNim2lLv9tiW1Ce8nuNRu2lrbaa3Zstfcc0uzYUnaLpDmx+d4lbbbPXNh077kRdpN95sYm+8yT9O9u82Dj0D6tsLH0r27zYqNuraR5sWG3+bDhvqH5scG+82P90H4LYL3QvrLSuvsuiM6h/WT3WwjrSGvvtzDW7r4w1kpaRHYRrNl9UazRfRFpUawuf/X9W2P1/dtgNdlVZVft0RahVfZvi5VDPRbDSmVascfiWKHHEljhgCWwfNKSskui0wFLoWOZOhy4NNoX1O7AZdDuoGWTlpNdNmk5LHNQqF2ySx/UDksd1B5LHdweSyZ1wBIHhzpi8YNLWuyQTmhbUJtDlkebQ0MroPWhK2DRpBWxyKGhlbCw7MKHrYSFklaWXQULHrYyFjhsFSxw+KqYP3SYrDTf4athXqlV0upodcTqmOeINaQ1Mbfs3D3XxFyhI9bCnKGea2GOpLVl18HsPdfGbD3XQcsjO2fq2Rmzho5cF7NIMx+5HmYOe9R6mOmo9ZNmlJ3x6A0QmuGoDdFCan70hsi0EZodLfXaCNP3+heaJm0suzGa9NoYjXv9u6BNkp3umE3QSOIxm4LHbAYeuylw7GbAMZujVhp37ObItAV+O3YL/HqclOyW+OW4rZJ+lh173NbItA1+Ok46fhuMkUYfvy2STpA9cTuMSvoPRp+0PX6URp+8I0afshNGn7YzfjpjV/x81u749Zw9UbvmMun4RLJoyey4hQkkkhOIOmQCJjC1CdTU1KBLly7o379/nam0b98effr0Qdu2beu0TesBsvKYRjJdt5ElG9dv5Yr3ueSK92+Gn9s1N54VW+w+G1BbG++eyWz40mvPjsTpB72On8b8Nq1j9/abwFQl8MuPY/Hof3pj5EuDtatqX9X+Kae4z7Y9ZR3MsdYif/p+t9j349hAlo4XZMkv30iS5VX7JmACf0rAHUzABEzABEzABEzABEzABEzABEzABKqfgLfQBEzABKY+gUZTfwqegQmYgAmYgAmYgAmYgAlUOQFvngmYgAmYgAmYgAmYgAmYgAmYgAmYQPUT8BaagAmYgAmYgAn8IQGy8gFTksWH2fOHVMOG8gdXw+aKh9hDUQ+77trNsN9ezcHCWpk8IkzNgFE4/MgPMHz4T3AyARMwARMwgfEJfHrrS+i/1zXQqUhNRPYjV7nJ4nNjjsu2Q9M5ZkJ+zsltnH/GP09FPURqlII0DEiGKdpUcVEdBLwVJtDgCdSmD5apbfDb4Q0wARMwARMwARMwgclNQNdN8cF8k3s1Ht8E/iIBMrvnkC9Gsnj/gWTxA7XjfkUo7mvkNu5tRD1srlXaN8bx3WoxQ/PaNI6GSFYFfv65Ft16fYLHnv8R01zyBpuACZiACUxWAl9e8wSG73clGGvRyUdZPkESjbbshKYnbv2nH4Yc57dcZLYsWbIoSyTLanZNwAT+KoHf++LdiJd/We9tT/2M25/+pUw/o88zv2R6+mfcIT9JfYpWy9zx1FiMrzsVK+kn3PlUSXfJr9QY3PVUprtl735yDMbXPYrd8+RojK97FStpFO59MtN9snX0xChE7P4nfsTvqa/a+j7xA8bXA4rV1fd48IkyPS6/TA89/h1+Tw+rraRv8fDjmR6RraPHvkG/x6Ww4+lR1Uv6Go8+VtJj8iv1FR57LNPjskU9+hUeL+gJ2Sce/RLj60nFSvoCTz6a6SnZCetzPN1PelQKO56eUf2ZfiMxvp5VrFKf4dl+n+G5cj1SqMs+n/Qpnn+krl5QLNMneOGRSr2oel2NwEuPSA/X1cuKvfzwcIyvVxSrq2F45eFhePX39NBQ/O939JriJQ3Baw9lel22rgbj9YcG441cD8ofT/+n+v89+DHG15uKlfQR3nww01uydfTAR3j7wQ/x9gMT1juKZ/oA7zxQqXdVr6tB6P9AmfrKL6hGtqbv+5iQBiieaSAG9K3Ue6rX0f3vYWBfKex4el/1TAPw/v0lDZJfVzUYdH8NPhhf9ymW1B8f3jdhfaR4Se/io/syfSxbV+9g8H3SvRPWEMUzvY0h91ZqqOolvYWh92YaJltH97yF4UlvylZqxD1voqT/k1/SJ/f8HyasN/DpPdLdUm7Dlz5Leh2f3V2pkapX6jWMvPs1fD4h3ZXFv7jrf/g9fam2L5NexZd3lfSV/Lp6BV/fVaY75Zfpmztfxu/pW7WV9BK+vTPTd7J1dMeL+P5OKex4+kH1kl7AD3eU9KP8Sj2PH+/INEq2qD7PY1RBo2VH93kO42uMYiU9izF9SvpJ/gR1+zMY20cKK/2sfrl+Cf/2p/Gz9Iv6hJIf9YJ+vu0pxHVFqFb3ZXPFdUv4YUPlftSthk0g+33WNuyN8OxNwARMwARMwARMYDITiKulWqjUdXJpVaqXKvaqkADJ9D8TMrP5/0N2WrcRdlgHSduvXYv/SNutVYsua45L2lZ2mzXGYevVf8NWa/yGrVXfes1abDWetlwTCG0hu8VawBZrMWlz2VybrdUIuTaVv+la0yFp7emwSVJj/HvtSm28dhPk+pf8pHWaYqMKTY8N18m0gewG6zRDrvXlr9+5Gdbv3BzrlWndzi1Qrs6qd153BqxToRmx9rolrSV/rXVnQmhN2TXXmwlrrjdz0hqyodVlV19vFuRaTf5q682K0Krrz4pMLbHK+pVaef3ZkGulDWZDptmx4gYlrbDBHMi1vPzlN5gTSRvOiU5FzYWOG5bUQX6HDedGqL1s0kbzoF2FWmG5jUpadqN5kWsZ+cv8a14s86/5sHSZlpK/1L/mR64l5S+58QIILSGbaUEsvnFJi8lfbOOFEGor2/bfCyHTwmjz75Ja/3sR5FpU/qL/XhShRTZZFLkW3qQ1yrXQJm2Qa8FN2yBTWyywaUnzb7oYcs0nf75NF0fSZotj3qKWQKvNSppH/jybLYnQ3LJJmy+FuSq0NObcvKQ55M+x+TIIzS47+xbLIDTbFssiV0v5LbdYDrlmlT/rlu0QmkU218xbtkeumeTPtGUHhGaUnXGrDsjUETNsVVKLrTohV3P5zbdaHklbL49mBU2/9QooV1PVm269IkJNtlkRmVZC423KtTKm26akRvIbbbMKGm27ClgmbLsqctXKr912NYzbZlUkG36X1VG73RoYJ9X+RweM7dfODkA6EHHHzmi007rpfUpxjCKz41V+SCYr63nc1gRMoH4RqKmpQZcuXdC/f/86E2vfvj369OmDtm3b1mlzICNAMnMKJcniNVx+bAxbrnj/Zq54D2f4uV3r37Nhyz3ngEYBysYK//Xnv8DpB72Gn0b/CicTMIEpT+CXH8bi0e2vx+evDgGoHCo4crH46etizrUXmej3u5EEyXQtRWY+SZQnsrJe3mbfBEzgdwg4bAImYAImYAImYAImYAImYAImYAImUP0EvIUmYAImUA8INKoHc/AUTMAETMAETMAETMAETKCqCXjjTMAETMAETMAETMAETMAETMAETMAEqp+At9AETMAETMAETODPCZCVD5qSpXo8wE6y+KBqPLQesbATUjzQ3nmt6bHf3s0RKX2gFWpRyBgw4EccfuQHGDbsp2i2TMAETMAETCAR+OTmF9F/7+uSH+eMcHT2SG6TxefCHJdth6azz4Q498S5ptzm56WwIZLF8xbJ9IELUCKpEsU6nKqKgDfGBBo+ASL7afhb4i0wARMwARMwARMwgclLwFdNk5evR/8nBEhWLE4SJFOMZPF+Rdy/CMX9jdzm9zsilvsrLdcIx3cDZmheuNMeXx4hxT2TsT+Pw95HDUe/Z3/AtJS8rSZgAiZgApOPwFfXPIHh3a9MK4hzDeKckznglp3Q9IStJvrDkOP8RjKdB8mSTYMXCpIFz8YETOCfEsi+oBXabXXdmPbdzMYX9YZeHzQOXc/+Gbuf8wv2PPdX/Pe8cdhL2vv8cdj7glrsc8G4pG6y3RTrdsFv2PfCcUn7ye6neHfZ7orn2v+CX7G/6j1C5/+KA1TvIdvj/F9wQJkOlH/geb8g2fN/xkFJY3Hw+WU6bywOUf2Q837CoQVl/hjVx+Cwc3/CYeeFzTUah5+b6YhzRyHUs8yGf6TqR577I0JHnfOD7A846pwfk45WPdP3OPoc6ezv0Uu219nf4Zik7wv2Oxyr+rFnf4vjzpHCnv0Njkv2WxwvP+msb3CC/BPO+hqZvsKJZ4W+xkmKnXTmV7LSmV/i5IJOkT3lrKye+V/glDO/wKlJn8tmOu3MkTjtjM9x+pnSGSNxhnS6FPaMMz7DmaHTP8NZsmfJnimddfqnSDrjE5wdOr1kz5EfOvf0ESjqtOE473TptBE4X37ovGSHqT4MF5wqnSadOhQXJj+sdNpQXBQ6dQguPk06dTAuThqCSxS7RH7o0lM+Vv1jhA1ddspHuEyxy5KVf/JHuFz+DyhqLgAAEABJREFU5ad8iCtOlsIWdKXslSd/gKtOkcImDcJVJw/C1blOGoRrkt6XDQ3EtSdluk72uhMHIumk99C7oOtlrz9pgOoDcP2J7xU0ADecGKqRzXTjiTW48YT+uKmgm8vszSe8i1tCx7+DW6Rbw5duPeEdZHobt50gHZ/rLdx+fOht9FGsj/yk497EHWW6U36m/8Odx/0f7irqDdx9XOh12dAbuEf1e459HfcmvSab6b5jX0Ou+4+Rf8z/cH9BfY95FePrAcUeOOYVPFjQQ2F7vYyHjpFkHy7TI71ewsOho1/EI70k2X7j6dGjX0DosV4v4LGjny/oBTwuP/SE7BNHPYcnjpbCFvSk7JNHPYunQkfm9hk8fWToaTxzpHTUM7Khp/HsUZJizx75FJ6TMvtk8p/r+RSeP/JJPN8z1xN4oWemF2VfPOIJvJTs43jpiJJe7vkYQq8cUbLhv3LEo3i1qH549fB++N8RkuxrRT2C1w5/BK+HDntY9mG8cZjq0huHy096CP93uHTYQ3gz2Qfx5mGZ3pINvS379qEP4O3DJNl3Du2Ld5J9AO8mX/VD+sq/H+8ecj/6hw69D/2T7kfNodIh92GA6gMOuRe53pMfGig78OB7MPAQKWzS3Xj/4EyDDr4Lgw66G4NUD/+Dg+7CB4p9ePCdKOqgzP9INvTxQXfgI+njg/og6cA+GKz64LBJt2PIgZmGyg498DYMk3Ibfmj4gbciNOKAWzD8gFsQGnHArRgh/5Ny9bgZnybdhM96hG6WDd2EkaqP7HGj7I34XLZSN+CLHtL+N+DLpOtlQ73x1f6h6/H1/lL33vi6oG9kv+l+HULf7p/Z5Cv2bfdr8V3SNbKZvu9+Db7f7xr8kHQ1ftzvavmZ/XG/q1S/CqP2zTS6YEfteyVGh/a7EmNC+16BMQX9JBsaKzt238uR1O0yjJV+7nY5Qr/Iz3Qpfukm7XMpfk26BL/tI3WTCnZc+HtfhHFFXVjy97oAv/33fIzb83z8use5+GX3c/Bz17Mx7qvvEdcTcb2R2/BD//QaxsvXYwLp7zX/zVaPf0OemgmYgAmYgAmYQD0gkF0tZWU9mI6nMBkJkKzz/w6SE/z/f/n/++P//uVq0qQJxld5+7Toe5sbp/+9mYM5/NFroPy4Ef2iHjZU7sfxp1zx/9oQWXkMQyGRLHg2JmAC9Y1ATU0NunTpgv79+9eZWvv27dGnTx+0bdu2TpsDlQTIyuMcyXRNF73y42PYcpUfR+M4G/XcrrnxbNhyj9mB+H88asPIj9Fq8X8vfIHTDnoNY0b9GgHLBExgChH4+bsx6Ld9b4x8ZUi2xlrtlqGoyS5++rqYfY2F0jV3+f4cfrny4wCZHSeiHkOQWT38XCRz19YETOAvEHBXEzABEzABEzABEzABEzABEzABEzCB6ifgLTQBEzCB+kCgUX2YhOdgAiZgAiZgAiZgAiZgAlVMwJtmAiZgAiZgAiZgAiZgAiZgAiZgAiZQ/QS8hSZgAiZgAiZgAhNJgKx84JTkBB9mJ4l4qDUeXg2bKx5iD0U97DprTo/u+zSHRgFUFrJc4r2Bo3H4kR9g2PCxcDIBEzABEzCBT256ATX79kacK4oCoFMOmi4xN+a4bDs0nW3GdP6Jc0x+rgmbn4/ClovUGaggKJFUCY2ZWThVGwFvjwlUDYHaqtkSb4gJmIAJmIAJmIAJTC4CccUUmlzje1wT+GcEyMp7DySL9yNITvBLAOKeRtznyO975H7UV1puOhy/LzBTC6RxSI0HyAd+/Q3o1msEHnnmB0wjyZtpAiZgAiYwmQh8dfXjGNr9Ko1OCUhlnHOkRtusgKbHbznRH4Yc5zWSICuFskSyrGbXBExgUhCIL+GdkOKLekP5OuKvqdQvfSmBavEFBTKqKhcddZcfWUK0RL8UjS8zkMKPWCj5qZc8WcVUpqxFFdMghVhaMqoRVSybi7qGH7GQfEUKX5oQSxQWSINlvkp1UVvmqK/8WDak5aMWY6shLRVFxLRQhKJXuEU/9U1RDRjLJ6Mlwo941GOQ5Ecl2qIiRVz9YkBFw2TjKhbjRiyzqUltihTaVNHSMV5hHNUiZ4p+Wfz3li/G0xAqtGDEYly52QrlpFhYKdq0epkYX9IqUl1taYRUUTxVYgg5EVN71MJk1eijNgVi/MxTDzWmuqxWotZYQRZXGaEwSdElnOgfHWOM6BD1omJxNUS91DfWHQ1SLBjSYIpGlxhCUi3FUkj13BbiGjMtFkVIfVOPQjwWKK5T7dGcmuREvKiYghT1WF7NYUqKZaVCVjxff8HGsqHCgmkc+crqGzmtVY76FwbJ2lRPjpoUDzf1lBNjyKhBfdSm4bU5qVVWtXAVT33CSoWsdi2jBpWZX+geY2pAxSKQBohqVDIpFMtEBy2u4VSTo7B8dc39sCEtFQ3qJU+9FFOvlCMeTrbO5MWwKRyxpFhKy2TLq498lalf6qgihcJKhawuWkINKtU3SoUKYykQWYEsni2juWWO2uTHsjLqlNVj2VAhnuYWvmLZYtFZ4ymmBWKxTGqMvlFRa5isWf0iHrGi1VjhRwc1p76piKE1Tu5nbVpSjkp1jzK1Zn7Ec2nMWLTYQ3F1UmdFCuOmdapfVMPPukS7pHj58tEey0efiGsgVdOSqspGlhRUjuUldU4hjTX+8rWAopELPWTUXcNmy8lJ4yosq5oaY4yiYlFJvbNS7VqxOqZqKrK2QkgDZV0UlaNqNq5KRbSoIhGXUSgtX1gy8xVXs0LqLUelukWpUPSIWFJUspi81CfVtLwqcrWM+slRNYLhSYoVty38WFhS76xUTJOMrM4KpaXz5WUjS9EhjaMusWwmLTLe8hFXl2KOZeJaIhR+rrxD1HPftpoIpBdNNW2Qt8UETMAETMAETMAEJjmBuGLSFfUkH9cD1n8CJIv/A4n/iYTif/zliv/1h+LLuXONX49406ZNEXYalbe9SRMzMIM/fA382TEijivjK45FcVwqF5kdt+r/EdYzNAETqKmpQZcuXdC/f/86MDp06IA77rgDbdu2rdPmwIQJkKxoIJmu4yJIZn758TL8OI7mimNs+LldY+PZsNV/54SWhBYHqByO9OaLX+L0g17D6B9/hZMJmMDkJzD22zF4dIcb8Pn/hiH2RUTSvkgSyljijHUx+xoLTfT73chYLlM2VMmPeohkGMsETOCvE/ASJmACJmACJmACJmACJmACJmACJmAC1U/AW2gCJmAC9YJAo3oxC0/CBEzABEzABEzABEzABKqWgDfMBEzABEzABEzABEzABEzABEzABEyg+gl4C03ABEzABEzABP4KAbLywVOSIJmGiAfXSRa/nCgeWo9Y2HLlD7KHXXuN6bHf3s2QPtSqVmVSLeJDX98bOAqHH/E+hg77Se3OJmACJmAC0yqBETe+gP77Xp/ODSp0slDW+UIlGi8xN+a4bDs0bTkj4lwT55Zym5+HwpaLJMhMwZVkmBRLjosqJOBNMoHqIZAdsapne7wlJmACJmACJmACJjDpCeiKqfB33qQf2yOawKQhQOp1WjYUyeJ9CZLF++z5/Yy43xF+2Pz+R7m/4rLT4bhuwIwtsvvrceskfTcbavHrb7Xo1ms4HnnmB1R/8haagAmYgAlMDgJfXvU4hu5/tYbWeUbnlpQLJxtu1QlNj91ioj8MOc5nZHbeI0tWgxczyaJvxwRM4O8TiPddTGjpiMcX9JYrYnnf2APJVGbXqPKjhmIhRxkRkFUzIJ+kyuRBLgiAVCmpVCVlRCIjIikjFEUhxuQjSpCqhYDMR5ZIyqFiYahCOZkopCwDYaVwqAoBlZKWpzySUZGHQlI9amEKNrpAPiUoJUsg4iRlJQAEkqBEqpYUFanUIi/agGiOIiyR/ygOgGQUJYs8KQ5JOUwoukIOk8KTFFQGyahAJSKx4JEEkgDIjYLJiZJRRdZMWQkAgSQokaqF5GdB1cNPFfmRJaiedWN4UkQkBckshmSRJfkAUw4DpRRShVIhAwoqI2JklEiJZMkWfHVSLOKSYowAAblg/MghIE8KBwApR1KpSspISTFAUeUw4aeQKgwxIpKCJCMSFVmkRFKWKBj5ypTA9KMiMqAOykhROQTkS/KhRCoSkp8aUpHFGD6BrJmyRCRCP4RKSY0kk4/cQkk+wJTDQCmFVKFUyCBVCyG36qhMMkpkJvxULRSqp5yK1IfQjzoz7xFO+IpBSlUVBCMKKKYiZURIBZmc8BBu1EjKlxApt0gxlSmDSCkzVJVQEVmWICXkUggAyShkgaxAISkOKXLqA4RRCeoHSgypiDhJkJJikYueYmoACCSpCDcqlJ8yVVM/kqoSKJRQIlWXlKEwSknxCMhkbURYlcgEWSkLgmRUoBJZCk8qxKMhXMihBCWGVEScJEhJsci5RxJqkADIjSIZVSilTADqRxKlH4UAkIxCFoBcAIUUFSmyBPVTVhuR/UBWUlAZJKMClYjE5BEoxCE3SQUlKDGkIutCkJJikXOPJNQQWRZKqqsEwkqRJagfSZR+Cj0Ug6ScAkSewpOUkUSkPpCVohdVkISyFFZSLHLmEWooCICqUTBzVDKqiOWjIAkCEiWkRBKQlGVRJ41/TRHXFeUqXyDi5XX7DZcAQU0+JONsAiZgAiZgAiZgAiYwQQJxtcS4bkoX03kX5o5tFRIgCbKk+J9IueJ//KH4n//4ajLel5yXt4/fNu3Um8DbagZ+Dfzxa2BCx4qIBbew5YrjT7ni+ESWjllkpZ8fpknmrq0JmMBUJlBTU4MuXbqgf//+dWbSoUMH9OnTB23atKnT5sAfEyArj3Mki9d0+bEybLnKj6dxrI16blf/V0ts9d85kO6H19YWbTwL++ZLX+D0g/6H0T/+8seTcqsJmMA/IjD22zF4dMcbMPK1oRqnVrtfaV+MfXOJM9bF7KsvONHvdyOz40IcB8jMJ6mxS5msrJda7JmACfw5AfcwARMwARMwARMwARMwARMwARMwAROofgLeQhMwAROoHwQa1Y9peBYmYAImYAImYAImYAImUKUEvFkmYAImYAImYAImYAImYAImYAImYALVT8BbaAImYAImYAIm8JcJkJUPoJJMD7PHQPmDq7mNh9bDD1uu/EH2sGuv2Qz77d0coHISQUoABg4ajcN7DsLQoT+p5mwCJmACJjCtERhx4/Oo6X69zguQGAUi6TSBJku1wlyXbYems86AOMfEOaXc5uefchs+yTQWyRgq+eGQWT18qwoJeJNMoBoIxAc/oVY/1bAx3gYTMAETMAETMAETmJwEdM2ka6fJuQaPbQKTggBZeS+CZMV9ivw+RthQ3PfIbX4fJGK5v8Ky0+G4bsDMM2qc4gSZvN/GAd16jcDDT/+Q6lVbeMNMwARMwAQmOYEvr3oMQ3tcXRiXiB8V0GkLjbZdAdMft8VEfxhynMdIjTCeCoMnQzJZFyZgApOOQHx4eT5a+OWKL+z97bffsi8dKMDhCV8AABAASURBVHSqldVfVVmZKlktuzmdAmor5GJVfQp/h0UoWsPGujR4cdGI5W2IaARCyU+OvNyqp8ZMY2Su2uQoa21ZGV1DqmWNUQlFQJKrIZKTLZPWqq5Rk6JRUjf1iRxeKHwp3JCWyJYslIopa9OyMZJf6C6T4qln3pCWj5aQgsrhqWPkzFUZ4STNKZYvmLKlU2s0qbeyqqmPemgmChSaFFSTxlZZ8KOx2EfhqGuxfAFVs2AqVSinWJF/qqlQzmJZjzRGVkRLpkJTDK7VKxZeMqlnLB9zSd1UKGeNWWupc0RTYxShQpMGjVoao+BnXSOqPpmJkCphIhAKX5KrnJyYi5x8zeFm3BRJfVQop3g2mGrKWUAzKPjyUihV05wKkeSnpsKIiqdOWUxBOREIZWvQBLKwyphftGSKUn2SSYUqWlz9Co4qiiunkIpYXkF5WY/UFHMKFRoiFm6xRwRCEcxtGiHrkeZXWD7Gz7toy7SEygiEVMsWi0ooApJcLZ6cWF5O6qZwuDG8VqRxoqZg5smJevQMNyS/fPlozsJaQitIvoIlG56krEXVkudSILyYQDauxlHHiCVpTE0smsPkC8um1lKsUI1AjKAOGkU1xZW1vKIaK/ysreAlo0I5LZAV0SXzFFdOA8X8kq/WotWYatT4ZUG5EUsqdcz6aFTNpNQjLa+e0U9STm2KyKqmLKdYDad8eQ0XWWFFNVape+bFnNWYcqFjGq5YqJuy2kvLR70ojanGbO4RLF8wBsxj0S/5Gifi6hfVWH9ms0D48tQjPEk56grEauRGIFSqpprGz8dSJ3VPUc0rrNaZGTWFI5Oy/CxrsOijiuLyVCqkMsYMT8OH0bgKphx9JeWsKkc5OpUvrwlELihvyXpFmQaMwWPZUBZIQ6ZCsWiOAWIuqlb0iFjWpt7RKFOeoz2uKcpttEc9bKjcj7rV8Alkv9MJvCAa/qZ5C0zABEzABEzABExgkhGIq6V0hZ4uuPNhI5r7tg2dAFn6nwZZ8mO7SOp/KUT8byQU/9svV/yff3yVf2F3+NO8mjSBGZiBXwMT/xrIjynBLPzchl9+/IljUrnI7FhFEk4mYAL1l0BNTQ223XZb9O/fv84kO3TogD59+qBNmzZ12hyYOAJk5TGQZLqWi6XjmEmyeF0X9VD5sTU/1uZ2tY1aYpu954IGQUqMkoift1/+Emcc9BpG/fBLBC0TMIFJTGDsN6Px6A434IvXhmmfKwyufZgkIrDkmeti9tUWnOj3u5EEyXQMgBKZ1eUWM8mib8cETOBvEPAiJmACJmACJmACJmACJmACJmACJmAC1U/AW2gCJmAC9YRAo3oyD0/DBEzABEzABEzABEzABKqSgDfKBEzABEzABEzABEzABEzABEzABEyg+gl4C03ABEzABEzABP4eAbLyQVSS6eHVGC0eXCeZHmQNPx5iz234ufIH2cOuvWYzdN+nefrg2OzDYtPHXKXPn33//VE4vOf7GDLkJziZgAmYgAlMOwSGX/88arrfmM4F8VGH6bMPwxGCpku3wlyXdUGTWVogzitxLim34Yfy8w/JdF4is/MVSUQiK23ErOok4K0ygaogoGMWET9VsTXeCBMwARMwARMwAROYjATimomTcXwPbQKTjgBZ+VolCZJpBSSL9zPiHkeo/H5Hfj8kYrm/wrKNcWy3Wsw8IwqpcDNFZty4Wuxz1DA8+OT3hbbqM94iEzABEzCBSUvgiysew9Ae15YNqhMKJOUx/1oS0x+z+UR/GHKcx0im8xxZsmWDp7byun0TMIFJRyC+oDWUjxh+rnHjxiH8vI1yCGK9Tk0Lmj7ZdVN9eqzbKVdTrLv89OgsrdupWYp3LrR1Vj207vLN1F4mxdeJWNhOzRF+puZYe/lQM8XCNi/aiK+V2poX+oRtgbWWl1ZojrVCyVddds1yrTCD2ltgTdnQGsvPkPlhQyvMiDWSZpANleqra5nV1TYhrbbijEjxFWfCalL4qym22gqqhxRbNbfhrzgzVk12JqyS/JmxygpS7ssW4+GvNIv6hWbGylFfcRbZMql9JcVWkl1ZWmmlWbGylGKKr5j8WRHxXBGbkFZQ3xVWaolcK4a/clZffqXZsMLKs2H5iCWFL6VYwYYvdQqtNDs6hZI/GzqtrLrUMepSx+TnsdmR18N2SG1zoMPK0ipSWKl98udE+5VDWbz9KuHPiQ5hy6U+7aRoD9tObZnmwnKrhOaUlVadC+1SfS7V58KyZX7qt+rciknqt2xoFflJ82AZ2WXUntl5sOyq8yDVZZdeJfx5sLT8ZYp+q1SP2NKrhi+tNg+WUp+lVJ+QllytldpbYcnV5k2KPhFbclXVQ4ovkdvwV5sPS4QUWzysFDYU8bChor/6/Fg8pH6LSYuvNj8WK5fa2pZLbW1XXwBtw0ptwk+aHykuP2JtVl8QmV2gYBdEa7W1VrxCayguLbr6QmpfCIsW28OXom2NsAthkTK7iPovsvrCKRbxRdYIf2EsrD5RX1j1TItg4TUjnmsRLLSGYlLYhdZUPaT6gskuigXXCCmeYvLXXBQLSAuOpwWin2LRVlJrzL+mtNaisqHwpYhJ80lZeyG2VhvMF1ozbGvMFzak2LxrtsW8YZPCD7VJsVZryVd7suFL4Re19mKYZ63F0GrttpgnJD/qobnDV3vYuWXnkeZee3EkrSWr9qKv+FxS1MPOtfYSyLQ45lQ8/DkVC5X7c6yzhNqXwBzrLIk5Q+ozR9KSmGNtSbHczi6/KLWV+7OtsxRmL2rJ5EdstnWWRqalZJdC+C0VK6rz0ki+7KyhdZZRfRnMmvfpHL4UbUnLYJZCLGySlgk7s+KzdF4WMxc0i+ozr5vXl1M8VKrP1Fn1dZdD2JnChhSbMbed26Horxt+O8ygthnlzyCFDc2gflGvVHu0WFdar51sKHwpYlJzKdqbr9cBLdZTXAq/+bodULQFv9l6HdFM/TJ1xPSF+vSKZX4ei36ZH/Gk9TuhqRR+0/U7gvpBElKK64i4ngiFnysay/2oW1VEgNTGhGScTcAETMAETMAETMAEJkggu1rKygl2cLAqCJCl3zFJkHUV/yPJFf/fL1f8r99qnP7fND4H183Fr4F/9hqIY03OMPxy5cckMjtm5Qdksm49b7M1AROYegRqamqwzTbbIOz4s+jQoQP69OmDNm3ajN/k+l8kQLJiCZLp2i6Ccdwkmd7PGX6u8mNrHHOjnttVN2yJbfaeEynVpjLecZP01stf4owDX8OP3/+SNbg0AROYJATGfDUK/Xa4EZ+/Pizta4VdLz2jHsWSZ66L2VdbMP39Ub6/hl+ufB8ns+NA1GOCZFYPPxfJ3LU1ARP4mwS8mAmYgAmYgAmYgAmYgAmYgAmYgAmYQPUT8BaagAmYQH0h0Ki+TMTzMAETMAETMAETMAETMIEqJOBNMgETMAETMAETMAETMAETMAETMAETqH4C3kITMAETMAETMIF/QICsfCCVZPFhdjLzSaYH2uOh13i4NWy58gfZw661RjPs3605NIhyLA+AkYlBH4zB4T3fx+DBY+BkAiZgAiZQ/QSGX/88anrcmG1oOhcAOqWoAKZfbl7MeWkXNJm5BeKcEueQcht+nHNC4ZNM5yKSGiMTlEiqRIrBqdoJePtMoGoI1CJ+qmZzvCEmYAImYAImYAImMJkIxMf1hSbT8B7WBCYxATK7R5EPS7J4v4Jk8b5G3OsIxf2O3MZ9kVDEcrv8Mo1x7L7ALDMBGgmIksiS7H7HDMeDT3yf1aur9NaYgAmYgAlMQgJfXPEohh10LXQaQUo6hyBViD7jPsA2r16No446Cvfccw8+/fTTdL8+zkflivNVLpIgK4WyRLKsZtcETGByEci/hDdsfElvKPxQvs74ayrq7Vs3xqNnzYJ+SbPKzopHzirp4bNaItdDZ7fEQ2fPlvSgbK4Hzp4dufrK73vOHOh79hy4XzbTnLjvnHLNhXvPyXSP7D3nzo1cd8u/+9x5cFeFWuHOc6XzWuEO2TvOmxe5+sgP3X7efCjq/Plwm+q3nT8/bq3QArjl/Ew3y958/oJIumBB3JS0EG68oFwL44YLSrr+wkVw/QWSbO+kRdH7wkVxXZmuvbA1cl1zUWtkaoOrLyrpqovaIteV8q+8eDGErpDNtDguv7hcS+CyizNdKnvpJUsi1yXyL7lkKVxcoaVx0SXSpUvjQtkLL10GuS6QHzpf9vxLl0XSZcviPPnnXbYczq1QO5xzWaazZc++rD2SLm+Ps5I64MzLy9URZ1xe0ulXdMLpl0uypyUtj9OuWB6nlukU+adcuQJOuWIFnCybaUWcdGVJJ165EnKdIP+Eq1ZG6HjZTKvguKvKtSqOvSrTMbLHXL0acvWS3+vq1XF0hdbAUVdL16yBI4taU/6a6HlNpiNkj7hmLSRduxYOl3/4tWvjsAqtg0OvzXSI7CHXdkbSdZ1xcNK6OOi6cq2HA68r6YDe6+OA6yTZHkVtgP17l9RdfvfrN0T33htiP9lMG2Hf60vqdv2/kGsf+fvcsDFCe8tm+jf2uqFcm+C/N0g3boI9Zfe8cVPk2kP+Hjduht3HU9cbN0fXmzbHbkVtIX8L7HpTpl1kd7lpSyTdvCV2TtoKO91crq2x480l7XDzNki6ZRtsn7Qt/nNLubpgu1tK6nJrF3S5ZTt0uXU7bFumbW79D3JtLX/r27bH1rduj61kM+2ALW8r147Y4rZMm8tufvtOCG0mm2lnbHp7uXbBJrdLfXbBv2X/3WdX5NpY/sZ9dsO/ynXHbtioT1dsdEdXbFih3bHBHZnWl13/jj2QdOceWC9pT6x7Z7n+i853lrTOnXsh6a69sHbS3rJ7Y627cu2DNe8qaY2798Ead3dLWl0212p374tcq8pf9Z79sOrd+2EV2UzdsfI95dofK92TaUXZFe/tgVwryF/h3gOwfIUORKd7pfsOREfZjvcdhFwd5Ifa33cwirr/YLRTvd39h2C5+w8p06FY9v5My8guc/9hSOp7GJZOOhxL9S3XEViyb0lLPNATS/SVZBdPOhKLP3AkFitT2weOQq42Dx6FTEej9YMlLfpgL+RaRP4iDx2DRR48BgvLZjoWCz1UruOw4EOZFpBd4OHjkWt++fM/fALmq9CJmPdh6ZET0Uq21SMnIdc88kNzP3Iyiup3MuZSfa5+p2DOCp2KOfqVNHu/05D06GmYLel0tHy0XGdg1kdLmuWxM8EZW6BWP0hCSnE9EYrrh/GVOrioUgLpqrFKt82bZQImYAImYAImYAKThkBcMZVfO0+aUT1KQyBAsvg/kfz/JGHL/4cSfv4//tzmsahbjWEGjc2gsRn8nf0gjiWhWDZsueJYNCGRpeNWfpwlmbu2JmACU5FATU0Ntt56awwYMKDOLDp27Ig77rgDbdq0qdPmwN8jQFYe+0im67oYLY6fJNP7OcPPVX6czY+9uV1lg5bYttvc0CCIRBVE9vPOq18xi7LHAAAQAElEQVTizINew4/f/aKoswmYwD8lMObLUXhsp5vwxf8NT0Npd017G1RGXvKs9TD7qguma+zYb/P9NPxy5fs2qX1VijqUyKwut5hJFn07JmACf5uAFzQBEzABEzABEzABEzABEzABEzABE6h+At5CEzABE6g3BBrVm5l4IiZgAiZgAiZgAiZgAiZQdQS8QSZgAiZgAiZgAiZgAiZgAiZgAiZgAtVPwFtoAiZgAiZgAibwTwmQlQ+mkgSZKR5oJTOfZPrSh4iVPwQbfv6AbNg1V2+G/bs1R/ZBsEifdRUfGBv1QYNG4/Ce7+Pjj8eowdkETMAETKBaCQy77jnU9LhRm5fOADon6HRQG6pFk2XmwVyXdkGTmZqn80qcO8rPJeHHuSYXyfShKmTpfAQlkiqRzllwmgYIeBNNoHoIEPFTPdvjLTEBEzABEzABEzCByUOAQOHvPjiZQAMhQOp1WzZXknoZM0VIFu9v5Pc88nsgYUPj3yPptHRjHNsNmGUm3VSB7rGEkU1Z/n7HDMMDT3yP6kreGhMwARMwgUlF4PPL+2HoQdel+/Nx7kjj6vyhO/W4/bdBOO2XNzBixAjcddddOPTQQ9GlSxccdNBB6NOnT4rHuSk/Z4Ulmc5rZMmmMQsFyYJnYwImMDkJxPsuYvxyG37+hb3RFoo9kowyapYJmIAJmIAJ1DcCnk99JFB+TRF+fZyj5zRpCRDUgCEZZxMwARMwARMwARMwgQkSiKslxnVTxb02TrCvgw2bAFn6vZKZTxJkpeJ/Jrny/6WEtaZLz4ZUcnDMPPwa+Cevgfx9RDFGHHdyG36ILB2f4ghMMoxlAiZQzwjU1NRg6623xnvvvVdnZh07dkzv0WjdunWdNgf+GQGy8phIMl3Xxaj5MTRsueI4mys/Bud25fVnxdZ7z6nFa5F+alOJuJf+zitf4IwD/4cfvv1Z7c4mYAJ/l8CYL37EozvdiM/fGJb2rbSXFfa1eL/bUmevi9lXWQCxX+bK99lym+/XZLbfRz3mRGb18HORzF1bEzCBf0TAC5uACZiACZiACZiACZiACZiACZiACVQ/AW+hCZiACdQfAo3qz1Q8ExMwARMwARMwARMwAROoMgLeHBMwARMwARMwARMwARMwARMwARMwgeon4C00ARMwARMwAROYJATIygdUSU7wYXaS6QN54mHX8odhw4+HZXO7xurN0GO/FiCUCgVV0+L46MMxOKLn+/jo4zFqdDYBEzABE6g2AsOuew41B95U2Kx09Ecc/0Fg+nbzYe7LtkPjGZql80n5uSPOIaHyc0z4IZIgM8XAJMOkWHJcVD8Bb6EJVA2B9PEzqK2a7fGGmIAJmIAJmIAJmMDkIqDrplpfNU0uuh538hEgs3sW+RpIpvsXZGbz+xxhQ+PfCxn/XknHpRvjmG7ErDNpREpQEVmC/P2PGY77H/sOVZO8ISZgAiZgApOEwOeX9cOwg6/XWIROQQBRTLf/9gFO/+WNYj13hg0bhttuuw3du3fHJptsgm7duuHmm29GxEmCrFS+XFiSYSwTMIFJTCC+LGBCQ+bxsOUq7xt/TemvqvKQfRMwARMwAROoPwQ8k3pHYNy4cQiVX1uEHxPNbfhWdRHIfrdx5Vhd2+WtMQETMAETMAETMIFJSSCultJ9tor3L0R0Uq7FY9UXAmTp/x0k6/xvJP7HTxJhJ6T4/3+uCbVPc7FGjX6XlVmYjV8DE34N5MeQsH/EiMyORWTdYxUKiWTBszEBE5haBGpqarDVVlvhvffeqzOFjh07ok+fPmjdunWdNgcmDQGy8jhIMl3fxehxjCVZ51oljr+5yt/LGf4qG7TENt3mhkaBFkVK4UjvvvYlzjzoNXz/zc8p7MIETOCvERjz+Y/ot9NN+OLNEQCVQ3KYBCx9znqYY5UFEftivo9OyMa+HSK1pBQ+lMisLreYSRZ9OyZgAv+QgBc3ARMwARMwARMwARMwARMwARMwAROofgLeQhMwAROoRwQa1aO5eComYAImYAImYAImYAImUFUEvDEmYAImYAImYAImYAImYAImYAImYALVT8BbaAImYAImYAImMOkIkJUPqpIEmSkecC1XPBQb9bDlyh+cDbv6as3Qo3sLZN9uWquJhrLqhx+ORs+e7+Ojj0Yr7mwCJmACJlAtBIZd+yxqDry5YnPS0V/F9O3mw1yXbIsmMzRDnDviXFFuw8/PLWFJpg9RIbNzEUlEIittxKzqJ+AtNIHqIUBkP9WzRd4SEzABEzABEzABE5g8BHzVNHm4etQpQYBkxWrIrE4SJIv3O+L+R6j8nkj4498z6bh0YxyzLzHrTLrBAqUwoXTzvRYHHDcc9z36nRoafvYWmIAJmIAJ/HMCn1/6CIYecr3OEnGyqEX6TqJwNfRtvw3CGb+8Ie+P89ChQ3HTTTdhr732wvrrr48999wTN9xwAyJOsmJhsrJe0eiKCZjAJCWQfUFrNmT4oaiFzRX1UOyZBMO1TMAETMAETKDeEfCEpjIBXSJwAtcJ+fVE2HyG5X4eC/t78WizGhCB9PccG9CEPVUTMAETMAETMAETmPIEsqulrJzya/capwYBsvL3TWZ1kiBLiv/1k0z//w+/XOSE4+V9pgXf29hogq8PczGXP3oNkL9//CCzNrJ0LCKJSGRmww+RlfWIWSZgAlOWQE1NDbbccksMHDiwzoo7duyIPn36oHXr1nXaHJi0BMjK4yHJdE0Xa4njMck65+t4D2eu/L2cUQ9/5fVbYutuc6LwNpzsAxOgpED//32JMw/6H77/5mcFnE3ABCaWwKjPvscjO92IL94cke1T2p/ynSzcpc9dH7OtNH96Jj3fF8OOr9inQ2S2n4cfcyCzevi5SOaurQmYwCQg4CFMwARMwARMwARMwARMwARMwARMwASqn4C30ARMwATqE4FG9WkynosJmIAJmIAJmIAJmIAJVBEBb4oJmIAJmIAJmIAJmIAJmIAJmIAJmED1E/AWmoAJmIAJmIAJTGICJIsPr8fQJMOkGMn0IDuZ2XgwNh5+DVuueIg96mFXW7UZenRvAUDjaDkoyQNJfPTRGPTsOQgffjhaUWcTMAETMIGGTmDYNc+i5uBbdIwH4liPQgp/+o7zY+5Lu6DJDM3SBy3EOSI/V4QN5eeUsCSL5xySIIlIZKWNmDVNEPBGmkDVEYgPoKm6jfIGmYAJmIAJmIAJmMAkJRBXTKFJOqgHM4EpRoDM7mHkKyRLdZLF+x5xHyRUfm8k/PHvnXRYqjGO3a8RWs4CIIYKhaOxoHTQ8cNxX7/v5DXo7MmbgAmYgAn8QwIjL3kEQw+9Ic4QUpwsiHSqINB4+5Ww2VMX4oADDsDcc8890WsaMmQIbrjhBuyxxx7o3Lkzdt99d/Tu3RtDhw7V2Bp4okdyRxMwgb9L4I++YDfacpWPH39NRbw8Zt8ETMAETMAE6gkBT2NqE9CFQm3+zSmFuYx/3RD1UKG5aCYUKzbaaYAE9GIY77XQADfCUzYBEzABEzABEzCByUogrpiybyCcrKvx4PWMAFn5/w+Sxf+JkJlPsvh/f7IUI7N4vA9gGlfiYwaNzKGRGfzV/YCsPKaQWT3GITOfJCKRLB6foh4iGcYyAROYigRqamqw5ZZb4v33368zi44dO6JPnz5o3bp1nTYHJg8BsvK4SDIdO0mm8zSZ2TjOxns3cxt+KN7LGcr9ldefDdvuOzc0CrQoUgpHqnntK5x54P/w3ddjU9iFCZjAHxMY9en3eHSXm/HV259m+xPVX/tSVgGWOW89zLbifCjfB2NfHF+x34ZIalEW920yq6MskSyr2TUBE5gEBDyECZiACZiACZiACZiACZiACZiACZhA9RPwFpqACZhAvSLQqF7NxpMxARMwARMwARMwARMwgaoh4A0xARMwARMwARMwARMwARMwARMwAROofgLeQhMwARMwARMwgclFgCw9vEqW/Fhf/gBs2HhANrfh5yp/kHa1VZth//2aI//w1/gArMyvxUcfjUbPnu/jgw9Gx9CWCZiACZhAAyUw9Opn0P/gW9KxPo7xcazPNqUWTTvMh3ku2RaNmzdNH7RQfo7Izxv5uSQsyQl+wAKZnY/IzMJpGiLgTTWB6iPgI1n1/U69RSZgAiZgAiZgApOagK6Y/PffpIbq8aYwAVKv47J1kkwfLElmtvw+SPhxnyS34Y9/D6X9ko3Rax9gtpmhezAxcK2sJDfKA48fhnsf+Va1hpo9bxMwARMwgX9CYOTFD2PoYTekr26Me/Rxr14nishovP1KaNbz32jVqhUOOuggvP7663jrrbdw+OGHp9jErnfw4MHo3bs3dt99d6y99tro2rVrqg8bNmxih3A/EzCBSUAg7d/jjROxUB6mHDJKOc4mYAImYAImUK8IeDL1lUBcS+Qaf44RHz/mesMnQFAbEZJxNgETMAETMAETMAETmCCBuFpiXDdV3GvjBPs6WF0ESIJkxUaRTDEys9FIZj5pS5YzsE+aAWkG5KRjMKFjTsRykdm68rqtCZjA1CFQU1ODLbbYAu+//36dCXTq1Al33HEHWrduXafNgclLgGTFCshSnWS6xov3bpJEvHcz/LDlKn8/50rrtcQ2+86FdO+8tja9oTP8eB9nzetf4owDXsW3X42FkwmYwO8TGPXJ9+i380344q1PEPtO7EPaqYr709LnrYfZV5y/+Ex6vg+W75fhx/4aIkv7cr5WkrmbLFlZT0EXJmAC/5CAFzcBEzABEzABEzABEzABEzABEzABE6h+At5CEzABE6hfBBrVr+l4NiZgAiZgAiZgAiZgAiZQJQS8GSZgAiZgAiZgAiZgAiZgAiZgAiZgAtVPwFtoAiZgAiZgAiYwWQmQpYdYSaYH2MnM5g/Chs0fjg1brvxB2rCrr9YcB3RvkeZLlWQqAZnBg8fgyJ7vY9CgUXAyARMwARNoeASGXvUMag69FXFoJwjIUYlI03daAK0u7YLpmjVNH7SQnyfi3JD75ecSkog6SQ2TCUokVSLF4DTtEfAWm0A1EahNH0mD2mraJm+LCZiACZiACZiACUwWArpu0rXTZBnag5rAFCRAZvc08lWSpTrJ4n2QuB8SivsluQ0/v4eS2/ZLNUGvfYk5WkKJyH6QWQKHnDgcdz/8LRpk8qRNwARMwAT+NoGRFz2MoYfflJ0PCqOQOjFIjXdYCc2O2Lh4jz4/p7Rq1QpHHHEEBgwYgA8++ADHHHMM5ptvvsLSf24GDx6M3r17o2vXrlhzzTWTjfrw4cP/fGH3MAET+MsE0geda6ncykX4uaJerrgHrb+qykP2TcAETMAETKB+EPAs6i2BuK6ot5PzxCYLgex3HleOk2V4D2oCJmACJmACJmACVUEgrpbSfbaK9y9EtCo2zxsxEQRI/b/ld/qRBGmRE2DgmF8bfg1MltfA7xyO0rp+r81xEzCBKUegpqYGm2++OQYNGlRnpZ06dUKfPn2w6KKLmgPMFwAAEABJREFU1mlzYMoQIFmxIpLp+EmWbLx3kyTivZvhhy1X/p6bsCuu1xJdus8DDSIpU4IKaeD/fY0zD3gV3345Fk4mYAJ1CYz65Ds8sstN+Ordz6BdLusQTki1Zc9fH7OvMF/aF8v3wfH92E9DJDUOET6UyKwut5hJFn07JmACk5CAhzIBEzABEzABEzABEzABEzABEzABE6h+At5CEzABE6hnBBrVs/l4OiZgAiZgAiZgAiZgAiZQFQS8ESZgAiZgAiZgAiZgAiZgAiZgAiZgAtVPwFtoAiZgAiZgAiYw+QmQpYdZSaaHX2OtJNNDsGRm44HZeCg2bLniIfaoh1111ebosX8LgEgfRK8y5fj208GDR+PInu/jg0Gj4WQCJmACJtBwCAy58mnUHHZbOp7H5xqmjzNUoYzpO82PVpd0wXTTNyl+sVB+Tggbys8dYUkWzy0kQRKRyEobMWvaIuCtNYGqIqBjGhE/VbVV3hgTMAETMAETMAETmAwE4pqJk2FcD2kCU54AWflaJgmypPL7IuHHPZNyxf31qOe23ZJNcHQ3YvZZ46sm4i5MujWTiqgdeuIw3P3QN1N+Q//hGr24CZiACZjA3yPw2YUPYcgRN+lfrtl5Ic4FMVJ8kWPjHVZE8yM2Lt6jz88l5eeV8Fu1aoWjjjoKH330EYYOHYrjjz8e888/fwwzURo8eDB69+6Nrl27Yo011kg26sOHD5+o5d3JBEzgnxOIfb58FKpCUKWzCZiACZiACdQvAp5NPSCgSwSm6wQWJzP+tUSxwU51E9A9SqTXApxMwARMwARMwARMwAR+h0B21ZyVv9PF4WmAAEmQJU0Dm/yPN9EDmIAJTF4CZOmYRHLyrsyjm4AJTBSBmpoabL755vjggw/q9O/UqRP69OmDRRddtE6bA1OWAFl5zCRZcZ1Hsvh8a7yf5s/ez7nCui2xbfd5gFrlUDiSXAx882ucecAr+OaLn+BkAiZQIvDD8G/x8M4346t3P9Peon0nb4odR1r2gvUx2/LzTvD9brFf5or9M0Rm+3H4MRSZ1cPPRTJ3bU3ABCYxAQ9nAiZgAiZgAiZgAiZgAiZgAiZgAiZQ/QS8hSZgAiZQ3wg0qm8T8nxMwARMwARMwARMwARMoAoIeBNMwARMwARMwARMwARMwARMwARMwASqn4C30ARMwARMwARMYAoRIEsPtZJMD7PHqsnMJ5keaI8HZuPh2LDlyr9IIuyqqzRHj/1nQKPptCwkAjISMXToT+jZcyAGDRoNJxMwARMwgfpPYMiVT2PA4bdnE9W5gCSUk5qvuCDmuWRbTNe0ccUHLTRu3BjTTTddUn7OCEsSuSVjHCISWWkjZk1zBLzBJlB1BGoRP1W3Wd4gEzABEzABEzABE5jEBGo1XkjG2QSqgACZ3ePIN4XM6iR1L4XF+yJxf6Rc+X2U/J5Kbpdbogl67dcIc7RESowyxgJBEoefPAJ3PfhNRBuKPE8TMAETMIG/QeCzCx/C0CNvScd+nQEKFiCAJjutjOaHb1xxj778vBLnm6iHzUUSrVq1Qq9evTBkyBCMGDECJ554IhZYYAGNOHF58ODB6N27N7p27Yo11lgj2ajHWBM3gnuZgAlMDIE/+5Le+Gvqz/pMzHrcxwRMwARMwAQmMQEPVx8I6EIh+4+1nPHm4+uH8YBUfTVeA6Gq31BvoAmYgAmYgAmYgAn8bQLZ1VJW/u1BvGDVESAJ0iJ/l4H5mI1fA5P5NVB1B1ZvkAk0cAI1NTXYbLPN8MEHH9TZko4dO6JPnz5YdNFF67Q5MHUIkKxYMcnieSveP0Oy+H7O/H01YcuVv48z7AqdZ0WXHq2yMVAYSxbSwLe+wVkHvopvPv8JTiZgAsAPw77Fo7veiq9rRiYcVEntK0kElr1wfcy+/HwTfL9b+T4Y+2qIJEimfRZKZFaXW8wki74dEzCBSU7AA5qACZiACZiACZiACZiACZiACZiACVQ/AW+hCZiACdQ7Ao3q3Yw8IRMwARMwARMwARMwARNo8AS8ASZgAiZgAiZgAiZgAiZgAiZgAiZgAtVPwFtoAiZgAiZgAiYwJQmQpYdbSaaHYWP98XBsiGR6ODYeno162HLFQ+xRD7vKys3QY/8ZANaiNj4HKyn8WgwZMgY9D38P778/Ck4mYAImYAL1l8Dgy59CzeG36zieDuKQo5wdy6dfYUHMfdE2aNy0ye9+0EJ+rghLMp1DyOz8QhKRyEobMWtaJOBtNoHqI0DET/Vtl7fIBEzABEzABEzABCYtAQKFvwvhZAJVQoDU67psW8isTlIvdxbvj8T9klDcUy9X3F+PetjQsos3Qa/9psMcLXVPBpJuuKss3qM5/OThuKPv12gYybM0ARMwARP4qwQ+Pf9BDOl5S+n+fPFcADTeaWU0P+xfE7xHH+eQ/DwTNheZnY/Ikm3VqhV69eql/+EOwYgRI3DSSSdhwQUXnOipDh48GL1790bXrl2x+uqrJxv1Tz75ZKLHcEcTMIG/R4BajIxSjrMJmIAJmIAJ1BsCnkhDIVCr+0wNZa6e598nQFALh2ScTcAETMAETMAETMAEJkggrpYY100V99o4wb4OmoAJ5ARsTcAETMAETGDaIVBTU4NNN90UH374YZ2N7tixI+68804suuiiddocmLoEyMprepIgmSYV76Mhmd7PGX68ZzO34eeK99+EH3b5dWbFtvvPHe/cyd6/KQ8h3Wsf+NbXOPOAV/D15z/ByQSmZQI/DP0G/Xa9BV/2/1S7R/ZcevE9z9pflrtgfczeaV7EfhWKfavchh+K/TFEMu235T7JCsRkZb2i0RUTMIFJQMBDmIAJmIAJmIAJmIAJmIAJmIAJmIAJVD8Bb6EJmIAJ1D8CjerflDwjEzABEzABEzABEzABE2jgBDx9EzABEzABEzABEzABEzABEzABEzCB6ifgLTQBEzABEzABE5jiBMjSQ64k00OxMQmS6UF2MrP5w7Nhy1X+oO3KKzXDAQfMiOmmA0AoEaQkb9iwn3DkEQMxcOAo1ZxNwARMwATqG4HBlz+FAT37ZNPSsRtglmWarbgQWl2yDRo3aYzy4375+SA+UCHqYUkWzyEkQRKRyEobMWsaJeDNNoGqI5A+mgbxMTVVt2neIBMwARMwARMwAROYpAR03VTrq6ZJitSD1QsCZHbPI58MmdVJpvsi5fdLwg/FfZRc+f2WqIe/zGKN0Wu/xphrtlgeIABSpaQSR542Anf0/Rr1PnmCJmACJmACf4nAp+c/iKFH36pjvhaLY34ITD9Nd14FzQ/dKN2jj3NFKD9vhJ+fW8LmIrXseNLIxUwS8847L3r16oUhQ4Zg2LBhOPnkk7HgggsW+/yZM3jwYPTu3Rtdu3bFaqutlmzUP/300z9b1O0mYAJ/QmBCX9Abf03pr6o/WdLNJmACJmACJjCFCXh1DYLAhK4tGsTEPcm/TCD7XceV419e1AuYgAmYgAmYgAmYwDRDIK6W0n22ivcvRHSaQeANNYG/TsBLmIAJmIAJmMA0QqCmpgabbropPvroozpb3LFjR9x5551YZJFF6rQ5UD8IkKyYCEmQTDGSySeZnn2N993Ee2zClivehxP1sMuv0xJderSClpSQJS0f9UHvfIOzDngFX40ck8VdmsA0RuD7Id/gkV1vxVcDRmrLWRS1t5BEu4s2wGyd5kXsT6HYp8KGyve98EOklpTC12Apk0w2L8jKeh63NQETmIQEPJQJmIAJmIAJmIAJmIAJmIAJmIAJmED1E/AWmoAJmEA9JNCoHs7JUzIBEzABEzABEzABEzCBBk3AkzcBEzABEzABEzABEzABEzABEzABE6h+At5CEzABEzABEzCBqUOALD3sShIk00RIJp/kRD/MvtKKzdCjx4yYLr17phbxYaL5x2ANGzYGRx7xHga+9yOcTMAETMAE6g+Bjy97EjU976j7xdU6gDdbaSHMe8k2iA9VyD9gIbcRCzVq1Ci1hyWZzhlk6RwCJZIqkc4rcJrmCRiACTRkAmR2PKvcBiL7qYy6ZgImYAImYAImYAImMD6B379qIlnsTJb8YtCOCdRzAmTl65Ys1UkW75fE/ZNccV8lV/n9lvCXXqwxjt5vOsw1O9I9m7jXrhvuyY/iyFOHo8/9X6M+J8/NBEzABExg4gl8ct4DGHr0remgr1vzsqX/szbeeWU0P2RDxPkhNP65I84rEQubiyTISpXPhmR5Nfnzzz8/jj76aAwZMgRDhw7FKaecgoUWWii1TUwxePBg9O7dG127dsWqq66abNQ/++yziVncfUzABCaCQOy5BCeip7uYgAmYgAmYwJQj4DXVEwK6RKCvE+rJL2MqTyP9vcepPAmv3gRMwARMwARMwATqN4Hsaikr6/dMPTsTqD8EPBMTMAETMAETmBYI1NTUYJNNNsFHH31UZ3M7dOiAO++8E4ssskidNgfqFwGy8lqfJMhM8b4aMvNJFp+JjffdlCt/f07Y5ddpiW17zBNv20Qp1SICg975Bmf1eAVffTam1GTPBKYBAt99/DUe2fUWfDVgZNoXskL7hbY9yuUuXA+zdWiV9rHYt2JfCju+Yp8MkUzvsw4fSmS2n8otZpJF344JmMDkI+CRTcAETMAETMAETMAETMAETMAETMAEqp+At9AETMAE6iOB9BHm9XFinpMJmIAJmIAJmIAJmIAJNFACnrYJmIAJmIAJmIAJmIAJmIAJmIAJmED1E/AWmoAJmIAJmIAJTEUCZOmhV5LpYfaYTjwoGyKZHpyNB2ujHrZc+YO3YVdcsRn27zEjGjfOxiGATMSI4WNx5BED8d6AH+FkAiZgAiYw9Ql8fOmTGHDkndBhHtQPJCJLzVddGK0u2jp9yEIc3+O4n9vwyxXnBpLpXEESZCYokVSJFIOTCQBmYAJVSyA+oKZqN84bZgImYAImYAImYAKThEBcMYV+fzAy+xvy93u4xQTqLwGy8vVLMt0PITNbfv8k/FD5/ZXy+y7hL9W2MY7erzHmmSNbngwLjSmBOPq0Ebj93q9QT5OnZQImYAImMJEEPjn3AQztdbt6Ezq8R5YlSKLpLqugxSEb6v+ujdO9+vy8EeeJ8PNzSdhcZLYsWbIoSyTLahN2F1hgARx11FEYPHgwhgwZglNOOQULLbTQhDtPIDpYy/Xu3Rtdu3bFKquskmzUR44cOYHeDpmACUwsgfhrqrY2yoldwv1MwARMwARMYLIT8ArqCwFdItTGtw3Vl/l4HlORgF4Mfi1MRf5etQmYgAmYgAmYQEMgEFdM2ZcTNoTZeo4mUC8IeBImYAImYAImUPUEampq8O9//xsff/xxnW3t0KED7rrrLiyyyCJ12hyonwTIyvfGkEzvw4nZxvtrSBafgy1//034ufL35oTttE5LbHdAKwBElmQ1BlX/sP+3OOuAV/DFJ6OzJpcmUOUEvvvoK/Treiu+GfgFtBsAjByFBKD9Retjtg6t0nvdYj9YwakAABAASURBVP8JxX6V2/BDsS+GSILMpMUr/KiHSIaxTMAEJj8Br8EETMAETMAETMAETMAETMAETMAETKD6CXgLTcAETKBeEmhUL2flSZmACZiACZiACZiACZhAgyXgiZuACZiACZiACZiACZiACZiACZiACVQ/AW+hCZiACZiACZjA1CZAlh5+JZkekI05kSw+yB4P0uYP1YYtV/7gbdgVV2yG/XvMiMaNs4/Fig/Iyj5gthYjhv+EI494DwNqfoSTCZiACZjA1CPw8SVPoOaoOzUBHaFrpfThz7Lym62yEFpdsFXxQxbieB/H97DlivNCiGTxXEFWnkOgRFKlswkEAcsEGg4BcsLHLpLFa+XyrWF5xb4JmIAJmIAJmIAJmMAECOiKSddS5Q0kJ3htVd7Hvgk0JAIkK6ZLZnWS6bVefh8l/FD5vZby+y/hL9mmMY7abzrMNXt2z0a3bZBUuI/T6/ThuO2eryrWWT8qnoUJmIAJmMDEEBhxTl8MPeZ2ddVxPo7t+qdqHOfjYN9kl5XR4uAN9P/WxhO8V5+fQ8LmIrPzDZlZDVyRSVbUJ6ay4IIL4qijjsLgwYPTB92feuqpWHjhhSdm0dQnluvduze6du2KlVdeOdnrr78en3/+eWp3YQImMPEEYg8mo5z4ZdzTBEzABEzABCYvAY9uAiZQ3wgQ1JRCMlWeR44ciZtvvhm777471l13XSy//PJJK620ErbYYguccMIJeOuttzBu3Lg/JfHss8+mZWOMbt26YfTo6vuyrtim2LbYxlBs85+CmQIdYh6rrbZa4n/88cdPcI0RjzlPKgWH4BErCxv1fOwbbrghwn9JX375ZXrN/ZMx/tIKp1Ln8VnF7+6fTOXPxvuz9n+y7vqwbPDLXzPxGoztrQ/zqsY5BNtgnPMO9tW4nX91mwYMGIDOnTun42+cN+NY9lfHaMj942qJcd1Uca+NDXmTPHcTmMwEPLwJmIAJmIAJVDeBmpoabLzxxul9EeNvaYcOHXD33XdjkUUWGb/J9XpOgKy8xicJMlP+Ppvcxns4ww9brngPZ9TDdly7JbY7cB7Ee3pq03t8VNZm+vDdb3D2ga/g8xGj6zkVT88E/hmBbz/8Co90vQ1fv/e5doXs9S9He0T2prf2F6+Plu3nKb7fLfafUOxD5ftY+CGS6bn03CezfRRliWRZza4JmMDkJeDRTcAETMAETMAETMAETMAETMAETMAEqp+At9AETMAE6ieBRvVzWp6VCZiACZiACZiACZiACTRQAp62CZiACZiACZiACZiACZiACZiACZhA9RPwFpqACZiACZiACdQLAmTpIViS6WH2mBjJ9AAtmdl42DYepg1brngAN+phV1ihGbrvPwOaNiUiEZSRlD/9ZCyO7jkQA2p+VMzZBEzABExgShP4+OInUHP0XdBhXasmsh+5yi1WXxTzXrDVBL9QKI7xueI8ECJZPEeQGkmCEkmVAJlZOJlAELBMoAEQICuPW2RWJzNbZxPiA5uyj6rBz7/WTrx+KfQNW0/1i+Zl1WLqMBin9f41/frLOFgNg8Fv+l1NHf2G336x/gqDceI1yfTzb0hjha0K/YpxP9cv1Wo+1q+orwyya6ha1OraKfNdmkD1EiAr/3YgszrJdJ+k/H5K+KH8fkvYuL8eyv0lWjdGr+5NMM+cWr6IjZmnMY89cwRuveerrF5fSs/DBEzABEzgTwmMOLsvhh7bp9CPiB8V0KEdTXdbFS0O2qD4Ycjl54U4P+TnjrC5SI0wARVWoHGZu3/bLrzwwjjyyCPx8ccf46OPPsJpp532lz7kfvDgwejduzd22203xBcydu3aFfHFel988cXfnpMXNIFpiUCtNlZ/Val0NgETMAETMIF6QsDTMAETqHcEsnvwceVY76Y2ySYUf4/uv//+2HTTTXHeeefh7bffxnfffVcc/7fffsPw4cPRt29f7LHHHujSpQv+97//+f8TRUL1x/n0009x8cUXY+zYsfVnUp6JCUwiAuPGjUO/fv1w7rnnTqIRPUxDI+DXQP3+jcXVUrrPVvH+hYjW73l7diYw1Qh4xSZgAiZgAiZQxQRqamqw8cYbY8iQIXW2sn379rj77rux8MIL12lzoGEQIFnxfhmSaeIkUzzec0MyPRtb/n6c8HOVv2enw1otsd3B80FLQwW0KDKf+Kj/tzj3wFfw+fBRcDKBaiTw7Ydf4ZGut+Kb978A9OIn49XP5KtA+0s2QMt286T3u8V+E4r9KLfhh2K/C5FM+x5JDUdEIjOb+2SpHjHLBExgMhPw8CZgAiZgAiZgAiZgAiZgAiZgAiZgAtVPwFtoAiZgAvWUQKN6Oi9PywRMwARMwARMwARMwAQaJAFP2gRMwARMwARMwARMwARMwARMwARMoPoJeAtNwARMwARMwATqDwGy9DAsyYqHZssfqI2HbCek/EHcsCus0Bzdu8+AJk1Q+ErU2nDSxn4yYgyOOuI91PT/IdVdmIAJmIAJTBkCH130OGp63Z1Wln9uoY7OOk4DLVZfFK3O2wJxfI/jeLkNP1ecD0IkKz5kgSQikZU2YpYJBAHLBBoqAbJ0XCMzv7gtqhPElQ+MQfMNvyyqxQZfINcM8mfY4HPMmDQSM21Q0swbfIZcs8ifZYNPMWtBLWVbrv8JQrPJzrb+CIRml519/eGYI7TecMwpO+d6w5BrLvlzrTcUcycNwTzrSesOQaukwbKZ5l13MOZd92PMF+r8MeaXnb/zRwgtkOyH8j/EAp1DH2DBztI6H2ChpEGyg7DwOrnexyLrSGsPxKLrSLKtk95D67XfQ5tcaw1A27Ul2cWSarD4WiUtsVZ/JK35LpZcS5JdKukdLL1mScus+TaS1ngLyxa0nOxya7yJUDvZpNX/D+3XkGQ7JL2Bjqtn6iTbabXX0Wl1abXXsHxBK8iusNr/sGKZVlr1Vay0mrTqK1i5oFVkV1n1ZaxaptVWeQm5Vpe/+iovYo2C1pRdc+UXEFpr5eeRa235a6/8HNYJrfQcOst2DlvQuis9i9B6suut9AzWD634DDaQ3WDFpxHasGA3WPEpbFjQRrIbrfAkQv9a4Qnk2lj+xis8jn+Hln8cm8husvxj2LSoR+U/is2Wlzr1w+bLS7JbJD2CLTo9gi2LehhbdZI6PoytZbfu+BC2SXpQ9kFs2zHXA+jSUerwALZL6ov/dChp+w73I6n9fdihoB1ld2x/L3YqV7t7sHN7SXaXpLuxa7vQXditXZmWuxNd20myuyfdgT2WK2nP5fogadnb8d+C9pLda9nbsHeZ9lnmVuTqJr/bMrdg36Sbsd8y0tKSbPelb0Ku/eXvv/SN6FHQAbIHLHUDDlhaWup6HCgdIIU9cKneOKigg2UPXvI6hA6RzXQtDl0y02FLXoPDlsh0+BJXI9cR8o9Y4ir0DC1+FY6UPXLxK3FU0hWymY5e/AqEesn2WuwKHCN7zGKXI3SsbKbLcNxiUtvLcPxil+L4tpfihKRLZC/BiW1zXYyT2kptLsbJSRfhlDahC2UvxKltCmp9AU5rI8mennQ+zmhdrvNwZmtp0fNwluxZi56Ls5POwTmLlmmRs3HuopLseUln4fxFQmfKnokLFilo4TNwYUEXyV608Om4uEyXLHQaLllYkr10oVMRukz2soVOweVlumLBk1Gpk3DlgqETcdWC0gKS7NULnIBc18i/ZoHjcW1B18leN/9xCPWWTVrgWFw/v7TAMbghNP8xuFH2xvl7IddN8m+a/2jcXNAt8x+FW+Y7CrcmHSmb6bb5jsRt8/XE7aF5e6KPbJ95j0DoDtlMh+POeUOH4a55pVaH4e6kQ2UPxT2tch2Ce1tJ8xyC+1odjPvmORj3Jx0kexD6zlPQ3AfigXkk2QcLeki2pAPw8NzSXD3wyNySbL+k/fHoXOXqjsfmkubsjseT9sMTc4b2ld0XT85Z0Bzd8NSckuzTSfvgmTlKenb2vfHsHNLse+G5Cv0Xz89e0guz7YkXZpdkX5xtD4Rekn1ptt3xcpleadkVuV6V/2rL3fC/gl6TfW3WXfFay13x+qy7FPWG/Ddm3Rn/F5ols2/OshNyvSX/rVl2xNtJO+CdWaSZd8C7su/OvD1y9Zfff+b/oKagAbIDZtoOofdm6oJcA+UPnGlbvB+acVsMkh004zYIfSCbaWt8OKM0w1b4aEZJ9uOkLfHxDFticFFbYMgMUostMFR2aIvNMSxpM9lMw1tshuEtNsWIUPNN8UnSJvi0eUmfNf83kpptjJEFfS77ebN/IfSFbNL0G+HLGf8NIK6aiPJEEmRJeRvJ3LU1gQZJgKx8DZNZnWR6zZffVwk/lN93yW35vZnFWzfG0d2bYJ45cxxxNyf3gePOGI5b7/6qFJjKnldvAiZgAibwxwSGn3U/hh53R1mnOK5Lyk13WxUzHLTB734Ycn7OCJuLzM4vZMmWDZ7OPeX1SeEvssgi6NmzJ+KLFz/88EOcdtppiNjEjj148GD07t0bu+66K1ZccUV07doVN9xwA7788suJHcL9TGCaI0BtMUGVziZgAiZgAiZQPwh4FvWIgC4RmK4TWI8m5alMFQL6uxDptYCqS+PGjcNtt92GnXfeGS+99BKiHhvZokULLLfccthqq62S1llnHcwyyyzRlBR/f3bv3h3XXnstfv311xRzMfUJxO/iuuuuS/cVpv5sPAMTmLQE3n33Xey22244+uij8f3330/awT1agyDg10D9/zVlV81ZWf9n6xmawNQn4BmYgAmYgAmYQLUSqKmpwb/+9S8MGTKkzia2b98e99xzDxZeeOE6bQ40PAJk6fqfLPmxJfHeG5LpGdl472bUw5ar/L2cHdacFdsdPG/6rIRahFFZK8n/qOZbnHPgKxg5fJRqziZQPQS+GfQFHt7tVnzz/pfpOXToNV8bik3Uy7/Dpeuj5XJzF9/vlu8/+b6T71dhQyTTPkeW9kdywj6cTMAEphgBr8gETMAETMAETMAETMAETMAETMAETKD6CXgLTcAETKC+EmhUXyfmeZmACZiACZiACZiACZhAAyTgKZuACZiACZiACZiACZiACZiACZiACVQ/AW+hCZiACZiACZhAPSNAVj4kS2Z1kiAzxQO2ofwh3HKbP5AbdvkVmmP/HjOhaZPYSALKiKRxPvt0LI4+YiD6v/tDRCwTMAETMIHJTOCjCx/HgGPvQToW6zhMZgflMC3WWAStzt0ccTyP43e5DT9XHPvLRRJkJiiRVIkUg5MJVBJwzQQaHAEyO6bFxEmmYxuZ2Yjlqo2Pr6mND26SasNJkUKz6tFeqIWbukRdTcrhSeFJkaWKD8NJrRFMTlaoGuNojeo6gfWpXR2jWe3Ji1UnVdSiX0gtxQ/fUYfiiNFWruiXpE7KsUy2kqhIytm8UlQ9FVAu9pOfBWMNMXDeL3zFMhO9sgZ1VjTVU1MMLikX2lNTKrL25GqbVUudVJebdU6ORoxYjBq9E8NfAAAQAElEQVQKXyrmiKlflovjqJoNUexXcNQQq0nbJ0fVUkOsSQFlLatxy9pTLPUMT8qyIpX9tKBiZTn6SRGPdSZXzVoqlbHKTIpMaH2KxbJZHy0iJx8nxtJSEUxdMkduNKgSbQU346JlIyepiHHUTZ6WCUdKsVhnLBhSa4yjJnnqF23yCibCRU2oX2osjKOlK6oRLq4vWiKgscv75e0TWl8sEt1jsWK/FIwiRcOJLmnIGCPNUU60psbUqlqW1U898nbFsj5lpWJqruynZi2VyjScPAGPrKoWKJQR1oIyiikrnPyYe14Nq2DWLRwF0vrUOe+XhdWgWOQkFVm/WDSbTeqXguqrrC4KRVtUop+UuWmuWXvqkoq8Z3SJdat3ylk/RdPYEZKflpAfsZDqeb8YJ68Wm2KRUDQkRUXKsuYTTmFJuRo59Yoir4ZN89Kg4Udb1i+rpVKFmvOpZDZ1VEPUZKJdK1QurE/tmReNqkQON6RlYp1yIyqFJymrotVryYIfJpTiWk6NWU7B6CdljWqNoKScQmFDqaWsXzbZNI6a1FVtqV9ZKKIploqsQZ3VUy1ZNfPVrqymFM9stESw0C/Wl6QuKRxFKG9XXDmYCKA85dQcRSjvF36MnbfLphyxaCvrp/WlSKko9JRRTM3ZquSoqmDk8KQsazCNm7fnseiWNjILqFRNZd6vvD35KrJmOTGkxkxeFGrQ0iknV21l40QoehUmqoVVS8Hx+0VQUlaPlDVMZlXm4cQ3rSwPZuOoFtGk8NP6YoBYMKQW9cyaVObjRBc1KVLK0T0Ukbxf+Fm/aAmlSCpI1rFkZSx1cGECDZAAmb2W86mTWZ1k+tsi7q+QTB9iGX4ov/+S2/J7NIstOh2O6t4E886t5UFAihKR5Bx/1nDcfGe9+NLkmJFlAiZgAibwOwSGn3k/hp1wJ3QYR0o6hiNViOl3Xw0zHLh+uk+fnwvC5ueD/FwRNhdJkJVCWSJZVps87qKLLoqePXumL+0bNGgQTj/9dERsYtcWX8bYu3dv7LrrrlhhhRXQtWtX3HjjjfjyS5/XJpah+00bBOKvqezvrGlje72VJmACJmAC9Z6AJ1ifCOhCIbuHK6c+zctzmQoE4jUQmgqrnoyr/PXXX3H11Vfj3HPPxdixY9OaFltsMVx22WV4+umnce211+Koo45KOuuss/D4448j/s5caqmlUt/ffvsNV1xxBW655Rb9C6T6+KSNbGDFk08+ib59+07UrI8//ni89tprv6u4hzDzzDMXx4rXyR/1j9dNixYtiv3tmMCkJvDGG28gvkRyUo/r8RoOAb8G6v/vKrsayMr6P1vP0ASmOgFPwARMwARMwASqkkD83bbRRhth6NChdbavffv2uOeee7DwwgvXaXOg4RIgS++fIVnxXpt4Dw6ZxeJ9OlEPW678vTth268xK7Y7ZF5oCZCECqiUBT4e8B3OOeAVjBw2Ck4mUA0Evnn/CzzS9XZ8+8FXiBd69lonyBDQ8bINMNty8yD2jVC+34Qf+1IoYmFDJNP7pkkiEsk0VvghkmEsEzCBKU/AazQBEzABEzABEzABEzABEzABEzABE6h+At5CEzABE6i3BBrV25l5YiZgAiZgAiZgAiZgAibQ4Ah4wiZgAiZgAiZgAiZgAiZgAiZgAiZgAtVPwFtoAiZgAiZgAiZQHwmQpQdkSaaHZ0mmh2rLH7ANPx68zRUP5IZfbjst3wz7HzAzmjatTV9Uln05WG36IM1PPx2Do494D+++8z2cTMAETMAEJh+BDy94DDXH3pOOvSp0PM6OwyrRfI1FMe85W6QvFSo/fsfxvFxxzM9Fls4NJNPEyUqbgi5MoEjAjgnUfwJk3eMYyeK1MFnyy7dGUagTCIBkJigRoH6iRJ7ydgJyIYNITB4RJuJQQRKEkgomj0gmimhTFckSBCAX1I+8lBFJQZLhIUzmAdRPlLmBGsliFLmnUOqGcAglypWSh+SrlAVAAOpHhiMXQHhJKSZPOQVVkFHJ+zAiSCECyQkLph8oMRQdJGWoAYgiVZKHcH+3H6Il6wd1JPRDQEZZjmJRoWqFDFK1JACEUhQhuZELbSRBSikGZB7DkQ8g2kJQSmEVKJNcZSD6hIBwQf3IQzERUHMqSILIEpNH5AbRFgLCBfUjDyQBSMphwieZXAKyhTIMlKKt4JNUOzLJTx6BQgBkVApVMPuJmKScNWRRRKIKMpUomIgAEQJkMidKkqkuEw2AakiV5KnI25n5MgilIjmZp2VIQln9IhNACFmSqwySmSJKgPqJEkqUkLfnNsXyQj2yjFK/5IL6kYdiIqAhUkESRJaYPCIZKEVbSAGSKhVTzjwiBWQQbSEgXFA/8qAQUiIKPmUlAASkrJQTFYkgiUhE/gOQBEAUDIDwiUhRkqlEwQBZFZBDUmV4knyVKBi5zASA+imW0UFSjhCgtqw9PEkNUZdRJeWygslXCZIFAWDkKCQgqiqYLCkbghKlLBpO8hBtSQgXqQsihSdFlpD6ECw0MXlEMlBK7QDJTFAiQP1EmQyUCu3yIBcMR2LyiDARhwqSIFBQ5imElMIJqZWkSmSSH17ByFVbqsgF1IeIlIXkKyuoEEFSFoiSKpMIyJXkpHaqSkSKklQpKUMNQBSpkjyQBAGQKiVlVaCkOkJIJUlZiYAcZTmKRYWqQYkhxUhCGSCUogihUCWiLZN8KFFCFFKWAXUgCUJJBZPHrBK+XGWQzKQWEMoqVCJPqV0VhUkWWzKPiIDCsgQpAbISCEhkZuVGFZBDUmV4IQKqKYSU5JARA8JkXvjhScpIIkgiUpRE4SdiSWqhVIhnHkBGkLIACCUVKYZUVS2zKUYUDAAqSyglkul+I5TIyjaFnE2gwRMgK1/XZFYnCZLp9U9mNr/nUn4vJvzyezWLLdoYR+7XGK3mhpLu6mQ323WfR1m33088ezhuuuNLtU3N7HWbgAmYgAn8HoFhZ9yHoSfcmW7RQ8ft1C/ZWjTtuipmOGC94n368uN/nA/iPJHb8ENkdj4hM5vGKytIltWmjNumTRscccQR+PDDD/H+++/jjDPOQOvWrSd65YMHD05f0rjLLrtghRVWQNeuXXHTTTfhq6++mugx3NEEqpVA7NFklNW6hd4uEzABEzCBhkXAszUBE6iPBAhqWiGZKsr33Xcfrr76aowbNy7dU916661x3XXXpb8b4+/j8TeVJJZZZhlceumlWGmllVJzLHvFFVfg1VdfTXUXU4/AsGHDcOGFF+KXX36ZepPwmus9gRYtWuCyyy7Da6+9lrTmmmvW+zn/lQnG9uTbFtsZ2/tXlndfEzCBf0YgrpYY1026ZiiNxJJrzwRMoIyAXRMwARMwAROoPgI1NTXYaKONEPcoxt+6du3a4d5778XCCy88fpPrVUCALF33kwTJtFUkkx/3GkP5+3PClqv8vTzt12iJ7Q6eF7XxHk6pNkYqFIPf+xZn93gJnw39MaKWCTRYAl8P/AIPd70N33wY70vWCzzL6Q3L8drvcOkGaLns3MX3u8X+EvtJKPxcsV+FSKZ7/GS2z5GZRSGRLHg2JmACU56A12gCJmACJmACJmACJmACJmACJmACJlD9BLyFJmACJlB/CTSqv1PzzEzABEzABEzABEzABEyggRHwdE3ABEzABEzABEzABEzABEzABEzABKqfgLfQBEzABEzABEyg3hIgSw/KkpV++YO24ecP4YbNH8wNm6tjp2bY/4CZMX0zIA2lgiTiZ+TIsejVcyD6v/MDnEzABEzABCY9gQ/OfxQDjr8XOuiCpKwEyAdmWKsN5j17s+KHLOTH7TielyuO9blIatmSoERSJVIcTiYwIQKOmUADI0CyeEwjM5/MbOWm1CJ+EB/YFB9kk2yKQA3KCqosZHVTW94nbGEwReWpb2RJHZWzaLZsCmrMiMmPZZNRPfxYulBXp5RjOQ2irD6pPbNyUyx1SssoEmOEwk1SgwaID+RRZ3XVshEqxMJN0jJqTF3UJDf6pRZVw1coxot+SVGRolX1rKf6JD/6KyI/DShXLdFTCk8qtIVJQRVpjhpSS2eLabkUUydlLaTG6CcVsvqptxqL/VKDFpRVS1om1Qp9ZFIsK6IlPFk1KJfGy1aVRokectSmoDrFurKxo9Sypcasq0KpT/TNFlEPBVVGVmiC/SIeI2aNKtMiiqRxSlYtmosaFY/xwuQxRSOUtctLbSkYyxfWoGAKqRrzjGXVNRktqKy+CqQy9ZUnq4bIWb+8PcYITag9VpL3k6+s5bOxoruaYskUk6NqoS286CApV6xPTZHTMjH3vF1Laoi0BrXLRk5SizrJTeOolvVTIPnRVi61agCV0Zo6pWq2LsUiFMqiGlOV8GU0TGleGiGylpCJxryrIuqoMuur1sgxvnpkWd3VqBy9FFK94KWYIllWPJxYNtwkjR2xmFImLamYSlXzUj0U02CRVUkzkB8jZNUYM7xkU1/VUrPGUD3cJPlaMLI6aJxCPSrqqXiUqhXiYTSR6CgTI6gtamqIdckokC2jDtEio35ZzsZTJ2X1ixwNUuolqwblUj+NoCaVagtHRrnUrkpar3pkWYG8n9zUpgHlxsrUEp6UYgWbjOacYhqlUC8soHVFrNSubhpHMeUY/3f7RXvqmS2bBtLCsYwiqkaZlk5+eGoOI6ktVeRqjFhGw2X9Ip7mmCIppqp6qa/atGSKqYhAJrWmuBZJfdUv2sOoKUWL64iaGpTVRb3lKGscNahzjCMTObXHcll7tGT9o3PUopMi4/XLxok+RU8DKJf65Q0xQEiDRLs6KKeRtXhYNaT2gq9q9MvmFDENFLHoE0p+xNQWvjqnvgpFVlQmGtLwqcjbM6s2jRO+JqJ25QgVYuEmaVy1pC5qkquRizH5WkvkNE50SAspoj4Ry6rqF3W1RywNljVEx4hKGjpq6hftYVJQRVombEjLKauLSnVSzhZMbYppjDzH35kkKz7MD04mUGUESFZsEZnVSaa/Ocr3g/BD5fdkwo/7Nbltu0hjHLlvY8w3TyNoAADMskw4J587AjfdER+2iamTvFYTMAETMIEJEhh2xn0YdtLdQDr+A0jHbaQ0/e6rY8YD1ivep49jfig//ocfinNELpIg6yoNqIKkyqmb27Zti8MPPxwffPAB3nvvPZxxxhlo3br1RE9q8ODB6N27N3beeWcsv/zy6Nq1K26++WZ8/fXXEz2GO5pANRGIv6b0l1s1bZK3xQRMwARMoCET8NxNwATqJYH8Xn29nNzfnFR8Edt1112HcePGpRG22GILHHbYYZh++ulT/Y+KGWecEUcffTQWXHDB1G3s2LHp78qwKeBiihMI9ueffz4+++wzzDDDDFhppZWm+By8QhMwARMwARMo3mdLb2bIeUQ0921NwASKBOyYgAmYgAmYQJURqKmpwYYbboi45zT+prVr1w733XcfFlpoofGbXK8iAmTp/TQk03tvYvPi/ThkVg8/f59OGZ8S0gAAEABJREFU2HLl7+UJ226NWbH9ofODjbRcDMKsIIih73+Pcw54BZ8O+TGClgk0OAJfv/c5Htnjdnz70dd6RVPzl7IMkOh4+QaYbdm5K97vFvtFvr+U70fhk0RuSQ0EaJjMQoks+ao6m4AJTGkCXp8JmIAJmIAJmIAJmIAJmIAJmIAJmED1E/AWmoAJmEA9JtCoHs/NUzMBEzABEzABEzABEzCBBkXAkzUBEzABEzABEzABEzABEzABEzABE6h+At5CEzABEzABEzCB+k2ALD0wS7L4MC3J4oO28cBtKB7KDRsKP1c8sBvq2Kk59tt/JqTP3aytTV8Clj4mS8XIz37CUUcMwLtv/wAnEzABEzCBSUdg0Ln9MOCE+3XMzcbU4bfwxYtAi7VaY96zNq34kIX82F1u47geIrPzAFmyMSrJMMVzRKq4MIHxCLhqAg2VAMl0fCMzmx8PS9ujOIiUw6gfJLkplhWqZTmaMiECjBJZoowUWUKMEVI0MkEZKcXCAnLB+JFDFJJ8KBY5ExEhArIEkSUyPCmyBLWQVImUMo+AYpkyVyWYfsKTol31yEkqUihsiEiJlJOkqlxEW1J4UrRFPWwISr/XT+3KUHdAReoGJC/imRQNB0pykbWGkSejNpIgGRWolIUS5RMqIoMMnyCUSoUqUEyByEkEKSFPlCNFltSoTMQPyvvJB5jlZAhSQpYyj4AyIsmqWVWClCImZR6ByBKiLQQWfpAlxZCEZFTKRp/wpGgD5QBhQikkh0lIiaSspKxw8knKLYgKKZNykqIiFXtAnpTaiDAgUkq+KgwRKqUIhqCkGBSlBKWwZJQAySigUhZKlE+oiAwyfMoCIMoSVSVUIOtCWQlKlBCFlHIUROoHAnJUIktE/KiIDFK1UDQSUEZKiiFqCoRLEqSELGUegcgSoi0EFn6QJcWgSMqEEkFKyQOIQlIMUVMgufJJqkRKJGUl5RRUnaTcXGpWJgkkAZAbBTMnldEEJZJACCgYIvtRHQDJKGQByE1FxFRhiCkCMhzKAiCUKENZyEqpPSyA8JEnIn5URAapWiiamRfhEPGjAmqWCBVQKQul8KQsg6QEEErhy2Q5IlLkJIKUskZkHoEUC5tcMH5SDFmSD8VSJgDVSYIAZBAWkaISNQWSK5+kymiELAGVUCyTagoR+Q9SIikrKasp+WRUoCpRcGWpQCgzKlNMESSljvLChqCkKtTKpPCkaJOUVYFS3gr1kgiEQ8oJQUkuFKRUyCBVSwJUQUqMkogfFZFBEiqgUhZK4YWQYoVmkIpJKpGl8KTIkjooE4zG8n7JVzRyEkFK0S+JKqUsA2FDckiqREqZR0RAYVmClBApLMOBggVlRqVCBIFMWiZ5xYBq4auVSUiJpKykrHDySSY3SpKKAaRsEgC5UVAOAZVSaiPCgEgp+aowRKiUIhiCkmJQlBLKEqnI7yi6kQxjmUCDJ0ASJIvbQWY+yRTP/84Im6v83kz4cY89t20XbYKe+06H+eYuDKl77AhFoZs/J58zHDfc/kWhccoar80ETMAETKAugaGn3YuhJ92t+/RxsI7/kapPuDLT77EaZti/c8V9+jjmh+K4H8rPDbkls/MHWbIaqphJFv364iy++OI4/PDD8cEHH2DAgAE488wz0aZNm4me3uDBg9G7d2/stNNO6NSpE7p27YpbbrkF33zzzUSP4Y4m0NAJxJ5NsKFvhudvAiZgAiZQJQS8GfWMgC4R6OuEevZLmUrTSX8PciqtfNKvtlb3Ou+44w589tlnafB55pkHO++8M+Jv5hSYiGLeeefFf/7zn2LPt956CwMHDizW7UxZAnfeeSeee+65tNL4vay44orJd2ECJmACJmACU5JAdrWUlVNyvV6XCTREAp6zCZiACZiACVQTgZqaGmywwQYYPnx4nc1q164d7rvvPiy00EJ12hyoPgJk6e8BkiCZNnL89+Xk79kJW664Pxn1sMutPiu2O3heoBELz+zWIn5iwKHvf4dzeryMTwf/GFXLBBoMgS9rRuLhPfrgmw+/SnPOXtO1hdc40OnyDTDbMnPXeb9b7Beh2JdyGz7J4meSkNpXgOJ+ByUyi8l1NgETmEoEvFoTMAETMAETMAETMAETMAETMAETMIHqJ+AtNAETMIH6TKBRfZ6c52YCJmACJmACJmACJmACDYiAp2oCJmACJmACJmACJmACJmACJmACJlD9BLyFJmACJmACJmACDYAAWXpwlmTxoVoy80mmB2/jIdx4IHdCigfZI95p+Rbo3mNmNGveKI2jRQFGJr74/GccfcQAvPPW93AyARMwARP45wQGndsP753UNw6zIIn0Q40rzbBOG8x75qa/+yELccwOxbG9XCRBZtJIyS+34VsmMAECDplAgyRAZsc7MrP58bD7ZsTAq37BgCvG4t1LR+Oti3/EGxd8j9fO/w6vnvsNXjnna7wUOvtrvHj2V3gh6Ws8r/rzZ3+D50LnZPbZs79FrmfkP3P2d3g66VtZ6RzVpaeK+h5PnhP6AU+cI537Ax6XffzcH5HrMfmPnTsKjxbU79zR6HfeaDwi+8h5YxB6WDbTT3joPOn8n/Cg7IPnj0XoAdlMP6Pv+aFfcP/50gW/4L6kX3HvBeX6DfdcIF0oXTAO91w4Dncn1crW4q4LcwF3XihdBNyRRPS5qKTbL2qEpIsb4Tb5t8nemjQdbrm4pJsvboykSxrjpkuaJN0oe+MlTXFDuS6dHtdfIsn2TmqG6y7NdK3stZc2R+iay1rISrLhX3PZDLi6TFddPiOuukySvfLymRC6QvaKy2fG5QVdJnvZFbMg16XyL71iVlxS0MWyF1/ZEhdf0RIXXTlbURfKv/DK2XFB6KrZcb7s+WGl84qaA+deFZoT51wlXT0nzpY9++q5UKm5cdbVmc6UPfOaeXBGUivZTKdf0wqnXzMvTgtdOy9OlT312vlwSuga2aT5cfI1oQVw0jXStQvgxKQFZRfECdfmWgjHXytdtxCOkz3uuoVxbNIisovgmOtyLYpe10m9F8XRSa1xVO/W8jMd1buN6tL1bXFkb+n6NuiZ1BZHKFbUDYvh8Osl2cOSFsehN2Q65IYlkOvgG5fEwTdIsgclLYUDbyzpgBuXRtJNy6BHQfvL7n/Tsuhe0H6y+928HPa7SZLdN6kdut3cDvtK3W5uj263SLL73NIBufaWv/ctHbFXQf+V/e+tnfDfWzphz1uXL2oP+XvcugJ2L6irbNfbVkRot9tWQKYVsatioV1kd7l9JeyctLJspp1uXxk73b4Kdgz1WQU7yO7QZ1Vsn7SabKb/9FkN/+mzeqY7Vsd28re7Yw2EushmWhPb3pFpG9lt7lwLWyetLbs2troz1zrY8k7prnWwRVJnbH5XaF3ZdbHZXQXdvR42vUuS3SRpffz77pI2vnsDJN2zAf4l/1/3bIiNCtpQdsO7N0RmN8KGd0v3bIQNkv6F9e/JtTHWu6ege/+NdQvqLNv53k2wTkFry65936ZY+15Jdq2kzbDmfaHNscZ9Ja1+/xZY/T5JdrWkLbHq/ZlWuX8rrNJXkl2579bItZL8lfpugxULWkF2hQe2xYpS2ExdsPwDoe3Q6QHpwe3QUbbjg/9Brg7yQ+1lQ+1k2z20PZZ7UHpoByxX0LKyyz60I5YJPbwjlpZd+uGdEFpKNtPOWPLh0C5Y4mHpkV2weNKusrtisUdy7Ya2j0j9dkMb2Tb9uiLT7rK7o3W/XHtg0X7So3tgEdlFHt0TC1fov1joUemxvbDgo5LsAkl7Y/7HSprvsX2Q9Pg+mDepG1o9HtpXdl/MIz/piX0x9+OS7FxJ+2HOJzLNITvHE92R9OT+mP0JKWxSD8z2ZEktnzoALZ+UZGdNOhCzPBU6CDM/VdJMTx+MXDPKn/HpQzBDQS1kWzx9KELNnz4MuZrJb/b04Zi+oKayTZ85ArmayG/yTE80TjoS0z0jPXskGsk2evYohFiwjZ49Gkw6ClAMzx2NUK1s7XO9EBonO+65Y/Bb6Plj8Kvsr88fi18qdBx+fj50PMY+L71wPH5KOkH2BIx5IdeJGP2C9OKJGCU76sWT8GNRJ+OHF3Odgu9flF46Bd8lnYpvX8r0XbKnqS69fDq+eUmS/TrpDHz9ypn45tWzkr57/Vx89/p5+OHNCzDqnYsxpv9lGDvgCvw26Bo0atIk3VckWefvS5LpGpLMbKq4MIEGToAsvZ7JzCeZXv/x9wbJtE+EH4p7M+XK77OHbbNIExzZvQnmn4eAciY5GgNKp503Ajfc9oW8KZq9MhMwARMwgfEIDD3tXgw75Z7CYVrHaXnpUC232Z6rY4bundMXF5Yf73M/zgXjiyTISpWvkmR5tV76SyyxBA477DAMGjQI8QH7Z555Jtq2bTvRcx08eDB69+6NHXfcER07dkTXrl1x66234ttvv53oMdzRBBoigVpNOr4AVcbZBEzABEzABKY2Aa+/vhHQhUL25Sv1bWKez5QnoBcDQlN+zZNjjV988QWee+654tAbb7wxFlhggWJ9Yp3VVlsNbdq0wXrrrYcjjjhior7IbezYsXjwwQfT356x/PLLL4+w8bdoxKN9YtY/btw4PP/88+jRowfWXXddxDih8CP27LPP4tdff52YoVKf6BvLxLIxRowVCj9isa5YZ+r8N4oY/4ILLsCKK66Y5rrSSivh5ptvxqT4W2TgwIG4/vrrEfPr1KkTdt5553SP429Ms2oXOf744xP3+J3G7zk29KOPPsLBBx+MNddcM7XF72SbbbbBDTfcgFGjRkWX31X5eNH/dzsWGv5q/3hdvPHGG+n1nc8v9pPdd98djzzyCCZ2PymsvsKMHj0a3bp1S9tczqOiU1kl+j/00EOIdedzieXiix2PPvpovPvuu3/6Oo7X/8svv4zov8kmmyBYxxihGDNes7E/fPfdd2VrztxYfz7fCy+8MAuqfOCBB4rbEO3RT2HE7zfGDZXHo218BecBAwbgtNNOw2abbVbcP4N1HJN+b07l45SvL38txFz69u1b5zgXDP/p76983eHnr63OnTsjtuWrr77CKaecUnxdx/H9/PPPx5dffhndKxSvo5hPzCt+D8EslP9u33rrrXRcqVjob1aC9dChQ3HRRRehS5cuxfnF+uL1sMUWW6TfQ+yX0bd8NcEzfpfRd2JeA+XLhh/bfumllyL271hXjBM26hEfOXJkdJsoxXE2zgdxXsiZxetlr732SuekaJ+ogaq4U3a1lJVVvJneNBOYFAQ8hgmYgAmYgAlUDYF4b0L8HTFixIg627Tccsvhvvvum6h7RnUWdqDBEiBL768hWbxPRbL4Hk6S6dnbeO9O/l6e3MZ7OMMPu9zqLbHdIfOBjQiA6Se3wz/4Huce8DI++fgHOJlAQyDwZc1I9NvzDnz38dd6LQOkBBUhmU5XbICWS8+V9o14/cd+UK58fwkbIoncopBIDTQBvxCyMQETmPIEvEYTMEBZYuAAABAASURBVAETMAETMAETMAETMAETMAETMIHqJ+AtNAETMIF6TaBRvZ6dJ2cCJmACJmACJmACJmACDYaAJ2oCJmACJmACJmACJmACJmACJmACJlD9BLyFJmACJmACJmACDYUAWfkwLZnV46HbEMn0AG745Q/qlj+8m/sdOjXHfj1mQrPmQG18bpZUGx86qsoXn4/F0UcMwNtvfg8nEzABEzCBv0/g/XMewXsn9U0D6DCr462OtDrOKmOGdVpj3jM2SV8qlB+bc1t+DI9jei6SIEuKgUmGSfHkuDCB3yXgBhNoWARIFo9tZOaTLF7vzjJDI8w643QY30YsV8uZGqc+YUN5vI6daTrMOkE1xiwaoyFqZs37n6sJZp5pymomra/+qClmmmniNaP6ThLN3BQzTkHNoHVNWNNjhpnrr1pobpNXzdBi5smj5hq3/qs5ms8szSLJNpNtqJpec//raoHpZ5m6aqr1Tz3NgKaz/D010XKTTbPOgDR22EmsxhqvpBnReNaGoek0zwmpccuZEMrbyv2INdLvKWwo/KRGjdJ1FsmKazCMl0iOF3HVBBomAbL0WiYzn2R6/ef3Ycpt+b2a8PN7OGFbL9wER3Rvgvnmzu+1F+7/QFY69bzhuP7Wz6cgKK/KBEzABEygnMCQU+7BUCndo1dD+lIo3aRXRrM9V8eM3Tun+/TjH9+jHueC3IYfIrPzBVmyGraYSRb9huIsueSSOOyww/D++++nL2I766yz0LZt24me/uDBg9G7d2/ssMMO6NChA7p27YrbbrsNE/oitoke1B1NoJ4SoOZFRinH2QRMwARMwASmKgGv3ARMoL4SIKiphWSqIL/33nvIv5StefPmWHXVVf/WVs0333zpb8XTTz8dG2+8MWaZZZY/HKd///7Ycccdcdxxx2HgwIEYO3Zs6h826hHfZZdd8PHHH6f47xXRvv322+PAAw/Eiy++WPG3avzdGrGDDz4Y//nPfxBfQvd74+TxN954I/WNZWLZGCNvCz9isa69994bn3zySd400fbXX3/Ftddei5tvvhnjxo1LX+DUo0eP9Dc3+c9eVz/++CMuvPBCfP3115h55pmx//77Y8YZZ5zouU2rHeN3Ea+hZ599FqNHj04YfvvtN8T9kOC5xRZb4LnnnkO655Rap1zx008/IfapffbZJ72+8/nFfvL222+jV69eaT+amNf2P5l1bPujjz6KzTffHMceeyxi3flcYtx4zfXr1w+77747jj76aHz//YSfT8j3r+7duyP6f/bZZwjWMUYoxhwwYADOO+88bLrppnjwwQenCPeRI0ci5rTzzjvjrrvuSvt27J8xp2D9/+ydB4DWxNaG30OvuwtSlyIgghSxoSBeCxYsoNj1V7EroIioiIio2LBX1GtvWK6VqqCiggqigg1ZBRWQ3kQ6ImX/eSebfN9WdmEXtrzZnDlnJpNJ5snkbDJfkqFPCvfpzTff9Ocul21LuB792G233ZbJz5FhePyYb1tl5XU5/VPPnj0xbNiwqF0vXbrUx7ksvrxvv/0WbOfcH+4Xj0O4PDy2l1xyCbbX74VlUf/111+44YYbcPrpp+Pll1/GrFmzov3jcraH+fPn++NAv33HHXekW8482yP0vc8//zw6d+7sffAc19/JbbEsasbpm0866STvR3ncuSw7mTt3LsiE/w/4fyFkxvXYzplOH7x8+fLsiigR6fyvZrxuSvf/zUpE3VVJERABERABERABESiJBHhveswxx0T9TPEM2rRpg5EjR2L33XePT5ZdQgiYxe4DzAxm5mtuZt7mszqU8Pkd6njhM5yMU7c5JAlnXVcPVgrwT2+m+tD3H8z7bRUe6j0ZC2et8eXnNVB+EdhZBJZPX4wxl7yFlbP/8m3Xt+K0tsyW3faZY1GtZS3fd8x2H7b/0I4/X2ibGUINN5kF55Yz/WxmXisQAREQAREQAREQAREQAREQAREAxEAEREAEREAEREAEREAESjIB9xNbSa6+6i4CIlCCCKiqIiACIiACIiACIiACIiACIiACIiACxZ+AaigCIiACIiACIiACIiACIiACIiACEQGz2Iu0ZuZfYOdCM4tewOWLuBS+tBtK+OIu46G93/4VcWXvBFSsaICbg8Ab+GvZvxh4Qwp++iHrj+xBU34TUHkiIALFjMDMB8bi1ztHR7Wid3WuGvS3VY5qiuR7ukSDCsX7Ztqh0JeHYmYwiwncZGYuhE+HJhEQAREoRgTMAv/GKpkFtplt83q3bNmy3rdSU3jdSy0pCzEQA7UBtQG1gULTBuST3f9rtced2x55TUQhd2pKeN9JHX/fSdvMdJ8JTSWBgJlF1TQLbDPz7d/M/P0Hz4lQeL7ES3guUe+xexnc2Ls8GiTDTa4MxIkB9z66AC+9vtQt0ywCIiACIrAzCfx51zDMu3tEmlcOtmzmHLOTipcfiipXdvQfQ6Z/pz+P17Qp4f8BajODWUyCEmOhmcUiRdRq1aoV+vbti5kzZ2LatGm477770KxZs1zXhoNhvfTSS+DAePvuuy8uuugicOCz7AZ2gyYRKGIEUt3+8uPqTm1r1nIREAEREAEREAEREIESSiA1NbhqLC7V//nnn6PBrGvUqIHkZN8JWqDV++WXX3DttdeC95i8N+d9adeuXdGpUydUr1492vYff/yBm266CRyAOkqMMzhQNQekZj4m896+SZMmYFkUlsvyuYzb4oDM33zzDaNZyqeffgoO2My8zJCxPJbNNC77/vvvwfIWLVrEaK5k69atePXVV/Hcc8955uXLl8d1112Hc845x/dH5KqQbDKxXb733nvgQN7cxwsvvBDsA8gmu5LTCIwaNcoP9s0BwHk8DjroIJx66qlo3bq171Nitr///hv9+/fHZ599xuhOlYceesgPhM62w3OD5wjbdnxbZHtlW5w+fXqB7Bvb1tChQ8HB4cmCG+F5RUZk1aVLl8hvcD8/+ugj3HjjjVi7di2zRpLx/GIZPEdZH5bTsWNHJCYmRvk5oDr7rX744Ycojf17HTp08Mcovn03bNjQp7EcLme+aKVtGBx8//LLL8fXX38d5QxZs7w2bdqAbYMLuU8PPvig70/bvHkzk7IV7nfoT1jXkBePIcsPV+Txu+2227L1c2G+vOgNGzZg8ODBmDVrFipVqgSyDY/TIYccgpYtW/rieGx5vNh+li1b5tPi95XrNGjQwP+exoX0e7169cLs2bMZzbPQX/bs2RNsC2wrLKBWrVre95N1xu0xz8iRI/Hyyy/7wfCYn8eWx5j5c9sGNm7ciHvuuQf//e9/wXOd5YRcWA75hG2Py1955RXcdddd4PFm3ozCerB/lX2rXEafy3OSbZl1CP+Psk0NGjQIPB7MVxIluGJyob92Cgm4eGhKi4AIiIAIiIAIiIAIFBsCKSkpOProo7Fw4cJMddp7773B++/dd9890zIllBwCZrHnbcws6gvjPZVZEKfN+9JQ0w6F94O0qfc+JAln962P0mVKuXIAA2DmQifzZ63GQ1dPxoJZa5DHSdlFYKcQWP7zYoy55G2s/vNvtz3zbdeFgQ3Dgc8ei2otavq+Sbb30qVLezvU4flBTTEz33dj5kqJE6RNZpZmSYmACIiACIiACIiACIiACIiACAAQBBEQAREQAREQAREQAREo0QRKlejaq/IiIAIliICqKgIiIAIiIAIiIAIiIAIiIAIiIAIiUPwJqIYiIAIiIAIiIAIiIAIiIAIiIAIikJ6AWeyFWjODmfkMZha9iMsXcyl8aTfU8S/zhva++1XElVdXRcWKLIMfzKIADJcv/xcD+6Xgx+9XQVNBE1D5IiACxYnAjPvH4te73k9XJfpVfqOwytHNkHx3Z4R+mH463macQt8dipl5X28WaBZsZlQ+3RsKREAERKAYEDALfFtYFTPzfs4spkPfSF9JoQ/NSjjArWTnDi4s3uKtNqA2oDaQmzagPGonO7cN8DopZE47o/B6ihJeY5lZ1L9oFlyDQZMIFGMCZhbVziywzSy6DwnPjVDzfIkXnlOMUzdpWAb9e5VHg2T2r7MniDoonrF7H52PF19bEiQoFAEREAERKHACc+58D3PvHuF/80x1IX0xN8qBqypc9h9UueKI6API9OOhP6emhL4/1Gax/w9mMZtlUsyMqlgJBx67/vrrwYHOOGgiB8LiwGu5rSQHKHvppZdw9tlnY5999sFFF12Et956C2vW6EPquWWofIWPAM90g+Vix5RFBERABERABESgxBFwlwjmrxOsxFVdFc5AwN8fFo92wIGO586dG1WwTp06qFKlShQvKGPt2rV+QOR27dph2LBheP3113HzzTf7AavHjh0LDjDN+3Vuf+bMmRg/fjzNdMIB5QYNGhQNmr3ffvvhnXfe8felLIvCcjl49BFHHOHXXbFihR8Emuv6hLiAA2Xff//94EDRTOYA2f/73//Slffmm2/i0UcfRTh4N9d5/vnnowGluV52wv6KV199FU8++SQ4qDUHFL/66qtxxhlnwGzH29P06dPBe3SWfeCBB4KDWpvteLnZ1ae4pH/22Wf++J1wwgngQOg8PgMGDPAs2TbZd8K6sl2wffCYM76zZPny5X7weQ4kz8ESOag72zb7X3i869Wr53eFbfuBBx7AqlX5/z7AN998g6efftq3W26M5xPPK26frHgeDh8+3J/DbNfMw4HP33vvPZpeuH/PPfdcdH4ddNBBGDNmTHTusxzyHTduHIYMGRKdY+vWrfODRPL8YUHlypVDt27dwPxHHXUUk7y0adPGpzGdy5nPL9hGwP3i4PsLFizwORMSEsD9oB8ia5b3wgsv+LbRpUsX/xsrzzHWjf7Ar5RN8Pnnn3v/dMQRRyCeF8v94IMPcPnll/vyuDr9HJnRzg/ZtGmTbwsHHHCA97GsU3icbrnlFv9sM7dDv8H+QLZv+txOnTr54xJ/bHke0BfSJ3Id/s/gOvTjjOdWeAzfeOMNhOcQ/SjbxPvvv+99P1lzH7k9tnXue1g2z81ly5b5KI8tjzHz56YNhNtlG2UBlSpVQt++ffHpp5/6Y81yyOfjjz/GnXfeCbYB5uMx4nnG9RkPhax4roX1qFmzpm+zbA88N1kHbissi+ckj0e4fknTwX+hICxpdVd9RUAEREAEREAERKAkEUhJSQGvzxctWpSp2nvvvTdGjx6Nhg0bZlqmhJJHwCx2f2BmUZ8Y70nNgriZRc/68NmeeIl/9qd1hyScdV09lCodPMPp79/4Ym8qsOCP1Xio91eY7zRyPSmjCBQ8gaU/LcIHl7yFVX/+HTRcPu/m2q1rtn7jBz57LJL2qunPgbC9ly5d2vflUPNcCTVtM0OozQyczAKd0WZcIgIiIAIiIAIiIAIiIAIiIAIiIAIiIAIiIAIiIAIiIAIiULIJlCrZ1VftRUAESgwBVVQEREAEREAEREAEREAEREAEREAERKD4E1ANRUAEREAEREAEREAEREADCXqiAAAQAElEQVQEREAERCALAmbpX7I1C+JmFr2QyxdzKeELu9RZvdS7736VcOXVCahcuRTg1oebWJrBsOKvTRjYLwU/fJf/H/1zm9EcEpAWAREoNgRm3DcWM+5+H3Sn9KOAgRPDqp2aIfmu46OPKmT0y4xT6LtDMTOYxcSX5eLxmrZEBERABIobATOLqmRmkS8M/SM1fWYovM6lxA9wS5tpoTAu2bmDDou3eKsNqA2oDWRoA2UVV5so+DaQ1bVPmEYdXj9R85oqFLPgmosXYWZG5cUssM0C7RMViEAxImAWa9tmgW1mWd6D8HzhuRMv4XlF3bhhGdzQqxwa1jNPKAypzQwPDFmIF15d4pcpEAEREAERKDgCc+54D/PuHRX4crcZM4NRO6nU/TBU6Xl49DFk+u9QQv9Ofx8vZgaz9OKKimYzi+ziavDD+zfccANmzJiBH374AXfffTeaN2+e6+rOmTPHD4531llngYOuXXTRRXj77beR18HAcr1BZRSBAiLAD6v7wQG2Vb6Wi4AIiIAIiIAIlDwC7kIhFS7wUvKqrxrHEyg+7WDjxo1+kOiwdrVr1wYHRw7jBak5uPO9996L5OTkdJvh/fp5552Ho48+OkrnfWr8dTrtV199FRyImpnatWuHhx9+OMvB5FgnDsjMPMzLdTiYNctgnEL7nXfeQTjAdJMmTcB9o+byUMwMBx98sB88mr+HMf3LL7+M9oPxrITlDx06FI8//jg4eHj58uXRv39/nHHGGb4/Iqt18pLGAaYffPBBrF69GhxU+4orrkCVKlXyUkSJznvqqaeCg6JXrlw5HQe2TfaPhO2A7YPthMczXcYCjPB86N69O84//3yw3cRvigOyczB5HnOmczD3cePG0cw3oY947bXXQM1CeR7xfOJ5xXgo3M+TTjoJl112WZjkB5JfuXKlj0+ZMgW///67t+vUqYMbb7zRt1WfEBeYBefYpZdeGqXOnz8fGzZsiOL5aXAQSg6+zzLJcciQIejYsaN/T4NpXlzAtjFw4ECcfPLJLgZ/Hr/55ptYuHChj2cXZMeLfZUXX3wxjjjiiGjVr776CvnZtrjPPXr0wG677RZtg8epQoUKPs5j+swzz3i/wQTW7fbbb8/yuPAciPeJ33//PT788EOulmtZtGgRxo8f7/NzP/r06YN99903Sx/I9tWvX79oX9iOli9f7tfNazBr1iy8/vrrfjWeQ4MGDcLZZ5/tn/H2iWkB9+m4444DjzPzMZnHePbs2TQjmTp1KiZNmuTjCQkJuP/++8HjbBbrP86qLL9CCQx4xQRdO5fAI68qi4AIiIAIiIAIlCQCKSkpOOqoo7B48eJM1eYzCLzvatiwYaZlSii5BMxi909mFt0X8l7KzPw9Oe1Qwud8Qs17atrUrQ5Owll9G6B0mbRy3PowgLJw1ho83Hsy5v++GrmalEkECpjA0h8XYsxlb2P1vFVgU4VvqwYzJ27bBz57LJL2qhE971a6dOl0Ns8JplFTzMyfL2ZufSdwk5m5MJjNYnaQolAEREAEREAEREAEREAEREAERABCIAIiIAIiIAIiIAIiIAIlnECpEl5/VV8ERKCEEFA1RUAEREAEREAEREAEREAEREAEREAEij8B1VAEREAEREAEREAEREAEREAEREAEsiNgFnvB1sz8i7zMa2bRi7l8UZcSvrhLzZfXqSmhvc++FXFF7wRUqgg3pcL/pfoQK/76FzffkILvpwYf2nMZNOczARUnAiJQPAj8eu8Y/Hr3+3DuM5DAm7rKpaJKp2ZIvvN4/2HI0P+GPpjxUOizQzELfLtZoF1B6Xw94xIREAERKG4EzCxdlczM+z4zS3eNS79Jf0kd709pU/gx9VDTDoVpkjL+/5E4iIPagNqA2sDObwNiLuYF3QbCax7qnLbFa6jwWoo6FLPg2gtuMovZLqpZBIo1ATOL6mcW2GaW7l4kPE+oeQ7FC883xqkbNyyLG3qVQ8N6FvQMuY4iDmDBgVkoDwxZgOeHLom2J0MEREAERCB/Ccy+/V3MvXcU2ElPv+t/7UzzxeUv/w+q9Dw86hcJfTd1KPTz8WIW+39gFtjxe2xm8dESYe+zzz5+IMJff/0VHNCLg8nttddeua77nDlz8NJLL+HMM8/E3nvvDQ5o9vbbb2PdunW5LkMZRWBXEeAZb8Yw5z3QUhEQAREQAREQAREQgZJLwGCu8hSnNG8XAd6Xn3vuuahSpUqW67Mf9tBDD42WLVu2DBs2bIjiHEj6yy+/9HEOcn3ppZdmWxYzcTuXXXYZKlasyCi++OILsEwfcQFtDr7tTP/cCsurW7cuo1lKhw4d/P1u/fr1sf/+++Pff//NMh8T2XfBe+Knn37aDxrOgaX79++PLl26wGzH2xHLf/755zFt2jS/7xdccAFatWrFTUtyQaBOnTro1q2b70vKKjvbAdsD2yyXs52wvdDeGXLAAQfg9NNPz7at8FhzOfdl69atmDBhAjiwO+P5IRw8/eeff/ZF8Vzr3r17tueamaFTp05o1KgRGjdujDZt2mD9+vV+3X/++QfNmzf3A7ofccQRaNCggU/PLmjWrFl0vi5dujQqJ7v825O+du1ajB8/Plr1lFNOQcuWLaN4aISafumSSy7xdWPawoULMXnyZJpZCn/L3Zafa9++fbQu21W8n4sWbKfBY7DHHntku/aMGTPw448/+uXbOg+YiefCRRddRNP7snHjxuXpuLBfcPfddwe3xeNLP+oLyyaoWbMmkpOT/dI1a9Zg+fLl3s5r8Mknn2DFihV+tcMPPxyHHXaYt7MLmCf8/8NjEv6vYX76W9Z706ZNjOK4447L0d9yWyzPZy6hAf/LGQxw/gHR5OKRLUMEREAEREAEREAERKAoE0hJScGRRx6JxYsXZ6pG69atMXr0aDRs2DDTMiWIgFnsvsDM3C2DeSjsfzEzHzczP/h5+KxPvOY9OuPUrQ5Owpl966N0GfjniJAaqlQsnL0aD/X+CvN+W+UW5jxrqQgUJIElPyzEB5e9g9VzV7rNpPKRN9dQadJOxUHPHYtqe9XwbZ7tunTp0ulsnhtMo6aYme8LNgvOF7jJzFwYzGYxO0hRKAIiIAIiIAIiIAIiIAIiIAIiQAISERABERABERABERABESjpBEqVdACqvwiIQIkgoEqKgAiIgAiIgAiIgAiIgAiIgAiIgAgUfwKqoQiIgAiIgAiIgAiIgAiIgAiIgAjkSMAs9qKtmUUvr5tZ9IIuX9ilhC/wUmf1km+bfSviyj6JqFy5FFxJMDMATpz+e8Um3HLDL/h+Cl8ghqb8JaDSREAEigGBX+8dgxn3fgDnMuE8J4IgUFWPbY7kO47zH4LN6IMZD4W+OhQzg1lM4CYzcyF8OjSJgAiIQAkgYBbze2bm/V/oJzNqXt9S6FPjNe144QeUJWUhBmKgNqA2oDawS9qA/G9ZcS/ocy/+uiejzeukjBJeU5kF11pmMR1/uWlm8VHZIlAsCZjF2rlZYJuZvw8xM9/fHp4z1BnPJ55zTKNu1KAsbriqPBrVd33tBrgZZi504kI89MQCPPdy5o8bQ5MIiIAIiMAOEZh927uYd/9o53NdMfS5FJj/q9T9UCT0PCLdB5Dps+m7Q6F/jxczt26cuFLTzWaWLl4SI/vuuy9uvPFG/PLLL/juu+9w5513Yq+99so1ijlz5uDFF1/EmWeeCX7knwOlvfPOO+CgX7kuRBlFYCcSSHXbSuWoAE7nMGuRCIiACIiACIiACIhACSbAAYCD0XlKMIQdrDoHds5pYGoWn5iY6PtsaWeU33//PRpcbluDXIfrNmrUCPXr1/dRDkzH+1UfcQFtpjkT9erVw7777kszW6lSpQqeeeYZDB8+HIMHD0bz5s2zzcvB7h599FFs3LgR5cuXR//+/dGlSxeY5U+fwxdffIF3333Xb79du3Y45ZRTvK0gdwQOOuigqF1ktwbbA9sFl7OdsL3Q3hlyzDHHoFKlSjluinWoWLGizzNz5kxwYHofyYeA/UGrV6/2JbVs2RJNmzb1dnYBB2xnv8/bb7/t+5MYZ96TTjoJQ4cOxUcffYS+ffsyKUfhucLfXHPMtIMLyWnu3Lm+lISEBBxxxBFZnZd+eRjUrl0bPM/C+DfffIMtW7aE0XS6evXq2H333dOlZYzUqFEjY1K+xRs2bIiqVatmW94PP/wQ9c+xzy48Vtmu4Bbs5foEw32ePXs2lixZ4lJzN++5554YMmQI6BNfffVVJCUl5bgi+3XDdp1jxhwWrl+/Ht9//32U49BDD/XPeEcJWRjsR+Y5FS7i+v/++6+Prlq1yveRMsI+5vbt2+fYZliHo48+mtlLrET9bKm0QgzxdpgmLQIiIAIiIAIiIAIiUNQIpKSkoGPHjlneF/Ae44MPPgDvS4pavbS/O4+AWaxvzMyi+yveb5mZ7xc0CzTv1TIK77mYRt2qfRLOvL4BypQvBZibKc4wMyyeswaP9J6MeTNXIYdJi0SgwAgs+X4hxlz2DtbOXwUz1zjhxM1UcPF2zx+HpOY10j3vFrZtap4ToaZtZtH5YcaC4IoJNNxkFrNdVLMIiIAIiIAIiIAIiIAIiIAIiECMgCwREAEREAEREAEREAERKPEE3K9pJZ6BAIiACBR7AqqgCIiACIiACIiACIiACIiACIiACIhA8SegGoqACIiACIiACIiACIiACIiACIjAtgmYxV64NUtvx7+wSzt8kZeaL69TU0J7730q4oqrE1C5iiH6ECm/o+Xk7xX/4pYbfsF3367c9k4pRx4IKKsIiEBRJ/DL3R9gxr1j/Leb+R1C5zK9zXpVPa45km8/zn8YMt7f0o4X+uhQzMx/WMEs0CzHzKh8ujcUiIAIiEAJIWAW839m5v2gmfkP0mT0o/FxXt9S4tNkl/Yf/REHcVAbUBtQG9hVbUDbVdvb+W0g/noo3g7vP+O1WexaC24yMxdqFoGSRcAs1u7NAtvM0t2HxJ83Gf1aeJ5R716/DPr1Ko+G9V1fu8Po+9tdx1HYb/Twkwvw7MuL3RLNIiACIiAC+UFg9qB3Me+B0b5vPvC1qf63TtoVexyKqj0O9/0i9NH036GmTYn377TNYv7fzPwumgWaEbOYzbgE2G+//XDTTTf5ga6mTJmCO+64Ay1atMg1Gg6Q98ILL+CMM84AP/p/6aWX+kEKORhXrgvZRRk52N3SpUtRUmQXYS4Um+WZb7Bt7IsWi4AIiIAIiIAIlEgC7hLBdJ1QIg99pkr7+0XLlFwcErZu3ervtQu6LjVr1sxxYGpuv1q1aqhSpQrNTPL777+D+8oFHID6kUceweDBg3OUxx57DCtXruQq2LRpE+bPn+9tBiyPabQ5CHZOg2YzT27lww8/xD333IONGzf6VSpXroxmzZrBLH/az6JFi/D444/78sn0mmuuQaVKlfy2FOSOwIEHHrjN48H2wHbBEtlO2F5oF7Rw8PMmTZpsczP169fHuXePKwAAEABJREFUbrvt5vNxgPJly5Z5Oz8CDugYllOvXr0Ca1+bN2/G4sWLMW7cONx22224+uqrwb6YcNsFobm9lStX+qI5sH/dunW9nT7IHNt///2jRJaxbt26KB5v8Jxk24lP25l2o0aNsm3b/D0rvh3PnDkT9957b44+lD72xRdfxIYNG3w18rutcZ94PKZOnYonn3wSF154IWj7jW1nsHbtWixYsCBa+4MPPthmHVnPzz77LFqHxzjsu2S/YHh+JSQkoE6dOlG+7Ayen0lJSdktLvbpwX+7ICz2lVUFRUAEREAEREAERKAEEeC9YseOHf1v5xmrzecAeO3doEGDjIsUF4FMBMxi9wtmFt3Hhs/0UIfC535CCZ8Hitct2yXhjGvro0xZ888VMeC9Jp8pWvTnGjx01STMnbEq0z4ECQpFoGAILJ46Hx9c9jbWLFgFtsXUtDBU7Z4/FknNdkv3vBvbedi22f4Zp6aYmX/X0syi88XMEE5mMTtMkxYBERABERABERABERABERABEQgJSIuACIiACIiACIiACIiACJQSAhEQAREo9gRUQREQAREQAREQAREQAREQAREQAREQgeJPQDUUAREQAREQAREQAREQAREQAREQgVwSMIu9eGtm6V7OjX9xl3b4Qi91+KJvvL33PpVwxdWJqJpQCq4kuOIAA+CMlSs34Zb+Kfju27+hKZ8IqBgREIEiTeCXuz/AjPvHBnVwftLM6C4BAxJPaIHk245F6GtDTZ8bL/TNoZgZzGICN5mZC+HToUkEREAESgABs8DvhVU1C+Jm5n2hWUyH/pN+lTY1hTaFtqS0/+CPOIiD2oDagNrALm4DpbV9tcGd3wZ4PUQhe+qMYha7rjILbF6DmRmVRARKJAGzWPs3C2wzi+5FMp5HPL/iJez/oW5Yvwz6X1UBjRrE1ndFubIAl4JHn1yIZ19aDE0iIAIiIAI7RmDWoHcw98H3XSEG52A5O20wM1S+4jBU7X6Y7xuhb4732aGd0bebBeuapddIm8wszZLKjsABBxyAgQMHgh/3//bbb3H77bejZcuW2WXPlD5nzhw8//zzOP3009GqVStcdtlleO+996JBxDKtUAgS5s2bh5Ig2Q1cVwgOwU7ZBf/R9VSGOWxOi0RABERABERABEomAXeJEAzOUjKrr1rHE3CNwY/QE59WNO1KlSqhdu3a0c5zYOMNaYM7R4kFYFSsWNE/b7e9Rc+dOzdalfs8cuRIf0/J+8rshHmYN1yRA0OH9ubNm0MTHLSb+xcl7IDx4YcfYuPGjVEJK1aswOOPP45wMOlowXYY3GcOxj1r1iw/6NOll16KJk2abEdJO38V7vuObrVKlSo7WoRfv3Llyl7nFLA9sF2EefJj/8OyctJly5ZF+fLlc8ril/E8rlWrlrc3bdqEf/75x9v5EcTXtWHDhvlRJDhwPAeDvOOOO3DmmWfiqKOOQvv27dGlSxf0798fo0aNAs+VfNlYDoXMnz8/WpqUlIRy5cpF8cjIwmDb47HhopUrV+Lff/+lmUnYbthXmWlBLhLoI3r27Im2bdvmKMzDvFkVmdO26efj/SF9ana+Mz6dxy3sN9qRtsZ2xf7Exx57DBdffDFOOOEEtGvXDkcffTS6d++OF154AfRtW7duzapquU7766+/EO/rv/rqq23+r2B9mS/cCFlxfxmn3rJlC02wHVSvXt3bOQXMw7w55SnOy3jFhGJyzVScj5PqJgIiIAIiIAIiIAJ5IcDnA4444ggsXbo002r83Z/3DQ0aNMi0TAkikB0BM4sWmZl/DogJ4XM+Zub7vhiPfwYotHn/S5u6ZfsknNm3AcqWLwUgKMsQTEvnrcPDvSdh7oyVQUJ8KFsECoDAoqnz8UH3d7F20RpfOtuisV1SDGj/4nFI2nO3dM+7sR1T2KbDNk9NMTN/LpgZzAyczAKd0WZcIgIiIAIiIAIiIAIiIAIiIAIikIGAoiIgAiIgAiIgAiIgAiIgAuCvaMIgAiIgAsWagConAiIgAiIgAiIgAiIgAiIgAiIgAiJQ/AmohiIgAiIgAiIgAiIgAiIgAiIgAiKQFwJm6V/GNQviZha9uMsXeSnxL/iGL/wyLbRbt6mInr0TUbkKkMoP2KcJ7ZV//4tb+qXgu2/1MjvyYVIRIiACRZdAyl3vY8b9Y52j9LMLUr3PpMtMOGEv1L31GP8x4nj/Sjte6JNDMTP/gQWzQJOMmVH5dG8oEAEREIESQsAs8H9hdc2CuJmlu7Y1Sx8PfSp9bWhLl/LMxEEc1AbUBtQGdm0bEH/x31VtILvrIrPYdZSZ+ftOs0AjbjKzuJhMESgZBMxi7d4ssM0sOk8yns88z+Il7GenblCvDG64qgIaNbCo34h9R64XycFMxaNPzsczLy5ytmYREAEREIHtIfDHLW9j3oMfuFXpWVNdP72bnXJOF5V6Hoqqlx2a7ceQ6bsz+nSzmL83C2xXeDSbWWTLyB0BDkZ28803Y/r06fjmm28waNAgtGzZMncru1xz5szBc889h9NOO82vd/nll2PYsGH5OmCd24xmEcgVAXoAM4bZZ9cSERABERABERABERCBkk3AYA4AxaliMDdr1iyqxYIFC9INlhwtKOYGB5ouqCqWL18eXbt2ReXKlf0mvv76a4wZM8bbOxJ8+umnGDVqlC+Cg2ZzGz5SBAIONr6ju1mjRo0dLQIJCQmoWbPmDpdTGApgH1h+78f69euxZMmSfCt29erVGDhwIDp16oRbbrkFI0aM8IO8r1q1Kt02eM40bdoU4SD76RbmY4SDuW+ruKyWV61aFRUrVsxqkdK2QWDr1q146623cMwxx6Bnz5545ZVX8NNPP2Hp0qXgsnB19uc2bNgQ1apVC5MKhV6+fDnWrAkG7SsUO1QEdoJXS8brpnR9bVYE9ly7KAIiIAIiIAIiIAIikBWBlJQUHH744Vi2bFmmxa1atfL9HQ0aNMi0TAkisC0CZrH7BDODmflVzMy/J2UWaN4vsg8ko/AZzlBatEvCGX3ro2z5tGc5EUz8bsKSeWvxUK9J+PPX9N9NCHIoFIH8I7BoynyMufxdrF24Gmx7/jE3V3xgp6L9i8chsWn1TM+7hW07bOvUFDOLzgWz2PmBtMksSEuLSomACIiACIiACIiACIiACIiACGRBQEkiIAIiIAIiIAIiIAIiIAJAKUEQAREQgWJOQNUTAREQAREQAREQAREQAREQAREQAREo/gRUQxEQAREQAREQAREQAREQAREQARHIMwEzi9Yxs22+zM6Xe/nSb5kyZfzLwPF26zYVcWWfJFRNKAVXEICgPBdi9arNuLnfdEz9Ri+zY8cmrS0CIlBECaTc9T5mPviR23uDc4+cnTaYGRI674XkW45B6FtDTR8bL/TBoZgF65oFGm4yMxfClwlNIiACIlACCZgFfjCsuplFPtEssM0CnZU/DdOkNeCy2oDagNqA2kAhaAP+w2raD7XFXdEGzLK/XjILlvF6y8yoIjGz6NorSpQhAiWIgJlFtTULbDPz54WZZfLr8X0+tMP+IOr6yWVwQ+8KaLx7KRjc5AOnObuyhjy1EE8/v5AxiQiIgAiIQB4IzLr1Hcx7OBwUz5yPNbgAzrWi0hWHoeplh/rfP+mL430zbUrGazMzc+umF8RNZhYXk7k9BA488EDceuutmD59OiZPnuxtfuw/t2XNmTMHzz77LE499VS0aNEC3bt3x/Dhw7Fx48bcFqF8IrBDBIIPrzPMthgtEAEREAEREAEREAERKOEEOEgPUHyuGVu2bBkNZs0B3Hhftr2H+LHHHsPFF1/sB3WeO3cuAlbbW1ru1uvSpQumTJmSZzn//POjDXCg6SiSj0b58uX9ffFNN92Erl27+pI5yPVzzz2HWbNm+fj2BpMmTcKmTZv86h999BHat2+Ptm3bZik8Lj6jC0aPHh3lOfLII/HLL7+41IKdK1WqhNq1a0cbIYO8tg22zdWrV0dl5IexYcOGYjOY95YtW/IDSboyOMh9zZo106Vtb2TRokXo0aMHxo4di/h9TUxM9P0/7AcaNGgQ3nvvPUyYMMGfN9z+9m4vN+uxP3Eb+bJc/Pfff2Pt2rVZLiuqib17986zD6XfPeyww3Jd5c2bN+O+++7DAw88kO68o5+kD+7UqRO4Hy+//DLGjx+PV199FU2bNs11+dvKmJCQgKFDh+a5nuyXrFGjhi+eumrVqt5WkDsCvFpK5TVTKq1wnXg7TJMWAREQAREQAREQAREo7ARSUlJw+OGHY/ny5Zl2lc8D8H6vQYMGmZYpQQRyS8DMoqxm5p/tYYJZYJtZ9DwnnwfKTni/36JdNZxxfUOUq1gahrTJrW8utmzBOjx81ST8+Uv03YS0DFIikD8EFn07Hx90fxdrF69xBbLVUeBanxPXDtu/eBwS96ie7fNufNaN7ZuaYma+7Zu5cpzATWbmwmA2i9lBikIREAEREAEREAEREAEREAEREIEsCChJBERABERABERABERABETAESjlRLMIiIAIFGMCqpoIiIAIiIAIiIAIiIAIiIAIiIAIiEDxJ6AaioAIiIAIiIAIiIAIiIAIiIAIiMD2ETCLvZBrZjCLSfwLvbTDF32p+fI6NSW0W+5dET2vTkTVBHM7kwqkfWDLWVi9ahNu6fczpnz9t1umefsIaC0REIGiSCDlztGY8eBH8B8edGFUB+cjE7rshXq3HIPQj4aavjVe6INDMbN0vprlmRmVT/eGAhEQAREooQTMAn8YX30zi/yjWWCbBTr0rdRmQZqZtJkYmImBmRiYiYGZGJjtCgbappkYmO0aBrwuophl3j6vscyCdNoUs/RxpklEoKQSMLOo6maBbWb+fsTM/IczeX6FEt/3QzvsF6KuV7cM+l1VAY13L+X62ZFhSsXjTy/EU88tzJCuqAiIgAiIQHYEZt3yDuY+NCZuMX+9dOLmSlcchoTLDs32Y8j00aHvDrVZzL+bBXZc4d73x8dl7ziBdu3aYdCgQfj555/x1Vdf4ZZbbkHr1q1zXTAHnXzmmWdwyimnYK+99vIDxY0YMQL//vtvrstQRhHIKwFzKxjMhdnNShcBERABERABESixBNwlgvnrBCuxCFTxNALunhK+LaBYTI0aNUL9+vV9XTZt2uQHXk5NdTffPiX3wYoVKzBx4kT89NNPeOyxx/Dkk09i69atuS8gDzlr1aoV5V61atUO3yeyfzcscNmyZdiwYUMY3SHdr18/HHPMMb6f+bzzzsMee+zhy+M2nnjiCWzcuNHHS0IQf8wWL16cZ8bxg65zIO+aNWvuMDa299wM5L5+/XosWbIk2t6ObJtti8c/KiwHg+chJYcsfhHrQKaMVKxYEeRDe0fFzHzbRdo0d+7cNCtvinV44403MHPmTL8iB3zv1auX9zWffPKJH5R9wIAB6NKlCzgQPM9HrkPxKxRQEPo9Fr9y5cos/AiXZBb6nNC3sV1XqlQpczgqdZoAABAASURBVKYdTGGZ//3vfzFlypQchXmYN6+b4zFITEyMVlu6dGlkF5QxdepUjBo1Kvq/cMQRR2DYsGH48ssv8d5772Hw4ME4//zz0apVK4R12rJlyw7tDs8FnhMshOfemjUceI+x7RO2TfY7c22ed/y/RzsnoZ+nr8kpT3FeFlw1B2FxrqfqJgIiIAIiIAIiIALFnUBKSgoOO+wwLF++PFNVW7ZsibFjx0Z9S5kyKEEE8kDALHb/YGYwM782n/sxMx+nTeH9WUYJ79uY3uKgJJx+XX2Uq1jKlxE80On6PN28bME6PNRrIuak8LsJaYulRCAfCCz8Zh4+6P4u1i5yfRCurUXtzpXN6MEvHYukPapn+7xb2LapKWbm++fMgvYPN5mZC4PZLGYHKQpFQAREQAREQAREQAREQAREQASyJqBUERABERABERABERABERABEgh/OaMtEQEREIHiR0A1EgEREAEREAEREAEREAEREAEREAERKP4EVEMREAEREAEREAEREAEREAEREAER2AECZrEXc83S2/Ev9tLmC+uh5kvsFKaFutXeldDz6iQkJpUG0sqiMhjWrN6CW/tNx5TJepkd2zNpHREQgSJHYPodozHjoY8R+kHAEE6JJ7VE8sCjEfrPUNOnxgt9bihmBrOYsCwzo/Lp3lAgAiIgAiWcgJl5n2hm6UiYWZRult5mRrP0aWaKm4mBmRiYiYGZGJiJgdlOZKBtZfs/20zHwWzXMuB1E8Us2A/aEhEQgRgBM4siZoFtZpFfC/t4Qh3fB0Q77B+irp9cFv2uqoA9GpeCK8GVG4RwMc5PPrsQTz23EJpEQAREQARyJvDHze9g7iNjQN/pA4ObGBgqX3U4Ei79T7qPIdMfx0vos0NtZjCLiSss3Wxm6eKK5D+B9u3b47bbbsO0adMwadIkDBw4EK1bt871hubMmYOnn34aJ598Mpo3b46ePXti5MiRKMkDaOUanjLmiQA/up7jIIN5Kk2ZRUAEREAEREAEihUBd6GQChd4KVY1U2XyTKB4tYOkpCR07NgxovD5559j/vz5UTy3xuTJkzF79myfnffjRx55pL939wn5HDRu3Dgq8Y8//shyALooQy6Mpk2b+oGUmHXhwoXIzSDRL7zwAjp16oRu3br5+1Oum1GqVavm+yOYzoHCL7nkEpQtW5ZRfPHFFxg9erS3tyfYb7/9cOqpp+ZKOKB2uI2GDRtG63Tu3BmJcYOAh3kKQjeOO2a8x1+0aFGeNvPDDz9EA4cnuTZbu3btPK2fXeZff/01u0VR+t9//425c+f6OAcTr1u3rre3J2A/xrp163K1Ktvhn3/+uc28bLPcR2Zkm0tOTqaZL9KsWbOonAULFmD9+vVRPCuD99O33norTjjhBFx88cX4+uuvwWM9fvz4KHv37t1x4YUXokqVKlFaRmPx4sW5Og8zrpeXeJ06dcC2xHWWLFni95N2JFkYrB/7tsJF1atXR/ny5cNokdHsR6UvCHc4JSUFa9euDaP5rrds2YJRo0Zh48aNvuwDDzwQt99+Oxo0aBD5SL8gLuD+sB3EJeXZrFq1KmrWrOnX47lHP+Ij2xnQj4flrV69GrnZP543K1as2M4tFv3VeMUUDHZY9OuiGoiACIiACIiACIhASSXA+4VDDz0Uf/31VyYELVu2xIcffoj69etnWqYEEdheAmax53fMLLpvZH8jxcx8Px5t3t9S+NwmJbSpKS0OqobT+zZAhUqlARhAccrN+GvRejxy1STMnq7vJkBTvhBY8PU8fND9PaxbshaumQJsaAx8BOjw8nFIbFLd95ln1V7DNk1NMTPf1s0MZgZOZoHOaDMuEQEREAEREAEREAEREAEREAERyIGAFomACIiACIiACIiACIiACHgCpXyoQAREQASKKQFVSwREQAREQAREQAREQAREQAREQAREoPgTUA1FQAREQAREQAREQAREQAREQAREYEcJmKV/WdcsiJtZ9GIvX/Sl8IX1eMn4gnDL1hXR4+pEJCYa+KFafqSOmh/dWrN6E27p9zO+/arkfoAM2zlpNREQgaJF4OfbR2HGwx87P+i8XyrFBYw5lXhSCyTfdBQy+s9430qbPjcUM/MfWDALNGmYGZVP94YCERABERCBdATMLFc+0izIZyZtJgZmYmAmBmZiYCYGZruGgZm2ayYGZruGQbqLqWwiZpbNEiWLgAiQgFnsHDELbDPz9yZm5vvbw/4eavYBxQv7iyhMS65bBn2vLI/GjQyudwnsa6f2XUyuj+nJZxaA4hZqFgEREAERyILA7wPfxtxHxjj/6RY6vxn6UOrKvQ5HwsWHZPoYcuiD6Yfpp+PFzCJ/bhazXel+NjOvFew8AgcffDDuuOMOcMC0L7/8EjfddBP23nvvXO8ABwp86qmn0LVrV3AguiuuuMIPIrZ58+Zcl6GMIpAdAXoEM4ZZ51CqCIiACIiACIiACIiACBjMQaA4VUzm448/HnXq1PG14YDGQ4cORV7usRYtWoSXXnoJW7du9WW0atUK7dq183ZBBHvttRdq1Kjhi164cCF4b+kjOQTz5s3z95FdunRBt27d8Msvv0S5GzVqlK7+P//8c7QsK4ODWP/www/goM4sJ7esjjzySJA1yySrF198EdwvxvMqvCceMGAAciNHHXVUVHybNm2ida677jokJydHywrSiD9m5DZixAjX9+M7fra5WR7jcePGRfk4wGBiYmIU3xHj22+/xapVq3Is4scff8SyZct8nj322ANNmjTxdlbB3Llzs0qO0tinMXv27Ci+LeOLL77I8Vzk7w8fffQRNmzY4Isim912283b+RG0bt0alStX9kXNmDEDf/75p7ezC/7++2/8+uuvWLp0qT/HzMzz5WDuXCchIQEc/J12dsLB4idNmpTd4nxLZ9sPB8HnYO7jx49P1yaz2hDrxTYTLtt///19P2UYL0q6bdu2KFu2rN9l+rGffvrJ2zkF33//PY455hicdNJJYH8cz82c8ofL6DP/+uuvMAr2DVaqVCmKZ2XQD4fnXVbLc5PG9sY2HOb95JNPvN8O41lpnlP//e9/Qb9JP/vYY4/h33//9Vnpd/bbbz9v04ePHTt2m+cn29WmTZv8OiUx4NWS8brJ+YJY/S1myhIBERABERABERABESjUBFJSUnDooYdmeR3N+88PP/wQ9evXL9R10M4VTQJmsfsGM4OZ+YqYmX+O0yzQfDYofE6IOnx2iJrCtL0OrIbTrmuA8hU5nInri+LsJRXLF67DI70mYvbPf0OTCOwIgQWT5+KD7u9i7ZI1vn8p1bUxPi/MZ93Y19DhleOQ2Lia70cK22ao2U7j2zJtM4vaulms/SNtMgvS0qJSIiACIiACIiACIiACIiACIiAC2yCgxSIgAiIgAiIgAiIgAiIgAgEB/mIWWApFQAREoPgRUI1EQAREQAREQAREQAREQAREQAREQASKPwHVUAREQAREQAREQAREQAREQAREQATyhYBZ7EVdM8vxZXa++EvhC8GU8AXhULdoVRHdr05EUlJpuJK8wIVw5a5buwW39puOb75aAU25JqCMIiACRYjAz7eNwsxHPnEujx4QMADO/YFT0sktkTzgKIT+MtT0pfFCHxuKmbn1Y8JyzIzKp3tDgQiIgAiIQLYEzMz7S7P0OtsVtEAEREAEREAEdh0BbVkECg0Bs/TXTmZBvNDsoHZEBAoxATOL9s4ssM0sui8J+3xCHd8nFNrsM6Ik1y2L66+qgD0al4IrAIAFs1M0nn5+EZ54egE0iYAIiIAIpCfw+01vY95jHwLe/wLwfhN+qtL7CCRc3CHbjyHTF4c+OtRmBrP04gtLC8wszZLaVQQOOeQQ3HnnneAgYxzUjgMX7r333rneHQ6cx0G5OPDYnnvu6QcfGz16NDhYXK4LUUYRiCMQfIedYVxizJQlAiIgAiIgAiIgAiIgAn4AHw7cU5xQNGjQABdddJEfVIj1Gj58OIYMGQIO2sx4TsJBnQcNGoRZs2b5bOXLl/dlcaBkn1AAQcOGDcHBq8Oin3vuOUyfPj2MZtKbN2/G0KFDsWDBAixevBirVq1C/P7VrVsX//nPf/x6HKiZeZnHJ2QRTJw4EVOnTvVLkpOT0b59e29vK2DfMTnXqVPHZ+W+8J6W++cTinGQ8Zi9++67ePPNN8FBtHOq9urVq/Hoo49i7ty5Phvb14knnuj7h3zCDgZsNyNGjEg7rzMXtmjRIrz00kvRfh555JHgoOLxOZs1axZFp02bluXAiMzA48xza926dYzmSiZMmIDPP/8827xTpkzB+++/75dzMPdOnTrlGxsW2rx5c+yzzz40wWPBc4P18AkZAg5mxj6Z2bNn+yUtWrQAB4T0kbRgw4YN+Pvvv9NiWSvWecyYMVkvzMfUKlWq4LjjjotKHDZsGDi4ZVpCJsV6P//88wjrx/P44IMPzpSvqCTw2PAYcX/p9x555BGwvTOelaxduxb0tTx+CxcuxD///JPpXMhqvazS6PvYXrJaxjTux1NPPQXuF+M7IjwnKleu7Iv4448/wHJ5LH1CFgHbANsC/wfwf0aFChVQrlw5n9PMfJsJy2Nbzen8pH8ZO3asX7ekBqmu4qkc8dCPfOgifmaqNxSIgAiIgAiIgAiIgAgUYgK8NmZfyYoVmd8l573Ehx9+iPr16xfiGmjXijoBs9jzPGbmn/1hnczM92GaBZrPB4XPC1HHC/viGG9+YBLOuL4hylcqDZibvfgAKxavxyNXTcSsaZnbOjSJQC4IzP9qLt7v/h7WL1sHMwuE61kQ/Gfo8UhsVM332YVtMtRsn/FtmLaZRW3czBfiy0TaZBakpUWlREAEREAEREAEREAEREAEREAEtk1AOURABERABERABERABERABNIIlErTUiIgAiJQDAmoSiIgAiIgAiIgAiIgAiIgAiIgAiIgAsWfgGooAiIgAiIgAiIgAiIgAiIgAiIgAvlHwCz2wq6ZRS/zmln0oi9f/KXEvxBMO3xRONQtWlVCj6sTkVitFPwHt1zIGW5at3Yzbr3+Z3wz6S8X07xtAsohAiJQVAj8PGgUZj76idtd5/nSPjTITwxSkk5uheQbj0ToJ0NNHxov9LGhmAW+2CzQruB0vplxiQiIgAiIwPYRMAt8q5m0mRiYiYGZGJiJgZkYmO1KBtq2mRiYFQ4G23eFpbVEQARCAmYWmun6cszMx8O+n1DH9w2FNvuOKPXqlkPfqyqgaWO+Cut6mdwc9LU7w/U/PfP8Qjzx1IJoezJEQAREoKQT+G3AW5g75MO0AdfYV++IOJfpQlTpfQQSLuyQ7ceQ6YND3xxqs8B3m8U0ywrFzEJTupAQ4AACd911F3766Sc/uF3//v3Rpk2bXO/dnDlzwIETORDgnnvuiSuvvBIceG5bgwnmegPKWCII0DMYLJu6KlkEREAEREAERKBEE3CXCKbrhBLdBKLK+/tJi6LFxegXp2phAAAQAElEQVTatStOPvlkXx3eR7322ms499xz8fXXX4NxvyAu4ADK48ePx8UXX4ypU6f6Jbwn7969Ow499FAfL6iA/QDdunVD9erV/SY4GF3fvn39vmYcVHrdunV48MEHMXz4cJ+X+3jWWWchOTnZxxmYGU4//XTUrFmTUUybNg39+vXDkiVLfDwMWPZXX32Fe+65Bxs3bvTJxx9/POrWrevt3AQNGjTARRdd5J/tZv5x48bho48+olmsJeMxI78HHngAF154ITiI9po1axBObFtz587Fiy++iNNOOw2ffMLnOoOlnTt3xgEHHBBE8iFk23766afxyiuvRMc0LPa3335Dnz59MGvWLJ/UrFkzdOnSBRmn1q1bIxwQnAOMcyD19evXp8vGwcTvvPNO30+RbsE2IuTE9T777LN05yHbIgcev+GGG8A2zmI6dOiAQw45hGa+Sfny5b0foGahbKu33357tE2mUchx5MiRIEvaPM94TlWpUsWfH7Vr1wYnDuhOPvPmzWM0nZDZSy+9hJtvvjndsWB5lHSZM0ToA8gqQ/I2o8ceeyz23ntvn49lXHXVVeCA7Vu3bvVpYUDGPA7Dhw/3SazfmWeeifr16/t4UQx4bHj+hceW7Zztne0+Y33oCwcNGuR9LJdxHa7LMhjfllSqVAl77LFHlG3EiBH4+OOP0/qBo2Tfxvk/p0ePHtF5Fy6lXwjtrDSPX1ZtoFWrVqCfDtfhMeSx5DEN06h5Tn377bcYMGAAWBbTuM/h/0XGKfHlcXvkwrYf30ZZFutx/fXXY/Xq1VytxIr5mgehNxWIgAiIgAiIgAiIgAgUCQIpKSn+/vLvv//OtL8tWrTw1/NF+X4oU6WUUGgJmMXuJ8wMZub31cx835pZoHmfzr6nUNMOhc9x0m7WNgmnX98Q5SvxuwkI7klTU/3jnCsWr8cjV03ErGkroEkE8kJg/qQ/8X6P97B+2TrfllzDcnPQrpjwn6HHIWH3pGyfdwvbLDXFzKK2bRZr70ibzIK0tKiUCIiACIiACIiACIiACIiACIhArggokwiIgAiIgAiIgAiIgAiIQEigVGhIi4AIiECxI6AKiYAIiIAIiIAIiIAIiIAIiIAIiIAIFH8CqqEIiIAIiIAIiIAIiIAIiIAIiIAI5DMBs9iLu2aWp5fZw5fYQ71Xq0rocXUSkqrxER0D3AxOrtwN67diUL8UfD3xL6ZIciKgZSIgAkWCwLRBozBzyCfwvs75ObPA6VFVO6UVkvt3ROgfQ80Pf8Tb/MBCKGYGs5jATWbmQvh0aBIBERABERABERABERABESheBFQbERABERCBYkXALOjHYaXMAtvMfL+OmfkPbIb9QNTsJ8ooYb9Rcp1y6Nu7IvbcozRgQCDOcOXATc++sBCPP7XAWZpFQAREoGQT+G3AW5j3+MdpbtL5SWd5V+nMKlcfgYQLD872Y8j0wfTH8WJmMEsv8YTNLD4quxAS4GCRd999N3788UeMHz8eHNCuTZs2ud7T2bNn48knn8SJJ56IPffcE7169cL777/vBxLLdSHKWCIJpLpac6A2pzLPShEBERABERABESjZBNyFQtqwLSWbg2rvCLjGwNF7nFWcZvZpXnfddTjttNN8HyjrNmfOHFx55ZU44ogjcPHFF2Pw4MFeaB955JHo27cvFiwI+jd5f969e3ecc845/p6c6xekNG/eHP379wcHluZ2li1b5ve1c+fOfgBn7usVV1yBTp064e23347uB08++WScddZZXCWdNGnSBBysmQNbc8HUqVNx0kkn4cILL/R1HjRoELp27YqrrroqGhy6Xbt26NatW57ry8GouS63w0Gjef86b948Rou1ZDxmrCwHFWS769ixI9q2beulffv2OPXUU/HEE08gfrDBY445Br179/bPcnLd/JCyZcuCg3gPGTLE9yFw8O877rgDHNz93HPPxR9//OE3U716ddx0002g9glxQcuWLXHUUUdFKR988AGOO+44357YDtmG2A5Hjx6NpKQk36aizDkYFStWRNOmTf0A4mybbLtshxS2xWuvvdYvYxHNmjXz52PYfpmWX3LQQQeB5zb73lgm68f68Pxi/ciM9SU3smQe7ivz0GadTz/99MivcKB5xsmF61PoU3h8H3/8cX88OKBknTp1uDrWrl2Lv/7K/M4C2YT7NHnyZFx22WX+XB06dCj+/fdfv+62gsTERO9H6tWr57NysPaBAwfiOHf8WK9w31gXHj+er9wm2+fO8nV+xwooYP8bjyP9NzfB9s52f8opp4DtjPXncaIvZP8c87D+bA9cl/HcCpnVrFnTZ2c7IV+243A7bONsA/yfw/8rzNu6dWufn8H8+fOp0klu2gDrxn7BQw45xK/LY8hjyWPKdsc6ch+4Lz179oz+p/Fcv+WWW1CrVi2/XhiE5YU+fP369bj99tvRpUsXzywsi/Xg/yX+byWzcP2SpnnFhGJ4zVTSjqPqKwIiIAIiIAIiULII8D69Q4cOWLlyZaaK817t448/RngPlSmDEkSgAAiYxZ7vMbOoH87MfF+DWaB578V7NgrvxSi0KaHd7IAknH797qhYubQvx9y6bgYM+HvJBjzaayL++GkFNIlAbgjMm/Qn3u8xDBuWrwfbkGtGThvMKMB/hh6HhN2Tsn3eLWyz1BQzi9q0mYGTWaAz2oxLREAEREAEREAEREAEREAEREAEcklA2URABERABERABERABERABCIC/Lp4FJEhAiIgAsWJgOoiAiIgAiIgAiIgAiIgAiIgAiIgAiJQ/AmohiIgAiIgAiIgAiIgAiIgAiIgAiJQEATM0r/MaxbEzSx68ZcvAlP44nq8hC+xh7p5y4ro2acakqq5MlJT4T9yn6bXrduEQf2mY/KXmT+oB00RARkiIAKFn8C0W0Zi5mOfOB/n9pVfGkzzczSTTm2N5Bs6+g/G0l+G/pGaEvpS6lDMLO0jDYF2pfp4vKYtEQEREAEREAEREAEREAERKD4EVBMREAEREIHiR8DMokqZBbaZ+X4eM/P97ewPYp9RqGmzz4iaEtp1a5fFdb0qYs89Sqf1QaX1t8NpJ88+vwBDniz+gztBkwiIgAhkQ2Bm/zcx9/GPnEekX4Tzla6H3vfVA1V6H4HECw7O9mPI9Lf0w/FiFvPXZoEdv2kzi4/KLgIEDj/8cNxzzz348ccf8dlnn6Ffv36IHwBsW1XgwHIcNJADcXFAPA7WyMHq/O/f21pZy0scAXoIM4aZq64UERABERABERABERABESABgzlFcaqYzeXLl0f//v1x5513phv0mAMc//TTT3jvvfe80GZaWP1GjRrh8ccfBwdTZr9omF7Q+sgjj8QjjzwCbj/c1tKlS/HRRx/5/fzmm2/Agaa5jH0I559/Pq677jr/PCDTMgrLGzJkSFTeli1b8PPPP/uyOGD0woUL/Srsh+CA2Pfffz+qVKni0/ISVKpUCT169AAHmOZ6ixcvxosvvojNmzczWqyFjF966SXsvffeua4neV199dW44447tot3Thu69NJL0a1bN9/nv2LFCt92RowYAfYlcKBwrrvHHnvg6aefRqtWrRjNJGzzffr0wVFHHRUt4/nBPgyeM2xDbEscIJHttU2bNlG+nIyyZcvi2muvBQdFZz62P7ZDCm2mUY444giw3datW5fRfBcz84zoF6pVq+bL53nF84v14/lGdlzA84yDqLPvhlyYRunatasvg8sZJw9y4foU+hSWyWPdu3dvsB9nzz33ZFasXr0ac+bM8XZ8QI4HHnigT+Kx4iCVLGvYsGFYu3atT89N0Lx5c/z3v//FfvvtF2VnfVgvlhfuGxdy/+hDMtaPy4qimBnOOeccf26Fx5Ys582bB7Yz1p/HiceL9Qvrf95558Esb/8HmzRpgptvvhnhdlge23G4HZ4vq1at8udi6CfoZ5mPwuMb7gfjlNy2Afrpu+++G2effbbvZ+a6bG88tqwj94H7wnQK/6fwXM3unA/L69Spk99frsP/PSyHEpZVs2ZNDB48GMnJycxSIoWtxGBAuvbi4tAkAiIgAiIgAiIgAiJQGAnwurtDhw7gtXnG/dtrr73w8ccfg/e2GZcpLgIFTcAsdh9hZu4Ww/wmzczfl5kFmn127HsINfsmGKeEdrMDknDa9Q1RoXIp8JmR1FQAFBesWLoej/b6En/8+JdL1CwC2ROYO3EO3u/+Htb/tc5lcg2Is5dU/9zboa8ej4Tdk3w/RNj2Qs32GLZRaoqZRW3ZLNa+kTaZBWlpUSkREAEREAEREAEREAEREAEREIE8EFBWERABERABERABERABERCBGIFSMVOWCIiACBQrAqqMCIiACIiACIiACIiACIiACIiACIhA8SegGoqACIiACIiACIiACIiACIiACIhAgREwi73Ia2Y5vszOF4P5snAo4QvEoW7WoiKuuLY6qu1WOignrTxXKjZs2ILb+k3H5C+WF1hdinjB2n0REIFCTuCnW0Zi5hOfwTk4zk7DTc7DOV9X/fTWSL7+cP+xX/rI0C+GOvSf1KGYBeuaBdoV5so1qkj7iAIREAEREAEREAEREAEREIHiREB1EQEREAERKKYEzIJ+HVbPLLDNzPfzmFn0wU32HbF/iJoS9h/F23Vql8V1vSqg+Z6lAQRleO1t4IWXFuGxJ+ZBkwiIgAiUNAIz+7+JeU+Oozd0EtTezAAnCdd0ROIF7bP9GDL9LP1vvJhZ5J/NzBVjiJ/M0sfjl8kuGgQ4qN29996LadOm4dNPP0Xfvn2zHYAvqxr98ccfflDKzp07o1mzZuCgcmPGjIkGhMxqHaUVDIENGzb4gTepC2YL21dqqlstFQydkX5WTAREQAREQAREQAREYCcT4GC977777k7e6rY3x4Gh0kaF2nbmIpjDzMBBjTmI8UsvvYT/+7//Awdu5sDPYXV4T16/fn2cdtppYJ633noLBx54YKb78DB/Qer9998f//vf//DQQw+Bg9RVr1492lz58uXRvHlzXHbZZRg5cqS/B2RalCELg+W99tpruPPOO8HBpePrzbI5IDW3x4Gs45dlUVSOSS1btvQDb4eZeG/K+9wwXpw129MLL7wADrx98cUXo0WLFohnyb6eWrVqoV27drj99tsxduxYdOvWzT/Lmd9cypYt69sF9+ewww6L9oP7w/b0yCOP4I033kDjxo1z3HRCQgLos55//nnEl8Nzhf0PHDCe5fC451hQhoVVq1bFXXfdBe4H22bYfrl/3A63d99992G33XbLsGb+Rs0CvzB8+HBcc801/rwK94XHiwOcc1B4nmeXXHJJpmPF30169eqFV199Fcceeyx4LoV7yLrwXOM5xfPg/PPPB3nut99+YRZ88cUX2Lx5cxSnwUHYWXcOYJ+YmMgkL6tXr8by5Xl7t4H7/8wzz3h/duyxx4Ltj/VigRn376yzzvL9j1xWHMQsOLYjRozw5xuPRTzPsP7sgxs1MqBKAAAAEABJREFUahR2pP48p9555x3vkxs1auT7fcmQ5wnjF1xwAfh/n8e1du3a3jewLTDPzz//jIULF9KMJC9tgPVgHdhG6Xcau3M6bMMskG3y6KOP9v9L6OO3da5yv3hu0newTYfM2G4aNGjg/QrrSp4sv6QKe9h8P5sfUTOkwNTQlhYBERABERABERABESgsBFJSUnDwwQdj1apVmXZpr732wrhx41CvXr1My5QgAjuLgFnseR8zi/ohzczfp5sFmvdlvM8MNfskGKeE9p77J+H0frujUkIZGNyUFpiLrVy2AY9c+SV+/+Evt0CzCGQmMG/in3i/+zBsWLHBtRhzGZxw9mI4/I3OqNog0fd7hG0u1GyHYdukpphZ1IbNXCEAzAINN5nFbBfVLAIiIAIiIAIiIAIiIAIiIAIikDcCyi0CIiACIiACIiACIiACIhBHoFScLVMEREAEihEBVUUEREAEREAEREAEREAEREAEREAERKD4E1ANRUAEREAEREAEREAEREAEREAERKBgCZjFXug1M/+yr1mg418Iph0KXxymhC8Sh7pp8wrocU01VNutFJCa6mYn3P1UYMOGzRjUbzq++jxvH8rj6sVfVEMREIHCTOCnm0dg5hOfeZ/mnJvTbm+dX6OddForJPc93H+ENCu/SL/JdOpQzAIfaxZoV5r3vfGatkQEREAEREAEREAEREAERKC4EVB9REAEREAEijMBM4uqZxbYZub7fcws+vBm2EcUavYdhRL2tdepXQ7X9qqAZk1Lub4o3xGFIGSPFPDCSwvx2OPzoEkEREAESgqBGTf8D3OfHOd9IX99jHyi+z0y4ZojkNCtXbYfQ6aPDX1uqM0C/0x+ZjGbcYqZUUmKEYGOHTvi/vvvBwcA44AD1113HbY1OFd89X///XcMGTIEJ5xwgh/I79xzz8Vzzz2H2bNnx2eTXYAEOEAnB0J8+eWXC3AreSuansJgWaykJBEQAREQAREQgRJPwF0imL9OsBKPYmcCOP300/1gw7/99tvO3GzO2/L3l8W/HfB+u3Xr1uC91ltvvYXPP/8cU6ZM8fL1119j+PDhuPHGG8E8zJszNOCwww7z67KM//73v+BgzDmt06JFC3z66ad+nW3lZx8sy3/sscfw0Ucf+XW4nYkTJ+K1115D9+7dwcGkc9pe/DIOCn3ccceBAzvH15tl33LLLWjSpAnMMrcB1on7ym1TuE/x5cbbZoYLL7ww2tevvvoKnTp1is+Sb/b5558fbWfQoEHbVW788dhW3XKzATNDw4YNccUVV2Do0KHp2tc333yDDz74AE888YS/ZyfX3JS5vXnMzLdj3qOGx5ua7ek///mP/x0gN2XzPNhnn338AOJcn5x4rrz++us488wzozbPdsFlFB6b+LJZ17ANsf2TO8vlfjzzzDNgm+Z6LJ/7y+1xeXwZ8XZ8eVyP287L8vi8tCtXrgz2n/C8CveFx4uDqvfp0yfH88zMsOeee4KDpvNc4v5QWBeea127dgXL53YoZMPllMGDB/vneZkeL8x/7bXX4pNPPonaOPuI2NfAfKwv16eQK3kwPSsxC9rBXXfd5dsf68X1stu/rMrIy/a4fl7zc52chOc395lCfjnlzbiMbNhHxmMRzzOs/9lnn43ExMSMq0Vxrk/G3DaFdYsWxhksgz75nXfeAc8P5qVm/KqrrkKDBg2i3Gz/PA+YZ/To0emWhZm21QbCfKHm/wL6nbfffjs6n1g+2+Q999zj/1fxf0qYPydtFmszITO2m2HDhoH8uW81atQA/19yG9SM51RmcVsW/KcMwuJWN9VHBERABERABERABIoTgZSUFLRv3x6rV6/OVK299trL33PVq1cv0zIliMDOJmAWu78ws6h/zsx8/41ZoNlXEj5XRM37PGpKaDfdLwmnXtcQFRPKwD+45IJUJ3DTqr/+wSNXfoHfvlvmYppFIEZg7pdzMLr7MGz4e4NPDNpMqm9DLsQRb5yAKvWq5vi8G9sh2yjFzKK2a2bgZBbojDbjEhEQAREQAREQAREQAREQAREQgbwSUH4REAEREAEREAEREAEREIF4AqXiI7JFQAREoNgQUEVEQAREQAREQAREQAREQAREQAREQASKPwHVUAREQAREQAREQAREQAREQAREQAR2AgGzzC/5mpl/qT3+xWDafGE4XsKX2EO9Z/OK6N6nGnarWcav74oBjLNh48atuK3fz/jq87+gKY6ATBEQgUJL4KeBIzDzyfF0YzBzzgyGNIXqZ7ZBvb6H+4+F0i+GfjDUoc+kDsWM68eEFTczKlduoH1EgQiIgAiIgAiIgAiIgAiIQPEjoBqJgAiIgAgUewJmsf4ds8A2M9/vY2b+A5xhPxH7k0JhfxKF8VDXrlUO1/WuiGZNg9djDZwM5pSZ4aVXFuGRx+a6mGYREAERKN4EZvT7H+Y99SnMDOaqamaBdnbidUci4bx2OX4MOfS7oTZz62cQV1Q0m1lkyyieBI466ig88MADmD59Oj7++GNw8DcORpDb2i5atAgckO+yyy7zAzkefvjhGDRoEL788ktfRGpqKp577jk/aCQHKevRowcmT57sl+U12LJlS7qyrr76ahSqwUzzWqEdzD9//nw/6GXnzp3x/fff72BpO746P8rO452ppEKYwEH42rZti7wKz5czzzwTDz74IH755RcUlfrmxyFgfY888kjP7OSTT8by5cvzo1iVUUIJ0J9zgMjwHOQ5mRHF+vXr0bNnT9/mwnw7qvn/KdxOxvJfeeWVcFGuNc8Dng/hfm1PGbnemDLmGwH5s3xDmbeC3IVCqh8AyBl5W1O5d5DAW2+9hWbNmuHOO+/cwZLya3W2AUp+ladyREAEREAECg0B7YgIiEC+EQiuloIw3wpVQSIgAiIgAiIgAiIgAvlKICUlBe3bt8eaNWsyldu8eXN88sknSE5OzrRMCSKwqwiYxZ7/MTOYmd8VM/PPcZoFms8T8bnNUIfPbzLN26VLo+n+STi1b0NUSigDwPwf3GRO1qzYiEevmoiZU5e5mGYRAOZ+MQejewzHPys3uLYSEDFvGag6/q8zKidXzfXzbmYWtVkzVwYAs0DDTWYx20U1i4AIiIAIiIAIiIAIiIAIiIAIbA8BrSMCIiACIiACIiACIiACIpCOQKl0MUVEQAREoJgQUDVEQAREQAREQAREQAREQAREQAREQASKPwHVUAREQAREQAREQAREQAREQAREQAR2FgGz2Au+ZultvrieUfjyeijhS+yh3rN5RVx+dRKq1ygVfAA+lZ+zTYWLYOM/WzDo+mn4aoI+jh4eW2kREIHCSeCHm4Zjxn/H+51zHsy5MBfSnzlV/cy9kXztoQj9XkZNn0kfSR2KmfkPK5il19yAmVFJREAEREAEREAEREAEREAEijEBVU0EREAERKBkEDCL9fOYBbaZRf1CYV9RqMM+JOqMfUy1apZD396V0ayp62uH62dn35TDyIFXKS8PXYRHHp3rUjSLgAiIQPEk8Ov1b2DuU5/63xjp95wn9H31rpseCdcdiYRzD8r1x5Dpd81i/tgssOPJmVl8VHYJIHD00UdHA5t/+OGH6NOnDzg4QV6qzkGcb7vtNhx66KHYY4898NBDD+Gkk05C9erVfTFsu++///52DR7+3Xff4fvvv/flMDj++OPRtGlTmiVaPvjgA+y///648cYbwUG1dxUMegwzhun3oDjFVq1ahVmzZuGNN95At27dcP311+Ovv/4qTlVUXUowga1bt4K+n367oDFMmDABo0aNKujNqPxdRGBntqVdVMXt2uzGjRvxyiuv4K233tqu9bWSCOwogZtvvhlt2rTByJEjd7SoHVrfYG59ilOaRUAEREAEihUBVUYERCD/CPBqyXjdlK6vzfJvAypJBERABERABERABERghwikpKSgXbt2WLNmTaZy+Pv6p59+iuTk5EzLlCACu5qAWey+wsxgZn6XzCwaUJ3PE1H4/Gaow+c4mRbaTfdLwqnXN0SlhNJ8ktMJAklNxZq//sGjvb7EjCnLoKlkE/jz89kY1WMY/vl7ffSMG4nwmTe2mCP+dwIq162S6+fdzCxqq2ax9ou0ySxIS4tKiYAIiIAIiIAIiIAIiIAIiIAIbCcBrSYCIiACIiACIiACIiACIpCeQKn0UcVEQAREoFgQUCVEQAREQAREQAREQAREQAREQAREQASKPwHVUAREQAREQAREQAREQAREQAREQAR2KgGz2Iu+ZpbuZXYz8y8J8wX2UPjyeih8iT0UpjVtXhHd+1RDjZpl4AqCIW1y5Wz6dysG9ZuGSROWpyWWaKXKi4AIFEICP9w0HL899bnzXYH3YmjmQie7nd0GydccCvo8+ruMmj6S6dShmBnMYhJfZTOLj8oWAREQAREQAREQAREQAREongRUKxEQAREQgRJEwCzW32MW2GYW9Q+xz8jM/Ec8abMvKaOEfU41a5ZF36srY69mpd36gAEwc6ETF+KV1xbh4UfnQpMIiIAIFDcCv/Z9A/Oe+cz5PFcz+jwKzP8l9T0KCecc6P1o6C9DHfpT+td4MTP/W6eZKyNNEDeZWVxMZkkk0KlTJzz88MP49ddfMXbsWFx99dVo1qxZnlBwoPQxY8agVq1a6Nq1K8zMr7906VJ88MEH2LJli4/nJli+fLkfrHTz5s0+e4sWLXD44YdHZfrEEh7cc889/hhxcPpdgSLVbTT4SLszYnOhtypXrowTTjgBp556ao7Cc4IDddCXhpUaP348brnlFqxduzZMkhaBIkng559/xoUXXoibbroJq1evLtA6LFq0CE899RQ2btxYoNtR4buGwM5sS7umhtu3Vf6/OOuss/DYY4/hn3/+2b5CtJYI5AOBadOm+evy8847D3PmzMmHEvNeRGpqqluJ4pRmERABERCB4kRAdREBEchHArxa8v1s/topLJipoS0tAiIgAiIgAiIgAiKwqwikpKTgoIMOyvL3webNm+PTTz8Ff1PcVfun7YrAtgiYBc9tMJ+ZRc9cmFn0HBF/E6fwmaNQ8zmkMmXKpHs2aY99k3Bav0aonFgGBgTiyoGTtSs3YshVX2LGlKXQVDIJ/DlhNkb3GI6Nq/jbmLlm4SQNBa2Ob3ZGlbpV07UptjO2u1DY/kIxs6iNmhk4mQU6o824RAREQAREQAREQAREQAREQAREYLsJaEUREAEREAEREAEREAEREIEMBEpliCsqAiIgAsWAgKogAiIgAiIgAiIgAiIgAiIgAiIgAiJQ/AmohiIgAiIgAiIgAiIgAiIgAiIgAiKw8wmYpX/518yCl4zjdPjyMHX4UnGo+bJxKHs0q4ju11RHjZqlEf/5LdqbNm7FbX2nYeL4ZTu/koVqi9oZERCBwkbghxuH4benPne7RW9Fgfdh/CBzjf9rg+Q+/wH9HP1eRh36RepQzNL7UVew96vxmrZEBERABERABERABERABESgOBNQ3URABOEhnucAABAASURBVERABEoaATOLqmwW2Gbm+4XMLPowJ/uYKGFfEvubKEwLdY0aZXFt78po3izoa2c/FVL9MBi+42roqwvx8CN/QpMIiIAIFBcCv1z3OuY9+5n3camsFH0exdmJ1x+JhP9rm+uPIdO/mgX+160e+WHaoZhZaEqLgCdw7LHH4pFHHsGMGTMwZswY9O7dGxy8wC/MZXDggQeibdu2Ue5vvvkG06dPj+I5GVu2bMGHH36IpUuDD8MnJCTg5JNPRsWKFXNarUQumzVrFs455xyccsopueabX6DoOQyWobjCH61WrZpv0wMGDEBOMnjwYIwcORLDhw9Hu3btoop9/fXXeO+996K4DBEoigS+++47cMCagt73zZs349lnnwV91ba2ValSJfz3v//FlClTspWHHnooKob/G4YOHZptXpYzaNCgKL+MgiGws9pSwex9wZU6fvx4zJ8/v+A2UBRKdpcIVgSvE4oC2u3Zx9deew3NmjXDfffdtz2r79g6/n7TdqwMrS0CIiACIlAICWiXREAE8pNAcLUUhPlZrsoSAREQAREQAREQARHYMQL8LeWggw7CunXrMhXE/rbPPvsMycnJmZYpQQQKGwGz2P2GmcHM/C6aWfQcJ58vovC5zVCXLl0603vETfZJxGn9GqFSYpnonePwAae1f2/EY1d+iV+/XQpNJYvAnPGzMKrHMPyz6h/fHBjwOV//3JtD0fGtE1C5ThXfnsLngkPNNkdhuwvFzKK2aWbgZBbojDbjEhEQAREQAREQAREQAREQAREQgR0hoHVFQAREQAREQAREQAREQAQyEiiVMUFxERABESjyBFQBERABERABERABERABERABERABERCB4k9ANRQBERABERABERABERABERABERCBXUTALPNLwGbmX2rny8Nm5l8cpk3hi8XxEr50TN1kzwrofk111KhVGq4AcDIfGDZvTsVt10/DxM+WMaVkimotAiJQqAh8f+Mw/PbsF0DgqIDA8GGNc/ZB3d6H+I8s0OfRx8Xr0B9Sh2JmMIsJ3GRmLoRPhyYREAEREAEREAEREAEREIGSQUC1FAEREAERKJEEzIJ+IFbeLLDNzPcLmZnvZzcLNPuZKOxXos7Y91Rjt7K47urKaNG8dLS+W9XZgCsRr762GA8+NAeaREAERKCoE0i59nXMe26Cq4bBOTjOThvMDEnXH4mEs9siKz/JNAr9aLyYBeuaxTTiJjOLi8kUgcwEjjvuODz66KP49ddfMXHiRNx55504+uijfTtEDhPb40knnYTq1av7XJs2bcKwYcOwcuVKH88pmD59Or766iufxcz89nbffXcfV5A1AQ5S37p1a9x6661ZZyiAVH6onR9sT1d0MYxw0I7Bgwdj7733jmo3ZsyYXLXlaAUZIlBCCXz00UcYPXp0Ca29qi0CJZyAu1BI9UP/lHAOhaj6vB6/4YYb0LZtW4wdO3Yn7plrDGoLO5G3NiUCIiACO4mANiMCIpCvBHjFBF0z5StTFSYCIiACIiACIiACO0ogJSUFBx54INatW5epqGbNmmH8+PGoW7dupmVKEIHCSsAs9nyQmfnnkLivZpbuOU4+c8TnPbwuXdo/G5LxWc7GbRJx2g2NUSWpTFo5LA+AAetW/Yshvb7Er98shaaSQWD2+FkY1XM4Nq75F2wDgRjMnAA46u3OqFy7SvReOttX2KZoU9jeQjGzqE2aGTiZBTqjzbhEBERABERABERABERABERABERgBwlodREQAREQAREQAREQAREQgUwESmVKUYIIiIAIFHEC2n0REAEREAEREAEREAEREAEREAEREIHiT0A1FAEREAEREAEREAEREAEREAEREIFdScAs88vAZuZfOOZLxGbmXyCmTeELxvESvnxM3bhpBXS/ZjfUqMnHePhpWyepTpCKzZu24ra+P+HLT0vmy+zQJAIiUGgIfHfDe/jtmS/g3FPaNwQDP8UdrH5OGyT3PiT6yAJ9G31eqEM/SB2KWeAzzQLNcsyMyvtSbygQAREQAREQAREQAREQAREoEQRUSREQAREQgZJLwCzoDyIBs8A2M98/ZGa+n90s0OxvorB/iTrsewr1btXL4preldGieWnXh+X6rlJdNxbF9bU7C6+/vggPPjgHmkRABESgqBJI6fMa5j8/we2+83H0bfRxTpzTQ+L1RyLx7LZZflibPpNC/xkvZjF/axbYrvBoNrPIliECuSHQoUMH3HTTTfj4448xb948vPzyy7jwwgux++67Z7l6rVq1cPzxx/v/+8ywcOFCv26q/zGKKZll9erVGDlyJDhAKZe2bNkShx9+eFQG0yTZE7j99tvRokULvPvuu9lnyqcl9CBmDGMFFlcrMTERJ554YlS9JUuWYNGiRVFchgiIQGYCs2bNwpAhQ7B161Y0btwYTZo0yZxJKSIgAiIgAjudwNSpU/01+sUXXwxenxf0DhjMbYLilGYREAEREIFiQ0AVEQERyF8CvFoyXjel62uz/N2IShMBERABERABERABEcg1gZSUFLRt2xbr16/PtM6ee+6J8ePHo27dupmWKUEECjsBs9h9hpnBzPwum1m65zj57BGfQwo17fAZzlA33jsBp1zfCJWTyoDPNfnHQPiME1KxbtVGPHbl5/jl6yXQVLwJzP7sD4zqPhwbV290FXUNgLOToE2k4qh3OqNSrcrRe+nxbYk2he0sFDOL2qJZrH0ibTIL0tKiUiIgAiIgAiIgAiIgAiIgAiIgAvlAQEWIgAiIgAiIgAiIgAiIgAhkJsAvh2dOVYoIiIAIFF0C2nMREAEREAEREAEREAEREAEREAEREIHiT0A1FAEREAEREAEREAEREAEREAEREIFdTsAs9iKwWWCbmX+pPXyZOF7zReN4CV9kp27ctAIuv2Y31KxdBq4EuGJgroZmhi1bgduun4YvP1nqUkrUrMqKgAgUEgJT+72H35+fCDODcZ/SAnOxGufti3pXHRJ9ZIE+jb4u1PSDjFOHYubWzEJ80S6dWiICIiACIiACIiACIiACIlBiCKiiIiACIiACJZyAmUUEzALbzGAWCPuUzMx/uJM2+5pCCfugQr1b9bK4pndltNirNAxucoGbneFmV8Yb/1uMBx6Y4yKaRUAERKBoEUjp8xrmvfh52k6b83EGF8C5NiTdcDQSzzoA9I2hPww10yj0n/FiZm7d9IK4ycziYjJFIO8EOKDB+eefjxdffBFz5szBF198gYEDB6JVq1bpCjv44IPRpk2bKO3LL7/E77//HsXjjdTUVHz44YeYN2+eT05KSsIZZ5yBChUq+LiC3BH49ddfcfrpp+Oss87Cb7/9lruVtiOX/2Y7GEYrF2ujSZMmqFixoq/j2rVr8ffff3tbgQiIQGYCHBDn4YcfxrJly1C5cmX06dMHu+22W+aMShEBERABEdhlBHgd36xZMzzyyCMFug+8xkcJumYsUJgqXAR2AYFBgwZhypQpXtgHsAt2QZssnAS0VyIgAvlMgD1sqbxmcv2jsaKZGovJEgEREAEREAEREAER2DkEUlJScMABB2DDhg2ZNrjnnntiwoQJ4G/lmRYqQQSKCAGz2PNCZuafLeKum5l/ftMs0KVKlfLPKfFZJD6XRAmfVQp14zaJOOX63VF1t3KAAV5cYE42rNmEx3t9iV8mL4Gm4klg1qd/YGSPEdi07l+YmaukE85OAMPR73ZBpZqVo/fS49sQbQrbVyhmFrVBM18IzAINN5nFbBfVLAIiIAIiIAIiIAIiIAIiIAIikD8EVIoIiIAIiIAIiIAIiIAIiEAWBEplkaYkERABESjCBLTrIiACIiACIiACIiACIiACIiACIiACxZ+AaigCIiACIiACIiACIiACIiACIiAChYOAWeyFYLPANjP/0rCZ+ZeJw5eLqfnCcbyEL7JTN25aAZdfsxtq1ikNTvwkl/9GlzO2bknF7f2m4YtxS7mohIiqKQIiUBgITLn+XfzxwkTAOSR+dNm5JGdzz1JRo9s+qNerQ/SRBfoy+rhQh36POhSzmI80MxYUiVn6eLRAhgiIgAiIgAiIgAiIgAiIQDEmoKqJgAiIgAiIAHyfOtIms6CPyMx8upn5vnYz8x+NZf8T+5qoKWFfVKirVy+La6+ughYtXF+768xyM4KJVir+979FuP/+2UGSQhEQAREoAgR+7j0U8178IsOeOp/m5qR+RyLxzP29fwz9YKjpIymhz6SmmFnkV80CX4u4ycziYjJFIH8I/Oc//8Edd9yBRx99NF2BZcuWxSmnnIKkpCSf/s8//2DkyJFZDpjw+++/48svv/T5zAydO3fOcfCEVatWYfjw4bj11lvRs2dPdO/e3WvGmZ7bAdq5T5MnT8a9996L3r17+3JY1rXXXovHHnsM3333HTZt2uT3qygFb731Fjio61133VUgu01PYrC4sou3uXr16qjdVq5cOWrT2dV648aNGDt2LC6++GIcdthhaNu2rZdOnTrhpptuwo8//oitW7dmt3q69M2bN4NtlOt16dIF7dq182WxTJbdrVs3vPbaa+A5kW7FbCLcLs81tneuz3IOOeQQXH755f4c5PJsVt2hZP4WPWvWLNx999046aSTcNBBB/l6cNvnnnuur8O6deuy3Mbnn3/u83Jfeb6vX78+y3xh4rbyDxo0yJd35JFH4pdffsFff/0FnishjxNOOAGPPPIIli9f7ovMa36/Ulqwo22BdWWdWfeTTz7Z71PI8vbbbwfbFJdRuN/k++eff6ZtPabiy6FvC5eMHj3as+D63A7zhcu2Vw8bNgxff/21X/2iiy7Cvvvu620FMQIZ2xSX8LjFH1OeIzxXhgwZgoznBtsm2yiPOY9dTnlZdlayvW2TbYRthdvNa1sq7P6MdRs3bpy/HiBbcmU9KUcddZT36R988AGYLyNTHhOeo8zL8ypcTkZMo/C4h+nxesmSJXjllVdAf87tMC+F2+d+0P/n5f9GfNm7zHaXCOavE2yX7YI2vG0C9C3XXHMNOnTogE8//XTbK2xPDnddD98WoEkEREAERKDYEFBFREAE8ptAcNUchPldtsoTAREQAREQAREQARHIPYGUlBQccMAB4O/HGdfac889MWHChBx/v864juIiUFgJmMXuP8wMZuZ31cyi541KlSrl7fjnkmiHzyyFunGbJJzcd3dUqVYmeic5FfwD1q/5F0N6fY6UrxZDU/Ei8Mcnf2Bkj+HYtO5fd7R56FNdBZ24mQnHvNsZlWpUit5Lj287tCl8xi0UM/PtzczStUekTWaWZkmJgAiIgAiIgAiIgAiIgAiIgAjkLwGVJgIiIAIiIAIiIAIiIAIikBWBUlklKk0EREAEiiwB7bgIiIAIiIAIiIAIiIAIiIAIiIAIiEDxJ6AaioAIiIAIiIAIiIAIiIAIiIAIiEAhImAWezHYLLDNzL9EbBbo8CVjar54HC/hi+zUjfaogMuv2Q216paBWxOAluDkAAAQAElEQVRudcAAOIPfdr+j3zR8Pm4JSsSkSoqACOxyAlP6vos/XpwU7IfzQ2ZGdwQYUPP8/VDvyg5+UCH6NPqweB36O+pQzAxmMYGbzMyF8OnQJAIiIAIiIAIiIAIiIAIiUPIIqMYiIAIiIAIikEbALOgnYtQssM3M9xuZWfQBT/Y1sR8q1LQz9k1Vq1YW1/SujFYtS8OVAE6BNrgEvPXWYtx332xoEgEREIHCTuDnq4ZiwSsTQd8VBM6PgZOhWv+jkHjmAb6fPqMfpG+khL7SzNL5UbjJzGBmzorNZunjsSWyRKDgCNStWxedO3eO2uPMmTP94AgcwDrcKgcffe+996LBFDjoLQcFD5fH6y1btoCD7/bv3x9jxozB4sWLo4HUOXA540wfMGAAWOamTZviV09n//rrr7j11lvx4osvggOTczDkMAP3afr06Xj66afBAXt/++23cFGR0gMHDsQ+++yDUaNG5et++++2pzJMK7YYK7a5zz//PKphUlISatSoEcUzGt9++y1OPvlkkP1PP/2E9evXR1lWrFiBDz/8EJdccgm6d++OhQsXRsuyMr777jucffbZ6NWrl1+P7Zv7E+Zl2b/88gsefvhhnHjiiXj//fcRf26F+UI9d+5cv+0+ffpg0qRJ0b6x7XNbTL/qqquwfPnycJV80X/99RduuOEGX5d3333X15vnKwvntmfMmOHrQG5ffPFFjnXgOvkpPAY9e/bEsGHDIh5Lly71cS7LuC2m5TZ/fraFcD/o0x5//HH83//9H0aOHAm2KaRN3G/yPfPMMzFkyBBs3rw5bcnOU/SbL7/8svfLBxxwAE4//fTI/++8vShaW+Ixff7558HjFn9MeY6wvZHnOeecA54nPL95np966ql49dVXwWMON8XnJXMOUuSSs50Lom1mu7G0BfQxhdWfketHH32Erl27gtcX9I9kS65pu49Vq1aBPv2WW27BaaedBjIMl22vpg9/4IEHcNJJJ+Gxxx4D/Tm3E5bH7XM/wv8b9M/0p+HyQq3dJUIwvI8zCvWOaudI4KuvvsJRRx2FHj165Ps1AIf9CYRbkoiACIiACBQLAqqECIhAvhMIrpqDMN8LV4EiIAIiIAIiIAIiIAK5IsB+9f333z/6vTp+paZNm4K/FfJ37/h02SJQlAmYxZ4fMrPo9zwzC54/StPhc0l8RimUjM8wNdo7Eaf0a4yqNcoCCMoywFnAP2s34/FeXyJl0mJoKh4E/hj3O0b1GI7NG4LfooNjHYQ86Ee/2xkVa1RC2E7YbuJtxtmuQjGzqM2ZsRzALNBwk1nMdlHNIiACIiACIiACIiACIiACIiAC+UlAZYmACIiACIiACIiACIiACGRJoFSWqUoUAREQgSJKQLstAiIgAiIgAiIgAiIgAiIgAiIgAiJQ/AmohiIgAiIgAiIgAiIgAiIgAiIgAiJQ2AiYxV4QNgtsM/MvEfMlYzPzLxjTpvAF5HgJX06m3r1JBVzWpzpq1S0dfLScH8V3wo8Jb9m6FXdcPw0TPlqC4j6pfiIgAruWwLfXvYM/Xprkv7HMTwbSBwUC1Oy2L+pdcXA0qBB9F31aqEM/Rx2KWeATzQLN2pkZlfeV3lAgAiIgAiIgAiIgAiIgAiJQ4giowiIgAiIgAiIQT8As6C9imllgm5nvPzIz389uFmj2R7HviZoS9k2Fulq1crjm6qpo2bI0OLFvK+zscl3uePutRbjv3llcJBEBERCBQklgWq+hmP/KRPd7ods9dtSDQSDV+h+FxDP2j/rp4/0gbQp9JMXMIv9pZuBkZt630g7FzEJTWgR2OoGDDz4Ybdq0ibb72WefgQOZhwkTJ07ErFnB/+3q1av7gXDZzsPloeYgya+//jpGjBjhB5dmevny5bHffvvhsMMO87py5cpM9ss//PBDDB06NMuBGubNmwcOuLxy5Uqfn+W0aNHCl3PIIYegQYMG/tziQg6G/swzz4DrMF7UhAMWc3Dhbt264c8//8yX3adHMWMYFFdcQ15jfvLJJxgzZkxUxUMPPRQ1a9aM4qHBvB999BH69OmDZcuW+WS249atW+PUU09Fly5d0rWr77//Hr169cLs2bN93ozBp59+iquuugpz5szxi1hWs2bN0LVrV19ex44dkZiY6JcxWL9+Pe677z788MMPjGaSRYsWoW/fvpg2bZpfxv8hTZo08eVx35KTk336119/jUGDBmHDhg0+vqMBt9uzZ0+wPlu3bvXF8Tzv1KmTr8dBBx0Enn9c8Pfff6N///6gj2C8oIV1HDx4sPc/lSpVApmGLOgHWrZsmW4Xcps/v9tCuBP//vsv7r77brz88svYsmUL4jmynbGNMC+X0ffRVzJO4X1Uhw4dPPNWrVoxyUvDhg19GtsolzOfX7Adwdq1a/Hkk09ixYoVft969+6NKlWqbEdJJWcVthUeq6effjrdMeV5zvOT5ylpLFiwAPfee6///8c2y/M9PP7M26hRI2bzQv/zwAMPgMfDJ8QF3N6O+im2EbYVtpnctiWe/4XVn5EJj8HAgQNBH0Rc9Em8bmEdKe3atQN9BJdRyPi2225Ld13AdY4++mh/PvG8Yj4KGbEMCq9XmEbh8bn++uvxv//9zx97ptGn0w8xL48rfX54XnM5/fODDz6IzZuDAVWYJhGB/CRAX8R2R1+eX+UazBVFcUqzCIiACIhAsSCgSoiACOQ/AV4tGa+b0vW1Wf5vSCWKgAiIgAiIgAiIgAhkSSAlJcX/zrxx48ZMy5s2bYovvvgCderUybRMCSJQ1AmYxe47zAxmMeFvVGbmn5mgHQp/t6Dw96J43ah1Ik6+vhGq7lYG/O0lePoJ3v5n3b947MoJmD5xMTQVbQJ/jPsDI3uMwKYNm/yxjT/O7mij07udUalGJcS3j9Bme6GEbYnazHwbMwvaHtxkZi4MZrOYHaQoFAEREAEREAEREAEREAEREAERyE8CKksEREAEREAEREAEREAERCBrAqWyTlaqCIiACBRJAtppERABERABERABERABERABERABERCB4k9ANRQBERABERABERABERABERABERCBQknALPaisFlgm5l/qZ0vGmcUvogcL+FLytS7N6mIy67ZDbWTy8IVAE6uKLjS+I4z7uz3EyZ8tITJxVVULxEQgV1I4Nvr3sEfL092e2BwjoczzGgbal2wH+pdcXC6QYXoy+i7qOnrQk2bYmZ+fbP0Gm4yMxdqFgEREAEREAEREAEREAERKKEEVG0REAEREAERyETALNZfZBbYZhb1L4X9TdRhPxQ1JeyjoqYkJpbBNX2qonWrMnAFALBgdorGO+8swb33zIImERABEShsBKZd8QoWvDoJ8P4PgPdb8FP1G49B4un7peunp8+jHwyFPjJezAxm6cUXlhaYWZolJQK7hkDZsmVxyimnICkpye/AypUr8f777/sBbzk4OAdY5wK2dQ56W6tWLUbTCT8Sz3xffvmlT+dAu2eddRYefvhh9OjRA+eee67XHBj3kksuQeXKlX0+DpY7fvx4//Fxn+ACDkLOAZBXr17tYkD79u39wOkcuJ3lnH/++eBAwDfddBPCfWFersN1/UpFMHj11VfBQV3vv//+Hd774EPuDH1RxS5Ys2YNfvrpJ9xwww24+eabEQ740aRJE/zf//2f97kZKz19+nTcc889Pi99dKdOnTBmzBi89NJLGDBgAAYNGoRhw4bhf//7H1q2bOlXnzt3rl9n7dq1Ph4GK1aswHPPPefLYtpBBx3ky3r99df9/rA8Hsdx48ZhyJAhqF69OrNh3bp1GDVqVLr2zgXc/wceeACzZgXXxjVr1vTrvfnmm7487tvw4cNx5513IiEhAatWrcKmTZu46g5Jxu2ybG5j7NixGDx4sOfy5JNP4r333sMBBxzgt8V1/vvf/2LJkiU+XpAB68i6cts8NmQasrjlllv8wATx289t/vxsC/HbX7p0KSZNmuSPUUaObGdsWw0bNvSr0FexLdB3MaFcuXLo1q2bZ37UUUcxyUubNm18GtsUlzOfX5DHgD76nXfeAX0u2/95550XtfM8FlWistPXfPbZZ+D/Sfqa8NygzfOzV69eftALQqFP4nGnzeXxed9++23ceuut4P9GLv/ll1+8D6MdL/nRNtlG2FbYZnLTlgq7P5s9ezbeeOMN8Jwhq65du+Ljjz/GCy+8EJ0bTzzxBMaPH+/9Zch48eLF4LHjOpSqVauCx4tceF4xjUJGTKOwbKZRPvzwQ3z77bc0/XG76667/Hbph5iXx5g+/9NPP8UJJ5zg8zGYPHkyfvvtN5oSESgQAn///TeuvPJKHHHEEQivu3dkQ/z/4B+I3ZFCtK4IiIAIiEBhIqB9EQERKAAC7GFLhQtTnUTlx9tRogwREAEREAEREAEREIF8JpCSkoL99tsP//77b6aSmzZtii+++AJ16tTJtEwJIlBcCJhZVBWzwDYz/3s4f/MzM/9bFW0+sxRq2ny+I17v3ioRp9zQBIk1yyEoCYBb3wX4d8MWPH7l55g+cRE0FU0Cf3z8O0b2GIHNGze7ChiCPzjtxB3nTu91QcXdKvnf2OPbBe1Q2H5CMTPftsxcSU7gJjNzYTCbxewgRaEIiIAIiIAIiIAIiIAIiIAIiEA+E1BxIiACIiACIiACIiACIiAC2RAolU26kkVABESgCBLQLouACIiACIiACIiACIiACIiACIiACBR/AqqhCIiACIiACIiACIiACIiACIiACBReAmaxF4bNAtvMYBZI+OJxqMOXkkMd/0J7w8YVcNk1u6F2cpmgwv4bXfx0FwW4s99PmPBRwX/QPNj4zg61PREQgV1F4Jtr3sYfL092m6fTcRLMQGoqal2wH+r1bJ9uUCH6r9B30aaEPo7aLPB/ZjHtCvezmXmtQAREQAREQAREQAREQAREoKQSUL1FQAREQAREIGsCZrF+I7PANrN0fe1m5j/wGfZHUVPi+6poJyaUwdW9q2Dv1uxrT+vscsp1eLk5Fe++sxj3DP4DmkRABESgsBD4qefLmP/6V65bns7K/S4YKL971QccjcTT9o366ennKPR/obBvnjY1xcy8vzSL+VHETWYWF5MpAruOQN26ddG5c2f//5578cMPP4ADKnCQ3ZUrVzIJHTp0wP777+/tjMGiRYvwySef+GQOlHzRRRfhyCOP9OeLT0wLzAwcLJ2DEzMfkzlALwfqpU3hIOlz5syhiWrVquHEE09EhQoVfDw+qF+/Ps466yz/gXKmcx0OFk574sSJOOecc3DJJZf4AX/79evnB1/mAPCPPfYYnn32Wbz66qt+YHMOAs+Bg7dHPv/8c24u34SDV3BfDzzwQHDw4e0tmJ7FYGmrFx01f/58HHfccWjbtm2O0rFjR1x88cX49NNPsWXLFl/B1q1b45FHHgHbsk+ICzZu3IhnnnkGq1ev9qknn3wybr/9dlSvXt3H44MmTZrg3nvvBTXTw51XLQAAEABJREFUv//++0zHYsqUKfj999+5GBxU5MYbb8yyLDPDwQcfjEsvvdTnZcA6btiwgWYkU6dOxaRJk3w8ISEB999/P9q1awez2DHk/xSyGThwIMqXL+/z7mgQv12WybK5DW4rvuzatWv786dhw4Y+efbs2eA55iMFHFSuXBk9evTAbrvtFm2J+1chC5/ADNvKn99tgduMl5w4Nm7cGAMGDEDFihX9Kn/++SfYHnykgAP69BdffNFvhf7l1FNPTde+/AIFWRJge+vevTtOOukkf00XZjIzkCN9T5iWU95OnTrhgAMO8Fk3bdqEX3/91dthUNBtM9xORl3Y/dm4ceOwbNkyv9t77703evfujUqVKvl4fED2PEZdu3aNkumnU1N5MR8l5cpYu3Yt3n//fWzdutXnP++888Djx234hLiAPqdPnz7YY489fCr/z/CayEcKc+D+vRgs3R5yv3/++WdMmzYNP/30k5cff/wR9B+h8H+i5HtsD4OFCxem472jkQkTJuDQQw/15wTb3XaX53wZMrQFaBIBERABESjCBLTrIiACBUEguHIOwoIoX2WKgAiIgAiIgAiIgAhkTYC/Ve+7777g76cZc7BP9osvvgB/p8u4THERKG4EzGL3I2a0gxqamf/tir9fhBI+r0RNCZ9pCnXDlgk4+frGSKhZDsHE31GcuHnjP5sx5IoJ+PnLRcEihUWGwO8f/Y4RPUdg0z+bAHcsg8AbPtppWGdUrF7RP1sT3y5ohxK2oXhtZjAzz8Es0IyYxWzGJSIgAiIgAiIgAiIgAiIgAiIgAgVBQGWKgAiIgAiIgAiIgAiIgAhkR6BUdguULgIiIAJFjoB2WAREQAREQAREQAREQAREQAREQAREoPgTUA1FQAREQAREQAREQAREQAREQAREoJATMIu9OGwW2GbmXzI2syxfaA9fUKYOX2Snbti4Ai67ZjfUrV8WrgAArpw0oX1Xv58w4cMlKHaTKiQCIrBLCHxzzduYNfRrOFcFehu4MG1G7YsPQL0e7fwgKfRP9FeU0I7/sEJom7lS4gRxk5nFxWSKgAiIgAiIgAiIgAiIgAiUSAKqtAiIgAiIgAjkQMAs1n9kFthmBrNA2AdlZr7Pnf1UjFNT2GdFCe3ExLK4uncVtG7NvnYABsCt6wXAsPeW4O7BfzhLswiIgAjsWgI/9XwZC95w/fRuN8y8swpclTN3u+kYJJ66r/8Ycujj6OfiJfSFZub9o1mg4SYzc2WZs2KzWfp4bIksEdg1BA466CC0bNnSb5yDE3Ow6G+++cbHk5OT/cDsbPM+IUPw3XffRYOrcyCGNm3aZMiRPrrPPvsgzLNy5Uo/2GyYgwPuhgP2cnD3rAZ1CPM2atQI9erV84OD02Z+LuMgq2+88QZeeOEFPPHEE35AdQ74zoHar776alx++eXo1q0bTjvtNJxwwgnggPLbI8cddxw3l+/CAZmPP/54P3A8B+TN6wb4KfeQIfK6chHKT7/bpEkTDB48GM899xzYTrPa/RkzZuDHH3/0izgQCI89fblPyCKoW7cuLrroIr+E7XHcuHFYv369jzP4559/0Lx5c1SvXh1HHHEEGjRowORspVmzZqhYsaJfvnTp0nRl8TixfJ5zzMA21apVK5pZymGHHYbDDz88y2V5Scy43Y4dO+ZYLtly31jndu2C363zsr3tzdu4cWNwEJfcrr+t/PndFjLu1wEHHIBDDjkkY3IUb9q0KerXr+/ja9aswfLly71dkMGKFSu8D1y3bp1vs71790aVKlUKcpPFqmz+j2HbN8t83UaO9EFhhXPKW758eey1115hVsydOzeyaRR02+Q2spLC7M/oF8uVKwcyTkxMxIknngjqrOrBNDPD3nvvTdPLsmXLsGHDBm/nJeC5wvOUfo+S3fEPy+Q+0feE8fnz54dm4dXuQiHVD/kS28WnnnoKxx57LI4++mh/XXTooYeiQ4cOaN++PXiNeOCBB6Jt27Ze6Oso+++/PyS5Y/D444/HYOejNWTIEH9Nwuug7SvWNYYMbWH7ytFaIiACIiAChYKAdkIERKBACPCKKRg8sUCKV6EiIAIiIAIiIAIiIAJZEEhJSQF/T2Y/ccbF/N1o4sSJqFOnTsZFiotAsSVgFvudypxtFsTNzD+LxN/NQ+EzHfHC38UZD3WDlgk4uV8TJNYqB7e2Y2ZwBmds2rgVj185AT9/sRCaigaB3z76HSN6jsCWjVvgmgPgDqcPfAQ4bngXVKxW0T/vFt8OaIcStp1QmxnMAoGbzMyFwWwWs4MUhSIgAiIgAiIgAiIgAiIgAiIgAgVCQIWKgAiIgAiIgAiIgAiIgAhkS6BUtku0QAREQASKGAHtrgiIgAiIgAiIgAiIgAiIgAiIgAiIQPEnoBqKgAiIgAiIgAiIgAiIgAiIgAiIQFEgYBZ7gdgssM0seuE4fAk51OFLyqEOX2SnbtCoAi69pgZqJ5dGatwfP+LFD6LfdcOPGD92cVHAkut9VEYREIGdT+DrPm/hj6FfOy/jvEuqk8CigVoX7Y/kyw8CfRT9UqhDm76MadShmMV8npn5Cpml1z5RgQiIgAiIgAiIgAiIgAiIQIkloIqLgAiIgAiIwLYImAX9ScxnFthmlq6v3czAPqmwf4o6lLD/ijohoSz6XF0Ve7cug1TX/8WAfezsAGPf+7B3F+Puu/6AJhEQARHYVQR+uPwlzH9jsuudp1dy3onOyombsdtNxyDxlH2ijyHTz9G3UYcS+kIz837RLNBwk1ngO50ZzWYW2TJEoLAQqFChAk455RQkJCT4XeIAuBxUoWzZsjjppJOw2267+fSMAQcP/u2336JkDr7LcyNKyMLgOdOiRYtoCdffvHmzj3Ow36pVq3p79erVePnllzFv3jx3+cCLCJ8cBRx8ecCAAX4A+EsuuQQ1atSIlhUH44UXXgAHjH7sscfyVB16GDOGQJ5W3MWZK1eujBNOOAGnnnpqOunUqROqV6+ebu8uvfRSTJgwAW+99Ra4nH45XYa4yA8//AC2Zya1bt0aycnJNHMUcg/b0+zZs7FkyZIoP8+HoUOH4qOPPkLfvn2j9OyM8uXLg+dRVstXrVqFX375xS/iedG+fXt/ve0TsghYz6OPPjqLJXlLyrhdMtzWeXv55Zf7Oj/xxBPo2rVr3ja4nbkbNmyI0B/kpoht5c/vtpBxn9hueLwzpodx+rekpKQwWuB6y5YteOaZZzBz5kx/fXLBBRegefPmBb7d4rQB8sru/x/ryTZHTdlWXv7PYr6spKDbZlbbZFph9mf0mxdeeKH385988on/v8B9zkn4fySn5blZVrt2bdx+++0YOXKkl8aNG+e4Gn0nr6FyzKSFIlCABHiNwv/Rxx57LL799ts8bclgLj/FKc0iIAIiIAJFnoAqIAIiUDAEeLVkvG5K19dmBbMxlSoCIiACIiACIiACIoCUlBTss88+CH87jkeyxx57YOLEiWA/bny6bBEoCQTMgvsQ1tXMYGY0vTYzr/l7cyj8/SIU/sZMO9QNWlRF1+sbI6FWWVdGKsDZSyo2/bMFQ66YgGmfL3TLNBdmAr99+BtG9BiBzRs3++dp+IwbjyUPKJ/NPW5EF1RIqhA97xYef7aFUML2Qm0WtCOzQLPuZkblxSxm+wQFIiACIiACIiACIiACIiACIiACBUZABYuACIiACIiACIiACIiACGRPoFT2i7REBERABIoUAe2sCIiACIiACIiACIiACIiACIiACIhA8SegGoqACIiACIiACIiACIiACIiACIhAkSFgFnuR2Cywzcy/xG5m/sPWfCE5lPBl5VCHLzJT19+9PC67tgaS65eFK8EJgsmVAxcb3P8nfDZmMYrJpGqIgAjsZAJfX/0WZr36LczoYYKNB5ah9iX7o97lB4G+if6IOisJfRm1mVs7C2HJZkYlEQEREAEREAEREAEREAEREAEREAEREAEREIFcETCL9SeZBbaZBX1ZTof9UdTstwo1bUrYp0VdtWoZ9OmTgDZtyrhtB2UATlMMGDFsMe664zdoEgEREIGdTeCHy1/Cwre+oTdyEmzdzDkmJzUGHoPEk9uk+xgyfRp9XCih7zMz/xukmcHMwMnMIptxiplRSUSgUBJo0KABOHioWayddujQwQ+ykN0O//PPP1i2bFm0+Ouvv8Zrr722Tfn++++jdVasWAGWw4SKFSvi4IMPjs6dOXPm4M4778TVV1/tB7KeOnUq1q5dy6wlQljXa6+9Frfeemuu65vqcqYGX3Z3VtGZq1Wrht69e2PAgAHpZPDgwRg1ahSuuuoqlC9f3lfoueeew+23377NtsAP2//+++9+HQYzZ87EvffeC5aZk7z44ovYsGEDV8GqVavStXGfmEPAAUkWL16McePG4bbbbvNtd/Xq1VmusXTp0qjshIQE1KlTJ8t88Yn169dHUlJSfFKe7e3Zbp43kg8rNGrUKPIFuSkup/w7oy00btw4N7u50/JMmDDBnzvc4KGHHorTTz+dpiQPBKpUqeKf18jNKhUqVMh13vjydkbbjN9eXuzC7s/+/fdfzJ07F6NHj0b//v0xcODAvFRvu/OuWbMG06dPxyuvvIILL7wQY8aM2e6ytKII5BcBXnf07NkzT+2R/gdF8Joxv5ipHBEQAREoZgRUHREQgQIiEPWz+ZEUw40wNbSlRUAEREAEREAEREAE8otASkoK2rRpA/ZNZyyzSZMmmDhxImrXrp1xkeIiUGIImFlUVzPzv6OaBZrPLpmZf26JNiV8rok6fNYp1A1aJODkfk2QUKscYG724gNs+XcrnrhyAqZNWAhNhZPAzLG/YXiPEdi6aQvMguPm99SZgOH4EV1QIbFCuufd2A7ihW0kFDPzbcfMYGbgZBbojDbjEhEQAREQAREQAREQAREQAREQgQIloMJFQAREQAREQAREQAREQARyIFAqh2VaJAIiIAJFiIB2VQREQAREQAREQAREQAREQAREQAREoPgTUA1FQAREQAREQAREQAREQAREQAREoGgRMMv8crGZ+ZePzcy/jBy+nEwd/+Iy7fBFdur6u1fApdfWQN0GZWKfPPXf7XKBm+/u/xM++2ARiv6kGoiACOxMApN7v4VZr33rNpkKflTZuRNn89PKqahz6QGod9lB/gPx9EP0S5R4m74rXsxiPs4ssH2BLjAzF2oWAREQAREQAREQAREQAREQARKQiIAIiIAIiEDuCZjF+pXMAtvM0vW1m5nvc2f/FfurqEMJ+7Ooq1Qpgz59EtBmH9fXnjZQhusZAyf2jY0cvgR33f4boxIREAER2CkEfrjsRSx46xv/+x/9EIUbZp99jYFHI/HkNrn6GLKZeT9oFtNmga9E3GRmcTGZIlA4Cey5556oVKlStHOtWrXy7TtKyGBwcPR//vknSuWAuJ9//jm2JcwXrrRx40Zs2bIljOKggw7yEiU4g3mmTp2KZ555Btdddx1uuukmvOBUUmYAABAASURBVPfee+BA5jxnXZZiOZ944on44Ycf/EDyua0gPY3BAOR2jcKfr3z58jj//PPRvXv3qD1+/PHHuOGGG7B27dpsK7BhwwYsW7YsWj537lzfbth2cpIPPvgA69at8+tt2rQJ8W3cJ6YFbP/Me8cdd+DMM8/EUUcdhfbt26NLly7o378/Ro0ahRUrVqTlzqw4gEnY9qtUqYLq1atnzpQhhXmYN0NynqLc5tatW/06LItl+kghC3gPkZddyil/QbcF7mflypWpCoUsWrQITz31FOg7a9asiSuvvBI8jwrFzm1jJ3hebCPLNhezXW8zUy4yNGzYMBe5dizLzmibudnDwu7PlixZ4v33gAEDcOqpp+Kwww5Dhw4dvD1o0CCMGzcO69evz01Vc52HfvKXX37B008/7c8h+vZ27dqhY8eOuOCCC/DYY4/h559/TncNk+vCd2VGd4lg/jrBduVeaNv5SIB9cIMHD8aUKVNw/PHH575kf3+qdpB7YMopAiIgAoWZgPZNBESgoAgEV0tBWFDbULkiIAIiIAIiIAIiIAJASkoK9t577yz7W5s0aYJJkyahdu3aQiUCJZwAYBa7PzELbDPz6Xxu08z87+m0Kew/DoW/pcZL/b0ScMoNeyCxVrnguSk+z+mEz05t/ncrHr9iPH4avwCaCheBGWNmYniPEdi6aWu64+b30h2840d2RoXECrl63o1txMx8mzEL2hHcZGYuDGazmB2kKBQBERABERABERABERABERABEShYAipdBERABERABERABERABEQgJwKlclqoZSIgAiJQZAhoR0VABERABERABERABERABERABERABIo/AdVQBERABERABERABERABERABERABIogAbPYi8VmgW1m/mV2M/MvJfMF5VDCF9lDzZfZaVPXa1gBl15bE/UalgPAMuAmA1w5ZoZ7BkzDpx8sQpGetPMiIAI7jcDk3m9h9hvfAs6NwPkQM4MBcAp1L2uL5EvaIvQ/oaYvok0J/Vaozcytm16QNplZmiUlAiIgAiIgAiIgAiIgAiIgAgAEQQREQAREQATySMAs1r9kFthmFvVHsY/KzHyfe9h3RR1K2K9FXblyGVx9dQL23Zd97YArBZzMBWaG0SOX4q7bfnMxzSIgAiJQsAS+v+RFLHhnCswM5jYViHm75i2dkNi1zTY/hkw/Rx9IMTPvB+EmM1eOE2dGs5lFtgwREIGcCVSoUAEXXXQRLrvsMtSpUyfLzMuXL8eHH36Im2++Gffddx+WLl0a5dtvv/3AQVBvvPFGXHXVVb6sM844ww+Ieuihh4LLmzZt6svOr0Gio43nk9GoUSMMHToUw4cPR+vWrfNUaqrLnZqaCjhdnGYzwznnnIOTTz45qtbXX3+Nxx9/PMvBQKJMBWCsXr0aAwcORKdOnXDLLbdgxIgRmDVrFlatWpVua+XLlwfbWtmyZdOlhxG24zVr1oTRnaaXLVsG1mGnbVAb2qkENm/ejGeffda3SV6j0A9ycJyduhM7sLG5c+fuwNrBqjVq1AgMhdskQF9QmP3ZwoUL0b17d5x44on+f/tHH30EtpH169enq1ulSpXQvHnzdGnbG+H/0C+++AJdunRBt27d/PnE/zeLFy/O9P8mOTm56A065S4UUoMhYXJEVL9+fYTSoEEDSPLGIEe4+bjw//7v/zBjxgzccMMN21Gqawy+LWzHqlpFBERABESgcBHQ3oiACBQYAV4xQddMBcZXBYuACIiACIiACIgACaSkpPjfQ7du3cpoOuHvG1999VXR64dNVwtFRCCfCKQVYxZ7/sgssM0MZuafW+Lvg/HCZ5vihc9wMk5dr3lVnNx/D1SrU96vb8ZyABiwZXMqnrxyAn76bAE0FQ4CMz6YiRE9RyJ1i7tbdcfIzTCzSE4Y1QUVEips83m3+PZB2ywog7U0MyovZjHbJygQAREQAREQAREQAREQAREQAREoeALaggiIgAiIgAiIgAiIgAiIQI4ESuW4VAtFQAREoIgQ0G6KgAiIgAiIgAiIgAiIgAiIgAiIgAgUfwKqoQiIgAiIgAiIgAiIgAiIgAiIgAgUVQJmsReMzQLbzKIXmvlycrzwxfV44UvsjFMnNyiPi/vshuQGpcGP/boAFNqUe2/8CZ+MXlhUUUE7LgIisHMIfNXrTcx6/Vu6D+dD3DZTU53txJl1LmuL5IvbIvQ78Zo2Jd5n0TaL+TQzc6XEZrP08dgSWSIgAiIgAiIgAiIgAiIgAiWVgOotAiIgAiIgAttDwCzWz2QW2GaWrq/dzPxHZMM+LOpQ2MdOm7py5TLofXUC2uxTBuwVc91jTruuMmewr33UyCW449aZ0CQCIiACBUXgu4tfwIJ3p9DxpPXPe2/kfFEqatzcCYkn7b3NjyHTp5mZ93tmgYabzALf6MxoNrPIliECxZlA5cqVMWDAADz99NN5kjvvvBOJiYnp0JgZ2rZti9tuuw0PPPAAzj//fOyxxx7IaiB1Drz+0EMPYdGiRb4MDrh+4403+oGCH3vsMbzwwgt466238MEHH+Dzzz/Hd999h99++83n5+DrvP7YHsk4+LDfeD4E/fr1AwdyPffcc7erNHocM8N2rVzIV+K15EUXXQQO9hHu6qhRozBx4sQwmqPu3bs3pkyZkmc57LDDonLZznr06IGxY8diy5YtUTrbcIsWLXDqqadi0KBBeO+99zBhwgTceuutqFixIrKaatSogapVq2a1qEDTdtV2C7RSeSw8P9pCHje507KvXLnS+zlukIPl3HLLLd6f0qdmFLbtb7/9llm9XHvttVHenj17oqD8nN9YWlCpUqV0A/dwn+mT0xbnSi1btgyrV6/OVd7Cnmlnts3C7s846NMll1yCqVOngu0iPHbVq1dHmzZtcPbZZ+Oee+7B+++/j/Hjx6N79+5hlu3WbHuvv/46+vbti6VLl0bl8Nq/Tp066NixIy677DJ/nfPZZ59h5MiROPDAA6N8RdW4zV1vLViwAEuWLMFff/2FVatW+WuR33//HbzOosyZMwdznPz555+gzJ07F5LsGbAthTJ48OB8bxqtWrXCsGHD8Nprr6W7LsrLhgzmslOc0iwCIiACIlCkCWjnRUAECo4Ar5aM101mcRuJt+OSZYqACIiACIiACIiACOSZAPuBW7duDfalZVy5cePG+Oqrr1CrVq2MixQXgRJJIL7SZrH7ErPANjOYBcJ3juOFv3NkJfz9vV6zquh6QxMk1Snnz8XUVLclClKxefNWPHHFePz46XyXqHlXEvj1/RkY3nMEtm7Z6nbDHSDOXlxgwAkjO6N81fLbfN4tvl2YWdRmXKHepqaYGZVEBERABERABERABERABERABERgJxPQ5kRABERABERABERABERABHImUCrnxVoqAiIgAkWCgHZSBERABERABERABERABERABERABESg+BNQDUVABERABERABERABERABERABESgSBMwi71obBbYZuZfRjYzPzBH/EvLGV9k50vsTKOu17ACLrm2JurtXg6uACduNidgYLj/pmn4ZPRCFMFJuywCIrATCHzV603MfnMq4HwPnNvw4gIzQ3L3tki+6ACE/iZe06bE+yraZgazmMBNZuZC+HRoEgEREAEREAEREAEREAEREIH0BBQTAREQAREQge0mYBb0O7EAs8A2M98PZWa+r90s0GFfFnUo7GOnTV2pUmlc3ScR++5bzq0PGAAzFzpxIT54fynuuHUmNImACIhAfhP47uIXsHDYVOdzXMn0ORSY/6t167FIPKn1Nj+GTF9mZun8Htxk5spx4sxoNrPIliECxZFA5cqVUa5cOV+1jRs3YsOGDd7Oz4ADpB9yyCHo168fhgwZgkGDBqFr166oVq0awunvv//2g/+m+q/Rh6lFSx933HF+YPp7770XZcuW3e6dT3VrpiLVhcVzrlu3Li699NKIEdvdU089hRUrVmSqcPny5ZGYmIhwWrp0aWhul2b7euONNzBzZnCdyvJ79erl294nn3yCoUOHYsCAAejSpQsaNmzo/59wHUpWG+R1Mf+ncNnatWuzrAOXxQvru2nTpvikPNtmBjPz6+V2uz5zPgTz5++awSF4rPKzLeQDChURR6BW3OA9ixcvzvP/Ev4PYFtmkQkJCahZsybNIiG7qm3SLxVmf0Zf9/zzz2PZsmX+OPK43nbbbZg0aRI++ugjvPDCC+jbty+OPvpo1K5d21+Xb9682efdkWD27Nl49dVXsWXLFl9My5Yt8dprr/lBpkaPHo37778f3bt3xwEHHABen5Dj1q0caMVnVyACO4XA7bffjp9//hknn3zyDm2P7RfgleMOFaOVRUAEREAEdj0B7YEIiEABEuDVUiqvmdL1OTK1ADeqokVABERABERABESghBBISUlBq1at/IDjGavcuHFjTJ48GfG/H2TMo7gIlDACmaprFvzeywVmgW1m/ndgs0Dz/eNQ+Lt0KPydmsI4dfKeVdG13x6ollwB5gsMAnOxrVtT8eSVE/Djp7vmd17uSUmXX0fPwPCeI5Hqf5Iyh8MJZ0opwwkjO6N81fL++YTwmFLHS9gOqM0MZjFxBfo4NcXMqCQiIAIiIAIiIAIiIAIiIAIiIAI7n4C2KAIiIAIiIAIiIAIiIAIisA0CpbaxXItFQAREoAgQ0C6KgAiIgAiIgAiIgAiIgAiIgAiIgAgUfwKqoQiIgAiIgAiIgAiIgAiIgAiIgAgUfQJmsReOzQLbzPxLyWbmPwTMF5dDiX+xmTZfYg8luUEFXHJtDdTbvaz/Biq/5xV+2Iuf87r/pmkYN2oBitakvRUBEShoApOu+B9mvTkV0QeU6TAoSEXd7m2RfOEBCP1NvKZNCf1TqM1iPswsZrMeZkYlEQEREAEREAEREAEREAEREIEMBBQVAREQAREQgR0jYBbrdzILbDNL19duZr7PPezTog6F/ey0qStVKoPefRKwzz5lXA+Z6273ne2+t91FgA9GL8Htt8yAJhEQARHILwJTLngOC4d9531M0D3vfI7zPbRr3toJiV1abfNjyPRhZub9nFmg4SazwBc6M5rNLLJliEBxJVCxYkUkJSX56nHg3d9//93bBRWYGTgA/AknnIA77rgDHTp0iDb1559/Yv369VG8qBjJycl+IOMxY8b4AYV3dL/NFWBg6IxiOh955JHo2LFjVLuZM2di5MiRab/DRsn+t9eGDRtGCRxIZO3atVE8r8aiRYswfvz4aLXu3bvjwgsvRJUqVaK0jMbixYuxZs2ajMk+zkFLatas6e3Vq1eDeX0kh2DBggVYsWJFDjm2vah27drReZvb7ZIdz7tTTz0V999/P9atW7ftDWWRY+XKlVmkFnwS/3/nZ1so+D3e/i2UL18eRx99NHistiUnnXQSwjbILR588MHRevSvvG9jekELB/IJtzFnzhzwXAvjudE//PADtm71I174ts02npv1CkOeXdU2ybgH2IG5AAAQAElEQVQw+7MZM2ZgypQp/hCVLVsWAwcOROfOnVGuXDmfllXAtpNVel7Sxo0bh2XLlvlV2C7p75o3b+6v/X1ihmDDhg258t0ZVtu1UXeJYLBduw/a+nYROP300/Hrr7/i5ptv3q71M63krquhtgBNIiACIlD0CagGIiACBUkguHIOwoLcjsoWAREQAREQAREQgZJGgL87tWrVKstqs2928uTJ4O9oWWZQogiUSAJZV9osdr9iFthmBjPzv22YBTp8H5m/S8ULfwtknDq5WVV07dcE1ZIr+OeqgoBPVMH9DpeKJ3qOxw+fzIOmnUvg19EzMKwnn4UIt8tj4sTNKGXoMqoLylcpv83n3cI2YGZR2zAzcDILdEabcYkIiIAIiIAIiIAIiIAIiIAIiMDOJKBtiYAIiIAIiIAIiIAIiIAIbItAqW1l0HIREAERKPQEtIMiIAIiIAIiIAIiIAIiIAIiIAIiIALFn4BqKAIiIAIiIAIiIAIiIAIiIAIiIALFhIBZ5peQzcy/zG5m/qXl8CVmar64nlH4Ijulbv0KuOTamqjfuFy0vpkrC24y4IGBP2PcyAUuUkRm7aYIiECBEph0xf8w++3v4NwDzHzotNukM5N7HojkC/b3A1DQv9DvhJo2hT4pXszMrZ9eXGl+NjOvFYiACIiACIiACIiACIiACIhAJgJKEAEREAEREIF8IGAW638yC2wzi/qr2I9lZr7PPezbog4l7PuirlixDK6+Ngn77lc2Wt+t6mzAlYix7y/F7TfPgCYREAER2FECUy54HotG/hAUY3A+BoBzOGaG2oM6IbFLq21+DJl+zMy8fzMLNNxkZq4oc1ZsNksfjy2RJQLFi0DlypXBQRjCWk2dOjXbwc7DPKmpqRgxYgSuvfZa3HTTTXj33XexefNmv3j69Ol46qmncOONN+Kll17KNKC7z5QWcEDgfffdNy0GPyB5OAB0lFjIjT59+oCD11900UX5tqf8znuqY5xvBRbCgngdecEFF6B69erR3r355puYPXt2FA+Ntm3bgm2F8V9++QU//fQTzRzl+++/xzHHHIOTTjoJV1xxBRYuXOjzr1q1CmvXrvV2QkICDjzwQG9nF2zZsgWTJk3KbjESExOx3377+eVsu2PHjo3OBZ+YIeC5M378eGzatCnDkrxFud2WLVv6lbjdzz//HNxXn5BN8PPPP2Pp0qWYO3eu5xEyjc++ZMkS/PPPP/FJ6WyymzJlSrq0nRnJz7awM/c7r9uqWrUqevXqhQEDBmxT+vbti0aNGkWbOOOMM6J1unXrhnLlykXLCtLYa6+9UKNGDb+JFStW+P8RbO8+YRsBz89x48ZFudi22cajhCJg7Iq2Wdj92cqVK/3/dR6+2rVro02bNshpWr9+Pb799tucsuRqGdtTmJGDT3HbYTwr/eeff+L333/PalHhTXMXCqlwQeHdQ+1ZBgLNmjXDW2+9hbfffhvNmzfPsHRHoqluZYpTmkVABERABIouAe25CIhAgRIIrpaCsEA3pMJFQAREQAREQAREoAQRSElJAftfs6oyf7OYPHkyatWqldVipYlAySWQQ83NYs8nmQW2mfnnmPgcZ0bhs0/xwt/eGaeuu2dVnHTDHqhWr7zboqUJQAtuevKKCfhh3Dxnad4ZBH4ZPQPDrhgFM4OlbdC85cIypdBlVGeUq1xum8+7ZWwDZm59JyzSzKi8mMVsn6BABERABERABERABERABERABERg5xLQ1kRABERABERABERABERABLZJoNQ2cyiDCIiACBRyAto9ERABERABERABERABERABERABERCB4k9ANRQBERABERABERABERABERABERCB4kTALPYCsllgmxnMAsn4IjNfXM8ofJGdUrd+BVxybU3Ub1TWDzzAj0/7z3ulBQ/cPA0fj1hQJPBpJ0VABAqOwMSeb2DW29/5DdA90Fc4p8EZyVcchOTz9wf9DP1KvKZNyeiXzAJ/ZRbTvnAXmJkLNYuACIiACIiACIiACIiACIhA1gSUKgIiIAIiIAL5RcAs1g9lZlEfu1lgs0/LzEAd9nFRhxLfF1ahQhlc3ScJ++5XxvWZpTpBIGkD0o19fwkG3fQrNImACIjA9hL49vznsGjk925152PoW1xnvR8b2wW1bu2ExM6ttvkxZPovM/N+zSzQcJNZ4PecGc1mFtkyRKAkEODAxRUqVPBV5cC5I0eOzHEwcQ6W++WXX/qBfZcvX47y5cv7c5AF8FybNm0aOAA0B2tfvHgxk7MVDjgeLqxTpw4qVqwYRgu1PvLII/3A8A8//DAqV66cr/tKD2TGMF+LLXSFNWvWDKecckq0X8uWLcNzzz2HzZs3R2k0WrZsiRYtWtDEpk2b8Mgjj2DRokU+nlWwdu1aX87ff/8Ntud//vkHCQkJmbJu2LABzJNpQVzChAkTMGbMmLiU9KaZ4bjjjovaAPN//vnn6TPFxaZPn46xY8fGpWyfyfPshBNOQNmyZX0BH3/8MX766SdvZxWQ1zvvvOMX8fr++OOPR7ly5Xyc511SUpK3me/XX3/1dlbBpEmTwPM6q2U7I62g2sLO2Pfivo2GDRuC/0vCer777rt48803sXXr1jApS7169Wo8+uijmDt3rl/O/ycnnniif/7CJxSRYFe3zcLuz9avX49Vq1ZlezT5DA591NSpU7PNsz0LeC2ycePGbFfl/4vHH38cbIfZZtICEdhBAgMHDsSMGTNwxhln7GBJmVc3mEukOKVZBERABESgyBLQjouACBQsAV4tGa+bXB9ObEsWM2WJgAiIgAiIgAiIgAjkiUBKSgpatWqV5TqNGjXCN998g1q1amW5XIkiUJIJbKvuZrH7FLPANjOYBcLfeOOFvxfHS/yznHWbVkHXG5qiWnI5pLo/bjvVBfw9hg91PnnFeHz/8TyXorkgCaSM+hXDeo7yD9KSPY8Bt8djYmUMXUaegHKVyvlnbXgsw2NIO5T4Y07bLGgPZsaifPvwhgvMgjRnahYBERABERABERABERABERABEdhFBLRZERABERABERABERABERCBbRMote0syiECIiAChZqAdk4EREAEREAEREAEREAEREAEREAERKD4E1ANRUAEREAEREAEREAEREAEREAERKDYETCLvYhsFthm5l9WNjM/cAdfZg4lfNk5XocvQ9epVwEXX1MTDZuUhysAhnAyZxseumUaPh6xIEwsrFr7JQIiUEAEJvb4H2a/84P3B9yEucDMhU7qXXkgks/b1398PvQpoQ79TeiHQm1mMEsvrkg/m5nXCkRABERABERABERABERABEQgGwJKFgEREAEREIF8JWCWuT/KzKL+K/ZpmZnvcw/7u+J12BdGXb5CafS+phr2O6AcDG5ygZud4WZXxsdjl2HQgOwHE3W5NIuACIhAlgS+Oe9ZLBr1Q9oycz7G4AI414Latx+LxM4tt/kxZPouM/P+zCzQcJOZuXLMWbHZLH08tkSWCBRfAo0bN0a7du2iCn7xxRcYOnQoOHB6lOgMfpScg4M/++yz0WC5ycnJ+M9//uOWBvPuu++Ohg0b+sjKlSvx0ksv+UHYfUJcwLI4YHk4GLqZ4YADDvDnc1y2QmfWqFEDTz31FD755BMcfPDBBbJ/qQD40fcCKbwQFWpmOO2007DHHntEezVhwgRMmjQpitOoUqUKLrzwQpQvX55RzJo1C3369MFvv/3m4/HBkiVLMGjQIHz99dc+metwXZbBhLp166J27do0sWnTJjzyyCOYNy/z4Abr168H2+7NN9+MjRs3+vwMtm7dCgrtUDjIyfHHH++jzMvtjxw5Ml0+tnfu0/XXXx+dO36FHQh4vnTo0MGXsG7dOtxwww346quvwG35xLQgZEJuTOL+xp/vPIfDc5ZMHnjgAcyePZtZI9m8eTNGjBiBO++803OLFuxkg8fxwnxqCztj11esWJGu/eyMbe6qbfBaq1u3bqhevbrfBZ4LbEs8Xjyv16xZ49MZsD3NnTsXL774ovcB9KdMp3Tu3Nn/L6BdlKSg22ZWbamw+7MGDRqA/zN5HLn/Dz74YJb+b9WqVbjvvvvw+OOPp/ObW7Zs4ao5yuLFizP5vDZt2kTrTJ48GW+88Ua6crmQfpL/Q6644oro/wXTKWyf1BIR2FECJ510Enite8cdd+xoUdmuz7YMd9WYbQYtEAEREAERKAoEtI8iIAIFTIADLKbymimVVrixeDtMkxYBERABERABERABEdgWgZSUFPB3pqzyNWrUCN988w1q1qyZ1WKliUBJJ5Cr+ptZlM8ssM3MP9dkZv6ZJz7PGQp/n4sXPsPJOHWdPaqga/+mqF6vAjiZC8xc6AV4qtd4fP/RXJequSAIpIz8FcOvHO2OHUs3p53QdFK6XBl0GXkCylUq55+PCY8ZdbyExznUZq6MNHHF+DKpKWZGJREBERABERABERABERABERABEdi1BLR1ERABERABERABERABERCBXBAolYs8yiICIiAChZiAdk0EREAEREAEREAEREAEREAEREAERKD4E1ANRUAEREAEREAEREAEREAEREAERKB4EjCLvZBsFthm5l9aNrNtvszOF6HLlCnjB+6uU78CLrqmJho0LsvPeyGYUp0dfNzroVum4ePhC4LkQhlqp0RABAqCwJfd38Dsd793Rcf8Ab0CP6CcfOWBSD5vP+9DQl8SavoXSvhxhVCbxXyUWWC7wv1sZl4rEAEREAEREAEREAEREAEREIHsCWiJCIiACIiACOQ/AbNYv5RZYJtZur52M0vX586+r1DCPjHq8uVLo/c1SdjvgLJ+/DH2pcFPtFLx8diluPXGX3yKAhEQARHIDYFvzn0Gi9//KUNW51PcXGtQJyQe33KbH0OmvzIz78fMAg03mQW+zpnRbGaRLUMEShIB/pZ1yimnoHXr1r7a/C2MA4n37dvXD8r72muvgYOhDxw4EA8//DCWL1/u8yUkJOCCCy5AUlKSjzOoWLEiOOBp2bLuesAlzJkzB7fffjs4kDrLYFnPPvss+vfvjyeeeAIcuNxl89ved999aRZa4UDBM2fORPfu3Qt0Hw2AuT+UgKlWrVq+DbENsrobN27Eiy++iFWrVjEayaGHHgryp09n4h9//IFzzz0XbLeDBg3C4MGDceGFF/q2N378eGbxfp/Hiuv6BBewrZ5++ul+mYti1qxZYJzrsgzKxRdfjGOOOQaPP/44uD8tWrRAnTp1mB1r167FX3/95e0w4D716tUL7dq180nr16/3bb5Lly4Y5PaN0rVrV1x55ZVYtmyZ/78V1tevsJ1B+fLlwXO0SZMmvoQVK1bgqquuArfFbbIurBfPx6lTp/o81atX9+skJib6OIMqVarg7LPPRnjOzp0718e5Lsu4/vrrceSRR+KOO+7AP//8g7POOgvJyclcdZcIj2d+tIWC2vmmTZtG7Wvy5Mm47LLLfPscOnQo/v3334LaQ8XxrwAAEABJREFUbKEot3nz5t63V6pUKdofDgZ03XXXoWPHjmjbtq2X9u3b49RTT/X/A/7+++8oL8+73r17+3MkSixCRn63zW21paSkJO+/Qn9S2PxZo0aN0KlTp+gIcuCn448/3vty+hb6lHPOOcfnefvtt32+/fbbD7y2YGTp0qWgP6UdL82aNYui7777blTeiBEjfPoRRxyBMM/WrVu9Lz/uuOMwYMAAfy5Sd+7cGf/3f/8Htk+214MOOsivy4A+kLpQi8FdJbjAhdBU6Aiw7b/66qtgm9x7770Ldv/8/SvbQsFuRqWLgAiIgAgUJAGVLQIiUNAEgqulICzobal8ERABERABERABESjOBNif2qpVqyyruPvuu4N9wDVr1sxyuRJFQARyT8Asdv9iFthmBrNA+LtQvPC36njhM5yMU9fZoypO6t8U1etXQKrbBT4HEj3U6RKe6jUe33041y3RnJ8Epo/4FcN7jQ5QO840yJ5m6fKl0WXE8ShXsZz/TTQ8VtTxEn+MaZsFx9/M/K6aBZoRs5jNuEQEREAEREAEREAEREAEREAERGBXEdB2RUAEREAEREAEREAEREAEckOgVG4yKY8IiIAIFFoC2jEREAEREAEREAEREAEREAEREAEREIHiT0A1FAEREAEREIH/Z+8+AKSqrjeAfx8Blt67gFhRx9577wK2WJJY0Fj+McYYSyyJxkRjjLF30Bh7QcWOhtgLKmo0iKMiiohdRFEEUWT+59w7d2Z2Gfou7M5+j3fePe++Mu/+dt4we/e9GQlIQAISkIAEJCCBChYgizcmkzEnOd+b2f3m9XQzdMp7LNMChx7XDX2Wbw7bAQDbj0UqL/zTaxh5zwfQIAEJNA6BZ468Fe/d/SrCy4BN/BUBNtCi9zEbYZlfrA1/HUmvIan0Og//YIXSIAmyetiuwkgylJpIYLEEtLEEJCABCUhAAhKQgAQkIAEJSEAClS9QRy0kGfqufPckvQjzJEPp/Vwk4WXq+/IyReob87J585/gN7/rgPU2aA7bGj7EkrAKPDryc5x+chYaJCABCcxPYPQvrsYnD70Gf+2IE3sdgQ9E9zN3QoddV5vvhyH76xTJ8Prlr2EesIEkSFpWHMnq88UlyiTQOARatmyJww8/HNtuu204Z7zVP/zwA9555x089dRTeO655zB58mSvDtGjRw8cffTR8C85DRUlk1VXXRW/+tWv0LZt21DrH2buX+Tr+/B9vfTSS/jqq6/CMpLYbLPNcNhhh6FFixahrr5NNt98czzxxBO4/PLL0bFjxzo/PP/gdzer8weqJw+w3XbbYYsttigczWuvvRa+NLdQYQlJ+BdF+xdGp5+Bf7HzpEmT8MADD2D48OEYO3YsfvzxR1sb8C90Pv7443HAAQfM8Xq/++6748ADDwx/6/WVfRvf1vfhMWbMGMycOTPs45hjjgk/95VWWslXxddff4333nsv5KWTNm3a4G9/+1v4Iuv0f40/5/3YPD766KOwun/xiX/xda9evcL84k569uyJK6+8stp564/lj+lt8XZ5+/xxVlhhBQwZMgTlvpxl++23x29/+1tUVVX5qsHRt/V9PP744+FLuH3Zcccdh4MPPrjwGhFWXsITsvaeC3Vx6GuuuSY22GCDsGt/jvoX4rjj3XffjWnTpoX6Sp74/yHXXXcdFuZLr/189eefn99+LjVUH7J2n5trLsBzqT6/npHEEUccgZ122qnwmuGvrf4lUH5O3HvvvRg3blx4vfHXdf/5//3vf0f37t3DU+CLL77ABx/MeZ3eNttsg+WXXz6s469vL774Yvg/YOTIkZgxYwY6deqEP/3pT9Xen0yZMgW+3B/XS3999h3489Sfr4MHD0azZs28KrzG+2t9mKmvE3ujkItf1VNfj7DRHtfvf//78Lz+xS9+sYQM7MkQngtL6OH0MBKQgAQkIAEJSKABCvg7Jv+yxQZ46DrkxiKgdkpAAhKQgAQagID/raPc35f80Jdddll4P63/DcznFRKQwOILkMXrl8iYkwx/9yYZ/u7if5NO4ddGlYZfw+nzXvZYvg0GnbwiOvdpEbYHfD+AFYBNhh7zJP778ERoqB2B1+95E/f+5kHbGWG8sB+XlbSSaFr1Ewy4dxc0a9Fsvte7pZ+tl2TcniR8IGNZM/d5hQQkUI8FdGgSkIAEJCABCUhAAhKQgAQkIAEJVL6AWigBCUhAAgsk0GSB1tJKEpCABCQgAQlIQAISqKcCOiwJSEACEpCABCQgAQlIQAISkIAEKl9ALZSABCQgAQlIQAKVLkDOebMyyXBDNMmyN7P7Tc9+87rfxO6R8u69WuCXx3dDn+X8Q31zCP9yYQr/gP2LTn8N/x4+54cLQ4MEJFBRAk8dfgsmDH/VzntrVvjkv/zrgM0uc8xG6PWztcIXQqTXjlT664mHv8aUBll8TSJjbrsKI8lQaiKBxRXQ9hKQgAQkIAEJSEACEpCABCQgAQlUvsCSaiEZ+6xIlu1rT31gXqZIfWReNm/eFEcf2wHrbtA8HLL3roUv17C+Nutyx2MjP8fpJ2XDMk0kIAEJlBN4fv8h+HjEmGr99OF1xP561/0vO6HDzqvO98OQ/fWJZOFvhSThA8nw2uZ5CpIpVSmBRi3QokUL7Lfffjj77LOxyy67oGfPnoUvxHWYtm3bYr311sNRRx2F008/Hf6FDl5fLvxLIM466ywccsgh4Yt6fdu0nv8drUePHuFLgf/yl7/goIMOgj92Wl5fynbt2uGSSy7B008/ja222mqJHZa/IpE+XWIPuVQfqKqqCgcccABat25dOI5bb70V7777bmHeE5LYcccd4V8a7c+bNddcE+3bt/dFIVq1agWvO+GEE3D//feH57I/18LCkknTpvZe9eijcdNNN4XnoH9ZdFqc9nHaaafhoYceCs9Nfx6ss846aZXwfJg1a1ZhPiW+3l//+ldce+21Yb/p2PwY+vTpg2OOOQZ33nlnOMa0TW2UnTt3hn9pdnrcmu1Zd911ccEFF+Dmm2/GcsstV/Yh/Rj333//8CXa/rPo1q1bYT3P9913X9xxxx3wdXzdwsKllJC181yoi8Nv06YNzj33XPz85z+v9vz0LxSfPHlyXTxkvdunfzm7Px+HDx+OQw89FKuuuir83EoH6s8hf15ttNFG8HP54YcfxoEHHhje26V1GmpJ1t5zc0GeS/X99czbcOaZZ+Lyyy/HpptuWu2c8NdIr/PXrwceeCC8bnbs2DE8X/znP2PGDDz33HP2+4B1JHhFPvy9yaWXXoqdd9652vPq448/hm/jq/Xv3x833HADfv/738Nz/3/G6/2516tXL+y999648cYbw+u1P1/79esHf1/i60yYMAHvvPOOpwoJLLCAPx9feuml8P9xs2bNFni7xV2RoO3CwwqNEpCABCQgAQlIQAJlBfzdEv19k/2+VlyBxVSZBJaygB5eAhKQgAQkUN8Fstks/O++5Y7T/1bs/WJdu3Ytt1h1EpDAYgiQxd9byJiTBBnD/+ZRGn6NVGn435B83svuy7XBoJNWRKc+LWB/ePHRSj+4nOU5DDnmSfz3oYleoVgMgbF3v4F7jnkwmAZg+xOXXytrFWhS1QQD79sVzaqahb+Jpp+Nl6XRpEmTwnVunpPx500yHBkZS58hi7nPKyQggfotoKOTgAQkIAEJSEACEpCABCQgAQlIoPIF1EIJSEACElgwgSYLtprWkoAEJCABCUhAAhKQQL0U0EFJQAISkIAEJCABCUhAAhKQgAQkUPkCaqEEJCABCUhAAhJoFAJk8UZlMuYk53kzu9/87Devp5ujU96tZwscenw39F2hCrYH2G5AUyRtanHxGa/h38M/sBqNEpBAJQo8dfgtmHjvGMDOdzvrrYQNhP/re+zG6LX/mvDXjfSakUqv8/DXltIgbcsaYTsMI8lQaiKBWhDQLiQgAQlIQAISkIAEJCABCUhAAhKofIE6byFZ7K8iCXLOSH1f3hdWM1JfmZfNmv0ERx/bHutvWGXHzRhW2C5D/vgjk3Ha77OWa5SABCRQIpADnt9/CD4d+TrsRchHK2GDvYDYtOeZO6PDzqvM98OQ/fUpvV55ScbtSdo+aXsqjmT1+eISZRJomAL+RQsXXHABhgwZEmKttdZa6Ib4F/DuscceOOOMM3DZZZeF/fj+zjvvPBxxxBHwffp5Nr8dt2jRAhtvvDFOOukk+La+D48rr7wSf/7zn7HXXnuhW7du89vNUll+2GGHYdy4cfjNb36zxB/fXgqRs39L/IEX4QG33HJL+Bd7eNxzzz3o0qXLIuwFWGeddfDkk08W9vXQQw/Bv5S53M5atWqFXXfdNXxx86OPPlrY5qmnngp1+++/f7UvmS63D5JYaaWV8Ne//hUjR46cYx+77747WrduXdj0oIMOKqxz9tlnh/+HCgtLEpJYffXVw37TsY0ePRp33303fB++Tzdyq8U1K3nY8H9betya7Rk6dCj85+Tv0Uu3KZd3794dxx57LEaMGFFor+f+Jdr+pdm+Tenx+7nsPw+vT+GvG942D29zqp9bubDrl+7HH3txngu+vbfBj9XDnUr3XzNf0PX953zcccchPQd834888ghWXnnlmrtc7PkFPab5PZC33Y/T47HHHit8Cfv8tpvbcpLo27cvjjrqqPBF635++r49/Jzw55V/Kbz//LwNc9vPotQvzHPKn6N+TB6+3bweb2HW9TZ526699tpqzwN38LoFeJ0Kh7IgzyWyfr+e+XvxDTbYAJdcckk1Cz8/vG677bZDVZX3GyC8lp1++umF159f/epXoQ41Bn+tOuuss+Ce/rPzGD58ODp16lRY038G++67L26++WY8++yzYZ/+3LvvvvtwyimnhOc4GX8P8Pci/jrt+/H/i/z/pMKOlEhgHgL+f6Of0/6+Zb311pvHmnWzKBe/Oahudq69SkACDUJg5syZGDZsGPbcc09suOGGWH/99bHRRhvB32uMHz8eZ5xxRqjz+htuuKFO2zR9+nT4/93+WB7+//TiPGBt729xjkXbSkACDVug0M8W3jultnhtylVKYKkK6MElIAEJSEAC9Vogm80ik8mUPUb/G4D3qfrfjcquoEoJSGCxBcj4dwzfERlzkuFvJyThf4MpDb+GozT878M+72W35dpg0EkrosuyrQACIWxC0qbA1b99Ei+NmAANiybw2t1v4N7fjggbk7TSwkeLpi2bYtC9u6Jp86bhOoP0M/GyNEp/lp6TBBnDdhhyLz1IeqGQgAQajoCOVAISkIAEJCABCUhAAhKQgAQkIIHKF1ALJSABCUhgAQWaLOB6Wk0CEpCABCQgAQlIQAL1UECHJAEJSEACEpCABCQgAQlIQAISkEDlC6iFEpCABCQgAQlIoPEIkMUblsmYkww3NZMsezO73wTdtGlTpJukU96tZwscelw39F2xOXzwj/gKH5ia/+CvS854DQ/fNckXKSQggQoR8O50d/UAABAASURBVHP8ycNuxnv3joHnNolfq+EvAJb1/u1G6LnvGuH1Ir1WpDK9hvhrSmmQxdcgMuaJi2RKVUqgFgS0CwlIQAISkIAEJCABCUhAAhKQgAQqX2DJtJCcs9+KZKGvnYx56gdLfWOpTH1mXjZr1hRH/bY91tvA+9qto81G62qzhlhi/e1PPPI5TjvxdZvXKAEJSMAEZucwar+r8MnI162LPr5O2EsF0utGjzN3QvudVpnvhyH765G/RpEMfx8kCR9Ihtcyz1OQTKlKCUhAAkHAvzRx5MiRuPrqq+FfMBwql/DEX5kILuFH1cNJQAISkED9EdCRSGAeAvYWgXqfMA+gJbPo2GOPxbhx43DIIYcsmQcs9yjh91mWW6I6CUigEQhMmzYNxx13HM4991xMmjQJs2fPDq3+8ccfMX36dLRr1y7MayIBCUigsQvEd0tx2tgt1P76KKBjkoAEJCABCdRfgWw2i0wmU/YA+/bti5dffhldunQpu1yVEpBA7QmQxd9nyJiTBBnDr48qDb9mqjT8Gk6f97Lbcm0w4KQV0GXZloVrscJ91Ha4OYtrjn0KLz04wTKNCyPw2vAs7v3tiHh5m22YC5mJ2ti0ZVMMuGcXNG3edL7Xu5X+HMn48yVpe0T4eSM/kLEuP6tCAhJoEAI6SAlIQAISkIAEJCABCUhAAhKQgAQqX0AtlIAEJCCBBRVosqAraj0JSEACEpCABCQgAQnUOwEdkAQkIAEJSEACEpCABCQgAQlIQAKVL6AWSkACEpCABCQggUYmQBZvXCZjTjLc3EwyfMlH6U3QfuO6zzdt2hSee6S8a88WOOS4blh2pSoQAGlTCxttBrj0z2Px8J2ToEECEmj4ArnZOTx12C2YeN9rsDMdJPNhbSPQ59iN0Wu/NcLrRHqNSKW/bnj4a0lpkMzvo1ja3sJIMpSaSKDWBLQjCUhAAhKQgAQkIAEJSEACEpCABCpfYAm2kCz2X5ExJ1no7yrtB/Pc+8dKI/WdedmsWVMc/buOWH+jKoBADEtsf7DhyUcn44/Hj7VMowQk0JgFcj/Oxqj9h+CzR96wlwmCJGzio5VAz7N2RoedVpnvhyH7a5G/LpEMfxckbT+A7YchUDKQLJlTKgEJNHaBFi1a4LzzzsMLL7yAHXbYYaly5OzR0wftW6pRAhKQgAQam4DaK4F5CdgbhfjlMfNaScvqSmDbbbfFqFGjcOGFF6J169Z19TALuF97MoQvElrA1bWaBCRQUQIjRowIv7+mRvXr1w+777479tprL2y55ZZo27ZtWqRSAhKQQKMW8HdM+W+2bNQOanw9FdBhSUACEpCABOqpQDabRSaTKXt0ffr0wcsvv4wuXbqUXa5KCUig9gXI4vVNZMxJhuugSIbro/xaqRR+7VRp+DWcPu9lt35tMPCkldClX0vYDmwkfLDdgPbvn797Gi8+MMGrFAsgMOauLO499mGQrgcQsIjTZq2bYuA9O6NZ86bzvd4t/ey8JAkyBmwgadM4ksU81mgqAQk0CAEdpAQkIAEJSEACEpCABCQgAQlIQAKVL6AWSkACEpDAAgs0WeA1taIEJCABCUhAAhKQgATqmYAORwISkIAEJCABCUhAAhKQgAQkIIHKF1ALJSABCUhAAhKQQGMUIIs3MJMxJ1m44dlvgC4Nv3Hdo2nTpvDSI+Vde7TA4N91w7IrVSF8wH4uZ6Wphk8Cy+HSv7yGh+543yo0SkACDVXAv1ToycNuwcT7Xwuf7+ent5/vMYC+v9sEvfZdI7w+pNeGVPrrhYe/pqTSc7L4mkPGPPmQTKlKCdSagHYkAQlIQAISkIAEJCABCUhAAhKQQOULLOkWkgz96v64JL0I8yQLpfeFpfD+sdJIfWheNm36E/z62I5YfyPva7ddhb720BMH63XHk49Nxh+OG2sLNEpAAo1RIDdrNkbtNwSfPpINrwn+uuB99P5HOXu5QM+zdkKHHfvP98OQ/TXIX5NIhg+3JgkfSIbXLc9TkEypSglIQAI46KCDMG7cOBx//PH1QsNfoUif1ovD0UFIQAISkMASFtDDSUAC9U/Av9DsqquuwqOPPopNNtmkXhwgQTsODys0SkACjUrg+++/x3PPPVdo86BBg3DbbbfhtNNOw6mnnooTTjgBLVu2LCxXIgEJSKAxC/i7Jfr7pmp9bWzMJGp7PRLQoUhAAhKQgATqo0A2m0Umkyl7aH369MErr7wC7ysru4IqJSCBOhMgi7/HkDEnCTKGXy9VGn4NVWn4NZw+72XXZVtj4MkrocuyLeHXZ4WrOG3iud9gfe3vnsKL979bZ22plB2PuSuL+373sDUnFx3d0OdyOTRr3RQD79kZTZs1hZun8J9BaZT+zDwn48+TpO0J4eeL/EDGuvysCglIoAEJ6FAlIAEJSEACEpCABCQgAQlIQAISqHwBtVACEpCABBZcoMmCr6o1JSABCUhAAhKQgAQkUK8EdDASkIAEJCABCUhAAhKQgAQkIAEJVL6AWigBCUhAAhKQgAQarQBZvJGZjDnJcLMzyfClH34zdM3wm6jTzdMp79qjBQYf1w39Vq6C7cACAGEDrSAuP3MsHhr2vs1rlIAEGprA7Fmz8eTht2LiA/7lYoSd1D6C9JxY9vhN0POnGfjrQnpNSKXXefjriJckw2sLybA9WSyRH0jmMxUSqFUB7UwCEpCABCQgAQlIQAISkIAEJCCByhdY6i0kOUe/F8nQJ+Z9ZB7eT1YaqS8tlb8+tiM23MT62uH7gg1W5vNnnpiMPxzn/XRWrVECEmg0ArkffsSz+w3BZ4+96a8GFrHpJAGLXmfvjA479A8fhuyvL+n1xPMU6fXHS5LhdYm07QHbBUOgZCBZMqdUAhJo7AIPPPAArr/+evgXVtQXi5wdSA4+tUSjBCQgAQk0NgG1VwISqIcC48aNw5FHHlmvjix9GVO9OigdjAQksEQEZs2ahe+++67wWFtvvXXoOytU5JMzzjgDL730UoiDDjooX6tCAhKQQOMS8B62nPez5TxLbS/NU51KCSxxAT2gBCQgAQlIoN4JZLNZZDKZssflf0t95ZVX0Llz57LLVSkBCdS9AFm83omMOclwXRTJcL2UXzuVIl1Xlcp0zZWXXfq2xsBTVkLX5VqBiAPpmYWN/zr+aYy+7924QNM5BMbcmcW9v3sYEY9WWBBhaN62OQbds3Por3Nrj/QzKC3TzymVJEHG8B2R9CIEWcxDhSYSkEBDEtCxSkACEpCABCQgAQlIQAISkIAEJFD5AmqhBCQgAQkshECThVhXq0pAAhKQgAQkIAEJSKAeCehQJCABCUhAAhKQgAQkIAEJSEACEqh8AbVQAhKQgAQkIAEJNG4BsnhDMxlzkoUboNNN0an0G6c9L72ZOuVdurfAIcd3R7+Vq+Cf/xXCJv5hYP7xX5efNRYjbp/YuMHVegk0MIHZP/yIJw+7BRMf8C8V8zPZIo7wD0he9vhN0HPvDPy1Ib0WpNLrPPw1w4Nk+IAMsvgaQ8Yc+YFkPlMhgdoW0P4kIAEJSEACEpCABCQgAQlIQAISqHyBpddCsnq/FslCPzsZc+8jS+H9ZqWR+tRS+avfdsSGm1RZH5y3KfWyx673px//HKccO8YXKCQggUYgMPv7H/HsfkPw2eNv2l/d4uuAddOHlns//TJn74wO268cPhDZX1fS64jnKfy1x3MvSRb66mEDGV+jLC2MJAu5EglIQAItW7bEbrvtVu8g/JWKYL07Lh2QBCQgAQksCQE9hgTmI2BvERjeJ3A+K2pxbQmccsop6NixY23trvb2E36/1fOg9kC1JwlIQAISkIAEKlEgvluK00psn9rUkAV07BKQgAQkIIH6JZDNZpHJZMoeVO/evfHKK6+gc+fOZZerUgISWHICZPH3GzLmJEHG8OunSsOvqSqNdO2Vl136tMaAk1ZCl+Vahgb4lZzh6q38xVvXHf8URt/7TlimSVHgf3e8jnuPezhWBCuX8wCat22GQXfvFK51c2OPUv+Ul/6MPCfjz49k2C8ZS58hi7nPKyQggYYmoOOVgAQkIAEJSEACEpCABCQgAQlIoPIF1EIJSEACElgYgSYLs7LWlYAEJCABCUhAAhKQQL0R0IFIQAISkIAEJCABCUhAAhKQgAQkUPkCaqEEJCABCUhAAhKQQLhpPTGQ8SZnkqGeZPgSEL852m+aLi1Lb6pOeeduLXDI8d3Rr38VQNhAkBYhA6786+sYcftEm9MoAQnUdwH/UqEnD78V74943c5joHAm03Ngud9vhp57rQZ/bUivAan0Og9/zSgNkiCrB/IDyXymQgJ1IKBdSkACEpCABCQgAQlIQAISkIAEJFD5Aku5hSRD31c6DDLOk9XL1F/m/WelkfrWUvl/v+2IjTb1D4617cGwW5+SxHNPTcEpvx0T6jSRgAQqV2D297Mwar8h+OzJcSAJWlNjMOS9z9kV7bdbKXwgsr+epNcPz1P4a47nXpIMf/cjCR9IgqSnhSCrzxcWKJGABCRQzwT8M+JzOZ/WswPT4UhAAhKQQN0L6BEkMD8Be4sQv0bGkvmtq+UVLuDPAY8Kb6aaJwEJSEACEpCABBZDIL5bitPF2I02lUDtC2iPEpCABCQggXokkM1mkclkyh5R79698eqrr6Jz585ll6tSAhJY8gJk8fonMuYkw3VSJMP1U34tVQq/tqo00jVYXnZdtg0Gnrwyui3fCrYHwKY+wgfb1/UnPoMX7nnH5xQm8Oqw13HfCSMBs7HRSthgcjZT1a45Bg3faZ7XuvnPIf1cUknG7UnavmC7jiVsIIu5zWqUgAQaooCOWQISkIAEJCABCUhAAhKQgAQkIIHKF1ALJSABCUhgoQSaLNTaWlkCEpCABCQgAQlIQAL1RECHIQEJSEACEpCABCQgAQlIQAISkEDlC6iFEpCABCQgAQlIQAJRgCze4EzGnGS4CZpkuJmdJNKN0156+M3rXnqkvFPXKhxyfA/0W7kKQA7+ofv+cWAhcjlcedZYjLhtoi3TKAEJ1FeBH7+fhScOuwUTR7xuZ7GdyXYC+7lsWRj7/X4z9Nhj1fCa4Od+Cn8tSOEfruC5lx5k8TWFjHlqP8mUqpRAnQhopxKQgAQkIAEJSEACEpCABCQgAQlUvkB9aSFZva+LZLW+du8rS+H9Z6Xh/Ww+n8ojj+mAjTZrYX101tduDbRuutjnbn3to576AicfM8ZqNUpAApUoMHvmLDyzz1X49Mlx1i9vrwF23ofXgPwrwjLn7IL22644zw9E9tcaf03xkmTh732wgYyvTZYWRpKFXIkEJCCB+i7gr1ikT+v7ker4JCABCUigtgW0PwlIQAILKkDQVvWwQqMEJNAoBM444wysv/762HLLLfHiiy8W2nzccceFel+2xx57YPLkyWFZWt/rb7jhhlA3t8ns2bPxzDPP4JhjjsF2221X2J/nXvfUU09h1qxZc9t8oesnTpyIv/1ApiSyAAAQAElEQVTtb9h1113DY2244YbYc8894cf57bffYkEHv/b33XffDfsaNGgQfD/e3o022gg//elPcemll2LSpEkLujutJwEJVKCAv1uiv2+q1tfGCmypmtTQBHS8EpCABCQggfoikM1mkclkyh5O79698eqrr6Jz585ll6tSAhJYegJk8fcaMuYkQcbw66lKw6+xKo10DafXdenbBrudvDK6Lt/KGpQDfAyRC9dzXn/i03jh7vG2rHGPr9z+Ou47YWQwsYmPwconzds1w6C7dix7rVupdenPxHMy/rxIBlwylj5DFnOfV0hAAg1TQEctAQlIQAISkIAEJCABCUhAAhKQQOULqIUSkIAEJLBwAk0WbnWtLQEJSEACEpCABCQggXohoIOQgAQkIAEJSEACEpCABCQgAQlIoPIF1EIJSEACEpCABCQggRIBsnijMxlzktVuZicJv1ndw2+c9tJvrPZIuZedulbhkBN6YrlVWsD2YIE42PawuPLssXjwtomxTlMJSKBeCfw4cxaePOxWvP/wG3a6+hmcPzw7dwFiuZM3Q4/dVwkftJDOfT/vSyO9PnjpQdp+agTyA8l8pkICdSagHUtAAhKQgAQkIAEJSEACEpCABCRQ+QL1soUkQc4Z3meWorRfzfPU55bKI37TERtt1hK0Foaw/cHCRjz/zBc4+TdjbIlGCUigkgR+/O4HPLPvEHz+zHg/3eETkiBgQfQ+Zxe032bF0E9f+rrhec3w1xqSSCVsIAmSlhVHsvp8cYkyCUhAAvVTIGeHlfNP1bdSowQkIAEJNCoBNVYCEpDAAgvkcvFd4wJvoBUlIAEJzEVgwoQJ+NnPfoZjjz0Wo0aNwtSpUwtreu51xx13HPbff3/4F0MWFi5CMn36dJx33nnYd999cdddd+Gzzz6DD7Nnz8akSZNwySWX4Kc//SlGjx7t1fMM39eZZ54Zjsv39dFHH8H34xv9+OOPeO+993D99ddj7733xrnnngtf35cpJCCBxiUQ3zHZNLx3Sm23+ZSqlMDSEdCjSkACEpCABOqFgP+Ol8lkyh7LMsssg//973/o3Llz2eWqlIAElr4AWbweiow5yXDdFMlwPZVfU5Wi5nVX6RpOr+/SpzV2O3kldFuxDUAbQxCkBYAbTnoGLwwfb1njHF+5fSzu//1I84AFfYIwWFrVoQqD7tyx7LVubuz+buxlaZAM+yIZd5UvfYaMdZ4rJCCBBi2gg5eABCQgAQlIQAISkIAEJCABCUig8gXUQglIQAISWEiBJgu5vlaXgAQkIAEJSEACEpBAPRDQIUhAAhKQgAQkIAEJSEACEpCABCRQ+QJqoQQkIAEJSEACEpBATQGyeMMzGXOShRuk/cZpMs6nm6m99PCbrEvLjl2aY/DxPbDcqlXFj90PHwqWg1dc9dexeODW92oeguYlIIGlKOBfKvTEYbfi/YffsKPIwT8E2c5Yy33MYbmTN0OPQatU+6CFdO77+e/hrxOpJOPrBVm99L15kPRCIYE6FtDuJSABCUhAAhKQgAQkIAEJSEACEqh8gfrVQrJ6vxfJQj87GXPvR0vh/Wml4X1uKbz+iN90xEabtfCu9dBnZxMfQ1/7889Mxkm/frV+AehoJCCBRRb4ccb3eGafIfj8mfHhHI9/Wiv21y/z913QYZsVq/XT++tEzUivLyTDh1WThA8kw+uR5ylIplSlBCQggQYj4K9cBBvM8epAJSABCUigtgS0HwksgIC9RaDeJywAVCNYJfy+y0bQUDVRAhJIAuussw722msvDBo0CF27dk3V2GSTTUK9L9t+++1RVVVVWDa/ZMyYMTjyyCPxzjvvhFW932355ZfH7rvvHmLllVeG9835wvfeew/HHnssRo8e7bMLHbNmzcJFF12E2267DT/++GPYvlOnTthxxx3D8a+++urhsT7//HOcdtppeOONN8I65Sa+/SWXXIL77rsPs2fPDn2Effr0wYABA8K+ttlmG7Rv3z5s6suHDRsGX9+3C5WaSEACjUYgvluK00bTaDW0AQjoECUgAQlIQAJLXyCbzSKTyZQ9kGWWWQb++6L/zlZ2BVVKQAL1RoAs/r5DxpwkyBje11Ma3s9TGn4dZ5rv0qcNdjtpRXRboVVsX654TZdf3HnDSU/j+eFvx2WNaPrf28bi/t//J17rZu32+9LjBa5A8/bNMOiOHcpe6+a2bu++XpYGGX8+JG2PCD8v5Acy1uVnVUhAAg1aQAcvAQlIQAISkIAEJCABCUhAAhKQQOULqIUSkIAEJLCwAk0WdgOtLwEJSEACEpCABCQggaUuoAOQgAQkIAEJSEACEpCABCQgAQlIoPIF1EIJSEACEpCABCQggbICZPHGZzLmJMPN0STDBwCmm6jTTdVeevjN1qVlxy5VGHx8D6ywWksQABmmltho6dC/vY4HbnkPGiQggaUvMGvGD3jssFvx/sg3ADs/fUIypVj+lM3RY2D/wgct+LleM9JrA2nbzSWQH0jmMxUSqGMB7V4CEpCABCQgAQlIQAISkIAEJCCByheohy0kq/d/kQRZPVJ/mpc1+9p83vvcUxz+m07YaLMWJfuA5RYgRo+agpN+/So0SEACDVtg1vTv8fQ+Q/H5qPhlYnZ6w1424BOS6HvuLuiw9QqFfnp/ffDXiprhrykeJMPf9UjCB5K2K3paCLL6fGGBEglIQAL1XCBnxxc+NN5KjRKQgAQk0IgE1FQJLIiAvVHI+TftLMi6WqfCBezJoOdChf+M1TwJVBfYfffdceqpp+KEE05Av379Cgv32WefUO/Ljj76aLRt27awbF7JRx99hDPOOANTpkwJq62zzjq48847MWzYMJx22mkhbrnlFtx3333Yeuutwzq+7jnnnAPfNlQsxOTee+/FPffcE7bwPr8jjzwS999/P84+++xw/Ndddx1uvfVWrLbaapgxYwamTZsW1i03ef311/HQQw+FRf6FlBdffDGGDx8Ob487/OMf/8CIESNw+OGHhz5EX9HX9+08V0hAAo1HIBeaGqch1UQC9UFAxyABCUhAAhJYygLZbBaZTKbsUSyzzDIYM2YM/HetsiuoUgISqHcCZPH6KDLmJMN1VCRD34hfa5XC+2VKw6/R8vC6zr3bYMAp/dFtxdawHdjo+wFAH4mbTnoWz9/1NhrL8N9bx+KBkx6x5gYAZwDJEC06VWH3O3Yse62be7q3m3pZGmTcnqTtF2FfyA9krMvPqpCABBq6gI5fAhKQgAQkIAEJSEACEpCABCQggcoXUAslIAEJSGChBZos9BbaQAISkIAEJCABCUhAAktZQA8vAQlIQAISkIAEJCABCUhAAhKQQOULqIUSkIAEJCABCUhAAnMXIIs3QJMxJxlukiYZbmYnY5luqvabrD38puvSskPnKhx0XDcst1oLhA/gz+Xgn6kaCpsM/dtY3H/zBGiQgASWnoB/qdBjv7wFH4x8s3B+euLnrJ2xWP6UzdBjQP/CBy2UnuOee/hrQSo9J4uvGWTMUwtJplSlBOpcQA8gAQlIQAISkIAEJCABCUhAAhKQQOUL1NcWkgz96un4yDhPFkvvS0vh/Ws1o7TP/fDfdMJGm1eFvnbrXo+ld7jbA4we9QV+f9SrlmmUgAQaosCsb2fi6X2GYPJz71j3fM7ObOud99HCTnb0OXcXtN9qhUI/fXptKH3NSK8lXpIs/D0PNpDxdcfSwkiykCuRgAQk0NAE/BWM9GlDO3IdrwQkIAEJLI6AtpWABCSwMAIEbXUPKzRKQAISWEgBv372pptuwvvvvx+23GijjXDhhReib9++Yb500r17d5xxxhnwdbzet7ntttusW88797xm/jFlyhQMGzYMs2fPDiv/6le/wmGHHYaqqqownybLL788/v73v8PLVFeuHDt2LL799tuwaI899sAmm2wCsvprou978ODB2HjjjcN6vv6rr74ack0kIIHGI+CvDASBaq8RNg8NElh6AnpkCUhAAhKQwNIUyGazyGQyZQ+hV69eGDNmDDp16lR2uSolIIH6K0AWf88hY07SfhWK4ddblUbpNVkpT9drdVqmNXY7ZWV0X7F16P/xazlh3UA5m3jcdPIzeO7Ot+svRi0d2cu3vIb7T34k3+oAYB5+6VsOVR2rMOj27cte6+aObu2uXpYGGX8eJMNRkrH0GbKY+7xCAhJo+AJqgQQkIAEJSEACEpCABCQgAQlIQAKVL6AWSkACEpDAwgs0WfhNtIUEJCABCUhAAhKQgASWqoAeXAISkIAEJCABCUhAAhKQgAQkIIHKF1ALJSABCUhAAhKQgATmI0AWb4QmY06y2s3sJFF6g7XnHn7zdWnZsXMLHHx8D6yQaQnbgYWNtABBEtec8zruv2kCNEhAAkte4Idvv8djh92KDx8dBzshLWwkbKDNEiv9cQv02K1/4YMWSs9tzz38Axa8JFn4QiGvI+M+SCINZDFPdSolUIcC2rUEJCABCUhAAhKQgAQkIAEJSEAClS9Q71tIFvvESIZ+N7JYel9aCu9nqxmlfe6HHd0ZG2/ZEvRW+z68DEG89NwUnPh/r4Q5TSQggYYjMGvaTDy9z1BMfj7/t7JwbttZ7qNF3/N2Q/stly/006fXhJqvFT7vryUkC331sIEkSFpWHMnq88UlyiQgAQk0DIGcHaZ/cL4VGiUgAQlIoPEIqKUSkIAEFkogl751aaG20soSkIAEosDHH3+MZ555Jsy0bt0ahx12GNq0aRPmy0182eGHH46WLVuGxU8//TQ+//zzkC/IZOzYsZgwIfYPrrDCChg0aNAcfXppPz179sTgwYNDH2Cqq1nOmjWrUDVt2jTE18RCVSGpqqrC1ltvHb68ctVVV51nGwsbKZGABCpKoNDPFt47paZ5bcpVSmCJC+gBJSABCUhAAktNIJvNIpPJlH38Xr16wX9369SpU9nlqpSABOq/AFm8XoqMOcnQB0My9LX4tVcp/FqsmpGu2+rUqzV2O7U/uq/cGoQN+QnjHG455Rk8d8c4W1CZ40s3v4YHTnk03zhvNeFNN0a06tICg27fruy1bu7nvu7qZWmQBBkDNpC0aRzJYh5rNJWABCpAQE2QgAQkIAEJSEACEpCABCQgAQlIoPIF1EIJSEACElgEgSaLsI02kYAEJCABCUhAAhKQwFIU0ENLQAISkIAEJCABCUhAAhKQgAQkUPkCaqEEJCABCUhAAhKQwIIIkMUbosmYkyzcQO03VpOE32jt4fNeevhN2KVlh05VOPj4Hlgh0wLI2Whh0/CBgp5e8/fXcd+N70KDBCSw5AR+mDYTjx12Cz54dFw4F/2c9PMzhE2W/8Nm6LbLSoUPWig9pz33SOc9yfABF2QsYQMZXy8sDSPJUGoigSUnoEeSgAQkIAEJSEACEpCABCQgAQlIoPIFGl4LSRb62cmYez9bCu93qxmlfe6//HUnbLxly0J3XhTwnvYcXn5+Ck448r+xSlMJSKDecMyLGAAAEABJREFUC/zwzXd48qdXYfIL/uVefh6XHLLN9j1vV7TfYrlCP316Laj5GpFeP0gW+uphAxlfYywtjCQLuRIJSEACDVXAX8kINtTD13FLQAISkMAiCWgjCSyggL1FYHifwAXcQKtVrED4/VfPg4r9+aphEqhjgfHjx+OTTz4Jj7LccsthhRVWCPm8Jv369UPv3r3DKr7te++9F/IFmYwePRqzZ88Oq/qXTXbs2DHkc5usv/766NGjx9wWh2XeZ+gr3Hvvvbj++usxbdo0n50j9tprL4wcORI33ngjPJ9jBVVIQAIVLRDfLcVpRTdUjWtAAjpUCUhAAhKQwNIRyGaz8N/Hyj16r169MHbsWMzvd7Vy26pOAhKoXwJk8fcfMuYkQcbw/pTS8Gu0al6vleY79myF3U7uj24rtw7XcsZJLjTYpzef8gxGDRsX5itp8uJNY/DAqY/C2xjb5ZmFjS07t8DAW7cre61bcnPTUmPPyehPMuySjKXPkMXc5xUSkEClCKgdEpCABCQgAQlIQAISkIAEJCABCVS+gFooAQlIQAKLItBkUTbSNhKQgAQkIAEJSEACElhqAnpgCUhAAhKQgAQkIAEJSEACEpCABCpfQC2UgAQkIAEJSEACElhgAbJ4YzQZc5LVbmYnGb5MJN107aVHuhk7le07VeHg43tixTVa2vaAT0jbF2wg8M9zs7jvxndtRqMEJFDXAj98MxOPHXYrPnzsbdjpBzJMgXyx4mlboMcuK1f7oIV0Lvv57eEfrFAaJEESPpAs5GneS4UElqiAHkwCEpCABCQgAQlIQAISkIAEJCCByhdoIC0k5+wvI2MdGcvSvjbvf6sZqX/Oy0N/3QmbbmV97fn22x4sI2DjK6O/xAlH/BcaJCCB+i3ww9ff4al9hmLKSxPh526c2EmMOCx7/q5ov/ly1frpa74u+Hx67SAZ/l5Hxn2QBEmUDmT1+dJlyiUgAQk0JIGcHWwu51NLNEpAAhKQQOMQUCslsKAC9hYhF752xpIF3UbrVaiAPwc8KrR5apYEJFCnAuPHj8fs2bPDY3z66ae46KKLcPbZZ88zLrnkEnz11Vdhmx9++AEffPBByOc3mTFjBiZMmFBYbcUVV5yjX6+wMJ+0bdsWffr0yc/NWay//vrw/fiSmTNn4rLLLsO2226LfffdF1dccQXeffddzJo1yxcrJCCBRi4Q3y3FaSOnUPPri4COQwISkIAEJLAUBLLZLDKZTNlH7tmzJ8aOHYuOHTuWXa5KCUig4QmQxeunyJiTDP0xJMP1V+l6rFT6NVql4ddw+nzHXq2x2ymroMcqbQAQCBGnJHHbH57FqNvfQqUML938Gh784+MgCRYa5RnRsmsLDLx127LXurlXsqxZkgQZw3dJ0osQZDEPFZpIQAKVI6CWSEACEpCABCQgAQlIQAISkIAEJFD5AmqhBCQgAQkskkCTRdpKG0lAAhKQgAQkIAEJSGApCehhJSABCUhAAhKQgAQkIAEJSEACEqh8AbVQAhKQgAQkIAEJSGDhBMjiDdJkzEkWbqj2m61Jhpva/YZ1n/fSw2/KLi3bdWyOg47viRVWbwH/QP4QsCF8ZlgO/zz3ddx7/TtWoVECEqgrge+//g6PHnYrPnj87cLHXfu5aCclvGKl07ZA951XKvtBC34+e6Tz3Esyvh6U5iQLh08W80KlEgksAQE9hAQkIAEJSEACEpCABCQgAQlIQAKVL9DQWkgW+8pIFvrZyZh7H1sK74erGaV97oOP6oSNt2oZCApfbGd97TmLV0ZPwQmH/zcs00QCEqh/Aj9MnYEnfzoEX7z4Xuia97750EEfkhyWPX9XtN98ufn206fXC5Lh73Qk4QPJ8PrieQqSKVUpgYoV8C+/W3fdddEYol+/fhX7c1yQhvkrGunTBVlb60hAAhKQQCUIqA0SkIAEFlaAoG3iYYVGCUhAAgsp8P777xe2+Pzzz3Hfffdh+PDh8wxfx9dNG06bNi2l8yz9+t0ffvihsE7v3r0L+dySli1bomvXrnNbjE6dOuHYY48NZVpp9uzZePfdd3Httddi3333xVZbbYVjjjkGjzzyCKZPn55WUykBCTQyAX+3RH/fVK2vjY1MQc2tTwI6FglIQAISkMCSFshms8hkMmUftmfPnnj99dfRsWPHsstVKQEJNFwBsvh7DxlzkiBjpGuyUlnzOk6fT9dyduzZCructDJ6rNIG8TrO/FVgOZuzuPUPz2LUbW81XKz8kb944xjcf+pj8L6sEPl6b23LLlUYdMu2Za91cyd3dDMvS4OM3iTD3shY+gxZzH1eIQEJVJaAWiMBCUhAAhKQgAQkIAEJSEACEpBA5QuohRKQgAQksGgCTRZtM20lAQlIQAISkIAEJCCBpSKgB5WABCQgAQlIQAISkIAEJCABCUig8gXUQglIQAISkIAEJCCBRRAgizdKkzEnWe1mdpLhy0XSTdheevjN2aVluw7NcfAJvbDSmq1gOwCRBlpO/Ou8LO69/p1UqVICEqhFge+nfofHDrsNHz4xPpxvtH2HsPMXFiv/aUt022nFsh+04Oexh3/AQio9JxnOfdhA0nZDy+JIFvNYo6kElpiAHkgCEpCABCQgAQlIQAISkIAEJCCByhdokC0ki31mJEN/Glksvc8thffD1YzSPvdDjuqMTbduaQ6MYYXtCrZTvPrSFBx32MvQIAEJ1C+B77+agSd+OhRT/vs+/FyN5yxssBPYpv0u2A3tN+s3z3769LrgrxUkQx89GbcnabslSgey+nzpMuUSqCQBkuH5TzaOspJ+dgvblpxtkINPLdEoAQlIQAKNQUBtlIAEJLDQAv4FRP7FQwu9oTaQgAQksIQFpk+fjs8++6zWH3XDDTfEjTfeiN133x1VVVVz7H/mzJkYNWoUTj75ZOy8885h3VmzZs2xniokIIHKFvAettDPlvMstbU0T3UqJbBEBPQgEpCABCQggSUqkM1mkclkyj5mz5494cs7duxYdrkqJSCBhi9AstAIMuYkC9ed+HVZpZGu10rXb/p8yjv2bI1dT14ZPVdpE/ZJm5I2tbARt532LJ699U2rbZjjizeOwQOnPW42AP2fNYqIQ+turTDolm3LXuvmPm7oVqWl5yRBxvA9kfQiBFnMQ4UmEpBApQmoPRKQgAQkIAEJSEACEpCABCQgAQlUvoBaKAEJSEACiyjQZBG302YSkIAEJCABCUhAAhJYCgJ6SAlIQAISkIAEJCABCUhAAhKQgAQqX0AtlIAEJCABCUhAAhJYVAGyeMM0GXOShRus0w3XXpbejO2536Sdwufbtm+Og0/ohZXWaFnysfz+QWEewL/Oy+Ke68Yv6qFqOwlIoIzA91Nn4NHDbsWHT/q55R/VF883n/oHHq/8py3QbccVyn7Qgp+3HqXnN1k8//3hyDjvuQdJLxQSWEoCelgJSEACEpCABCQgAQlIQAISkIAEKl+g4baQLPadkSz0s5Mx9364FN4vVzO8v93rvDz4V52x6dYtDcN6+mwMne7+JR2Wj3lpCo775Uu2TKMEJFAfBL7/cjqe+OkQTHnlfXi/vE18zH8fYQ7LXrAr2m/ab5799H7up9cHkvCcJHwgGV5PPE9BMqUqJSABCVSMgL+yEayY9qghEpCABCQwPwEtl8BCCNhbBOp9wkKAVfCq4fdhVnAD1TQJSGBJCQwYMAAvvfTSQsdBBx20QIfYqlUrdOvWbYHWXdiVunfvjtNOOw1PPvkk/vWvf2Hvvfcu+1jTp0/HpZdeissuu8z6K+2PCwv7QFpfAhJosAIMRx6nIdVEAktVQA8uAQlIQAISWHIC2WwWmUym7AP26NEDvrxDhw5ll6tSAhKoHAGy+PsQGXOSIGP4dVke6XotLz38uk0vPVLeoUdr7HLKKuixSpv8JZzex5KzvhbzsvT2057Fs7e8aTMNaxx9wxg8cNoT4fo2vyzVE7/uzZqE1t1bYuBNW5e91i25uFEyJFm41o2MxrCBpE3jSBbzWKOpBCRQeQJqkQQkIAEJSEACEpCABCQgAQlIQAKVL6AWSkACEpDAogo0WdQNtZ0EJCABCUhAAhKQgASWuIAeUAISkIAEJCABCUhAAhKQgAQkIIHKF1ALJSABCUhAAhKQgAQWS4As3jhNxpxktZvZSYYbsEtvyvbcw2/Y9vC8TbtmOOiEnlhpzZYAYYNPPBBmrz//Ddx73TvQIAEJLL7AzK9m4JHDbsNHT9s5FU4z2nnGsGOf9v/zVui2wwplP2jBz9fS8A9bIBnO85STBEmkgSzmqU6lBJaogB5MAhKQgAQkIAEJSEACEpCABCQggcoXqKAWkgz9a2Sx9L63FKX9cylPfe1eHvyrzthsm9YAgRiW2L585rWXv8Jxh74UP0gWGiQggaUlMHPKdDyxz1B8+eoHdpoSJGETH60ElrtwN3TYtN98++nT6wLJ0E9P2n4A2w9DoGQgWTKnVAISkEDlCPgHyfsHyldOi9QSCUhAAhKYp4AWSmBhBOyNQi58tc7CbKR1K1PAngx6LlTmj1atksASEOjWrVvhUaZOnYrvv/++MF/bCUk0a9assNsPPvigkM8t+fHHH/Hdd9/NbfEc9f53hDXWWAOnnHIKRowYgSeeeAIXXHABNttsM/jfHHyD2bNnh2XvvvuuzyokIIFGIuDvmPzLGxtJc9XM+i6g45OABCQgAQksIYFsNotMJlP20Xr06IE33ngDHTp0KLtclRKQQOUJkMXrq8iYkwzXYZEsXJ+Vrtny0vtTvL/FS4+Ud+jeCrueugp6rdY2bg/fD2AFYJNhfxqFZ255Aw1leOH6MXjw9Cfi4RIwjjAhiTY9WmHgjVvPca2bW3i4S7LynGTBkqTti/CBjGXN3OcVEpBAhQqoWRKQgAQkIAEJSEACEpCABCQgAQlUvoBaKAEJSEACiyzQZJG31IYSkIAEJCABCUhAAhJYwgJ6OAlIQAISkIAEJCABCUhAAhKQgAQqX0AtlIAEJCABCUhAAhJYfAFyzpupSYabrUkWbsBON2an0m/QTuE3b3u0adccB53YCyut2RL+wWHhw3dznlnkcrjuvNdxz7/G2zKNEpDAogrM/HI6HvnlrfjoqXfil3zZOWZnGPx883TlP2+JbtsvP8cHLaTz1Us/jz3I4rlOMhwSyXD+hxmbkLSpRgksXQE9ugQkIAEJSEACEpCABCQgAQlIQAKVL9DQW0hW70cjGfrZyGLpfXIpvJ+uZng/u9d5eeD/dcJm27bK9wFa75/1sad+wDH//RK/O2Q0crMbupqOXwINU2DmF9/i8b2vwpRXJyFn56adoaG0iY9Y7sJd0X6TZefop/dz28/xFOn1gGTh73GwgYyvG5YWRpKFXIkEJCCBShPwVzjSp5XWMrVHAhKQgATKCahOAhKQwKIIELTNPKzQKAEJSGAhBZZbbrnCFu+88w4mT55cmK/tpGXLlih9vPHjx1ufoV/dOwc8rlAAABAASURBVPdH+uabbzBx4sS5rzCfJW3atMGWW26Jiy++GEOGDEG7du3CFlOmTMG4ceNCrokEJNA4BPzdEv19U7W+NjaOxquV9U5AByQBCUhAAhJYEgLZbBaZTKbsQ/Xo0QNvvPEGOnToUHa5KiUggcoVIIu/B5ExJwkyRrpmy0u/jiuVfm2Xh9elsn23VtjllFXQc7W2oY8n5908Hn5Ht80MO30Unrn5jXqP+fx1/8ODf3oitAF27GG0dvi1b626t8DAG7aa57VuyYgsGpIxJxnaT8bSZ8hi7vMKCUigcgXUMglIQAISkIAEJCABCUhAAhKQgAQqX0AtlIAEJCCBRRdosuibaksJSEACEpCABCQgAQksUQE9mAQkIAEJSEACEpCABCQgAQlIQAKVL6AWSkACEpCABCQgAQnUkgBZvJGajDnJajezkwxfPuI3rqcbtT1PN7GnvE3b5jjohGWw8tqtYHuATXwEScuJGy7I4p5rx0ODBCSw8AIzvvgWjxx2Oz5+dgLspIKdVVbCBlpOrPKXrdBtu+Xn+KAFPz9TpPOXZDinyVjCBtL2Y2FpGEmGUhMJLGUBPbwEJCABCUhAAhKQgAQkIAEJSEAClS9QES0kCZKFtpAM82Sx9P65FKnPrrRMfe5eHnhkZ2yxfWvbn29vBawMAWRfnYrfHTIaP/6Y8wUKCUhgCQnM/GIaHv/pUHz12kfhbLTTOzwyScBi+Yt3Q/uNl51nP72f8+l1gGShrx42kLTd0LLiSFafLy5RJgEJSKAyBPzdTM4/Xb4ymqNWSEACEpDAvAW0VAISkMAiCfiXEIUvJVqkrbWRBCTQ2AVWWWUVdOnSJTB89NFHeOaZZ0I+r8mkSZOw++67Y8CAATjwwAPDl0bOa/3SZZtuuimaNWsWqkaPHo0PPvgg5HOb+BdWvvfee2UXf/PNN7jkkkvCMQwaNAi+btkV85Urr7wy+vfvn58Dvvzyy0KuRAISqHyBQj9bzrPU3tI81amUQJ0L6AEkIAEJSEACdS7gvx9lMpmyj9O9e/fwe1yHDh3KLlelBCRQ+QJk8XorMuYkw3VZJMP1Wun6rXQtl5cefu1madmua0vscsoq6LV6O9seABEGLzzu/NMoPHNTNtTVx8nz1/0PI854Mhwa6Uds4aNFm56tMOiGree41i0ZuIM7pdJzD5IgY/iOSXoRgizmoUITCUigkgXUNglIQAISkIAEJCABCUhAAhKQgAQqX0AtlIAEJCCBxRBoshjbalMJSEACEpCABCQgAQksQQE9lAQkIAEJSEACEpCABCQgAQlIQAKVL6AWSkACEpCABCQgAQnUpgBZvKGajDnJwg3Y6YZsL9ON2l56+I3cHilv3bYZDjphGay8dstwiP6RYeEDWHM52IgbLsji7n++HZZpIgEJLJjAjMnf4tHDb8dHz75r55GdVXYy2TT/ucY59D9zS3Tbdrk5PmjBz8sUpeev5yn8CMh4vnvuQdILhQTqgYAOQQISkIAEJCABCUhAAhKQgAQkIIHKF6isFpLFvjWShX52MuapX87L1HdXWpb2t//iiE7YbLtWhX5A62UPWN43+PqrX+H4Q17ErFk+F6o1kYAE6lDgu8nT8NjeQ/Hlax/Cz7oU/pD+d7DlL94N7TfqO9d++nTOe+lBMnyYNEn4QDK8XniegmRKVUpAAhKoWAF/pSNYse1TwyQgAQlIoFRAuQQWUsDeIjC8T+BCbqjVK04g/H6s50HF/VzVIAksIYG+ffti/fXXLzzaNddcg9dff70wXzOZNWsWbrzxRnz44Yf45JNPMHXqVLRv377manOdX3PNNbHqqquG5b6978v3GSpqTKZNm4brr78eP/zwQ40lcbaqqgoTJkwIX1z50Ucf4eGHH47XEMfFc0y/+eYbTJ48OdQ3a9YMK664Ysg1kYAEGodAfLcUp42jxWpl/RXQkUlAAhKQgATqViCbzSKTyZR9kO7du+Ott95Chw4dyi5XpQQk0HgEyOLvR2TMSYKMUXr9luce6TrO0ms4va5d15bY5ZRV0DPTNn8tZ6EI15HdccYoPH1jtt7hPnftq3jwjCfDMfrB+TVu4chzQOueLTHo+q3muNYttd3b7SYpSBaudSOjIWwgadM4ksU81mgqAQlUtoBaJwEJSEACEpCABCQgAQlIQAISkEDlC6iFEpCABCSwOAJNFmdjbSsBCUhAAhKQgAQkIIElJqAHkoAEJCABCUhAAhKQgAQkIAEJSKDyBdRCCUhAAhKQgAQkIIFaFyCLN1aTMSdZ9mZ2v3G7ZqSbur1s1aYZDjpxGfRfpzVoR0ra1MJGeMWNF76Bu695GxokIIH5C8z4fBoePeJ2fDxqgp8+IKufT6uctTW6bbPcHB+0UPMc9Xn/sAWShQ9agA0k4z4t95GkFwoJ1A8BHYUEJCABCUhAAhKQgAQkIAEJSEAClS9Q4S0kGfrfyGLp/XQpvN+uZng/u9d5ecCRnbH59q1NybYHrUSYksQbY6bihENexKwfctAgAQnUncB3n3+Dx/Yaiq9e/xgkQXuoGLScWOGS3dB+wz5z9NP7Oezncop03pO2XT5sVyDjvOcpSKZUpQQkIIGKFvB3MfFD5iu6mWqcBCQgAQm4gEICCytgbxRy4WtpLFnYbbV+hQn4c8Cjwpql5khAAktEwPvmDjzwQHTq1Ck83pQpU3DCCSfghRdeQM3fR7/99lucf/75uOeee8K63p+33377oVevXmF+QSZt2rTB4MGDUVVVFVb3fZ111lnwfYeK/OTTTz/FSSedhJdffjlfM2fRvHlz7LLLLuGaX19611134YYbbsDMmTN9tlp8/fXXuOCCCzBhwoRQv8oqq6B///4h10QCEmgcAvHdUpw2jharlfVWQAcmAQlIQAISqEOBbDaLTCZT9hG6deuGt956C+3bty+7XJUSkEDjEyCL11+RMSdZuFbL+35Ihr4Xzz28L8kjXfeVyrZdWmKXU1ZFrzXaAYj7gA0MQdz15+fw9A1Zm6sf46hrX8WIvzwNkqAdUgjLYXNtl2mFQddtNc9r3dzCwy1IBiOSIGPABpI2jSNZzGONphKQQMULqIESkIAEJCABCUhAAhKQgAQkIAEJVL6AWigBCUhAAosl0GSxttbGEpCABCQgAQlIQAISWEICehgJSEACEpCABCQgAQlIQAISkIAEKl9ALZSABCQgAQlIQAISqBsBsniDNRlzkoUbsv1mbZLhRm3PPfzm7RTpRnYvW7ZuhgNPXAb9120dPyAxl7MSCJ/Ja5MbL8pi+NXjrEKjBCQwN4Hpn03DI4ffjo9GTQjnjp1Gdh7lLI/n06pnbYVuW/eb44MW0jmZSj9XPUiG85ckfCAZzm/PPUh6oZBAvRHQgUhAAhKQgAQkIAEJSEACEpCABCRQ+QKV2EKyej8bydAPRxZL769LkfrxSkvvZ/d5L39+RGdsvoP1tVvfuvUO2tS7CL2PMIfsmK9w3OAX8P3M2ZVIqTZJYKkLzPjsGzy611B8lf3YT7zQR184D+1sXP6SXdF+w75z9NP7uevncIp0vpMM/fQ+DxvI+LpgaWEkWciVSEACEqh0AX/FI31a6S1V+yQgAQlIQAISkIAEFlWAoG3qYYVGCUhAAosg0L9/f5x88slo1apV2Przzz/Hr3/9a+y222449dRTcfbZZ+Ooo47CjjvuiDvuuAOzZ8f+9j322AP77bdf2GZhJltssQWOPPLI0A/o+3rggQfCvk844YTwWIMHD8agQYPwwgsvhHW8L3Fu+99qq63g+/PlM2fOxKWXXooddtghHL8ft8ehhx6KXXbZBY8++qivFtp5yCGH6Esvg4YmEmg8Av5uif6+qVpfGxsPgFpabwR0IBKQgAQkIIG6Eshms8hkMmV3361bN4wbN06/B5XVUaUEGrcAWfy9iIw5SZAx/Bouj9JrvFLufTaep7Jtl5bY6eT+6Ll62+rXkPmN38jhrj+PwlPXv77UwZ/95ysY8Zen7TjiNaaFa93sONv1bo2B/9pynte6lXqQDP1XZPQiCR/IWNbMfV4hAQk0DgG1UgISkIAEJCABCUhAAhKQgAQkIIHKF1ALJSABCUhg8QSaLN7m2loCEpCABCQgAQlIQAJLREAPIgEJSEACEpCABCQgAQlIQAISkEDlC6iFEpCABCQgAQlIQAJ1KEDOedM1yWo3s5MMN2z7jeulN3L7fLqR3cuWrZrigBN6YZX1WsN2YAGAsIFWEDdf/AbuunqczWuUgARqCkz/9Bs8esTt+Pj5ieF8sQns1LMgbILVzt4aXbfqN8cHLfh5WBp+jnqQDOctadsDtguGQH4gmc9USKDeCOhAJCABCUhAAhKQgAQkIAEJSEACEqh8gYptIVm9v41k6I8ji6X326Uo7dNLufeze+7lzw/vjC13bAOaWAjbDyxsxFuvf40TDh2N72fGLyWyVTRKQAK1IDDj06/x2N5DMfXNT/x0g09IgkCIFS8dgPYb9An99H6eevzkJz8J8176+Z1Kz0nOs58eNpC0qUYJSEACjUcgftC8TxtPm9VSCUhAAo1UQM2WgAQksMgCuZy/X/RY5F1oQwlIQALYdtttcdFFF6Ffv34Fjc8++wwjR47E8OHDMXr0aMycOTMs8z69gw46CMcff3zo6wuVCzEhiQMOOCBs36pVq7Cl7/uJJ54IjzV27Fj8+OOP8Mc5+uijseOOO4Z1yk2qqqrw5z//GTvttFPoW/R1pk+fjhdeeCHsy499zJgxhWPv2rUrzj//fGy55Za+qkICEmhEAv5uKQebhvdOqeE2n1KVElgyAnoUCUhAAhKQQJ0IZLNZZDKZsvvu1q0bxo0bh/bt25ddrkoJSEACZPF6LDLmJEHGKL2uy/trfN5Lj5rXg7Xr0gq7nLoqllmjPWi0IWw/8DmbufvM5/DUda9jaQ2j/vkqHjrzGYRDAvP/4tG069MaA/65eejvKtc2r0tt95Jk6I8ibT/5gA0kbRpHspjHGk0lIIFGIqBmSkACEpCABCQgAQlIQAISkIAEJFD5AmqhBCQgAQkspkCTxdxem0tAAhKQgAQkIAEJSGAJCOghJCABCUhAAhKQgAQkIAEJSEACEqh8AbVQAhKQgAQkIAEJSKCuBcjiDddkzEmCjFF643bpDd2ee5Te0N6yVTMceGJv9F+nJfzzxELYJHy4mDXklovfwF1D3rJMowQkkAS+/eQb/OfwYfj4+YlW5R+8ZxFH+Acar3b2Vui65bJzfNCCn3+l4eeqBxnPXZK2PxTOZeQHMtbnZ1VIoJ4I6DAkIAEJSEACEpCABCQgAQlIQAISqHyBym4hWb3fjWShb46MufffpSjt20t5aX/7/od1xhY7trEedutu9y/vsLDRZoC3xk7FCYeMxszvZlc2qlongSUkMOOTr/HInkMx9c1PwzkWzzX765Yl1l2PFS7bDR026BP66Zs2bRq+rMvP25T7ee3zXnqQ8ZwnGVpAMrx+eTZOAAAQAElEQVQehJn8hGQ+UyEBCUig8Qj4Kx/BxtNgtVQCEpBAoxVQwyWwCAL2FoF6n7AIcBW4Sfh9mRXYMDVJAhJY0gLrrrsubrvtNlxwwQXYdNNN0alTp8IhVFVVoX///jj88MNx33334ZhjjoHXFVZYyMT7BPfbbz8MHz4chx56KPr06RO+MA02+JdSDho0CMOGDcNBBx1UqLdFZcc2bdrgrLPOCse+9957o2/fvtWOzffn7fn73/+Oe+65BxtssEHZ/ahSAhKobIH4bilOK7ulal39FtDRSUACEpCABGpfIJvNIpPJlN1x165d8fbbb8N/Lyq7giolIAEJ5AXI4u9LZMxJgozhfTkkQz9NuubLS490PVgq23ZuiZ1PXQW91mwXr+XMT0MB4O4zR+Gpf421bMmOz17zKkac+Ux8UL/AzTIvPNr1aY2B/9wiXOtW2ibPU7iB516SDBZk9CEJH8hY1sx9XiEBCTQmAbVVAhKQgAQkIAEJSEACEpCABCQggcoXUAslIAEJSGBxBZos7g60vQQkIAEJSEACEpCABOpcQA8gAQlIQAISkIAEJCABCUhAAhKQQOULqIUSkIAEJCABCUhAAktEgJzzJmySc72Z3W/qLo10I7uXLVo2xYEn9saq67cBCBsIklYCPr310jdx55C3oEECEgC+/fhrPHLEMHw6emKew88Sizgic8426LrFsvP8oAU/F/1DFjxIhg9a8Bw2kARJy+JIFvNYo6kE6omADkMCEpCABCQgAQlIQAISkIAEJCCByhdoBC0kOUd/HBnryFh6310K79urGd7P7nVe7n9YZ2y1U9uwT9K3h+UWAMZlp+L4wS9gxvQfbU6jBCSwqALTP56KR/caiq/f/izuggjnmU9IYuXLB6DD+n2QzksvPfwc9dLP51R6TtI2Zeirhw1knLe0MJIs5EokIAEJNCYB/6D5XM6njanVaqsEJCCBRiigJktgUQTsLUIufVvOomyvbSpIwJ4Mei5U0M9TTZHAggu0atUKV155JV566aUQW265ZdmNzzjjjLDc1zvooIPKrpMqvQ/P93PJJZdg5MiRhe2effZZ3HzzzTjyyCPRvXv3tPoc5YIeU9qwS5cuOOqoo3D33Xdj9OjR4fEeffRRnH766Vh22WXDaqXH78cWKmtMSGL55ZfHKaecguHDh8OP19vr4fvz9my33XaoqqqqsaVmJSCBxiLg75ig90yN5cddf9upI5OABCQgAQnUskA2m0Umkym7165du2L8+PFo165d2eWqlIAEJFBTgCxen0XGnGS4rotkuLaLjGW69stLD+9TKi3bdGqJXf6QQe+12sP2APiUiIPt456/Po8nrx0b55fA9JlrXsVDf30GdhjFAGCHgvZ9W2PQP7eY4550b5OHt8uvcUslyYIFSdsH4QMZy5q5zyskIIFGJqDmSkACEpCABCQgAQlIQAISkIAEJFD5AmqhBCQgAQkstkCTxd6DdiABCUhAAhKQgAQkIIE6FtDuJSABCUhAAhKQgAQkIAEJSEACEqh8AbVQAhKQgAQkIAEJSGDJCZBz3oxNMtysTTLcwO03dafwm7tLI9347WWLVs3wixN6YZX1WsM/WMw/xN8/ZCxELofbLn0Dd1z1pi3TKIHGK/Dtx1/jP0cMwyejJxY/fs/Oj5zP2cmy2jlbo+vmfef4oIXS887zdE6SDOcpSfhAMpy/nnuQ9EIhgXopoIOSgAQkIAEJSEACEpCABCQgAQlIoPIFGmsLSYZ+OrJYpj49L72Pr2Z4P7vXebnvLzthi51aI/Sze/+hh2NaH+L4N6bixENewIxvZ3mNQgISWEiB6R9NxSN7DcXUtz+zP2d577ydWD5a2EmHlS4fgPbr9UY6H7308HPTy3QOe+lBxvPccz8UMs57noJkSlVKQAISaHQC/gpI+rTRNV0NloAEJNCoBNRYCUhAAosjQNA297BCowQkIAEJSEACEpBAWQF/t0R/31Str41l11WlBOpKQPuVgAQkIAEJ1KZANptFJpMpu8uuXbti/PjxaNeuXdnlqpSABCQwNwGy+HsSGXOSIGP4NV4kw33ZpdeCeZ6uD0tl6w5V2OmUVbHMWu0B5PzSshA+8Ws77/nrc3jimjG2rG7Hp4e+gofOesYeNmeH4RELm6Jd39YYePXm4Vq3cm3wOm9zKkmGtpPRgyR8IGNZM/d5hQQk0PgE1GIJSEACEpCABCQgAQlIQAISkIAEKl9ALZSABCQggcUXaLL4u9AeJCABCUhAAhKQgAQkUKcC2rkEJCABCUhAAhKQgAQkIAEJSEAClS+gFkpAAhKQgAQkIAEJLGEBcs6bskkWbmYnY+43eHv4Td6lkW5k97JFy2Y44MTeWHWDNrCtLBDD9uHZ7Ze9iTuufBMaJNAYBaZ9NBX/OXwYPn1xEkg/Q/IKISdWP3cbdN2sL/xc8nMslZ6Xhp+HHiQLH7QAG0jbp4WlYSQZSk0kUE8FdFgSkIAEJCABCUhAAhKQgAQkIAEJVL5Ao2ohydDvlxpNxnmyWHq/XorU51faD5hyL/f7ZRdsubP1tdv2tmMw7diyd978BiceMhrfTvuhUKtEAhKYv8C3H36F/+w1FF+PnxxXtvOLdk6FkcBKVwxA+3WXCR+I7OdhzfPUz1+v89KDJEgW+urJOI+SgWTJnFIJSEACjU8gZ03OwaeWaJSABCQggUoVULskIAEJLJaAf1GSf1HRYu1EG0tAAhKQgAQkIIEKF/AettDPlvMsNbY0T3UqJVBnAtqxBCQgAQlIoNYEstksMplM2f116dIF48ePR7t27couV6UEJCCB+QmQxeu1yJiTDNd5kSxc6+XXf6Vrwbz0SNeMeenRumML7PyHDHqv0xGgjRap9PS+c17A41ePQV0NTw99BQ//7VnYYVvYI3piD+ZFh35tMXDoZuGedD9Wj9I2eF7aRpKFtpOM+wMKJWwgaVONEpBAIxdQ8yUgAQlIQAISkIAEJCABCUhAAhKofAG1UAISkIAEakGgSS3sQ7uQgAQkIAEJSEACEpBAHQpo1xKQgAQkIAEJSEACEpCABCQgAQlUvoBaKAEJSEACEpCABCSwNATI4g3ZZMxJhpu2SYYbuv0m79LwG79TlN4UXtWiKQ44sTdW3bA1fPCPFCt8QKvNDLv8Tdxx5Zu+SCGBRiMw7cOp+M/hw/DpS5OszTn4OWGng+U+5pA5Zyt02bRP+KAFP6/SOeV5afg5SBbPTZK+g8K5GmZsQsZ6SzVKoJ4K6LAkIAEJSEACEpCABCQgAQlIQAISqHyBxtlCstg3R7LQd0fG3Pv4Unjfn+el/YEp93LfX3bBFju1Cd9/Vtqf6BXvvPk1Thz8Ar795ofGCa1WS2AhBb794Cv8Z8+h+OadybZl8YyyGT+lsNIVA9Bh3d7w89LPPy89Uu7nqs976UEWz+mwD5uQtGlxJKvPF5cok4AEJNB4BPyVkGDjabBaKgEJSKBRCqjRElhEAXuLwPA+gYu4A21WMQLh92c9Dyrm56mGSEACEpCABCRQJwLx3VKc1skDaKcSmK+AVpCABCQgAQnUjkA2m0Umkym7sy5duuDdd99Fu3btyi5XpQQkIIEFFSCLvz+RMScJMka6/svLdE2Ylx7perGUt2rfHDudsip6r90hPnwOyHn4nJX3n/M8Hr/6fz5Xq/HUkP/i4b+NsgcLY3hM2OP5g3To1wYDhmwa7kmvebx+3B6lbSMZPiuCjO0nCR/IWNbMfV4hAQk0VgG1WwISkIAEJCABCUhAAhKQgAQkIIHKF1ALJSABCUigNgSa1MZOtA8JSEACEpCABCQgAQnUmYB2LAEJSEACEpCABCQgAQlIQAISkEDlC6iFEpCABCQgAQlIQAJLTYCc8yZtkoWb2UmGm7tLb/j2G8BTpBvEvWxe1RQHnNgbq23UBgRAhqklCMOwy9/EHVe8GXJNJFDpAt/4lwodcQc+/e+HsJMhBEkQNthkjXO3RdfN+oYPWvDzyc8hL2uGn3s1w/YAkiE89yDphUIC9VtARycBCUhAAhKQgAQkIAEJSEACEpBA5Qs04haSxT46kqH/jiyWpf183g/o86X9gin3ct9fdsFWu8S+die1vVhBwMb33p6GEw95AdO+/gEaJCCBuQtMm/QlRu45FNPe+wJ+7sSJnUSIQ/+rBqLDOsvAz0c/77z08NzPTw+f99KDJEiGv5vBBjLOW1oYSRZyJRKQgAQas4B/9nzOP/m+MSOo7RKQgAQqXUDtk8CiCtgbhVz4phpLFnUf2q5CBPw54FEhzVEzJCABCUhAAhKQQB0IxHdLcVoHu9cuJTB/Aa0hAQlIQAISqAWBbDaLTCZTdk9dunTBu+++i7Zt25ZdrkoJSEACCytAFq/fImNOMlz3RTJc+0XGMl0b5qWHXzfmpYfnrdpXYec/rIZl1m4P24GNvp+QwjI8cM5oPD70f6it4amr/ouHz3ku7o6wx7Cw0pOOy7fFwCGbhXvS/dj8GD1Kc7/Gzeu8JFloK0mQhA9kLGvmPq+QgAQasYCaLgEJSEACEpCABCQgAQlIQAISkEDlC6iFEpCABCRQKwJNamUv2okEJCABCUhAAhKQgATqSEC7lYAEJCABCUhAAhKQgAQkIAEJSKDyBdRCCUhAAhKQgAQkIIGlK0DOebM2yXAzNxlLv9nbw2/8rhnp5nAvmzVvil+c2AerbdQG4QP9/UP9c7DcI4dhl78RYum2WI8ugboV+GbSVxh5+B349OVJ/sS353+uGPbQa5y7Dbps0jt80IKfT02bNg1fMOR5afg550HG85CkbY3CuYn8QMb6/KwKCdRbAR2YBCQgAQlIQAISkIAEJCABCUhAApUvoBYWBUgW+vLImHt/XwrvC/S8tH8w5V7+9NAu2HLX+OHW1sNoO/bO9tDliPfGfYPfD34BX3/1vdVrlIAEagpMm/QlRu45FNPe+8L6522pnT529sTE8v5XDkD7tXuFvnk/3/x89CjNfd7PUQ+yeA7bTgrntucpSKZUpQQkIIFGL+CviKRPGz2FACQgAQlUrIAaJgEJSGBxBQjaLjys0CgBCUhAAhKQgAQkUFbA3y3R3zdV62tj2XVVKYG6ENA+JSABCUhAAosrkM1mkclkyu6mc+fOePfdd9G2bbw+quxKqpSABCSwCAJk8fcmMuYkQcZI14N5ma4R89Kj9Poxz1u2q8JOf8hgmXXawz83IXxsQs6vRLMJcnjg7y/gsSGvLsJRVt/kiStfxsN/f84q/WpRC9t9fKwcOi7XBgOv2jRc6+bHmMKPL+WlbSEJnydje0nCBzKWNXOfV0hAAo1bQK2XgAQkIAEJSEACEpCABCQgAQlIoPIF1EIJSEACEqgdgSa1sxvtRQISkIAEJCABCUhAAnUioJ1KQAISkIAEJCABCUhAAhKQgAQkUPkCaqEEJCABCUhAAhKQQD0QIOe8aZtk4WZ2kuFmb7/hO0W6KdzLdJO4l82aHKX8RAAAEABJREFU/QQ/P7E3Vt+kHWwHFjbSAgRJ3HnFmxh22RvQIIFKFPj6/a8w8og78PmrH8Ke8BY20gIM/9Y8b1t02bg3/Fypee74fIp0npEsnHuwgbT9WFgaRpKh1EQCDUBAhygBCUhAAhKQgAQkIAEJSEACEpBA5Qs0+haS1fvrSIKsHqnvz0vvD/TS+ws9fL60/OkhXbD1btbXDpqthY8WsH1OfOcbnHzoC/j6q+9tmUYJSCAJTHt/CkbucTW+ff9L+LnipwwKE2KVIQPRfu1e4QOR0/nm556Hn48epTlJkAx99bCBjPOWFkaShVyJBCQgAQn4B9175EQhAQlIQAKVK6CWSUACElhsAf+iJH/XuNg70g4kIAEJSEACEpBABQt4D1sONvVvfSy00+YLuRIJ1KmAdi4BCUhAAhJYLIFsNotMJlN2H507d8aECRPQtm3bsstVKQEJSGBxBcji9VxkzEmG68BIhmvByFima8W89Ci9pszzVu2qsPMfMuizXkcQNoSJlflxxLmj8dhVr+bnFr544or/YuS5z+c3pD2GBQE7PHRasR0GXrVp4Vo3P56ax1h6vRvJQttI2j4IH8hY1sx9XiEBCTR6AQFIQAISkIAEJCABCUhAAhKQgAQkUPkCaqEEJCABCdSSQJNa2o92IwEJSEACEpCABCQggToQ0C4lIAEJSEACEpCABCQgAQlIQAISqHwBtVACEpCABCQgAQlIoL4IkHPevE0y3NxNxtJvAvfwm8NrRulN482bN8PPT+iNzMZt4me0hs8Yy8E/tNXTO698E7dfmq0vTddxSKBWBL6e+CVGHjEMn736YXiuhye/P+E9kMOa52+DLhstg9Jzxc8jny89rzz3IFn4oAXYQMbz0NIwkgylJhJoGAI6SglIQAISkIAEJCABCUhAAhKQgAQqX0AtdAGyer8dyWr97CRDv5/3AXp4H2Eqva/Q50vLvQZ3xta7+YddW0ejjfDBv+TD8onjv8HvBz+PqV9+77UKCTR6gW8mTsHDuw/FtElTYj+9nSt2qoTuep+sOmQA2q/Vs/CByH6+eaRzznMPPyc9yHj+luYkqzmT1eerLdSMBCQggUYq4K+MBBtp69VsCUhAAo1BQG2UwGII2FsE6n3CYgBW0Kbh92lWUIPUFAlIQAISkIAEJFD7AvHdUpzW/t61RwnMT0DLJSABCUhAAosukM1mkclkyu6gc+fOmDBhAtq29euhyq6iSglIQAK1IkAWf58iY04SZIx0TZiX6ZoxLz1KryfzvGXbKuz0hwx6r9fRL0Ordnx+fdqIc1/AY1e+Uq1+QWYev/xl/Psfz8P3UW19q+i4QlsMvGKTcK2bH1MKP56Ulx47yXBtKhnbRxI+kLGsmfu8QgISkAAgAwlIQAISkIAEJCABCUhAAhKQgAQqX0AtlIAEJCCB2hJoUls70n4kIAEJSEACEpCABCRQ6wLaoQQkIAEJSEACEpCABCQgAQlIQAKVL6AWSkACEpCABCQgAQnUKwFyzpu4SRZuZicZbv72G8I90g3iqSy9abxZ86b4+Yl9kNmkDUAAti1JEDbYZPhVb+H2S7M2o1ECDV/g6/e+xMgj78Dn//soPMdJe5J7li/WumA7dN5wGTRt2jR82EJpWXouee5BMpxrpO8AIBkC+YFkPlMhgQYioMOUgAQkIAEJSEACEpCABCQgAQlIoPIF1MKCAFm9/45k6N8ji6X3A6bwPnbPvSztO0zzew3ugm0GtAeIONh+4AHigwnf4qTBz+OrL2bGZZpKoJEKTJs4Bf/eYyimfzjVzgyCJGzio5XAqkMGot2aPav10fs55pHOv5T7PEnblqGvHvmBZD6LBVl9PtZqKgEJSEACOSPI5XxqiUYJSEACEqg8AbVIAosjYG8RcnN+jc3i7FHbNlgBezLoudBgf3o6cAlIQAISkIAEloyAv2Oa45sll8xD61EkAMhAAhKQgAQksIgC2WwWmUym7NadOnXCe++9h7Zt25ZdrkoJSEACtS1AFq/vImNOMlwXRjJcG0bGMl075qWHX8vpkfIWbZpjpz9m0HeDjrA9ADaFDbSA7eOh817Eo1e84nMLFI9f/jJGnv+Cbwrav9KNOq/cDgOv2KRwrVvpcfjxePg1bqkkWWgLaXuzgA0kbRpHspjHGk0lIAEJABCCBCQgAQlIQAISkIAEJCABCUhAApUvoBZKQAISkECtCTSptT1pRxKQgAQkIAEJSEACEqhlAe1OAhKQgAQkIAEJSEACEpCABCQggcoXUAslIAEJSEACEpCABOqfAFm8gZuMOUmQ1cNvDPfwm8NLw28i9/C6Zs2a4ucn9kFm4zbwD/gP4U3O+ceQ5TD8qjdx28Wve41CAg1WYOqEKfj3EXfgs/99FD6S2J7e4fluE3+iY83zt0HnDXohnRep9HOk9Bzy3INk4YMWYAMZzz1Lw0gylJpIoCEJ6FglIAEJSEACEpCABCQgAQlIQAISqHwBtbC6AMnQr55qyThPFkvvD0xR2l+Y+hBLyz0O7oytB7SzbkfrgczlYmk9kt7vPmnCNJx8yPP4cvLM9HAqJdCoBL55bwoeGjQU3344NZwbdoaE0iY+YtUhA9F+zZ6FD0T2861cpPORZOin93nYQMbz1tLCSLKQK5GABCQggeoC/gpJ+rR6veYkIAEJSKAyBNQKCUhAArUhQNB242GFRglIQAISkIAEJCCBsgL+bon+vqlaXxvLrqtKCdS2gPYnAQlIQAISWBSBbDaLTCZTdtNOnTph4sSJaNOmTdnlqpSABCRQVwJk8fcoMuYkQcbwa8RIhuvF/Joyn/cyRel1nC1aN8eOp66OPht0RLiBPD/16zg9HjrvBTx6+X+tdt7jY5e/jH/bur5NCOTyG+TQccU2GHDZxnNc65aOw48rHaOXJMOxk7E9JOEDGcuauc8rJCABCSQBlRKQgAQkIAEJSEACEpCABCQgAQlUvoBaKAEJSEACtSfQpPZ2pT1JQAISkIAEJCABCUigVgW0MwlIQAISkIAEJCABCUhAAhKQgAQqX0AtlIAEJCABCUhAAhKopwLknDd1k6x2M7vfFJ7CbxafWzRr1gw//31frLFpu7h9oc20jLh76Fu47eLXLdcogYYnMHXCFIw88k58/trHYPgX20ASsFjrwm3RdcPeSB+sUFqm3M+ddC6RLHzQAmwgabuhZXEki3ms0VQCDUJABykBCUhAAhKQgAQkIAEJSEACEpBA5QuohQsgQDL095HFMvUNepn6Cr1M/Yel5Z4Hd8G2g9oDtNHCppbSAvjwvW9x8uDn8OXnM6FBAo1J4JsJX+ChQUMw/eOp4VwgGZpPWmmx6tABaL9Gj3l+ILKfc34OepAEGcN3RBZzn/cg6YVCAhKQgATmIuAfS58rfDj9XFZStQQkIAEJNFQBHbcEJCCBWhHwLzRKX45UKzvUTiQgAQlIQAISkEAFChT62XKepQaW5qlOpQRqXUA7lIAEJCABCSy0QDabRSaTKbtdp06dMHHiRLRp06bsclVKQAISqGsBsni9FxlzkoXrxNJ1Y16ma8m8TFF6HWdV62bY8dQM+mzQKRw2bWq7AiwhiYcveBGPXPZfzG147LKXMfL8F2CrgvYPljC/cpeV22PQ5ZvM81q30mMkWbgnnaTtivCBjGXN3OcVEpCABEoElEpAAhKQgAQkIAEJSEACEpCABCRQ+QJqoQQkIAEJ1KJAk1rcl3YlAQlIQAISkIAEJCCBWhTQriQgAQlIQAISkIAEJCABCUhAAhKofAG1UAISkIAEJCABCUigPguQc97cTTLc/E3G0m8ST5FuYk+l38zu4fNe/uzEPshs2rbkY/79g8c8gLuHvoVbLxpbnzl0bBKYQ+Crd7/Aw0fcgc9f+9iW+VdYeFhqo39A8doXbYuuGywTPmghnQdeepSeNyknWfigBdhAxvPM0jCSDKUmEmh4AjpiCUhAAhKQgAQkIAEJSEACEpCABCpfQC2cmwBZvV+PZLV+dpKhXzD1E3r/YQrvW/e8tNz9oC7YZmD7/PejeZ9k7Gf36YcTv8VJg5/DF599Bw0SaAwCX1s//YhBQzH9k6/D35/8PPCzwtvu/fSrDR2ADmv0DP306TwqPac890jnH8nC+UgWz1XkBzLW5WdVSEACEpDAXARo9QRtqlECEpCABCpPQC2SwGIK2FsEhvcJXMwdafMGL2C/YyM8F6BBAhKQgAQkIAEJSGAuAvFdc5zOZRVVS6COBLRbCUhAAhKQwMIJZLNZZDKZsht17NgREydORJs2bcouV6UEJCCBJSVAFn+/ImNOEmQMv4aMZLh+LF1T5mWKdP2Zl1Wtm2PHP6yOvht2itet+YVrAHJeWvz7gtF45NKXrab6+OilL2GkLfONwrq+2Na3EV36t8OASzeqdq2bP5ZHOgY/Rs+9JBmOlYzHTxI+kLGsmfu8QgISkEB1Ac1JQAISkIAEJCABCUhAAhKQgAQkUPkCaqEEJCABCdSmQJPa3Jn2JQEJSEACEpCABCQggVoT0I4kIAEJSEACEpCABCQgAQlIQAISqHwBtVACEpCABCQgAQlIoN4LkHPe5E2ycDM7yXBzuN8o7uE3jdeMdGO5lz87oQ/W3LwdQB9t4gkQpvdePQ63XjgWGiTQEAS+eucL/PuIO/HF658Cdh7YBCz5t+4l26PzusUvFfLnf81zw+f9vPEgGc4lkvCBJEh6GoIs5qFCEwk0JAEdqwQkIAEJSEACEpCABCQgAQlIQAKVL6AWzlOArN6/RzL0/5HF0vsJS8P7Dz1S32JpuftBXbDt7h3sMW170EqEKUl8Mmk6TjnkOXzx6XfQIIFKFvj6ncl4aPehmPHZNyAJWmNj0HIic80gtF+9R7UPRC49p/x883kvPUgW+ulJwgcyljVzn1dIQAISkEAUIIuvlbEG/jn1yBU+qT7VqpSABCQggYoQUCMksLgCOX+vYJPwjmHOnZFzvreYcy3VVIbA3J8HldE+tUICEpCABCQgAQksvoC/Y/J30Iu/J+1BAgspoNUlIAEJSEACCyGQzWaRyWTKbtGxY0dMmjQJbdq0KbtclRKQgASWtABZ/DsEGXOSIGOUXkeWri3zMkXpdZxVrZphxz+sjmU36hy3h+/DWkQLy0de9BIeueRlnwnx6CUv4T8XvhhyWwx7SMDW9bLrKu0x4JKNql3rlh4rPbYfm+dekqx2rRtpOwJAxhI2kMXcZjVKQAISmFNANRKQgAQkIAEJSEACEpCABCQgAQlUvoBaKAEJSEACtSrQpFb3pp1JQAISkIAEJCABCUiglgS0GwlIQAISkIAEJCABCUhAAhKQgAQqX0AtlIAEJCABCUhAAhJoGAJk8QZvMuYkw03gZCz9ZvEUfvP43MJvNt/v+D5YY7N2yOX/WeFj+AKAe69+C7dc8FrDgNFRNlqBL8dPxsNH3IHJr38Snrc2MYv0jM5hnUu2Rad1esCf7x5zOx/SOX5GJswAABAASURBVEOy8EELsIGM55WlYSQZSk0k0FAFdNwSkIAEJCABCUhAAhKQgAQkIAEJVL6AWjh/AbJ6Px/Jav3sJEM/Yeo3TKX3L6Z+xtJy0EFdsO0e7a1/3fsm41d/5HKWW3z8/rc4ZfBzmPzJd9AggUoUmGr99A8OHILpn35jT/74vPcvwQlh58Bq1wxA+0z3ah+IXHou+fnl8156kAznH0mkgSyfp+UqJSABCUhg7gL+Ckr6dO7raIkEJCABCTRMAR21BJaEAKn3EUvCeWk/BkE7BA8rNEpAAhKQgAQkIAEJlBXwd0v0903V3iOz7LqqlEBtCmhfEpCABCQggQUVyGazyGQyZVfv2LEjJk2ahNatW5ddrkoJSEACS0uALP5eRcacJMgYpdeTpWvMvExReh1n85bNsP2pq6HPhh2Rrt+0xJoWr2kbedFo/Ofil0KMvOhFWxSucAOsyIXIocsq7TDg4g2rXeuWHiM9ph+T516SLFzrRsZjhg0kbRpHspjHGk0lIAEJzCmgGglIQAISkIAEJCABCUhAAhKQgAQqX0AtlIAEJCCB2hVoUru7094kIAEJSEACEpCABCRQKwLaiQQkIAEJSEACEpCABCQgAQlIQAKVL6AWSkACEpCABCQgAQk0IAGyeKM3GXOShZvZSYabxf3GcQ+/ibw0/EZzD6/zcr/j+2DNLTrA9gCb+AiSlhP3XzMOt14wFhokUB8Fvnx7Mv595F344o3PYE9ahMGeugDDv3Uv2Q6d1+kJf5778z1FzXk/TzxIhnOHJHwgCZKehiCLeajQRAINT0BHLAEJSEACEpCABCQgAQlIQAISkEDlC6iFCyhAVu/vIxn6A8li6f2GKbx/0XMvUx9jKr1u0IFdsd2eHUF7/BC2H58hiU8+nI5TBo/CZx/NsKUaJVA5AlPf/hwjBg3Fd198C3uqW8NopUXIgDWuHYT2q3Wf4wOR07mTzikvPUiqnx4aJCABCSycAMl5bpCzpTn/tHorNUpAAhKQQEUJqDESqFMBct7vMer0wbXzJS7gX4QUvuFoiT+yHlACEpCABCQgAQk0HIFCP5t/K2ThsL22MKNEAost4O/NawQ0bz3cdt7JQQ6V8BxY7BcJ7UAC8xDIZrPIZDJl1+jQoQMmTZqE1q1bl12uSglIQAJLW4As/k2CjDnJeB2alaXXlfm1mj7vZYp0LZqXVS2bY8c/roFlN+4ctrdJaJ7txkrikYtfsnjRchtDJQEfLbqv1gEDLtpwjmvd0uN4mR7bS5KFa91IgiR8IGNZM/d5hQQkIIG5CKhaAhKQgAQkIAEJSEACEpCABCQggcoXUAslIAEJSKCWBZrU8v60OwlIQAISkIAEJCABCdSCgHYhAQlIQAISkIAEJCABCUhAAhKQQOULqIUSkIAEJCABCUhAAg1NgJzz5m+S4eZwMpZ+83gKv6m8ZviN7F7n5b7H9cYaW7QLDP4RZP6hOPAPSLKa+655C7ec/5plGiVQfwSmjJuMhw6/A5Pf+NSeqvastedrODpL/cOI17l0W3RZp2f4oIX0PC8tPfdI5wjJwgctwAYynkeWhpFkKDWRQMMW0NFLQAISkIAEJCABCUhAAhKQgAQkUPkCauHCCJDV+/1IVutnJxn6DVM/ovcppvC+dc9T6fnAA7pg2z06wLspQz87rLcyzACffjgdpx4yCp99NN1qNUqg4Qt89fbneHDQUHz3xbf2RLfRn+v27PfnvqerXzsQ7VbtFvrp03mSSj9f/LxKpeckw/lGVj8PkR9I5jMVEpCABCTgAmT510Wyer3PEfRNFBKQgAQkUFECaowEakHA3iKwxvsEkrWwY+2iwQmEn7t+9g3u56YDloAEJCABCUhgiQrEd0txukQfWA/WKATC39fSPTHVWqwZCUigkgTSue5lJbVLbVn6AtlsFplMpuyBdOjQAR988AFat25ddrkqJSABCdQXAbL4+xYZc5IgY5ReX+bXnNUMvy4tRVXL5tjxtDXQd+POgF/I5o3Ml154eFXpsm6rtcduF26AtA/fv+depvBj8NxLknNc6wYbSNo0jmQxjzWaSkACEpibgOolIAEJSEACEpCABCQgAQlIQAISqHwBtVACEpCABGpboElt71D7k4AEJCABCUhAAhKQwGILaAcSkIAEJCABCUhAAhKQgAQkIAEJVL6AWigBCUhAAhKQgAQk0CAFyOKN32TMSRZuZicZbh73G8k9/KbympFuPvdy3+P6YI0t2oEASOYDAIH7/zkOt5z/GjRIoD4ITHnrczx8xB2YMm6yPT0JkrCJjbFc79Lt0WXtnoUvFfLntz/3U5nOBy89SIZzhbTtgbAfMuawgSzmNqtRAg1XQEcuAQlIQAISkIAEJCABCUhAAhKQQOULqIULLUBW7/8jWegjJGPu/Yil4f2NHqnPMZVeN/DArthurw5xH/DtAdsNCODzj2fg1MHP4dMPp9ucRgk0XIGvxn2GBwcOxXdT8s9le5LbCNiEJNa4diDardKt0E/v50bpeeLnk9d56UGy0E9P+tkC21UsYQNZzG1WowQkIIFGLUDO+ZpIcq6vm/7B9emLZKbPzGGB4rv8el4uYsyw7eouZmPGd0s3vrPHb7jxI777bsFipq1X6fG9tXHBYxa+/65GzLD5eh4/2PEt/fgBP8yo25hl+6/c+B4/zqgRDWl+ev7YvZxPzLbltR8zMXt6/YicHUd9Cv9im5xPary7IlmjpjhLzn1ZcS1lDU8gvGtseIetI5aABCQgAQlIQAJLUMDfMRW/OXIJPrAeqiIFvM+2NMo1MizP2W9tCshCz4OG/hxYkHO83Dqqk8CCCGSzWWQymbKrdujQAR9++CFat25ddrkqJSABCdQ3AbL4Nwgy5iTD9RAkC9eX+fVmKfwatNJI16g1q2qGHU9bE/026wrbQQwgpiBgYbuED91X74ABF26ItK2XHqX79cfzeS9JFo6FJEjCBzKWNXOfV0hAAhKYp4AWSkACEpCABCQgAQlIQAISkIAEJFD5AmqhBCQgAQnUukCTWt+jdigBCUhAAhKQgAQkIIHFFNDmEpCABCQgAQlIQAISkIAEJCABCVS+gFooAQlIQAISkIAEJNBwBcg5bwYnGW4WJ2PpN5On8JvLa0a6Cd3LfY/rizW2bFfy4UhmEz6pLIf7//kWbv7HGKvQKIGlJzD5jc8w4vA78MW4z2FPVBvjB1lZYmMO6126LTqv3aPalwqVPuf9XPB5Lz1IFj5oATaQ8byxNIwkQ6mJBCpBQG2QgAQkIAEJSEACEpCABCQgAQlIoPIF1MJFEyCr9wOSrNbPTjL0I3qfYgrvZ/TwvvXS0vMBv+iKbfdsH/osCx9EDxusv/3zj6fj1IOfxSeTvrUKjRJoeAJfvvUZ7h8wFDO/nG799D7aEzt88Yi1xco1rh2I9qt0q9ZPn84TPz/8HEql5yTD+UXG8w42kLRpHMliHms0lYAEJNB4Bcjqr4nknPNkjTrjIonzhs1A210nh2i3y+dot6uFle1DfIYOu3h8io67xOhkZaddPkHnEB+jyy7F6LrzR+i6y0fotvOHIbpbGeMD9NjZYieLUE5Cz5083kevnWIsY+UyO05E750sdnwPvS365KPvjhMQYod3seyOFlb2C/EOltvBYzyW38Fi+3ewQojxWHH7GCtZudL2b8Nj5e3GIUV/y/tv9xZWCfEmVt3OYts3sVqIN5DZ1iOL1beNsYaVa2zzOtYMMdbKsVhrmxSvYe1tLLb2GIO1tx6DdUL8D+tuHWO9rV/Felu9ivVDvIINtirGhlv9Fx4bbfkyUmxs+cZbvoRNQryITbe02OJFbBZiNDbfIsYWW7yAFFtu/jw8trJyq82fw9aFGIVtNrfYbBS2DfEsttvM4xlsv5nFps9gByt3sHLHEE9jx02fxk4pNnkKO29qYeUumzyJYjyBXTex2PgJ7LbJ49ht48cxIMRjGLhxjEFWDtroUQza+FHsvtEjhdjD8j02+g/29NhwJPbayMLKvUP8Gz/dMMY+Gz6MfTZ4GPtaue8GD8FjPyv322AE9k+x/oP42QYWVv48xAP4xfoe9+OA9S3Wux8HWnngevfhoBD3WnkvDl4vxuB178Hg9e7BIeveXYhDQz4ch65rsc5w/HLdu/DLde7CYSHuxOHrxDjCyiPWvgNeHmmlx/9Z6fGrdYYhxNq346h1LKz8dYjbcPTaMX6z9q34zVq34hgrj1nrFvy2EDfj2LXyseZN+N1aFlYeF+JGHL+mxw04YU2LNW7AiVaeuMb1+H2I63DSGjFOtvLk1f+Fk9f4F05Z/dpCnGr5qav/EyEy1+APq1tY+ccQV+O0TIzTrTx9taH4U8ZitSH4k8UZ+fjzalchxKpX4i+rWVh5ZogrcNaqHpfjr6tarHI5zrby7FUuw99CXGrlpThnlRh/738p/m75uVbGuAT/6O9xMc7rb7HyxTjfyvNXvggXhLgQF64c4yIrL1rpAnhcvNL58LjEyhjn4dKVLFb8By7Nx2VWXrbiubg8H1dYecUKf8eVIc7BVSsUY8gKf0OI5c/G0HxcbeXVy/8V14Q4C/9c3mK5s3BtiDPxr+U8/oLrlotxvZXX9/szPG6w8oZ+Z8DjRitv7Pcn3OSx7J9w87Knh7jFyluWPQ235uM2K2/r+0d43N73D/AYZqXHHX1PRYg+VubjTivv7HMK7upzCjyG9zkZw3ufjLtDnIR7eqf4Pe7tHeO+ZU5Eivstv3+ZE/BAiOPx4DIWvY7HiBDH4aFeHr/Dw71i/NvKf/c8Fh4jrRzZ87f4TyGOwSM9LXocg0d7/CbEY1Y+1uNoPJ6PJ6x8osev8WR3ix5H4amSeLrHrxCi+//hmWpxJJ7tHmNU9yMwqtsReC7E4Xi+W4wXuh2GFKO7/hIeL1oZ41C81NXjELzc1aLLofhviEPwShePwXi1S4z/Wfm/zgfDY4yVYzofhNfyMbbzgQjR6UC83umAEFkrs51+gTfy8aaVb3b8Od4K8TOM61iMtzvuD4/xHfZD9dgX73SI8W6HffBu+30wIcRP8V77GBPb7w2P9618v91e8JhkZYw98UE7jz3wYTuLtnvgoxC74+O2HoPwSdsYn1r5aZuB+CzEACsH4PM2MSa32Q0z73kG5QaShX6Rcsu9jqQXigoRIGgt8bBCowQkIAEJSEACEpBAWQF/t0R/31TtvTDLrqtKCcxNIP3tuObyVF+z1Hyu+t/c7W+RMpFJQ3sO+Ple7pi9vjR8ndJ55RJYEIFsNotMJlN21fbt2+PDDz9Eq1atyi5XpQQkIIH6KkAWf88iY04SZIzS6838GrRy4deqeTSvaoadTl8Ty23aJbyvDFe65d9TprzHGh0w8MIN4eunqLlPf0yv85JktWvdSMIHMpY1c59XSEACEpifgJZLQAISkIAEJCABCUhAAhKQgAQkUPkCaqEEJCABCdS+QJPa36X2KAEJSEACEpCABCQfyNjtAAAQAElEQVQggcUS0MYSkIAEJCABCUhAAhKQgAQkIAEJVL6AWigBCUhAAhKQgAQk0MAFyDlvCidZuJmdZLiZ3G8s9/CbzGuG35TudV7u87u+WGurDrAd+GglbLD9gXjwX+Nw8z/G2LxGCSx5gclvfIqHj7wLX47/wp6NhE1gT28Lz4kNrtgBndfqEb5UyJ/PNSM9/730IBm2JQkfSIZ5zz1IeqGQQKUIqB0SkIAEJCABCUhAAhKQgAQkIAEJVL6AWrgYAiTn6B8kYx0ZS+9XrBneD+l966Wl5wMO6Ibt9u4Q9+nbF46N+OLTmfjD4FH4+P1vC7VKJNAQBL5881M8OPBqfD/1OztcAmEME9jTHGteNwjt+ncN/fTlzgs/f/z88NKDZPgbFmn7QBzI8nlcqqkEJCABCZQTIGmvw8UoXSdnMznkp6GIc6EqTLzSVvLRUw+rT180E2ZtmZehzj8M3+ZtFR89y5e2ho1xxhJbzxfmHy1fbXOp3lfxFSysNk6tLq4YZvMTr7TUR0vj5r6FzVidT+OcTX2hhdfZIhs987DUR089woOEJGQ+8TlvXwhbN8xb6aPX+Yf/+3oh4sQXWdiaNlpiq/gxhCys4dUh7JhsIfJFWFZtLV/JK6wM69gatievscwKq7RFtr1N87nV2jKbt8SqbGqjz3rYEn88qwmZT0K1JbEtcWmsszzsID8XijCxzb20sNFmbLSjyuf5wvYYt7clIfdJWmZLwjZeZ0kcw0KfeMQ1rGFhlbAPO5a4xJfFzKritj4NVT7x8AoLS20MybzaF9axiY22ro+eWdjoc+ER87kfi9eFWTsAny/mviSsbYktCQss9THkPvHwdawybG+ltdKPz5fE8KmtE4owsZm4Xj6xGau30TYNuW9vSZhN1V4XIr/A6z2N+7A5G8MGXum5l/mKMOvH52H1hf14HtbJty+sGCrzk1QRZ23zkPj2luS39MyOwle1FbzwBbZHWxDmYumphy0s3d4WWo1NfVsPS30Mq1pS2I9XeFhdHH3Gwx7bK3xbC5/zbXxJiFQXZnzFFPkKL7zKSw87Gt++UGV1NtrT12ptX57HZfksFDax0Ta1RZ5YYWPIbGKjHVbN7W0FG6OFL/MZi8LoW1nkEGv8sW3WdmQPExIrbc7qfYVQWLWNPmvhmYWNNmMr2jTk9lhhy1jlaay2ettJyMOqMUvH5+uFiBNbIz/aajbazorb+3whbJ+20Pxsfa+0Io4+Y2FjmPf1Qm77yT+Gz/rjx9LWssRGS8IerbQ5Gy3xihhh21gZpjax0ZbZfu0xQm4b2JxNvdprbC4WVueJFWG0PI6+orXBZqze1rapVdnUj88z27UX4dGt2kZf18JGm7Fllthoia0TEittiW1oo+3bllgSl1geltqcjXGhr2uR6j31sOW2mW1gR2WJzVZbIxyf16cFvk1JkAxzZLEkYx4WaFKRAuF5EZ4pFdk8NUoCEpCABCQgAQnUikB8C21Tez9d3KHNF2eUSWCeAvF9d3EVn0/htSmfPXs2PHK5nP36F3+383lFdJGDHBrCcyCdz16WHq/Pe5Se82m+tM5zhQTmJ5DNZpHJZMqu1r59e3z00Udo1apV2eWqlIAEJFDfBcji3yXImJMsXBfh152Vhl+P5uHXq80RzZpix9PXxvJbdLNm2z5gQUtt7LlWJwy6cCPU3Mb3VTP88UgWrnUjCZLwgYxlzdznFRKQgAQWQECrSEACEpCABCQgAQlIQAISkIAEJFD5AmqhBCQgAQnUgUCTOtindikBCUhAAhKQgAQkIIHFENCmEpCABCQgAQlIQAISkIAEJCABCVS+gFooAQlIQAISkIAEJFAJAuScN4eTDDePk7H0m8tT1Lzx3Of9BvVU/vR3fbDWVu0RPpssfCZZDv7PrR781zjc9Pf/eaqQwBITmJz9FA8dcRe+HD/ZHtOflBZxtOdpDutfvh06rdGt8KVC6fmcntNeeqRzgGT4oAWfhw1kPE8sDSPJUGoigcoRUEskIAEJSEACEpCABCQgAQlIQAISqHwBtbC2BUhW62cnWehX9L7F1OfoZeqTTKXX7faLbthurw6wDnYfEQfr2LS5Lz79Dn8cPAofT/w2VmsqgXouMOWNT3HfgKGYOXWGHWl8HlsSR5td87pBaLdy10I/vZ8DpedD6TnjOclwPpGEDyTD+ea5B0kvFBKQgAQkUEaALL5GkjEnGV5HyVimzWgJkf9HnyFsFYA+2sQT5Ic0ayuQPoP8UlppYXWkl1ZPC6tNUy/zs5b6QgvAqlIJIGxr8z56ALDCgjEIWALSEhvDDEKCMFg96fMEyVhlUyL/z+pIz0NlqEV+Ch9oEw+rg61nc4izDCVppYctsMLqaBlAekkrAdBHn1jABytt9Ay2HhlnvPAshM0Q9o+2lgUtjyNThZU2+npeZQvJkFiWr7eMJEiLWIV8BquyGhuZD1iSr7QMsLxQWg4bvCD8H0B6aUEAFgwTAl56eAobfD0Ly5Av4ItIWmlBW2JBm4sjQ4UtttJGT7wqLAyJZ4DVE/bPSw8AVsBqAJ8SYfA6m7XcKsKMpT5abjWAlxawwQvC/wGklxYEYMEw8SmBkCMOvp6Fz5C+DL7UJrTSgp7Sci8tYob8ql4RAwRC5Ke2An3eSw/A5yy81oKwgbBFAH20iSfwwXIbw6ytQPoM4iwQS6sjCRtDhWUAfErAy1hYaklYCTZYnqZWRxI2WliZr0+Z14NAKi0DYBXID7aAtHkL0kqr9iltnRAESFoAoI828QQ+WG5jmA3r+AzCLGwIc/l6zy21ZZ4hXxJeB8IGm9iIMBOSkMFWIH2elloAIACSCP8IWOJjviytAGDrwatsQobEMq+mlRZWR1oJG4hQF6aWF8p8DlsPNhRmLfc6kqDlVlhJC4AkACJfAGAY48RzxMFWIG3elpNewjILy2mZFQgBGwjQ/vk0FLChZCFJq0BcZHmY89IDgBWg/bMMJAEQ+QIAbbRAfrDURsBWIAkCsAIM/zwn4HksPPPZWNrUR/gQNoorkV4iLCJppQVt3gM2hNImvsQLq4Kth5DbxHOrswywvFDmcyvA9M9nPCdgBeCTUAcbrDKOgNWRNgOA9g820MPqaPNWIITV+eh1AMMIH8JCm7c6WoSqMLE5W2YjSMutjiHy01DQloXK/IRW5kdLbTP4CiRBIB+00sLqYGFjWGA1AIjSwX9n83myWE8Wc1+Wgixfn5arbCAC4eeon2UD+WnpMCUgAQlIQAISWEoC8d1SnC6lQ9DDNmCB0i/49makeS89/AvCa5azZ8+G1yvkoOdAZTwHap7jPu9R+prguUeq91whgXIC2WwWmUym3CK0a9cOH330EVq1alV2uSolIAEJNBQBsvj7FxlzkiCL4X/PSOHXqnnuZQq/ds2jeVUz7HLGulh+y+7IGYBHj9U7Ys+LN4EvT1G6Xcp9nx4kC9e6kfEYYANJm8aRLOaxRlMJSEACCyKgdSQgAQlIQAISkIAEJCABCUhAAhKofAG1UAISkIAE6kKgSV3sVPuUgAQkIAEJSEACEpDAIgtoQwlIQAISkIAEJCABCUhAAhKQgAQqX0AtlIAEJCABCUhAAhKoGAGyeGM4GXOS87yZPd2Ankq/Sd1zL/c+tg/W3qYDQNhAkLQS8OlD17+Nm/7+P2iQwJIQ+Pz1T/DQkXfhq3emAOF56M9CC8sJYsMrd0DnNbpX+1Kh9Dz257J/uILPe+lBsvBBC7CBtL1YWBpGkqHURAIVJaDGSEACEpCABCQgAQlIQAISkIAEJFD5AmphrQiQ1fsHSYKsHt7PmML7HlN4f6TnqfR81190w/b7dAT96GzCkBFeTPn8O/xx8LP48L1p0CCB+iwwJfsJ7h94NWZNmwl/7saJPY8Rh7Vv2B3tVupSrZ++9Dzw88XPBy89SBb66UmCjIH8QDKfqZCABCQgARcgy78ukrGeZOG1lKRvUgj/4Hr/opgc7F/O5ixshM3aaPM29TFfgbgsrhuXpjxf2go2hvWsxh7Hpl7hO4kb2K6KdZbZvI22LByHrVsow9a+zNbK1/uOfbnvzpZY4RtaZkVhmdf6+mW29219VVvFRs/ivn1bqwiF7c3K/DKrDNvYbCxtfd+vz9syS+O6/nhW51VhDZsP+4kVto7NWV3Yh9XF0upsByHPL/MV4/a+rLBDn7GwJV41j+3DvsI+fXVf2bex0vZvm1mlLbTE1ys+lq9ji2wdr7e1fZGF1dvqoS4s8xlbz7a3hZb4clvbRwuv83VtgaW2zOpszOc+b3O+n7C9rWW5TW153K8nocqWh/346r7IKn2+EKHOtrR6m9pmvqLv3xdY2PZWaYusLp/7qtW3t2VWaVvaqvk8ztgWlvgyC9tJGK3SyrieJfltPLOw9Qr79twOwYqwji21MlXYnO3aprY7S8Lok7jfwj58dQ/biS2x7dM6Xhm39qktKO7HVgnzYRtfaltanY1W7bmHb2+lbRXWsHVj6fUetizV+Tq2sY0l28floS6sHrO4iS/zSgvf1sMWW609hE1tpbLtK6239eNmKbHSloc6S+1AbAyJVfk+w65DXdi319r6tsQPItTbxEdb0atsiW/u61mE0ed9Gw+riPuJq4fc6y18J76qrWKjZxZW7+uEZTbrW/m8pyHyy0Od5/EQCtt7fWFb38CX2HphPyG3zOp9vRChztrgpe3L62pub4t8iRU5IGzrs7aN7demtrpPbb+h2nKvT2F1tqGNtqFNbWVb0fKwPC4Mj2mp1dpi395X8dLC621BPgvLbeKjrWQLbZ9xe18jrJhfZvP+GPnlNmeZbWJ1voIXXuH1hTImvthXtNKXWtjKtmdfGut8PkU8BFsW1wjHYstsRdtHXBjqLLU9WbVNbVWvC+H1tr7Vhn14na3kY2H7NOPr2Er5WZsr3c734+F1IWxzL63OR1vbCn/gWO87CY9lO4zLrN7X8G1Kw+tC2La+ri2L24bKMClub+v4GMJqbV1LfSvbxOY9szqb8TE8oNeGxPbk49x+Z/NlZPX3GV6nqBSB+EyplNaoHRKQgAQkIAEJSKAuBPwdU+l757p4DO2zMgXi736xbZ57+JyXHnP9cvfZs+HLfvzxx1B6rogmcpBDfX8O+HnrMb/j9NcAj/Sa4GWKVJ/mVUogCWSzWWQymTRbrWzXrh0++eQTtGrVqlq9ZiQgAQk0VAGy+HcJMuYkq10f4X/XSOHXp6Xwa9dKo1nzZhhw5gZYaeueWHbDbtjnis1Ruty383kvU6T9kpzjWjfYQNKmcSSLeazRVAISkMACCmg1CUhAAhKQgAQkIAEJSEACEpCABCpfQC2UgAQkIIE6EWhSJ3vVTiUgAQlIQAISkIAEJLCIAtpMAhKQgAQkIAEJSEACEpCABCQggcoXUAslIAEJSEACEpCABCpLgCzeIE7GnOQC3cyebkhPN6h7uddv+2DtbToYUg7+wTH+oWUhcjk8dN043HjOhD33pQAAEABJREFUq7ZMowTqTuDzsZ9gxBF34ct3vvCPoIY9EUPYMzKUG1y5HTqt3q3alwr5c9mfv176Byyk0nOSc3zQAkmkgSzmqU6lBCpBQG2QgAQkIAEJSEACEpCABCQgAQlIoPIF1MLaEyCr9xOSrNbPTjL0M3qfY2l4X6T3TZaG1+3ys67Yfp9O1qfpY+hl98S6O3OY8vl3+OPBz+LDCdOgQQL1UeCL1z/BfQOuxg/ffGfPWTtCfwpbj318EgNr3zAIbVfsXK2f3s8Bf+57+DmSSs9JhvOHjOcVbCBp0ziSxTzWaCoBCUhAAuUEyPh6SbLa+5T0Wlu6DUmbZVjPJqDNFSc2ZyO8wsqwquUM4bWW0UsLX2hhs/ChUFodbH0fQ9gkLmPMaEtDEL6qTREDYSAJlAbSQPg/m8AXg0Aowfw/mwdA2jxjaTOwFHHIZ7YcIRAKm4L2L5VhEW3OEpJhCWyghY+kZSFszlKUrEHPaTUelsfV6JkFwkASsCCYL5EfbD7U2aynXoSSVusBKy18W1rpc54jDqRVeuqlR8jjhIV1iXxqBUFaACAAS+EDaXMeYcYn+bA6ggijFZ5YFWAV9KBnFlZJ0mt8xkrEwergcwS8gA2hymZokR9B2hwB2j94jjiQDAlppYfPWQr4xMLq6DmtxsNykja1eZtaCh9IAhY2DSXSYHWA1droBWwIVTZDD8KmFlZJ0nL6jJUIA2nzPhcKnwChCgz/bGIjrdLGUBCkBQACsBQ+kDbnEWbSJNYRRBit8ISkz1pYSa+xsDpY2KzPIJSwwergc17hAfgcYFNa5EeQNucBAhY+hQ2kZ0QsaDVp9NwijGES1iHSP1hmQcAT0hILmyIO+czqEAKhsCniElppQasJQZAWIGDhU/hgdQhhM/nKWBD+zybwxT7x0utiAARA2tTHUFqCNHhuYfWkl7B1YQMR/8FKC6aIiU3hA8NSy8K2RJi1wpNQWAU9aDUhCNICBCx8ChtIyyxshFWjONBmCZsgLrN5Aiz889zCFzKVliANnluE5V4CntoUtH+wgR428XqSIC2szsdCZnW2ACAQwiae+gwtDyMB2HokUfyHMJAELGy0EiWD1cPCRwvYCjaChX+wzCJWgqTPwKbwgSEjkK+HpSFsQgvY4GVhsSWk19gCW04vLEjLLGyEVaM40GYJmyAuo5UWSBEWgaQltBKIE+QHWmnhY1gH+cWE/4MN9LBJWGwTkrbMKm2MGQGriwHAZn3CmNiUPou4Cq20AOBTr4MNJAELG63EHAPJar+zkbTVY0BDxQrYT9jaRguNEpCABCQgAQlIQAJzE/B3SwQBe4+MwmDzhVyJBOYU8PuwUm3KvfTwLwZPpefpy8JT6aXiR8hABpXwHCg9xz1P4a8BNSO9ZqiUQDmBbDaLTCZTbhHatWuHTz75BC1btiy7XJUSkIAEGqoAWfy9i4w5SfvVrBh+nURp+LVqKfw6tkI0a4oBf90Qe124KQp1TZsW8rRN6b5SThYfzy1JehGCLOahQhMJSEACCyGgVSUgAQlIQAISkIAEJCABCUhAAhKofAG1UAISkIAE6kagSd3sVnuVgAQkIAEJSEACEpDAIgloIwlIQAISkIAEJCABCUhAAhKQgAQqX0AtlIAEJCABCUhAAhKoQAGyeKM4GXOSc72ZPd2QXlr6jes+7+Wex/TB2tt2gO3BAjFsf7B4+Ia3cePfXoUGCdSFwGevfYIRRw7H1Alf2u79GWiFj/bc87kNh+yATplu1b5UKD1vvfQPVkil5yQLH1CN/EAyn8Ge0sUcGiRQWQJqjQQkIAEJSEACEpCABCQgAQlIQAKVL6AW1rIAWb2/kGToQySLpfc7pvC+yNLw/nWfT+XOP+uK7ffpaEfJGFaQPgGmTpmJPw5+FpPe+caWaZRA/RH4YuzHuG/AUMya/j3sBIA9Y62EDZ4Ra984CG1X6Fytnz495/357+dHKj0nWeinJ30fABlL2EAWc5vVKAEJSEAC8xEgGV5HyVj6a63HqfsT4//5A94a+h2yV36LMZd9jf9dOhX/vfgrvHzRl3jRYvQFU/DCBV/g+RBTMOr8Lyym4NnzLWzZMyG+xNMXeHyFpy4oxpMXToXHExd+DY/H8+UTF36Dxz0u+gaPXTQtxKNWPnrRt3gkH/+5aDr+c/F0jAwxw8oZ+PfFxXjY8ocv+Q4P5WOElSMumYkHQ3yPBy6xuPR73B/iB9x3aYx7L52Fey+xsPKeS39EirsvnQ2P4VYOvzSHuzwuy+HOEMAdl3kQwy6LcbuVt1/eBMMsbr/8J/C4zcoYTXHr5RZXNMUtVzQLcbOVN1/RHDd5XNkcN15RhRuvrMINIVpY2QLXXxnjuqta4rorW+JfV7UqxLWWX3tVa/zTY0gbXHOVhZVXh2iLoUNiDBnSDkOGtsUQm79qaDt4XGnllUPbw+MKK6+4ugMuH2ph5WUhOuLSqz06WWlxTSdccrXFNZ1xcYguVnbBRdfk459dceE1Fv/shgvycb6V5/+zO87zuLY7/vHPHvjHtT1wboie+Pu1Mc6x8px/9cI51/bC3/61TCHOtvzsf/XGXz2u64Oz/mVh5Zkh+uIv18X483XL4s/XW1h5xvX94PEnK/90/XI4PcUNy+O06y28DLEC/niDx4r4ww0WN66AU23+1BtXxCkhVrJyJZx8Y4yTbloZJ91ocVN//D4fJ1p54k2r4ASPm1fF8TdZWHlciNXwu5tjHGvlsbdkcOzNGfz2ltVDHGNljDXwm1ssbl0TR99iYeWvQ6yFo271WBu/utXitrXxf1b+323r4MgQ61q5Lo64bd1QHnn7epZbWHl4iPVx2O0eG+CXt1sM2wCHWnno7RvikGEWt2+EwSVx8LCNcfDtG+OgYZsU4kDLDxy2KQ7wuGNT/CIfP7fy53dshp/lY38r979zc3jsd+cW8NjXSo997twSIe7aCj/Nx95W7n3X1tgrxDbY8y6L4dtgjxDbWumxnZXbYffhMQbdvT1SDLx7B3gMsHLA3TtiN497dsSu9+wUYhcrd7lnZ+ycj52s3OneXeCx4727IsUOlu9w727Y3uO+AdguH9taue19A7FNPra+bxC2vn8QtgqxO7a8P8Ue2OL+fDywBzbPx2ZWbvbAntg0xF5WWjy4FzYJsTc2ftDjp9jowWJsOGIfeGxg5QYj9oXH+lauP2I/rOfx0H5Y96H9Q6xj5ToP/Qxr52MtK9d6+OfwWPPhX8BjDSs9Vn/4AIT494HI5GO1fx+I1f59EFbNxyr/PhirjDwY/UMMxsojUxyClUbm4z+HYsVq8Uus8B+Pw7D8fyweOQzLhTgc/R7xOALLPhKjr5V9Hz0CHn2s7PPokfDobWXvR/8Py3g89n/o9divQvS0sudjR6FHPrpb2f3xX6NbiKOtPBpdH4/R5fHfIMQTx6BzPjpZ2enx36JjPjo8fiw6PHEs2of4Hdo9keI4tH3iOJu38snj0daiTSFOQOsnPU5EqyctnjoRLUP8Hi2e8jgJVU/FaG5l86dPhkezp0+BR1MrPX7y9KkI8cwf0CQftJLP/BHIR87K3LOnYfazf7Q4DT9anmLWs6cjxKg/4Yd8fG/l96POwMwQf8Z3oyye+zNmhPiLlR5nYvpzMb618tvnz4LHNCtj/BXfPO9xNr5+3uKFszE1xN/w1Qse5+DLF2JM8fLFczHF4suXzkOIl8/HV/+9AFNfvRjfjLkU08ZejulvXIWZ467GrHeuBX++TbX3FyRROpDV50uXKW+4Av5lg0Cu4TZARy4BCUhAAhKQgASWgIC/W8r5e6acZ+kBS/NUp1ICcxfw994e/uXfqfQ8Rfqi81mzZsHzWbNmQSEDPQca9nMgnctepvBzvvQ1wHN/5fDSw3OP0tznFY1bIJvNIpPJlEVo27YtPvnkE7Rs2bLsclVKQAISaOgCZPFvE2TMSVb7e4ZfK+Hh16qVhl/LNr8oXT/lvi8PsvrjuCVJL0KQxTxUaCIBCUhg4QS0tgQkIAEJSEACEpCABCQgAQlIQAKVL6AWSkACEpBAHQk0qaP9arcSkIAEJCABCUhAAhJYBAFtIgEJSEACEpCABCQgAQlIQAISkEDlC6iFEpCABCQgAQlIQAKVKkAWbxgnY06y7M3sfgN6uiG9tPQb2n3eyz2P6Yu1t+0QuPwjyuIHyFhm479veBs3nP1KWKaJBGpL4LMxH2PEkXfhqwlTED4oLz+N+89hwyHbo9NqXat9qVB6vnqZntdeepAsfKkQbCDj+WBpGEmGUhMJVKaAWiUBCUhAAhKQgAQkIAEJSEACEpBA5QuohXUhQDL0q6d9k3GeLJbe/1ga3j+ZwvvXPU/lzj/rhh327Wi7s851Gy2J361m+dQvvsPphzyLSeO/CdWaSGBpC0x+7WPcO+BqzJrxA8J32djEnqrxOWt99uvcMBDtVuhcrZ8+Pdf9ee/nRSo9J1nopycJH8hY1sx9XiEBCUhAAnMXIFl4j0LGnGR4nfXX3DYtm6Btq5+EaNe6KTx8PpUp93mPmvNet7DR1h5n8aMZ2rZejGiT39bLxYw2tn39i+Zo02bRorVtV0nRytozZ1ShVZuGGS3tuBc42lYhrOvlQkULtGy7ZKKFPU7Di5Zo0bZ8VFl9/YqWWJzjaW7tWfhoheZtl2C0s8dawGhm69WPaI1m7RY/mto+ajt+Yj8732e5skmblkjLfLnPh2jSpPC+giy+1yAJH8hYeq6oEIHwM9XPtUJ+mmqGBCTw/+zdB4AUVfLH8V+RwazImeDMnvnMmDNiBOOZcw6Yc86nZ45/c86SMSsgGAAVFQUzZsxZQRF2/1Wvp3dmlgVBAZfZb9PVVe91T8+8zzQwvGFnEEAAAQSmkUD2ainbTqO74LQVJpD93FU2qNp1tKuqqhTxn3N+VcSO5/6mnTx2Pu837Xr+WO3i9W5e7+H1Huf/pj099jr/V+113q/a+7wxKfbxvO95o7VfxLm/aP8UP+uAc3/Wgef+lOKgc37UwSl+0CHneJz9vQ71OOzs79Qlxbc6/GyPs77VEWd9oyNTfK2jzvpaR5/1lY4+8ysdc+aXOrYQx535hY6POONznZDiM514xmc66fRROjnFpzrl9IhPdOrpn+i00z5OcfppH+mMFB/qzNM8Tv1QZ536gc5O8b7OOfV9nXvqSJ17ykidd8p7Or8Q/z35XV2Q4h1deHLE2/rfyW/ropPe0sUp3tQlJ0W8oUtPekOXnTgixeUnDtcVKV7XlSd6nPC6rjrhNV3tcc0JwxRx7Qmv6trjX9X/Hf+KrivE9ce9rBtSDNWNx0W8pJuOe0k3H/uibknxgm49NmKIbjt2iG4/ZnCKO44ZpDsjjn5ed3ncneI53XP0c7r36Gd171HP6r6jnklx/1ED9UAhHjxygLqmeFrdjozor+5H9lePI/qpZ4q+6nVExFPqfcRT6nP4kykeOvwJPRzR5Qk90uVxPZriMT3W5TE93iTJq0wAABAASURBVOVRPX7Yo3risEdSPOn5qcMeVt+IQx9SvxR91P/QPnr60N4pBhzSSwNT9NQzh3gc3EPPejx3cHc9X4hBB3fToIO6afBBXTUkxYN64aAH9eJBD+jFAx/QSynu19AD79fLB96nVyIOuFevprhHww64R6/tf3eK1/e/S8NT3KkR+9+pN/a7I8Wb+92utwrx9n636e19b9M7+96qd1Pcovf2vUUj971ZI/e5We+nuEkf7HOTPtznRn0UsfcN+jjF9fpk7+v16V7XpRi11//psxTX6vO9rtUXe16T4ss9r9ZXhfh6z6v09R5X6Zs9rtS3Ht/tcYUivt/jcn2/++X6wePH3S9TxE+7XaqfU1yiX3aLuFijd7tYY3a9SL+m+J9+2/V/+nWXC/Trzv/VWI/fdjpfv+14bopf/3OOft3h7PRnQP7nQeTsTwx/S97fm6+rzvvIDU9gxIgRWnrppesc+CyzzKIvvvhCLVu2rHM/nQhUrAADa3ACZsV/j5lltZnJrBjx/yXyiP+3Vjvi/7aVRr4/+vI6v31ks+K5zSyZm2U5GmbFOtoEAggggAACCCCAAAIIIIDAVBbgdAgggAACCCCAAAIIIIDAJAQaTWIfuxBAYAYS4KEigAACCCCAAAIIIIAAAggggEDlCzBCBBBAAAEEEEAAAQQQQAABBBCofIEZfYRmxR8cN8tqM5viH2aPH1qPH17v3KWtVthwDpnDmKWtCkmP3/mubj/3Zd/DisBfF/ji1c/08IHd9MOH3/s1Zkq//GKLLG+tfsMmmnPJucu+VCi/TiPHByvkOWozSx9KbeZnKAkVFjMrVCQEEEAAAQQQQAABBBBoiAKMGQEEEEAAAQQQmBIBM5NZecQ8ZGnE/GQeMb8edZ432bGNNv7PXJIpW/xcipDpx+/G6tQ9n9FH7/6U7WOLwN8k8PVrn6nXljdo/K/j/Mo0ZZdonqUV7+ikWRaZq2yePr/G43qP3w95jtrMyubp5YuZ+TZbzYp11sMWAQQQmPoClXJGs+KfmWZZbWY1f87Gn7sR8edwHvFndB5NmzZVRLRLc9REZoMDDlwDXANcA1wDlXoNlP79n9f564XSHK8lIszM/z2YhVgqXKDaxxfhiRUBBBCYwQV4+AgggMC0EsheLWXbaXUfnLdyBKqri9dKXkfOo6qqSlFHfmjIePUZXJXioSHVejhFlR59oboQVXrM68eGeI54Ybwef6FKj/vtnvB4fLC3B4/TE0OyeNLrPJ4a/Lvy6Ot1Hv0Gj1Vfj8j9Bo1VRP/BvynFoF/19KDfPLI8wNtZjNHAQWM04PkxGvj86FQ/M2i0nvE6RdSDftGzz2fxnOc8nn/+Zz3/XDEGeT3ouZ802GPQcz+mPPhZz8/+pCHeTvHsD3oh4jnPHi96/eKz3yvipZIc9UvPfqehzxTC65ef/VYve/vlZ77VK4V49ZlvFPHKwK/16kCvPQ/zPCzlrxX5tYFfKY/XvX594JcaPqAQUUd4e8SALxTxRkmO+o0Bn+vNmvhMb3n91tOePd4eMEpvD/hMbz89Su94RH736U+9ziLqiPf6f6r3+n9SEyO9Htn/Y73f7xOPjxX1B6n9sT7o95E+6P+hh+d+H+pDb3+Y8of6qN8HHh/qY88p+n6gj/u+r4/7va9PIrz+1OMTj0/7jlQeo54aqYjPvO+zvu/ps6ey+Pypd/W51597/sLj86fe0Zeev3jyHUV8mdpv66snS+Mtff1kFt94joj2t0++qW88In/7xJtK4e3vnnxD3z2RxfdPjND3Xv/gOYvh+jHqxz0/PkI/ev7p8ddVE4957fGz9/38+Gv65bFCeD368WEa7e3Rj0UepjGF/Otjr6Z6jOdfH31Fvz76qn577JUsvP2bx9hHX9ZYz797/v3RoV4P1TjPUUce94i3H3lJ42tFlberHnlR1Q9nUfXwC16/oKqHPPoMVlXE598p/gyIiD8PSiP+NIx25IjSOtpEwxIYMWKEll566ToHPcsss+iLL75Qy5Yt69xPJwKVLMDYGqaAmdUM3CyrzazmvQyzrI73OCLivY/I8Z5IRLQjR0SdRxwTdeQIs+w8ZsUcd2xmkVKYFevUwQYBBBBAAAEEEEAAAQQQQGCqC3BCBBBAAAEEEEAAAQQQQGBSAo0mtZN9CCAwwwjwQBFAAAEEEEAAAQQQQAABBBBAoPIFGCECCCCAAAIIIIAAAggggAACCFS+QEWM0Kz4A+RmNsEPsZtZ+iKA+IH0iPgB9dqR/yB75E6HtdXyG86ePmhKqvasSB7VevzOd3T7uS97BysCf17gi1dG6aEDuuqHD75L11V8SJFfaX6tpa3a37CRZl+i/EuF4pqN6zNyfh1HjjCzdI2bZde/fDEz32arWbHOetgigAACCCCAAAIIIIBAAxNguAgggAACCCCAwB8KmJXPI5rZBPPtMR9ZGjFfmUc+f5nnDv+ZWxv/Z8407+kbX+MLIHwOtLpaP34/VqfuMVAfvv3DHz4uDkBgWgh8NWyUemx2vcb9Oi5dm35lpuybWLXiHVtploXnVFzf+TWd5+iL3wd5jtrMmKcXCwII1AOBGf4hmFmdYzCzmtcl8eduRPw5HBF/PtcVTZs2FYEB1wDXANcA1wDXQMO5BuL1QO3nO/pKI147RMRriQiz4muMeBFilrWjzsPM8pI8gwuYzEcQ4YkVAQQQmLEFePQIIIDANBOIV0sWr5vKXgfbNLs/TlxZAunnYvy94NJcVVWl8ePHS/FWcc1wq/39OO9Iq9fe7zdLfdHy7nR8nCdul3IUflxKfnAcFwfFPm9m3b7N2nGG7AjvSueNY1MUDo4jop0fH0dHX9qdbfx2fode+xqHevgR0SikOCA1fZOdxw+Jm2R36rv9QK9j68l3pio7wm8TfdGT7tvb6RzeGX2eSm7vPb4/+vzGvvotCu10m3y39+VtP8gPjx1xt569FX1+Uu9Iqzez8/jN0l5vZbujw3viVp68L6pCxD4vfS25vd/S+331Y/3chSJSdGQ5DvdbRcMjHmc6d3R7EW3vjsojdfpN/XhvxdZTnNh3xJrdX/TFPm+lY9M5vDP6PKU+v5GX3pOdPG7sXekWXnv2fl/9GO/2bTpHdETtR3iqOU80vREHRrc367q9757o7YuPIzskv32e47YR2XHxWLyV3Zd3pftOrez4KFO3F3FsnNP3eCs9ND883xttr+MAL9M5o44uPzrdJmrvS3UcU2j77przRHe0vcOTHxDbuI2XvkbLd/kZvC/uIx3vG+9R/DlQGtnj9T3pWD+ItcELjBgxQksvvXSdDjPPPLO+/PJLtWzZss79dCJQ4QIMrwELmBX/HWZmMitGvL9RO0rf+4h6YlH7dtE2K57bzGrUzYp1TScFAggggAACCCCAAAIIIIDA1BbgfAgggAACCCCAAAIIIIDAJAUaTXIvOxFAYAYR4GEigAACCCCAAAIIIIAAAggggEDlCzBCBBBAAAEEEEAAAQQQQAABBBCofIHKGaFZ+Q+Sm1nZD7SbWfrilfhh9Ii6fng9Puw3+iN3PqydVth4DkmW1khRmJmeuPMd3X7Oy2JB4M8IfP7KKD10YHf9+PEPkl9PikssolCsfmMHzbFE67IvFcqvy8j59Rs5wszStW1mMjPFYpbl2nW0CQQQQAABBBBAAAEEEGiIAowZAQQQQAABBBCYPAGz4txi3MLM0ryjWTHHvGRpxLxlHjG/HnWeO/ynjTbZqbVkvnr41kvzkH754Xedtuez+uAtnysVCwLTT+CrV0ep5+Y3qOr38elOzayYvV75rk6aZaE5y+bp82s6ru+4/vMctZkxTy8WBBCoHwKV9SjMTGYTRvzZm0f8eZxH/FndtGlT5ZG385z3k4tGWGDBNcA1wDXANVCp10D8/R8R44ucR/66IXL+eiKyWfaaI381ZWZ5Sa4ggfiCwdIvIaygoTEUBBBocAIMGAEEEJh2AtV+6mr5ttrD62wtrbMetghMSiBee+dRVVWlCJX9M8tkZlK2RiqEeY5QWlJlXsaxvscrpeRtywqZeWWFbpnMsogeky+x8T4pCklRe+mrJJNZRFSFMM/e5zti9YYk78siL7wrlZZ1+9bMa/N+KVq+MZmZpAgppdSWLyYzk7LVk8ksIro8yxdT6vOt0uL75X2p9sI8ojbzypRa5lsz35rSYt6OVd4nmdISycNXb5rMIiSTPEze9DBJ5r+ktInOrPC2eaRV8j4zk1ke3mMRaeP98sVr3yqSH6dU+Da1PUveYzKLiDoLmWfv863S4m2ldrTMS5Oy1ZPJrBDyLF9MhcoLr6KlfIljU59kZh6eJXklM9+a0pJSbLxPikJKyUtfJW+YmXyVSR6mVMdGXssXi0ibKKTY581IUZuZ0q/I5rul1FahHS3F4vuiT4rCt5E8fPUek1mE98uzfDHJzDeKkFJKbfliMjMpWz2ZsqZnRSgtqTIvY6f3e6WUvG2p8GbU5lnyHpNZFtFSvvhfIfFnQET+50LkfDcZgREjRmjppZeuE2LmmWfWV199pRYtWtS5n04EKl+AETZ0ATMrIzCzmr9vzbI63uMojdrvf8S+2n1m2W3NynPpnZlZaZMaAQQQQAABBBBAAAEEEEBgmglwYgQQQAABBBBAAAEEEEBg0gKNJr2bvQggMEMI8CARQAABBBBAAAEEEEAAAQQQQKDyBRghAggggAACCCCAAAIIIIAAAghUvkCFjdCs/AfKzWySP8weP7ReO+LDfqMvcqdD22mFjeco+czXasWHzFS72xN3vaPbzx7qFSsCky/w+cuj9NAB3fTjx98Xryu/oOLz8TxpjRs21hyLz1X2pUL59Ri59octmFnNlwqpsJhZoVK6/sWCAAIIIIAAAggggAACCCCAAAIIIIAAAghMgYBZcY4xbmZmaa7RrJhjrrI0Yv6ydsQ8e/RttMPc6rBT68KcqM+zx5eG+IljTvTnH8bq9D2f0Qdv/uA9rAhMe4EvX/lUPTa/QeN/H1+4EuPSjKvRs0/Wr3xXJ8284Bxl8/T5tRzXcx759W9mNfP0ZqZYzLJcu442gQACCExTgQo9uZnVvBaJP3/NLP3ZG38mRzty6Z/VUZdG06ZNlUdpP3UTYYAB1wDXANcA10ClXAO1/66PdunY4vVCHvH6oTTMiq81zEwsFSyQnl+e4wp+hhkaAg1HgJEigAAC01Age7WUbafh3XDqChNIP2fl77PVzlVVVcqj5o25NHZ/z9iPj77sXTp/n877vde7YusNX/N9+V7vqlmzfX5syXm8pdSMTTqTHx4HFtre8lN5R7Z6028R+wptTxO5vR+a1nRETRVF9PhJ/XZxrqiy8LtPfYVWluK+4ka+M6w8xeo9hdv6ybzK+qKuOT4OiQ7Paa05yo/1fu+LbdYbW+/wNfo8+RpVRLHMWn5s3Ic3fPVz+cP0Ij02b3npHYXbeEqNkuOjHU0faDo6jo922e19T7pp2qQjsqpQRsrBlJhVAAAQAElEQVTOE48lqiziZvl5shv4Njs4FWmft331tt/Gi+jzs8RNvSNW78z2+javvfQj4ri8ynJ2fBwVkff5ob4jeiK8N5KHr6kR9xnHRDuFb1Kfd3rpt02H+SZW70lAWXdso5ly4Xg/wis/1ot8n7fiEA/vTI1C6U1fvcdH4wf76rf12nu88Kcl9kZ4R6QIL/3W2T5v+5r1eBG3zCJ1xSmyIlV+QKEVKW+lsXrDVz/Kb+1F6vNWHJfH+PH+3rw/wNhXO+KY6ItMNDyB4cOHa+mll65z4DPPPLO++uortWjRos79dCLQIAQYJAIuYFb+7zOzrG1mNf+PwszS/6Eofe9jYrVZdqxZdnv5Yma+La5m5e3iHioEEEAAAQQQQAABBBBAAIGpLsAJEUAAAQQQQAABBBBAAIE/EGj0B/vZjQACM4AADxEBBBBAAAEEEEAAAQQQQAABBCpfgBEigAACCCCAAAIIIIAAAggggEDlC1TiCM3Kf7DczMp+iN3Myn6QPf9g39IcH/4b7chbHdJWK3aYU2nx25r5+bzhSU/e/a5uP3uot1gR+GOBz4Z+qocO6KafPvlRcRXFNZRu5YWZac2bOmj2xecq+1Kh/DqMHB+4kOeozSxdy2Z+tpJQYTGzQkVCAAEEEEAAAQQQQACBhi7A+BFAAAEEEEAAgSkVMCufXzQzmZVHzFOWRsxfRsTceuSIvN5o+7nVYee5/GFk5/BC5hsz0+ifxum0PQZq5IjvvYcVgWkn8OXLn6rH5jeoanyVzEzmd5WFeW1a5e5Omvmfs5fN0+fXcFzPpdd71GZWNk8vX8zMt9lqVqyzHrYIIIDAtBWolLObFf/8NMtqM5NZFvFncF0Rf1bnf25HJpoIAwy4BrgGuAa4BhrqNVD6uqB2He38tYRZ9vrCLMvxesrMIqUwK9apg80MLlDtjz/CEysCCCAwAwvw0BFAAIFpKZC9Wsq20/J+OHflClRXV6s0qqqqFKGyf16ZzEzXHTOLrj96Vv1fxDGej5lN1x4zu66JOHZ2Xe1x1bFz6Kpj59SVhbji2Ll0uccVx82ly45rrcuOn1uXHt/aI3IbXXJ8G12c4h+66Ph/6H8nzJPiwhPm1QURJ86r/0acMJ/OP2F+nX/i/DovxQI690SPkxbQOSe11dkntUtxlueIM0/6p844aUGdcfKCOj3FQjrtZI9TFtKppyzssYhO8XzKKYvoZI+TTl1UESeeupgiTjh1cR1fiONOXULHnbaEjk3xLx192pI65nTPpy+po05bKsWRpy+lI09fWkd4HH76Mjr8jGXUxeOwM5bVYWcsl+JQz4eesbwO9jjkTM9n/lsHnblCigPPWkEHRJy5ovY/cyXtd1YW+569svY9eyWPlbX32aton3NW1V7nrKK9zvbssec5qylij3Paa/eIc9trN49dz11du567hnapiTW107lraefz1tSO563lsXaK/5y/tnY4fx3tcN662t5ju/PXVcS256+nbc9fX9v8d31t7bHNfzdQZ8+dPXf674bqdMFGHhtqK89bRly4sbbw2PyCDorY7MIOitj0wk3U8cKO2vR/HbVJik3V4X9ZbPy/zbTx/zbXRh4bXrS5NrxoC22QYkutf/GWWi/ioq207kWdtO7FnbROis5a+2KPSzprrUu2TrGm5zUu2UYRq1+6rSLaX7qdVou4bHutetl2Httrlct2SLGS55Uv+49W8ljx8v9oxct31AqX75Ti31fspOUjLt9Zy12+i5a9Io9dtcwVu2mZK3fVUlfupqWv2F1LeSx55e6K+NdVe2iJq/ZMsbjnxa7eSxGLXrWXFr1qby169T5a+Oq9tYjnha7eVwtds5/HvlrQc8Q/Pbe7Zn+1u+YAtfVY4NoDFDH/tQdq/msP0vz/d5Dm9Zjv2oM1T8T/ef6/Q/SP/ztUbSKuO1Rze7S+7jC1vq6L5irEnNcdrjk85rz+cM1+/RGa/YYjNdsNR3hEPkqz3nBU+r0tmfKluvBnQvw5EJG3I8cxeY6aaFgCw4cP1zLLLFPnoGeaaSZ99dVXatGiRZ376USgoQgwTgRyATOTmeXNVJvZRHOjRo3S/2nLs9nEjzWzCc5b00GBAAIIIIAAAggggAACCCAwzQW4AwQQQAABBBBAAAEEEEDgjwQa/dEB7EcAgXovwANEAAEEEEAAAQQQQAABBBBAAIHKF2CECCCAAAIIIIAAAggggAACCCBQ+QIVO0Kz4g+cxyDNbIIfZM9/cD1y48aN05e5lOb48ONoR97ykLZaYeM5pMKHzsTHmXmpav/15N3v6LYzX4q7IRCYqMBnL32qPgd004+f/uBXTVw5Huki8qvJ8xo3bazZF5szXYdxzeXXXl7n12nkCDNLH8Bgll3b8sXMfJutZsU662GLAAIIIIAAAggggAACDViAoSOAAAIIIIAAAn9KwKx8ntHMJjnXHnOXMbcZkc9tltYbbt9GHXaey6fafX7UH5HPjma1z5GO/vl3nbHnMxo5/Hvfw4rA1Bf4Yugn6rbZ9aoa71eeX3PxRQJe+Zx9vP1TrZXu2lIz/3OOCebp4xqOyK/vyBFmxjy9WBBAoJ4JVNTDMbOa8ZhltZlN8Fok/oyeWJS+HsmPiT6iiTDAgGuAa4BrgGug0q6B/O/6PMf48jpy/DuudpiVv7aIFx9mFimFWbFOHWxmeAGT+RgiPLEigAACM64AjxwBBBCYpgLxasnidVPZ62GbpvfJyStHIN5/i9FELo2qqip/Qy725OHvF/v7dR1Wbqa9N29ZiFbaa/Ni7Ln5TMpjD6/32GJm7V4Su20xi/LYdYtZFbGL5122nFW7bDmbdi6JnbacXXnsuOUcSrHVHPpPijm1w1bF2H6ruZTHdl5v16m1ti2JbTrNrTy29nrrTm3UOaKz587/UKeS2KrzPIrY0vOWW8+jLbeeV1vUxHzafOtibLb1/EqxzfzaNMUC6rhNMTbZpq3y6OB1h23baeOS2GjbfyqPDb3ecNsFFbHBdgsqi4W0/nZZrLfdwspjXa/X3W4Rrbv9IlqnEGtvv6jyWGv7xZTHml6vucPiWqMkVt9hCeXR3uv2O/xLEav951/KYkmt+p8sVvG8yn+WUsTKOy6llXdcOsVKniNW3HEZ5bGC1yvsuKxW2GlZ/TvFclp+p2Ist9PyymNZr5fd+d+KWMZzFito6Z2zWMrzUjuvqIgld1lRWaykf+2SxRKel9hlZUUs7nnxXVbR4ruuosUKseiuqyqPRbxeZNfVFLGw54V3a6+IhTxnsboW3C2Lf3r+525rKKLd7msoizXVdvcsFvC8wO5rKWL+PdZSFmtrvj2KMe8e6yiPefZYV/Psua7+URPrqc2exZh7z/UV0dpz6702UMRcnrPYUHPulcUcnufYayNFzL73RspiY822dzFm3buD8pjF61n22UQzl8RM+3RUHq322VQRLT3b7DOl/wNS+hvef7cr/gwo/TMh/5OA3HAFXn/9dS2zzDJ1Asw000z65ptv1KJFizr304lAAxJgqAhMIGBmZX1mJrNixPsgZsW2WbEu3RcnMbNINWFW3q7ZQYEAAggggAACCCCAAAIIIDAtBTg3AggggAACCCCAAAIIIPCHAo3+8AgOQACBei7Aw0MAAQQQQAABBBBAAAEEEEAAgcoXYIQIIIAAAggggAACCCCAAAIIIFD5ApU9QrPyHzY3s7IfZDez9MUs8UPrEfFBv7Uj/yDgyFse0k4rbjJndg7li3lheured3XbmS95zYrAhAKjXvxEfQ7srp9H/SRLvwrH+DUojzVv6aDZF52TLxUqsJAQQAABBBBAAAEEEEBgagtwPgQQQAABBBBA4M8LmFnZjc3MpzXLI+bYSyOfa4+59Yho53nD7dtok13mlvlZU/j5omFmGjN6nM7Yc6BGDv/e97IiMPUEvnjpE3Xf/MZ0Qr/UPJvMPFIlrXLPVprln3MwT+8erAggMCMLVN5jN7OaQZlltZmlP8Pz1x5mVvO+f7zmiP7IEaV1tInG6e86HHDgGuAa4BrgGmho10D+miByhFnx9YRZVssXM/NttpoV66yHbSUIxJcNln4JYSWMiTEggEBDFGDMCCCAwLQVqPbTV8u31R5eZ2tpnfWwRSB7fT2hQ94fuTRU9s8s86ZNeGN6EEBghheYYErF/wqpqqpSROmfCXlde8DRX7uPdmUJvPbaa1p22WXrHNRMM82kb775Rs2bN69zP50INCwBRotA3QJmE76ONjOZWbqBmaXarDzHTrNiX7TzMLO8JCOAAAIIIIAAAggggAACCExXAe4MAQQQQAABBBBAAAEEEPhjgUZ/fAhHIIBAvRbgwSGAAAIIIIAAAggggAACCCCAQOULMEIEEEAAAQQQQAABBBBAAAEEEKh8gQYwQrPyHzo3swl+cD0+1DePuj7cOP9SoshbHNxOK24yZ3ycWUGv2nOE9NS97+rW01/0NisCRYFRL3yiPgd018+jfkydcbVEZI1qrXVLB82+yJzpixbiGotrMM9Rx7WZ56jNLH2BhVl2LcsXM/NttpoV66yHLQIIIIAAAggggAACCDR4AQAQQAABBBBAAIG/KGBWPu9oZpOca4+5zJjXzCOf88zzBtvNrU12nTvNtecf3p6+Q8QnT8eMHqfTdh+gd1/77i8+am6OQCbw+Ysfq9sWN2YNv8bSteZXX1x73tQq92ylWdrNwTx9JsQWAQRmZIEG8NjNLI3SrJjjdYeZpfdQoy6N/LVIaR91ozqtcMGFa4BrgGuAa6CSroF4DTCx8ZhlrxvMrGZuQ76YmW+z1axYZz1sK0YgPbc8vxXzfDIQBBqqAONGAAEEprFA9mop207ju+L0FSIQ77nFUPKc19HOo6qqSv72XOwqRLU34526QpOEAAIVI5C9H18+nPzPgsixJ89R51FXX76PXDkCw4YN03LLLVfngFq1aqVvvvlGzZs3r3M/nQg0OAEGjMAkBMys7D2O/FCzYr/ZhHV+XGSz4v5oEwgggAACCCCAAAIIIIAAAn+DAHeJAAIIIIAAAggggAACCEyGQKPJOIZDEECgHgvw0BBAAAEEEEAAAQQQQAABBBBAoPIFGCECCCCAAAIIIIAAAggggAACCFS+QEMZoZmVDdXMan6w3SyrSz/wNz4AuHbkX0oUefOD2mrlTefyc0h+a8m38sU8+t3/nm49/QWvWBGQPh3yifoc2F0/f/Gz5NeafInrxJT9Wvu2TTTbwhP/UqH8OsyvTzNLX8Zg5rf3kC9m5ttsNSvWWQ9bBBBAAAEEEEAAAQQQQEDCAAEEEEAAAQQQmBoCZuXzj2Yms/LI5zLznM9xRo759dK8/rZza5NdW2fnUJxH8tPJJI39bbzO3HOg3h32nbdYEfjzAp+/8LG6b3lz8QR+kfkq+cbMtNq9nTRz29lVem3m12r0xbWc56jNjHl6sSCAQH0VqNTHZWb+x7bVDM/MUtus7pz/eW1W3B99RKP0dxgOTNMB+wAAEABJREFUOHANcA1wDXANNIRrwKz4OsDM0t+BZuV9ZqZYzCy9tog6wswiERUrEF8wGlGxA2RgCCDQAAQYIgIIIDCtBbJXS9l2Wt8X568cgerq7JqJPLFQ2T+3TGZWOQCMBAEEagTM4vd2RE2Xav+5UNyjtK+0TV25AsOGDdPyyy9f5wBbtWqlb7/9Vs2bN69zP50INEQBxozA5AqY2RS9tjabsuMn93FwHAIIIIAAAggggAACCCCAwJQLcAsEEEAAAQQQQAABBBBAYHIEGk3OQRyDAAL1VoAHhgACCCCAAAIIIIAAAggggAAClS/ACBFAAAEEEEAAAQQQQAABBBBAoPIFGtQIzaxsvGaWfqDdrJhLP9w4vsylduRf+BJ5swPbaqWOc6nafymiOm3Th870u+893XLakLL7o9HwBD4d/LF6H9hNP3/+k18cfqWkDzTz7NdLbNe6rYNmW2iOiX6pUFx/pdekmZV9GLV8MTPfZqtZsc562CKAAAIIIIAAAggggAACSYANAggggAACCCAw1QTMyuchzWySc+0xxxlznXnE/HrUeV5/2zbaZNfWaW695gPf49H6nPtvv47TGXsM0Duvfhs9BAJTLPDZCx+p21Y3pVl538RamK/3U/mc/ar3bqWZF5htovP0+fUbOcLMmKcXCwII1GOBin9oZlY2RjNLr0Oi0yyrzbKc/7ltlrXNyGYYmGFghoEZBmYYmGFg1jAM4jVBhFn5eEtfP0Sdh5nlJblCBUzmI4vwxIoAAgjMmAI8agQQQGCaC8SrJYvXTWWvj22a3y93UJkCNe8B+3tz2Zt1+Tir03vEeYuMAAKVIxC/7/2N+ZoBVVVXlf1+z/b7Ef7nQmldcwOKihR49dVXtfzyy9c5tlatWum7775T8+bN69xPJwINVIBhIzDFAmYmsz+OKT4xN0AAAQQQQAABBBBAAAEEEJhWApwXAQQQQAABBBBAAAEEEJgsgUaTdRQHIYBAPRXgYSGAAAIIIIAAAggggAACCCCAQOULMEIEEEAAAQQQQAABBBBAAAEEEKh8gYY3QjMrG7SZTfDD7PGBv3nElxBFxBcRReR1njc9sK1W3rS1n9OkbJWZpXj6gZG65dQhYmmYAp8M/li9D+yh0V/+Ir8gFItfGp78+pBp3ds30WwLzj7RLxWKayy/DiObGV8qJBYEEEAAAQQQQAABBBD4cwLcCgEEEEAAAQQQmLoCZlZ2QjOTWXnEvGZpxJxnHrXn29fbto067t4mncM3spqzm34fW6Uz9xyot1/+pqaXAoHJEfhsyEfq3ukWP9T8mjL5JtYse7P9/Z018/yzTXSePq7fuGYjR5gZ8/RiQQCB+i3QMB6dmcnMygZrZqnPrJjjALNi24zaDAMzDMwwMMPADAMzDMwahkG8Jogwm3C80Z+HWbY/b5MrVyD7YsHqyh0gI0MAgQYgwBARQACBaS8Qr5aq5dtqj5q7K61rOikQmKRA9vpbyrOs9HCTmZV2UCOAQIUImMXv7YhsQCZLfw7EnwUR0ZvnqInKF3jllVf073//u86BtmzZUt99952aNWtW5346EWi4AowcAQQQQAABBBBAAAEEEEAAAQQqX4ARIoAAAggggAACCCCAAAKTJ9Bo8g7jKAQQqJcCPCgEEEAAAQQQQAABBBBAAAEEEKh8AUaIAAIIIIAAAggggAACCCCAAAKVL9BAR2hmZSM3M5mVR3yRSx75l7tErv2lRNHe9MC2WmmzudI500eaVVcXPpRGevqBkbrl1CFpH5uGI/DJoI/U+4Du+uWrn/1a8HGnC6OY17ljE836z9kn+qVCca3l119kM+NLhcSCAAIIIIAAAggggAACf1qAGyKAAAIIIIAAAtNAwMzKzmpmk5xrj7nOmPvMI+bXo87zutvMrQ67zR3f/hBfJ1I4d0yuVuv338brzD0H6K2Xvyn0kxCYtMCowR+pW6db/HqK47LrKKoU3mx/fyfNNN+sE52nz6/XyBFmxjy9WBBAoN4LNLAHaGaTHLGZTfDaxIw+MwzMMDDDwAwDMwzMMDBrOAaTeuFgZpPazb5KE0jPN895pT2tjAeBBiXAYBFAAIHpIJC9Wsq20+HuuIsKFKiu9jfkCuPK65SL3b43+9krL1gRQKDCBNLv95L/+VFhw2M4UyjwyiuvaIUVVqjzVi1bttT333+vZs2a1bmfTgQatACDRwABBBBAAAEEEEAAAQQQQACByhdghAgggAACCCCAAAIIIIDAZAo0mszjOAwBBOqhAA8JAQQQQAABBBBAAAEEEEAAAQQqX4ARIoAAAggggAACCCCAAAIIIIBA5Qs05BGalX8YmZlN8OH/8YUuecSXEEUdOY/8S4kib3pAW6202VyyQK05lze84+kHRuqWU4Z4g7UhCHz8/EfqfWBPjf56tF8PJr8cJPM1Co917uigWdvNNskvFYprLQ8z40uFxIIAAggggAACCCCAAAJ/RYDbIoAAAggggAAC00rAzCc/S05uZjIrj3yuM8/5HHvkmF8vzett00Yd92gji3P6xlJlijR+XLXO2mOA3hr6jVgQmJTAqEEfqvvWt8ovRckvn2yTCsWyxoOdNdO8s050nj6uyYj8mjUz5unFggACM4JAQ3yMZiaz8miIDowZAQQQQAABBCZfwKz8tYOZTf6NObJCBOIbRyMqZDgMAwEEGpwAA0YAAQSmh0D2ainbTo/74z4qU6C6uo5rqOyfYJbmdytz9IwKgYYtYGYOEOGpZK3zz4WS/ZSVJ/Dyyy9rhRVWqHNgLVu21Pfff69mzZrVuZ9OBBq6AONHAAEEEEAAAQQQQAABBBBAAIHKF2CECCCAAAIIIIAAAggggMDkCjSa3AM5DgEE6p0ADwgBBBBAAAEEEEAAAQQQQAABBCpfgBEigAACCCCAAAIIIIAAAggggEDlCzT4EZqVf5CMmaUPjzIr5vzLXSLnX/YSX0gUEe3SvOkB7bTSZnMpPowmCydOn1dVracffE83nzzYO1grWeCj5z5SrwN66Jevfy65DvwiqK5O7fXu6KDZ2s3OlwpV8kXA2BBAAAEEEEAAAQQQqH8CPCIEEEAAAQQQQGCaCphZ2fnNbJJz7fl8e8yxR5TOs0d7na3baJM920gxtRqbiKh9nnX8uCqdtcfTeuPFr8vukwYCucCnz3+oblvf6tdPzMt7r1873sgKr9d4oJNazTPLJOfp4xrNw8wUtVl2XcsXM/NttpoV66yHLQIIIPC3CXDHBQEzm+C1iBl9ZhiYYWCGgRkGZhiYYWDWcA0KLxlIDVjAr34fvXmwIoAAAjOkAA8aAQQQmC4C8WrJZJL/20E1i7dragoEpkwg+xkrf7PO1+It4/28so7iLioEEJihBeL3fPY+fTYM/92efq4ua/mean7v5xaVnIcOHaoVV1yxziG2aNFC33//vZo1a1bnfjoRQEAQIIAAAggggAACCCCAAAIIIIBA5QswQgQQQAABBBBAAAEEEEBgsgUaTfaRHIgAAvVMgIeDAAIIIIAAAggggAACCCCAAAKVL8AIEUAAAQQQQAABBBBAAAEEEECg8gUYYQiYlX8ImZnJrDzii13yiC8fijpyHqVfTtTxgHZaZYu55SeJ1bPSYr4d2HWkbj5psFeslSjw0bMfqveBPTTm29Gy+GWSX0oeWbH+XR01S9vZ+FIhsSCAAAIIIIAAAggggMD0FeDeEEAAAQQQQACBaS9g5vOgJXdjZmlu1KyYY269NPI59sil8+zRXqdzG3Xcq42f0bLwZBYbqaqqWmfv8bTeeOFr38eKQFHg0+c+UPdtb0/Xnm/kV4yKG9OaXTur1TyzME8vFgQQqEwBRoUAAggggAACCCCAAAKTI1D7Swgn5zYcgwACCNQfAR4JAgggMH0Eqv1uquXbag+vs7W0znrYIjDFAukNvPxW5m/lWd4gI4BABQnEf+8oHY757/a8nf27PG+RK1Vg6NChWmmlleocXosWLfTjjz+qWbNmde6nEwEEQoBAAAEEEEAAAQQQQAABBBBAAIHKF2CECCCAAAIIIIAAAggggMDkCzSa/EM5EgEE6pUADwYBBBBAAAEEEEAAAQQQQAABBCpfgBEigAACCCCAAAIIIIAAAggggEDlCzDCGgEzq6mjMDOZlUftLyWKdnwhUUR8GVFp3mT/tlpli9ZKn3VW6zPOBnYbqZtOHBR3Q1SQwIfPfKheB/bQmG9Hp1Glp903vqbrYP27NtEsC8zKlwolHTYIIIAAAggggAACCCAwXQW4MwQQQAABBBBAYDoJmFnZPZnZJOfaY5495tfzKJ1nj761O7XRpnu18XP6TKuvXii+ZyQiPhD+rD36a/jgL1M3GwQ+efYDddvudoeoTvPy6TrxVuS4cNbq2kmt/jEz8/RhQiCAQGUKMCoEEEAAAQQQQAABBBCYPAGfs5JMLAgggMAMKcCDRgABBKaTQPZqKdtO6i7N/viYSd2efQ1DIN7brRlp/r5v6vD39bI381KLDQIIVI5A+pnKyhkOI5lCgZdeekkrrbRSnbdq3ry5fvzxRzVt2rTO/XQigEBBgIQAAggggAACCCCAAAIIIIAAApUvwAgRQAABBBBAAAEEEEAAgSkQaDQFx3IoAgjUIwEeCgIIIIAAAggggAACCCCAAAIIVL4AI0QAAQQQQAABBBBAAAEEEEAAgcoXYITlAmblHzxmZjIrj/gyojziy4eijlz7S4mi3WG/tlp1q7klky++8XN5kZrPdn9fN504KJpEBQh8OPAD9T6op3797lcfjT/X+dafc/NnfKN7N9Us88/Klwq5CysCCCCAAAIIIIAAAghMfwHuEQEEEEAAAQQQmJ4CZlZ2d2Yms/KIufXSiHn2PGJ+Peo8r9WpjTbdex7JlC1+rqw2mZnO3WuAhg/+MtvHtsEKfPLsB+qx/R3yqyILcwoPv0TkHVq729Zq2WZmxXUVUXqNRR1Rek2amaJtZjIzxWKW5dp1tAkEEECgPgjwGBBAAAEEEEAAAQQQQKBuAbPiv+mzI+IbRyOyFlsEEEBgRhLgsSKAAALTSyB7tZRtp9d9cj8NRKDs5bnVvBfXQEbPMBFoMAJm5mON8MTaoARefPFFrbzyynWOuXnz5vrpp5/UtGnTOvfTiQACRQEqBBBAAAEEEEAAAQQQQAABBBCofAFGiAACCCCAAAIIIIAAAghMiUCjKTmYYxFAoN4I8EAQQAABBBBAAAEEEEAAAQQQQKDyBRghAggggAACCCCAAAIIIIAAAghUvgAjrEPArPyDZcwsfZiUWTHHF77kkX8hTOQ8Sr84ZuN922rVreb2e6pWdXX24WexjfrZ7iN14/HP+z7WGVnggwEfqOeBPTXmu9HyZ9mH4s+wP9dRx/O8wT2baKZ5Z1ZcH6XXRrTzyK+nyGbGlwqJBQEEEEAAAQQQQAABBKaiAKdCAAEEEEAAAQSmu4CZld2nmU1yrj3mRvP50si151LX9Hn2zfaZJ60iMdQAABAASURBVJtnj/lXn4ZVzMhG7fd07l4DNHzQl16xNkSBjwe+r27b3+FXhF8V6ZrwGXrPfsHEqrW7ba2Wc8+k/LoqvcaijohrMA8zY55eLAggMAMK8JARQAABBBBAAAEEEEDABczMt5NeTeYHRHhiRQABBGYsAR4tAgggMN0E4tWSxeumstdX3lNom1nNYzEr1jWdFAhMTCC915vvLLyvlzfJCCBQMQLxM3X+Dn7NePx3e01NUbkCL7zwglZZZZU6B9i8eXP99NNPatq0aZ376UQAgTIBGggggAACCCCAAAIIIIAAAgggUPkCjBABBBBAAAEEEEAAAQQQmCKBRlN0NAcjgEA9EeBhIIAAAggggAACCCCAAAIIIIBA5QswQgQQQAABBBBAAAEEEEAAAQQQqHwBRjgxAbPyDx8zM5mVR/4lMJHzL4aJL46JiHZp3miftlq1Uxv5GdJdmm/N0lbP93xfNx7/vPewzogCHwz4QL0O6qnffvhV8ufUZFJEod7ovk0187yzqPY1Ee084hrKw8z4UiGxIIAAAggggAACCCCAwNQV4GwIIIAAAggggMDfI2AW86XF+zYzmZVHPjea53zeNHLpPHu019hybm2+37yS+erhWy/NIyrpvL2f1mvPfSGWhiXw0YCR6rHjXek6iJGbmSeTmck3Wqd7Z7Vs3Ur59RTXUmkd7fz6i2xmzNOLBQEEZkwBHjUCCCCAAAIIIIAAAgjkAmY+L1BomBXrQpdqfwlh3k9GAAEE6r8AjxABBBCYfgLVflfV8m21h9fZmtVm2Wsssyxn+7Kt2YR92R62CBQEyi4R87f0rLCDhAAClSRgFr+3I7JRmSwr2FaswAsvvKBVV121zvE1a9ZMP//8s5o2bVrnfjoRQKC2AG0EEEAAAQQQQAABBBBAAAEEEKh8AUaIAAIIIIAAAggggAACCEyZQKMpO5yjEUCgXgjwIBBAAAEEEEAAAQQQQAABBBBAoPIFGCECCCCAAAIIIIAAAggggAACCFS+ACOcpIBZ+YfKmJnMyiO+CCaP/AtiIudfHFOaN9qnrVbpNHe6z/jIs/RBaPKtN57v+b5uOPa5tI/NjCPw/tPvq+eBPfTrD7/6M+mP259Lf0azwrcb3ddRM88zs+q6JqIvIr9+IpsZXyokFgQQQAABBBBAAAEEEJjqApwQAQQQQAABBBD4GwXMrOzezWySc+0xVxpzp3mUzrNH3+pbzK3N951X+aRsNiebNeO7R/677wC99uznZfdJo3IFPnp6pHrseFf60j6fok8Dza4J3/oFsU73zmrZeiaVXkd5HddTRFxzeZgZ8/RiQQCBGVaAB44AAggggAACCCCAAAJlAmbZPFR0mlmkYqS2qe/LY3XH47/WEWN05+OTjrt8/12PjdZdj3tELsTdnovxi+5+rBj3eF13/Kx7H6s77vP++x79WVn85Lk87n/0J00YP+qBRycVP+jBR0viEa8L0dVzMb5X10eK0c3ruuM7dX+k7ujh/T0e/k5ZfOu5PHo+/K0mjG/U6+FJxdfq/XBJPFSoPfcpi6/U56FiPOR13fGlHn6o7njE+x/p86Wy/IUe6VMej3q7PD7Xo30+12OTjM/0eJ+S6F2oPT9RFqP0RO9iPOl13fGpnuo98ejb+xOl6OW5VvTzdjE+Vr9eWfT3PPH4SE/3qiN6fqQB3j8gcooPNaBneQz09oTxgZ7pOfF4tuf7StGjJEft8VxZjNRzPbJ43vPE4z0N6lF3DPb+wd3fUxbvei6PId3f1YTxjl7oPvF4sfvbKotu3i7ES56L8ZZe6laMoV7XGd3e1MsTiVe8/5WubyqLNzyXx6td31AxRnidxbCuIzTxGK7XupbEg4Xa8+tl8bpef7AYw72uO17TiAfrjje8/40HhumNBz0i14o3vV2MV/XmA1m85Xni8YrefqAk7i/Unt8pi5f1zv3FeNfrumOo3ru/7hjp/SPvf0kp7ivJUXu8XxYv6v37svjA88TjBX14Xx1x7wv6yPs/ipxiiD66txgfe10eg/XxvVl84rmu+NT7P713kFLcU5Kj9hhVFs9r1D1ZfOZ54vGcPr+n7vjC+7+4+1nVFV96f3k8oy/vzuIrz3XF197/9d0DVRZ3ebsQ33guxgB9c1cW33qeeDyt7+6qO773/u/v7K+64gfvL49++uHOLH70XFf85P0/3dlXZXFHoe3557J4Sj/fkcUvniceT2r0HXXHGO8fc/sTGnOHR+SS+NXrPLJXUNm2+EJK6b0+sSDwVwTyN/bSOarTe32pZIMAAhUlUO3v2Wf/m6OihsVgJiIwZMgQrbrqqnXubdasmX755Zf0fzfqPIBOBBCYUIAeBBBAAAEEEEAAAQQQQAABBBCofAFGiAACCCCAAAIIIIAAAghMoUCjKTyewxFAoB4I8BAQQAABBBBAAAEEEEAAAQQQQKDyBRghAggggAACCCCAAAIIIIAAAghUvgAj/GMBs/IPKzOz9GFlZsWcfylM5PyLYiLnXyBTmjfap61W6TS3zO/a8q15w9dBvT/QDcc+5xXrjCAwst9I9Tqol377aazMTOYP2pPnVKnDA5tqpn/MrLquheiLiGsmDzPjS4XEggACCCCAAAIIIIAAAtNCgHMigAACCCCAAAJ/t4BZzJsWH4WZyaw88rnSPMccah6l8+zR136LubXZfvP6CbNzeCHzjZl5Nl2w30C99szn3sNayQIf9ntPPXa+W4rnPUKSSR4mM9N6PbdWy7lapQ+Qj+smv46iziO/3iKbGfP0YkEAgRlZgMeOAAIIIIAAAggggAACdQuYZXMF5XvjG0erted/f9KeF3j890ftWYi9PNfE+T9qb2/vff4Pitjn/O9VFv/9Xvt6X8R+nvc7/ztvf6fI+53/bcr7e9/+532rA7ydctTnfaMDPA6sHed+o4NSfK2Dz434ytse532lgyPO/UqHeD7E86EpvtSh5+bxhddf6LBzPc4pRhevu5zzuSIO95zi7M+V5yO8PuKcz3RkilE64pxRXhfi7FE6yttHeT7a46izP9XRJXHMWZ/omLM9IhfiWM/HnvWxjitEVn/k7YiPdbz3H3/WRzohxYeePc70OOtDnXjmB4WIOuIDneR9J52R5ZPPeF+14xTvO+XMkTr1jEKk+j1vR4zUad5/2hnv6XSP085417PH6Vmccfo7yuJdzxHv6EzvO/O0d3SW57NOe1tnepx1+ls66zSP09/W2Sne0jned473ZfGmzjntTZ2b4q1C9vapb+q8097Qeae+ofNTjPAcUWz/99QRirjglBG64NThhXjd8+u60NspTnld/zv1dV0YOcVr+t8pr+miPE4u1J4vPnmYIi7xfMnJr+pSj0tSPUypfUrWd5n3X3byK8riZc8v63JvpzjJ60Jc4fmKk4bqypK46sRC23PUV534kq6OOOlFz4Xw+poTX1Qe13p97YkvKIsh+r8TPU7wyHPUHtelGKzrT8jihsjHex3h9Q3HD9INJwzSjSme9+xxfBY3eS6P53Tz8R7HPatbjveI7HGrxy2FiPrW457RbRHHFvJxA709ULd7XxYDdYf33XHcAM8exw7QnSme9hxRbN917NO665indfcx/VPcU8jRjjqLfrr3WI9j8uire4/pq/u8nUVf3R/to5/y7OH5gRRP6sGjn9SDqX5KDxxdaB/1pLoe9UQxjn5cXT26Hf2EUhz1uLqXxWPqcVTE454fV88jo/Y48lGvs+jlda8jH1HvFI8q2r2PyNuPqM8RD6vPkXk8pIeO9PC+h7zvoSMe0sMeeX74iD56pBCPen70cG+n6K1HD8/iMc+PHd5LWfT23FuPezuPJw7vqWL00JOHe3Tp6bmnnuoSdRZRP9Wlu/pGHNZd/Tz389zXo99h3ZSiSzf197p/l65KcVhXPV0SA7yOePqwBzUg4tAHNPAwD8/PFGJgIWft+/XsoR6HeBTyc14/d+h9eu4QD8/PRxxyr54/1MPzoEIM9hyRte/R4EM8Dr5bQwrxgueIaEdOcdBdevHgQqT6Tr10cDGGeh3x0kF3aOjBHp5fLsQrniOi/cqBt+uVgzwOvE2v1oph3h520G1K+cBb9VpZ3KLXD4y4VcM9Dz8gao8DbtbwQozwPOKAm/RGips1wttv7O/tFDfqzf1L4oAb9VaE90V+e/8bFPFWIb+9//V6J8UNetfzu/t52+Pd/a5THu95/d5+/6cU+16nkd4eue//KcV+1+r9srhGH+znse+1+jBF1Nd4ncfV+mhfj32u1seeP/b8kcfH+1ylPD7x+pN9rlQWV+lTb3/q7VEprtCofa7wviyP2vtyfbaPx95X6PMUUV/udSH2ukxf7O0RuRBfev5yr0sV8dXel+orr7/a6xJ9tbeH568L8Y3nb/a6WF97RE6x50X6thDfeZ4g9vifvt/TI3KE1z94/mHPC/VjxB55vkA/7pHFL+ff4y+h4nWTp8Jqlr22MstyoXuCZGYT9NGBQI1A2eVh6b29mn0UCCBQMQJm5mOJ8MRa0QKDBw/WaqutVucYmzVrpl9++UXxfzbqPIBOBBCoU4BOBBBAAAEEEEAAAQQQQAABBBCofAFGiAACCCCAAAIIIIAAAghMqUCjKb0BxyOAwN8uwANAAAEEEEAAAQQQQAABBBBAAIHKF2CECCCAAAIIIIAAAggggAACCCBQ+QKMcDIFzMo/aMbM0odLmRVzfDFMHvGlMVFHjg8mqZ032qedVuk8t6qr44PQqj37A0lltQb1el/XH/2sd7DWZ4H3+o5UjwN76tcff1U8gfFc+jPpZdqqw4ObqtXcM6n2cx/tPOIaqR1m2TUVYzezSCnMinXqYIMAAggggAACCCCAAAIITL4ARyKAAAIIIIAAAvVCwKx8ntPMJjnXHvOn+Xxq5Nrz7e23mFub7T9vmpeNAWbT7D5H63PvMWd7wX4D9OqAz2IXUYECH/R9Tz12uceffx9c4TlP14A3ZdK6PTqrxZyt0gfIl14/UecR11geZqaozUxmpljMsly7jjaBAAII1EMBHhICCCCAAAIIIIAAAgi4gFn273kzS//GNytm312zeq/XJvmqWPLjvPbSu2OHKWrvksxXD3mHmcmkQhSqQlLs85AvZqbsl2Rmkjx8jRS1WTSiiojalLpMUh5emJlvC11eR1VIXloWkh9jhfA6DvDw1RvyJdvnhR8jmWVtT95QtlgkU/zKKsksWh4mycPSxhRL2tbs91bUnuIQpU00skppn0XKQvliXnhkq2Knmcnki28sVaZIvvVsMisJ+WKS+a/YpiRfao6RvJQpWyxVpkjRL9+YmUwqRKGKJF9in4d8r5n5NqoIk6JVSIp9HvIlksm8kqL2bVqVukxmHpJM8ihss+QdXvh+Lwr7ovLI+3y375B8YxaNqDy8jpanaCjL8sV7U0PySmam9MskL3z1wvuiYd6SLxYRfR6+KutOvYolKvkOk/8yyUt58kK+ROWRrZJbxtxrAAAQAElEQVTvNLNIXsdqkkrCS19lZlnIF5PMf8VW+ZLvN8nMZMoWS5Upknd7Npl5SJ49ZFKE92XZt6nLZOYhefaQSRGR5Evs8/BKkWq6FZWHr1lpMvPwAy1FYZuSb3xVhG/MUuGVZBa1eZZk8sVkZp6l2NZE6jMVkiTz1RSLV96yLMx7/CBf5R2Sb8xDvlhE7PDwVVm396ZGSVOSmRVCksmX2ESo0DTPHiYpjpUXvnpDKtTRNDOZRUiyWH0ThQqLN323zCyL6DbJ/FdsI5l8KdlvZt5t3hlrZI9slWJfhBSlzH95Je9SWkxZ7R1mJlO2WKpMeVLs85AvkUyFX9HwOtYUvjEzP0peRURtKnRFRxaKPg/JK490gLdNKnR4joYnybssizjOw9folLJexWK+MbOsx6LhEWvUWW+0vJLMTOmXSV5IsfE++RJd8trkvzzLw1fJ5EtsIpSaZiazCEkWq2+UL15nq8wsi9hlkvmv2MoX81C+P8+pL9/4Edmq4nGplPkv+WIeitoLP4WXJjMPZUtWmeSrYol9Ed5hZr5VIUyKqpAU+zzkSySTRaWovZC8mdUmMw9JJnkUtlnyDi98vxdpn7c8eyvvyzu81ywavk+SmSn9MsmLYnjDLDoLXV5b6pM8SbHxvsjRL18sIvo8fFUckm1iT6HyHeY7PKUOky81Gy+yVfIDzCyS17GabzyUL+b7soges2KdtyMTCExSIN7Yqzkge4+3pkmBAAIVIxD/d0Mq/ob33+0VMzYGUhQYPHiw2rdvX+woqZo2bapffvkl/d+Nkm5KBBD4YwGOQAABBBBAAAEEEEAAAQQQQACByhdghAgggAACCCCAAAIIIIDAFAs0muJbcAMEEPibBbh7BBBAAAEEEEAAAQQQQAABBBCofAFGiAACCCCAAAIIIIAAAggggAAClS/ACKdEwMzKDjezmg8tM8vq+GKYPOLLY6KOXPqlRFFHbLTPP7XaNv/IzmmeIiJ5HtLnA914zLPeYq2PAu899Z56HtRTv4/+PV0DvvHVFL/k244PbqZWrVup9nMf7Tzi2sjDzG9ZEvLFzHybrWbFOuthiwACCCCAAAIIIIAAAghMiQDHIoAAAggggAAC9UfArHy+08xkVh753Gme83nVyDG/Xprbbz63Nj9gvjRA862fSvLCLG100QED9eqAz8RSWQIf9PV5+t3uVfZcyxeTmUdUjaT1e3ZWizlapg+QL71eos4jv74im5nybGaKxSzLtetoEwgggED9FOBRIYAAAggggAACCCCAQC5gVv7vejNLcwf5/sg1X0JYLVV7xCb6CqWyLyX0bbbTD/K1sLPmOD+RH5G2foM4RToo2+97/La+jV2+z2/s7azhN/EiO85v4s2oo0q5cFykvM9v7bfwVur0sxY7snP7Xu9NddoVx3n46jfyOyjszyrv8h1xX56iEd2eI6Wz+HmyZnaM96WTRp8X2Y3SGeNA3+sp6y/s8hOl3riBH+fJd2TnKtR+RLb67eIIT35IOk86LnZGX+yL8J1xRj/AV6+iHTHBcXF+74x9KbK2n8o7o47KI1YPP5mvfj7fm5pxXxF+W98RN/AU+z28LzsmugtVIflBvvoxcR7vy6rCcX67/JTeUzwuHesH+84Ys+/w3X7LOD76UnhXfpz3+5p1xL7UyJpx+3Sm6PPwNdtROC7a+f50bNaIvX5cahRqb07s/vwI35W22Tmyx5rqfEe2N50kndXvOO3PGr43Fb7fb+uttHpXdkz0+YmiHTsiUh19vq/mXF57V6xZlR3ku7PzeuE9GWecI8L7Ch1Z8na6Tz+Jl96XbuG3j44IP3Ps8Nvmx3lv2XHZ7uy47NZe+/FxkriNHxxlSlFEX3act7IbZ/ui028X+31PVKk/ulOfH+tr7PKH4PdRHXuyZuz3Hj/e+/wgX7Md2Vn8+KwZx/lBsWYdvj9vZLf37nQKb/lJfPWOuLl3pmOzZpwnj7i9H53t8GPyOt3CT5Ad5+fwjrTPj4mDUx19KbwVx/phsdtbXsUOP9JTuo+03/cUsh+Q7/Tsqx+X3Zcf4zv9MD+Vd8Y2kue0el16nB/q3d7p27Sm0s/hJ/Ct33Xa+i7P3ucdfme+xnHR631RpvDa96RD0sY7U9ckj/NH4AfFY0q3rTm2eH++O3bFgbHXc9aM22ThXX5fvk13G3v91qmO7uwY70mNdJQfkjW8149L25R9E6vvz46LPX6nsXq/t/zB+Jr2eysO8ojKzxdrCm/7QV6WHOet1FfIUefhZ0h3kDax328WKd+fau9L+z17v2+z1ff5A/PV7zPO45FVviPWONYjGfjts5xumm6TKj/Od3npt4xj4xze562oyo7z3TV9fkjhZlmV9sXGI+7HT+j787N4y/v9ZLF6w08Te6PPy3QGr+PodFuvfXfZcTVdXsQxnmr25yfNbp91xzHRX3pc7Pe7y07tO+KYiHRcvsP3puP8Qfnqu7yVjvUDvMNbfgdeeDNWf2mVXluZZa+xzCy6U18q2CAwOQLZZVM40hS/Cg0SAghUkEDhr4iaEfF7vYaiYopBgwapffv2dY6nadOmGjNmTPq/G3UeQCcCCExCgF0IIIAAAggggAACCCCAAAIIIFD5AowQAQQQQAABBBBAAAEEEJhygUZTfhNugQACf6sAd44AAggggAACCCCAAAIIIIAAApUvwAgRQAABBBBAAAEEEEAAAQQQQKDyBRjhFAuYWdltzExm5RFfEJNHfIlM1JHzLyUqrTfcu51W2+YfUvGz0FRdqAf1/kA3HP1M2f3R+PsF3n3yPfU4sJd+H/178XnzJy0+BC+euk0e3FQtW7dS6fNc+txHf1wTeZgZXyokFgQQQAABBBBAAAEEEJimApwcAQQQQAABBBCoZwJmVvaIzGySc+0xnxpzq3nkc655Xm2zubXZAfOmqXafrk3nTtk3MW970QED9crTn6V+NjO+wMgn31GP3e7NBuJPsD/NqY55ejUyrd9zazWfvWX6APm4ZvLrJOo84prKw8yYpxcLAghUhACDQAABBBBAAAEEEECgAQuYZfNLpQRmWZ9ZlmMuoHS/T0h506RYPaIws2jWhGLxPkWP+dbDtzIzmbLFUmWK5N2eTWYeykNpMTMphSQvY2NmqTRJXioWM29FeCNLpuyXPHukTvNCSh2+MfN25AgvfZWZb1NI8jI2lhVpa2bRpUjZRoXFlH6ZPHvEAR7e9IZ8iSoLiyNMsZVZFCaTL4WNRcsUW5mZh9cmRRFJaYnKI9YU5rs9Yp9J5r9iq7i9LC+9ito8q7CYZ49YPRTHR0Svt331ylfvk7wVq4e8bWYyZYulyiTvy6JQygq/lBYz8+zhq+9ItZml0lLLN76aeSuFFMm3nk0mZZE6vRU5hfd707e+3zyi8kj7zAspdfrGPOSLRcQmZS/iWK+z3ebJw+TZI/Z5+BoNKXp9X2Qr1CbJzLcevnpDvpjilxeepejPwlLDt8qWqDyy1Y+zLGKn38AiR6TaW7GmSBv5VsWNt7I19flNfJfJzEP5Yl54xOrhO301mffGannlt1EKFZLv8bYpW8yi8vBVhUhd3jAz3054nHd7p+/zwrLKj4sqGp693zsUSbLCr6g8Uqf3meQ7FEvq8oZFWPRIZl6kkORlbCwr0tbMPHt4VoR8MQ9Z+pVVkpnFxrMkL1WzmDc9TMoOyQrfeod8icojW/0YqwkvZH5EtprXJt/EKjPLQr6YR81qil++kR/i4S0vrGS/5K1YPRT7IuSNlJUtXiv1+TZ2eW1mvlVaaiqLpm9ijfAjzMy30S/PJvk2rak0mXkoD2WL9ymFUvKt5zgmKo/YJ3mflG3yFMdEKC1m5tnDV0X4xiwKi0pRWhyRCq98VYRvzMN3pa2ZSR6+elZaUi3Lfpk8e0Snhze9IV+iysL8CN/lW8nMYiPfepYv5rXJN7HKzAohyVSymDdNvpEf4mFZyBfzUGw8fKdFbZKXMv8lL0z5EpVHrCnMd3vEbpN8VVr8NoqWd2SlycxD2ZJVJsXq/fLwVVbzS2kxM88evvquVJtZKi21fOOrWaHlKZV+hJn5Vll4nSqTFLWHr5Ks8Csqj+hMIfkOyTdxhHyxiNik7EUc57Uf4lvz5GHy7BH7PHz1hnyJHR6+1yJMvvWIAzx89YZ8Me83z/Ls4WXsMysUyhfz/SbfxCozy0K+mIfSJooUZiazYkSnmUVK/algg8AfCfj7fMVDqv293rKO4i4qBBCYoQXy9/Nn6EHw4Ccq8Pzzz2v11Vevc3/Tpk01ZsyY9DOWdR5AJwIITFqAvQgggAACCCCAAAIIIIAAAgggUPkCjBABBBBAAAEEEEAAAQQQ+BMCjf7EbbgJAgj8jQLcNQIIIIAAAggggAACCCCAAAIIVL4AI0QAAQQQQAABBBBAAAEEEEAAgcoXYIR/TsAs+2Cy/NZmlj6kzKyY44Ni84gvk4k6cumXzOT1+nu2Vfvt5slOVzhHNLzUkD4f6oajnokmUQ8E3n3iPfU8qJfG/TrOH41JvioWf7LMTB27bqpWrVulLxWK5zePeO7ziGuhdpiZzCzOVJbNsr60gw0CCCCAAAIIIIAAAggg8CcFuBkCCCCAAAIIIFAfBczK5z/NLM2PmhVz7bnUfJ41csy/lubVNmujzQ+cLzuH4hySmWf5YtIlBw7Uy/1GeYN1RhYY+cQ76rXHA8UhxHPsIX+OGzVppPV7dlLz2VqkefrS6yPqPEqvKzNTtM1MZqZYzLJcu442gQACCNRnAR4bAggggAACCCCAAAINUcCs+O/4GL+ZpX/jm5Xn+Pd/xAbLV2uD5au0/nLjtd6y47RuxDK/a+2lx2ax1FittdRvWjPFWK+zWNP7a8KPXaOkXax/1xpLRYz17LH071q9EGtE9n2re6yx1DitHpH3LT1O7QuxeiFn7fHeHzFOq3n/akuP9xyRHx+1xzIehX2rer3q0lXKYrzniELb963iseoyVVqlEKsuU61V/Pis7XW0fd/KKaq1srfzWGnZknahXsn3r7SMVBorLltoe466Jvy4FZYxrViIFZb1uhBRl8a/vf/fyzbSCss0Ulab56hLYrmsXn65xvp3hB+/vPctv2xjZdFIy3nfcr5vOe9L2evlPVK9bBMtt5yH71s2ImqPZVM0VpabeG6qZZZrqmWXb6JlIlLdVMv4cVlE7bF8Uy3t+5aOnKKZll7eI+9brpmW8oi+yEv5vrqjuZZcvjz+Vaud9v+7uf6VooVnj+WzWKKQ//XvFkp15BQttUTK3u958eWjHdFCUS/+75bKopUW+3dE1o56cW/HvsVWaFnYF/tbaVHvj4hjFl1hJmXh/StEzKRFos+PWSQi1dE3s/dHRB0xsxZeISLqmQp1tGvHLFpoBY8VZ/bssWLUHqkvywt6XRO+f8GamFULrliMf3qdYoVZlbK323lk9Wxqt2JJrFRSe39bj3x/1G19f5Zn1wIrRcymtp7brhj17Gq7QDDS7gAAEABJREFU4hxaoFBn++fQ/CtFzK5oZ3W0izFf2j+nHzensjr2Re2x8hyab+U5NN/Kc2reiJVKcqrn0rwrefi+eTzmXXkuzVOIVPu+rN3a+yPm0j98/z9Wbu25JFYp1JEjfH+bsphb0Z57Fc+FyOvIc688t1Ks0sazR+RCtPZcGnN5O6L1qm0U/ale5R+aK0Ubzx6rZu05I0f4vqjnXGUepfC+OVKft1edR3N4e07PEXN4nmPVeb0vYh7N7reZvdCe3fdlMa9m976aWG1ezRax6nyafTUP3zdbivk0m/fN5n2zep41ck3Mr2Jf1B6rza9ZCjFrIeftlNvPr5m9vxgLeLuOaL+AZiqN1bJ2q9XaaqaI9m2V6sh1RMv27dQqRVu19P3RzqOF90dEu8Xq//T9Hqu3U4uI9v9UixTt1NyPa55q71t9QTVP8U/PEQuqWbR9fzM/R1Yv6PsWTP3RzmIhNV3dY40FU39WL1SoF8z2xX6PJhFrLJT6mqyxsIqxkJqsvrAae+S5se+fWDRaYxHVDivpS/WaiyiyrbmoUqyRZUUuRNTy/VleTNVrLqbUTn1Re/ix1Wtk+2J/9ZqLqypF3ldor7WYPltsVr3Q4ic9Xf2Fnq760uML9a/6IuWnq7/02sP39U/xpfp5Xz8/brDfZnhradRic+inFdtq3JpLaNxaefxLv68VkbWzOtrFGOv7x661pLIo9K/t7dKI/WsvpbF5rLOUfl9naY1bbxmNX385VW2wfAozK3t/xcxqXoOpjsXM6uilq8ELlF0Wlq6hBm8CAAIVKGBmPqoIT6wVJfD8889rjTXWqHNM8X96xowZo/h/GnUeQCcCCPyhAAcggAACCCCAAAIIIIAAAggggEDlCzBCBBBAAAEEEEAAAQQQQODPCDT6MzfiNggg8LcJcMcIIIAAAggggAACCCCAAAIIIFD5AowQAQQQQAABBBBAAAEEEEAAAQQqX4AR/gUBs/IPnjGz9GFTZsUcHxabR3xYSdSR4wNMIkdEHbH+nm212rbzSNXVvnr4Y/NSUQ156ANdf+RA72H9OwXeeeJddT+op37/dVx6XvzJytZqf1T+ZHXs2lGt5mo12V8qFNeDWfF68bOkaygygQACCCCAAAIIIIAAAghMRQFOhQACCCCAAAII1FsBMyt7bGaW5knNrOZLQ2IutTRibj2PmF/PI/pW3XRubXbAvNk8u8/bVkfIF5/Hjfn2Sw8eqKF9P/UO1hlRYOTj76jnnvdnc/TxnHr4k+1rtayxab3uW6nFbC2naJ4+ri2z7LoLEzOLlMKsWKcONggggED9FuDRIYAAAggggAACCCCAQB0CZpbmmfI5gLuPr9adx47X7Uf/rtuOGqubDx+jG7tkcf1hv+j/Dv1Z1x022nPUv+jaQ3/RNYf8XIhfdPUhxbjq0NHK40qvizFGVxxaGr/q8kM9DsviMs9Z/KZLDyuNsbrksJLoMlYXe/viLr8rj4u8vqjLOP2vVlzo7QsPH68Lu3h4viBFlS44PIv/ev7v4dWKON9zHud5fd4R0nmHe3g+N4Xp3COyOMdzMRrp7CM8jmykszyfdWRj5XGm18VoojOOLI2mOv1Ij6OyOM1zFs106lGl0VynHFUSRzfXySlaeM7ipKNb6KSjW+rEWnGCt084ppVOONrD8/EpZtLxx2RxnOfjjplZEcd6TnHszDrG62OOnUV5HO11FrPq6GNn1VElceSxsynFcbPpCK+POG525XG418WYQ12OK8Zhx8+pw47ziOxxaE3MpUOOL43WOvj4kjihtQ5KMbfnuXXgCXm00QEnlMf+3t7/xH8oj/283u/EeRSxr+c89jlxXtXESfNqb2/vfdJ8ymMvr4sxv/Y8KYs9PO9x8gLa4yQPz7unaKvdT85iN8/FaKddTy7GLqf8U3ns7HUxFtROp5TGQtrxFI9TPQr5P17/59SFtUNZLKLtTy2J0xbRdt7e7rRFlce2Xm972mKK2MZzHlt7vfVpiyvF6Yurc4olPGfR6fQlVIx/aavTs9jS85ZnLKk8tvB6izOWUh6be12MpbXZGR5nenje1POmZy6jiI6ei7GsNjmzJM5aTh3O9IjssXFNLK+NziqNf2vDs/5djLP/rQ28vcHZKyiP9b1e/+wVFbGe5zzW9Xrdc1bSumd7eF4nxcpa55ws1vacx1rnrKI81vR6zXNXVR5reJ3Falrj3NW0ekm0P7e9UpzXXquVxepa9bzSWEOrnFcS56+plc/ziOyxUk2spRXPL421tcL5Hv/1KOR/e/3v/66jiOU9Z7GulvtveSzr7WUvWE95LOP1MhesrzyW9jpiKc9LXbCBUly4gZb0eskLN1Qe//K6GBtpiQuLsfj/NtbiF3p4XqwsOmjR/5XGJlrkfyVxUUctXIiFPBdjUy14UWlspn9e5HGxRyG387rdxZsroq3nLLbQAheXxCVbaH5vz3/JlspjPq/nu2Qr5TGv1xHzeJ7nkk5KcWkn/SNFZ89ZtLm0s4qxtea+tBitL9tGrS/18DxXWWyrOS8rje00x2Uel3t4nv3y7ZXHbF4XYwfNenl5zHL5fzTLFVnM7DmLHTXzFTtqpprYSa2uKIkrd1LLFDt7zqLFlTurxZW7pGjuOY9mXje7alc1u9LDc9MUu6npVVk08ZxH46t2V4qrd1cjrxtdvYfyMK+Lsad0dWnspTYPnqDWDxynH/67nR7tPL/O/+dX2m/8YO1bFkO0z/iSqBqinX5+Wlt8/pDWfONOdf7mcR0xy9vqtvm8euPYDfXrNfvqt2v389hfv15bEv+3v8akOMBzFqP/7wCN/r8D9UtJjL7uIP0Scf3B+sVj9A2HaPSNh2rMTV30682H67dbjtDY247SuDuOUfXdx0sX7FPzGit/naXCYmbp/b5Ck4TAxAWqS3f5u7n+3m5pDzUCCFSGQPy/jfQDeIXh+O/2QkWakQWee+45rbHGGnUOIf4fz6+//qr4fzx1HkAnAghMjgDHIIAAAggggAACCCCAAAIIIIBA5QswQgQQQAABBBBAAAEEEEDgTwk0+lO34kYIIPA3CXC3CCCAAAIIIIAAAggggAACCCBQ+QKMEAEEEEAAAQQQQAABBBBAAAEEKl+AEf5VATMrO4WZpQ8qMyvm+DCzPOJDS6KOHB9kEjkir9ffs61W224eP4dkUk3Ilxce/lDXHzHQK9a/Q+Dtx99Vj4N6a/xv4wvPS+EZ8uRPtzbtvplaztlqsr9UyMxkVowYk5lFSmFWrFMHGwQQQAABBBBAAAEEEEDgTwtwQwQQQAABBBBAoH4LmJXPh5pZmj+NR22W1TG3Xhoxt14aMc+ex6qbtdEWB8+fnSNuHydKYb41XXbIMxr61Kdes85IAu8++rZ67vWAP2RT/PKN/OmVTGrcrLHW776VWszWcrLn6eN6MjOZZSFfzMy32WpWrLMetggggEB9F+DxIYAAAggggAACCCCAQKmAmdX8u9/M0hfU1p5PinY+pxS5adOmiphYHfuIzAgHHLgG/q5rgPvl2uMaqJRrYJFFFlGnTp303//+V9ddd50uueQS7bDDDop+TcYycuRI9enTR8cdd5wOP/xwnXrqqXr88cf1ySefpNc9U+pU+vonbhvtiNI6XjtFxHsspWFW/rorf/hmlpdkBOoWKLtELL1+r/tAehFAYEYWMDN/+BGefDWZb1lnZIFnn31Wa665Zp1DiNcPv/76q+I1Q50H0IkAApMpwGEIIIAAAggggAACCCCAAAIIIFD5AowQAQQQQAABBBBAAAEEEPhzAo3+3M24FQII/C0C3CkCCCCAAAIIIIAAAggggAACCFS+ACNEAAEEEEAAAQQQQAABBBBAAIHKF2CEU0XArPxDZ8xMZuVR+uFm8eElecQHmtSu19+znVbd9h/psVX7NsJTWl985ENdd/gAVZd2pj1spqXA24+9ox4H9tL438aluwn+amXbSJv12Ewt52g52V8qZGbpQ/XMsutEvpiZb7PVrFhnPWwRQAABBBBAAAEEEEAAgb8gwE0RQAABBBBAAIEZQMCsfF7UzCY51x7z7vn8eu0cc+8rd5xbmx88v2JCPWZzM4KoPHy9/NCBeumJT7JutvVe4N1H3lKvfR4sPE5/AmNyPpL3NGraWOt321ItZpuyeXqz4jXmp0nXW+QIM4tEIIAAAjOWAI8WAQQQQAABBBBAAAEEkoCZpX/nm2U55pEizCz9v73SuaSYR4rIv9g2MsEXS3MNcA3U62ugKc8Pzw/XQCVeA4sttpi22WYbXXjhhbrpppt02WWXabvtttMiiyyiyVnee+89devWTUcccYQOPfRQnXzyyXryySf18ccfp9dFU2qWvz6K20VdGqWvpfLXWGbZ6y4zm5yHyzEIFAUK7/dlHdX+1m5ZR9bNFgEEZniB6vSDkPz+nuGfyMIAnn32Wa211lqFVnmK1wm//fabIpfvoYUAAlMswA0QQAABBBBAAAEEEEAAAQQQQKDyBRghAggggAACCCCAAAIIIPAnBRr9ydtxMwQQ+BsEuEsEEEAAAQQQQAABBBBAAAEEEKh8AUaIAAIIIIAAAggggAACCCCAAAKVL8AIp56AWfkHlZlZ+qA0s2KODzcrjfggk4j4MLTIEXm9/p7/1Grbz+PnkPwMkm9VWF569CNdf/gAVVfxwTcFkmma3nr0HfU4qLfGj6uS/PmUL5Yi227eczO1mK2F8ucuz/F85lH6vJtZ+hBhM/PTmWIxy3LtOtoEAggggAACCCCAAAIIIPBXBbg9AggggAACCCAwowiYFedK4zGbWZpHNSvm0vnWqPN52Mil87NRr7zJ3Nri0LaydDJ5jsrD12hd0eUZvfTEJ2Kp3wLvPPKWeu3XzZ8/f5yF507R8rpx8ybaoPtWaj4r8/RiQQCBBi8AAAIIIIAAAggggAACCEhmPmEgpWxmZTnmkvKIuaSImEPKo/QLbqOOiH2RCb5smmuAa6C+XAM8Dq5FroHKvwYWW2wxbb/99rr88st166236oorrtB2222nRRZZRJOzvP322+ratasOOuggHXjggTrhhBM0YMAAffTRR+m10eReQ/E6qHbE66c88tdVeTYrf+1V+ljNrLRJjUBRoOzSsHSNFndSIYBApQiYmQ8lwhPrDC3wzDPPaK211qpzDPEaYezYsennJus8gE4EEJgiAQ5GAAEEEEAAAQQQQAABBBBAAIHKF2CECCCAAAIIIIAAAggggMCfFWj0Z2/I7RBAYLoLcIcIIIAAAggggAACCCCAAAIIIFD5AowQAQQQQAABBBBAAAEEEEAAAQQqX4ARTmUBswk/iMbM0gdQmWU5/3CzPMcHm0TEB6NFjsjr9fZop9W2m0fV/ksR1Wmr6upqvfToh7ru8AGqGu+dU3kcnK4o8NYj76j7Qb00/vcqx/dnwu1968+Gb73evOemajEbXypUFKNCAAEEEEAAAQQQQACBeijAQ0IAAQQQQAABBGqAh98AABAASURBVGYoATMre7xmVjbPbmbpw8LzefbIMbeeRz7HHu2oV+rQWpsfsoDP8cYac+oePr8bc+0+2asrDntGLz7+sVjqp8DbD72pXvt29SfP5+XjIfrT5w2vqtWoWWNt0G0LNZ+lueK5zp/zyKXRqFGjmmvGzFJtll1X8sXMfJutZsU662GLAAIIzDACPFAEEEAAAQQQQAABBBq0gFnx3/Rm5bWZpfmAfI6gdN4g6phXKI34Uty8HTVR+V+0zHPMczwDXQPisXK9cg00rGtgiSWW0I477qhrrrlGd9xxhy6//HJtu+22WnTRRdP7Z/qD5e2339aDDz6o3XffXfvtt59OPPFEDRgwQJ988kn6uZTa11Ndr4Hyvvx1U+SI/LWVmaXHYmZlj8asvF22kwYCuUB676/YSO/h5k0yAghUjED2e7v4G77w7n/FjK+hDGTgwIFae+216xxuvDYYO3Zsmn+p8wA6EUBgSgU4HgEEEEAAAQQQQAABBBBAAAEEKl+AESKAAAIIIIAAAggggAACf1qg0Z++JTdEAIHpLMDdIYAAAggggAACCCCAAAIIIIBA5QswQgQQQAABBBBAAAEEEEAAAQQQqHwBRjgtBMyKH1JmZjUfZGZWrPMPOstzfMBJRHwwWuSIvF53j3ZafYd5s4dqkq/yU6V4+fGPdP0RAzR+fJVYpr7Amw+/re4H91b1+Gop4H1jZrFNsUXvzdVi1hZ8qZBYEEAAAQQQQAABBBBAoH4L8OgQQAABBBBAAIEZT8DMyh60mcksi5hbN7P0oeFR5xFz63nEHHtEtCOvtMnc2uLQBeRnkHwrv72Z5aWu6vKsXnj0I7HUL4G3+7yp3gf08KcrniuTxcMrbBq3aKKNemylZjM3n+x5+vxaMTOZWZytJkfDLOuLmkAAAQRmPAEeMQIIIIAAAggggAACCJiV/9vezNK//c2ynM8NRI55o9KIOaTSiC/DLW1TN0lzMDjgwDXwd18D3D/XINdAQ74G/vWvf2m33XbTDTfcoHvuuUdXXnmltttuOy2yyCLpNc8fvRp86623dPfdd2unnXbS3nvvreOOO07PPPOMPv30U40fP36y/q7PXz/F66nSMMteb5llufSxmFlpkxqBcoGyy8MUv8oPoIUAApUgUPuvAn6vz3jP6oABA7TOOuvU+cDjNcHYsWPT/+Op8wA6EUDgTwhwEwQQQAABBBBAAAEEEEAAAQQQqHwBRogAAggggAACCCCAAAII/HmBRn/+ptwSAQSmqwB3hgACCCCAAAIIIIAAAggggAAClS/ACBFAAAEEEEAAAQQQQAABBBBAoPIFGOE0EzCzsnObmczKIz7YpDTyD0KLD6SrXa+zezu1/898xXNWS9WFePmxj3R9lwEaP66quJ/qLwu8+dDb6nZQb1WNr0rWcm9X9zUV2qLXZmoxy+R/qZCZpQ+xMcuuA/liZr7NVrNinfWwRQABBBBAAAEEEEAAAQSmkgCnQQABBBBAAAEEZlABs/J5UzNLc+0xHLOsLp1njzqfX6+dY+59xQ5za4vDFvCb+zyvr174nK9vU12tq494VkMe+cg7WOuDwFu931SvA7r7Q6mumacvPFVq3LKxNuq+pZrN1Cx9GU083/EcRy6NuCZKwyy7bszMz6ua60m+mGV9XrIigAACM6YAjxoBBBBAAAEEEEAAAQTKBMyyf+ubWZoDMMty6VxB6TxCXsccQ0S0IxNN0vwLDjhwDdSTa6AJj4NrkWuAayC7BpZYYgntvvvuuvnmm3Xffffpmmuu0bbbbqtFFlkk/dxC2QujOhrDhw/X3XffrW222Ua77rqrjj76aA0YMECffvqpxo8fr/y1UGmOuvS1VF6bZa+zzMpzHXdLFwITCqQ3APNuf18w++GdvIOMAAIVIhA/B1khQ2mQw4jXCOuuu26dY4/XA+PGjZus1x91noBOBBCoW4BeBBBAAAEEEEAAAQQQQAABBBCofAFGiAACCCCAAAIIIIAAAgj8BYFGf+G23BQBBKajAHeFAAIIIIAAAggggAACCCCAAAKVL8AIEUAAAQQQQAABBBBAAAEEEECg8gUY4bQVMLOyOzCzsg+RNbP0wSbxISd5xAeiRcSH0kUujXV2a6vVd5xPafHbmpmfz1smvfLEx7rh8AEaP67KO1j/qsAbD72tbgf3SV/8ZPJf5mdM4ZtGpi17b6bmszRPH2obz1Fdz1f+nEY2s/Rcm5nMTLGYZbl2HW0CAQQQQAABBBBAAAEEEJiaApwLAQQQQAABBBCYkQXMinOpMQ4zS/OsZsUc87ClEfO2eZTO30a9wsZza8su7SRTtvh5stpkZrr2yGc15JGPsn1s/zaBN3u+oT4H9UjPiT8znv2hmDybmrRqqo26bammrZpN0Ty9maXbm5liMcty7TraBAIIIDAjCvCYEUAAAQQQQAABBBBAIBMwm/Df/GZWMy9QOo8UdT6PVDvHXFLtPtqN05cB44AD18Dfdw1gjz3XANdAXdfAkksuqd1331233367HnzwQV111VXabrvttPDCC6e/u7NXSRPfDh8+XHfffbc6d+6s7bffXscee6z69++vUaNGady4celnIeJ+89dOkfMwK77OMrMJ7sRswr4JDqKjYQuUXSKWXrc3bBBGj0BlCpiZDyzCE+sMJfD0009r3XXXrfMxx+uBeK1gxnNbJxCdCPwFAW6KAAIIIIAAAggggAACCCCAAAKVL8AIEUAAAQQQQAABBBBAAIG/ItDor9yY2yKAwHQT4I4QQAABBBBAAAEEEEAAAQQQQKDyBRghAggggAACCCCAAAIIIIAAAghUvgAjnA4CZhN+eImZpQ+kMstyfNBJacQHo0XEh8eWRvStvWtbtd9xXlVXV9eEFz6Sar3yxEe6ocvTGv97lbdZ/6zAiD5vqduBvZy1aOzcUrWf0aROvTdX85mbT9GXCsXza2bpefezlGUziy4CAQQQQAABBBBAAAEEEJhWApwXAQQQQAABBBCY4QXMyudRzSzNs5oVc8zDlkbMqecRc+2l9b83aq0tD2+X5oF9E6sbFeaEvbr2yGc1uM8HXrH+HQJv9Bih3of0TNPytd8PadyyiTbstrmatWo22fP0+XVhll0vMSYzi5TCrFinDjYIIIDAjCnAo0YAAQQQQAABBBBAAIESAbPiv/fNstrMyuaU8jmDSeV8ToncOH15MA44cA387dcAvxcb8xzw+5Br4I+ugSWXXFJ777237rzzTt1///26+uqrtfXWW2vhhRdO762UvGSqs3zzzTd16623aquttkq3O+qoo9S/f399+umnqv26yaz89VWc0MwipTAr1qmDDQJ1CcTP6tT0Z+/Z1jQpEECgYgTivf/sh/OyIfnv9qxgW68F4jXAeuutV+djNDONGzcuzbXUeQCdCCDwVwS4LQIIIIAAAggggAACCCCAAAIIVL4AI0QAAQQQQAABBBBAAAEE/pJAo790a26MAALTSYC7QQABBBBAAAEEEEAAAQQQQACByhdghAgggAACCCCAAAIIIIAAAgggUPkCjHB6CZgVP7TMzNKHmpiV59ofhFbXh7LlX1C09q7ttMbO8/l55GGxUb688uTHuuHwpzVubFXeRZ4CgRG931L3gx+Sw8plZeZbD19ljU2dem+mpq2apg++i+cof06izqP2cxltM8vOJdVksSCAAAIIIIAAAggggAAC00WAO0EAAQQQQAABBCpDwMzKBmJmab7VzNKXjZhlOeZk88jnbSPHfG5EXv97w9ba6sh/Suarh2+9NI+opOuOeU6D+nwglukr8EaPEXro0N7peYh7NjPJw8zUdOZm2rj7FmrWstkUzdObmZ8iC/liZr7NVrNinfWwRQABBGZUAR43AggggAACCCCAAAII1BYwK/673yyrzaxmnsDMJjqvlM8vkRslIxxw4BqoL9cAj4NrkWuAa2DKroHllltOe++9t+677z517dpV11xzjbbeemstvPDCatq0qf5oGTFihG655ZZ0m2222UaHHXaYnnzySX3yySdlr6nMiq+x8nOaWV6SEZi0QNmlYunamvQN2IsAAjOigJn5w47w5KvJfMtanwWuv/56rb/++nU+RDPT+PHjZcbzWCcQnQj8ZQFOgAACCCCAAAIIIIAAAggggAAClS/ACBFAAAEEEEAAAQQQQACBvybQ6K/dnFsjgMB0EeBOEEAAAQQQQAABBBBAAAEEEECg8gUYIQIIIIAAAggggAACCCCAAAIIVL4AI5yuAmYTfpiJmaUPOTHLcu0Po4svIYrIv5CotF5rl3Zafaf5VV3tw4jwlK+vPPmxbujSX7//Nj7vIk+GwPBeb6nbIX38yAw0bXPgxqatem+qZq0m/0uFzLLn1SzLfuL0fEeOMLNIBAIIIIAAAggggAACCCAwbQU4OwIIIIAAAgggUEECZuXzqmZWM+8ac+xmVvOFZDGnHn2RSyOfc4+8/AatteXh7aRsQthTKjx7l5fXH/Ocnu/1vlimj8DwbsPV59De7l/tkd1ndWGevslMTbRRt83VtEVTxXMXz2meo84jnvPSMMuuETNLJzTLcjTMinW0CQQQQGCGFuDBI4AAAggggAACCCCAQJ0CZsV//5tZzVySWVablefSeYWJ1WbltzGjbYaBGQZmGJhNYwPOn/4cN8PZDAMzDMymzGCZZZbRXnvtpfvvv1/dunXTFVdcoc0220wLLrigmjdvXudrqbzzt99+07Bhw3T99derU6dO6ty5sw455BA98cQT+vjjj9PvzfzYyGYWiUBg8gT8fdnigf4+YXp/sNhDhQAClSGQv/dfGaOp/FF06dJFBxxwQJ0DNTNVVVVN8Pd/nQfTiQACf06AWyGAAAIIIIAAAggggAACCCCAQOULMEIEEEAAAQQQQAABBBBA4C8KNPqLt+fmCCAwHQS4CwQQQAABBBBAAAEEEEAAAQQQqHwBRogAAggggAACCCCAAAIIIIAAApUvwAinv4BZ8UPMzCx9yIlZea79gbH5F9aUfolNXq+5S1utsfN8ksUaGw8pmhrW9xPdePjT+v3X8WL5Y4HhPd9U98MecrswjJDXkvz5ady0sTr33kzNWjab7C8VMrP0JVNm5qcwxWKW5dp1tAkEEEAAAQQQQAABBBBAYFoJcF4EEEAAAQQQQKDSBMyKc60xNjMrm4c1s5r52XzOPZ9rz3M+zx55+Q3n1pZH/lNSyXkkmXlb0o3HPa/ne77vFeu0FBjedbgePvyhdBdmmb15y8zUZKam6tB9SzVt3nSy5+njuTez7Hn07KdKdeQIM4tEIIAAAhUjwEAQQAABBBBAAAEEEEBg4gJmNsG8gFmxzyyrzSYvx7wD0SjNweGAA9fA9L0G8Maba4BrYGpdA8suu6z2339/9e7dW127dtXll1+uTTfdVAsttJBatGgx8RdWvuf333/XsGHDdN1112nLLbfUNttsoyOOOEJPPvmkPv3007LXXX44KwL630jbAAAQAElEQVR/LGClhxjXUCkHNQIVJGBmPpoIT6z1WiBeE1x55ZUTfYxVVVUT3ccOBBCYOgKcBQEEEEAAAQQQQAABBBBAAAEEKl+AESKAAAIIIIAAAggggAACf1Wg0V89AbdHAIFpLsAdIIAAAggggAACCCCAAAIIIIBA5QswQgQQQAABBBBAAAEEEEAAAQQQqHwBRvg3CZiVf1CNmaUPpzIr5ro+lC2+lCi+iCgiryOvuUs7rb7zfKqOX9XVPqpUqdrrYX0/1g1d+mvsmHHezzoxgdd7vKluhz0sJ/Q1M/QiVjVq2khb9eqopi2m7EuF4jk0y57TuF8zi5TCrFinDjYIIIAAAggggAACCCCAwLQT4MwIIIAAAggggEBFCpiVz7Oa2UTn2mMuPeZsI5dG6Xz7chu01lZH/TPNrQdYmin2eXZfU9+Nxz2n53qMjF3ENBB4/YHX9dDhfZJ1TNbHexzpOfD7ajJzE23SfQs1adZETZo0UTyHeY46j3iOS8OseE34adL1ETnCzCIRCCCAQCUJMBYEEEAAAQQQQAABBBCYDAGzCecEzCzNG5iRzTAww8AMA7N6a8CfVzw3XANcA9PkGlhhhRW0//7766GHHlKPHj10+eWXq2PHjlpooYXUvHnzSb7KGjdunIYOHaorrrhCm266qTp16qQuXbroiSee0CeffDLJ27ITgRqBeGOwpBHvFdY0KRBAoGIEst/bxd/w8ROQFTO4ChrIqquuqkcffbTOEc0yyyyF/9dR5246EUBg6glwJgQQQAABBBBAAAEEEEAAAQQQqHwBRogAAggggAACCCCAAAII/GWBRn/5DJwAAQSmsQCnRwABBBBAAAEEEEAAAQQQQACByhdghAgggAACCCCAAAIIIIAAAgggUPkCjPDvFDCzCe7ezMo+jK30S2ryL6/Jc/7FNnlec+d2WmPXBWTprObZw1JDr/f/RDce/rTGjhmXdbAtE3itx5vqcfgjbpZ3B5yHr02aN1an3puqafOmU+VLhcxMZpbfERkBBBBAAAEEEEAAAQQQmA4C3AUCCCCAAAIIIFC5Ambl861mluZgzUwxx25WnqMvn2fPcz7PHnnZ9Vur09ELKhbzjd9c8sIsbXTz8c/r2W4jxTJ1BV67/3U9fNTDyqzli8nMw6umszTVJt22UJNmTabKPL2fMp07MoEAAghUlgCjQQABBBBAAAEEEEAAgckVMPN5h0JM7m04DgEEEKgfAjwKBBBAYNoLLLvsstpvv/308MMPq3fv3rr44ou17rrrav7551fz5s0n+QDGjx+voUOH6sorr1THjh211VZb6aijjtKTTz6pUaNGTfK27GzgAlY6flP8Ku2hRgCByhDwf4qXDYTf62Ucf3vj9ddf16KLLqoXXnihzseyxBJL6Mcff6xzH50IIDC1BTgfAggggAACCCCAAAIIIIAAAghUvgAjRAABBBBAAAEEEEAAAQT+ukCjv34KzoAAAtNUgJMjgAACCCCAAAIIIIAAAggggEDlCzBCBBBAAAEEEEAAAQQQQAABBBCofAFG+LcLmFnNYzAzmU0Y8WVEpZF/IVHkJk2aqDSvsVNbrbHbAoql2jfVsSnk1/t/ohu69Ndvo3/3HtZc4LXub6hHl4dV7VgFLt8VVbUaN2+sTj07qmmzqfelQn5yVgQQQAABBBBAAAEEEEBg+gpwbwgggAACCCCAQIULmFnZCM0szbdHZ8yvm5kiR8Scep6jzqNJyXz7Muu11pZHLag0UxwbyeeQs000bznxeT3b9T3vYJ0aAq/d/5oePurh7FQO7NP1qY55+6azNtMm3TZXk2ZTb57ezNL52SCAAAIVJ8CAEEAAAQQQQAABBBBA4E8JmFmaSzKrO/+pk3IjBBBAYFoJcF4EEEBgOgsstdRSOuSQQ9S/f3899thjuuSSS7T++utr/vnnV/PmzSf5aKqqqvTyyy/r0ksv1SabbKLOnTvrmGOO0VNPPaVRo0ZN8rbsbIAC/j5hcdTV/l5tWUdxFxUCCMzQAvn/B5ihB1GhD7579+5ae+219d57df9/mA022EBvvvlmhY6eYSFQDwV4SAgggAACCCCAAAIIIIAAAgggUPkCjBABBBBAAAEEEEAAAQQQmAoCjabCOTgFAghMQwFOjQACCCCAAAIIIIAAAggggAAClS/ACBFAAAEEEEAAAQQQQAABBBBAoPIFGGH9EDCzsgdiZhN8mGx8GVFp5F9IFLlJyZcSRXv1Hdtqjd3ml0kyM6VfprQMf/oT3dTlaf36y++p3dA3w7q9oR5HPCqFU4R8cSuTqUnLJurcqyNfKuQkrAgggAACCCCAAAIIIDBjC/DoEUAAAQQQQACBhiBgZmXDNDOZWeqL+XUzU+SImEvPc9R5lM63L7t+a211zILpHCb/ZZKZeUgy6daTBunZrnV/6LlYJlvg1XuH6eGjY56+cJNk7MC+Np+tuTp221xNmjZRPDd55M9XnuO5LA0zk1kWcVYzi5TCrFinDjYIIIBABQkwFAQQQAABBBBAAAEEEJg2AmZWM9dgRm2GgRkGZhiY/T0GZtyvGQZmGJhhYDb9DPJXWUsvvbQOPvhg9e3bV0899ZQuvfRSbbDBBpp//vnVrFmz/LA6c1VVlV544QVdfPHF6tChg7beemsdf/zx6VyjRo2q8zZ0NjABKx2vpdfgpT3UCCBQGQJm5gOJ8MRabwRuvPFGbbPNNvr+++/rfEy77rpr+ru/zp10IoDANBHgpAgggAACCCCAAAIIIIAAAgggUPkCjBABBBBAAAEEEEAAAQQQmBoCjabGSTgHAghMMwFOjAACCCCAAAIIIIAAAggggAAClS/ACBFAAAEEEEAAAQQQQAABBBBAoPIFGGE9EjAr/+AaM0sfVmVWzKVfXhN1/sU2keNLb0rz6ju20xq7LaDq6mqlX569IW/o9ac/0U1d+uvXn8fWI4Hp/1CGdX1DPY54NLHEJrPyx1EtNW7ZWJ17dlTTZk3TlwqV2kadRzwPpWFmNc+bnynVkSPMLBKBAAIIIIAAAggggAACCExvAe4PAQQQQAABBBBoMAJm5fOwZlYzT2uW1WZZjnnemN+NXBql8+3LrNtaWx2zoE8h+0y7z7OneWSfQ465du/RrSc9r4EPvNNgfKf2QF+9Z5geOdbn6TNQd/Z7KDg3m62ZNum2mRo3aax4TiIaN26s2hHPYWmYWXrOzcxPplSrsJhlfYUmCQEEEKg0AcaDAAIIIIAAAggggAACCCCAAAKVL8AIEUAAgXojsMQSS+iggw7SU089pX79+umiiy7Seuutp3nnnVfNmjWb5OOsqqrSkCFDdOGFF2qjjTZSp06ddNxxx6Vzff7555O8LTsrWCDeh60Znr8b6+8b1jQpEECgYgTi/12kH3AsjMh/txcq0t8lEH8f77fffhO9+/g7+o477pjofnYggMA0EeCkCCCAAAIIIIAAAggggAACCCBQ+QKMEAEEEEAAAQQQQAABBBCYKgKNpspZOAkCCEwjAU6LAAIIIIAAAggggAACCCCAAAKVL8AIEUAAAQQQQAABBBBAAAEEEECg8gUYYX0TMCv/4hkzS19MY1bMpV9iE3XpF93kX36T5/Y7ttVae7RNwzQz+ck8fPVyxIBPdVOX/hrz01g1xOXVB0eox1GPSW4RNPKNmckkNZu5qbbu1VFNmjZJXyQUnhGl1lGHf2mYmcyy8NOkOs9mFiWBAAIIIIAAAggggAACCPwNAtwlAggggAACCCDQsATMyudjzSzN15oVc8ztmlmaA4465nxLI58Tjrz0uq211bELpXP4RqZ8icp0+ymDNfD+d/JO8mQKvHL3MD1ynM/Tu6h5pNX8xh7NZ2+ujl03S89PPAcRpc9PXsdzVxpmJrMs/EypjhxhZpEIBBBAoIIFGBoCCCCAAAIIIIAAAggggAACCFS+ACNEAAEE6qfAYostpsMOO0z9+vVT//799b///U/rr7++5p133j98wNXV1XrxxRfTbTbeeGN16tRJp556qgYMGKAvvvjiD2/PAX9N4Nlnn/1rJ5iaty57O8/K3uubmnfDuRBA4O8VMDN/ABGefDWZb1n/DoERI0Zo11131fHHHz/Ru7/88st1wQUXTHQ/OxBAYFoJcF4EEEAAAQQQQAABBBBAAAEEEKh8AUaIAAIIIIAAAggggAACCEwdgUZT5zScBQEEpokAJ0UAAQQQQAABBBBAAAEEEEAAgcoXYIQIIIAAAggggAACCCCAAAIIIFD5AoywXgqYlX9ojZnJrDxKv8wm6vyLbiLnX4KT59X+01Zr7tFW1dXKFs95PWLgKN3UpZ/G/PR7tq+BbF95YIR6HB1fKhQYhUE7SnxwXJOZmqhT9w7K/fIctqUR7qVhVnyO4oxmFik9d6lggwACCCCAAAIIIIAAAgj8XQLcLwIIIIAAAggg0AAFzLI52nzoZpbma81MMbdrVswx9xt9kUsjnx+OvPS6rbXlsQvJJPnMsm9jjcrD1ztOHaQB970TncRkCLx856t65PiYp4+DHTBUI3mz2ezN1bHrpornIuwjoq4d8ZyVhpnJLAs/TaojR5hZJAIBBBCobAFGhwACCCCAAAIIIIAAAggggAAClS/ACBFAAIEZQGDxxRdXly5d9OSTT6pPnz66/PLLtd5666lNmzZ/+OjjZzqGDBmic845J92mc+fOOuGEE9S3b199+eWXf3h7DphygYEDB2qvvfbSp59+OuU3ntq3KLxfmJ22WnE9ZDVbBBCoJIHs93bZb/hKGt4MM5aLL75Ya6+9tu666646H/Occ86pBx54IP2dXucBdCKAwLQV4OwIIIAAAggggAACCCCAAAIIIFD5AowQAQQQQAABBBBAAAEEEJhKAo2m0nk4DQIITAMBTokAAggggAACCCCAAAIIIIAAApUvwAgRQAABBBBAAAEEEEAAAQQQQKDyBRhh/RUwm/CLaMwsfVmNWZZLv9Qm6tIvvsm/DCfPq+3QVmvu2VZpKdxeJnmpN58ZpZu79NOYH8eqISyvPDBCvY55XOa/FGHKFsdoNktTbd1jE+VueQ7b0jq8S8PMZJZFnMzMIhEIIIAAAggggAACCCCAQL0Q4EEggAACCCCAAAINVcCsfK7WzNJcbnjEHK+ZKc8xD1xX5HPDkZdep7W2PG4hv41JafVNVkie7zxtkJ6+522xTFpg6J2v6tGTnnAx9/NVXqXwuvkczbXpg5umefowj6jreYnnrTTMTGZZyBcz8222mhXrrIctAgggUJkCjAoBBBBAAAEEEEAAAQQQQAABBCpfgBEigAACM5JAvJez4oorqkuXLnrqqafUp08f/e9//9O6666rNm3a/OFQqqurNWjQIF1wwQXacMMN1blzZ51yyil67LHH9MEHH/zh7Tlg8gVuvfVWLb744rr00ksn/0bT4siyt/Usvf83Le6mEs8Zv1+GDh2q/fffX2uuuaZWXnnlFB06dFDXrl0r8ZIO7QAAEABJREFUcciMaQYWMDN/9BGeWKe7QPydvNFGG+mYY47Rt99+W+f9L7/88urdu7e22267OvfTiQAC016Ae0AAAQQQQAABBBBAAAEEEEAAgcoXYIQIIIAAAggggAACCCCAwNQSaDS1TsR5EEBgqgtwQgQQQAABBBBAAAEEEEAAAQQQqHwBRogAAggggAACCCCAAAIIIIAAApUvwAjruYBZ8YNszCx9cJVZeY4PRCuN0i/Byb8UJ8+r7dBWa+7ZVqqu9rUkJL3xzKe6qUs/jf5hrLcqd335/uHqcczjqvYhxodbOUa2ekezWZqqc7cO6UuFwjF3y+twjjpyaZgVnxM/bXqeIkeYWSQCAQQQQAABBBBAAAEEEPg7BbhvBBBAAAEEEECgQQuYlc/TmlnNPG7M9ZqZSnPUMRdcGvl8ceSl1m6tLY9dyM8R08s+uRwzzjHvnrJ01+mD9fTdb4mlboGhd7yiR098wvH8fYqCmTf84Go1n7O5Oj7Qsc55+tLnI3+OIkeYZc+pmfl55M9NluWLWbH2JisCCCBQyQKMDQEEEEAAAQQQQAABBBBAAAEEKl+AESKAAAIzrEC8p7PKKqvomGOOUb9+/fTQQw/poosu0rrrrqs2bdpM1rief/55nXvuuerYsaM222wz7bnnnrrjjjv01ltv6fvvv5+sc3DQxAVGjx6to446SquvvrqeeuqpiR84LffE26815/f3E/192JomxUQF4uej4vfCgQceqKFDh+q3336rOfbbb7/VHHPMUdOmQKA+CMQ1m/0/gezR+O/2rGA7TQXiz4P4e3ijjTaa5J/zhxxyiPr27as11lhjmj4eTo4AApMUYCcCCCCAAAIIIIAAAggggAACCFS+ACNEAAEEEEAAAQQQQAABBKaaQKOpdiZOhAACU1mA0yGAAAIIIIAAAggggAACCCCAQOULMEIEEEAAAQQQQAABBBBAAAEEEKh8AUY4IwiYlX8xjZmlL64xK+b4ILTSKP0SnPgyomjnedXt22qtvdv5OSQ/QyGUljefHaWbD++n0T8UP+gp7aiQzcv3DVev4570MWcDMjMvPHxtMXszde66cZ1fKhR24RuOpTlqM5NZFn6yVEeOMLNIBAIIIIAAAggggAACCCDwNwtw9wgggAACCCCAAAJm5fO1ZlYzn5vP9ea5dC446jxirjjqyEuu3VpbHbeIGjU2x/WI8ymy5KXuPmOInr77LbGUC7x028t69OSnklFsXKxwgKnFXC216f0d65ynb9y4sfKI5ylqM1PUZuanykK+mJlvs9WsWGc9bBFAAIFKFmBsCCCAAAIIIIAAAggggAACCCBQ+QKMEAEEEKgMATPTyiuvrKOPPlr9+vVTnz59dNFFF2m99dZT69atJ2uQb7zxhm677TbtvvvuWnbZZbXLLrvoggsu0MCBAzVq1Cix/HmBQYMGaaONNtIBBxygr7766s+f6M/csuztPVP8+jOnaWi3GTlypO68805VVVWloc8yyyzq0KGDttlmG22++eZq165d6meDQH0R8L8Gyh4Kv9fLOKZJ46677tI666yjiy++eKLnX2yxxXTPPffoqquu0pxzzjnR49iBAALTQ4D7QAABBBBAAAEEEEAAAQQQQACByhdghAgggAACCCCAAAIIIIDA1BNoNPVOxZkQQGCqCnAyBBBAAAEEEEAAAQQQQAABBBCofAFGiAACCCCAAAIIIIAAAggggAAClS/ACGcYATMre6xmJrPyiC+5KY348ps84suIos7zKtu11Rp7Zh/eVC0pwlNa33p2lG46rJ9++f631K6UzdB7h6vncU+ourq6ZrxZVa3mszVTpwc2qvNLhcIsXMMvz2Y2yS8VMsueG7EggAACCCCAAAIIIIAAAvVBgMeAAAIIIIAAAgggkATMLOV8Y2Zprj3aMf9rZjVzv6VzwlHnEXPGUUf+11pzaavjFlGjxiosPtvuazYJXa27zxisfne+WdhHevHWl/XoKU85hM/OF5wieYdatm6hjvd1mOg8fePGjRURz1NkM1PUZtlzaGaKxSzLtetoEwgggEDFCzBABBBAAAEEEEAAAQQQQAABBBCofAFGiAACCFSggJlplVVW0dFHH62+ffuqd+/eOu+887TuuuuqdevWkzXi33//XQ8//LBOOOEErbPOOtp888118MEH6/7779d7772nH374YbLOw0HlAtdff70WX3xxXX311eU7pmUrfwMx3Ye/r5i9+ZpabCYu8Oqrr+rbb79NB7Rr10533XVX+n100kkn6cwzz9Siiy6a9rFBoL4IVJf9Xq8vj6oyH8eIESO06667phg+fPhEB7nnnnumv4d33HHHiR7DDgQQmI4C3BUCCCCAAAIIIIAAAggggAACCFS+ACNEAAEEEEAAAQQQQAABBKaiQKOpeC5OhQACU1GAUyGAAAIIIIAAAggggAACCCCAQOULMEIEEEAAAQQQQAABBBBAAAEEEKh8AUY4YwmYFb+0Jh65maUvJjIr5viym9KIL8HJI76MKOo8r7p9W625dzs/h2TKljy//fwo3dKln3757tdsxwy+feme19XrhCd9FCYzj1RJUbWYo7k6P7DRBF8qFE4R4RlueTazSX6pkJmJBQEEEEAAAQQQQAABBBCoTwI8FgQQQAABBBBAAIGigFn5HK6ZyczSATEPbGY1c8AxN1xXxNxx9EdeYs25tNXxi6hxkziHh69KYTIz3XfWEPW740019OXFW17W46f1TSYu49lFTDL/1bJ1C3W8t8ME8/SNGzdOffG8RJ1nM6t5jsxMZqZYzLJcu442gQACCDQEAcaIAAIIIIAAAggggAACCCCAAAKVL8AIEUAAgUoXMDO1b99eJ554ovr376+HHnpI5513ntZdd13NNddckz38V155Rddee63+85//aOmll9Zuu+2mSy65RIMHD9bnn38+2efhQOn777/XoYcemp6DgQMHTnuS4lt+fl9W816gN1gnIfDzzz/X7F1uueU033zz1bQpEKiPAmbmDyvCE+s0EXjppZd0/PHHa+2119Zdd9010fuIPy9uvPFG3XLLLVpggQUmehw7EEBg+gpwbwgggAACCCCAAAIIIIAAAgggUPkCjBABBBBAAAEEEEAAAQQQmJoCjabmyTgXAghMNQFOhAACCCCAAAIIIIAAAggggAAClS/ACBFAAAEEEEAAAQQQQAABBBBAoPIFGOEMKGBW/sE2ZpY+zMqsmOMLcEojvhQnj/gyoqjzvMp2bbXm3u1UrWypro7Kw9e3nhulmw/rp5+//TXbOYNuX7r7dfU64Sllg6xWjNGHl5rN52imTvdtmL5AqNQl6ohwLM1m9odfKiQWBBBAAAEEEEAAAQQQQKB+CfBoEEAAAQQQQAABBGoJmFlZj5mlufbojHlhM6uZC452zBPXjnyePfLia8ylLY5bWI2bWpqLzqbai/PR9509RP1uf0MNdRly81A9elrfNC+f5ugdKLJP2KvF3M3V8d4Odc7Th23un2czq3luzKzmeTMz5YtZsc77yAgggEADEGCICCCAAAIIIIAAAggggAACCCBQ+QKMEAEEEGhwAquuuqpOPPFE9e/fX3369NEFF1ygTTfdVO3atdNMM800WR6//fabevfuraOPPlrt27fXFltsoSOOOELdu3fXG2+8oc8++0zjxo2brHM15IMGDBigddZZR4cddph++OGHaUcRP/BTc/bsPdeaJgUCCFSMQPo/A+l/EWRD8t/tWcH2LwlUVVXpnnvuUefOnbXyyivrwgsv1LfffjvRc26//fbq27ev9tlnn4keww4EEPhbBLhTBBBAAAEEEEAAAQQQQAABBBCofAFGiAACCCCAAAIIIIAAAghMVYFGU/VsnAwBBKaSAKdBAAEEEEAAAQQQQAABBBBAAIHKF2CECCCAAAIIIIAAAggggAACCCBQ+QKMcEYVMCv/4hozS19wY1bM8UU4pdG4cWPlEV+YE3WeV962rdbed8GMw88hWbZ6emfwZ7qlS1/99M0YzYjLi3e/rl4n9VUMKYVvzMy3Uss5m6vzfRvypUJiQQABBBBAAAEEEEAAgcoWYHQIIIAAAggggAACdQmYWVm3mcnMUl/Mr5uZSnPMq9eOfJ498hJrtNYWxy2iJs0b+3nkiyn7Jc/S/ecMUd9bR6ihLUNuGqonzugv50xDNzNFw8zUqk0rbXpPB+bpxYIAAghMDQHOgQACCCCAAAIIIIAAAggggAAClS/ACBFAAIGGLdC+fXsdd9xxevjhhzVs2DBdf/312nvvvbXccstprrnmmmycl156SZdffrm22WYbLbvssinvu+++uuyyy/TYY4/p7bff1hdffKGxY8dO9jkb0oFXXXWVFl98cd1www3TZtj+dmLxxOZvLVqxSYUAAhUjYBa/tyOyIZksK9j+KYE33nhDZ5xxhpZZZhntvPPO6tmz5yTPM99886W/C++//34tscQSkzyWnQgg8HcIcJ8IIIAAAggggAACCCCAAAIIIFD5AowQAQQQQAABBBBAAAEEEJi6Ao2m7uk4GwIITBUBToIAAggggAACCCCAAAIIIIAAApUvwAgRQAABBBBAAAEEEEAAAQQQQKDyBRjhDC1gZmWP38xkVh7xxUSlUfrFRPFlRNHO80rbLKC191uweM5qqboQ7wz6XLcc1lc/fT2muH8GqIbcOUy9TnzKH2kMJEs+Kh9XtVq2bqFO924wwZcKhUdEuIVPHmZW80VPZpmzfDEz36rGXiwIIIAAAggggAACCCCAQH0T4PEggAACCCCAAAIITFTALJvjzQ8wszTfG+2YJzazNDccdUQ+Z1yaY0452pEXX30ubXHswmrctJHSfLR8fjpV3vLygfNe0FO3jPCehrEOvnGoHj+zvytUe2Rjro43H7zVsk1Ldbx7oz+cp8/dzSw9F2bZc2RmisUsy7XraBMIIIBAgxJgsAgggAACCCCAAAIIIIAAAgggUPkCjBABBBBAoEZgttlm084776ybbrpJQ4cOVbdu3XT22Wdro4020nzzzadWrVrVHDupYvz48Ro0aJBuu+02HXnkkerYsaOWWmopbbfddjrkkEN0zTXXqH///nr33Xf11VdfacyYGevnajSNli+//FL777+/Nt54Yw0ePHjq3ou/r1o8ob/PmN5fLPbUx+qNN97QBhtsoJVXXllnnHFG+rmlvn37aocddtCqq66qNddcM3k988wzqqqqmmAIH374oc4//3xttdVW6fg4T9xml1120V133aUffvhhgttEx4ABA9J9xvFXXHFFdKXo06dPTX/si+PSjlqbP3u/+WlirHH+GHsYfPPNNzr33HO1zjrrpPvfbLPNdNlll+nrr7/Ob1KTwyE8unTpog033DAdH+eKOvriMY8bN67m+NrF6NGjddBBB6Xbde7cOd1HvBc9cuRInXXWWerQoUPaF+eMxxG+Md7a55lYO87/8MMPa++9964ZT5wrzgkxAfUAABAASURBVHvyySfr9ddfT8/zxG6f98fY48+R+DNltdVWS48pcrSj/4svvsgPnWQOizAJmzCKxxIR1vEYe/bsqV9++WWS56hvO+P5kqrr28Oa4R5PPPfx9+EyyyyjM888U/F7cVKDiL8j4/fuiy++qLieJnUs+xBA4G8U4K4RQAABBBBAAAEEEEAAAQQQQKDyBRghAggggAACCCCAAAIIIDCVBRpN5fNxOgQQmAoCnAIBBBBAAAEEEEAAAQQQQAABBCpfgBEigAACCCCAAAIIIIAAAggggEDlCzDCGV/ArPilNjEaM0tfTGRmNV+CE1+MUxqNGzdWHvFlRFHnecWtF9A6+y+otJj8XMV4b8jnuqVLX/341WjNCMuQO4bpoVP6+xhM6Zf5o05hatW6hTrdvX6dXyoUHqURdmZW42lmMjPFYlaeo49AAAEEEEAAAQQQQAABBOqbAI8HAQQQQAABBBBAYNICZtlcb36UmdXMA8cccYSZpXniqEvnkPM6n2ePvNjqc2nL4xdV42aNas5jUqojdz3/BT11ywhV+jLo+pf0xNlPp2GamcyrFF7P9I9W2vSujSY6T1/b2cySv5nJLAv5Yma+zVazYp31sEUAAQQalgCjRQABBBBAAAEEEEAAAQQQQACByhdghAgggAACdQvEe3brrLOOTjnlFD3xxBN67bXXdM0112i33XbT4osvrllnnVVTsowfP17PPPOMbrzxRh1yyCFaf/31teSSS2qHHXbQ0UcfnfoHDRqkkSNH6quvvtKYMWOm5PQVdeyTTz6p9u3bJ5ep5mClRJbeHyztqe91dXW17rjjDp1wwgnpGqmqqtJvv/2moUOH6tFHH1Xsz8cwevRonXXWWdp+++3VtWtXjRo1SnF87I/bvPXWW7r00ku15ZZb6r777qvZF/v/SkyL+43HftBBB6l79+6K88fj+/LLL1M79kU7j/fff1877bSTjjjiCD333HP64Ycf8l2pjr6jjjpKO+64o0aMGFGzb1LF77//rquuuiqdt1evXvr2229rDo/HEb7xe/jKK6/UuHHjavbVLuL5efzxx9WpUyeddtppGjZsWM144tg472OPPaa9995bJ598sn788cfoniDiPm666SZtvvnmuvnmm/XBBx8o/myJAyNHO/q32morXXHFFekaiX11RXjtsssuCpOwKfUK63iMZ599drpO4rHHGOo6T33rMzN/SBGeWKdIYPjw4brwwgu18sorq3Pnzrrnnnv+8M+H+eabT2eccYZefPFFnX766Zp33nmn6D45GAEEpq8A94YAAggggAACCCCAAAIIIIAAApUvwAgRQAABBBBAAAEEEEAAgakt0Ghqn5DzIYDAXxbgBAgggAACCCCAAAIIIIAAAgggUPkCjBABBBBAAAEEEEAAAQQQQAABBCpfgBFWiIBZ+QfdmFnNh1uZZXV8UU5pxIeb5RFfRhR1nlfovIDW2m9BqdrXFNWKD/7xUu8N+Vy3HNZXP345ul7rDb59mPqc0j+GkD326hiDP2QfRMu5mqvT3etP9EuFwqLUyswm+aVCZiYWBBBAAAEEEEAAAQQQQKAeC/DQEEAAAQQQQAABBCZDwKx8rtfMyubaY97YzNJ8cdQxl1w78nn2yIu2n1NbnrCYGjczxeLT09l8tTdizr3reUP05I2ve6sy1+eve1FPnPN0GrO/25ByMvDhtpqnpTreueEk5+nDNpwjzCy5m1l6TsxMsZhluXYdbQIBBBBogAIMGQEEEEAAAQQQQAABBBBAAAEEKl+AESKAAAIITKbAnHPOqT322EO33367hg8frvvuu0/HH3+8Vl99dbVp02Yyz1J+2Lhx49S/f39de+212m+//dK5llxySW233XY64YQTdMMNN+j555/X66+/rnfeeUejRo3Sl19+qe+++678RBXauuSSS7T44ovrtttu++sjjDcWa84SPw9U1lGzp74WAwcO1HXXXZce3sILL6xOnTpp1VVX1RxzzKFtt91W8V5o7Pzxxx91zDHHqFevXqqqqoouxbXboUMHbbPNNlpttdXUqlWr1D969GhdfPHFuvHGGxXXYur0zT/+8Y90bBy/9NJLe0+2tmvXrqY/9sVx2R5patxvfq48jxkzRuedd55GjhyZHvP666+vLbbYQvPNN5/WXHNNLbXUUvmhGjZsmA444AC99957qS/eE86dwur/2bsPMMuqKmHYaxUgkpocRSRHAQEFAQmjghIMM36TfkfHcYwoJlABiQoIihIUETNg1lFEkiioSBAEQREDJsyoiBlFQv17ndu36lbTTVCgq06/p+86O5y011t1y+fZF++u36Oh0fXXXx8ve9nL4vLLL+/Ondfub3/7W7z+9a/vfv9uv/32KY4Pf/jDJ8zr2GmnnRaf+tSn5nqr+iy/jh944IET790aS92jHIc51cX1MzvvvPNi//33jz/96U/VNRG33HJLHHXUUd3fi3pmHaifZbnUfapceumlqzvqeP2tOuKII6J+zl3nyK7+juzX/sYMvRZddNHYbLPNJn6+Va++uqR+tocddljU72C1p3uUd/33BMNxtnf7sKqcQ+ArX/lKvPWtb41nPvOZscEGG0T9Ttb/rl155ZVznHnnZr0PDznkkLjiiiuiylVXXfXOJ+khQIAAAQIECBAgQIDAAyzgcQQIECBAgAABAgQIECBAgED/BWRIgMADLzD2wD/SEwkQIECAAAECBAgQWMAFpE+AAAECBAgQIECAAAECBAj0X0CGBAgQIECAAIFeCWROLnJTiWXmxCI4mYN6fSHSaNQXEA2jFiOq+rDc8p9Xjx2ev1a7R7TI2sVw+8EVv4z3veSC+MOv/jLsmlbll0/5Wpx18BcjatgRkVmVioglVl4snvrBf7rLRYWGRuWRmXe7qFDYCBAgQGA6CxgbAQIECBAgQIAAAQIECBAg0H+B+yzDzDaXPHK3zBzMMbe+zJyYLx6dR6655NEYzrNXud6jl489X71uLPzgsciIaLeI2jJbq8Unj74iPveub1RXr+KSk1teR34pKuGWZkTk7H9tnn6VxWO30x53n87TZ2bYCBAgQIAAAQIECBAgQKD3AhIkQIAAAQIECBAgQIDA3yVQn9s98YlPjFqM+5JLLonPfvazceKJJ8bTnva0WGuttaIWRp41a9bfde9adPzCCy+ME044IZ73vOfFdtttF5tuumlsvvnm8ehHPzqe/exnx2te85ru2e95z3vinHPOiauuuiq+9a1vRS3m/fOf/zxuvPHGv+vZ0/Gin/70p/GsZz0r9thjjy7Pv3uMUz7+y+6zxr/7XvPhwlqEvR570EEHxUc+8pGo8m1ve1t8+tOf7n436thtt90Wxx133MTC9ssuu2wcc8wxce6558aRRx4ZBxxwQPd7Wr+ve++9d9QC77Xg/Hvf+9644IIL6hZd1ELgdW7F4x73uK6vdrUofPUNo86r/vvquXWv0bj11lvj97//fWy11VbxyU9+Mt74xjfGoYceGqeffnocfPDB3efDdX79zlf/TTfdVM3YYost4uMf/3h89KMf7ZwOOuig+OAHPxhnnHFG7Lzzzt05dW69f+varmMuu1/96ldR7+96Lx9++OFTHN/3vvfFhz/84VhjjTW6K8uxfhbDn1PXOXt3+eWXx8knnxx1TnXVGGosdY+yrLFXTvUzrZ9JnXPZZZfFJz7xiap2MT4+Hh/60Ie63Ktj8cUXj3333bf7uZVL3afK+tnWWGvMdd7ZZ5/dOdT11R5GPa/+XlS7fOtZ9fek7lNR9eqrY3XOLbfcEjXeP/3pT9Wc1jHnR/31bp/WA36ABveXv/wlvvjFL8brX//6eNKTnhTLLbdcbL311lF/C0477bS47rrr4p5s9b9vhxxySFxxxRVRv7urrrrqPbnMOQQIECBAgAABAgQIEHggBDyDAAECBAgQIECAAAECBAgQ6L+ADAkQmA8CY/PhmR5JgAABAgQIECBAgMACLSB5AgQIECBAgAABAgQIECBAoP8CMiRAgAABAgQI9E8gM6cklZmROTWGixINy3ktSlT9Wzx19XjM89aM8fF224pWDF7j8f0rboj37X1+/P5XNw+6psn+y+/7Wpx1yBfbaAYDrv3gi4/GY4mVFosnn7ZT96VRlV99idtoWfVyqbIiMycWc8ocOEbbMrPtB6/Myfqgx54AAQIEppeA0RAgQIAAAQIECBAgQIAAAQL9F7hvM8ycOu+bmd1cez0lc1DPzG7+eHROueaVhzGcf672eo9eIfZ89bqx8IPHouaso23dvHWbfK/2J4++Is57xzWttx+vi0/6SnzuiC8NkqkcK8nWqmLxVRaL3U577Dzn6ctzGGWXmZ1z5qR7tC0z237wypysD3rsCRAgQIAAAQIECBAgQKCfArIiQIAAAQIECBAgQIDAfSOw2WabxV577RUf//jH4wc/+EG3MPLb3/72eNWrXhW77757rL322rHiiivGcHHvv+eptXjzT37ykzjrrLPipJNOiv333z/+93//t7v/lltuGZtsskk84hGPiD333DOe//znx0tf+tI46qij4tRTT43zzz8/vvzlL8fXvva1+PrXvx7XXHNNfOc734laAPyHP/xh/OhHP4q6989+9rOoBdFvuOGGqMXP/55x3l/X1ELmlWflffvtt9/7x9SHixNXjbfPWad0TByZzpWddtopdtttt4nPmmusD37wg7vPP6teC82fc845Ve0W9z7uuOO6Be/r89Kuc/aufg+f+cxndr8ndezWW2+NWty9FsWffcq9Ku7P5y6xxBLxghe8IJZffvmJMdWYK+/qqM/J3//+98ePf/zjasY222wTxx577MTC/F1nDPYrr7xyHHrood051VPXfPjDH466R7XnFmV14IEHxhOf+MQJ5+F5a621VhxwwAGx2GKLdV31PvrpT3/a1Ye7W265JT7wgQ9EldVX46sx1FiqPYzK6clPfnI897nPHXZF/Sx/97vfde36u/LBD36wq9eY6h7/8R//0X1O3nXO3tV9aqw15jqvuj/ykY9Evc+rXlF/S+pvQdVr7C984QtjzvHUseqrv2HLLbdcNeP666/v/k50jWm8G595b+37RPPmm2/u/pZfeeWV8ZnPfCbqfVF/A17xild0v/OLL7549/egfmfPPPPM+O1vf3uvnrvddtvFIYcc0v3vW/3+rbrqqvfqeicTIECAAAECBAgQIEDg/hfwBAIECBAgQIAAAQIECBAgQKD/AjIkQGB+CIzNj4d6JgECBAgQIECAAAECC7CA1AkQIECAAAECBAgQIECAAIH+C8iQAAECBAgQINBTgcypC91kZvdlUZnZfXlR5qCsLwkaRi2iM4zhokTDcounPjR2fMFa7R4RGW2bvcvW+sGVN8Qpe18Qv//lze3A/H9d+r6vxVmHXdgGkrMj2ihbtJyXXGXxeMppO3VfllS5DvOr+jDKo+pVZuaEV2ZGZkZtmZNl5qA/uVfEAAAQAElEQVRe/YIAAQIEpqmAYREgQIAAAQIECBAgQIAAAQL9F7gfMsycOv+bmRPzxDWHXJGZ3Txy1Wtuec6oeeiK6l93mxVij1evG4sutlBkRGTm7IiIjDjjjVfGeSdfEzN9u+htX4nzj7o4KqeobXaeVV1y1cVi99MeN895+qHjsMzMzjczI3MQ0bbMbPvBK3OyPuixJ0CAAAECBAgQIECAAIHeCkiMAAECBAgQIECAAAEC95NALYz8n//5n3H00UfHWWedFd/97nfj7LPPjne84x2x7777xi677BJrrrlmrLDCClGLMt8Xw6hFzP/0pz/FVVddFZ/4xCfihBNOiP333z/++7//Ox7/+MfHtttuG494xCNi88037+LhD394bLrpprHFFlvEIx/5yNh+++3jsY99bLfQ+bOe9ax49atfHS94wQtin332iYMPPjiOOOKIOO644+Lkk0++x3HZZZfdF6lNucdRRx0V66+/fnzoQx+a0n+3jSkfA2b3eeHdXjPNTthhhx26z0bnNqzbb7+9+x279dZbu8P//M//HBtvvHFXn9suM+OpT33qxDnf+9734hvf+MbcTr3Lvvv7uWuttVass8468xzDL37xi7jooou640sssUQ85znPiSWXXLJrT+xGKnXsuc99biy22GJd75e+9KX49a9/3dXntttqq62698bcjlXfuuuuG6uvvnpV449//GPceOONXX24+8EPfjDhWuN7/vOfP8/xZWbsuuuu3d+GynuzzTaLm28e/P/rzj///Ljpppu62+60006x4447dvV57eqc+n2p45Xf0Kja9bfijjvuqGrcdtttE8/oOubYPfShD40axyqrrBIbbbRR93n7HKdMu2ZmtjFVtKK96nfkzW9+cxxzzDHxhje8IepvyJFHHhmHH354vO51r4vXvva1XRx22GExjEMPPTQOnabx8pe/PJ7xjGd0f6vrb/eaa64Z9btVUfXqe+ITn9idU+cee+yxcfnllzeJe//aeeedO7Orr746Lr744iiT+t+3e38nVxAgQIAAAQIECBAgQOABEPAIAgQIECBAgAABAgQIECBAoP8CMiRAYL4IjM2Xp3ooAQIECBAgQIAAAQILrIDECRAgQIAAAQIECBAgQIAAgf4LyJAAAQIECBAg0GeBzMkvvqk8M3Piy65q4ZzM7L7Ep+rDqAWIhjFckGhYPuIpq8cOL1w7xqNts3fjrTXe6j+48oZ4396fi9/d8Od2cP69Lnnv1XHWoRdGG1YbRBtYVVrRXrHEKovFk0/ZsfvirMpxmFeVFdVXDsMyMzufzIFbZkZtmVPL6hMECBAgML0FjI4AAQIECBAgQIAAAQIECBDov8D9lWHmYE54eP/MnJhrz8yJeeSaX66oOea5xXAeet1tVojdXrVuLLLYQlFf0j+I6Oa1a879jGOuiPPe/vXWMTNfF534lTj/qIva7Hybma9Xi5Zoe43HEqstFrud+ti7nKcvu6FjZk74Zk51j9lbZs6uKQgQIECAAAECBAgQIEBgQRCQIwECBAgQIECAAAECBB4ogfrMqhZlfuYznxlvfOMb47zzzovvfe97ce6558bxxx8fL3nJS2KXXXaJhz3sYbHccsvFcHHy+2t89bliLfz9l7/8JX7/+993i5b/5Cc/ieuuuy6uueaa+MxnPhPve9/74uSTT45aOLsWyT7wwAOjFpN+wQteEPc0Tj/99PslhVpU/elPf3r8y7/8S1x77bX37Bn1WePEmePdZ44TzRlQWWqppbrfj3kN9Te/+c2ERf3+bLvtthOfRc/rmlmzZsXDH/7w7nAtCP/3LBJ+fz93jTXWiMq9G+RcdvU+uuGGG7ojtWj+Ouus09VHd3PW11xzzVh99dW77rr2+uuv7+pz22244Yax6KKLzu1Q1/egBz0olllmma4+t923vvWt+MMf/tAd2njjjWPdddft6vParbbaavHxj388Pvaxj8X+++8f1b755pvjqquumrhkhx126D4nn+iYS6U+K996660njtT1f/vb37p25bP88st39VtvvTWOPvrouPTSS6P+JnSdI7vK75hjjokzzzwzTjzxxNhggw1Gjk7Pav196/6jidnD+8UNv4hjjz02Ko83vOENcdRRR8WRRx4ZRxxxRBx++OFRf99e+9rXRsVhhx0W0z2OO+64eP/739/9nb7yyivjRz/6UdTvyOx0/+Fi55137n7W3/3ud+Pzn/98vPKVr4zNN9/8H76vGxAgQIAAAQIECBAgQOD+FnB/AgQIECBAgAABAgQIECBAoP8CMiRAYP4IjM2fx3oqAQIECBAgQIAAAQILqIC0CRAgQIAAAQIECBAgQIAAgf4LyJAAAQIECBAg0HuBzKkL32TmxJdB1ZeRZWa3eE7Vh1FfGDSM4YJEw3LzJz0kdtxr7Rhs7V7RIqPtI67/6q/ilL3Pj9/94s8xP7ZL3nN1nPPai7qxDJ7fBlatViy12uLxlFN27L4sqXIb5jMsq6/yH5aZ2blkZmQOItqWmW0fXV/YCBAgQGCmCBgnAQIECBAgQIAAAQIECBAg0H+B+zXDzMHc8PAhmTkxT5yZE/PJNc9cUXPNFTUHXVH1imF93W1WiN1fvW4susRC0W4UGW2b2GWc8aYr4zNv+1rrnFmvC996eZz/hosjmklGtrK9WhFtW+ohS8Tupzz2Hs3Tl1VmTrhmZmRm1JY5KOesV1sQIECAAAECBAgQIECAQO8FJEiAAAECBAgQIECAAIH5KlCfY2211VbxnOc8J44//vg477zz4gc/+EGcddZZ8da3vjVe8IIXxE477RTrrbde1ILlD3nIQ6IW7V566aXn67in08NPP/302GyzzboFu+92XDl6Rk58ZjjaO53rSy21VKywwgrzHOKNN94Yv/vd77rjtZD7Bz/4wW6R81ro/K7immuu6a6p3c9+9rMYLhJf7XsS9/dz63c/M+c5lO9973txxx13dMd/+ctfRi2OPke+d3I44YQTJqxuvfXW+OlPf9pdP7fdWmutNbfue9z3zW9+c+Lceg8vvvjiE+17WvnTn/4U9bMZnn/22WffKae55fz5z39+eEnccMMNcfPNN3ft+tvzpCc9KRZddNGuXffee++9u783e+21V3zqU5+KX//61zE+Pt4dn2m7zPp9qRiMPCMHFfu5CiyzzDKx8847x4knnhg///nPo35v6vdg3XXXnev5OgkQIECAAAECBAgQIDBNBQyLAAECBAgQIECAAAECBAgQ6L+ADAkQmE8CY/PpuR5LgAABAgQIECBAgMACKSBpAgQIECBAgAABAgQIECBAoP8CMiRAgAABAgQILBgCmVO/9CYzIzO75GshoszsFtGp+jDqi4GGMVyQaFhu/qTVY8e91onahl8LVGV9R9D1V/0q3rf35+K3P/9THX7A4uJ3Xx1nv/ZL3RcV1VgGD67aeCy52uLx5PfucI8WFar8M7PzyMzOKTOjtsxBWXVBgAABAjNJwFgJECBAgAABAgQIECBAgACB/gvc/xlmTp0jzsxuDrmenJkT88o1z1xRc+zDcji/Xn3DWGfrFWL3V68fD1p8LGo2e3JXrfE489gr49wTr46Zsl34lsvjgjdeMnu4gxwGOUUsufoSsdv7dr5P5+kzc/azFAQIECBAgAABAgQIECCw4AjIlAABAgQIECBAgAABAtNPoD4TfPSjHx3Pfvaz46STToovfOELcd1118W3v/3t+MpXvhKnnnpqHHPMMXHIIYfE8573vNhjjz3iUY96VKy33nqxxhprxGqrrRbLL798zJo1a/oldz+O6I477rj7u9fHjhNnjcdMW9y8fjcqJlKYo3LjjTfGH//4x663FrW/4IIL4hOf+MTdxrXXXttdU7u//vWvcdttt1X1Hsf9/dz6fPyuBvPjH/944nAtWn/GGWfMkfOdDeqcOnd44Z/+NO//39oSSywxPO3vKkc96z3699zkN7/5TYyO8dJLL73bHOtnX+cNn/eXv/xlys92q622iv/+7//u/tuE4Tm33HJLXH755fG6170udtttt3jCE54Qr3/96+Mb3/hG3KP32PBG87kcvLenvOHn84imz+PXXnvt+Jd/+Zc47LDD4vTTT4/rr78+fvvb38bnP//52GuvvWLVVVedPoM1EgIECBAgQIAAAQIECNwrAScTIECAAAECBAgQIECAAAEC/ReQIQEC80tgbH492HMJECBAgAABAgQIEFgABaRMgAABAgQIECBAgAABAgQI9F9AhgQIECBAgACBBUggc+pCOJk5sTBRfZlUZnZfAFT1YQwXIaqyvnxptNzsSQ+JnV60TmQMtirbLbrGj67+VZy69/nx25/N+8uUuhPvo93F77o6zjn8oog2gMyMjLa1XbbarIcuGU957w732aJCme2uLdoTvAgQIEBgpggYJwECBAgQIECAAAECBAgQINB/gQcow8yc8qTMjMzs+jKzm2fPHJQ1117z6sNydJ59WF/7UcvHHvutHw9ecuGIdpus3UicddxX4zMnXh3TffviCZfHBW+6tI08I1r+bRcRVY9YavUlYvf37nyfzdNH2zLbvVvpRYAAAQIECBAgQIAAAQILmIB0CRAgQIAAAQIECBAgMIMEFl100W5h5t133z2e85znxKGHHhonn3xynHnmmd2C3dddd11861vfiiuuuCI+9KEPxdFHHx2HHHJIPPvZz45dd901tthii9hoo41igw02iPXWWy/WWWedqIWgH/rQh8Zqq60Wq6yySqy88sqx0korxQorrBDLL7/8jNB58pOfHFdffXW3mPXdDnjKx4IZmXm3lzihBwLzMYWbb745fvnLX87HEcz70fXfGTz3uc+Nt7/97bHpppt2/33CnGffdNNN8X//93/xrGc9K/7t3/4tvvrVr855yrRsZ9Z7u2JaDu9+HdTwfys23njj2H777eN///d/4y1veUtceOGF8Yc//CG+//3vdz/Tgw8+OJ7ylKfEwx72sPt1PG5OgAABAgQIECBAgACBB0zAgwgQIECAAAECBAgQIECAAIH+C8iQAIH5JjA2357swQQIECBAgAABAgQILHACEiZAgAABAgQIECBAgAABAgT6LyBDAgQIECBAgMCCJpA59YtwMnPiy69qAaLM7L78p+qjixJVvaK+KGi03HTPh8SOL14nxscj2quVbT+7cf3Vv4pT9v5c3PTTP8b9uV30zqvi7MMvas9uY2jPHq+oB7ahLLn6YvGkd21/ny0qlJl1Z0GAAAECM0zAcAkQIECAAAECBAgQIECAAIH+CzyQGWZOnSvOzIm59szs5tkzB+Wc8+3DefbRufa1Hrl87LbferHokgu1ufY2ud323aR3V0aceexX45wTrorpun3huMvigjddWpP0bcRt/G2evjXacMdjydUXj93es9PdztOXU0VmTvhlTnWN2Vtmzq4pCBAgQIAAAQIECBAgQGBBE5AvAQIECBAgQIAAAQIEifkc+QAAEABJREFU+iaw+OKLx6qrrhq77LJLvOAFL4hDDz003v3ud8dnPvOZbuHub37zm/Gtb32ri2uvvTa+9rWvdXHVVVfFpZdeGp///Oe7c0899dQ45phjuoXBqzzssMPigAMOiJe+9KXdYtLPfOYz457Glltueb8wr7nmmnHaaafF6aef3i1efo8e0j5+nDxvvH2MOqVj8lAPaquvvnqce+65ccUVV9yrOOmkk6J+j/5egvn13OF499xzzzvle08M6vd5eI/7slxsscVixRVXvC9vGbNmzep+9+9JXqPn1HtlhRVWmDKWzIx6j773ve+NCy64II466qjYbrvt5vo7cP3118fLXvayuPzyy6fcYzo26v8POPjvDAajW3mVlePlL3957LvvvvGqV70q9ttvv+5v2mte85o48MAD46CDDoqDDz64i0MOOSSme7zpTW+K97znPfHJT34yvvjFL8bXv/71+MlPfhJ//vOf469//Wv8/Oc/j/obf9FFF8W73vWuePGLXxw77LBDLLXUUgMQewIECBAgQIAAAQIECPRQQEoECBAgQIAAAQIECBAgQIBA/wVkSIDA/BMYm3+P9mQCBAgQIECAAAECBBYwAekSIECAAAECBAgQIECAAAEC/ReQIQECBAgQIEBggRTInLowTmZOLEw05+I61a6ohYiGMVycaFhuusdDYqe91+0sMzPazaK2qv74a7+OU/c+P276yR+r6z6PL73zqjjnyEsiZj82MyOzRUTMeuji8ZR373C3iwpVXpVjZt7lokKZGTYCBAgQmJECBk2AAAECBAgQIECAAAECBAj0X+ABzzBz6pxxZnbz0zWQzJyYb67554rhXHSVw/n10fpaWy0fu++3QSw2a5GIyPZq0ZWD6jkntPnwFjHNts8fe1l8/rjLoqUctatRR7dlLPXQJWOP9+x8j+bpyyIzJ9wys90uo7bMQTlnvdqCAAECBAgQIECAAAECBBYoAckSIECAAAECBAgQIEBggRTIzKjP0xZddNFYcsklY9lll42VVlop1lxzzdhoo43iEY94ROy2227xrGc9K57//OfHPvvs0y2KfcQRR8Rxxx3XLSZ9yimnxD2Nf/3Xf437eqsFvK+77rp4+tOffu9unaOnZ9S/0Z6ZXq+F4WvB+cqjFgH/4x/vn///Vd1/NObXc4djqN/fYf33v/99/O1vfxs2q5yvkZnd59Yxe/vxj388u3bvilHjv/zlL3F//Gzr78HjH//4OOGEE+KLX/xinHHGGfHqV7+6+9swHO3NN98c73//++OWW24Zdk3LsrFPGddqq64Wr3jFK2LfffeN+vux3377xQEHHBAHHnhgHHTQQd3fuIMPPjgOOeSQiTj00EPj0Gkalcv//M//xFOf+tTYcccdY9NNN43VV189Fl988Sl5axAgQIAAAQIECBAgQGABEpAqAQIECBAgQIAAAQIECBAg0H8BGRIgMB8Fxubjsz2aAAECBAgQIECAAIEFSkCyBAgQIECAAAECBAgQIECAQP8FZEiAAAECBAgQWHAFMnNK8pkZmdn1ZWZXrwWJRqO+LGwYw8WJqqzYdI+HxE57rxvj4+PtHhXR6q0a4/Hjr/8qTtn7c/GbH/+hOu6zuPAdV8U5R17c7teeV68W9dAaw9IPWyKe/K7H3KNFhSrHzOy+nClzkHtmRm2ZU8vqEwQIECAw0wSMlwABAgQIECBAgAABAgQIEOi/wPzJMHMwhzx8emZ28+vVzsyJeeeah66oOfZhWXPr1a4Y1tfccrl44qvWi8VmLRyDrU18t1ebam/N8TjnhK/GOcd/tdWnx+vzx14Wnz/uy20w4zU93z4Y6F6tHTFrjSVi93fveJ/N09dNM7MKQYAAAQIECBAgQIAAAQILrIDECRAgQIAAAQIECBAgQGCmCTzxiU+MK664Io4++uhYZJFF7v3w6/PSiava55KDD08nemZ6ZcUVV4xaKL7yuOmmm+K73/1uVe/3mF/PHSa21lprDavx/e9/P2688caJdsT8r66//voTg/jZz34WN99880R7bpX6/7Idcsghsfvuu8ezn/3suOyyy2KppZaKcq7zb7311rj66qurer9FZsZqq60W//qv/xof/ehH44UvfGEMtzL+zW9+M2xOy7L7vyROy5EZFAECBAgQIECAAAECBAjcPwLuSoAAAQIECBAgQIAAAQIECPRfQIYECMxPgbH5+XDPJkCAAAECBAgQIEBgARKQKgECBAgQIECAAAECBAgQINB/ARkSIECAAAECBBZwgcypC+VkZrcwUWbeaVGiWpCoohYiGsZwQaJqV/3huz8kdn5pfcFRRtSrRVUyM356za/j1L3Pj9/8+A9xX2wXnnxVnPv6S9pj6iEt6tUi2rOWWXPJePI7H3OfLSqUWTe+L0btHgQIECAwXwQ8lAABAgQIECBAgAABAgQIEOi/wHzMMHPqHHJmtqnq7EaUmXeab6859eF8e82tV7tiWF9zq+XjCa9ePxabtXBEtPu0VxXR7pWZce5broqzj70y5vd2/pu+HF84/rI2rIzuX7YRtcjWWvphS8bu79rxPpunb3eOzKxCECBAgAABAgQIECBAgMCCLCB3AgQIECBAgAABAgQIEJgxArUQ+Xve854455xzYquttvr7xz3lY8Ls3eeGtUD8cLH5O+64I84888y45ZZb7tLrtttuiwMOOCB23XXX+Jd/+Zf44Ac/eJfnz+3g/HrucCwbbrhhrLDCCl3z5z//eVx00UVdvdvNY/eTn/wknvKUp8See+4Zz3jGM+Jb3/rWPM78x7sf/vCHxxJLLNHd6Dvf+U786Ec/6urz2v32t7+Nb3/72/GrX/2qG1dmxqxZs6LuM7zm/PPPj5tuumnYnGs5Pj4eJ510UjzucY/rcj3hhBPib3/7W3dujaN+7vUzf9GLXhQ333xz1z+3Xf03Cdttt103hjpev1N//vOfqzptIzPb2Cpa4UWAAAECBAgQIECAAAEC/ReQIQECBAgQIECAAAECBAgQINB/ARkSIDBfBcbm69M9nAABAgQIECBAgACBBUZAogQIECBAgAABAgQIECBAgED/BWRIgAABAgQIECAQd/riq8yc6Ksv+8nMbnGiqtcCRMOy6hW1IFHFsL7JbqvFTi9ZL2K8vVq0fdSXD1X1p9/4dZzy4s/Gb378h/hHti++/atxzlGXdLeoe9czhs9bZs0l4kknbxfD8YyOrfoqhjlUmZldfpmDvDMzasucWlafIECAAIGZKWDUBAgQIECAAAECBAgQIECAQP8F5neGmYM55eE4MnNirj0zJ+aha166YnSuejiPXX3D+ppbLhdP3G+DePCshQdT4DXJPj4+Md/+mROvirPefEXMr+1zx1waXzjh8pqaH4ypG1sbTStntXn63d65QwxzmbOsPEcNMnPCJ3OqW8zeMnN2TUGAAAECBAgQIECAAAECC7KA3AkQIECAAAECBAgQIEBgZgi87GUvi+uuuy7+53/+5x8fcH1WOnGXwWemE80eVB70oAfFbrvt1n1mWul8+ctfjo985CPd57DVnltceOGF8cUvfrFbTP6nP/1prLDCCnM77S775tdzh4NaY4014pGPfOSwGe9617vi2muv7dpz2912221x2mmnxc9+9rO44YYb4ve//30svfTSczv1PunbYIMNYvPNN+/u9Yc//KF7do2h65hjV//ftjPPPDN++MMfdkc22mij2Hjjjbv6rrvuGksssURX//73vx9vf/vbY173qZO++c1vxic/+ckuv8r1wQ9+cNTPqo5V+dWvfjV+/OMfx9VXXx3XXHNNdc8zfvGLX8Rf/vKX7viKK64YK620Ulefrrty7P4DidkDbO/22TUFAQIECBAgQIAAAQIECPRRQE4ECBAgQIAAAQIECBAgQIBA/wVkSIDA/BUYm7+P93QCBAgQIECAAAECBBYQAWkSIECAAAECBAgQIECAAAEC/ReQIQECBAgQIECAwGyBzKkL52RmtzBRZnZfIJU5KEcX5KkFekZjdAGfTXZbLXZ66XrtHtG22fdqtXr9/NrfxGl7fy5u/NEfqnmv44snfTU+84YvR86+MrNqLdpr2bWXjCe9fbtuUaHheGqMo/XRHDJzIr/MjMyM2jKnltUnCBAgQGDGChg4AQIECBAgQIAAAQIECBAg0H+BaZFh5mBueTiYzJwy71zz05nZzUtXveavh2XNY1dU37B82BbLxW77bxCLL7tIu0+0bXC/HNTis2+7Os560xWt9cC+PvfGS+PCt14xe0zRyjaillfbxzJrzYo93rljN08/msswp+ob5lxlZnYemdndJzOjtsxBOWe92oIAAQIECBAgQIAAAQIEFlgBiRMgQIAAAQIECBAgQIDANBd47GMfG5dcckkce+yxE4ue/8NDnvzosN0qu88VW6VXr8c85jGxzTbbdDndcccdceKJJ8a73vWuuOWWW7q+4a6OnXvuuXH44YdPHKvr6vrhOfemrOvq+rqm7v1APbeeV58dP+MZz4jllluumnHTTTfFvvvuG5dddlmMj493fcPdn//853jTm94Up59+etdVnzX/+7//e6y22mpd+/7YLbroovH0pz89qqz7n3feefHa1742aizVHka5nXHGGXHyySdH1Wts/+///b9Ycsklu1M22WST2G233bp67SqH+vnNeZ/K+Stf+UoccMABnUWdu84668RTn/rUqnaxxhprxCMf+ciuXr8bRx55ZNQ1dW3XObL75je/Gccff3zceuutXe+OO+4Ys2bN6urTdZeZbWgVrWivjGx7LwIECBAgQIAAAQIECBDoqYC0CBAgQIAAAQIECBAgQIAAgf4LyJAAgfksMDafn+/xBAgQIECAAAECBAgsEAKSJECAAAECBAgQIECAAAECBPovIEMCBAgQIECAAIFRgcypX4qTOdnOzMgcRH0RUX3J0rCs+jCGC/hUucluD4mdXrp+e8R498VLw69eaq346Td+Hae9+LNx4/W/b8fv+esLb/tqnPuGS+90v4jxWHatJePJb9+uW1Sonj/nmKo9HHOVmXmXiwplZtgIECBAoA8CciBAgAABAgQIECBAgAABAgT6LzB9MsycOrecmd38eo0wMyfmpWueumJ07rrqw/ntYbnGI5aLJ+y3QSy+zCJRc+HDL+6vOfeKz550dZz5xq+0Yw/M67w3XBJfPPGKNitfoxk8czCm8ZjV5ul3f8djovKoGOYwLKtvNOfMnPDInOoUs7fMnF1TECBAgAABAgQIECBAgAABAgQIECBAgAABAgQIECAwXQVWWGGFePvb3x7nn39+bLvttvftMOuD0Yk7jnf/n6KJZk8qiy++eLfw+/rr1/8PK+L222/vFpTfZZdd4kUvelHUQu+1MPwTn/jEOPDAA+MPf/hDl/naa6/dXVfXdx33clfX1X0f6OcOh7nBBhvEfvvtFzWO6vv1r38dL3rRi2KPPfbo8qq899prr6Fsn18AABAASURBVNh1113jYx/7WNxxxx11Wjz1qU+Nf//3f+/q9+du6623juc///nd59r1nLPPPrsbS42pxlZ29TN53eteF7fcckud0o2txts12q4+J3/xi18c22+/fWtFl8OZZ57Z3efZz35297M99NBD4ylPeUq88IUvjJ/97Gfdecstt1wcfPDBsdJKK3Xt2tW96poVV1yxmt25dc2oV93rn//5n+NZz3pWd7xO3HDDDeNpT3vaxH+7UH3TMYb/7cF0HJsxESBAgAABAgQIECBAgMB9LeB+BAgQIECAAAECBAgQIECAQP8FZEiAwPwWGJvfA/B8AgQIECBAgAABAgQWAAEpEiBAgAABAgQIECBAgAABAv0XkCEBAgQIECBAgMCdBDJzSl9mdl/uk3nnshbpqagvDxqN4UI+VW78xNVi55dvMLjH7Du3O7Vaxs++eWOctvfn4tc//H1r3/3r82/7anzmmC9Hu1l7De/SmpGx/Lqz4slv365bVKieOxzPaH041iozs/vypcx2n9kRbcvMto/IHJRhI0CAAIGZLyADAgQIECBAgAABAgQIECBAoP8C0yzDzKlzzJk5Me+cmRPz0zVfXVFz2sOy6sO57WG5xubLxRP23zCWWG7RyftEREZ0cf7JX4sz3/iVuL+3846+JL500le7x7Q0umd3Y2iNZdZaKvZ8xw4T8/TDsQ/LymuYY5WZOeGQmZGZUVvmoJyzXm1BgAABAgQIECBAgAABAgu4gPQJECBAgAABAgQIECBAYFoK1GLo1113XbdQ+v0ywMmPENvtc+Kzxdbo1WvVVVeNt7zlLfHYxz62+yy1krv55pvjsssui0984hNx3nnnxU033VTdXWyxxRZx3HHHRV3Xdfydu7p+fjx3ONzKt/JYc801B11t/6tf/arLt/K+/PLL45Zbbmm90X0e/cxnPjP22WefqM+iu877cZeZ8YxnPCMOP/zwWHbZZbsn1VhqTDW20Z9JfSb+whe+MF71qlfdaWxLLrlkvP71r4//+I//6HKoG9V9vv71r3c/2zPPPDN+/vOfV3cXZVEmm2yySdce3a299trdz73OGfaPetW9fvKTn8Qdd9zRHd5mm23i+OOPj5VWWqlrT+ddZrbhVbTCiwABAgQIECBAgAABAgT6LSA7AgQIECBAgAABAgQIECBAoP8CMiRAYL4LjM33ERgAAQIECBAgQIAAAQK9F5AgAQIECBAgQIAAAQIECBAg0H8BGRIgQIAAAQIECMxdIHPqF+VkZvflWJmTZS3OU1FfTjQsqz6M+hKlqle50RNWi51evn6Mz37c+HjVWrTXz669MU578Wfj1z/43eyjcy8uOPHK+MwbvxyDS8db2aKd2m4Ry627VOx54qO7L0Cq59VzK0brwzFWmZndF2FlTuYTbcvMto8u17ARIECAQG8EJEKAAAECBAgQIECAAAECBAj0X2A6Zpg5mHMeji0zJ+afM3NinrrmrStqXntYVn04xz0sH7rZsrHrq9ePxZZdJGqr+fGaMx+U43H+26+OTx99eR26X+Lc118cF550ZTc/H23Gv+b6h89fZu0lY4+TH3OfzdNXAplZhSBAgAABAgQIECBAgAABAhMCKgQIECBAgAABAgQIECAwvQQe85jHxBe+8IU48cQTJxZHv19GWB+KTtx4fPZnlhMdvaosv/zycfTRR8eHP/zheNrTnharr7569zlsJVmfJ6+22mrxpCc9Kd797nfHySefHNWuY/9ozK/nDse95ZZbdjm/+c1vju222y6WW2654aFYdNFFY4MNNojnPve5ccYZZ8RLXvKSrm/ihPu5kpmx6667xumnnx4vf/nLu7HUmOqxw5/Jf/3Xf3Vj+9///d+oz/jr2Jyx+OKLx7777tud9+xnPzvWWmutKXlUzo9//OOjDOrnv/HGG895i4l2edQ5dW55rbTSSt1/g1AnDMdUvz+nnXZavPWtb436+dax6R713yHUf48wHGd7tw+rSgIECBAgQIAAAQIECBDomYB0CBAgQIAAAQIECBAgQIAAgf4LyJAAgfkvMDb/h2AEBAgQIECAAAECBAj0XEB6BAgQIECAAAECBAgQIECAQP8FZEiAAAECBAgQIHAXAplTF9bJzG5hoszsvhAoc7KshYjqy4GqHI36wqJqV7nRrqvFzq/YILqtXRuRg1crfvHt38T79/5s/Or7v4u5bRe89co4702XR3dJO78qmVnNWH69peJJJz66+zKretYw6pnD+nBsVQ4js10/O6Jtmdn2EZmDMmwECBAg0BcBeRAgQIAAAQIECBAgQIAAAQL9F5i2GWZOnXPOzIl56MycMt9e89c1rz0sqz6c6x6WD918uXjCqzeIJZZ/UGREtFvEoGz71vj8O74Wnz7qsrivt3OPvDguesdV7bYZmTkoI6Oqy62zVOzx9sd08/TDcY6OverDnKrMzIm8M+seGbVlDso569UWBAgQIECAAAECBAgQIEAgIiAQIECAAAECBAgQIECAwDQRmDVrVpxwwgnxpS99KXbaaaf7f1STHyW2Z2XUv1aZ1q+NNtooLrjggrjiiiu6heNXWGGFezzezIy111479t9//+7ayy67rLvP5Zdf3i0ef8ghh8Tmm2/efe56Vzd95jOf2V1XYzj00EPv6tTuWOY//tx6Tj2vop7f3fge7urz5h133LH73TrvvPMmxn7xxRfHBz7wgXj+858fK6+88jzvtvjii8dJJ500cd2OO+44z3PrwL09f4klloinP/3p3VhqTJXj8Gfyspe97C7HVs8bRuWw1157xcc+9rEY3qfuVTkfddRRUeMui+H58yrrnDq33otnn3121FjqPlWeccYZ3e9P/R5m5rxuMe365xxqtnf7tBukAREgQIAAAQIECBAgQIDAfSHgHgQIECBAgAABAgQIECBAgED/BWRIgMA0EBibBmMwBAIECBAgQIAAAQIEei0gOQIECBAgQIAAAQIECBAgQKD/AjIkQIAAAQIECBC4O4HMnHJKZkZmdn2ji/RUfXQBn6oPo75MqOpVbrTrarHzKzZo148PohXjXYzHz7/1m3j/i8+LX33vt+3Y5Ov8t1wZn3nTZa2jThwUEeMx3i5cfv1Z8aS3PnpiUaF6xvBZVVaMji0zu/FnTpbtjl3faFl1QYAAAQJ9EZAHAQIECBAgQIAAAQIECBAg0H+B6Z1hZk4ZYGZOmZeueezM7BZnqPro3HbV55z7fujmy8Uur94gFl9ukTZbXjPmLdqceZs479qff+fX44zXfznuq+2cIy6OL73jqtm3G8zPV6PN2sey686K3U/afmKevsZbMRxz1Udzyswuz8yBQWZGbZmDcs56tQUBAgQIECBAgAABAgQIEBgI2BMgQIAAAQIECBAgQIDAdBB4znOeE9ddd13svffeD9xw6sPJiae1zyy7T0YnOlR6JSCZBVmg/tOHBTl/uRMgQIAAAQIECBAgQGDBEZApAQIECBAgQIAAAQIECBAg0H8BGRIgMB0ExqbDIIyBAAECBAgQIECAAIEeC0iNAAECBAgQIECAAAECBAgQ6L+ADAkQIECAAAECBO6RQObkojt1QWZOWZgoc9AeXcCnFvQZjeFCP1VuuOtq8U/7bNRulRH16iIjM+OG79wU79/7s/HL7/42avvcCVfEZ4+9vDsWkd2riqqsuOHS8aS3bHOfLSqU2e4fNgIECBDonYCECBAgQIAAAQIECBAgQIAAgf4LzIAMM6fOQWdmZE5GzbFnZlRZUXPsw7LqNb8+Wj50s+Vi1/03jCWXf1BkRGTm7IiIjPjiu66JTx1xafyj21mHXxQXvevqqHtGbbOfU9Xl15sVe7xtu/tsnr7umdkGXxVBgAABAgQIECBAgAABAgTmFNAmQIAAAQIECBAgQIAAgfkqsPXWW8d5550X73znO2PllVd+YMcy5WPEjMx8YJ/vaQ+cgCct0AKZ9d6uWKAZJE+AAAECBAgQIECAAIH+C8iQAAECBAgQIECAAAECBAgQ6L+ADAkQmBYCY9NiFAZBgAABAgQIECBAgEBvBSRGgAABAgQIECBAgAABAgQI9F9AhgQIECBAgAABAvdcIHPqF+dkZvdlWZmDshYhyhzUawGialc5GqOLE22wy6qx0z4bRIy3VxfjMT7eog3phu/cFO9/8XnxueOviPOO/Uqd0h1ru3Zye7XzV9hwVux5/NZTFhWq+1cMnzkcQ5WZ2S2alDkYY2ZGbZlTy+oTBAgQINAvAdkQIECAAAECBAgQIECAAAEC/ReYKRlmDuakh+PNHLQzs5tzH53PrnrNdw/Lqg/nwIfl6psuF084YKNYfIUHtSn0Nsde8+xtDr0m1lsrLnzPNfGpwy8ZPu5el2e97qK4+F1Xt9u1m9arRXtQe43HcustFbufuO2UefrRMVZ9OPYqM/Mu5+mjbZnZ9l4ECBAgQIAAAQIECBAgQGDuAnoJECBAgAABAgQIECBAYP4IPPjBD45jjjkmLrvssthll13mzyDqs8qJJ7dPQ9tnoxNNlV4JSGbBFqj/f2HE5Bu+vdsXbBDZEyBAgAABAgQIECBAoKcC0iJAgAABAgQIECBAgAABAgT6LyBDAgSmh8DY9BiGURAgQIAAAQIECBAg0FMBaREgQIAAAQIECBAgQIAAAQL9F5AhAQIECBAgQIDAvRTInLrwTmZ2CxJlDspawKciM7sFf6peC/yMxnBRoio32vUhsfMrN2z3iBaDe2QMtl9+97fx2eOvaP0R1ZfZ9l1ErLzxMvGk47funlH3qfsPy6pXDJ9dZWbe5aJCme3eYSNAgACBngpIiwABAgQIECBAgAABAgQIEOi/wIzKMHPqnHTmoJ2ZkZkT89k1v10xOudd9eF8+LBcbZNl4wkHbBxLrbRotBtERtsmd3Hhe78Rn3rdJa3z3r3OfO1FcfF7vhbRxpSRrWyvVrR9LLfeUrHHidtNmacfHVvVR8eemRN5ZWZkZtSWOSjnrFdbECBAgAABAgQIECBAgACBOQQ0CRAgQIAAAQIECBAgQGA+CDzzmc+M6667LvbZZ5/58PSRR05+tNg6c+Izx9bw6peAbBZwgcxsAhWtaK+MbHsvAgQIECBAgAABAgQIEOiZgHQIECBAgAABAgQIECBAgACB/gvIkACBaSIwNk3GYRgECBAgQIAAAQIECPRSQFIECBAgQIAAAQIECBAgQIBA/wVkSIAAAQIECBAg8PcIZGZk5sSlmdm1MyfLWtSnYnSBn6oPY7goUbU33OUh8U+v2jhifLy9WkzcebzVKtqhqrXjVVt546Vjz+MeFXWPirrHsKx6xeizM/MuFxXKzLARIECAQJ8F5EaAAAECBAgQIECAAAECBAj0X2DmZZg5dW46c9DOzG7Ovea5M7Ob36766Nx31Yfz4sNytY2XiV322yiWXHHR6GbWJ3dRc+tfet81cfphF7f6PXudceiX4uL3fm32yXWzFu1VHcutv1TseeI0JbwQAAAQAElEQVR2MTqOOeujY87MLo/MQW6ZGbVlDso569UWBAgQIECAAAECBAgQIEDgzgJ6CBAgQIAAAQIECBAgQOCBFth+++3jlFNOiYc+9KEP9KPv/LzZn1cODox3/x+kQd2+XwKyWdAFxmf/fwgXdAf5EyBAgAABAgQIECBAoN8CsiNAgAABAgQIECBAgAABAgT6LyBDAgSmi8DYdBmIcRAgQIAAAQIECBAg0EMBKREgQIAAAQIECBAgQIAAAQL9F5AhAQIECBAgQIDAPySQOfeFeWpRn4rM7Bb0qUV/ql3laNSiRBXVt8HjV4vH7rdJt6hRd9eJXVeJ2mdmrLzJsrHnsVt3iwrVdXV9RdWHMXxWlZmDMWRmZA4i2paZbR9dX9gIECBAoN8CsiNAgAABAgQIECBAgAABAgT6LzBDM8wczFUPh585aGdmN389Os9d9ZoHH5ZVH86PD8vV2hz6rvtvFLNWfnBE1qvtqjI7Ljr1G3H6YRfH3W1nHPqluPTUa9pV7fo2lmi1Llpz+fVnxZ5v3babpx8+t8qKGlPFcIxVZmb3WUFmRuYgom2Z2faDV+ZkfdBjT4AAAQIECBAgQIAAAQIE5iKgiwABAgQIECBAgAABAgQecIEddtjhAX/mPB845WPF7D5/nOe5DsxcASNf4AUysxlUtMKLAAECBAgQIECAAAECBPopICsCBAgQIECAAAECBAgQIECg/wIyJEBg2giMTZuRGAgBAgQIECBAgAABAr0TkBABAgQIECBAgAABAgQIECDQfwEZEiBAgAABAgQI/OMCmZNfppOZE1+elZkTC/rUAj+jC/5UfTSGiwJt8PiHxGP32yTGo22zd+OtNd7q7RWrPHyZePJxW0edP4zR+1R99FmZOTGGzKlji7ZlZtt7ESBAgEDfBeRHgAABAgQIECBAgAABAgQI9F9gJmeYOXWuOnPQzsxuzr3mvTOzm++ues2Fj0bNl1d7WK668TLx+P03iiVXWrRm2CPaPmqivSsjLjrlG/HJQy5q/XN/feqQL8Ulp1wzuKy7ps3Qz75++Q1mxR5veXSMPm/43OqrGI6xyszsxp05yCUzo7bMQTlnvdqCAAECBAgQIECAAAECBAjMS0A/AQIECBAgQIAAAQIECCzgAu2jy0mB8fYx6JSOyUNqM1rA4AmMz/5vFIYS7d0+rCoJECBAgAABAgQIECBAoCcC0iBAgAABAgQIECBAgAABAgT6LyBDAgSmj8DY9BmKkRAgQIAAAQIECBAg0DMB6RAgQIAAAQIECBAgQIAAAQL9F5AhAQIECBAgQIDAfSSQOXWhnsxBOzOnLOxTC/+MRi0KNGds8PiHxK4Hbh6DLaP7lxGrbrZsPPm4bWLO86s9vGctJlT1KjNzyrMz200iInNqGTYCBAgQ6LuA/AgQIECAAAECBAgQIECAAIH+C8z4DDMHc9fDRDIH7czs5rVH572rXlHz4cMYzpUPy1U3WiZ2PWDjWGqVBw9u2e4TkYNXKy457dr45MFfijm30w+6MC497Rt1ZtQuaxdta9evsOHSsecJj4565vA5w7L6KobjqjIz73KePtqWmW3vRYAAAQIECBAgQIAAAQIE7pGAkwgQIECAAAECBAgQIEBgQReY8vFitk8zc0EX6WP+ciIQc/6nBBlJhQABAgQIECBAgAABAgT6JSAbAgQIECBAgAABAgQIECBAoP8CMiRAYBoJjE2jsRgKAQIECBAgQIAAAQK9EpAMAQIECBAgQIAAAQIECBAg0H8BGRIgQIAAAQIECNyXApmTX6STmZGZ3e0zs6vXYj/DqEWARqMWCBqNDR7/kNj1oM3b9eNdrLjB0vHPx28biyyySAzPG71+tF7PyMy7XFQoM8NGgAABAguKgDwJECBAgAABAgQIECBAgACB/gv0I8PMqXPXmYN2Zk7Ms2dmN/9dc+EVo/PjNX9e7SorVtlwmdj1gE1iqVUeHBGD+fauaK1qX/L+a+MTB17YtWr3yVa/9P3faNXxwWntktm1WHGjWbHH8dvE8P6jZdUrhuOpMjO7cWYOxp6ZUVvmoJyzXm1BgAABAgQIECBAgAABAgTuWsBRAgQIECBAgAABAgQIEFjgBdpnmJMG9WnmlI7JQ2ozWMDQCUSMe2v7NSBAgAABAgQIECBAgEDPBaRHgAABAgQIECBAgAABAgQI9F9AhgQITCeBsek0GGMhQIAAAQIECBAgQKBHAlIhQIAAAQIECBAgQIAAAQIE+i8gQwIECBAgQIAAgftcIHPqwj2Zg3Yt9lORmd2CP1WvxYBGoxYjqnaVFRvtukY88dCtYq3tV4n/eOeOUX1zRp0/jLrnaGRmtyBSZkZtmVPL6hMECBAgsAAISJEAAQIECBAgQIAAAQIECBDov0CPMswczGUPU8octDOzm/OuefDMnJhrr/ZwnrzKmkevsqLqK2+wdOz6mk1i1qqLR0R2r6it3SMz48sf/GZ84sALu7jsg9dGZkb3L9tJLbK1Vtp4mdjjuG1ieM/RsuoVw3FUmZnd+DLb1bMj2paZbT94ZU7WBz32BAgQIECAAAECBAgQIEDgbgQcJkCAAAECBAgQIECAAAECUz5mzMhMJn0TkA+BJpBZ7+2K1vAiQIAAAQIECBAgQIAAgf4JyIgAAQIECBAgQIAAAQIECBDov4AMCRCYVgJj02o0BkOAAAECBAgQIECAQG8EJEKAAAECBAgQIECAAAECBAj0X0CGBAgQIECAAAEC949A5uSX62TmxJdpZebEgj+1ANAwamGgYdRiRKOx8a5rxFPfuG0sssgiMewfnjssh/cZlpmDZ2YOymhbZrZ9TIwlbAQIECCwwAhIlAABAgQIECBAgAABAgQIEOi/QN8yzBzMaQ/zyhy0M7Ob56758Mzs5tyrXjGcM69ydD696iutv3Q8fv+NYtZqD44Yb68WMT7eXi0i4ssfvDa+/IFr69CgrzvWDrRyxY2Xjt2PfVQM7ztaVr1i+PwqM7MbV+ZgrJkZtWUOyjnr1RYECBAgQIAAAQIECBAgQOCeCDiHAAECBAgQIECAAAECBAh0H2pOMLTPO9tnmhNNlV4ISIJACYx37+36jxuqFe2tP1kf9NgTIECAAAECBAgQIECAwEwWMHYCBAgQIECAAAECBAgQIECg/wIyJEBgegmMTa/hGA0BAgQIECBAgAABAj0RkAYBAgQIECBAgAABAgQIECDQfwEZEiBAgAABAgQI3I8CmVMX8skctDNzYuGfWgioohYHGkYtRDS3qOPVP1pWfRh1n4rM7BY/yhyU0bbMbPvo+sNGgAABAguagHwJECBAgAABAgQIECBAgACB/gv0MsPMwdz2MLnMQTszu/nu4Zx4lcMYzpkPy9F59VU2XDZ2OeDhsfTqi7fr666D+2SrZrR/2SrtldkqLdo+Vtpkmdjj2EdF3aei7jssq15Rzx6WmTnxGUBmRmZGbZmDcs56tQUBAgQIECBAgAABAgQIELiHAk4jQIAAAQIECBAgQIAAAQIRkx89RrRG5pSOsM14AQkQ6AQy671d0TXr3T6o2BMgQIAAAQIECBAgQIBAHwTkQIAAAQIECBAgQIAAAQIECPRfQIYECEwzgbFpNh7DIUCAAAECBAgQIECgFwKSIECAAAECBAgQIECAAAECBPovIEMCBAgQIECAAIH7WyBz5Et2Wj1z0M7MbgGgWhRoGLU40NyiFhKaM0bPG15fZWZG5mRE2zKz7aPrDxsBAgQILIACUiZAgAABAgQIECBAgAABAgT6L9DfDDMHc9zDDDMH7czs5r2Hc+NVDmN0Dr3qwzn2qq+0/tLx+AM2iaUfsni75XiMj4+3MqL2FdXo+lr/SpssHXseu3XU9XVtxWi92vXMYZmZ3dx/5mBsmRm1ZQ7KOevVFgQIECBAgAABAgQIECBA4J4LOJMAAQIECBAgQIAAAQIECDSB4QebrVqfdHafb3Z1u34IyILAQGDw3p7yhh8csCdAgAABAgQIECBAgACBHghIgQABAgQIECBAgAABAgQIEOi/gAwJEJhuAmPTbUDGQ4AAAQIECBAgQIBADwSkQIAAAQIECBAgQIAAAQIECPRfQIYECBAgQIAAAQIPiEDm1IV9MrNblChzUNbiQHNGLRZUMedCQtU3GnNelzm4Z2Z2uWVOLbtOOwIECBBYsARkS4AAAQIECBAgQIAAAQIECPRfoOcZZg7muodpZg7amdnNt9dceWZGlcMYnUsf1mvOvWLl9ZeJXQ7cNJZeffHu+mhbuzyyyorWWGWzZeNJx20Tdf5oDO9VZT1rWGZm9/zMjMxBRNsys+0Hr8zJ+qDHngABAgQIECBAgAABAgQI3AsBpxIgQIAAAQIECBAgQIAAgRKY8rFjdp9PVrfoiYA0CMwWyMxWq2iFFwECBAgQIECAAAECBAj0S0A2BAgQIECAAAECBAgQIECAQP8FZEiAwLQTGJt2IzIgAgQIECBAgAABAgRmvIAECBAgQIAAAQIECBAgQIAAgf4LyJAAAQIECBAgQOCBE8ic/LKdzEE9M7sv2cqcLGuhoLuLWlBozsgc3KP6M7NLLHNq2XXaESBAgMACJyBhAgQIECBAgAABAgQIECBAoP8CC0KGmYM572GumYN2ZnZz7cP58SqHMZxvX3jhhWPOWGm9pWPXgzaLpVdfrLvl+Ph4tFeMt9Yqmy4TTz52mynXDO81LOsZVa8yM2NYZg7GE23LzLYfvDIn64MeewIECBAgQIAAAQIECBAgcO8EnE2AAAECBAgQIECAAAECBDqB+lCzq9SuPuec0lGdYgYLGDqBoUD9dwzR/VcMg572bh9U7AkQIECAAAECBAgQIEBgxgtIgAABAgQIECBAgAABAgQIEOi/gAwJEJh+AmPTb0hGRIAAAQIECBAgQIDADBcwfAIECBAgQIAAAQIECBAgQKD/AjIkQIAAAQIECBB4gAUyJxf3yRzUM3NiYaLRxYGqPoxaQGgY1Vf1KoeRObhHZnYZZWZ3z2pkZhWCAAECBBZcAZkTIECAAAECBAgQIECAAAEC/RdYYDLMnDrnnTloZ2Y3L17z5pkZVQ6j5tTnjIUXXjgqVl5/2XjioVvGsg9bMtodol0aD3nE8vHU47ftjtc5w2urXjFsV1nPyBw8L7PdYXZE2zKz7QevzMn6oMeeAAECBAgQIECAAAECBAjcawEXECBAgAABAgQIECBAgACBgcCUjx8z6t/ggH0PBKRAYEJgzv/UwHt9gkaFAAECBAgQIECAAAECM13A+AkQIECAAAECBAgQIECAAIH+C8iQAIFpKDA2DcdkSAQIECBAgAABAgQIzGgBgydAgAABAgQIECBAgAABAgT6LyBDAgQIECBAgACB+SGQmROPzRzUMzMyJ2N0waCqzxmZ2S1elDl5TWZGbZmDcs56tQUBAgQILIgCciZAgAABAgQIECBAgAABAgT6L7BgZZg5OQ9emWcO2pnZzbXXnHpmdvPoTRJ4kQAAEABJREFUVR/GQgstFBULL7xwjMbK6y0Tux22ZSy75pKx/uNXi38+ftspx4fn1rXDGN5zWGYOnp2ZUVvmoJyzXm1BgAABAgQIECBAgAABAgT+PgFXESBAgAABAgQIECBAgACB2QLjs8uuGI/611XteiAgBQKTAuNT3uuT/WoECBAgQIAAAQIECBAgMNMFjJ8AAQIECBAgQIAAAQIECBDov4AMCRCYjgJj03FQxkSAAAECBAgQIECAwAwWMHQCBAgQIECAAAECBAgQIECg/wIyJECAAAECBAgQmG8CmVMX/skctDOzW5Aoc1DWwkGZ2S1YlDlZzqs/M2O4ZU7Wh31KAgQIEFgABaRMgAABAgQIECBAgAABAgQI9F9gAcwwc+oceOagnZndnHrNow9joYUWimEsvPDCU+rVrlh5vWVjz8MfFbsftnVUe84YXj+857DMHDwvc1DWjyIzq+gic7LeddgRIECAAAECBAgQIECAAIG/V8B1BAgQIECAAAECBAgQIEBgKDDlY8jsPiMdHlLOcAHDJzAikJmtVdEKLwIECBAgQIAAAQIECBDoj4BMCBAgQIAAAQIECBAgQIAAgf4LyJAAgWkpMDYtR2VQBAgQIECAAAECBAjMWAEDJ0CAAAECBAgQIECAAAECBPovIEMCBAgQIECAAIH5K5CZU75gK3OynTmoZ959WVlkZhUTkTm1PXFAhQABAgQWOAEJEyBAgAABAgQIECBAgAABAv0XWFAzzJw6F545aGdmN/+emTE2NtbVqxzGQgstFBULL7xwjMbK6y03pV3H6rw5Y3ifzMnnZGbUljko56xXWxAgQIAAAQIECBAgQIAAgX9EwLUECBAgQIAAAQIECBAgQGBCYHyi1irjMT4+paP1ec1UAeMmMCoweG9Pvr/bu330sDoBAgQIECBAgAABAgQIzFABwyZAgAABAgQIECBAgAABAgT6LyBDAgSmp8DY9ByWUREgQIAAAQIECBAgMEMFDJsAAQIECBAgQIAAAQIECBDov4AMCRAgQIAAAQIEpolA5uRiQDWkzOwWI8rMak7UM3OiXgcyp7arryIzqxAECBAgQKAEBAECBAgQIECAAAECBAgQINB/gQU6w8zs5s6HCJnZVTOz68/MGBsbm4iFFlooRmPhhReOYVT/sF5ltUdj9D6Zk/fPzKgtc1DOWa+2IECAAAECBAgQIECAAAEC/6CAywkQIECAAAECBAgQIECAwKTA5EeTrS+7z0ZbxWvmC8iAwBSBzGztila0V0a2vRcBAgQIECBAgAABAgQIzHABwydAgAABAgQIECBAgAABAgT6LyBDAgSmqcDYNB2XYREgQIAAAQIECBAgMCMFDJoAAQIECBAgQIAAAQIECBDov4AMCRAgQIAAAQIEppNAZkZm3mlImdn1Z965nPPkzME5c/ZrEyBAgMCCLCB3AgQIECBAgAABAgQIECBAoP8CMiyBzKyii8xBPTOnzLGPjY3FMBZaaKGYMxZeeOE79Q3PGV6XOfWemTnlmdXIHPRVXRAgQIAAAQIECBAgQIAAgftGwF0IECBAgAABAgQIECBAgMCIwPhIPcZjfHxKx+hB9RklYLAEpgoM3tve31NVtAgQIECAAAECBAgQIDDTBYyfAAECBAgQIECAAAECBAgQ6L+ADAkQmK4CY9N1YMZFgAABAgQIECBAgMAMFDBkAgQIECBAgAABAgQIECBAoP8CMiRAgAABAgQIEJiWApnZLUZ0TweXOTg/M+/pJc4jQIAAgQVJQK4ECBAgQIAAAQIECBAgQIBA/wVkOCGQOTlXnjmoZ2Y3756ZMTY2dqdYaKGF4u5ibtdlTt43M2O4ZU7Wh31KAgQIECBAgAABAgQIECDwDwu4AQECBAgQIECAAAECBAgQGBWY8rFkdp+Jjh5Wn6EChk1gDoHMbD0VrfAiQIAAAQIECBAgQIAAgX4IyIIAAQIECBAgQIAAAQIECBDov4AMCRCYtgJj03ZkBkaAAAECBAgQIECAwIwTMGACBAgQIECAAAECBAgQIECg/wIyJECAAAECBAgQmN4Cmdl9+VbmXZfTOwujI0CAAIH5LeD5BAgQIECAAAECBAgQIECAQP8FZDhVIHMwr169mVnFnebbx8bGomKhhRbqymG92sOovtHIzDvdJzO7+w93mVPbw34lAQIECBAgQIAAAQIECBD4RwVcT4AAAQIECBAgQIAAAQIEpgiMj7bGY3x8SsfoQfUZJGCoBOYUGLy3J9/f7d0+5ynaBAgQIECAAAECBAgQIDDDBAyXAAECBAgQIECAAAECBAgQ6L+ADAkQmL4CY9N3aEZGgAABAgQIECBAgMAMEzBcAgQIECBAgAABAgQIECBAoP8CMiRAgAABAgQIECBAgAABAgT6LyBDAgQIECBAgAABAgQIECBAoP8CMpyHQGZ2RzIzMu8cY2NjXX+VdxWZg2vrnMxBvW6cmVVMRObU9sQBFQIECBAgQIAAAQIECBAg8I8LuAMBAgQIECBAgAABAgQIEJgqMOXjyYz6N/UErRkoYMgE7iQw53+K4L1+JyIdBAgQIECAAAECBAgQmGkCxkuAAAECBAgQIECAAAECBAj0X0CGBAhMY4GxaTw2QyNAgAABAgQIECBAYEYJGCwBAgQIECBAgAABAgQIECDQfwEZEiBAgAABAgQIECBAgAABAv0XkCEBAgQIECBAgAABAgQIECDQfwEZ3pVAZk4czhzUMzPGxsYic2pZfXNG5uQ5mdldkzkoY/aWObU9u1tBgAABAgQIECBAgAABAgTuQwG3IkCAAAECBAgQIECAAAECcwiMj7bHo/6N9qjPRAFjJnBngfEp7/U7H9dDgAABAgQIECBAgAABAjNNwHgJECBAgAABAgQIECBAgACB/gvIkACB6SwwNp0HZ2wECBAgQIAAAQIECMwgAUMlQIAAAQIECBAgQIAAAQIE+i8gQwIECBAgQIAAAQIECBAgQKD/AjIkQIAAAQIECBAgQIAAAQIE+i8gw7sVyMyJczIzMrNrZ2ZXz5x3OTY2NnFOXZSZVUxE5tT2xAEVAgQIECBAgAABAgQIECBwXwq4FwECBAgQIECAAAECBAgQmFNgykeV2X2uOecp2jNMwHAJzEUgM1tvRSu8CBAgQIAAAQIECBAgQGDmC8iAAAECBAgQIECAAAECBAgQ6L+ADAkQmNYCY9N6dAZHgAABAgQIECBAgMCMETBQAgQIECBAgAABAgQIECBAoP8CMiRAgAABAgQIECBAgAABAgT6LyBDAgQIECBAgAABAgQIECBAoP8CMrxnAplTvww/MycWwMgc1DPvXNbdMyf7qz2MzBxWlQQIECBAgAABAgQIECBA4H4VcHMCBAgQIECAAAECBAgQIHAngfHRnvEYH5/SMXpQfYYIGCaBuQkM3tuT7+/2bp/bafoIECBAgAABAgQIECBAYIYIGCYBAgQIECBAgAABAgQIECDQfwEZEiAwvQXGpvfwjI4AAQIECBAgQIAAgRkiYJgECBAgQIAAAQIECBAgQIBA/wVkSIAAAQIECBAgQIAAAQIECPRfQIYECBAgQIAAAQIECBAgQIBA/wVkeC8EMjMyc8oVmdn1Zc67nHJBa2QOzm1VLwIECBAgQIAAAQIECBAg8EAIeAYBAgQIECBAgAABAgQIELizQI52Zfe552iP+owTMGACcxXIzNZf0Yr2ysi29yJAgAABAgQIECBAgACBGSpg2AQIECBAgAABAgQIECBAgED/BWRIgMA0Fxib5uMzPAIECBAgQIAAAQIEZoSAQRIgQIAAAQIECBAgQIAAAQL9F5AhAQIECBAgQIAAAQIECBAg0H8BGRIgQIAAAQIECBAgQIAAAQL9F5Dh3yOQmZE5iHt6febg/My8p5c4jwABAgQIECBAgAABAgQI3EcCbkOAAAECBAgQIECAAAECBOYiMD7aNx7j41M6Rg+qzwgBgyQwd4HBe9v7e+46egkQIECAAAECBAgQIDDTBIyXAAECBAgQIECAAAECBAgQ6L+ADAkQmO4CY9N9gMZHgAABAgQIECBAgMAMEDBEAgQIECBAgAABAgQIECBAoP8CMiRAgAABAgQIECBAgAABAgT6LyBDAgQIECBAgAABAgQIECBAoP8CMvyHBTIzMu8+/uEHuQEBAgQIECBAgAABAgQIEPh7BVxHgAABAgQIECBAgAABAgTmJpCjndl97jnaoz7DBAyXwDwEMrMdqWiFFwECBAgQIECAAAECBAjMbAGjJ0CAAAECBAgQIECAAAECBPovIEMCBKa9wNi0H6EBEiBAgAABAgQIECAw7QUMkAABAgQIECBAgAABAgQIEOi/gAwJECBAgAABAgQIECBAgACB/gvIkAABAgQIECBAgAABAgQIEOi/gAwJECBAgAABAgQIECBAgACB/gvIkAABAgQIECBAgAABAgQIzFVgfLR3PMbHp3SMHlSfAQKGSGBeAoP39uT7u73b53WqfgIECBAgQIAAAQIECBCY5gKGR4AAAQIECBAgQIAAAQIECPRfQIYECEx/gbHpP0QjJECAAAECBAgQIEBgmgsYHgECBAgQIECAAAECBAgQINB/ARkSIECAAAECBAgQIECAAAEC/ReQIQECBAgQIECAAAECBAgQINB/ARkSIECAAAECBAgQIECAAAEC/ReQIQECBAgQIECAAAECBAgQmLtAjnZn92+0R31GCRgsgXkKZE49lO3dPrVHiwABAgQIECBAgAABAgRmiIBhEiBAgAABAgQIECBAgAABAv0XkCEBAjNAYGwGjNEQCRAgQIAAAQIECBCY1gIGR4AAAQIECBAgQIAAAQIECPRfQIYECBAgQIAAAQIECBAgQIBA/wVkSIAAAQIECBAgQIAAAQIECPRfQIYECBAgQIAAAQIECBAgQIBA/wVkSIAAAQIECBAgQIAAAQIE5iEwPto/HvVvtEd9JgkYK4F5C4xPea/P+zxHCBAgQIAAAQIECBAgQGC6CxgfAQIECBAgQIAAAQIECBAg0H8BGRIgMBMExmbCII2RAAECBAgQIECAAIFpLGBoBAgQIECAAAECBAgQIECAQP8FZEiAAAECBAgQIECAAAECBAj0X0CGBAgQIECAAAECBAgQIECAQP8FZEiAAAECBAgQIECAAAECBAj0X0CGBAgQIECAAAECBAgQIEBgXgI5eiAjM0c71GeSgLESuAuBzHpvV9zFSQ4RIECAAAECBAgQIECAwPQXMEICBAgQIECAAAECBAgQIECg/wIyJEBgRgiMzYhRGiQBAgQIECBAgAABAtNWwMAIECBAgAABAgQIECBAgACB/gvIkAABAgQIECBAgAABAgQIEOi/gAwJECBAgAABAgQIECBAgACB/gvIkAABAgQIECBAgAABAgQIEOi/gAwJECBAgAABAgQIECBAgMA8BcZHj4zH+PiUjtGD6tNcwPAI3JXA4L09+f5u7/a7Ot0xAmqrogMAABAASURBVAQIECBAgAABAgQIEJimAoZFgAABAgQIECBAgAABAgQI9F9AhgQIzAyBsZkxTKMkQIAAAQIECBAgQGCaChgWAQIECBAgQIAAAQIECBAg0H8BGRIgQIAAAQIECBAgQIAAAQL9F5AhAQIECBAgQIAAAQIECBAg0H8BGRIgQIAAAQIECBAgQIAAAQL9F5AhAQIECBAgQIAAAQIECBCYt0COHsrIzNEO9ZkjYKQE7lIgs97bFYPTMnJQsSdAgAABAgQIECBAgACBmSRgrAQIECBAgAABAgQIECBAgED/BWRIgMAMERibIeM0TAIECBAgQIAAAQIEpqWAQREgQIAAAQIECBAgQIAAAQL9F5AhAQIECBAgQIAAAQIECBAg0H8BGRIgQIAAAQIECBAgQIAAAQL9F5AhAQIECBAgQIAAAQIECBAg0H8BGRIgQIAAAQIECBAgQIAAgbsQGB89Nh7j41M6Rg+qT2sBgyNw1wKD97b3910rOUqAAAECBAgQIECAAIHpLmB8BAgQIECAAAECBAgQIECAQP8FZEiAwEwRGJspAzVOAgQIECBAgAABAgSmoYAhESBAgAABAgQIECBAgAABAv0XkCEBAgQIECBAgAABAgQIECDQfwEZEiBAgAABAgQIECBAgAABAv0XkCEBAgQIECBAgAABAgQIECDQfwEZEiBAgAABAgQIECBAgACBuxLI0YMZmTnaoT5TBIyTwN0IZNZ7u+JuTnSYAAECBAgQIECAAAECBKavgJERIECAAAECBAgQIECAAAEC/ReQIQECM0ZgbMaM1EAJECBAgAABAgQIEJh2AgZEgAABAgQIECBAgAABAgQI9F9AhgQIECBAgAABAgQIECBAgED/BWRIgAABAgQIECBAgAABAgQI9F9AhgQIECBAgAABAgQIECBAgED/BWRIgAABAgQIECBAgAABAgTmFMgcWQR8fPToeIyPT+kYPag+jQUMjcDdCQze25Pv7/Zuv7tLHCdAgAABAgQIECBAgACBaSZgOAQIECBAgAABAgQIECBAgED/BWRIgMDMERibOUM1UgIECBAgQIAAAQIEppmA4RAgQIAAAQIECBAgQIAAAQL9F5AhAQIECBAgQIAAAQIECBAg0H8BGRIgQIAAAQIECBAgQIAAAQL9F5AhAQIECBAgQIAAAQIECBAg0H8BGRIgQIAAAQIECBAgQIAAgbsWyNHD2f0b7VGfEQIGSeBuBTKnnpLt3T7sycxhVUmAAAECBAgQIECAAAEC01fAyAgQIECAAAECBAgQIECAAIH+C8iQAIEZJDA2g8ZqqAQIECBAgAABAgQITCsBgyFAgAABAgQIECBAgAABAgT6LyBDAgQIECBAgAABAgQIECBAoP8CMiRAgAABAgQIECBAgAABAgT6LyBDAgQIECBAgAABAgQIECBAoP8CMiRAgAABAgQIECBAgAABAnMXyMzIzIjx0ePjrTmlY/Sg+rQVMDACdy8wPpe3dmb7GzD70szJ+uwuBQECBAgQIECAAAECBAhMKwGDIUCAAAECBAgQIECAAAECBPovIEMCBGaSwNhMGqyxEiBAgAABAgQIECAwjQQMhQABAgQIECBAgAABAgQIEOi/gAwJECBAgAABAgQIECBAgACB/gvIkAABAgQIECBAgAABAgQIEOi/gAwJECBAgAABAgQIECBAgACB/gvIkAABAgQIECBAgAABAgQIjAhkzmWB7yldGZk5coXqjBAwSAL3QCCz3tsVU0/OvHPf1DO0CBAgQIAAAQIECBAgQGBaCBgEAQIECBAgQIAAAQIECBAg0H8BGRIgMKMExmbUaA2WAAECBAgQIECAAIFpI2AgBAgQIECAAAECBAgQIECAQP8FZEiAAAECBAgQIECAAAECBAj0X0CGBAgQIECAAAECBAgQIECAQP8FZEiAAAECBAgQIECAAAECBAj0X0CGBAgQIECAAAECBAgQIEBgKJA5uch35qCe2crx4RlVjsf4+Hh87sq/xXvP+Uu8r+Lsm+N9LU6ZiD/HqWcP4rRWnnb2n6Li/a3s4qw/xgcm4g/xwbMm40Nn/T4+dObv48MT8bv4yJmT8dEzfxvD+Ninfxsf+/RNXXy8lRX/9+nfxDA+8ekbo4szboxPdvHrOP2M0fhVfOqMQZzRyjM+9cuo+HQrB3FDnPmpQZzVyrM+9Yvo4vRfxNld/DzOOX0yzj39ZzGMz7T6Zz750zhvJD77yZ/EMD73yR/HMM7/xI/j/E/8qIsLWlnx+U9cH8P4Qqt/4RM/jC/83w/jixPxg7jw/4bx/fjS/w3iolZe9PHvRcXFrRzEd+OSj383hnHpx6+LLj52XXy5i+/EZR+bjMs/9u0Yxlda/Ssf/VZUXNHKQXwzrvzoIL7ayq9+9NqouOoj18YgvhFXf2QQX2vl1z5yTVR8vZVdfPjrcc1EfC2+8eHJuPbDV0fFN1v5zQ9dHd/80FXxrZH49oe+GsP4zoeujC4+eGVc18UV8d0PTsb3PviVGMb3W/37H7g8Kn7QykFcFj/8wCCub+X1H/hyVPzo/V+OQVwaP37/ZPzk/ZfEMH7a6j897eL42Uj8/LSLYhi/aPVfnPalqLjh1C/FDade2MUvW1nxq1O/GMP4dav/+tQvxK9P+ULcOBGfj9+cMhk3nXJBVPy2lb993/lR8btWDuJz8fv3DeIPrfzD+z4bFX9872djEOfFn947GX9+72diGDe3+s3vOTf+0mL8Dzd37+1o7/F6p1e0d3sVggABAgQIECBAgAABAgRmiIBhEiBAgAABAgQIECBAgAABAv0XkCEBAjNLYGxmDddoCRAgQIAAAQIECBCYJgKGQYAAAQIECBAgQIAAAQIECPRfQIYECBAgQIAAAQIECBAgQIBA/wVkSIAAAQIECBAgQIAAAQIECPRfQIYECBAgQIAAAQIECBAgQIBA/wVkSIAAAQIECBAgQIAAAQIE7iSQmV1f5qCM2UXX2RqZGc895o/xvDf+oYvnt/IFXfw+XvjG38UL3/C72KuL37byt/Gio38bLz76pha/ib2P/k28ZHa89Ogb42UVR/06Xt7iFUf9Kl4xu9znqF/GPkfdEPu2ct/X3xCvfP0v4lWz49VH/jz2q3j9z2L/Fgcc+dOoeM2RP4nXtPprjvhJHHTEj+PAFlUefMSPouKQw38Uhxx+fRx6+A/jsBavfd0Po+J1r/tBvO5134/DWxzR4vDXfS+OrHhtK1/73Xj9a6/r4qjDroujW7zhtd+JN7z22/HGwwZxzGHfijcd9s1406Hfijcf+s0W18axhw7jG3Hcod+I4w+9Jo4/5Jo4ocVbDv56VLy1lSce/LU48eCr422tPKmVJx18VZx00Ffj7Qdd1eKrcXKrn3zglfGOFu886IqoeNeBX4l3H3hFi6/Eew68PN77mkG87zWXxTBOfc2X45TXXBqntjjtgEvjtAMujfcfcEl84ICL4wP7XxwfbPGhAy6Kig/vf1F8eP8vxUf2vzA+2uIj+10YH9vvi/GxV1d8IT6+3xfi/ype/fn4xKsviE/OjtNfdX5UfKqVZ7zqc3HGqz4bn54dZ7byzFeeF2e+8jNxVouzK/Y9N85pce4rz41zX3lOfGbfs+O8fc9pcXZ8ttU/t89ZMYgz4/xXtNjn03HBPmfGBa/4dHz+FWfEF17xqRZnxBdf/qm48OWnt/hUfKmVF738k1FxcSsvfvkn4uKX/V9c2uKSFlV++aUfjy+/9GNx2cs+FpdXvPSj8ZUWV3TxkbjyJR/u4qutvKrFV1/yobj6JR+ciK/t/YH4+uy4Zu/3xzdefFoX1+59Wlzb6t988anxrRefEt960Snx7S7eF9950XvjO3u9L67b671x3YveE99t7e/t9Z743l7vju/v9a4W744fvPBd8cMu3hnXv/Cd8aMu3tHKk+MnL3xH/PgFrXzB2+OnLzipxdvjZ88/qYuft/YvXvC2+MXzT4wbWvyy4nknxq+e99YWb4lfPfctcWOLXz/vhLixxW+ee0L85rnHx03PPS5+W/Gc4+J3zzk2ft/Fm+MPzxnEH5/zpsisN3vFxLu968vMrqzezKxCECBAgAABAgQIECBAgMD0EzAiAgQIECBAgAABAgQIECBAoP8CMiRAYIYJjM2w8RouAQIECBAgQIAAAQLTQsAgCBAgQIAAAQIECBAgQIAAgf4LyJAAAQIECBAgQIAAAQIECBDov4AMCRAgQIAAAQIECBAgQIAAgf4LyJAAAQIECBAgQIAAAQIECBDov4AMCRAgQIAAAQIECBAgQIDA3AUys1vwe2xsLGJ89JzxGB9vHYNXd6BV2ymtv9t3Xa02KAcX1xnD9qCn9qP36a5up3V97epWrVNaVK2iXT/lue2KkXad0TVrN+X6dl336s6YqFWletoDunzqsmpXtMu7vjpW51W7dXTV6uvG2E5sr9ZX42i9rdFq3am1685pR7vX8OaDRjvcTm71Or8Vrd2ub/tqD45Uu45UVE9Fq1fRor26RveM1mivdnW7plW6vtZq1dbRnRYRrWx9XQ7tQHu1jva0qrSxtVodHRxu7bqwDlXZTpz9qp6K1ltFi/Zqx9rV7Zr2Gtyj9VRlOI5qVruL2Y3uWLu4vQY9rVJ97U6D06o9qLXjrTFRb81Wr/OGtUHZxtT1V1k9s8vu0m432dma7dXa7S6zB13tLtquxlFXt2oVg2hnd5WR86tdza4cefbwuuGx4aUdbtdoV9RJLdqr9QzGUee3WrtT19VOr6MVg/bgQKu3SjfGdqi9qqOd2+5Z/V10Xa02KOvIIIbtydbofbpntxt2fSNXZw7+Dgyvzsyumpnd34dqZGYVggABAgQIECBAgAABAgTmu4ABECBAgAABAgQIECBAgAABAv0XkCEBAjNNYGymDdh4CRAgQIAAAQIECBCYBgKGQIAAAQIECBAgQIAAAQIECPRfQIYECBAgQIAAAQIECBAgQIBA/wVkSIAAAQIECBAgQIAAAQIECPRfQIYECBAgQIAAAQIECBAgQIBA/wVkSIAAAQIECBAgQIAAAQILvEDmYPHuzOwW9M68cxk5ypSRmRHdq+0iomu2XUb9i2hFtGbU1vUMG9XRIltEZGRmFdH2LTK6Zu2i1aNtGZHZdjE7qt6q7RXR+jJbrUVWPSJatUVGRLZ/EdE62isGW0a1o4oYbN2xtsvMaK8WraxDGV297aNVq2jR1SJaT2arD14RXbvtW19WPdqWEZltFxHZ/kXVM2Zv2ZoZ0b3aLiK6w22XMfjXelotuq16Ythq51Q1o7aMzIwYvKqIrlm7yPYvonZdM2rLiGpUEbVl16xdq0W2ru5w7VorW0Srt1c7Uq+MaldkVr01o7ZsXRURbd8ionaZGdEqtW9FVWOwZWRmxOAVtXXNtsvWmV1HRGZXi2z/ouoZs7dszYy2i2z/om3ZRXat0X11ZGZ3tO0iqt6a7RURGZlZRWT3r1Wzou0YYLeEAAAQAElEQVRmt6Mdb68YbK2/GlV0HVmHo3atFhkR3eGuUvVWaR3t1RoR3cGoLVs1IwaviFbJzMhsERURrYjMjIjs/kXVM2Zv2ZoZ0b3aLiK6w22XUf8iWhGtGbV1PdXIag1iUM12TkYMXq3I6E6rXWSMbmNjY1GRmZGZo4fu1J5yUIMAAQIECBAgQIAAAQIEHlgBTyNAgAABAgQIECBAgAABAgT6LyBDAgRmnMDYjBuxARMgQIAAAQIECBAgMN8FDIAAAQIECBAgQIAAAQIECBDov4AMCRAgQIAAAQIECBAgQIAAgf4LyJAAAQIECBAgQIAAAQIECBDov4AMCRAgQIAAAQIECBAgQIAAgf4LyJAAAQIECBAgQIAAAQIEFmyBzMFi3pmDsjQys1vUO3NQ1sLfMV5HhjEe4+Oto3u1ejvYNduu+lsRrWvynOqoqMvbNe1AO9xVWrVd36rt1fUNrh+22gWtWn3dDdsZ7YKu2rq7g3Wsi3as+uox1a7zqj5Z1untjOqcXQyP1fmDaLdux9uIqtIOtxNn37cVXV/b1Y0Gx9rh9mqH2hV1XUXX6k4ZnNO121ntWKu2A/UanF/tyee2O7dzBu12fjvYzmqd7dX6274ubEU71trdsTqn6tXVjlZfa448t+vs2u3CYaOrtkta2a5oFwyf2art3OpuR1uj+qujVVtnXT7oH/QN6m1fo2hdda86rZXt1NbRXsOjraOr1q7V64q6aWu2V7W6c+t5dXX1tc6ur7tjd27rba/qbwfaqzVaf3dNVdttu2tn93XXtb46v86pdjXbhV21XdKa7Yru/Opq9XZya7ZT6mi165RWVmc71g60E9uxerWodt17MmYfrvNbVP/gnLpPRXdRVVp3qw9e7c6DZ9T5rdba3SmDc1qr+lpjcPN2qFVac3BxHeti9vO6ep1Th1tfO7G9ukZdNjuGZ7WyndNe7Sl1aNhu53c9daMWGVF/AzKz+7vQeibKqg8jM4dVJQECBAgQIECAAAECBAjMJwGPJUCAAAECBAgQIECAAAECBPovIEMCBGaewNjMG7IREyBAgAABAgQIECAwnwU8ngABAgQIECBAgAABAgQIEOi/gAwJECBAgAABAgQIECBAgACB/gvIkAABAgQIECBAgAABAgQIEOi/gAwJECBAgAABAgQIECBAgACB/gvIkAABAgQIECBAgAABAgQWUIHMuS/WnTnoz8xuke9a+Lvi8VuMxy4tHv+I2+Nxm98ej938tvinik1vi51b7LTprVGx42a3xY6b3Ro7PPzWeExF639Mi+3bOdvPLrfb9PbYvkWV2212e1Rs29rbbnpHbLvZIB7d6hXbtPY2m41HxdatHI1HbRax9eYRj6po9Wo/cvOMiq02H4utWn1YbvmIsajYYvOFYot2bMtHtHIiFo5HPGI0FonNHzGIzVrZxRaLxKZbPCg2fcTsaPWHt6i+h2+xaAxjk1av2HjLRWPjLR8cG2+xWIsHx0ZbLtbiwbFha1dstOXisWHr23CrVm61WGzQ2htsuURssNUg1m/l+lstGeu1cr2uXDLWbeW6j2zlI5dq9aVina1a2errVLT6OlvNirVbfe1Hzoq1psTSseYjl2mxdDzsUcu0WLrVl2llxbJducajlo012rE1unK5eOjWg1j9UctFF639kK2Xj9FYbesVunaVq22zQlS5auurWGWbFaOLrVvZYuXWXnmblWKl2bHyNivPrle5cqz46FVatHKbVWKFdmyF1q5YfptVY/lHD2K5Vi637aqx3LarxXKPXi2WbVH1ZVt7EA+JZbYdxNKt7GK7h8TS260es7YdxFKtXlHtJbd9aCy13RotHhpLtnIYS7T6Ets9LJZo5eLbPyy62G7NWKzVF9u+ykE8ePu1YiIe0+otFm19i26/djzoMVNjkdZe5DHrxMKzY5Ed1omFZtcXfsy6sdAOs+Mx68VYa4/t0MoWucP6ka2MVk7GBhE7bhDjFTu0cocNW30Qd+y4YdzR2re38vYdN4rbdxrEba3exc4bx207bxK3t7i1RdW7+KeHx23/tGnc/rjN4rYWtz9u87j98Y+IO3bZInL5WVP+FmQO/jZkDsqYY8vMOXo0CRAgQIAAAQIECBAgQOABEvAYAgQIECBAgAABAgQIECBAoP8CMiRAYAYKjM3AMRsyAQIECBAgQIAAAQLzVcDDCRAgQIAAAQIECBAgQIAAgf4LyJAAAQIECBAgQIAAAQIECBDov4AMCRAgQIAAAQIECBAgQIAAgf4LyJAAAQIECBAgQIAAAQIECBDov4AMCRAgQIAAAQIECBAgQIDApEDmYOHuzOwW/M7MGBsb6+L9r4o4ZZ/b4r0vvzXe/bK/xbte+rc4ee+/xkl7/yXe9uK/xIkt3vKiv0TF8Xv9JY5/8V9b3BLHvfiWOPbFf+vizS++Nd609yCO2fu2eGMXt8cb9m7xkjvi6BZHvWQ8Xl/x0ogju8g44qUZh790rIvXvWyheG0XC8dhL1s4Dn3ZIl0c8vIHxcGz46CXLxoHvWLROPAVD47XtDjgFYtFxf6vWDz232fx2G+fJeLVLV61z5JR8cpWvnLfpWLfFvvsOyteUfHKpePlXSwTL3vlMvHSVy7bxUtetVzs3cXy8eJXLR8vetUKXez16hXjhV2sFC94dcXK8fxXrxzP22/leO5+q3TxnP1Wjefsv2r87/6rxbNb/M/+D4mKZ+2/ejzrgNXjv1s884CHxjO6WCP+64AWr3lYPL3F//eaNaPiP1+zVvxHxYFrx7+3+LcD14mKfz1o3fh/XawXTzuoYv34l4PWj38+eIN46sGDeMrBG0bFkw/eKJ50yEax5yEbd7HHIZvEHoduErsf+vDYrcUTu9g0nnBoi8M2i11b7HLY5lHx+MMeEY+reO0W8dgW//TaLaNi59duFTu9ruKRsePrKh4VO7zuUfGYw7eO7bvYJrY7fBDbHv7oePQRj45tjti2i62P2C4qHnXE9vHIIyseE1sd+ZjY8sgdYsvX7xBbtHjE63eMis1fv1NsVnHUzrFpi4cf9U9RsclRj42NK45+XGzUxeNjw6MfHxscvUusX/GGXWO9Lp4Q677hCbHOG5/YxdqtXOuNu0XFmm/cPR52TMUescYxe8RDj9mzi9WPeVI85E0VT47V3vTkWLXizU+JVbp4aqz85qfGSm/+51ix4th/iRW6eFosf+zTYrlj/18sW3Hcv8YyXfxbLH3cv8Ws4/49Zh3/77HU8f8RS3bxn7HE8f8Zi59Q8f/FYif8f/HgE57exaIn/Fcs+pb/ige95RmxSIuFu3hmLPSWFm/97xhrkW99VkQX/xPjJ1Y8O+448dlx+4n/G7dVvO05cWuLv534nLilxV9PfG7c8rbnxV9Pen789e0vaPHCuOUdL4q/vuPF8bd3vST+9p6XxW3ve0Xcceq+Md7e/PV3IHPy70LYCBAgQIAAAQIECBAgQGAaChgSAQIECBAgQIAAAQIECBAg0H8BGRIgMBMFxmbioI2ZAAECBAgQIECAAIH5KODRBAgQIECAAAECBAgQIECAQP8FZEiAAAECBAgQIECAAAECBAj0X0CGBAgQIECAAAECBAgQIECAQP8FZEiAAAECBAgQIECAAAECBAj0X0CGBAgQIECAAAECBAgQIEBgDoHMyUW+a9Hv0VhooYVi4YUXnmcsssgi3bEqR+OurnFs3p73mc1d/Mw8Y8HxH31PVr1+9sOy6nNGvd8rRv8GZGZkTkb9+cjMKgQBAgQIECBAgAABAgQIzG8BzydAgAABAgQIECBAgAABAgT6LyBDAgRmpMDYjBy1QRMgQIAAAQIECBAgMN8EPJgAAQIECBAgQIAAAQIECBDov4AMCRAgQIAAAQIECBAgQIAAgf4LyJAAAQIECBAgQIAAAQIECBDov4AMCRAgQIAAAQIECBAgQIAAgf4LyJAAAQIECBAgQIAAAQIECJRAZk4s6j1ne7j4dy0EPhrDxcJrAfFhVN+wPizn1jc8plwkHggDz+BcvwN3916s46Mx+n6v+vBvQZWZd/6bUX87BAECBAgQIECAAAECBAjMPwFPJkCAAAECBAgQIECAAAECBPovIEMCBGamwNjMHLZREyBAgAABAgQIECAwnwQ8lgABAgQIECBAgAABAgQIEOi/gAwJECBAgAABAgQIECBAgACB/gvIkAABAgQIECBAgAABAgQIEOi/gAwJECBAgAABAgQIECBAgACB/gvIkAABAgQIECBAgAABAgQI3Ekgc3Jh7+FC31VW1CLgFaOLhA/rtcD4aMyrf/Qc9QdkYfrgzHn4OzDn+7Lao8eqXn3D9/nwfV9lRebk34c7/fHQQYAAAQIECBAgQIAAAQLzU8CzCRAgQIAAAQIECBAgQIAAgf4LyJAAgRkqMDZDx23YBAgQIECAAAECBAjMFwEPJUCAAAECBAgQIECAAAECBPovIEMCBAgQIECAAAECBAgQIECg/wIyJECAAAECBAgQIECAAAECBPovIEMCBAgQIECAAAECBAgQIECg/wIyJECAAAECBAgQIECAAAECUwUyJxf3zhzUa9HvWgx8GMPFwatd9VowvGJe9Tom5ucC9J7t9+/OvwNzvl+H7Xpfzxn1N6AiM7u/B5mDvw2ZgzJsBAgQIECAAAECBAgQIDANBAyBAAECBAgQIECAAAECBAgQ6L+ADAkQmKkCYzN14MZNgAABAgQIECBAgMB8EPBIAgQIECBAgAABAgQIECBAoP8CMiRAgAABAgQIECBAgAABAgT6LyBDAgQIECBAgAABAgQIECBAoP8CMiRAgAABAgQIECBAgAABAgT6LyBDAgQIECBAgAABAgQIEFjgBTJzwiBzaj0zJxb7rsW/K+ZcGLwWDa++KkfDgut3XnB9vpksYizs5/47MPqerfroe7nqw6j3/jAyMzInI9qWmW0/eGVO1gc99gQIECBAgAABAgQIECDwgAh4CAECBAgQIECAAAECBAgQINB/ARkSIDBjBcZm7MgNnAABAgQIECBAgACBB1zAAwkQIECAAAECBAgQIECAAIH+C8iQAAECBAgQIECAAAECBAgQ6L+ADAkQIECAAAECBAgQIECAAIH+C8iQAAECBAgQIECAAAECBAgQ6L+ADAkQIECAAAECBAgQIECAQAlkTi7YnZnd4t7D/syMWvg7c1BWvWK4MPhoOVxAfLRPfaGY3wae72dwd78D83rv1nt9GJmDvw2ZgzJmb5k5uxYTfzvCRoAAAQIECBAgQIAAAQIPuIAHEiBAgAABAgQIECBAgAABAv0XkCEBAjNXYGzmDt3ICRAgQIAAAQIECBB4gAU8jgABAgQIECBAgAABAgQIEOi/gAwJECBAgAABAgQIECBAgACB/gvIkAABAgQIECBAgAABAgQIEOi/gAwJECBAgAABAgQIECBAgACB/gvIkAABAgQIECBAgAABAgQIzFMgM7vFvDMny+FC4FXexZXH4AAACRJJREFU3YLiji8U08TAOBbys7i3v4uj7/GqV2RO/i2oPxyZg3bVBQECBAgQIECAAAECBAjMdwEDIECAAAECBAgQIECAAAECBPovIEMCBGawwNgMHruhEyBAgAABAgQIECDwgAp4GAECBAgQIECAAAECBAgQINB/ARkSIECAAAECBAgQIECAAAEC/ReQIQECBAgQIECAAAECBAgQINB/ARkSIECAAAECBAgQIECAAAEC/ReQIQECBAgQIECAAAECBAgQmBTIzIlG5qCemZE5NWoh8DljuLh49Q/ryoWmycL7xuF38e5/B0bfu1UfRmZG1TOn/h3IHLRjZMvMkZYqAQIECBAgQIAAAQIECDywAp5GgAABAgQIECBAgAABAgQI9F9AhgQIzGSBsZk8eGMnQIAAAQIECBAgQOABFPAoAgQIECBAgAABAgQIECBAoP8CMiRAgAABAgQIECBAgAABAgT6LyBDAgQIECBAgAABAgQIECBAoP8CMiRAgAABAgQIECBAgAABAgT6LyBDAgQIECBAgAABAgQIECAwh0Dm5ALemRmZ2Z2RmV09c2pZC4NXZA76qy7GugXTp43DmPH4Wdyz34HMqe/jzEE7c2pZfxQys4qJyJzanjigQoAAAQIECBAgQIAAAQIPjICnECBAgAABAgQIECBAgAABAv0XkCEBAjNaYGxGj97gCRAgQIAAAQIECBB4wAQ8iAABAgQIECBAgAABAgQIEOi/gAwJECBAgAABAgQIECBAgACB/gvIkAABAgQIECBAgAABAgQIEOi/gAwJECBAgAABAgQIECBAgACB/gvIkAABAgQIECBAgAABAgQIzE0gc+pC3pmDdmZG5txjdIH1zLmfk6k/84E3yPTMTAaZd21wT9/D9TcjM6uYiMyp7YkDKgQIECBAgAABAgQIECDwgAl4EAECBAgQIECAAAECBAgQINB/ARkSIDCzBcZm9vCNngABAgQIECBAgACBB0jAYwgQIECAAAECBAgQIECAAIH+C8iQAAECBAgQIECAAAECBAgQ6L+ADAkQIECAAAECBAgQIECAAIH+C8iQAAECBAgQIECAAAECBAgQ6L+ADAkQIECAAAECBAgQIECAwDwFMqcu6J2ZkTmIuihzUM9UZk5rg4mfW6ZxZjLIvPcGc77nq12RObhX1QUBAgQIECBAgAABAgQIzFcBDydAgAABAgQIECBAgAABAgT6LyBDAgRmuMDYDB+/4RMgQIAAAQIECBAg8IAIeAgBAgQIECBAgAABAgQIECDQfwEZEiBAgAABAgQIECBAgAABAv0XkCEBAgQIECBAgAABAgQIECDQfwEZEiBAgAABAgQIECBAgAABAv0XkCEBAgQIECBAgAABAgQIELhrgcy5L+6dOejPnCxH75Q52Z+pnjk/DTw7k0Hm3Rvc3Xt49HjVM7MKQYAAAQIECBAgQIAAAQLTQsAgCBAgQIAAAQIECBAgQIAAgf4LyJAAgZkuMDbTEzB+AgQIECBAgAABAgQeAAGPIECAAAECBAgQIECAAAECBPovIEMCBAgQIECAAAECBAgQIECg/wIyJECAAAECBAgQIECAAAECBPovIEMCBAgQIECAAAECBAgQIECg/wIyJECAAAECBAgQIECAAAEC91AgMyNzMuZ2Webk8Uz1zGliYBxTfncz/Vwy797gnrzH53aOPgIECBAgQIAAAQIECBCYTwIeS4AAAQIECBAgQIAAAQIECPRfQIYECMx4gbEZn4EECBAgQIAAAQIECBC43wU8gAABAgQIECBAgAABAgQIEOi/gAwJECBAgAABAgQIECBAgACB/gvIkAABAgQIECBAgAABAgQIEOi/gAwJECBAgAABAgQIECBAgACB/gvIkAABAgQIECBAgAABAgQI/L0CmYMFxP/e6133wAl4EoF/VCDT+/0fNXQ9AQIECBAgQIAAAQIE7m8B9ydAgAABAgQIECBAgAABAgT6LyBDAgRmvsDYzE9BBgQIECBAgAABAgQI3M8Cbk+AAAECBAgQIECAAAECBAj0X0CGBAgQIECAAAECBAgQIECAQP8FZEiAAAECBAgQIECAAAECBAj0X0CGBAgQIECAAAECBAgQIECAQP8FZEiAAAECBAgQIECAAAECBP5hgczBwuCZysxpaRCZxpXJIPPvN/iH/1C4AQECBAgQIECAAAECBAjc3wLuT4AAAQIECBAgQIAAAQIECPRfQIYECPRAYKwHOUiBAAECBAgQIECAAIH7VcDNCRAgQIAAAQIECBAgQIAAgf4LyJAAAQIECBAgQIAAAQIECBDov4AMCRAgQIAAAQIECBAgQIAAgf4LyJAAAQIECBAgQIAAAQIECBDov4AMCRAgQIAAAQIECBAgQIAAgf4LyJAAAQIECBAgQIAAAQIECBDov4AMCRAgQIAAAQIECBAgQIAAgf4LyJAAgT4IjPUhCTkQIECAAAECBAgQIHA/Crg1AQIECBAgQIAAAQIECBAg0H8BGRIgQIAAAQIECBAgQIAAAQL9F5AhAQIECBAgQIAAAQIECBAg0H8BGRIgQIAAAQIECBAgQIAAAQL9F5AhAQIECBAgQIAAAQIECBAg0H8BGRIgQIAAAQIECBAgQIAAAQL9F5AhAQIECBAgQIAAAQIECBAg0H8BGRIg0AuBsV5kIQkCBAgQIECAAAECBO43ATcmQIAAAQIECBAgQIAAAQIE+i8gQwIECBAgQIAAAQIECBAgQKD/AjIkQIAAAQIECBAgQIAAAQIE+i8gQwIECBAgQIAAAQIECBAgQKD/AjIkQIAAAQIECBAgQIAAAQIE+i8gQwIECBAgQIAAAQIECBAgQKD/AjIkQIAAAQIECBAgQIAAAQIE+i8gQwIE+iEw1o80ZEGAAAECBAgQIECAwP0k4LYECBAgQIAAAQIECBAgQIBA/wVkSIAAAQIECBAgQIAAAQIECPRfQIYECBAgQIAAAQIECBAgQIBA/wVkSIAAAQIECBAgQIAAAQIECPRfQIYECBAgQIAAAQIECBAgQIBA/wVkSIAAAQIECBAgQIAAAQIECPRfQIYECBAgQIAAAQIECBAgQIBA/wVkSIBATwT+fwAAAP//j8HGyQAAAAZJREFUAwCS9/HCaW1UdAAAAABJRU5ErkJggg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CDIAGRAM" val="mcDiagram:16497bc9-6c30-4edf-9d94-0ffd7d636e6c:f5da732d-e76a-4df1-81f1-3dd2e4011fa1:0:1"/>
  <p:tag name="MC:BASE64" val="iVBORw0KGgoAAAANSUhEUgAAIAAAAAR/CAYAAACzLGjCAAAQAElEQVR4AezdBZwd5bkH4HeWFkrR4k4Nh+Lu7l539wJtb12wQktb3KlRSqHFE6xGkSIJUCQJDkmAlgrucpaz93snOfTgJNlNdifPyfzPNzNn7H3m2xnu/d3f/Xr6fAgQIECAAAECBAgQIECAAIGmC6iPAAECBAgQIECAAAECBAgQaL6ACgkQIECAAAECBAgQIECAAIHmC6iQAAECBAgQIECAAAECBAgQaL6ACgkQIECAAAECBAgQIECAAIHmC6iQAAECBAgQIECAAAECBAgQaL6ACgkQIECAAAECBAgQIECAAIHmC6iQAAECBAgQIECAAAECBAgQaL5AX0/4ECBAgAABAgQIECBAgAABAg0XUB4BAgQIECBAgAABAgQIECDQfAEVEiBAgAABAgQIECBAgAABAs0XUCEBAgQIECBAgAABAgQIECDQfAEVEiBAgAABAgQIECBAgAABAs0XUCEBAgQIECBAgAABAgQIECDQfAEVEiBAgAABAgQIECBAgAABAs0XUCEBAgQIECBAgAABAgQIECDQfIGInumhSDUSIECAAAECBAgQIECAAIHpWkDxBAgQIECAAAECBAgQIECAQPMFVEiAAAECBAgQIECAAAECBAg0X0CFBAgQIECAAAECBAgQIECAQPMFVEiAAAECBAgQIECAAAECBAg0X0CFBAgQIECAAAECBAgQIECAQPMFVEiAAAECBAgQIECAAAECBAg0X0CFBAgQIECAAAECBAgQIECAQPMFSoU9JSYCBAgQIECAAAECBAgQIECgwQJKI0CAAAECBAgQIECAAAECBJovoEICBAgQIECAAAECBAgQIECg+QIqJECAAAECBAgQIECAAAECBJovoEICBAgQIECAAAECBAgQIECg+QIqJECAAAECBAgQIECAAAECBJovoEICBAgQIECAAAECBAgQIECg+QIqJECAAAECBAgQIECAAAECBJovkBX25JcQIECAAAECBAgQIECAAAECjRVQGAECBAgQIECAAAECBAgQINB8ARUSIECAAAECBAgQIECAAAECzRdQIQECBAgQIECAAAECBAgQINB8ARUSIECAAAECBAgQIECAAAECzRdQIQECBAgQIECAAAECBAgQINB8ARUSIECAAAECBAgQIECAAAECzRdQIQECBAgQIECAAAECBAgQINB8gbrCnvrbFwECBAgQIECAAAECBAgQINBQAWURIECAAAECBAgQIECAAAECzRdQIQECBAgQIECAAAECBAgQINB8ARUSIECAAAECBAgQIECAAAECzRdQIQECBAgQIECAAAECBAgQINB8ARUSIECAAAECBAgQIECAAAECzRdQIQECBAgQIECAAAECBAgQINB8ARUSIECAAAECBAgQIECAAAECzReYUGHPhMY3AQIECBAgQIAAAQIECBAg0EgBRREgQIAAAQIECBAgQIAAAQLNF1AhAQIECBAgQIAAAQIECBAg0HwBFRIgQIAAAQIECBAgQIAAAQLNF1AhAQIECBAgQIAAAQIECBAg0HwBFRIgQIAAAQIECBAgQIAAAQLNF1AhAQIECBAgQIAAAQIECBAg0HwBFRIgQIAAAQIECBAgQIAAAQLNF5hYYc/EVkOAAAECBAgQIECAAAECBAg0UEBJBAgQIECAAAECBAgQIECAQPMFVEiAAAECBAgQIECAAAECBAg0X0CFBAgQIECAAAECBAgQIECAQPMFVEiAAAECBAgQIECAAAECBAg0X0CFBAgQIECAAAECBAgQIECAQPMFVEiAAAECBAgQIECAAAECBAg0X0CFBAgQIECAAAECBAgQIECAQPMFOhX2dGa0BAgQIECAAAECBAgQIECAQOMEFESAAAECBAgQIECAAAECBAg0X0CFBAgQIECAAAECBAgQIECAQPMFVEiAAAECBAgQIECAAAECBAg0X0CFBAgQIECAAAECBAgQIECAQPMFVEiAAAECBAgQIECAAAECBAg0X0CFBAg0WKCvry9eKg0uWWkECBAgQIAAAQIECLy0gLUECBAgQIAAAQIECBAgQIBA8wWeq7DnuTkzBAgQIECAAAECBAgQIECAQMMElEOAAAECBAgQIECAAAECBAg0X0CFBAgQIECAAAECBAgQIECAQPMFVEiAAAECBAgQIECAAAECBAg0X0CFBAgQIECAAAECBAgQIECAQPMFVEiAAAECBAgQIECAAAECBAg0X0CFBAg0UaCvry9eS5pYu5oIECBAgAABAgQIEHgpAesIECBAgAABAgQIECBAgACB5gv8r8Ke/82aI0CAAAECBAgQIECAAAECBBoloBgCBAgQIECAAAECBAgQIECg+QIqJECAAAECBAgQIECAAAECBJovoEICBAgQIECAAAECBAgQIECg+QIqJECAAAECBAgQIECAAAECBJovoEICBAgQIECAAAECBKZLAYMFT5e3XdHTs4DaCRBolMBLvcfb7XZ056W2aRSCYggQIECAAAECBAgQeLGANQQIECBAgAABAgQIECBAgEDzBboq7OmaN0uAAAECBAgQIECAAAECBAg0SEApBAgQIECAAAECBAgQIECAQPMFVEiAAAECBAgQIECAAAECBAg0X0CFBAgQIECAAAECBAgQIECAQPMFVEiAAAECBAgQIECAAAECBAg0X0CFBAgQIECAAAECBAhMXwKdwYCz6s78Sw0W3P17zgsBAkNbwNUTINAcgXx/ZzXZZrrf488++2xkutflNpnOPtkKAQIECBAgQIAAAQLNFFAVAQIECBAgQIAAAQIECBAg0HyB7gp7uhfMEyBAgAABAgQIECBAgAABAo0RUAgBAgQIECBAgAABAgQIECDQfAEVEiBAgAABAgQIECBAgAABAs0XUCEBAgQIECBAgAABAgQIECDQfAEVEiBAgAABAgQIECBAgAABAs0XUCEBAgQIECBAgAABAtORQPfgvzkwcC5n+8J01mebPJ0254UAgSEp4KIJEGiIQL6TO+m8v5999tno7e2tc8Hh18QFh/+9ns91+Vtnu85+2TaEQxkECBAgQIAAAQIECDxfwBIBAgQIECBAgAABAgQIECDQfIHnVdjzvCULBAgQIECAAAECBAgQIECAQEMElEGAAAECBAgQIECAAAECBAg0X0CFBAgQIECAAAECBAgQIECAQPMFVEiAAAECBAgQIECAAAECBAg0X0CFBAgQIECAAAECBAgQIECAQPMFVEiAAAECBAgQIECAwPQi0BnsN9tOclDgTkadd0d05rPtbJNtGnXanBcCBIaagOslQKAJAvku7qTdbkcm39m9vb2R+esR18ZFR11f56+HX1Ovy/W5TW6b6eyfbRNM1ECAAAECBAgQIECAQLeAeQIECBAgQIAAAQIECBAgQKD5As+vsOf5i5YIECBAgAABAgQIECBAgACBRggoggABAgQIECBAgAABAgQIEGi+gAoJECBAgAABAgQIECBAgACB5guokAABAgQIECBAgAABAgQIEGi+gAoJECBAgAABAgQIECBAgACB5guokAABAgQIECBAgACB6UKgM8hvtjn4byYHA87kwMDXn3tH/P7LF8aoc2+vBwvO9ZncLpP7JVSnzXkhQGAICbhUAgSGvEC+g7uT7+d8V+d7PPPXI66LS44ZHVUVUZV/lx47Oi48/Jr6vZ6/57a5T/cxcj58CBAgQIAAAQIECBBojoBKCBAgQIAAAQIECBAgQIAAgeYLvKDCnhcsWyRAgAABAgQIECBAgAABAgQaIKAEAgQIECBAgAABAgQIECBAoPkCKiRAgAABAgQIECBAgAABAgSaL6BCAgQIECBAgAABAgQIECBAoPkCKiRAgAABAgQIECBAgAABAgSaL6BCAgQIECBAgAABAgSaL9AZ3DfbHPg3k4MA52DArVYrRp17R5z+tb9FDhacbS7n+vw9t8vtM7l/anXanBcCBIaGgKskQGBoC+S7tzv5Xs53dL6r8519wRHXxaU/uyH6Spl95avetsxfXtZdePg1kdvktrlP7lv/XjbstGVTEwECBAgQIECAAAECDRBQAgECBAgQIECAAAECBAgQINB8gRdW2PPCFZYJECBAgAABAgQIECBAgACBIS+gAAIECBAgQIAAAQIECBAgQKD5AiokQIAAAQIECBAgQIAAAQIEmi+gQgIECBAgQIAAAQIECBAgQKD5AiokQIAAAQIECBAgQIAAAQIEmi+gQgIECBAgQIAAAQIEGi6QA/tmidnmgL+ZHPw3BwHOXH/u2Djjm5dH38R/pYlh37g0Rp97R+Tvmdw+98vkcTrHy1YIEBgSAi6SAIEhLJDv3u7keznfz5lWqxUXHjkqLv/lzRFVFVVEVFUVa71/2cj5KPMjf3lTXHzEdZHb5j6ZPEb3MXM+fAgQIECAAAECBAgQGOoCrp8AAQIECBAgQIAAAQIECBBovsCLKux50RorCBAgQIAAAQIECBAgQIAAgSEu4PIJECBAgAABAgQIECBAgACB5guokAABAgQIECBAgAABAgQIEGi+gAoJECBAgAABAgQIECBAgACB5guokAABAgQIECBAgAABAgQIEGi+gAoJECBAgAABAgQIEGiyQGcw32zb7XZkcsDfTA4CfP25d8Tw746Mqqoi/y2w5NxRZkqqOPs7V8Soc26vBwvO7TO5fyaPF+XTacusiQCBQS3g4ggQGKoC+a7tTr6PO8l3+YVHjorLf3VzRF+psK989VSx2/BdY5f9Now13rdsWV/WlWnkL2+MS4647nnv9TxO97FzvhzFRIAAAQIECBAgQIDAkBVw4QQIECBAgAABAgQIECBAgEDzBV5cYc+LV1lDgAABAgQIECBAgAABAgQIDGkBF0+AAAECBAgQIECAAAECBAg0X0CFBAgQIECAAAECBAgQIECAQPMFVEiAAAECBAgQIECAAAECBAg0X0CFBAgQIECAAAECBAgQIECAQPMFVEiAAAECBAgQIECAQGMFOoP4ZttutyOTA/329vbWg/+OOn98DP/eVZFjBec28y/xpvjg4ZtHtjVKX8R53x0ZN5w3NnKA4dwv98/jZHKf3K7T5rwQIDBIBVwWAQJDUiDfsd3J93An+W7+65Gj4vLjby21VRFl6pmhJ/YYtmssvNw8kZ9d9tsw1vzAcpG/5deVv7o5Lj782vq93jlOtt3nyPnwIUCAAAECBAgQIEBgaAq4agIECBAgQIAAAQIECBAgQKD5Ai9RYc9LrLOKAAECBAgQIECAAAECBAgQGMICLp0AAQIECBAgQIAAAQIECBBovoAKCRAgQIAAAQIECBAgQIAAgeYLqJAAAQIECBAgQIAAAQIECBBovoAKCRAgQIAAAQIECBAgQIAAgeYLqJAAAQIECBAgQIAAgWYKdAbvzbbdbkcmB/jt7e2NzKjzxsfZ37uqFF9FVUUssNRc8cEjtoj5lnhTfOCILWP+JeeKKOsz5313ZIw5d2y9X+6bx8njZfL4DbgG4AAAEABJREFUUT6dtsyaCBAYhAIuiQCBoSeQ79bu5Pu3k1arFRccOTouP/7WiYX1Rc8MVew+bNdYaLl5Jq6b0Oz8gw1jzQ8sVxb66lx1/E1x8WHXRB6jc7xsu8+V82VjEwECBAgQIECAAAECQ0zA5RIgQIAAAQIECBAgQIAAAQLNF3ipCnteaqV1BAgQIECAAAECBAgQIECAwJAVcOEECBAgQIAAAQIECBAgQIBA8wVUSIAAAQIECBAgQIAAAQIECDRfQIUECBAgQIAAAQIECBAgQIBA8wVUSIAAAQIECBAgQIAAAQIECDRfQIUECBAgQIAAAQIECDRQoDNob7btdjsyObBvb29vZK4/d1wM//5Vkb+Xr1hgybniQ4dvHvMv8aZaI9sPHLFFvT76okx9cf73RsSYc+6o989j5PHyuJn6OGXPTltmTQQIDC4BV0OAwBATyHdqd/K920mr1YoLjhgdVxx/a1TlX5Y2w+tmiD2G7RoLLTt3Lr4oO+27Yaz1oRUmrq/i6l/fEhcfek3ksTrHzbb7nDk/cQcNAQIECBAgQIAAAQJDQ8BVEiBAgAABAgQIECBAgAABAs0XeMkKe15yrZUECBAgQIAAAQIECBAgQIDAEBVw2QQIECBAgAABAgQIECBAgEDzBVRIgAABAgQIECBAgAABAgQINF9AhQQIECBAgAABAgQIECBAgEDzBVRIgAABAgQIECBAgAABAgQINF9AhQQIECBAgAABAgQINE2gM1hvtu12OzI5oG9vb29krj93fAzf8+912VVVxULLzB0fOmLzmO/tb6rXdb5y+QNHbhkLlt+riSv/8P0RMeacO+rj5LHyuHn8TJ4vN+u0OS8ECAwWAddBgMBQEsh3aXfyfdtJq9WKPx8+Ki7/9a2lpL7IfzO8vif2GLZz/U4vK1922nGfDWLtj7yj/N5X5+pf3xwXHfL3yGN2jp9t97lzvmxsIkCAAAECBAgQIEBgSAi4SAIECBAgQIAAAQIECBAgQKD5Ai9dYc9Lr7aWAAECBAgQIECAAAECBAgQGJICLpoAAQIECBAgQIAAAQIECBBovoAKCRAgQIAAAQIECBAgQIAAgeYLqJAAAQIECBAgQIAAAQIECBBovoAKCRAgQIAAAQIECBAgQIAAgeYLqJAAAQIECBAgQIAAgUYJdAbpzbbdbkcmB/Lt7e2NzHXnjIvhe15das6BfyMWXHqu+NDhm8V8b5uzrHvxNO/b3hTvO2LLWGCZeeof+8puf/j+iBhz9u318fKYefw8TybPmxt22pwXAgQGgYBLIEBgyAjkO7Q7+Z7tpNVqxV+OGB0jfnN7VFVVaqri9TPNEF8etkt5p89dll992n6v9WOdj6xYNqzKMSKu/c0tcdHBV0ceu3OebLuvIefLDiYCBAgQIECAAAECBAa7gOsjQIAAAQIECBAgQIAAAQIEmi/wMhX2vMx6qwkQIECAAAECBAgQIECAAIEhKOCSCRAgQIAAAQIECBAgQIAAgeYLqJAAAQIECBAgQIAAAQIECBBovoAKCRAgQIAAAQIECBAgQIAAgeYLqJAAAQIECBAgQIAAAQIECBBovoAKCRAgQIAAAQIECBBojkBncN5s2+12ZHIA397e3shcd+74GL73NRFVTlUsvOw88eEjNo953zpnvNInf3//kVvGQsvOG1VVRVU2/uOeI2PM8Nvr4+ax8zztiefM85dNotPmvBAgMG0FnJ0AgaEhkO/O7uT7tZNWqxV/OmxUXH7CbfU7Nrd7/RtmiC+ftXMsuNRck1TgdnutH2t/9B3PHeea39wSFx98deQ5OufLNs/RnUk6iY0JECBAgAABAgQIEJjqAk5IgAABAgQIECBAgAABAgQINF/g5SrsebkfrCdAgAABAgQIECBAgAABAgSGnIALJkCAAAECBAgQIECAAAECBJovoEICBAgQIECAAAECBAgQIECg+QIqJECAAAECBAgQIECAAAECBJovoEICBAgQIECAAAECBAgQIECg+QIqJECAAAECBAgQIECgIQI5OG+Wkm273Y5MDtzb29sbmWvPHhfD9vp7RF9fTrHQsnPHhw/fNOZ9yxy526tmnrfMGe87cstYcNl56v3z6497jogxw2+rj5/nyPPleTN5HXnQTpvzQoDANBNwYgIEhoBAvjO7k+/VTlqtVvzpsFEx4sTb60qqqooZZ359fPmsnWOBJeeq103q13Z7rh/rfHyliHKsKiKu/c0tcfFBV0eeq3PebLuvKefLpiYCBAgQIECAAAECBAangKsiQIAAAQIECBAgQIAAAQIEmi/wshX2vOwvfiBAgAABAgQIECBAgAABAgSGmIDLJUCAAAECBAgQIECAAAECBJovoEICBAgQIECAAAECBAgQIECg+QIqJECAAAECBAgQIECAAAECBJovoEICBAgQIECAAAECBAgQIECg+QIqJECAAAECBAgQIECgCQKdwXizbbfbkckBe3t7eyNzzdnjYvg+10QO7ptfiy4/T3zkiM1injfPMUnlz122f99RW8XCK8wXkYMFlwP+ac+RMWbYbfV58lx53jx/Jq8nyqfTllkTAQLTRMBJCRAY7AL5ruxOvk87abVa8cfDRsUVJ94RfRMLmXHm18WXz9oxFljiTRPXTF6z7ffXj3U+vmJ93Dz2tSfeHBcfdHXkOTvnz7b72nJ+8s5mLwIECBAgQIAAAQIEBlbA0QkQIECAAAECBAgQIECAAIHmC7x8hT0v/5NfCBAgQIAAAQIECBAgQIAAgSEl4GIJECBAgAABAgQIECBAgACB5guokAABAgQIECBAgAABAgQIEGi+gAoJECBAgAABAgQIECBAgACB5guokAABAgQIECBAgAABAgQIEGi+gAoJECBAgAABAgQIEBjyAp1BeLNtt9uRyYF6e3t7I3PN2eNi+D7X1nXmwL6LLDtPfOTwTWOexWev103q19yLzxHvPWLLWHC5eaIvDxh98ee9RsTos26tz5fnzPPndWTyuvIcnTbnhQCBqSzgdAQIDGqBfEd2J9+jnbRarfjjoaNixIljI6qcqphpltfHV87aKRZ4+5uiPz7bfG/9WPeTK0dVjp/Hu+7Em+PiA6+KPHfnOrLtvsacz22FAAECBAgQIECAAIFBJOBSCBAgQIAAAQIECBAgQIAAgeYLvEKFPa/wm58IECBAgAABAgQIECBAgACBISTgUgkQIECAAAECBAgQIECAAIHmC6iQAAECBAgQIECAAAECBAgQaL6ACgkQIECAAAECBAgQIECAAIHmC6iQAAECBAgQIECAAAECBAgQaL6ACgkQIECAAAECBAgQGNoCncF3s22325HJAXp7e3sjc/WwsTF8n2tj4ni+sejy88RHjtg05l5s9ikqfK7F54j3Hbl1LLzCfOU4efQqLth7ZIw+85b6vHnuvI68nkxeX9kwOm3OCwECU0/AmQgQGLwC+W7sTr4/O2m1WvGHQ0fFFb8dG33lX04zzfK6+MoZO8b8b5uzX4va+rvrxTqfWLm8qyNPE9edeHNc9JORkdfQea/ndXVfa87360U4GAECBAgQIECAAAECUyRgZwIECBAgQIAAAQIECBAgQKD5Aq9UYc8r/eg3AgQIECBAgAABAgQIECBAYMgIuFACBAgQIECAAAECBAgQIECg+QIqJECAAAECBAgQIECAAAECBJovoEICBAgQIECAAAECBAgQIECg+QIqJECAAAECBAgQIECAAAECBJovoEICBAgQIECAAAECBIawQGfQ3Wzb7XZkcmDeHKQ3c/WwsXH2D66rB/HtK3Uuuvw88dHDN4l5Fpu9LE35NNfic8R7jtwqFlphvnKwvsjruGDvkTH6zFsiz5/J68nryuTvZcN6u2yFAIGpJuBEBAgMUoF8N3Yn35udtFqtOP/Q0XHFSWMjqqg/b5htxvjqmTvF/G+bs17u76+tvrterPfpVSacrpxz1Mm3xkU/Hvm893peX/c153x/X4fjESBAgAABAgQIECAwWQJ2IkCAAAECBAgQIECAAAECBJov8IoV9rzir34kQIAAAQIECBAgQIAAAQIEhoiAyyRAgAABAgQIECBAgAABAgSaL6BCAgQIECBAgAABAgQIECBAoPkCKiRAgAABAgQIECBAgAABAgSaL6BCAgQIECBAgAABAgQIECBAoPkCKiRAgAABAgQIECBAYKgKdAbbzbbdbkcmB+Tt7e2tB+m9eti4OHu/6yOqKqqIWPwd88ZHD9805l509rLUf9Nci80R7z1q61h4xfkjyrkyf917ZIw589b6OvJ68rry+jJ5vVE+nbbMmggQGHABJyBAYDAK5LuwO/m+7KTVasX5h4yOESeNjegrV18y82wzxlfP2CHme+scZcXATVt+Z71Y59OrPHfeUSffEhceMOJ57/W8zu5rz/mBuyJHJkCAAAECBAgQIEDgtQnYigABAgQIECBAgAABAgQIEGi+wCtX2PPKP/uVAAECBAgQIECAAAECBAgQGBICLpIAAQIECBAgQIAAAQIECBBovoAKCRAgQIAAAQIECBAgQIAAgeYLqJAAAQIECBAgQIAAAQIECBBovoAKCRAgQIAAAQIECBAgQIAAgeYLqJAAAQIECBAgQIAAgSEp0BlkN9t2ux2ZHIi3t7e3Hpz3qrPGxvD9rou+vlJeyWLvmDc+etjGMfeis5UV/T+9adHZ4z1Hbh2LrDh/OXhfPU7xBXtfEaPPuKW+nryuvL68zkxed9mwXF+5uJwRAgQGVsDRCRAYdAL5LuxOvic7abVacf6hY+KKk8dOuO4qYuY5Zoz/O3OHmO8tc0xYN8DfW357vVj3s6tGlHNX5WvM72+Niw4Y8bz3el5vdw05Hz4ECBAgQIAAAQIECEw7AWcmQIAAAQIECBAgQIAAAQIEmi/wKhX2vMrvfiZAgAABAgQIECBAgAABAgSGgIBLJECAAAECBAgQIECAAAECBJovoEICBAgQIECAAAECBAgQIECg+QIqJECAAAECBAgQIECAAAECBJovoEICBAgQIECAAAECBAgQIECg+QIqJECAAAECBAgQIEBg6Al0BtfNtt1uRyYH4O3t7a0H5b3qrLExfP9RpbAqqirizSvNGx87fJOYa5HZyrqBm+ZcZPZ491HbxCIrLVift6qquHCfETH6jJvr68rry+vM683k9efVdNqcFwIEBkbAUQkQGFwC+e7rTr4fO2m1WnHeIaPj8pPuqC+6L/pi5tlnjK+duWPM++Y56nVT62uLb60X635m1XIFfVG+YvTJt8TFB4x43ns9r7u7lpyfWtfnPAQIECBAgAABAgQIPF/AEgECBAgQIECAAAECBAgQINB8gVersOfVNvA7AQIECBAgQIAAAQIECBAgMOgFXCABAgQIECBAgAABAgQIECDQfAEVEiBAgAABAgQIECBAgAABAs0XUCEBAgQIECBAgAABAgQIECDQfAEVEiBAgAABAgQIECBAgAABAntCELoAABAASURBVM0XUCEBAgQIECBAgAABAkNMoDOobrbtdjsyOfBub29vPRjvlWeNjWH7j4roy4F6+2LxFeeNjx22ccy18KxTpdI5F54t3n3U1rHISguUS8ghiyMu3GdEjD795vr68jrzevO6M1lHXlinzXkhQKDfBRyQAIFBJJDvvO7ke7GTVqsV5x48Oq44eVxU5V9e9ixzviG+cdaOMc9is+XiVM/m31ov1vvcavV5q6qK0b+7JS7+0Yjnvdfz+rtryvl6B18ECBAgQIAAAQIECExNAeciQIAAAQIECBAgQIAAAQIEmi/wqhX2vOoWNiBAgAABAgQIECBAgAABAgQGuYDLI0CAAAECBAgQIECAAAECBJovoEICBAgQIECAAAECBAgQIECg+QIqJECAAAECBAgQIECAAAECBJovoEICBAgQIECAAAECBAgQIECg+QIqJECAAAECBAgQIEBgKAl0BtPNtt1uRyYH3O3t7a0H4b3yzLExfP/RUQ8YXFXxllXmj48fvkm8aaFZp2qZcyw0W7z7qG1j0VUXKtcSJVVctO+IGH3azfV15vXmdef1Z7KeKJ9OW2ZNBAj0q4CDESAwWATyXdedfB9m8t3YarXinINGxRW/Gxd95YL7yvcsc84UXz9zh5h70dnKmmk3bfbN9WK9z69eriivLGL0726Oi394xfPe61lHd205P+2u2JkJECBAgAABAgQITI8CaiZAgAABAgQIECBAgAABAgSaL/DqFfa8+ia2IECAAAECBAgQIECAAAECBAa1gIsjQIAAAQIECBAgQIAAAQIEmi+gQgIECBAgQIAAAQIECBAgQKD5AiokQIAAAQIECBAgQIAAAQIEmi+gQgIECBAgQIAAAQIECBAgQKD5AiokQIAAAQIECBAgQGDICHQG0c223W5HJgfazQGDMyPOGBvDfji61JMD8/bFW1eeLz5+2EbxpgVnKeum/jT7QrPGu47cJhZZZcHIK8qvi34wIkadetPzBgvOOjJZV15lp815IUCgnwQchgCBQSGQ77ju5Hs8k+/xzNkHjYoRp9wZVVVFVa54trlnjm+ctUPMvcisZWnaT5t+Y91Y/wtrlGuroqqquOGUW+Pi/S9/3ns96+muMeen/ZW7AgIECBAgQIAAAQLTiYAyCRAgQIAAAQIECBAgQIAAgeYLvIYKe17DNjYhQIAAAQIECBAgQIAAAQIEBrGASyNAgAABAgQIECBAgAABAgSaL6BCAgQIECBAgAABAgQIECBAoPkCKiRAgAABAgQIECBAgAABAgSaL6BCAgQIECBAgAABAgQIECBAoPkCKiRAgAABAgQIECBAYGgIdAbPzbbdbkcmB9jNwYIzI88YG2cfMKYejDeiireuMl984vCNY84FZolp+Zl9wVnjXUdtE4uuumCUy8opLtlvZIw+7abnDRac9WSyviifTltmTQQI9IOAQxAgMO0F8t3WnXyPZ/I9nhn+01Ex4pQ7o7PNrHO/Ib5++nYx18KzTvuL77qCTb6+bqz7hdWfu84bTrklLtrvsue917OuTh2dtusQZgkQIECAAAECBAgQGCABhyVAgAABAgQIECBAgAABAgSaL/BaKux5LRvZhgABAgQIECBAgAABAgQIEBi0Ai6MAAECBAgQIECAAAECBAgQaL6ACgkQIECAAAECBAgQIECAAIHmC6iQAAECBAgQIECAAAECBAgQaL6ACgkQIECAAAECBAgQIECAAIHmC6iQAAECBAgQIECAAIEhIJAD5+ZlZttutyOTA+vmYMGZK04fG8MOGPPcQLxvXWW++PhhG8Uc878xd5vmmX3B2eKdR20bi662ULnGcjl9fXHJviNi1Ck3Pm+w4Kwrk3WWrcq2fdkIAQJTLuAIBAhMY4F8t3Un3+OZfI9nhh84Okacdle5yiqqqorZ5505vnnG9jHXwrOWdYNv2uTr68b6X1qzvtaIKm469ba46AeXPe+9nvV115zz4UOAAAECBAgQIECAwEAKODYBAgQIECBAgAABAgQIECDQfIHXVGHPa9rKRgQIECBAgAABAgQIECBAgMAgFXBZBAgQIECAAAECBAgQIECAQPMFVEiAAAECBAgQIECAAAECBAg0X0CFBAgQIECAAAECBAgQIECAQPMFVEiAAAECBAgQIECAAAECBAg0X0CFBAgQIECAAAECBAgMdoHOYLnZttvtyOSAujlYcOaK08fG2T++IapSSFVV8fbV5o9PHr5RzDn/LGXN4JlmX2DWeOdR28ZiaywcEy424m/7jYxRp9zwvMGCs75M1hvl02nLrIkAgckWsCMBAtNSIN9l3cn3eCbf45lhB46OEafeWS6xr87s88wc3zh9u3jTQoPrXV4u7nnTxl9bN9b70hr1ur7oi5tOuzUu/sFlz3uvZ53dted8vYMvAgQIECBAgAABAgQGQMAhCRAgQIAAAQIECBAgQIAAgeYLvLYKe17bZrYiQIAAAQIECBAgQIAAAQIEBqWAiyJAgAABAgQIECBAgAABAgSaL6BCAgQIECBAgAABAgQIECBAoPkCKiRAgAABAgQIECBAgAABAgSaL6BCAgQIECBAgAABAgQIECBAoPkCKiRAgAABAgQIECBAYFALdAbJzbbdbkcmB9LNwYIzl58+Nob/+IbIQXdzyOC3rTZffOKwDWOO+d44KOuabf5Z451HbRuLrb5wlIsu19gXl+43Mkb//obnDRacdWay7rJRdNqcFwIEJkPALgQITDOBfId1J9/jmXyPZ4YfOCZGnHZXRFVF/st3+DfP2C7etOAsMRQ+G/3furH+7mtFVVX15d502q1x8b6XPu+9nvV2G+R8vbEvAgQIECBAgAABAgT6V8DRCBAgQIAAAQIECBAgQIAAgeYLvMYKe17jdjYjQIAAAQIECBAgQIAAAQIEBqGASyJAgAABAgQIECBAgAABAgSaL6BCAgQIECBAgAABAgQIECBAoPkCKiRAgAABAgQIECBAgAABAgSaL6BCAgQIECBAgAABAgQIECBAoPkCKiRAgAABAgQIECBAYPAKdAbHzbbdbkcmB9DNwYIzl582Ns7+8Y11AVVUscTq88enDt0o5pj3jfW6wfo163yzxK5HbxeLrbVIueqqvsxL9x8Zo35/w/MGC856M1l/btRpc14IEJg0AVsTIDBtBPLd1Z18j2fyPZ4566ej4/JT74zo66sz+3wzxzdP3zbmXGBwv8tfqLnhV9eJ9XZfq9SQU1/cdNqtcdE+f3veez3r7rbI+RcexzIBAgQIECBAgAABAlMmYG8CBAgQIECAAAECBAgQIECg+QKvtcKe17qh7QgQIECAAAECBAgQIECAAIFBJ+CCCBAgQIAAAQIECBAgQIAAgeYLqJAAAQIECBAgQIAAAQIECBBovoAKCRAgQIAAAQIECBAgQIAAgeYLqJAAAQIECBAgQIAAAQIECBBovoAKCRAgQIAAAQIECBAYpAKdQXGzbbfbkcmBc3Ow4Mxlp42N4T+5MfrKvyxhidXnj08eumHMPu/MuTjoM+u8s8SuR20Xi621SH2tWedl+42IUSePed5gwVl3Jn/PDTttzgsBAq9ZwIYECEwDgXxndSff45l8j2fO+unoGHH6XVFVeXFVzDn/G+PbZ2xbt7lmqGXDr6wT63957ajKv5xuOeO2uGjvS573Xs/6u01yfqjV6XoJECBAgAABAgQIDGIBl0aAAAECBAgQIECAAAECBAg0X+A1V9jzmre0IQECBAgQIECAAAECBAgQIDDIBFwOAQIECBAgQIAAAQIECBAg0HwBFRIgQIAAAQIECBAgQIAAAQLNF1AhAQIECBAgQIAAAQIECBAg0HwBFRIgQIAAAQIECBAgQIAAAQLNF1AhAQIECBAgQIAAAQKDUaAzGG627XY7Mjlgbg4WnLns1LEx/Kc3Rg6uG+Wz5JoLxKcO2zBmn2fmsjR0plnmeWPscvR2sfjai0ZVVXUu/+HIGP27MdFqteoBg7PurD+THlldp815IUDgtQjYhgCBqS2Q76ru5Pssk+/xzJk/HRNXnH53RF+ZSt60wMzxrTO2jTnme+PUvtR+Pd8GX1kn1v/y2qWocthS1y1n3BYX7XVJ/U7PutMg022T82VrEwECBAgQIECAAAECUyzgAAQIECBAgAABAgQIECBAgEDzBV57hT2vfVNbEiBAgAABAgQIECBAgAABAoNKwMUQIECAAAECBAgQIECAAAECzRdQIQECBAgQIECAAAECBAgQINB8ARUSIECAAAECBAgQIECAAAECzRdQIQECBAgQIECAAAECBAgQINB8ARUSIECAAAECBAgQIDDoBDqD4GbbbrcjkwPl5qC5rVYrLj3ljhh24E3PDay71FoLxKcP3SBmm/sNg66W13JBs8z9xtjlqO1jsbUWib6J/y7bf0SMPnlMZL1Zd9afDpl0yeN22pwXAgReRcDPBAhMVYF8R3Un32OZfKdlzvjJmBhx+l1R5VVVVcy14Czx7TO2jTnmnTnXDPms/+V1YoOvrhtZYNZ465m3xUV7XhxZeyYtMp33escqfAgQIECAAAECBAgQmDIBexMgQIAAAQIECBAgQIAAAQLNF5iECnsmYVubEiBAgAABAgQIECBAgAABAoNIwKUQIECAAAECBAgQIECAAAECzRdQIQECBAgQIECAAAECBAgQINB8ARUSIECAAAECBAgQIECAAAECzRdQIQECBAgQIECAAAECBAgQINB8ARUSIECAAAECBAgQIDC4BHIA3LyibHNQ3EwOkJuD5bZarbjstHEx/KCbczzdyK+l114wPn3ohjHrXG+Iofx549wzx67H7BCLr7NYVFVV54ofjYzRJ4+JrDvrT4f0yKRP1ttpc14IEHh5Ab8QIDD1BPLd1J18f2XyXZY5/cejY8QZd0VfuaTMXAu+Mb59+tYx+zwzlzXNmdbbY+3Y4P/Wq+vMqm4987a4eM+LIw0yaZLv9Ey3V24rBAgQIECAAAECBAhMnoC9CBAgQIAAAQIECBAgQIAAgeYLTEqFPZOysW0JECBAgAABAgQIECBAgACBQSPgQggQIECAAAECBAgQIECAAIHmC6iQAAECBAgQIECAAAECBAgQaL6ACgkQIECAAAECBAgQIECAAIHmC6iQAAECBAgQIECAAAECBAgQaL6ACgkQIECAAAECBAgQGEQCOfhtXk62ORhuJgfHzUFyW61WXHrq2Bh24E2RI+n2la+l11ogPn3o+jHrm2bK3YZ8Zp5r5tj5qO1j8XUWjTTIgq740YgYfdLoyPrTIT3SJdPZptPm9kKAwEsKWEmAwFQSyHdSd/K9lcl3WOb0n4yJkWf+o1xNFVX5nmfhWeM7p28Ts88zc1lq3rTubmvFhl9fvy6sKgXfdtZtcfGeF7/se71jV+/giwABAgQIECBAgACBSRWwPQECBAgQIECAAAECBAgQINB8gUmqsGeStrYxAQIECBAgQIAAAQIECBAn9rulAAAQAElEQVQgMEgEXAYBAgQIECBAgAABAgQIECDQfAEVEiBAgAABAgQIECBAgAABAs0XUCEBAgQIECBAgAABAgQIECDQfAEVEiBAgAABAgQIECBAgAABAs0XUCEBAgQIECBAgAABAoNFIAe8zWvJtt1uR6YzYHCr1YpLTx0Xww+6JaryL6dl1l4wPn3oBjHLnDPlbo3JG+eaOXY+eod483qL1zVlvSMOGBljTh7zsoMF54bplq0QIPBSAtYRIDA1BPJd1J18j2d6e3sjc9oBo2PEGf+IvokXM88is8a3T9sqZpv7DRPXNLNZ50trxYZfX7+uO2u/7cxb45I9L37Z93rHsJkaqiJAgAABAgQIECAwkAKOTYAAAQIECBAgQIAAAQIECDRfYNIq7Jm0zW1NgAABAgQIECBAgAABAgQIDAoBF0GAAAECBAgQIECAAAECBAg0X0CFBAgQIECAAAECBAgQIECAQPMFVEiAAAECBAgQIECAAAECBAg0X0CFBAgQIECAAAECBAgQIECAQPMFVEiAAAECBAgQIECAwKAQyIFu80KybbfbkekMGNxqteLSU8fHsINuzk3qwXOXWWeB+Myh68esc85Ur2va18xvmjl2OnqHePN6i5fS+iKLHvHDETHmpDEvO1hw2TDSL1shQOAFAhYJEBhwgXwHdSff45ne3t7InHrA6Bg57J8RVT3FvIvOGt85beuYba43xPTwWftLa8VG39ggy4+oqrh92O1xyfcvftn3escyfAgQIECAAAECBAgQeO0CtiRAgAABAgQIECBAgAABAgSaLzCJFfZM4vY2J0CAAAECBAgQIECAAAECBAaBgEsgQIAAAQIECBAgQIAAAQIEmi+gQgIECBAgQIAAAQIECBAgQKD5AiokQIAAAQIECBAgQIAAAQIEmi+gQgIECBAgQIAAAQIECBAgQKD5AiokQIAAAQIECBAgQGDaC+QAt3kV2bbb7ch0BgxutVrxt1PGx7CDb46qqnKzWG7dBeOzh24Qs8wxU73c1K+Z53xD7HTMDvHmDd4SkaWXjDzgihhz0uiXHSw4yicdS2MiQKBLwCwBAgMrkO+e7uR7PNPb2xuZUw4YHSOH/TP6+sp1lK95F5s1vnPaVjHrm5r9Li/VPm9a64trxQbf3LA49NW5fditccn3LnrZ93rH9HkHsUCAAAECBAgQIECAwMsK+IEAAQIECBAgQIAAAQIECBBovsCkVtgzqTvYngABAgQIECBAgAABAgQIEJjmAi6AAAECBAgQIECAAAECBAgQaL6ACgkQIECAAAECBAgQIECAAIHmC6iQAAECBAgQIECAAAECBAgQaL6ACgkQIECAAAECBAgQIECAAIHmC6iQAAECBAgQIECAAIFpLJAD2+YlZNtutyPTGTC41WrFxb8fF8MOubkeJDe3WXbdBeMzh6wXb5x9xtyt8XnDHG+IHY/eId6ywZujIOQUI380IkafOOplBwtOlLTKVggQqAV8ESAwgAL5zulOvsczvb29kTnlR2Ni5LB7yhVUEWWab/HZ47unbRWzzjlTTI+ftb6wZmz07Y2iKhYRVdwx/Pa45LsXvux7vWMbPgQIECBAgAABAgQIvJqA3wkQIECAAAECBAgQIECAAIHmC0xyhT2TvIcdCBAgQIAAAQIECBAgQIAAgWks4PQECBAgQIAAAQIECBAgQIBA8wVUSIAAAQIECBAgQIAAAQIECDRfQIUECBAgQIAAAQIECBAgQIBA8wVUSIAAAQIECBAgQIAAAQIECDRfQIUECBAgQIAAAQIECExLgRzQNs+fbbvdjkxnwOBWqxWXnDI+hh96a9mkiqqqYvn1F4rPHbp+vHH2Gcu66Wd6w+wzxY7H7Bhv2eitUWXZ5euqH4+IMb8d9bKDBedm6ZqtECBAgACBgRLId0138j2e6e3tjczvfjg6Rg7/Zzl9X535F58tvnfaVjHLHDOV5el3WvPza8aG396oAExwuePs2+KS7/z1Zd/rHeOyg4kAAQIECBAgQIAAgZcV8AMBAgQIECBAgAABAgQIECDQfIFJr7Bn0nexBwECBAgQIECAAAECBAgQIDBNBZycAAECBAgQIECAAAECBAgQaL6ACgkQIECAAAECBAgQIECAAIHmC6iQAAECBAgQIECAAAECBAgQaL6ACgkQIECAAAECBAgQIECAAIHmC6iQAAECBAgQIECAAIFpJpAD2ebJ2+12dNIZMLjVasVFvx8Xww65pWwyYWDc5ddbMD57yHox82yvL+umv2mm2WaKHY/ZMd6y0VsjCkmZ4soDRsSY31z/koMFp2kqdZxzXghMtwIKJ0BgQATyHdOdfI9nent7I/P7H42JK8/5V0RVRUQVC7x59vj+aVvFG2efPt/l8YLPGp9bMzb67sYRE33GnnNHXPLtC17yvd7tHD4ECBAgQIAAAQIECLy0gLUECBAgQIAAAQIECBAgQIBA8wUmo8KeydjHLgQIECBAgAABAgQIECBAgMA0FHBqAgQIECBAgAABAgQIECBAoPkCKiRAgAABAgQIECBAgAABAgSaL6BCAgQIECBAgAABAgQIECBAoPkCKiRAgAABAgQIECBAgAABAgSaL6BCAgQIECBAgAABAgSmjUBnENt2ux05n21nwOBWqxUX/W5cDD/0tsgBcauo4h0bLByfO3T9mHnW6XvA4BlnnTF2OGbHeMvGby0qhScirvrJyBjzm+tfNFhwxzXbTNnURGC6FVA4AQL9L5Dvlu7kezzT29sbmZP3Hx0jht8T5UVfpr5Y4C2zxfdO2zJmnm36fpe/8E6s/tk1Y8PvbFw7FagYe84dccm3L3jRez3/W6nb+4XHsUyAAAECBAgQIECAQAQDAgQIECBAgAABAgQIECBAoPkCk1Nhz+TsZB8CBAgQIECAAAECBAgQIEBgmgk4MQECBAgQIECAAAECBAgQINB8ARUSIECAAAECBAgQIECAAAECzRdQIQECBAgQIECAAAECBAgQINB8ARUSIECAAAECBAgQIECAAAECzRdQIQECBAgQIECAAAEC00Cge/DanM8BbTsDBrdarbjwd+Ni2GG3lSvrqwfDXWGDheJzh6wbb5jldWWdacZZZ4wdj9kp3rzxW6MIRRpe9eMRMeaE6180WHD+1h16BKZTAWUTINDPAt3vlpzP93imt7c3Mif/cExcee6/o6ryxFUs9NbZY8/TtoqZZ319rpAXCKz+2TVio+9vGgmWZuPOvSMu+dYFL3qv538zpXcn4UOAAAECBAgQIECAQLeAeQIECBAgQIAAAQIECBAgQKD5ApNVYc9k7WUnAgQIECBAgAABAgQIECBAYBoJOC0BAgQIECBAgAABAgQIECDQfAEVEiBAgAABAgQIECBAgAABAs0XUCEBAgQIECBAgAABAgQIECDQfAEVEiBAgAABAgQIECBAgAABAs0XUCEBAgQIECBAgAABAlNboDNgbafNgWw7Awa3Wq248ORxMfzw23P823JpVbxjw4Xi84euGzO98XVl2dQReP0sr48djtkp3rrJ24pVVRJx9U9GxJgTrnvRYMEd607bOYaWwPQjoFICBPpToPM+6bT5Hs/09vZG5qT9x8TIc/4VE36PWPBts8Wep20Zb5jFu/yV7sNqn1kjNvz+JsWtbNUXMe7c2+OSb/7lRe/1/G+nCbZ9ZduyYdncRIAAAQIECBAgQIBACggBAgQIECBAgAABAgQIECDQfIHJq7Bn8nazFwECBAgQIECAAAECBAgQIDBNBJyUAAECBAgQIECAAAECBAgQaL6ACgkQIECAAAECBAgQIECAAIHmC6iQAAECBAgQIECAAAECBAgQaL6ACgkQIECAAAECBAgQIECAAIHmC6iQAAECBAgQIECAAIGpKtA9WG3O5wC2nQGDW61WXHDS2Bh2xO0RfX0lEStuuGB8/pB1Y6aZDRj8UjdqxllmjO2P2SneuunbooiVTfri7z8ZEaOPv/ZFgwWnd3fKxiYC04+ASgkQ6DeB7ndJ5z3eeZf39vbGST+8Ia48999RlTNWVRWLLDFn7HXaljHTG73LC8mrTqt9eo3YaK9No9BFGt553h1xyTf+/KL3etp334tXPbANCBAgQIAAAQIECEwPAmokQIAAAQIECBAgQIAAAQIEmi8wmRX2TOZ+diNAgAABAgQIECBAgAABAgSmgYBTEiBAgAABAgQIECBAgAABAs0XUCEBAgQIECBAgAABAgQIECDQfAEVEiBAgAABAgQIECBAgAABAs0XUCEBAgQIECBAgAABAgQIECDQfAEVEiBAgAABAgQIECAw9QS6B6nN+Ry4tjNgcKvVir+ePC7OPvKOerDbqKpYaeOF4guHrBszzWzA4Fe6S69/4+tju2N2irdt9vZIt8y1B46MMb++9kWDBad7d8KHwHQioEwCBPpHoPsdku/xTPe7/Lf73xAjz/lX9NX/IhZ++xyx56mbe5dPIv+qn1ojNtxzs6IYJX0x/rw74m/f+POL3uvp331PJvE0NidAgAABAgQIECDQOAEFESBAgAABAgQIECBAgAABAs0XmNwKeyZ3R/sRIECAAAECBAgQIECAAAECU13ACQkQIECAAAECBAgQIECAAIHmC6iQAAECBAgQIECAAAECBAgQaL6ACgkQIECAAAECBAgQIECAAIHmC6iQAAECBAgQIECAAAECBAgQaL6ACgkQIECAAAECBAgQmEoC3YPT5nwOWNs9YPBfThoXw464I/r6cqDbiJU2Wig+f/C6MePMr5tKVzi0T/P6mV8f2x2zc7x1s7cXwwnDLl/z0xEx+lfXvGiw4PTvztCu3NUTeE0CNiJAoB8Eut8d+R7PdL/LT/rhjTHy3H/VZ6rK96JLzhl7nbp5zPiGGcqSaVIFVvnU6rHx3ptHlf+qiDvPvyP+9vU/vei9nveh+95M6nlsT4AAAQIECBAgQKBBAkohQIAAAQIECBAgQIAAAQIEmi8w2RX2TPaediRAgAABAgQIECBAgAABAgSmsoDTESBAgAABAgQIECBAgAABAs0XUCEBAgQIECBAgAABAgQIECDQfAEVEiBAgAABAgQIECBAgAABAs0XUCEBAgQIECBAgAABAgQIECDQfAEVEiBAgAABAgQIECAwNQS6B6XN+RyotnvA4AtOGh9nH3lHfSlVFbHKJgvHFw9Zx4DBtchr/3rdG14X2x27c7x9iyXLTgUyqrjuoJEx+lfXvGiw4LwP3Sk7mAg0WEBpBAhMqUD3OyPf45nud/mJ+98QI8/993OnWXSpOWOvUzbzLn9OZPJmVv7k6rHhPpvXO/eV7zvPvyMu+b8/vui9nvej+x6VTU0ECBAgQIAAAQIEpkMBJRMgQIAAAQIECBAgQIAAAQLNF5j8Cnsmf1d7EiBAgAABAgQIECBAgAABAlNVwMkIECBAgAABAgQIECBAgACB5guokAABAgQIECBAgAABAgQIEGi+gAoJECBAgAABt/hcSwAAEABJREFUAgQIECBAgACB5guokAABAgQIECBAgAABAgQIEGi+gAoJECBAgAABAgQIEBhwge7BaHM+B6jtHjD4z78dF8OOvCNyUNu8mFU2WTi+ePA68fqZZshFmUSB1830utj22J3jbVsuWfbsizS/7sARMeaX17xosOD8rTtlBxOBZgqoigCBKRLoflfkezzT/S7/7f43xpXn/yeiqqdYbOk5Y+9TNvcuj/75rPyJ1WOjfbdI3sivu/80Ni792p9e9F7P+9J9r8KHAAECBAgQIECAwPQmoF4CBAgQIECAAAECBAgQIECg+QJTUGHPFOxrVwIECBAgQIAAAQIECBAgQGAqCjgVAQIECBAgQIAAAQIECBAg0HwBFRIgQIAAAQIECBAgQIAAAQLNF1AhAQIECBAgQIAAAQIECBAg0HwBFRIgQIAAAQIECBAgQIAAAQLNF1AhAQIECBAgQIAAAQIDK9A9CG3O58C03QMG//m342L40WMjB7OtqojVNls4vnjIOvG6Gf2/3I4p+Mww4wyx7bE7x9u2XDKqqsCWXHfwiBjzy7+/aLDgvC/dmYLT2pXAoBVwYQQITL5A9zsi3+OZ7nf5b/a7MUac/++IvnKOksWWnjP2PmUz7/LC0Z/TSh9fPTb6wZa1c19xvvMPt8ffvvrHF73X8/5037P+vAbHIkCAAAECBAgQIDDYBVwfAQIECBAgQIAAAQIECBAg0HyBKanQ/zXSlOjZlwABAgQIECBAgAABAgQITD0BZyJAgAABAgQIECBAgAABAgSaL6BCAgQIECBAgAABAgQIECBAoPkCKiRAgAABAgQIECBAgAABAgSaL6BCAgQIECBAgAABAgQIECBAoPkCKiRAgAABAgQIECBAYAAFugefzfkckLZ7wOA/nTguhh89th7INvr6YtVNF44vHrx2vO71/t9t98dtmeH1M8S2x+0ab91yyWLcl8Rx3UEjYvTPr37RYMF5f7rTH+d3DAKDSMClECAwmQLd74Z8j2e63+Un7HdjXPmH/0RV/uX05mXnjH1O3cy7fDK9X223FT+2Wmy0/1ZRVbllFXf/6Y7421f/8KL3et6n7nuXWwsBAgQIECBAgACB6UBAiQQIECBAgAABAgQIECBAgEDzBaaoQv8XSVPEZ2cCBAgQIECAAAECBAgQIDC1BJyHAAECBAgQIECAAAECBAgQaL6ACgkQIECAAAECBAgQIECAAIHmC6iQAAECBAgQIECAAAECBAgQaL6ACgkQIECAAAECBAgQIECAAIHmC6iQAAECBAgQIECAAIGBEugedDbncyDa7gGD/3jiuBh+zLhy+iqiTKtvsWjsdsg6McPr/L/ajn789BTPbY/bNd62zdLJHFVVxahDRsaYn1/9osGC8z51px8vw6EITGMBpydAYHIEut8J+R7PdL/LT9jvxrjyD/+ZeOi+ePMyc8bep2zmXT5RZKCaFT+6Wmy031bl8H0lEXf/6Y7425fPj2eeeSZ6e3sj71Heq0z3Paw39kWAAAECBAgQIECg0QKKI0CAAAECBAgQIECAAAECBJovMGUV+r9KmjI/exMgQIAAAQIECBAgQIAAgakj4CwECBAgQIAAAQIECBAgQIBA8wVUSIAAAQIECBAgQIAAAQIECDRfQIUECBAgQIAAAQIECBAgQIBA8wVUSIAAAQIECBAgQIAAAQIECDRfQIUECBAgQIAAAQIECAyIQPdgszmfA9DmYLQ5KG2r1Yo/njguhh8zbuK5+2L1zRaOLx28VvTMUE1cp+lPgZ7X9cQ2x+wSb9tm6cj7kce+/pCRMebnV0fej7wveX/yPuXv3clthcCQF1AAAQKTLND9Lsj3QybfFfnOyHfHr39wY1z5x/9GVU14d79lubli31M2ixm8yyfZenJ2eMdHV4uNf7hNlBsQVfn3z7+Mi0u/cn60nmlF3qO8V3nPMt33MnwIECBAgAABAgQINFlAbQQIECBAgAABAgQIECBAgEDzBaawwp4p3N/uBAgQIECAAAECBAgQIECAwFQQcAoCBAgQIECAAAECBAgQIECg+QIqJECAAAECBAgQIECAAAECBJovoEICBAgQIECAAAECBAgQIECg+QIqJECAAAECBAgQIECAAAECBJovoEICBAgQIECAAAECBPpfoHuQ2ZzPgWdzENocjDYHDP7jieNj+DHjo6qq+uRrbLFI7Hbw2tHTM2G5Xumr3wV6XtcTWx+7S7x922XqY6f2qENGxJifXx15X/L+5H3K+5X3rTv1Dr4IDGEBl06AwKQJdL8D8r2QyXdEvivynXH8D26MK//43+hs95bl5ox9f79J9MyQb5dJO5etJ19ghY+sGhv9cOvn7sM//jw2/rbHufHM089E3qu8Z3nvMp17le3kn9GeBAgQIECAAAECBAa3gKsjQIAAAQIECBAgQIAAAQIEmi8wpRX2TOkB7E+AAAECBAgQIECAAAECBAgMuIATECBAgAABAgQIECBAgAABAs0XUCEBAgQIECBAgAABAgQIECDQfAEVEiBAgAABAgQIECBAgAABAs0XUCEBAgQIECBAgAABAgQIECDQfAEVEiBAgAABAgQIECDQzwI5qGx3csDZHHw2B6HNAYP/8JvxMeyYcdGX//r6Yo0tFo7dDlrLgMH9fB9e7nA9M/TE1sfuGm/fdpm8A1G+YvTBI+KGn10VeX/yPuX9yvvWfR9z/uWOaT2BISDgEgkQmASBfOZ3ku+DTL4b8h2R74rjf3BTXPWneyOqKvLf21aYK35wyqZR9VThM/UFVvjwqrHJT7aLcjOiqqq456/j49I9zotnnnom8p7lvct7mOnc12zDhwABAgQIECBAgEDzBFREgAABAgQIECBAgAABAgQINF9giivsmeIjOAABAgQIECBAgAABAgQIECAwwAIOT4AAAQIECBAgQIAAAQIECDRfQIUECBAgQIAAAQIECBAgQIBA8wVUSIAAAQIECBAgQIAAAQIECDRfQIUECBAgQIAAAQIECBAgQIBA8wVUSIAAAQIECBAgQIBAfwrkYLLdyYFmc9DZHHw2Bww+/zfjY/hx4+vBaauoYq2tFondD147DBjcn3fh1Y+V3lsdt2sssf1yUW5DnVGHjIgbjrsq8j7l/cr7lvev+37mfPgQGJICLpoAgdcqkM/6TvI9kMl3Qr4b8h3xy31ujCv/9N/IbcpXvP0dc8UPfr9JVFX1Wk9huwEQWO6Dq8TGP9mu3JK+Ovf8dVxc9uXz4uknn468d3kP815m8t51MgCX4pAECBAgQIAAAQIEpqGAUxMgQIAAAQIECBAgQIAAAQLNF5jyCnum/BCOQIAAAQIECBAgQIAAAQIECAyogIMTIECAAAECBAgQIECAAAECzRdQIQECBAgQIECAAAECBAgQINB8ARUSIECAAAECBAgQIECAAAECzRdQIQECBAgQIECAAAECBAgQINB8ARUSIECAAAECBAgQINBvAp2BZDttDjCbg83moLM5YPD5J4yP4ceNrwelzW3W2mqR2P2gtcJ4wf12CybpQFVVxVbH7hpLbL9cRN+EXUcfOiLGHHtl5P3K+5b3L+9j3q/uTNjaN4EhJOBSCRB4TQLdz/p8/mfyXZDvhHw3/HLfm+Lqv9xXjlWV93cVS6w0d+z7u43LsmkwCCz3gVVikwN3qO9NXs89fx0Xl3/5vHj6iaci72Hey7ynme57ndsKAQIECBAgQIAAgUYIKIIAAQIECBAgQIAAAQIECBBovkA/VNjTD8dwCAIECBAgQIAAAQIECBAgQGAABRyaAAECBAgQIECAAAECBAgQaL6ACgkQIECAAAECBAgQIECAAIHmC6iQAAECBAgQIECAAAECBAgQaL6ACgkQIECAAAECBAgQIECAAIHmC6iQAAECBAgQIECAAIH+EegeRDbnc2DZHGQ2B5vNAYPPO2F8DP/ZnfXJqqqKdbZZNHY/aM162de0Fdjy2F3j7TssO+EiqogbDhsZNxx7ZeR9y/uX9zHvZ97X7kzYwTeBoSHgKgkQeHWB7md8Pvcz+Q7Id0G+E36xz41x1Z/vjb7yL0qWWHGu2PekjV79wLaYqgLLvn/l2Pin25c7lHeqL+7567i47MvnxVNPPBV5L/Oe5r3NdN/zqXqRTkaAAAECBAgQIEBggAQclgABAgQIECBAgAABAgQIEGi+QH9U2NMfB3EMAgQIECBAgAABAgQIECBAYMAEHJgAAQIECBAgQIAAAQIECBBovoAKCRAgQIAAAQIECBAgQIAAgeYLqJAAAQIECBAgQIAAAQIECBBovoAKCRAgQIAAAQIECBAgQIAAgeYLqJAAAQIECBAgQIAAgX4Q6B48NudzQNkcXDYHmc0Bg8/99bgY/rM764Fo83TrbL1I7PbTNXJWBonAlse+M96+43I5nnN9n8YcNiLGHDMy8v7lfcz7mfc17293BsnluwwCrybgdwIEXkWg+9mez/tMPvvzHZDvgp/vc2Nc9Zf76qNUUcVSK88d+560Ub3sa/AJLPP+lWOTg3Ysd6qK8hX/vmh8XPHl8+LpJ56KvKd5b/MeZ7rvffgQIECAAAECBAgQGNoCrp4AAQIECBAgQIAAAQIECBBovkC/VNjTL0dxEAIECBAgQIAAAQIECBAgQGCABByWAAECBAgQIECAAAECBAgQaL6ACgkQIECAAAECBAgQIECAAIHmC6iQAAECBAgQIECAAAECBAgQaL6ACgkQIECAAAECBAgQIECAAIHmC6iQAAECBAgQIECAAIEpFegeNDbncyDZHFQ2B5fNAYPP/fX4GP7zuyIHn63K17rbLBq7/XSN8Bl8Alse885YYqfly12q6ou78fCRccMxIyPvY97PvK95f/M+d6fe2BeBQS3g4ggQeCWB7md6Pucz+czPZ3++A362901x9V/uf+4QS648V+xz4obPLZsZnALLvG/l2PjgHZ+7uH9dOC4u3+PcePqJpyPvbd7jvNeZ7j7w3A5mCBAgQIAAAQIECAw5ARdMgAABAgQIECBAgAABAgQINF+gfyrs6Z/DOAoBAgQIECBAgAABAgQIECAwIAIOSoAAAQIECBAgQIAAAQIECDRfQIUECBAgQIAAAQIECBAgQIBA8wVUSIAAAQIECBAgQIAAAQIECDRfQIUECBAgQIAAAQIECBAgQIBA8wVUSIAAAQIECBAgQIDAFAl0Dxab8zmAbA4mm4PK5oDB5xw/Pob//K4J5+iLWGebhWO3n6w+Ydn3oBTY/Ohd4+07LV9fW97TGw4bETccPSLyfuZ9zfub9zl/6069gy8Cg1XAdREg8LIC3c/yfL5n8lmfz/x89v98n5vj6r/eH1FFRFXF0qvOHfueuGH4DA2Bpd+7UmxyyE4TLrbcw39fPD4u3/2cePrxpyLvcd7rvOeZ7r4wYQffBAgQIECAAAECBIaYgMslQIAAAQIECBAgQIAAAQIEmi/QTxX29NNxHIYAAQIECBAgQBBWf6oAABAASURBVIAAAQIECBAYAAGHJECAAAECBAgQIECAAAECBJovoEICBAgQIECAAAECBAgQIECg+QIqJECAAAECBAgQIECAAAECBJovoEICBAgQIECAAAECBAgQIECg+QIqJECAAAECBAgQIEBg8gW6B4nN+Rw4NgeRzcFkc8Dgc359Zwz/5V0RVURUVay33aKx+0/WCJ/BL7D50bvGEru8o9y2qs6NR4yMG44aEXlf8/7mfc77nfe9O4O/Mlc4vQqomwCBlxbofobncz2Tz/h81ucz/7i9b4orL7g3oq8vp1hmlblinxM2eOmDWTtoBZZ6z0qx8aE7lftYLrEv4t8Xj4vLdz87nn7sych7nfc8732mu0+UrU0ECBAgQIAAAQIEhpSAiyVAgAABAgQIECBAgAABAgSaL9BfFfb014EchwABAgQIECBAgAABAgQIEOh3AQckQIAAAQIECBAgQIAAAQIEmi+gQgIECBAgQIAAAQIECBAgQKD5AiokQIAAAQIECBAgQIAAAQIEmi+gQgIECBAgQIAAAQIECBAgQKD5AiokQIAAAQIECBAgQGAyBboHh835HDA2B4/NQWRzwODhx4+PYb+4qx5otq8vYv1tF4ndDlhtMs9mt2khsNmRu8QSu6wQeX/LV9x4xIi44agrIu9v3ue833nf8/fuTItrdU4CryLgZwIEXkKg+9mdz/NMPtvzGZ/P+uP2vjmu/uv9UZV/OS272tyxzwkbvMSRrBoKAku9e6XY5PBdIu9lFRH/ueTOuHz3c+KpR5+MvOd577MPZLr7RtnURIAAAQIECBAgQGCoCLhOAgQIECBAgAABAgQIECBAoPkC/VZhT78dyYEIECBAgAABAgQIECBAgACBfhZwOAIECBAgQIAAAQIECBAgQKD5AiokQIAAAQIECBAgQIAAAQIEmi+gQgIECBAgQIAAAQIECBAgQKD5AiokQIAAAQIECBAgQIAAAQIEmi+gQgIECBAgQIAAAQIEJkege1DYnM+BYnPQ2Bw8NgcMHv6r8XH2L+/O8WUjvzbcftHY7YDVwmfoCWx65K6x5DtXLBdelVtZxU1HjIwbjrwi8j7n/c77nvc/+0F3yg4mAoNIwKUQIPBCge5ndj7HM/lMz2d7PuOP3evmuOqv90df2TGz7GrzxD6/Xr8smYaywJLvWjE2PmyX+r5mHf+5ZHyM2OOceOqRJyLvffaB7AuZ7j6S2woBAkNXoPvv2XxfMGCgD+gDk9MHhu5bYHq7cvUSIECAAAECBAgQIECAAAECzRfovwp7+u9QjkSAAAECBAgQIECAAAECBAj0q4CDESBAgAABAgQIECBAgAABAs0XUCEBAgQIECBAgAABAgQIECDQfAEVEiBAgAABAgQIECBAgAABAs0XUCEBAgQIECBAgAABAgQIECDQfAEVEiBAgAABAgQIECAwyQIvHCQtB4jNwWJz0NgcMHjYr8bH8F/dXR83BwzecPtF40s/WrVe9jU0BTY5YpfIAYP7Jg4XfPORI2LMEZdH3u+873n/sx+8sG8MzWpddSMFFEWAwPMEup/X+fzO5LM8n+n5bD9mr5vj6ovuj6qKKFMsv/o8sc/x64VPMwTynb7JEbvW97aqqvjv38bHiD3OiScffiKyD2RfyD6R6e4rzaheFQSaKdD9t2q+/E8tfaIf6AP6wNTvA818wwzBqlwyAQIECBAgQIAAAQIECBAg0HyBfqywpx+P5VAECBAgQIAAAQIECBAgQIBAPwo4FAECBAgQIECAAAECBAgQINB8ARUSIECAAAECBAgQIECAAAECzRdQIQECBAgQIECAAAECBAgQINB8ARUSIECAAAECBAgQIECAAAECzRdQIQECBAgQIECAAAECkybwwgHkcmDYHCQ2B4vNAYPP+tX4OPtX/4iqyuGCIzbaYdH40g9XnbST2HpQCmx8+C6x1LtXnnhtVdx61Mi44YjLI+973v/sB9kfXthHJu6gITBNBZycAIH/CXQ/p/O5nclneD7L85l+9F43x9UX3h99fVHSF8uvOW/s/at1/3cAc40QWOKdK8bGR+5a3+O81//52/gYucfZ8eRDj9fv9uwT2Tcy3X2mEcUrgkCDBDp/n1lSZz7b/NvtTq6TvonPPK2+oA/oA5PXB7qfqznf7dj9HM55mXYCzkyAAAECBAgQIECAAAECBAg0X6A/K+zpz4M5FgECBAgQIECAAAECBAgQINBvAg5EgAABAgQIECBAgAABAgQINF9AhQQIECBAgAABAgQIECBAgEDzBVRIgAABAgQIECBAgAABAgQINF9AhQQIECBAgAABAgQIECBAgEDzBVRIgAABAgQIECBAgMAkCHQPbJbzOdhZDhacyQGDz/zFuDj7V/+IvnLM/H2jHReNL+2/SlkyNUVgo8N2jiXetWIpJwfLi7jlyBFxw+GX1QMFZz/IZL/I+9+dsoOJwLQUcG4CBCYKdD+b83mdefbZZyOf3/kuP2rPm+Pqix6IqKqoIuIda80Xe/9inTJnaqLA23ddMTY5+l1RbndJFfdedleM3OPseOrhJ+p3e/aN7COZ7r7TRAs1ERiKAvl3mdedbefvNNvuv92cl2eDAQN9QB/ozz6Qz9pMHjPb7udw57mcrUwTASclQIAAAQIECBAgQIAAAQIEmi/QrxX29OvRHIwAAQIECBAgQIAAAQIECBDoJwGHIUCAAAECBAgQIECAAAECBJovoEICBAgQIECAAAECBAgQIECg+QIqJECAAAECBAgQIECAAAECBJovoEICBAgQIECAAAECBAgQIECg+QIqJECAAAECBAgQIEDgtQrkYGbdyQHOcrDgHOwsBww+85d3xjkn3BNRVVFFxCY7LRZf2m+VMmdqmsDGh+8aS7x75ahvdLnftx41Mm447NLnBgrOfpH9o7u/5Hz4EJhmAk5MgEAK5LO4k3xOZ/I9ns/tfJcftect8feLH4joK1v39cU71p439vr52mXB1GSBt+/yjtj46HeV+94X2T/uvezOGLn78HjqoSeee7dnX8nk75002URtBIaCQP4t5nVm20k+0zvJZ7v0BgMG+oA+MJB9oPPMzbbzLM6283zOVqa2gPMRIECAAAECBAgQIECAAAECzRfo3wp7+vdwjkaAAAECBAgQIECAAAECBAj0i4CDECBAgAABAgQIECBAgAABAs0XUCEBAgQIECBAgAABAgQIECDQfAEVEiBAgAABAgQIECBAgAABAs0XUCEBAgQIECBAgAABAgQIECDQfAEVEiBAgAABAgQIECDwmgRy8LLu5ACwOYBaDnCWAwaf8Yvxcfav/xF9EwcM3mTnxeKLP1j5NR3bRkNTYKPDdokl31PucbnnZYpbj74ybjjs0ucGCs7+kf2ku9/k/NCs1lUPeQEFECBQ3tF9zyWfz5l8j+fz+plnWnHknrfE1Rc/UKSqqKqIldaZL/b62dpl2TQ9CLxt53fExse+p9z7cvOjivsuvztG7j4snnzw8efe7dlnMvk+72R6sFEjgcEokH+DeV3ZZvJvM5/pmXyu5/+MlnnmmWfqv+Fs5ZlgwEAf0Af6ow90P19zPp+7+fzN5PM4k8/mznM6W5mKAk5FgAABAgQIECBAgAABAgQINF+gnyvs6efjORwBAgQIECBAgAABAgQIECDQDwIOQYAAAQIECBAgQIAAAQIECDRfQIUECBAgQIAAAQIECBAgQIBA8wVUSIAAAQIECBAgQIAAAQIECDRfQIUECBAgQIAAAQIECBAgQIBA8wVUSIAAAQIECBAgQIDAqwvkoGXdyYHMOoOb5UBnZ/zizjj7hHvKgarIAYM33Xmx+OK+K5VlU9MFNjx0l1jyfatEVQrNe3/b0SPjxsMurQcZzYHvsp9kf+nuPzlfNjcRmKoCTkZgehfIZ28n+VzOdJ7TzzzTiiO+f3NcffEDhamvzoprzxt7HrdWmTdNTwJv22mF2PjYd5eS+yL/3Xf5XXHl7sPiyQcef+7dnn0n0+lP2ZYdTAQITAOB/PvL5N9k5qmnn423fOiJeOuHn4wlPvp0LPmxp2Ppjz0Ty5Qs+/FnYrk6T8fyH386VvjYU3Xe8bEnY8U6T8RKHyv56OOx8sSs8tHHYtWJWe0jj8bqdR6JNT6SeTjW/MjDsdaHH6qz9ocfjMw6H34g1s186IFY70P311m/tBt88L7Y4EP3xYYfvDc2qvPf2PiDmf/EJh8s+cC/Y9OSzT7wr8hs/v5/xRYfuCe2eP89sWWdf8ZW7/9nbP2+f8TW7/9HbPO+u2PbOnfFdu8ree+dsX2d8bHDe8fHjnXGxU7vGRc71xkbu7wnc0fs+p6Sd98e7yx517tvi3fXuTXe8+6Sd90S752Y973r5nj/xHzgnTfFB+vcGB96Z+aG+PA7S3YdEx8p+eiuoyPzsV1Hxcczu4yKT+xyfZ1PlvaTu1wXnyr59M7XxmfqXBOf3Tnz9/jcziU7XR2fL/nCTldF5oul/dJOV8aXdrwydqszMnbfMTMi9thxRHx5hyvqfGWHy+Orme0vi//boWT7S+NrE/P17f8W3yj5Zma7S+JbdS6Ob29Xsu1F8Z2S7257YWS+t+1f4/uZbS6IPbctKe1e2/wlMnuXdp+t/xyZfbf+U/ygzh9jv61LtvpD7F/yw63Oj8yPtjovDshseV78eMtz6/yktD/Z8pz4acmBW5wdmYO2GB4H1xkWh2xRsvlZcWjJYZufGZnDS3vE5mfEEZudEUfWOT2O2ixzWhy92WlxzKan1jl201PiuDq/j59tWrLJ7+LnE/OLTU6OX5b8KrPxSXF8nd/Grzcu2ejEOGHjE+M3G/2mzokbnRC/rfPrOGmjkg1/HSdveHyd35X29xv8KjKnbPDLOLXOL+K0DUrW/3mcvkHJ+j+LM0rOXP+4OCuz3nExbL1j6wwv7fD1jomzS85Z9+jInLvuUXFenSPj/HVL1jki/lDn8PjjOofHn+ocFn9e+7D4S51D44K1M4fEX9cuWevguLDkorUOiovrHBiXrFWy5k/jbxNz6Zo/icsm5vI1fhxX1DkgRqyR+VGMXKNk9R/GlSVXrb5/ZK5efb/4e2a1/eKa1X5Q59rSXrvqvnHdavvG9avuE6Pq7B2jV83sFWNWLVllz7ih5MZVvh+Zm1b+fty8yvfi5pW/F7fU+W7cunLJSt+J21b+Tty+0rfr3LHSt2JsZsVvxrg634jxK34j7qzz9bjrHV+Pu1csecfX4h91/i/++Y6SFb4a95T8a4WvxL/rfDn+s0LJ8nvEfyfm3uV3j/sm5v7ldosH6nwpHlwu88V4aLmSZb8QD5c8suznI/Posp+LxzLLfC4eX+azdZ4o7RPLfCaeLHlq6U/H03U+FU8v9cmST8TTS348nnr7R+PJt344nnjLh6J1812R/42dz+ZOwmeqCzghAQIECBAgQIAAAQIECBAg0HyB/q6wp78P6HgECBAgQIAAAQIECBAgQIDAFAs//NbpAAAQAElEQVQ4AAECBAgQIECAAAECBAgQINB8ARUSIECAAAECBAgQIECAAAECzRdQIQECBAgQIECAAAECBAgQINB8ARUSIECAAAECBAgQIECAAAECzRdQIQECBAgQIECAAAECryLQGbCs0+bAkr29vfWAZq1WK874xZ0x/IR/lqP01dl050Xji/uuVOZN04vABofsHEu+b9Wo+0gp+tajR8YNh/7tuYGCs79kv6l/7+ubsF1py6YmAlNLwHkITNcC3c/ffB5nnn322cjn8zNPPxNH7nlLXPO3h6KqlapYed35Yq/j1qqXfE1/Am/dcYXY+Lj3lv5QekRVxf0j/hFX7TEsnrz/sfrdnv0m+1Cmu29Nf1IqJjDtBPJvr3P2nM90nuv/ebAv/vtQRKf970O53JX8PVPW31vy3O+5riTX1XmwHdn+N9fV87lc0lnutOUY9z00Yf19Zbv7Jq6/r55vR6e9t2zTme9u7y/bdSd/m7D8bNz3QDvuf/DZF+WBB15iXdnuga7c/0Bv5HYPPFja7tTre+PBsi7zQL1Pb9l2Qh4syw/mb2W7B0seKHnwgdbE7UvbWZ7YPlS2zeS2D9XremPCfCty+aGy7yvl4Ym/Z5vJbev2/mfioftb8fADzzwvj5T1D2fK+kdKOr/X82V9tnXufzpy20fqtsw/MDG5TVn3aNn30XrdM1G33evz9xembPvYA0/Foy9Y/1hZfqz8lutzPtvMY/c/FY/lb3Wb8//L493r7puwPtdlHiu/1e19T8Zj5bfH738yuvNEWf94pqx/oqQzX7dlfa6rc98TkdtOyMT5+ye25bcny75PlPaJss+T3etzuc4T8eRzbc4/EU+V7Z4s+3TnqbL81L3lt2xLOr89dd/jUf9Wt2X+3pKJ809PbOttcn1JruvOU/c+Fk/X60t7X0kud9oy/0yZz9TblOVO+0w59jP5W1n3zHN5NCbMd9rHojXxt2wz+Xu2/8uj9Tate7N9NHqz/e+E+c66bHvLujrl93qbiW3vvY/EhPWlredL+99H4tky/2xp8/ec7835kpzvTu9/H45nO+vr+VzOlGOU5XY5Tvve/y3X23atb+d8ybMlnfmXavvK75n8LdvMhPmHIuf7ysO0zn/KcqazPLGNsq5OWc4Hb99/Hqz/d2X530iZfDZ3P6s789oBF3ACAgQIECBAgAABAgQIECBAoPkC/V5hT78f0QEJECBAgAABAgQIECBAgACBKRSwOwECBAgQIECAAAECBAgQINB8ARUSIECAAAECBAgQIECAAAECzRdQIQECBAgQIECAAAECBAgQINB8ARUSIECAAAECBAgQIECAAAECzRdQIQECBAgQIECAAAECrySQg5V1Jwcw6+3trQc0a7Vacfov7ozhJ9wTVVWVw1Sx2S6LxRf3WanMm6Y3gfUP2TmW+sBqMaEnRNx+zMi46dC/1QMFPztxkOlsu/tTzk9vTuqdVgLOS2D6FchnbSf5Hs/k8zjf508/9UwcvuetcfUlDxagvpKIVdadN/Y8Zs163tf0K/DWHVeIjX/23okAfXHfFXfHVXsMiyfuezSy72SyL2U6/SvbiTtoCBCYSgL5d5fJv8VMPt87p66qqv5v8yhtnajqn6qqiqqqynxJaauY+C/nS6IsZ6qqiijz2VTVhPnu5Qlr8jvKp4rcpKqqMh9RlX85RVkuUzZRRdSpv8pCmerZ6HwmrqjK2irXla/cN/Ir56Mq/8oPE5djwlL5fqn1ZV3ZrqqqstnElC3LQlRVVSfnM1Xkp6rXVVWVCyVVWc5mQltVVVnIqarXV1Vpy+KE7zJTprIqoqqnbJ6byfV1Ip6/PmLCcvkuu5WF8l1PVVmTi6WtImLizlXkv4goy1VVRcSEVKXNRFlXVVVETEhVVVFVVVmcmChtyYRVOR/lU5U1pSnfL1xfVkWUlVVENjHhU02YryLKVGfCV1meuGJiU1ZE5G9V+SqHKd/1YvmqSnKqJqwrP1ZRPqXNFVX5qurFKnJVRFWmqnxPSJSVVVVFxIRUVVXmSrIted76ejkisq2ifKoJs7k8YSmiivKp6qaqqjI/ccrZkjLVv034Kr9NXDGxiXp9LkT5lLYqK6oyG3msMlNFlUtRVVVUOVfanKnyqyxXVZkriVwubVkqc+U750vq9blm4nxVTfjtf+vLXK6LiKqqYsKnKvNRUkV+qqgipyi/lymbyE9ZG5FfJWWqZ6PzmbhiYhP5Y+4b+VVWVpH/ImLicpmJ/OTaqp4p3/VUvqKKqsqUH0pbFnKmTlXl+qqej6jqf3X73Poon7K+LEdJmUpTlXU5VWU+SkobERO+o3zKXBVRVVVUEXXqr7JQVkWdiCiLE77KTJkmLEdMaCeuqMpSFRFVVZVE1F9VaaIq/yKirI8qyqf+Km3U//uyfBbnMzmfz53UP/qaSgJOQ4AAAQIECBAgQIAAAQIECDRfoP8r7On/QzoiAQIECBAgQIAAAQIECBAgMEUCdiZAgAABAgQIECBAgAABAgSaL6BCAgQIECBAgAABAgQIECBAoPkCKiRAgAABAgQIECBAgAABAgSaL6BCAgQIECBAgAABAgQIECBAoPkCKiRAgAABAgQIECBA4GUFOoOUddocwCwHe8221WrFqT+/M4afcE/Zvy+iry8233XR+OLeK5Zl0/QqsN5BO8eSH1gtSo8ofSLi1qNHxo2HXBLZX7LfdNLpU512evVS91QUcCoC06lA5zmbbbvdjkw+i/N9/vTTz8The90a11z6UFRVAlWx6vrzxZ7HrJkLQiDessPyscnP31ckqrqP3D/yH3H1HsPj8XsfiexDmexTmexj3Sk7mQgQGGCB/JvLU2Sbf4ed53uuy+T6f5wyd2TuLu3dp84Td506b9zZyWnzxvgyP+60+WJsnfnjjtNKTl8gbi+57fQFI3Pr6QvFLZkzFo6bS246Y5Goc+aicWOdxeKGMxeLMWcuHqMzZy0eo+q8Oa4/681x3VlviWszw94a15RcO+xtpX1b/H342+PqOkvEVcMzS8aVw5eMkWcvGSPOXipGDF86rji7pLSXl1xW5i87e5nIXHr2snHpOcvG385ZLi4pufic5SNz0TkrxEXnrhAXlvz13HfEBXVWjL+cW3LeSvGXkj+ft3L8KXP+yvHHkj+cv0pkzj9/1Tgv84fV4tySc/6wemTO/sMaMbzk7D+uGcNLhv1xrTgr86e148w668QZf1onTv/TuiXrxGl/XjdOrbNenPLn9eL3f15/Qv6yQfyuzoZx8l82jJP+slH8dmJO/MvGkfnNXzaJEy7YJH59waZ1jr9gszi+zGf7q79uFr/86+Z1flHaX1y4Rfy85GcXbhnH1dkqjr2w5KKt45iSoy/aJiZk2zjqopKLt4sjS464ePs4PHPJ9nFYyaGX7BCZQy7ZMQ7O/G2nOKjOzqXdOQ68dJf46d9KLt01flLy40vfGZkDLntX/KjOu+OHl7079r/sPSXvjv1K+4OS/S57b/ygZN/L3xv7XPa+2Ofy98feE7PX5R+IPa/4QHz/ig/W+d4VH4rMd6/4cHxnROYjpf1IfHvER+PbIz8S3xrxkfjmyI/GN+p8LL4+suTKj8fXSv7vyk/EV+t8Mr5yZclVn4qvlHz5qk/HHpmrPxO7X1Vy9Wdjt5IvXf25+GLm75+LL9T5fHz+75+Pz13zhfjs379Q2i/GZ6/JfCk+c82X4tPX7hafylyze3yyzh7xiWv2iI9f++X4WJ2vxEevLbmupLQfKe2Hr/tqZD503f/FB6/PfC0+cP3X4v3Xf73O+67/Rrx3VOab8Z5R34x3Z0Z/q7TfineN/na8s853YtfRJWO+E7uU7Dzmu5HZacz3YsfMDd+PHUq2v2HPqHPjXrHdDSU37h3blmxz4z6xdeamfWOrOj+ILW/6QWxx036xeWk3v3m/2Cxz0/6xWcmmN/8wNqnzo9j45swBsdHNB8SGt/w4Nqjzk1j/lglZ75afxrq3/jTWufXA0h5Y2oNindsOjLVvOyjWKlnztoMjs8Zth8Tqt0/IarcfGqveflidVUq7yh2HR2blO46IlTJjj4wVS94x9qjIrDD26Fg+M+7oWK5k2XHHRGaZccfG0pnxx8XSJUuN/1ksmbnz57FEnV/E2+/8Rbxt/C/jrZk7fxVvqXN8vPnO42PxksVKFr/r17FYnRNi0btOiEXu/k0sXOfEWOjuzG9jwbt/Gwv847cx/z9OqjPfP06OCfldzPvP38U8//x9nbn/eUrM8JYFovN59tln6//mzmdwJ53ftFNJwGkIECBAgAABAgQIECBAgACB5gsMQIU9A3BMhyRAgAABAgQIECBAgAABAgSmQMCuBAgQIECAAAECBAgQIECAQPMFVEiAAAECBAgQIECAAAECBAg0X0CFBAgQIECAAAECBAgQIECAQPMFVEiAAAECBAgQIECAAAECBAg0X0CFBAgQIECAAAECBAi8tEBnkLJOmwOYddJqteK0n98V55z4r3ow2Pza4p2LxRf3WvGlD2btdCWw3kE7x9IfXD2yX+SA0rcfc2XcePAlkf2m04ey7evri+6ED4EBFHBoAtOjQPcztt1uRyafv729vfHUU8/EYd+/Na659KGJz+KIVdefN75/1BrTI5WaX0HgzdsvH5v84v2ln5SNyrv7/pF3xzV7nB2P3/tIZF/KZN/KdPpc2bJs35eNECAwwAKdv7tOm3+LnVNWVRULzt3zklmgrF9g7hlicjN/2ffl87qYf+6Xz3zlt9eUeV4X9XbZzvP6mK9k3inMPGX//2XGmGee1565y7avnpli7nlenLnKuhdl3plirteUN8Sb5p28zFn2e/nMHHPO+8qZo/w+aXljzDHfhMxe2snNbGXf/2WWmG2+ScusZftXz6wx63wvzixl3Utm/lljllfMbPHG+acsM5f9X5zZY+b5XzlvKL9PWuaIN8w/MQvMETNNQWYs+07InDHjApOW15ftXz1vitcv8NJ5XVn/slnwTfG6l8xcZf1cMcOCk5+esu8LE12ffA53ks/mrp/891E3xgDOOzQBAgQIECBAgAABAgQIECDQfIGBqLBnIA7qmAQIECBAgAABAgQIECBAgMBkC9iRAAECBAgQIECAAAECBAgQaL6ACgkQIECAAAECBAgQIECAAIHmC6iQAAECBAgQIECAAAECBAgQaL6ACgkQIECAAAECBAgQIECAAIHmC6iQAAECBAgQIECAAIGXEMgByrqTgwV30mq14pSf3RnDT7ynHrisry9iy10Xiy/s+Y6XOJJV06vAOgfuFEt+cLXSR1KgL+44dmTcePDFkf2n05ey7e5nOZ9bC4EBEHBIAtOdQD5TO2m325HJ525vb288+eTTcfiet8a1lz0UVZGpqipW33C+2POoNcqSicCLBRbfbrnY+Jfvjyh9JfvMA1feHdfsMTyeuPeRyD6VyT6W6fS7KJ+cL42JAIF+Fnipv61cl3+Dmc7ptEf7NQAAEABJREFUcl1nXkuAAAECU0cgn8OZfAZnps5ZnaVLwCwBAgQIECBAgAABAgQIECDQfIEBqbBnQI7qoAQIECBAgAABAgQIECBAgMBkCtiNAAECBAgQIECAAAECBAgQaL6ACgkQIECAAAECBAgQIECAAIHmC6iQAAECBAgQIECAAAECBAgQaL6ACgkQIECAAAECBAgQIECAAIHmC6iQAAECBAgQIECAAIEXCuTgZN3JwYI7abVa8fvj7oxzfvuvyMFfq6qKrd+9eHxhzxVeeBjLBGLdA3eOpT6cg0lnb4m449gr48aDLo7sR50+lW13f8t5dAT6X8ARCUxfAvks7aTdbkcmn7e9vb3x5JPPxGF73hbXXPZw9BWWzBobzhffP2L1smQi8PICb95u+dj4lx94rt88cOXd8ffdhsXj/30ksm9lsq9lOv0vj5bz2QoBAgMn0Pk767SdM1XVhP8O7yxrCRAgQGDgBTr/LdQ50wufzZ312oEScFwCBAgQIECAAAECBAgQIECg+QIDU2HPwBzWUQkQIECAAAECBAgQIECAAIHJErATAQIECBAgQIAAAQIECBAg0HwBFRIgQIAAAQIECBAgQIAAAQLNF1AhAQIECBAgQIAAAQIECBAg0HwBFRIgQIAAAQIECBAgQIAAAQLNF1AhAQIECBAgQIAAAQLPE8hBybqTgwV30mq14vfH3RnnnPTv5wZ+3fpdi8Xnv7f8845hgUC3wDo/3SmW+sgaE1f1xdjjRsaNB14U2Z86fSvb7n6X8xN30BDoHwFHITAdCeQztJN2ux2ZfM729vbGk088HYftdVtcd8XDUVURVfm31sbzx/cOXy18CLwWgcW3XS42Of6DpedM2PrBq/8R1+x+Vjz+n4cj+1gm+1ym0w9zy5zPVggQGDiBzt9Zp80zdc/nshAgQIDA1BPofgZ3z0+9K5hOz6RsAgQIECBAgAABAgQIECBAoPkCA1RhzwAd12EJECBAgAABAgQIECBAgACByRCwCwECBAgQIECAAAECBAgQINB8ARUSIECAAAECBAgQIECAAAECzRdQIQECBAgQIECAAAECBAgQINB8ARUSIECAAAECBAgQIECAAAECzRdQIQECBAgQIECAAAEC/xPIwci6k4MFd9JqteJ3x90Z55z878gRX3PA4G3fs3h8/nvLhw+BVxNY+yc7xVIfXbN0napsWsW4n10ZNx14UWS/6vSxbLv7X86XjU0E+kXAQQhMLwL57Oyk3W5HJp+vvb298eQTz8She90e1172UPT1RZ01N54vvnvoqtMLjzr7SWCxbZaLjY7/YN2Hsi89eNU/4trdh8Xj/344sq9lsu9lOv0xT53z2QoBAgMn8MK/s6rK//4euPM5MgECBAi8WCCfxZkX/2LN1BBwDgIECBAgQIAAAQIECBAgQKD5AgNVYc9AHdhxCRAgQIAAAQIECBAgQIAAgUkWsAMBAgQIECBAgAABAgQIECDQfAEVEiBAgAABAgQIECBAgAABAs0XUCEBAgQIECBAgAABAgQIECDQfAEVEiBAgAABAgQIECBAgAABAs0XUCEBAgQIECBAgAABAhMFcmCy7uRgwZ20Wq343XF3xTkn/bse6DX6IrZ596Lxue8sN3FvDYFXF1jrxzvFkh9ds2zYV/pRX4w9bmTc+JMLI/tXp69l290Pc77sYCIwpQL2JzBdCOQzs5N2ux2ZfK729vbGk088E4fudVtce8XDEVUV+Vl7k/nje4eumrNCYJIFFttmudjkhA9P6E6lTz3493/EtbufFY/966HIPpfJPpjp9Ms8Sc5nKwQIDJxA999Z9/zAndGRCRAgQODlBDyHX05mwNY7MAECBAgQIECAAAECBAgQINB8gQGrsGfAjuzABAgQIECAAAECBAgQIECAwCQK2JwAAQIECBAgQIAAAQIECBBovoAKCRAgQIAAAQIECBAgQIAAgeYLqJAAAQIECBAgQIAAAQIECBBovoAKCRAgQIAAAQIECBAgQIAAgeYLqJAAAQIECBAgQIAAgRTIwci6k4MFd9JqteLkY++Ks0/+d0wY4TVi2/cuFp//7vLhQ2BSBdb68U6x1MfWLl2pqjP+51fGTT+9MLKfdfpctt39Mecn9Ty2J/B8AUsEmi+Qz8pO2u12ZPJ52tvbG088/kwcstftce0VD0f0FYuSdTadP757yCplwURg8gUW3XrZ2OjXHy79qnSqMj3493/EdbufFY/d82Bk38tkP8z+2Omfebacz1YIEBh4gaqqBv4kzkCAAAECBAaNgAshQIAAAQIECBAgQIAAAQIEmi8wcBX2DNyhHZkAAQIECBAgQIAAAQIECBCYJAEbEyBAgAABAgQIECBAgAABAs0XUCEBAgQIECBAgAABAgQIECDQfAEVEiBAgAABAgQIECBAgAABAs0XUCEBAgQIECBAgAABAgQIECDQfAEVEiBAgAABAgQIECAQOQBrd3KQ1k5arVb89pg74+zf/TvqAYOL13bvXSw+/+3lypyJwOQJrHnAjrHUx9ee0PfKIcb9bGTc9OO/Rva3Tt/Ltrtf5nzZ1ERg8gTsRaDhAvmM7KTdbkcmn6O9vb3xxBPPxCF73x7XXvFwUagiyrTuZvPHdw9eJXwI9IfAolsvGxud8JHIvpVfD11zT1y3+1nx+D0PRfbB7IuZ7Jedfhrlk/OlMREgMMAC/tYGGNjhCRAgQGBwCbgaAgQIECBAgAABAgQIECBAoPkCA1hhzwAe26EJECBAgAABAgQIECBAgACBSRCwKQECBAgQIECAAAECBAgQINB8ARUSIECAAAECBAgQIECAAAECzRdQIQECBAgQIECAAAECBAgQINB8ARUSIECAAAECBAgQIECAAAECzRdQIQECBAgQIECAAIHpXSAHg+xODs7aSavVipOOvSvO/f1/oyr/ctr+fYvF57+93PTOpv5+EFjjRzvG0p9cN7tVSRXjf3Fl3PTjCyL7XacPZtvdP3O+H07tENOhgJIJNFkgn42dtNvtyOTzs7e3Nx5//Jk4+Pu3xbVXPFwT9EVfrLvZ/PGdg1aul30R6C+BRbdeNjY64SPlcH11Hrrmn3HtbmfEY/98MLIvZp/MZP/s9NeyYeR8tkKAwMAJVFU1cAd3ZAIECBAgMMgEXA4BAgQIECBAgAABAgQIECDQfIGBrLBnIA/u2AQIECBAgAABAgQIECBAgMBrFrAhAQIECBAgQIAAAQIECBAg0HwBFRIgQIAAAQIECBAgQIAAAQLNF1AhAQIECBAgQIAAAQIECBAg0HwBFRIgQIAAAQIECBAgQIAAAQLNF1AhAQIECBAgQIAAgelaIAdc7U4OytpJq9WKE4+5M87+3X9qoxwweIf3LR6f++ay9bIvAv0hsPoPd4glP7F2ZP/K4935iyvjpgMuiOx/nb6YbXc/zfncVghMgoBNCTRWIJ+JnbTb7cjkc7O3tzcef+zpOGSv2+O6kY9GVVW1wfqbLxDfPXDlet4Xgf4WWGSrZWPjEz9WH7aqqnj4un/FdbudEY/944HIPpl9M5P9tNNvc+Ocz1YIEBgYAX9jA+PqqAQIECAwKAVcFAECBAgQIECAAAECBAgQINB8gQGtsGdAj+7gBAgQIECAAAECBAgQIECAwGsUsBkBAgQIECBAgAABAgQIECDQfAEVEiBAgAABAgQIECBAgAABAs0XUCEBAgQIECBAgAABAgQIECDQfAEVEiBAgAABAgQIECBAgAABAs0XUCEBAgQIECBAgACB6VcgB4HsTg7G2kmr1YrfHH1nnHvKvc8NGLzT+98cn/vmMtMvmMoHTGCNH+0US39q3YnHr+LOX14ZNx3wl8h+2OmT2Xb315yfuIOGwGsQsAmBZgrks7CTdrsdmXxe9vb2xuOPPRMH7XVHXDvykVJ8X+R2628+f3znpyuVZROBgRNYeMtlYsMTPxql15WT9MXD1/0rrtvtjHj07gci+2b20Uz21+yXmbJh3UezFQIE+l+gqqr+P6gjEiBAgACBQSngoggQIECAAAECBAgQIECAAIHmCwxshT0De3hHJ0CAAAECBAgQIECAAAECBF6TgI0IECBAgAABAgQIECBAgACB5guokAABAgQIECBAgAABAgQIEGi+gAoJECBAgAABAgQIECBAgACB5guokAABAgQIECBAgAABAgQIEGi+gAoJECBAgAABAgQITKcCOdBqd3IQ1k5arVb85ui74txT7o2+vijpi50+sHh89htLT6dayp4aAqvtv2Ms9al1J5yq9Lu7fnFV3PTDP0f2x07fzLa73+b8hB18E3gVAT8TaKBAPgM7abfbkcnnZG9vbzz26NNx0F53xPVXPhpV+RdVFRtuuUB856crNVBCSYNRYJEtl42NfvvxyP5Xul88OurfMWr3M+PRu+6P7KPZVzPZbzv9OOvI+WyFAIH+FfC31b+ejkaAAAECg1jApREgQIAAAQIECBAgQIAAAQLNFxjgCnsG+PgOT4AAAQIECBAgQIAAAQIECLwGAZsQIECAAAECBAgQIECAAAECzRdQIQECBAgQIECAAAECBAgQINB8ARUSIECAAAECBAgQIECAAAECzRdQIQECBAgQIECAAAECBAgQINB8ARUSIECAAAECBAgQmB4FcvDH7uTgq520Wq044ei74txT742qqkoidvngm+OzX196eqRS81QWWG3/HWOpT68XUUVk7v7V1XHzj/4S2S87fTTb7v6b8+FD4FUE/EygaQL57Ouk3W5HJp+Pvb298egjT8dBe90R1135SHS22XCL+ePbP16xaQzqGeQCC2+xTGzw248+1w8fvv6eGL3HmfHonfdF9tXss5nsv52+miXlfLZCgED/CVRV/gd2/x3PkQgQIECAwGAVcF0ECBAgQIAAAQIECBAgQIBA8wUGusKegT6B4xMgQIAAAQIECBAgQIAAAQKvKmADAgQIECBAgAABAgQIECBAoPkCKiRAgAABAgQIECBAgAABAgSaL6BCAgQIECBAgAABAgQIECBAoPkCKiRAgAABAgQIECBAgAABAgSaL6BCAgQIECBAgAABAtOdQA6o2p0cdLWTVqsVvz7qrjj31HufG6h1lw8uHp/52lLTnZOCp53AqvvtEEt9Zv0onTD6yr+7fnll3PzDP0f2z05fzba7H+f8tLtiZx4CAi6RQKME8pnXSbvdjkw+F3t7e+PRR56Og/a+I6676rG65qqqYuNtFoxv/3jFetkXgaktsPAWy8ZGJ38iqqqKqpz8kev/FaP3OCseGX9fZJ/NvpvJftzp12Wz8p8BfdkIAQL9JJB/X/10KIchQIAAAQKDWcC1ESBAgAABAgQIECBAgAABAs0XGPAKewb8DE5AgAABAgQIECBAgAABAgQIvIqAnwkQIECAAAECBAgQIECAAIHmC6iQAAECBAgQIECAAAECBAgQaL6ACgkQIECAAAECBAgQIECAAIHmC6iQAAECBAgQIG68LaYAABAASURBVECAAAECBAgQaL6ACgkQIECAAAECBAhMXwI56GN3crDVTlqtVpxw9N1x7mn31ShVVcWuH1o8PvN/S9XLvghMTYFVf7BDLP25DeuBgvO8d//qyrh5/z9Hq/TTTp/Ntrs/53xuKwReLGANgeYI5LOuk3a7HZl8Hubz8ZGHn44D9x4b11/1WCm4ryRi460XiG/9cIV63heBaSWw0ObLxAYnf6I+ffbMR66/J8bscWY8Ov6+6O3tjezDmXbp053+nRvnfLZCgMCUC1RVNeUHcQQCBAgQIDDoBVwgAQIECBAgQIAAAQIECBAg0HyBga+wZ+BP4QwECBAgQIAAAQIECBAgQIDAKwr4kQABAgQIECBAgAABAgQIEGi+gAoJECBAgAABAgQIECBAgACB5guokAABAgQIECBAgAABAgQIEGi+gAoJECBAgAABAgQIECBAgACB5guokAABAgQIECBAgMB0JJADqHYnB1ntJAcNPv6ou+OcU+8tIjksa8SuH1osPvN/S5VlE4FpI7DyvtvHUp/bsD559sq7j78ybtn/T5H99dlnn31usODufp3z9Q6+CHQLmCfQEIF8xnXSbrcjk8/DfC4+8sjTceDeY+P6qx+LqHKqYtNtFoxv/XCF8CEwGAQW2mzp2OB3n8juGfn16Oh/xejdz4jHxt8Xvb29z73X26Vvd/p5lE/Ol8ZEgMAUCvhbmkJAuxMgQIDA0BBwlQQIECBAgAABAgQIECBAgEDzBaZChT1T4RxOQYAAAQIECBAgQIAAAQIECLyCgJ8IECBAgAABAgQIECBAgACB5guokAABAgQIECBAgAABAgQIEGi+gAoJECBAgAABAgQIECBAgACB5guokAABAgQIECBAgAABAgQIEGi+gAoJECBAgAABAgQITC8COdhjd3Kw4E5y0OBfHXl3nHv6fZGDsVbl610fXjw+89WlwofAtBZYed/tY+kvbFh6ZfbMiLuPvypu2e9Pkf322WeffW6w4O7+nfPT+rqdf3AJuBoCTRDIZ1sn7XY7MvkczOfho488HQfuNTauv/qxiL6+kohNt10gvrn/8k0oXQ0NElhos2Vig999su6j2VUfHf2vGPWl0+PRcfdFb2/vc+/17N+d/p7l53y2QoDA5AtUVTX5O9uTAAECBAgMEQGXSYAAAQIECBAgQIAAAQIECDRfYGpU2DM1TuIcBAgQIECAAAECBAgQIECAwMsK+IEAAQIECBAgQIAAAQIECBBovoAKCRAgQIAAAQIECBAgQIAAgeYLqJAAAQIECBAgQIAAAQIECBBovoAKCRAgQIAAAQIECBAgQIAAgeYLqJAAAQIECBAgQIDAdCGQA6Z2JwcLzuQgqzlo8C+PuCvOPf2+6AwY/M4PLxaf/sqS04WNIoeGwEp7bx9LfWHD6CuXm3357uOvjJv2PT+y/2Y/zv6cyd+6UzY3EUgBITDkBbqfbe12OzL53Mvn4CMPPx0/3Xt8jLrm8aiqUmrJ5tstGN/cb/myYCIw+AQW3Gzp2PCUTz3XXx+78d8xerfT4tGx90b3ez37eafvZxU5n60QIDB5Av6GJs/NXgQIECAwpARcLAECBAgQIECAAAECBAgQINB8galSYc9UOYuTECBAgAABAgQIECBAgAABAi8jYDUBAgQIECBAgAABAgQIECDQfAEVEiBAgAABAgQIECBAgAABAs0XUCEBAgQIECBAgAABAgQIECDQfAEVEiBAgAABAgQIECBAgAABAs0XUCEBAgQIECBAgACB5gvkII/dycGCMzm4auYXR9wV5515/4QBWAvHuz+6eHzmK0uWOROBwSWw0t7bx9Jf2Kj01aok4p4T/h437/uHeqDg7MvZrzPd/T3nB1cVrmbaCDgrgaEtkM+yTtrtdmTyeddqteKRh5+Jn+w9Lq7/+2MRfaXOki22WzC+8YPlyoKJwOAVWGDTpWP933/quX772A3/jjG7nR6P3PHf+t2efTyT/b3T/7OanM9WCBCYdIGqqiZ9J3sQIECAAIEhJeBiCRAgQIAAAQIECBAgQIAAgeYLTJ0Ke6bOaZyFAAECBAgQIECAAAECBAgQeEkBKwkQIECAAAECBAgQIECAAIHmC6iQAAECBAgQIECAAAECBAgQaL6ACgkQIECAAAECBAgQIECAAIHmC6iQAAECBAgQIECAAAECBAgQaL6ACgkQIECAAAECBAg0XCAHSO1ODqKa6e3trQdW/dnhd8V5Zz4wYeDVYvGej745Pr3HEmXORGBwCqy49/ax1Bc3ir6+vL6+uOeEq+Lmfc6v+3P26+zfme5+n/O5tUzHAkonMIQF8hnWSbvdjkw+51qtVjz80NPx473GxuhrHo8qayxfW+ywYHxj3+VySQgMeoEFN106Njj1M5EduCpfj93477hh99PjkTv+W7/bs69nst93/g6ifHK+NCYCBCZRwN/OJILZnAABAgSGnoArJkCAAAECBAgQIECAAAECBJovMJUq7JlK53EaAgQIECBAgAABAgQIECBA4CUErCJAgAABAgQIECBAgAABAgSaL6BCAgQIECBAgAABAgQIECBAoPkCKiRAgAABAgQIECBAgAABAgSaL6BCAgQIECBAgAABAgQIECBAoPkCKiRAgAABAgQIECDQZIEc3LE7OXhqpre3tx5Q9eeH3x1/OOuBqBKhquK9H3tzfHqPt+eSEBjUAivutX0svdsm5Rqz91bxr99cHbfsc37dr7N/Zz/PdPf/nC87mKZTAWUTGKoC+ezqpN1uRyafc61WKx568On48d7jYvS1j0dfKbCvfG+5/YLxjX2WLUsmAkNHYIFNlooNTv1M6cHZkyMeu+HfccOXTotHbvtP/W5/9tlnI5P9v/P3kNXlfLZCgMBrF6iq/O/n1769LQkQIECAwFATcL0ECBAgQIAAAQIECBAgQOD/2bsP+CqKtu/j/02ooSo99CJFxQ4qKhaU2AtWUAELSO8odhQErDz2XlDEjqi3SEBpKkgR6QjSpHeSAOmQZ68NGxNAaUk42fzCuc7M7pmdneubnTnxft/PMwggkF0CYdnVEf0ggAACCCCAAAIIIIAAAghkuwAdIoAAAggggAACCCCAAAIIIIBA8AXIEAEEEEAAAQQQQAABBBBAAAEEgi9AhggggAACCCCAAAIIIIAAAgggEHwBMkQAAQQQQAABBBBAAAEEEEAAgeALkCECCCCAAAIIIIAAAgggkGcFbEPUzGGbplrYpsEWb7+8WqNHbZVts2obBre8q7radaudZ/Nl4PlP4JTHr1a9bpe4z7D7BKelad1HM7T4yR+8jYLtGbfn3SLzPLD6AaQ4hQACCISkgK1ZfuzZs0cWtr5ZxGxP0rNPrtT8P+LleP+kK66L1ANPnhiSuTAoBA4mUOHierrgyw5eM8dxFP/nRi3o9qV2LN3ofbfbd7qFzQN/Xlhjq1tJIIDAoQkwZw7NiVYIIBBYARJDAAEEEEAAAQQQQAABBBBAAIHgC5AhAtkmEJZtPdERAggggAACCCCAAAIIIIBANgvQHQIIIIAAAggggAACCCCAAAIIBF+ADBFAAAEEEEAAAQQQQAABBBBAIPgCZIgAAggggAACCCCAAAIIIIAAAsEXIEMEEEAAAQQQQAABBBBAAAEEEAi+ABkigAACCCCAAAIIIIAAAnlTwDZ1zBy2WaqFbRhs8fYra/TDN9skx7YMlm6/u6badastfhDIawKnPH61GvS4VPYsu29a/9EMLXlitLdRsD3r9txbZJ4PVleWHw4QQACB0BKwdSpz7NmzRxa2rlls25qop59YoXmzdynNHXqa+37FdZV0f/8G7hEvBPKuQMWL6+mCrzq4T7Q91dKuPzdqfpcvFPfXBu+73b7TLWw++HPEsrW6lQQCCBxcwHGcgzeiBQIIIBBYARJDAAEEEEAAAQQQQAABBBBAAIHgC5AhAtknEJZ9XdETAggggAACCCCAAAIIIIBAtgrQGQIIIIAAAggggAACCCCAAAIIBF+ADBFAAAEEEEAAAQQQQAABBBBAIPgCZIgAAggggAACCCCAAAIIIIAAAsEXIEMEEEAAAQQQQAABBBBAAAEEEAi+ABkigAACCCCAAAIIIIAAAnlQwDZAzRy2SaqFbRhs8dbLqzV61Falpe8YrFZ3V9e9XWvlwUwZMgLpAic/epXq97jUPUjznut1H83Q4v7fexsF2zNvz79F5nlhdfeC9BfvCCCAQAgJ+OuTlRZ79uyRha1nFlu3JujZAX9rwZwEOfbPka5uUVn3928QQlkwFASOXKDCRfXUdGQne7rlOI4SlmzWwi5fKG7JBu+73b7TLWxe2ByxsLv5pdUJBBD4d4FQmisrVqzQ5ZdfrrZt2youLm6/Qds5++yss85Sz549lZycvF+btWvX6qqrrlLLli0VExOz3+eZT0yePFnW14cffphx2jxmzJihH374IeNcfqps3LhR5hEfHx+SaS9atEiXXHKJ+vfvn6PjO9CzkaM3PMzOQ318h5nOsW3O3RFAAAEEEEAAAQQQQAABBBBAIPgCZIhANgqEZWNfdIUAAggggAACCCCAAAIIIJCNAnSFAAIIIIAAAggggAACCCCAAALBFyBDBBBAAAEEEEAAAQQQQAABBBAIvgAZIoAAAggggAACCCCAAAIIIIBA8AXIEAEEEEAAAQQQQAABBBBAAAEEgi9AhggggAACCCCAAAIIIIBAXhOwzQszh22OamEbBlu8+dIajf5mu5uWI8eR7rinutp1re0e80Igbwuc/OhVqt/zMu+5trcNw2dqSf/vvY2C7dm3eWCReX5Y3bImEEAAgVAR8NclKy327NkjC1vHLLZtTdSzA1Zr/px42ecWV98QqT6P1guVFBgHAtkiUP7Cujp/ZIeM5zx+ySYt6PK5Yhev977b7TvdwuaHzQMLu7FfWp1AAIEDCziO+x+CB/4o189WqFBBNWvW1Jo1a7Rhw4b97r927VqtWrVKBQsW1JIlS7R58+YDttm2bZsaNGigUqVK7ff5wU5MnTpVnTt3PmDfB7s2r39ubh07dpQZ5PVcGD8ChypAOwQQQAABBBBAAAEEEEAAAQQQCL4AGSKQnQJh2dkZfSGAAAIIIIAAAggggAACCGSbAB0hgAACCCCAAAIIIIAAAggggEDwBcgQAQQQQAABBBBAAAEEEEAAAQSCL0CGCCCAAAIIIIAAAggggAACCCAQfAEyRAABBBBAAAEEEEAAAQQQQACB4AuQIQIIIIAAAggggAACCCCQpwRsw9PMYZuiWtiGwRZvvLRGP3y7TUpL8+KOe6rr3i618lSODBaB/xI46ZGrVK/XZd7z7T7lWj98phY/9j9vo2CbAzYfLDLPk7S0tP/qks8QQACBXBOwtcluZqXFnj17ZGHrl8W2rYl6ZsAqzZ8T7zZz5DiOrr2xsvo8Ws895oVA8ATKX1hPF4zq7D3rkqPEv7boz65fKPbPdUpJSZF9p1tgHBsOAAAQAElEQVTYPLE5YyH3xy/dKi8EEDiAQCjNkYiICNWuXVsxMTFatmzZfqNdtGiRN9+vuOIKbdy4UXPnzt2vzfz58702jRo1kuM4+32e+UTTpk01c+ZMtW7dOuO0fcfaOpJxIh9VLG+LUE65QYMGGj9+vPr375+jwzzQs5GjNzzMzkN9fIeZzrFszr0RQAABBBBAAAEEEEAAAQQQQCD4AmSIQLYKhGVrb3SGAAIIIIAAAggggAACCCCQTQJ0gwACCCCAAAIIIIAAAggggAACwRcgQwQQQAABBBBAAAEEEEAAAQQQCL4AGSKAAAIIIIAAAggggAACCCCAQPAFyBABBBBAAAEEEEAAAQQQQAABBIIvQIYIIIAAAggggAACCCCAQN4RsE0cM4dthmphmxlavP7SGv3w7XY3IUdyHLVuV0P3dq4lfhAImsBJD1+ler2by33Svdg4YqaWPPadbB5Y2Lyw+Ge+pMnqQXMgHwQQyFsC/jpkpcWePXtkYeuWxdYtiXp6wCrNnxPvJpbmxbU3Rqr3I3XdOi8EgitQvmldnf91570Jpil+yWYt7valYhetU0pKiuw73cLmi80dC2vsl1YnEEAgq4Dj2F/KWc8dy6PGjRsrLCxMCxYsyDIMm9vTp09X2bJlddFFF6lkyZKaMWNGlr/dk5OTNW/ePK9N/fr1s1zPAQIIILC/AGcQQAABBBBAAAEEEEAAAQQQQCD4AmSIQPYKhGVvd/SGAAIIIIAAAggggAACCCCQLQJ0ggACCCCAAAIIIIAAAggggAACwRcgQwQQQAABBBBAAAEEEEAAAQQQCL4AGSKAAAIIIIAAAggggAACCCCAQPAFyBABBBBAAAEEEEAAAQQQQAABBIIvQIYIIIAAAggggAACCCCAQB4RsA1OM4dtlGhhGwZbvPZ/q/XDt9vdbNI3DG7Trrru6VTTPeaFQDAFTnr4KtXr01z2xFuGG0b8riWPfiebDxa7d+/2Ngz25k1amvzS2hIIIIBAbgvYGmT3tNJiz549srD1ymLrlkQ9PWC15s9NkBxHkqPrbqqs3g/XFT8I5AeBck1P0PmjOrupus+/+4r/a7OWdP9ScYvWKSUlxftOt+92mzc2hyzcxt73u5UEAghkFfDnSNazx+6odu3aKleunJYtW6b4+PiMgWzdulWLFy9WvXr11LBhQ1WrVk2LFi1SbGxsRpuYmBjvupo1a6pChQre+cmTJ+uss85SdHS0Bg4cqLPPPlvNmzfXt99+K/+zDz/80Gvbv39/9erVy6u/9NJL3nX+Z3Zy165devnll73rrc/zzjtPPXv21PLly+3jg4aN95JLLtG7776r9957T3Z906ZN9dZbb3lrl/0u5s+frw4dOnif2T1srHZPu7d/g5EjR3pjs9I/Z+Xs2bN1wQUX6IYbbtCmTZvsVEY899xzsnvbGDJOZqqYxeWXX641a9ZoxowZsnF17Ngx43dga+qkSZPUunVrz9DGdu211+rzzz9XUlJSpp4OXLXfpfVnsWrVKg0YMMDLsXHjxmrVqpVmzZrlrdPjx4/XTTfd5OV38cUXezaZ+7fxWx72u/LvZGMbN26cbrnlFll/NrYrr7zS+11ldrP21peN2cZu7ay9edk5+8zaWJiHfZ7592/3vP7667V27VpvXPa7sTZWvvLKKxlWdr0flqs9I/a7tnv5uVpflofl47c9nHLf8WX23bBhgwYPHuz9Dm18lqvlZ39HHs49Mrf172fl2LFjZX1a382aNdMLL7ygfZ3/K799P8s89okTJ3p92zzt0qWLtm3b5g3DfjeWg39f+/yee+7JeG68RkfyxjUIIIAAAggggAACCCCAAAIIIBB8ATJEIJsFwrK5P7pDAAEEEEAAAQQQQAABBBDIBgG6QAABBBBAAAEEEEAAAQQQQACB4AuQIQIIIIAAAggggAACCCCAAAIIBF+ADBFAAAEEEEAAAQQQQAABBBBAIPgCZIgAAggggAACCCCAAAIIIIAAAsEXIEMEEEAAAQQQQAABBBBAIC8I2IaBmcM2P7Wwjd4sXntxrcZ8HyvHcdx0HLVtX0P3dKzp1nkhEGyBEx+6SvX7RnlJ2tO/8ZPfteTRb2XzwmL37t3eppuZ54/VvQt4QwABBHJJwF93rLTYs2ePLGydstiyOVFDBqzW/LnxUlqa+0rT9TdXUu+HTsilEXIbBEJDoFzTujrvmy7uPHDH486F+L82a3HXLxS3aJ1SUlK873T7brf5Y3PJwm3pzRkrCQQQ+EfAceyv43+Oj3WtXLlyqlu3rlatWqXt27dnDGflypXasGGDGjdurOOOO04nn3yy1qxZIzvvN7L65s2b1bBhQ0VERPinvfLNN9/UpEmTdMUVV6hGjRqqWXP//w4+/fTTde6553rtTzrpJLVo0UJ16tTxjtevX6+77rpLw4YNU8mSJXXdddd5badPn662bdtq/PjxXrtDefv+++/14YcfqmnTpl4eNd2xhIWFacSIEbrnnns0b948nXrqqd497F52T7u3jcH6b9CggTcGu7etdXbOYvny5UpISPCczMLOWcTExOj333/38q5ataqd2i8qVKigK6+8UsWKFZP9Dq699lo1adJEBQoU8P6b6ZlnnlHfvn09bxv31VdfnXG+V69e2rlz5359HujE6tWr1aFDB02dOlWXXXaZzjzzTC1btkyPPfaYBg0a5JU13N9P8+bNvcvfeustz9w7OMCbre/Dhw/Xww8/rMTERC8H+93Y79/c+vXrp/h49+8m91r7W+r555/Xc889pyJFini+lnNSUpIsv6FDh3rfH27Tf30lJyfr6aeflt3Tfkc2Tvve+eCDD/TCCy9kuX7BggW699579euvv6p27dq65pprZNd37dpVkydP/td7HM0HsbGxeuCBBzRhwgSdf/75uuiii7R161YvP3u+jqZvuzY6OloDBgxQ6dKlPT+bi9av5bRlyxZrcsSxYsUKPfnkk6pYsaKaNWumyMhIlSpVynu27Bmz35H9Du3Zs8/tee/YsaM3b+w5OJIbcw0CCCCAAAIIIIAAAggggAACCARfgAwRyG6BsOzukP4QQAABBBBAAAEEEEAAAQSOWoAOEEAAAQQQQAABBBBAAAEEEEAg+AJkiAACCCCAAAIIIIAAAggggAACwRcgQwQQQAABBBBAAAEEEEAAAQQQCL4AGSKAAAIIIIAAAggggAACCCCAQPAFyBABBBBAAAEEEEAAAQQQCHkB2/Asc9hGgBa2QZrFK/+3Rj98t93b+NTa3dW+uu7uUCPk82KACGSXQIMHr1S9vpe7c8DtMS1Nm0b8rr8e+dbbuDI1NdU2a/TC5kfmcFvzQgABBHJcwNYdu4mVFnv27JGFrU8WmzclaMjA1VowL16OYy0dtbglUr0frGsHBAL5TqDcBSfo/O+6yiaEzYmE5Vu0uOvnilu4TikpKd53uv0tvMedSzanLOT++KVb5YUAAq5AqM2JQoUK6fTTT9fmzZv1999/uyNMf02ePFlFixZVgwYNvBONGzdWUlKS5s6d6x3b259//mmFzjrrLK/M/JacnKz33ntP/fv311tvvaWGDRtm/tirX3fddbr55pu9erNmzfTQQw+pSZMm3n8vvPzyy1q9erX69OmjL774Qo8++qiee+45DR8+XGXLltXrr7+ujRs3etce7G3r1q0aOnSoBg8erNdee02XXXaZbOzvvvuuKleu7PVp5+0en3/+ubp06aKVK1d697Ocq1evrnr16mnx4sWyvux+tt5Nnz5dBQoU8NY/68/OW9i1a9as8VyKFy9up/YL669bt2467rjjVKNGDS/PO++8U/b7MPtvvvnG+718/fXXevbZZz1Hq19//fWaNm2aZ3ooz9KGDRtUv359ffnll14flucdd9whOz9p0iS9+eabXp6DBg3SO++8o+OPP14zZ85UfHz8fmO2E9u3b9eoUaN00kkn6aOPPvL6NLdPP/1UzZs319q1azOeo+XLl2v8+PG69NJLNWLECO93aM/DJ598olNPPdX7HWzZssW6/dfYtGmTN9bPPvvMc7Bxfvzxx6pWrZp++eUXrVq1yrvWfk+Wy65duzRw4EANGzbMu5+Ny/KNi4vz2mX325IlS2S/45EjR8rGZs+ojaNkyZL64YcfFBMTc1S3nDhxou6///4s+bRo0cKbh3bPo+nc7G3+2Xht7Db/wsLCvN+rPWOtWrXSt99+6/2O7XN7hk477TTZvMn8vB/GGGiKAAIIIIAAAggggAACCCCAAALBFyBDBLJdICzbe6RDBBBAAAEEEEAAAQQQQACBoxTgcgQQQAABBBBAAAEEEEAAAQQQCL4AGSKAAAIIIIAAAggggAACCCCAQPAFyBABBBBAAAEEEEAAAQQQQAABBIIvQIYIIIAAAggggAACCCCAAAIIIBB8ATJEAAEEEEAAAQQQQAABBEJbwDbayxy2+Z+FbRhs8crQNYr+Ptb2R5Xj/runQw3d7UZoZ8XoEMh+gQYPXqn6/a6QOw282PjJTP31yDfepp6pqamyeWOReT5ZXfwggAACOSjgrzNWWuzZs0cW9h1usXlzooYMXKMF8xKUliYvWtxSSb36nZCDo6JrBEJfoOz5J+i8b7umD9SdGwnLtmhxl88Ut2CtUlJSMr7XbT7Z3LKwxn5pdQKB/C7gOE7IEdSvX1/h4eGaPXu2N7a4uDjNnz9f1apVU+XKlb1ztWvXVrly5fTHH38oOTnZm+8LFy5UxYoVVaNGDa9N5reTTz5ZkZGRmU8dcn316tWaNWuWGjVqpBtuuEGO849ZzZo1df3112vFihVem0Pp1K6x8WduO2HCBFmet912m+xz/7OwsDDddNNNsvFbrsuXL1dERIQaNmyoDRs2aOXKlV7THTt26O+//9Zll12mE088UWZh/11jH86dO9cKNWnSxCsP5836GDt2rHdJmzZtVKZMGa9ub4ULF9bdd9/tuf7888/avHmznf7PKFiwoG5zc7QcrKHjODr11FOtqnPOOccbu3fgvlWqVMn7XW7atEnx8fHumf1ftr5bxMbGysJvUaBAAQ0aNEgjR45UgwYNvNOWi7XdsmVLlv5KlSqld999Vx988IEqVKjgtf2vNxu/jc1vY8/VKaec4j2HiYmJ3unFixdrzpw5uuCCC9SsWbOMZ8bGdeutt2rf3793UTa8ma/9nooXL57RW61atVSvXj0lJCR4/92b8cERVM4880w1b948Sz5t27b1ngF7hmNiYo6g1/RLihYtqnPPPTejbztrv9PJkyd7XnYf87PzFvYs3n777dq5c6fs3nbu8ILWCCCAAAIIIIAAAggggAACCCAQfAEyRCD7BcKyv0t6RAABBBBAAAEEEEAAAQQQOCoBLkYAAQQQQAABBBBAAAEEEEAAgeALkCECCCCAAAIIIIAAAggggAACCARfgAwRQAABBBBAAAEEEEAAAQQQQCD4AmSIAAIIIIAAAggggAACweMXYwAAEABJREFUCCCAAALBFyBDBBBAAAEEEEAAAQQQQCCEBWwD08xhm9pZ2IbBFi8PXaMxo2OV5v2T7r6vmu5qXz2EM2JoCOSsQP0HrlD9B66UOyW8G2365HcteWiUUlNTZXPG5o9F5nllda8xbwgggEA2C/jri5UWe/bskYWtRxabNiVoyIA1Wjg/QY57b8dxdNNtkerV7wT3iBcCCJQ9/wSd9113OeGON0eSVmzV4q6fKXb+GqWkpMi+0y1sXtkcszA1v7Q6EVyBZcuWKVQiVJVDcS7UqFFDFStW1F9//aXk5GStXbtWq1at0sknn6ySJUt6lOXKlVPdunW1ZMkSbd68WVu3unN/8WLVq1dPZcqU8dpkfrO24eHhmU8dcn316tXasmWL1qxZo+eff16DBg3KEjNmzPD6WrBggVce7K1atWoqUaJERjNboyw/y61hw4YZ5/1K8eLFddZZZykuLs7L1c43adJEBQoU0MyZM+1QK1eu9MZ38cUXq06dOlrsWphJfHy8pk6dqipVqshcvcaH8bZr1y5t2LBBFSpU8Lz3vdTOn3jiiYqNjfV+B/t+vu9xsWLFVLp06X1Pe8c2bsdxvLr/drDf2XHHHadzzjnHez5uvvlmtWrVSq+99ppWrFjh/T3l92Nl9erVddJJJ2nWrFm64oordPfdd+vjjz/WunXrdKjzoGDBgp6l9fdfsXTpUpmd2eybg43ZntP/uv5IPytVqpRsbhzp9Qe7zp7DwoULZ2lWtmxZ1a5d23s2N23alOWzwzkwl8jIyCyXrF+/Xhs3bvSe/VdeeSXLvLN5+L///U/m668VWS4+2AGfI4AAAggggAACCCCAAAIIIIBA8AXIEIEcEAjLgT7pEgEEEEAAAQQQQAABBBBA4CgEuBQBBBBAAAEEEEAAAQQQQAABBIIvQIYIIIAAAggggAACCCCAAAIIIBB8ATJEAAEEEEAAAQQQQAABBBBAAIHgC5AhAggggAACCCCAAAIIIIAAAggEX4AMEUAAAQQQQAABBBBAAIFQFbBN6jKHbRxoYRsGW7w0dK2iR8d5w3fk6N4O1XX3fTW8Y94QyM8C9R64QvUfvMolcNyQtnw2S0sfHiWbNxY2jywyzy+re415QwABBLJJwF9XrLTYs2ePbO2xdchi06ZEDR6wRgvmxyvNvafFTbdWUs/767hHvBBAwBcoc14dNfm2mxQW5s2VxOVb9VfXzxU7b7VSUlK8eWVzy+aYzTULu9YvrU4EUyA5OVkxMTEhEaEq7DhOyA2tTJkyqlevnlauXOn97hYtWqSdO3eqcePG8n8KFSqk008/XZs3b9bff/+tdevWacuWLTrxxBMVHh7uN8soCxQokFE/0sqqVas0cuTI/WLq1KlelzZGr3KQtzB3rXKcf9yTkpIUGxv7n1cVL148y+c1atRQlSpVNG/ePMXHx2vhwoUqVqyYatasqTPPPNOzMJONGzdqxYoVnlWpUqWy9HEoB/4c+re2Zl2kSJF/+3i/85bH8ccfv9/5Iz1h9+/Zs6e6d+8uy2/JkiV67733dPPNN6tZs2b6+OOPvf/Gs/4jIiI0ZMgQtWrVyntG5s6dq6FDh+raa6/VVVddpbFjx+pg3wtFixZViRIlrLv/DP9ZqFSp0n7tHMdxv65yZpsw+10cyvh0hD/23O17qc1Fs7fvWPuu3ffzQz22eWFxoPY2z7/99tv95t748eO97/nExMSM3/OBrj/QOc4hgAACCCCAAAIIIIAAAggggEDwBcgQgZwQyJn/ZS8nRkqfCCCAAAIIIIAAAggggED+ECBLBBBAAAEEEEAAAQQQQAABBBAIvgAZIoAAAggggAACCCCAAAIIIIBA8AXIEAEEEEAAAQQQQAABBBBAAAEEgi9AhggggAACCCCAAAIIIIAAAgggEHwBMkQAAQQQQAABBBBAAAEEQlLANqbLHLbRmoVtGGzx4gtrFD06VmnuP0vg3g7VdFe76lYlEEDAFah7/+Wq/9BVbk220aM2ffq7/nrwa9n8sbD5ZJF5nlndu4A3BBBA4CgF/PXESos9e/bI1hwLW4M2bkzQoAFrtGhBouQ4ciTd2rKyet5fx63xQgCBfQXKNKmjJt91U1iBMLlTRkkrt+qvrp8rdu5qpaSkeN/vNr9srtmcs7A+/NLqBAL5USAU50B4eLgaN26sLVu2aNWqVZo+fbrKlSun2rVrZ/kVnXLKKSpcuLBmz56thQsXep/ZOa+SA2933323Zs6c+a/Rv3//I7qr5VCqVKn/vHbnzp1ZPrf2p59+uudjTnPnzlXNmjVVoUIFz8n6tHN//PGHtm3bpnPOOcddG+2viSzdHPSgUKFCKl269L+2s3U1MdH9W+VfW+T8B5brnXfeqejoaH377bd66KGH1KhRI8XHx+vFF1/UN998kzGIYsWKqVevXpo4caK++OILdevWTSeeeKL3rD3xxBPes5bR+CgqxYsX965ev369Vwblbc2aNfulkpCQoM2bN8uelSJFiuz3eXacuPTSSzVt2rR/nXuvv/66IiIiDudWtEUAAQQQQAABBBBAAAEEEEAAgeALkCECOSIQliO90ikCCCCAAAIIIIAAAggggMARCnAZAggggAACCCCAAAIIIIAAAggEX4AMEUAAAQQQQAABBBBAAAEEEEAg+AJkiAACCCCAAAIIIIAAAggggAACwRcgQwQQQAABBBBAAAEEEEAAAQQQCL4AGSKAAAIIIIAAAggggAACoSdgmzRmDtt0z8I2DLZ48YW1ih4TJzneS+07Vtdd7aqLHwQQyCpQt+/lqv/w1XIcd7K4E2bL57P0V7+RsnlkYfPKIvN8s3rWXjhCAAEEDk/AX0estNizZ49srbGwtWfDhgQNGrhWixYmKs26dt9ubVVZ3fvUsiMCAQT+RaBMkzo699vucgqEe3MnaeVW/dX1M8XMWZXlu93mnM09C+vKL61OIJDfBBzH/g4OvawbNGigggULavbs2fr7779Vt25dlStXLstAa9SooSpVqmjRokWaPn26V7dzWRplw4Hdt2TJkpo5c6Z27ty5X49vvfWWmjVrpm+++Wa/zw7lRHh4uKpVq6a4uDjNmzdvv0vsnnZvG4ONxRo4jqNzzjlHW7du1W+//abFixerdu3aioiIUMWKFT2LuXPnasqUKapcubLq169vlx12FCtWzOtv48aNWrJkyX7X2/mFCxeqVKlSKlOmzH6f5/QJc7nqqqv0+uuvy3EcRUZGqkWLFt7x0KFDZba+qf1+mjdvrh9++EFhYWGqWbOmWrdurQ8//FB9+vRRUlKS56hs+KlVq5aKFi0qs7G/7zJ3uW3bNu+ZzXwur9QPlM/27du1evVq7znJ/AykpKR4pplzs2d85cqVmU/9Z936s2fL7mvP2r6Nx44dqwsvvFAvv/zyvh8d5JiPEUAAAQQQQAABBBBAAAEEEEAg+AJkiEDOCITlTLf0igACCCCAAAIIIIAAAgggcEQCXIQAAggggAACCCCAAAIIIIAAAsEXIEMEEEAAAQQQQAABBBBAAAEEEAi+ABkigAACCCCAAAIIIIAAAggggEDwBcgQAQQQQAABBBBAAAEEEEAAAQSCL0CGCCCAAAIIIIAAAggggECICdgGpZnDNpOzsA2DLYY+v0bRY+Lk7XqaJrXvVENt760WYlkwHARCR+CEPper7sNXuwNKk82tLZ/P0tJ+I2XzycLml4V9ljncC3ghgAAChy1g64hdZKXFnj17ZGuMha05GzckaPDAtVq0MNGayXGklrdXVvfetbxj3hBA4L8Fjj+3ts79rrvCCxWQTaDkVdu1rOtnip2zKst3u809m4MWcn/80q3yQiBfCYTqs1+pUiVVqFBB33//vTZs2KDTTz9dhQoVyvK7KVWqlBo0aKBFixZp/vz5Xt3OZWl0mAcFChRQWFiYdu7cmXFlrVq1vPvbPb788kvZ+uF/uGDBAtk5G1vDhg3904ddXnzxxSpZsqQ+/fRTrVixIuN6u5f1b/c2AxuL/2GdOnVUvnx5DR8+XJs2bVLjxo29j0qUKCFr9+uvv8ripJNOUpkyZbzP/uvN8rZISEjw1ktrGx4erubNm1tVw4YN09atW726vSUlJem9997TunXrdMEFF6hcuXJ2OlcjMjJSNsZx48Zp1apVGfe259rGan9fWRv7oGbNmrIxf/3114qLc/83Ezvphhlv3rzZ+71XrFjRPXP0r7p16+rkk0/Wzz//rJ9++sn770zr1e717bffZvkd2/m8EhMmTNCkSZMyhmue/jNwySWXeM+wfWjPnz1HU6dOzcjdfid2/eLFi63JIYU9U/Zs2TNm97H7+ReuX79e77zzjves+s++/9lBSxoggAACCCCAAAIIIIAAAggggEDwBcgQgRwSCMuhfukWAQQQQAABBBBAAAEEEEDgCAS4BAEEEEAAAQQQQAABBBBAAAEEgi9AhggggAACCCCAAAIIIIAAAgggEHwBMkQAAQQQQAABBBBAAAEEEEAAgeALkCECCCCAAAIIIIAAAggggAACCARfgAwRQAABBBBAAAEEEEAAgVASsA3TModtZmdhGwZbDH1+rcZG70gfsiN16Fxdbe+pmn7MOwII/KtA3T6Xq94j18hxHC+2fD5LSx/4SjavLGyeWWSef1b/1w75AAEEEDiAgL9uWGmxZ88e2dpiYWvNhvUJGjhgjRYuSpTS3A7S0nTb7ZXVrVdN94AXAggcqsDx59TW2d90k1MoXDbXklZt09Iunyp29t9ZvtttDlpYG+vbL61OIJBfBBzHCclUS5UqpQYNGmj16tXevD3llFP2G6fjOGrUqJFiYmK8sLrjHF0+ZcuWVcmSJfXll1/q8ccf15QpU1S4cGF1795dVapU0SuvvKJbbrlFAwYMUJ8+fdS+fXvFxsbqjjvuUM2aR/59Xb9+fd1zzz1au3at11enTp28e9i97J6VKlXy7mVj8SEqVKigE088UevWrVPp0qVVu3Zt7yPHSXdJSUmRxXnnnafw8HDvs/96K1q0qOw+Cxcu1KOPPqqPPvpIycnJatq0qa677jr98ccfuuGGG9S3b1/179/fq48aNUonn3yyN2bHcf6r+xz5LDIyUrfeeqvWrFmjli1ber+TQYMG6a677tLAgQNVo0YNXXPNNd69TzrpJF1xxRWaNWuWl89DDz3kGd92220aNmyY9yw1adLEa3u0bxEREerSpYuKFSvmWdp47Jmx3+e7774r+/xo73Esrrd8Hn74YXXs2DHLM2DPWIsWLTKGdP7556tcuXJ6//331aZNG8/Zfk9Dhw5Vw4YNM9odrOI4jve7tLltz5o9f/bs2e+uVatWWrlypff7PfPMMw/WVZbPOUAAAQQQQAABBBBAAAEEEEAAgeALkCECOSUQllMd0y8CCCCAAAIIIIAAAggggMBhC3ABAggggAACCCCAAAIIIIAAAggEX4AMEUAAAQQQQAABBBBAAAEEEEAg+MMU/98AABAASURBVAJkiAACCCCAAAIIIIAAAggggAACwRcgQwQQQAABBBBAAAEEEEAAAQQQCL4AGSKAAAIIIIAAAggggAACISNgG5L6YRuV2mbBFrZhsMULz69VdHSct2GwtevYuYba3F01ZMbPQBAIYQFvaCf0vlz1HrlGNn9sIm35YpaWPvCVbH5Z2HyzsPlnbfzwLuYNAQQQOIiArRnWxEoLW0tsTbGwNWb9+ng99dQ6/flnshz3n71a3VlF3XvWtMsIBBA4TIHjz6mtc7/trvAiBd0rHSWvjtGyrp8p9o+/s3y3+/PRSrfh3r8DrEYgEDoCH330UY4Nxn/2c+wGR9ix4zhq1KiRd3WVKlVUo0YNr77vW/369VW2bFkvrL7v54d7XKtWLd1+++3eOvH9999rypQpXhfVqlWT/R7atGmj+Ph4ffPNN/r5559l93z99dfVqlUrOY7jtT2SN8dxvD6sr5NOOklz5szx7mH3snuOGDFC9erVy9J1eHi4Gjdu7J2z8R133HFe3d7Mq2TJkqpQoYJOOeUUHcpP0aJF1bZtW1WuXFm//vqrRo8e7eVaoEAB3X///e7fKU/JfheTJ0/2PitcuLB3/s0331T58uUP5RY50sbshwwZourVq3u/k5EjR2rdunVq2bKlXnvtNVWqVMm7r3n16dPHG3Pp0qX1448/esaJiYnq0qWLnnnmGRUvXtxrmx1v9nt855131KRJE/3111/67rvvVKJECb344otq0KCBzNt+R9lxr9zqw0z79++vv//+W//73//kPxv72tk8evXVV3Xeeedp2bJlXlvL3Z6V888//7CGa8/1//3f/3m/N3vm7Lm03125cuW8Z9KeTRvHYXRKUwQQQAABBBBAAAEEEEAAAQQQCL4AGSKQYwJhOdYzHSOAAAIIIIAAAggggAACCBymAM0RQAABBBBAAAEEEEAAAQQQQCD4AmSIAAIIIIAAAggggAACCCCAAALBFyBDBBBAAAEEEEAAAQQQQAABBBAIvgAZIoAAAggggAACCCCAAAIIIIBA8AXIEAEEEEAAAQQQQAABBBAIDQHblNEP2zDYwt8wOCUlRS88v05jo3fIcf/Zq3PXGmpzV5XQGDyjQCDkBf4ZYJ3el6v+Y9e5J2w2Odr6xSwtf+Ar2TxLTU2VzTubfxb+nLTSvYAXAggg8K8C/jphpYWtIbaeWNjasn59ggYOXKdFixLdPtK8uP3OyurWo4Zb54UAAkcqcNzZtXX2N90VVqSg20WaklZt07Kunypm1krZ3LOweejPSyvdhvJLqxMIhIJAYmKiTjvtNP3vf//L9uE4jpPtfWZXh1dccYVmzpypTz75RKVLlz5gtzVr1tSYMWO8sPq+jZo2ber10bp1630/0oE+K1CggO666y5NnjzZu65Pnz7yf4oVK6auXbtq9OjR3mfTpk3Tu+++qzPOOEOOc3DHBg0aaPz48erfv7/fZZbScRyvr7feeku//vqrdw+7l93T7p2l8d6DFi1aeO1ef/11RURE7D0r+ff6/vvvVbly5YzzB6s0atRIX3/9tddnZvewsDBddtllGjFihCzv6dOne+1uueUWFS5c+GDdemOzMY4aNUply5bN0v5AvwdrYPnse42fV2ZDx3F0ySWXZIzNnpmxY8eqR48e+93Lfr82ZsvRcrC23377rez5yGx8oDHZPe33Z2Ow8WWOf/usWrVqGjp0qPf7tPu9//77ql+/vvffleZWtGjRzN0ccn3f8R3Iyu/svz7z2xxqGR4erqioqIw5YHbmabns20etWrUycrdnxuZKvXr1POvMjocyPuvf7uP/3szy888/955Jezb3vfd/H/MpAggggAACCCCAAAIIIIAAAggEX4AMEcg5gbCc65qeEUAAAQQQQAABBBBAAAEEDkuAxggggAACCCCAAAIIIIAAAgggEHwBMkQAAQQQQAABBBBAAAEEEEAAgeALkCECCCCAAAIIIIAAAggggAACCARfgAwRQAABBBBAAAEEEEAAAQQQQCD4AmSIAAIIIIAAAggggAACCISAgG1A6odtGGxhG5XahqW2Kfnzz69XdHScN1LbMrhz1xpq3baKd8wbAggcgsA+TWr3ilK9x69TmvvPXlu++F3LH/hKNt9s3tn8s3lo4c9NK/fphkMEEEDAE/DXBystbO2wdcTC1pR16xI08Kn1Wrw4WY7juNc4uqN1ZXXrXsOt80IAgaMVOO7sWjr7m+4Kjygkx3GUvCZGK7p9ppjfV8jmoIXNR39+Wmn39EurE3lXYOXKlerSpYv69u2r1atX/2cikydPVocOHfR///d/SkhI+M+2x+LDOXPm6JprrlGbNm0OmsvhjI9n/XC0aIvAoQmsWLFC1157rR577DElJSVlXGTz7ZdfftGCBQt04oknqlSpUhmfUcklAW6DAAIIIIAAAggggAACCCCAAALBFyBDBHJQICwH+6ZrBBBAAAEEEEAAAQQQQACBwxCgKQIIIIAAAggggAACCCCAAAIIBF+ADBFAAAEEEEAAAQQQQAABBBBAIPgCZIgAAggggAACCCCAAAIIIIAAAsEXIEMEEEAAAQQQQAABBBBAAAEEEAi+ABkigAACCCCAAAIIIIAAAsdawDaH88M2DLawDUpto1LbjPyFFzZo3Lgd3mamNtYuXaurdZvKViUQQOAQBQ7UrHbPKNXvf4PkyP1xtO3LWVp+/5eyeWfzz+ahzUcLf45a6TbmhQACCGQI+OuClRa2Ztj6YWFrydq18Rr41Hr9uShR9rnFna0j1bVbjYw+qCCAwNELHHd2LTUe1V1hEYXkTjYlrd6uFV0/U8zM5bK5aGHz0uagzVMr7a5+aXUibwpUq1ZNTZo0UVxcnL777jvvb7kDZbJp0yb98MMPKlGihK6//noVLVr0QM1C4tyHH36ounXr6vnnn8+W8TiOky390AkCCPwjULVqVZ166qkaPXq0br75ZvXv31+DBg1SmzZt9Mgjj6hs2bJq27atwsPD/7mIWq4IcBMEEEAAAQQQQAABBBBAAAEEEAi+ABkikJMCYTnZOX0jgAACCCCAAAIIIIAAAggcsgANEUAAAQQQQAABBBBAAAEEEEAg+AJkiAACCCCAAAIIIIAAAggggAACwRcgQwQQQAABBBBAAAEEEEAAAQQQCL4AGSKAAAIIIIAAAggggAACCCCAQPAFyBABBBBAAAEEEEAAAQQQOKYCtuGoH7YRqYVtTGoblNom5M89v17RY+Pkt+nStbpat6l8TMfMzRHIgwL/OuRaPZqr3hM3yJ1k9tK2L//Qir5fyuafzUObjzYvLfx5aOW/dsgHCCCQrwT89cBKC1srbN2wsDVk7doEPTVogxYvTpLjyA1Hbdzv8a7daogfBBDIfoHSjWup8Tc9FF68iDvfpJR1MVrZ9TPFzlwhm5MWNj9trlrYvLVR+KXVibwnEBYWpqioKEVGRmrBggWaPXv2fknY7/3bb7/V9u3bdemll6p69er7tQm1E4mJierTp4/OPvtsjRs37qiGxzN+VHxcjMABBQoUKKBHHnlE999/v8LDwzV69GiNHDlSGzZsUKtWrfTuu++qTp06io+PV8eOHXXWWWcdcnz44YcHvOehnMzt+x3KmHK5DbdDAAEEEEAAAQQQQAABBBBAAIHgC5AhAjkqEJajvdM5AggggAACCCCAAAIIIIDAIQrQDAEEEEAAAQQQQAABBBBAAAEEgi9AhggggAACCCCAAAIIIIAAAgggEHwBMkQAAQQQQAABBBBAAAEEEEAAgeALkCECCCCAAAIIIIAAAggggAACCARfgAwRQAABBBBAAAEEEEAAgWMnYJsw+mEbkFrYxpS2MaltPv7sc+s1btxOd4COHMdRt+411LpNZfeYFwIIHJ7Af7eu1b256g24UXIki21fzdKKvl/I5qHNR5uXNj8t/DlrpfhBAIF8LeCvA1Za2Bph64WFrR1r1sRrwFPr9efiJNnnaa5WmzaR6tK1ulvjhQACOSVQulFNNRrVXeHFCntzL2ldjFZ0+USxM1fI5qaFzVc/bH7aWPzS6kTeEyhTpoyuvPJKb+CjR49WTEyMV/ffZs2apT/++EP169dX06ZN5Tj2h5//aWiX06dPV/PmzdWuXTtt3LjxiAbrOHkn3yNKkIsQOEYChQsX1i233KKvv/5aNldnzpypsWPHqkePHipbtqw3Kmtz77336umnnz7kuOCCC7xrj+TtSO9na6ONv3Xr1kdy2xC6hqEggAACCCCAAAIIIIAAAggggEDwBcgQgZwVCMvZ7ukdAQQQQAABBBBAAAEEEEDgkARohAACCCCAAAIIIIAAAggggAACwRcgQwQQQAABBBBAAAEEEEAAAQQQCL4AGSKAAAIIIIAAAggggAACCCCAQPAFyBABBBBAAAEEEEAAAQQQQAABBIIvQIYIIIAAAggggAACCCCAwDESsA1G/fA3H/U3DLZNx595boPG/bhTae4/udGtW3XdeWfkMRott0UgjwscwvBrdrtM9QfcaNPNnXHStq/+0PLen8vmY2pqqmx++nPVn7tWHkLXNEEAgQAK+PPfSgtbH2ydsLA1Y82aBA0YtEFLliTLcfN3HEd3ta2sLl2qu0e8EEAgpwVKN6qpRt/0UMFSEd4cTFkfqxWdRyh2xnLZHLWweeuHzWMbk19anch7AmeccYbOPvtsrVu3TuPGjZP/+4yJidHo0aMVERGh66+/XkWLFs1Iztq++uqr7vrcRffdd5/69u2rkSNHKjExMaONX9m3bbdu3WTX2nm/TU6W77zzjurWrauXX375sG/jWxz2hVyAAAJHLRAeHq4zzzxTzZo1O+SoWbPmEd83t+93xAPNqQvpFwEEEEAAAQQQQAABBBBAAAEEgi9AhgjksEBYDvdP9wgggAACCCCAAAIIIIAAAocgQBMEEEAAAQQQQAABBBBAAAEEEAi+ABkigAACCCCAAAIIIIAAAggggEDwBcgQAQQQQAABBBBAAAEEEEAAAQSCL0CGCCCAAAIIIIAAAggggAACCCAQfAEyRAABBBBAAAEEEEAAAQSOhYBtvuiHv+mov2GwbTb+zHMbNO7Hne7QHNm/Hj1q6M47I91jXgggcCQCh3pNja6Xqd7AG915Jy9ivp6tlX0+l83L1NRU2Tz156w/h60UPwggkK8E/HlvpYWtC7Y+WNhasWZtgp58ar2WLElWmvdPuvvuyurcuVq+ciJZBI61QKmzaurMr7urQKmisrmYsj5WKzqPUOz0ZbK5amHz1w+bzzZmv7Q6kbcEwsPDdfnll+v444/XL7/8oqVLl8p+n+PGjdP69et16aWXqnr16hlJ/fHHHxo0aJDmz5+v2rVrq2nTpt61Y8eO1XPPPaetW7dmtF25cqWGDh2qxYsX6+STT/ba1qxZ07vWzq9evTqjbU5W4uLi1K1bN+/+kydPPuRbOY5zyG1piAACCORlAcaOAAIIIIAAAggggACWBADgAAAQAElEQVQCCCCAAALBFyBDBHJaICynb0D/CCCAAAIIIIAAAggggAACBxWgAQIIIIAAAggggAACCCCAAAIIBF+ADBFAAAEEEEAAAQQQQAABBBBAIPgCZIgAAggggAACCCCAAAIIIIAAAsEXIEMEEEAAAQQQQAABBBBAAAEEEAi+ABkigAACCCCAAAIIIIAAArkuYBtQ+uFvNupvGGybjA95dr3G/rjTHVeaFz16VNcdt1dy67wQQOAIBQ7rshpdL1PdgTfJm4Fpadr21R9a0esz2fxMTU2VzVd/7vpz2crDugmNEUAgzwr4891KC1sPbF2wsDVi9ZoEPTFwg5b8lSw53kv33lNFnTpWFT8IIJD7AqXOrKEzv+6uQqWLyeZk6sY4reg8QrHTlsnmrIXNYz9sXsv98Uu3yiuPCZQvX15XXHGFkpKS9MMPP+ivv/7S1KlTVb9+fTVt2lSO4y7Obk6bNm3S559/rhIlSujBBx9Uz549dfvtt6tfv35q3bq1NmzYoNGjR8ueDbe5fv75ZyUnJ6tr167q0KGD19auadOmjddm8eLF1iwjdu3apY0bN2r58uWaO3eupkyZookTJ/5n7NtHRmcHqNh4LrzwQm88MTExB2iR9RTPdFYPjhBAILACIZXY7Nmz9euvv+qXX37R5MmTNWnSJC8mHuT74FA/t++N2NjYkMqZwSCAAAIIIIAAAggggAACCCCQCwLcAoEcFwjL8TtwAwQQQAABBBBAAAEEEEAAgYMI8DECCCCAAAIIIIAAAggggAACCARfgAwRQAABBBBAAAEEEEAAAQQQQCD4AmSIAAIIIIAAAggggAACCCCAAALBFyBDBBBAAAEEEEAAAQQQQAABBBAIvgAZIoAAAggggAACCCCAAAK5K2CbLvphG0la+BsG2+biQ57doB/Hxyt9T0pHvXrW0B23V8rdQXI3BAIncPgJ1eh6meo9dbM3F20+xoyarRW9PpXN09TUVNm8tflr4c9pKw//TlyBAAJ5ScCf51Za2Bpg64GFrQ2r1yToiac26K+lyelppUn33lNFHTtUST/mHQEEjolAqTNr6oyvu6vgccW8+6dujNOKzsMV89tS2dy1sPnsh81va+iXVifylsC5556rU045RbYx8htvvKHw8HBdf/31Klq0aEYi9tm2bdvUvHlzVatWLeO84zg644wzVLt2bS1YsEDWxj701/qYmBhlfjbOOeccPf/887r00ku98yVLllRYWJiKFy+uihUrev2ceuqpOu+883TxxRf/Z1g/OsyfV199VfXq1dPbb7/9n1c6jvOfn/MhAgggEAyB0MqiR48euuGGG3TVVVfp8ssv12WXXaZmzZrpkksu8eJg3wsH+7x+/foqXbq0IiIiVKtWLe+7ZuDAgd73V2hJMBoEEEAAAQQQQAABBBBAAAEEslOAvhDIeYGwnL8Fd0AAAQQQQAABBBBAAAEEEPhPAT5EAAEEEEAAAQQQQAABBBBAAIHgC5AhAggggAACCCCAAAIIIIAAAggEX4AMEUAAAQQQQAABBBBAAAEEEEAg+AJkiAACCCCAAAIIIIAAAggggAACwRcgQwQQQAABBBBAAAEEEEAgFwVsk0g//M1F/U0kbVPxQc9s0Ljxu6S0NDekPr2q6/ZWFXNxhNwKgYAKHGFa1btcqrqDbpE7I905maaYr2drZc9PZfM1NTVVNn/9uezPbSuP8HZchgACIS7gz28rLWz+2zpgYWvCqtUJ6v/UBv21NDk9E0dq366yOnaokn7MOwIIHFOBkmfU0Blf91DB44tL7vzcvXmnVnUZoZipf8nmsIXNaz9snsv98Uu3yisPCRQsWFDXXHONtyFyfHy8Lr30UlWvXj1LBsuWLfOO582bp48//jhLfPXVV9q+fbt27NihLVu2eO3OOOMMOY6jd955R/369dOwYcM0f/587/nxGux9s2ty+7nZvHmzvvjiC02fPn3vKPYvcntM+4+AMwgggEAuCOTTWyQkJGjFihWaMmWKHn30UZ188sk699xzNWDAAM2ZMyefqpA2AggggAACCCCAAAIIIIBAYAVIDIFcEAjLhXtwCwQQQAABBBBAAAEEEEAAgf8Q4CMEEEAAAQQQQAABBBBAAAEEEAi+ABkigAACCCCAAAIIIIAAAggggEDwBcgQAQQQQAABBBBAAAEEEEAAAQSCL0CGCCCAAAIIIIAAAggggAACCCAQfAEyRAABBBBAAAEEEEAAAQRyS8A2W/TD31TU3zDYNhMf/OxG/TRhlxwbkOOoT+8aatWyoh0RCCBwlAJHc3n1zpeq3uBbJXdeui/FjJqtlT0/kc3b1NRU2Tz257Q/x60UPwggECgBf15baWHz3ua/ha0Ff69KUP+nNuqvpclSmpu6G/fdW1kd2ldxD3ghgECoCJQ8vbpOH9lNBY8v7s3VlE1xWtXlY8VMWSKbyxY2v/2w+W5j90urE3lHoFy5coqMjFRERITq16/v/jnn/dfWfgksWLBAkydP3i82btzoPRdJSUneNQ0bNlSXLl1UtWpVxcbGepssv/zyy+rataveeecdxcXFee38N7tv+fLlVatWLZ1yyilq0qSJLrroov+MevXq+Zcfcmn3ePPNNzV27Fg1btz4X69znAPn/68X8AECCCCQBwVCbcinnXaazjvvPJ1//vlq2rSpLrzwQi8uOsj3waF+Xq1atX9N+bffftNjjz2mSy+9VG+//fa/tuMDBBBAAAEEEEAAAQQQQAABBPKaAONFIDcEwnLjJtwDAQQQQAABBBBAAAEEEEDgXwX4AAEEEEAAAQQQQAABBBBAAAEEgi9AhggggAACCCCAAAIIIIAAAgggEHwBMkQAAQQQQAABBBBAAAEEEEAAgeALkCECCCCAAAIIIIAAAggggAACCARfgAwRQAABBBBAAAEEEEAAgVwRsA1D/fA3E/U3DLZNxJ96ZoPGjd+ltDR50bdXNbW6rUKujI2bIJAPBI46xWqdmqnukFu9+enOUsWOmq0V3UfI5m9qaqpsPvtz25/rVh71jekAAQRCQsCfz1Za2Hy3eW9ha8DfqxL0xKCNWrosWY77z14d2ldWh/ZVQmL8DAIBBLIKlDy9hk7/uocKlS3hTldHqZt3alWXjxU75S/ZnLawee6HzXvrwS+tTgRHoHDhwurbt6/efPPNf41TTz3VS9hxHNWvX1+PPPKIhg4dqk6dOqlJkyYqUqSIZsyYoeHDh3vPUGxsrPf34a5du7Rx40YtW7ZMc+bM0a+//qoJEyb8Z/Tu3du716G+de7cWYsXL1a7du0OegnP8EGJaIAAAnlfIOQy+L//+z99/fXX+v777zVmzBiNGzdOP/30k8aPH+/Fwb4XDvb533//rYSEBC1YsEDfffedXnzxRV133XVZHLZs2aL27dura9euWc5zgAACCCCAAAIIIIAAAggggEAeFWDYCOSKQFiu3IWbIIAAAggggAACCCCAAAII/IsApxFAAAEEEEAAAQQQQAABBBBAIPgCZIgAAggggAACCCCAAAIIIIAAAsEXIEMEEEAAAQQQQAABBBBAAAEEEAi+ABkigAACCCCAAAIIIIAAAggggEDwBcgQAQQQQAABBBBAAAEEEMh5Adtk0Q9/E1F/w+CUlBQNfHqjfpoQL8cdiuO+PdCnulrdVtE94oUAAtkjkD29VOvYTPWeuc3tzJ2o7oyN+3aO/u4+QjaPU1NTZfPan+P+nLfSvYAXAgjkYQF/HltpYfPc5ruFzf2VqxL0+FMb9NeyZC/LNPe9Y/vKuq9dZbfGCwEEQlWg5GnVddrXPVSwXAlviKmbd2pV5+GK/XWJbG5b2Hz3w+a/NfRLqxN5XyAyMlJJSUn6888/90vGNlN+7rnn9MQTT2jdunXauXOnXnjhBT3//PPatWuXihYtqlNPPVVt2rTRk08+KevL2sXHx6tkyZIKC8vZrYEuuOACTZo0Sa+88opKlSqlQ/lxHOdQmtEGAQQQyMMC+XPoRYoU0Yknnqirr75a3bp106hRo/Tjjz/q9ttvzwJi3xnNmzfPco4DBBBAAAEEEEAAAQQQQAABBPKeACNGIHcEcvZ/5c+dHLgLAggggAACCCCAAAIIIJB3BRg5AggggAACCCCAAAIIIIAAAggEX4AMEUAAAQQQQAABBBBAAAEEEEAg+AJkiAACCCCAAAIIIIAAAggggAACwRcgQwQQQAABBBBAAAEEEEAAAQQQCL4AGSKAAAIIIIAAAggggAACOSxgG4T64W8e6m8YnJKSogFPb9RPE+NlmwVbPNC7ulreWiGHR0X3COQzgWxMt2qHZqr3bEu3R3fGpqUp9tvZWtntY9l8Tk1Nlc1vf677c99K9wJeCCCQBwX8+Wulhc1vm+cWNudX/B2v/oM2admKVDmO42XY+b7Kuu/eyl6dNwQQCG2BEqdW02kju6tQ+VLeHN69dZdWdRmu2F8Wy+a4hc17P2wdsIz80urEsRfYsmWLPv30U61du/awB9OwYUOVLl1akyZN0vLlyzOut9/x5MmTtXTpUpUrV86LiIgIlSpVymu3cOFCWRv/gl27dikxMVElSpRQoUKF/NM5UtoYXn75Zdn4mjZtelj3yDzmw7qQxggggEBeEWCcGQLNmjXT8OHD9dtvv+nGG2/MOD9u3Dg99dRTGcdUEEAAAQQQQAABBBBAAAEEEMhzAgwYgVwSCMul+3AbBBBAAAEEEEAAAQQQQACBAwhwCgEEEEAAAQQQQAABBBBAAAEEgi9AhggggAACCCCAAAIIIIAAAgggEHwBMkQAAQQQQAABBBBAAAEEEEAAgeALkCECCCCAAAIIIIAAAggggAACCARfgAwRQAABBBBAAAEEEEAAgZwUsM0V/fA3DfU3DLbNwp98eqPGT4qXHO+lB/tWV8tbK4gfBBDIXoHs7q3KfZeo3nOt5Dju5JWjHd/N0apuH8vmdWpqqmye+3PeXwOszO5x0B8CCOSsgD9vrbSweW3z28Lm+oq/E/T4U5u0dFmy7HOLzh0qq/09kTk7MHpHAIFsFShxanWd+lV3FSxf0pvLqVt2alXn4Yr5+U/ZXLew+e+HzXUbgF9anchdAfud/PTTT+rfv78uueQSVapUSS1bttTWrVsPeyB2bYsWLZSQkKBnn31WQ4cO1ccff6whQ4bo66+/VqlSpXTllVeqYMGCCgsLU/PmzRUREaF3333Xa2Nt33jjDQ0aNEg7duzwPi9atOhhj+NQL7j33nu1ZMkSdenS5VAvydLOcezv1yynOEAAAQQCJUAy+wucffbZ3ndbVFRUxoePPPKIRo0alXFMBQEEEEAAAQQQQAABBBBAAIG8JMBYEcgtgbDcuhH3QQABBBBAAAEEEEAAAQQQ2E+AEwgggAACCCCAAAIIIIAAAgggEHwBMkQAAQQQQAABBBBAAAEEEEAAgeALkCECCCCAAAIIIIAAAggggAACCARfgAwRQAABBBBAAAEEEEAAGNcPHQAAEABJREFUAQQQQCD4AmSIAAIIIIAAAggggAACCOSYgG0I6oe/Wai/YbBtEv7k05s0flK80tLcIbhvD/atrttuLu8e8EIAgWwWyJHuKre/RCc821I2iW2ux347W6u6fSyb36mpqbL57s99+9yPHBkMnSKAQLYL2Jy1Tq20sPls89rC5vjylfF67KlNWrYyVXIc9+Woa8fKan93pPhBAIG8J1Di1Go6bWRPFa5UWu6M1p7t8VrTebhiJv8pm/MWtg74YeuCZemXVidyVmDt2rX64IMPdPvtt6tatWq69NJL9cQTT2jChAne7+ho7m4bIz/00EM6+eSTtWLFCk2ePFnr16/X+eefr379+qlGjRryf6pWraq+ffuqYcOGXhtrO3/+fNWrV0+9e/fWaaed5jfN1rJx48YaO3as3n77bZUvf+T/3cgzm62/FjpDAIHQE2BE/yJQuHBhDR8+XOedd15GixtuuEG//fZbxjEVBBBAAAEEEEAAAQQQQAABBPKIAMNEINcEwnLtTtwIAQQQQAABBBBAAAEEEEBgHwEOEUAAAQQQQAABBBBAAAEEEEAg+AJkiAACCCCAAAIIIIAAAggggAACwRcgQwQQQAABBBBAAAEEEEAAAQQQCL4AGSKAAAIIIIAAAggggAACCCCAQPAFyBABBBBAAAEEEEAAAQQQyBkB21TRD3+TUH/DYNsc/MmnN+unSfHuzR3JfT18f3XddvORb+IofhBA4D8Ecu6jKvc1U93nb5fjOF7EfTtbq7oOl83z1NRU2bz31wB/TbAy50ZEzwggkB0C/jy10sLmsc1nC5vby1bE67FBm7V8ZYqUlubeMk3dOlZWu7si3TovBBDIqwLFT6mqU77srkKVSrtTO027t8drbZfhipm0SDb3LWw98MPWB8vVL61OZK/A4sWL9corr+jaa69VnTp1dNddd2nEiBFav359lhsVKFBAF1xwgcqVK5flvB0UKVJEPXv21AsvvKDq1avbqQNGZGSkOnfurJdeeklvvvmmV95xxx067rjj9mtfvnz5LG1tjHZtzZo1vb8J97vgKE7Y+J977jlNmzZNl1122VH0lH6p4zjpFd4RQACBQAqQ1H8JlC1bVh9++KFOPfXUjGbdunXLqFNBAAEEEEAAAQQQQAABBBBAIG8IMEoEck8gLPduxZ0QQAABBBBAAAEEEEAAAQSyCHCAAAIIIIAAAggggAACCCCAAALBFyBDBBBAAAEEEEAAAQQQQAABBBAIvgAZIoAAAggggAACCCCAAAIIIIBA8AXIEAEEEEAAAQQQQAABBBBAAAEEgi9AhggggAACCCCAAAIIIIBADgjYBqB++JuD+hsGp6SkqP+QTfpx0q69d07TI/dX1603ld97TIEAAtkukMMdVm5/iU54/nZ58969V9x3c7S663DZfE9NTZXNf38t8NqkpXlt3aa8EEAgBAVsntqwrLSw+Wvz2MLm9LIVCXps8GYtX5nqNnPkOI56dKqie9tWco95IYBAXhcofko1nfJVDxWOPM5LZff2eK3tMlwxExfK1gALWxf8sHXCGvql1YmjE5g5c6YGDx6sSy65RPXr11fXrl313XffKTExMUvH5557rnr37q0vv/xS69at0+TJk1WpUrDW4tatW2vJkiVensqmH57VbIKkmxwVsDV2zJgx+v3333P0Ppk7t7kxY8YM/fDDD5lPU89rAoz3oAK1atXSoEGDMtrZcz9q1KiMYyoIIIAAAggggAACCCCAAAIIhLwAA0QgFwXCcvFe3AoBBBBAAAEEEEAAAQQQQCCTAFUEEEAAAQQQQAABBBBAAAEEEAi+ABkigAACCCCAAAIIIIAAAggggEDwBcgQAQQQQAABBBBAAAEEEEAAAQSCL0CGCCCAAAIIIIAAAggggAACCCAQfAEyRAABBBBAAAEEEEAAAQSyW8A2jPPDNqyz8DcMts3AHx+ySeMnJ8hx/9m9H32ghm69sZxVCQQQyCGB3Oi2crtLVHfond7Mdtwbxn03W6u7fCSb96mpqbJ1wNYDC3+NsNJtygsBBEJIwJ+XVlrYnLX5a2HzeemKeD3y1CYtX5nqjjrNix6dK+ueNhXdOi8EEAiKQPGGVXXKVz1VKPI4pbn/dm+P19ouwxUzcaHse93C1gc/bL2w3P3S6sThCUycOFEPP/ywGjVq5MVDDz2kCRMmZOkkIiJC119/vV577TUtXbpUU6ZM0XPPPacbb7xR5coF77+pvvvuOw0bNkxVq1bN4nC0B45jf60ebS9cj0DOCnz66ad65JFHtGvXrpy9Uabep06dqs6dO2vz5s2ZzlLNawKM99AErrzySt18880ZjT/55JOMOhUEEEAAAQQQQAABBBBAAAEEQl2A8SGQmwJhuXkz7oUAAggggAACCCCAAAIIIJAhQAUBBBBAAAEEEEAAAQQQQAABBIIvQIYIIIAAAggggAACCCCAAAIIIBB8ATJEAAEEEEAAAQQQQAABBBBAAIHgC5AhAggggAACCCCAAAIIIIAAAggEX4AMEUAAAQQQQAABBBBAAIFsFbANP/3wNwO1DYNtg1DbNPixIZs1fnKCe8802b9HH6imW1qUdY95IYBADgrkWteR916sE/7vTm9+u2/a8d0creo0TDb/bR2w9cBfG/y1wspcGyA3QgCB/xTw56OVFjZfbd5a2DxetjJRjw3aopWrU+U41pWjXl2q6J7WFe2AQACBgAkUO7mKGn7VQ0WqlJHcOb8nNkFrO3+kmAkLZN/rFrY+2FphYeuG3B+/dKu8/kMgKSlJ3333nbp166YGDRro4osv1qBBgzRz5swsV5UrV0633367hg0bpqVLl+rrr79Wx44dVbt27SztgnbQrl07XX311TmSFs9ojrDSaTYL2BqbzV0etDu7p63nB21Ig1AWYGyHIdCpU6eM1p9//rnmzJmTcUwFAQQQQAABBBBAAAEEEEAAgRAWYGgI5KpAWK7ejZshgAACCCCAAAIIIIAAAgjsFaBAAAEEEEAAAQQQQAABBBBAAIHgC5AhAggggAACCCCAAAIIIIAAAggEX4AMEUAAAQQQQAABBBBAAAEEEEAg+AJkiAACCCCAAAIIIIAAAggggAACwRcgQwQQQAABBBBAAAEEEEAg+wRsE0U/bMM4C9sQ1DaQs02DHxu8WRN+TpDjOO5NHT3er5pubVHOrfNCAIGcFcjd3iPvuVh1X2wjpU917fx+rtZ0/lC2Dth6YOuCrQ8W/pphpfhBAIFjKuDPQystbI7afLWw+bt0RYIeHbRZy1elSmnuUN3o3bWy7r6zgnvACwEEgipQ/OSqOvnLHipc5XgvxT2xCVrX6SPFjF/gfbfbGmFha4aFrR/W0C+tTvwjsGXLFn3yySe6++67Vb16dV177bV6+eWX9eeff/7TyK3ZZ+3atdMXX3yhpUuXavjw4WrdurUqVarkfsrraAUcx/5QPdpeuB4BBBAIRQHGdDgCF110kdq2bZtxiX1HZxxQQQABBBBAAAEEEEAAAQQQQCBkBRgYArkrEJa7t+NuCCCAAAIIIIAAAggggAACngBvCCCAAAIIIIAAAggggAACCCAQfAEyRAABBBBAAAEEEEAAAQQQQACB4AuQIQIIIIAAAggggAACCCCAAAIIBF+ADBFAAAEEEEAAAQQQQAABBBBAIPgCZIgAAggggAACCCCAAAIIZJOAbfDph238aWEbgdpm3ykpKXpk0CaN/yVBfpv+D1bTLTeUy6a70w0CCPynwDH4sNLdF+mEl9pk3HnH/+ZodccPZOuBrQu2Ptg6YeGvC1ZmXEAFAQRyVcCff1Za2Ny0eWph83bJsng9OnirVqzaLcdG5jjq062y7r6jgh0RCCAQcIFiJ1VRw696qXC1MnKnv/bsTNS6zh8qdvwC77vd1goLWzssbB0xEr+0en6OlStX6q233tLNN9+sypUrq1WrVnr//fe1cePGLCwnnniiunfvru+//15Lly71rrnppptUsmTJLO04OHoBns2jN6SHdAFb8yZNmqTWrVvr7LPP1llnnaVrr71Wn3/+uZKSktIb7X3v37+/LrnkEi1atGjvmX+KzJ/Fx8erY8eOeumll7wGvXr18vqdPHmyd6318eGHH2rWrFneetK4cWM1bdpUjzzyyH7ril1jY7L22udn389sDHYva2b3/rfr7HMihAUY2mELdOrUKeOakSNHZtSpIIAAAggggAACCCCAAAIIIBCyAgwMgVwWCMvl+3E7BBBAAAEEEEAAAQQQQAABSSAggAACCCCAAAIIIIAAAggggEDwBcgQAQQQQAABBBBAAAEEEEAAAQSCL0CGCCCAAAIIIIAAAggggAACCCAQfAEyRAABBBBAAAEEEEAAAQQQQACB4AuQIQIIIIAAAggggAACCCCQHQK2eaIftvmdhW0Aapt826bBjwzeoom/Jsmxf46jJx+qppuvL5sdt6YPBBA4BIFj1aTSXRfphJfbyp36XuwaPU9rOn4gWxdsfbB1wtYLC38NsVL8IIBArgr4885KC5uTNj8tbL4uWRavx4Zs04pVKbLP09Kkvl0jddftFXJ1nNwMAQSOrUDEiZV10hc9VKia+3e8uw7s2ZGo9Z0/VOxP873vdlszLGwNsbD1wkbsl1bPTzFv3jy98MILuuKKK1SzZk3dd999+vLLL5WcnJyF4ayzztJDDz2kiRMnasGCBfq///s/XXnllSpQoECWdhxkr4DjONnbIb3lSwH7b5pnnnlGffv21cqVK9W0aVNdffXV8s/36tVLO3fuPGwbm/9NmjTRSSed5F177rnnqkWLFqpQ4Z+/vWbPnq1+/fp5a8o111yjGjVqaOzYsWrfvr2WLl3qXXe4b6effrrsXnad3dvuWadOHTsk8pAAQz18gUaNGikqKsq78K+//vLmknfAGwIIIIAAAggggAACCCCAAAIhKsCwEMhtgbDcviH3QwABBBBAAAEEEEAAAQQQEAQIIIAAAggggAACCCCAAAIIIBB8ATJEAAEEEEAAAQQQQAABBBBAAIHgC5AhAggggAACCCCAAAIIIIAAAggEX4AMEUAAAQQQQAABBBBAAAEEEEAg+AJkiAACCCCAAAIIIIAAAggctYBt6OmHbfRpYRt/2oZ3tmnwQ4M2a8IvCXs3DE7Tkw9W1U3XlT3q+9IBAggcssAxbVix7YU64eW7pDR7pWnn6Lla0+F9paSkyNYJWy9s3bDw1xIrj+mguTkC+UjAn29WWthctHlpYfN0ybIEPTpku1auTpVj/xzpgR6VddftFfKREqkigIAvUOzEKjr5y54qUqOcuyK43+07k7Shy0eK/XGe991ua4eFrSUWtq7YtX5p9SDH1KlT9eSTT+qcc87RKaecot69e2vMmDFZUg4LC1PTpk01cOBATZ8+XTNmzNBTTz2lCy+8MEs7DnJWIL88kzmrSO+TJ0/WN998o9NPP11ff/21nn32WfXv39+rX3/99cpjVrQAABAASURBVJo2bZreeust738PORytQoUK6c4771SzZs28y26++WY99NBDqlevnndsb7/88otuuukmffrpp3r00Uc1bNgwdenSRevXr9cHH3wgW4t1mD/XXXed7F52md3b7tmkSRM7JPKOACM9QoGoqKiMK6OjozPqVBBAAAEEEEAAAQQQQAABBBAIQQGGhECuC4Tl+h25IQIIIIAAAggggAACCCCQ7wUAQAABBBBAAAEEEEAAAQQQQACB4AuQIQIIIIAAAggggAACCCCAAAIIBF+ADBFAAAEEEEAAAQQQQAABBBBAIPgCZIgAAggggAACCCCAAAIIIIAAAsEXIEMEEEAAAQQQQAABBBBA4OgEbNNEP2yDTwvbZM429U5OTtGDT23WxF8TvZs4jqOBD1fTTdeV9Y55QwCB3BI49vep2PZC1Xn1LjnuPxvNrh/mac197yslOVm2Xti6YeuHhb+mWGltCQQQyDkBf55ZaWFz0OajRUpKihYvS9DDg7dq5epUpbnDsHige2W1bVnePeKFAAL5VSCiQWWd+GVPFa5Rzlsbdu9I1IYuHylm3FzZ2mFriIWtKRa2vpiVX1o9SDF27Fj17dtX9erVU5MmTfT4449r2rRpWVIsXry4rrjiCg0dOlRz587VpEmT9PDDD6tRo0ZZ2nGQewKO4+TezbhTIAVsnbP5b8m1adNGZcqUsaoXhQsX1t13363IyEj9/PPP2rx5s3c+O99q1qypm266SQUKFPC6dRxHLVq00Mknn6yZM2dq1apV3nne8psA+R6pQFRUVMal0dHRGXUqCCCAAAIIIIAAAggggAACCISeACNCIPcFwnL/ltwRAQQQQAABBBBAAAEEEMjnAqSPAAIIIIAAAggggAACCCCAAALBFyBDBBBAAAEEEEAAAQQQQAABBBAIvgAZIoAAAggggAACCCCAAAIIIIBA8AXIEAEEEEAAAQQQQAABBBBAAAEEgi9AhggggAACCCCAAAIIIIDAUQjYBp5+2MaeFrYBnm3mnZSUrIcGbdGkKUkZdxj4cFXdeO0/G+JlfEAFAQRyViBEeq/Y5kLVfvUubzS2duz6Ya7W3Peekt31wtYNWz9sHbGwz/3wLuANAQSyXcDmmHVqpYXNPZuHFikpKVq8LEGPDNmmVWt3y3Ek96UHe1RW25blxQ8CCCAQUT9SJ37ZU0VqlZfjOErblaRNXT5S7Lh5sjXE1hILW1ssbJ0xNb+0el6NHTt2aOTIkerYsaPKly8v2zD4ueee05IlS7KkZJ/deOONevPNNzVv3jyNHj1aPXr00EknnZSlXU4cNGjQQGeeeWZIRE7klx19BuFZzA4H+jhygV27dmnDhg2qUKGC6tatu19Hdv7EE09UbGystm7dut/nR3vC5vnxxx+fpZvixYvL7rlt2zatX78+y2cc5BMB0jxiAZs7F198sXf9ggULNHHiRK/OGwIIIIAAAggggAACCCCAAAIhJ8CAEDgGAmHH4J7cEgEEEEAAAQQQQAABBBDI1wIkjwACCCCAAAIIIIAAAggggAACwRcgQwQQQAABBBBAAAEEEEAAAQQQCL4AGSKAAAIIIIAAAggggAACCCCAQPAFyBABBBBAAAEEEEAAAQQQQAABBIIvQIYIIIAAAggggAACCCCAwJEK2GaJftiGnha2wadt4p2UlKKHBm/VxKmJkmMvR4MeqaYbrykjfhBAIPcFQumOFdtcqDqv3SPHcbyIj56vdR3eV0pSsmz9sHXE1hMLf42xMpRyYCwIBEHAn1dWWtics/lnkZKSoj+XJrjf5dv09+pUpaXJjTQ93KuK2txWLgjpkwMCCGSTQET9yjrxi54qUruCu05Ie3YlaWPnYYodO1e2ltiaYmFrjIWtN3Zrv7R6Xon169dr2LBhuu2221SmTBndeOONeuONN7R58+YsKdSsWVN33nmnPvroI82bN09ffvml2rdvrxo1amRpx8GxF3Ac59gPghHkaYHk5GTFxMT8aw7h4eEqUqTIv35+tB/UqlXrgF2UL19etubaf18dsAEnAy1AckcnEBUVldFBdHR0Rp0KAggggAACCCCAAAIIIIAAAqEkwFgQOBYCYcfiptwTAQQQQAABBBBAAAEEEMjHAqSOAAIIIIAAAggggAACCCCAAALBFyBDBBBAAAEEEEAAAQQQQAABBBAIvgAZIoAAAggggAACCCCAAAIIIIBA8AXIEAEEEEAAAQQQQAABBBBAAAEEgi9AhggggAACCCCAAAIIIIDAEQnYhp1+2KZyFraxp20ul5iUrH6DNmvi1CQpze3ejUGPVlWLq493D3ghgMAxEAi5W1Zo3VR1Xr9H/jqya8xcrb3vXSUnJsnWEVtPbF2x8NtYGXKJMCAE8qiAP5+stLC5ZvPOIiUlRYv+StDDT2/XqrW7Jcexlx7pXUV33lJW/CCAAAL7ChStF6kGX/RUxAmV3I8cpSWkaGPnYYqNniNbU2xtsbC1xsLWHbeh93eAlaEcS5Ys0auvvirbDDgyMlJt27bVZ5995uWVedwnnXSSOnTooJEjR2revHn68MMPdccdd6h8+fKZm1EPMQH/WQyxYTGcPCRQqFAhlS5d+l9HbGtfYmLiv35+tB+sWrXqgF3Y+YIFC6pIkSIH/JyTgRYguaMUsO98v4sxY8b4VUoEEEAAAQQQQAABBBBAAAEEQkmAsSBwTATCjslduSkCCCCAAAIIIIAAAgggkG8FSBwBBBBAAAEEEEAAAQQQQAABBIIvQIYIIIAAAggggAACCCCAAAIIIBB8ATJEAAEEEEAAAQQQQAABBBBAAIHgC5AhAggggAACCCCAAAIIIIAAAggEX4AMEUAAAQQQQAABBBBAAIHDF7BNEv2wDTwtbFM727Q7ITFZDw7apsm/Jcuxrt23wY9WVYurjrcjAgEEjolAaN60/J1NVefNdnIcx4v46Plad9+7Sk5IlK0ntq7Y+mLhrzlWhmY2jAqBvCPgzyMrLWyO2XyzSElJ0aK/EvTwkO1atSZVSrO80vRor8q68+aydkAggAACBxQoWreS6n3eXUXrVnTXjjSlJSRrY6dhioueI1tbbI2xsDXHwtYf68gvrR4qMWvWLA0ZMkSNGzdWvXr11KVLF40dO3a/4TVq1Ei9evWSbQ48b948vf7667rhhhtUrFix/dpyIjQFHMcJzYExqjwjYPO9YsWK2rhxo5YsWbLfuO38woULVapUKZUpUybjc1sXk5KSMo6tEhcXp5UrV1r1kGP58uXauXNnlvZ2bOePP/54Va5ceb/PspxwD+bPn+++8wqOAJkcrcBpp52mJk2aeN3Mnj1bU6ZM8eq8IYAAAggggAACCCCAAAIIIBA6AowEgWMjEHZsbstdEUAAAQQQQAABBBBAAIF8KkDaCCCAAAIIIIAAAggggAACCCAQfAEyRAABBBBAAAEEEEAAAQQQQACB4AuQIQIIIIAAAggggAACCCCAAAIIBF+ADBFAAAEEEEAAAQQQQAABBBBAIPgCZIgAAggggAACCCCAAAIIHKaAbdDph23caWEbedpm3YmJyeo3aKsm/fbPJnZPP1pVLa46/jDvQnMEEMhWgRDurPwdF6jOm+1k64qUpoSx87X+vveUnJAoW1dsfbF1xsLa+BHCKTE0BEJawOaQDdBKC5tbNs8sUlJStHBJgh4asl2r1u12mzmS+3q8TxXdcXNZ8YMAAggcTKBo3UjV+7ynitaLdJu6C0hSqjZ2+kBxY2bL1hhbayxs7bGwdchtuPfvAKsdu5g0aZL69eunE044QWeeeaYefPBBzZgxI8uAChQooIsuukiPPvqoJk+erOnTp+v5559XVFSUHMfNN0trDvKCgP8M5oWxMsbQFAgPD1fz5s29wQ0bNkxbt2716vaWlJSk9957T+vWrdMFF1ygcuXK2WnVqlVLCQkJmjp1asb6Z8/ihAkTtHjxYq9N5jdbe+x4165dVmSJ+fPna+TIkRn92Nr65Zdfys6fe+65qlixotfe7l2yZElvXYuNjfXO2dvy5cs1duxYq2YJu2dYWJh27tyZ5TwHeUCAIWaLgH23+x2NGTPGr1IigAACCCCAAAIIIIAAAgggEBoCjAKBYyQQdozuy20RQAABBBBAAAEEEEAAgXwpQNIIIIAAAggggAACCCCAAAIIIBB8ATJEAAEEEEAAAQQQQAABBBBAAIHgC5AhAggggAACCCCAAAIIIIAAAggEX4AMEUAAAQQQQAABBBBAAAEEEEAg+AJkiAACCCCAAAIIIIAAAggcjoBtSOeHbSpnYRt42ibdCQnJemDQVv08LVn+1pfPPFZVN1x5/OHcgrYIIJADAqHeZbnbL1Cdt+9zh2mrh6OEcfO1/r53lRyfKFtfbJ2x9cbCX4OsdC/ghQAChyHgzxsrLWxO2fyyeZaSkqIFS+L14NPbtWrdbrfXNC/696ms228s49Z5IYAAAocmUPSESqr3eU8VrRfpXpCmtMQUbeo0TLE//CFba2zdsbA1yMLWI7eh/NLquRHJycn6/vvvdd9996lcuXK66KKL9PTTT2vp0qVZbl+yZEldeeWVGjx4sKZNm6YJEyboySef1AUXXJClHQd5U8Bx7O/PvDl2Rh06Ak2bNtV1112nP/74QzfccIP69u2r/v37e/VRo0bp5JNP1h133CHHSX/ezj//fG/def/999WmTRsNGDBAt956q4YOHaqGDRvul1iNGjUUFhamV155xWu7ePHijDbFixfX22+/ndHPLbfc4rWrU6eO7rnnHoWHh3tta9WqpdNPP13z5s1Ty5YtvfF16tRJrVu31vHHH68SJUp47fy3smXLyta/L7/8Uo8//rimTJnif0QZ4gIML3sEoqKiMjqKjo7OqFNBAAEEEEAAAQQQQAABBBBAIBQEGAMCx0og7FjdmPsigAACCCCAAAIIIIAAAvlQgJQRQAABBBBAAAEEEEAAAQQQQCD4AmSIAAIIIIAAAggggAACCCCAAALBFyBDBBBAAAEEEEAAAQQQQAABBBAIvgAZIoAAAggggAACCCCAAAIIIIBA8AXIEAEEEEAAAQQQQAABBBA4ZAHbkNMP26jTwjbutE2DExJS9MDgbZo8LVlpbo9p7vuzj1XV9Vcc5x7xQgCBYyyQJ25frtX5qvPOfe7q4a4g7kKSMHa+1t/3rpJ2JcjWGVtvbN2x8NciK/NEcgwSgRAQ8OeLlRY2l2xe2fyyWLAkQQ89Has16/bIcWzAjp7oW1m331jGDggEEEDgsASK1Kmoup/1VNH6VWSLSlpyqjZ3GqbY0X8oJSVFtv5Y2FpkYeuS3B+/dKs58tq2bZs+/fRT3XLLLYqIiNDVV1+tt956S1u2bMlyv4oVK+qmm27Siy++qGnTpun7779Xv379dMYZZ2Rpx0HeF8jpZy7vC5HBoQgUKFBA999/v5566ilVqVJFkydP1ujRo1W4cGHv/Jtvvqny5ctndFWrVi29+uqrOu9WDOppAAAQAElEQVS887Rs2TL973//U4kSJWTtzj///Ix2fuW0007Tddddp5iYGH3zzTdasGCB/5EuuOACvfDCC0pKSvI+i4uLU5s2bfT222+rUqVKGe1sLE8++aT3mf3tZ/dcs2aNevfu7YXjOBltrWJjvP32273/FrM1cMqUKXaaCH0BRphNAmeffbbOOussr7fp06drxowZXp03BBBAAAEEEEAAAQQQQAABBEJAgCEgcMwEwo7ZnbkxAggggAACCCCAAAIIIJDvBEgYAQQQQAABBBBAAAEEEEAAAQSCL0CGCCCAAAIIIIAAAggggAACCCAQfAEyRAABBBBAAAEEEEAAAQQQQACB4AuQIQIIIIAAAggggAACCCCAAAIIBF+ADBFAAAEEEEAAAQQQQACBQxOwTRH9sA06LWzDTts0Lj4+WQ8M3qafpyfLNve0LeOef7yarr/iOPGDAAKhIJB3xlC25fmq825HyRYSx1HiuPna1PE9Je9KkK03tu7Y+mPhr0lWih8EEPhPAX+eWGlhc8jmk80ri/mLE9Rv8HatXr/b7SdNaWnSk/dHqlWLMu4xLwQQQODIBIqeUFF1P+uhog0qux24a0tyqjZ3el9xo/9QSkqKbB2ysDXJwtYnt6G7BrmLkFWyKf7++2+98cYbuuyyy1SmTBm1bNlSX3zxhXf/zLeoVauWWrdurXfeeUe20a+16datm+rXr5+5GfWACTiO/eEZsKRI55gIhIWFeevMiBEjNG3aNG8d+frrr3XLLbeocOHC+43J1pyhQ4fq119/9dq/++67qlevnrcOjR8/Xg0aNMi4JiIiQg8//LDXdubMmWrRokXGZ47jqFGjRvrss89kn40dO1Zdu3ZVsWLFMtr4FTtnn1kba/vtt9/qhhtu0EknnSS7p62BftsCBQrorrvu0uTJk71++/TpI37yggBjzE6BqKiojO6io6Mz6lQQQAABBBBAAAEEEEAAAQQQOLYC3B2BYycQduxuzZ0RQAABBBBAAAEEEEAAgXwmQLoIIIAAAggggAACCCCAAAIIIBB8ATJEAAEEEEAAAQQQQAABBBBAAIHgC5AhAggggAACCCCAAAIIIIAAAggEX4AMEUAAAQQQQAABBBBAAAEEEEAg+AJkiAACCCCAAAIIIIAAAggcgoBtxOmHbcxpYRt12obB8Qkpun/wNk2eniTbLNjenu9fVdddXvoQeqYJAgjkikAeu0nZ285T7Xc6uqNOU5r7Hj92vjbc966SdyXI1h1bf2wdsvDXJivdprwQQOAAAv78sNLC5o7NI5tPFvMXJ+jBp2O1dmOaHPefHEcDH6isVjeUOUBvnEIAAQQOT6BInYqq91kvRZxY1ZYXOal7tLnj+4r7fpZSUlJk65GFrU0Wtk7ZHfzS6kcSCxYs0ODBg9WoUSPVqFFDHTt21I8//rhfVw0bNvQ+GzFihKZPn65hw4bpnnvuUdWqVfdry4lgChztsxZMFbJCAIE8K8DAs1UgKioqo7/o6OiMOhUEEEAAAQQQQAABBBBAAAEEjqkAN0fgGAqEHcN7c2sEEEAAAQQQQAABBBBAIF8JkCwCCCCAAAIIIIAAAggggAACCARfgAwRQAABBBBAAAEEEEAAAQQQQCD4AmSIAAIIIIAAAggggAACCCCAAALBFyBDBBBAAAEEEEAAAQQQQAABBBAIvgAZIoAAAggggAACCCCAAAIHE7DNEP2wDTktbINO2zA4PiFF9w/erp9npLjdON6GnkOfqKbrokq7x7wQQCBUBPLiOMq2PE+13+vkrStypMQf52tTh3eVsitRtv7YOrRnzx5Z+GuUlXkxV8aMQE4K+PPCSpsvFjZ/bB5ZzPszQQ8MidGaDbtlbdKUpoH3R6rl9cfn5LDoGwEE8plA4doVVOfTnip6YtX0tSZ1t7Z0el9x//tdKSkpsnXJwtYoC1uPjMgvrX4o8dtvv+n+++9XnTp1dPLJJ+uhhx7SzJkz97v07LPPVu/evTVq1ChNmzZNr732mlq2bKkyZcrs15YTwRdwHPePzeCnSYYIIJBPBEgzewUuuOACnXLKKV6nv/zyi+bMmePVeUMAAQQQQAABBBBAAAEEEEDgWApwbwSOpUDYsbw590YAAQQQQAABBBBAAAEE8pEAqSKAAAIIIIAAAggggAACCCCAQPAFyBABBBBAAAEEEEAAAQQQQAABBIIvQIYIIIAAAggggAACCCCAAAIIIBB8ATJEAAEEEEAAAQQQQAABBBBAAIHgC5AhAggggAACCCCAAAIIIPCfArbhph+2EaeFbcxpGwbvik9Rn0Hb9PP0JCktze0nTf/3RFVd27yUW+eFAAIhJJBnh1Lm1vNU673O3hpjq0z8uPna0P4tJe9MkK1Dth7ZumThr1VW5tmEGTgC2Szgzwcr/Xli88bmj8XcRfHq90ys1m3c493ZcRwNeiBSLa8/3jvmDQEEEMhOgSK1K+iEz3oqomF1OdZx6h5t6fS+4r6bqZSUFNn6ZGHrlYWtXdbML61+oPjhhx/Url07lSlTRueee66effZZLVu2LEvTggUL6uKLL9ajjz6qcePG6bffftNzzz2n6667TkWLFs3SloP8J3CwZyz/iZAxAgjkYQGGngMCUVFRGb1GR0dn1KkggAACCCCAAAIIIIAAAgggcIwEuC0Cx1Qg7JjenZsjgAACCCCAAAIIIIAAAvlGgEQRQAABBBBAAAEEEEAAAQQQQCD4AmSIAAIIIIAAAggggAACCCCAAALBFyBDBBBAAAEEEEAAAQQQQAABBBAIvgAZIoAAAggggAACCCCAAAIIIIBA8AXIEAEEEEAAAQQQQAABBBD4dwHbBNEP24DTwjbktA2Dd+5K1v2Dt+uXGSluB47kOHrpyaq65rJS4gcBBEJNIG+Pp8ytTVT7gy5yVxovEn9aoE3t31byjnjZemTrkq1PFv6aZWXezprRI3D0Av48sNKfHzZfbN5YzP0zQf2e3aG1G/Yobe/tBverpNuuO37vEQUCCCCQ/QKFa1VQnU97qmjD6ulrT+oebe34vuK+naGUlJQDfrfbKGwts9Ji165d+uSTT3TTTTcpLCxMV155pd555x1t27bNPs6I0qVL6+qrr9aQIUM0ceJEjR8/Xk8++aQuvfTSjDZUEDABx7G/NK1GIJC3BBo0aOCtbf37989bA2e0OShA1zkhEBUVldFtdHR0Rp0KAggggAACCCCAAAIIIIAAAsdGgLsicGwFwo7t7bk7AggggAACCCCAAAIIIJBPBEgTAQQQQAABBBBAAAEEEEAAAQSCL0CGCCCAAAIIIIAAAggggAACCCAQfAEyRAABBBBAAAEEEEAAAQQQQACB4AuQIQIIIIAAAggggAACCCCAAAIIBF+ADBFAAAEEEEAAAQQQQACBfxGwDTb9sE2DLfxNg3fuSlHfwTGaPCPZvTrNi5eeqKKrLy3l1nkhgEDICQRgQMff0kS1hnWVrTj2lvDTAm26722l7IhXamqqbH2ydcrCX7usDEDqpIDAEQn4z7+V/ryweWLzxWLOogQ98Eyc1m3cLTn2cvTMQ5V167XHix8EEEAgpwUK1yyvOp/2VMSp1WVrkNLStK3zB4r7Zob3vW7rlK1Ztn5Z2Fq2YcMGvfrqq7r00ktVvHhxtWrVSl999ZV7qffXgfyfyMhI3XLLLXrppZc0ceJEfffdd3rggQfUpEkTvwklAvsJ2DO230lOIIAAAnlRgDHniECzZs1Ur149r+/x48dr0aJFXp03BBBAAAEEEEAAAQQQQAABBI6JADdF4BgLhB3j+3N7BBBAAAEEEEAAAQQQQCBfCJAkAggggAACCCCAAAIIIIAAAggEX4AMEUAAAQQQQAABBBBAAAEEEEAg+AJkiAACCCCAAAIIIIAAAggggAACwRcgQwQQQAABBBBAAAEEEEAAAQQQCL4AGSKAAAIIIIAAAggggAACBxKwzQ/9sA03LWwDTtuIc8fOZPUZvF2//J4ix7GrHb08oIquuayUHRAIIBCCAkEZ0vE3n6vaH3aVLT62/iSOX6hN7d9Wctwu2fpk65StVxb+Gmal+EEgnwn4z72V/nyw+WHzxGL2wnjd/3Ss1m7YrbQ0F8eNZx6O1M1Xl3YPeCGAAAK5I1C4ZnnV/qSXip5aw1uL0nbv0bZO7yt21HTve93WqwULFmjQoEE666yzFBkZqS5duuinn37ab4B16tRR27Zt9c4772jixIn67LPP1LVrV5166qn7teUEAgcScBzvP24P9BHnEEAAgTwlwGBzTiAqKiqj8+jo6Iw6FQQQQAABBBBAAAEEEEAAAQRyW4D7IXCsBcKO9QC4PwIIIIAAAggggAACCCCQDwRIEQEEEEAAAQQQQAABBBBAAAEEgi9AhggggAACCCCAAAIIIIAAAgggEHwBMkQAAQQQQAABBBBAAAEEEEAAgeALkCECCCCAAAIIIIAAAggggAACCARfgAwRQAABBBBAAAEEEEAAgf0EbLNgP2zTYAt/0+C4HcnqMyRGv/yeovQ20isDKuvqZqX264cTCCAQMgKBGshxN52rWh91c9cgN620NCWOX6BN7d5ScuwupaamytYrW7cs0tepNLdtmtuYFwL5Q8Cee8vUSn8e2Lyw+WExe2GCHnh2p9ZvTpPjOJL7eu6RSN18VWnxgwACCOS2QOEa5VTn014qdnpN99bugqQ0be/0vt69va8aNmyoM844Q48//rj++OMP9/Osr1NPPVWdOnXSiBEjNHHiRL3//vu65557dMIJJ2RtyBEChyBg35uH0IwmCCCAQKgLML4cFIiKisrofcyYMRl1KggggAACCCCAAAIIIIAAAgjksgC3Q+CYC4Qd8xEwAAQQQAABBBBAAAEEEEAg8AIkiAACCCCAAAIIIIAAAggggAACwRcgQwQQQAABBBBAAAEEEEAAAQQQCL4AGSKAAAIIIIAAAggggAACCCCAQPAFyBABBBBAAAEEEEAAAQQQQAABBIIvQIYIIIAAAggggAACCCCAQFYB2/TQD9s02MLfNDhuZ4r6DInVr7+n2F7Bsj2DXxtYRVc3K5W1E44QQCDEBII3nONuPEe1Pu7uJuZI7itp4iJtvu8tJcfuUmpqqmzdsvXLwl/TrBQ/CARcwH/OrbTn38Lmg80Liz8WJKjvM3Fat2m3lJaO8fzDkbrpytLpB7wjgAACx0CgUPVyqvlJT0WcXnPv2pSmSyfsUL01e/YbzTnnnKM+ffpo1KhRmjBhgl599VW1bNlSlStX3q8tJxA4HAHHcf+oPJwLaIsAAgiEpACDykmBK664QjVrun+vuDeJjo7W0qVL3RovBBBAAAEEEEAAAQQQQAABBHJbgPshcOwFwo79EBgBAggggAACCCCAAAIIIBBwAdJDAAEEEEAAAQQQQAABBBBAAIHgC5AhAggggAACCCCAAAIIIIAAAggEX4AMEUAAAQQQQAABBBBAAAEEEEAg+AJkiAACCCCAoejr0gAAEABJREFUAAIIIIAAAggggAACwRcgQwQQQAABBBBAAAEEEEAgk4BtFuyHbRhs4W8aHLsjWb0Gbdevs1LS9wt2pNcHVtFVl5TM1ANVBBAISYGADuq4Fueo1ogebnbuguSuTEkTFmpzuzeVHLNTqampsvXL1jELf22z0r2AFwKBFPCfbyvtuffD5oPFHwsT1PfZHdqwOU2O+89eLzwSqZuuLB1ID5JCAIG8JVC4ejnV+rSXIs6s7S5Pjjt4R88UPFdXFa6pCy+8UA8++KD+97//ady4cRo8eLCuueYalS5dWrbmuY15IXDUAjxLR01IBwggEAoCjCFHBRzHUVRUVMY9oqOjM+pUEEAAAQQQQAABBBBAAAEEEMg1AW6EQAgIhIXAGBgCAggggAACCCCAAAIIIBBoAZJDAAEEEEAAAQQQQAABBBBAAIHgC5AhAggggAACCCCAAAIIIIAAAggEX4AMEUAAAQQQQAABBBBAAAEEEEAg+AJkiAACCCCAAAIIIIAAAggggAACwRcgQwQQQAABBBBAAAEEEEDAF7DNDv3wNwy2zbNTUlIUE5esPkPiNPWPVMmRwsMcvTGwiq68uKT4QQCB0BcI8ghL33C2ao3oKSfM/s/LO0qetEib27+ppO07ZOuXrWP+mpaWliY/gmxCbvlTwJ5ty9xK/5m3MjU1VRZ/LExUn6d3aMPmPdZM7mzQ0EcjdeMVpbxj3hBAAIFQEChUraxqfdJTRc+s5Q7HXanc7+6ndJY+vOMB9e3bV02bNlV4eLhsfbOwNc9t6H2/W0kgcDQCjuMczeVciwACCISEAIPIeYGoqKiMm0RHR2fUqSCAAAIIIIAAAggggAACCCCQWwLcB4FQELD/HxqhMA7GgAACCCCAAAIIIIAAAggEVYC8EEAAAQQQQAABBBBAAAEEEEAg+AJkiAACCCCAAAIIIIAAAggggAACwRcgQwQQQAABBBBAAAEEEEAAAQQQCL4AGSKAAAIIIIAAAggggAACCCCAQPAFyBABBBBAAAEEEEAAAQQQ8ARs40w/bCNNC9s02zbPjt2Rot5DYvXrrBSlua3DHen1gZV1xUUl3CNeCCCQBwQCP8RS1zdWjeE95LgLlK1lyRMXaWv7t5QSs1O2jtl6ZuuahX3uR+BhSDDfCNgzbclaac+5H6mpqbKYtSBBvZ/eoY1b0+Q47he52/jFxyJ14+Wl3BovBBBAILQEClYtq5qf9FLEWXW8NctxHMV0eV87vvrNW9NsXdv3u90ysDXQSgKBIxXgGTpSOa5DAIEQEmAouSBw+eWXKzIy0rtTdHS0Vq1a5dV5QwABBBBAAAEEEEAAAQQQQCCXBLgNAiEhEBYSo2AQCCCAAAIIIIAAAggggEBgBUgMAQQQQAABBBBAAAEEEEAAAQSCL0CGCCCAAAIIIIAAAggggAACCCAQfAEyRAABBBBAAAEEEEAAAQQQQACB4AuQIQIIIIAAAggggAACCCCAAAIIBF+ADBFAAAEEEEAAAQQQQAAByTY59MPfMNg21LRNs2PiUtRrSKymzE6VHKlAAUdvPFVFV1xYQvwggEBeEcgf4yx9w9mq/nFPhRUsIMdxlDxpkba0e1PJ23fK1jNb1/w1Li0tLWPtyx86ZBlkAXueLT8r/WfcytTUVFnMWpCo3s/s1MatezKe+5cer6QWUaXsMgIBBBAISYFCVcuq5ie9VLRRHaV5/6SYLu9pxxdTvLXN1rd9v9stEVsLrSQQOBIBx3H/o/dILuQaBBBAIGQEGEhuCBQpUkRRUVHerZKTkxUdHe3VeUMAAQQQQAABBBBAAAEEEEAgdwS4CwKhIRAWGsNgFAgggAACCCCAAAIIIIBAQAVICwEEEEAAAQQQQAABBBBAAAEEgi9AhggggAACCCCAAAIIIIAAAgggEHwBMkQAAQQQQAABBBBAAAEEEEAAgeALkCECCCCAAAIIIIAAAggggAACCARfgAwRQAABBBBAAAEEEEAg3wvYBpl+2GbBFraRpm2WvT02Wb2GxGnq7FQpTQoPk954MlKXNy2e790AQCBPCeSjwZa+rrGqD++hNHfBcpctJU9epK3t3lDyth2ydc3WN1vnLPy1z8p8RESqARPwn18r7bn2IzU1VRYz5yeq9zM7tWlrmhz75zh6pX+kbmheKmASpIMAAkEUKFiljGp+0lsRjevKXb7ccBTb7QPt+GKKt8bZOrfvd7s52JpoJYHA4Qrw7ByuGO0RQCDkBBhQrglERUVl3Cs6OjqjTgUBBBBAAAEEEEAAAQQQQACBHBfgBgiEiEBYiIyDYSCAAAIIIIAAAggggAACgRQgKQQQQAABBBBAAAEEEEAAAQQQCL4AGSKAAAIIIIAAAggggAACCCCAQPAFyBABBBBAAAEEEEAAAQQQQAABBIIvQIYIIIAAAggggAACCCCAAAIIIBB8ATJEAAEEEEAAAQQQQACB/C1gmxv64W8YbBto2ibZ2+NS1OvpHZo6J9VFclSwoKO3BlbW5ReWcI95IYBAXhLIb2MtdV1j1fikl8IKhstxHKX8/Ke2tX9TKdt2yNY3W+f8Nc9fA63Mb07km/cF/OfWSv+ZtjI1NVUWM+YleN/lG7fukbWxeOXxSrr+spJ5P3kyQACBfCNQsPLxqjGipyIan+CtZZZ4bLf3tfPzKd5aZ+vdvt/t1sbWPCsJBA5HwHGcw2lOWwQQQCDkBBhQ7glcfvnlKlu2rHfD6OhobdiwwavzhgACCCCAAAIIIIAAAggggEBOC9A/AqEiEBYqA2EcCCCAAAIIIIAAAggggEAABUgJAQQQQAABBBBAAAEEEEAAAQSCL0CGCCCAAAIIIIAAAggggAACCCAQfAEyRAABBBBAAAEEEEAAAQQQQACB4AuQIQIIIIAAAggggAACCCCAAAIIBF+ADBFAAAEEEEAAAQQQQCAfC9iGmH7YZsEWtnGmbY69LTZFPQbHauqcVCktTQULSG8OiFRU0+L5WIzUEcizAvly4KWuaaTqI3pJBcO9/JN/XqSt7V5X8tY42TqXmpoqW/cs/LXQSq8xbwjkAQH/ebXSnmM/7Nm2mDE/UX2ejdfm7enJOI6j15+M1PWXlUw/wTsCCCCQhwQKVi6j6p/0VrFz63mjduQotvv72vnZr7I1z2L37t1Zvtutoa2RVhIIHKoAz8yhStEOAQRCVIBh5aJAqVKlFBUV5d1x586dio6O9uq8IYAAAggggAACCCCAAAIIIJDDAnSPQMgIhIXMSBgIAggggAACCCCAAAIIIBA4ARJCAAEEEEAAAQQQQAABBBBAAIHgC5AhAggggAACCCCAAAIIIIAAAggEX4AMEUAAAQQQQAABBBBAAAEEEEAg+AJkiAACCCCAAAIIIIAAAggggAACwRcgQwQQQAABBBBAAAEEEMivArapoR+ZNwy2TbG3xaao59M7NG3uHtnGmoUKhemtgZGKuqB4fuUibwTyuED+HX7Jaxqp+ojecgoX9NazlF8Wa1u7N5S8JVapqale+GugvyZamX/FyDyvCPjPqZX+M2yl/1xPn5eoXk/v1KZte9yU0tyQ3niykq5tVsKr84YAAgjkRYGCkcd73+vFzq2fPnx3eYvr/oF2fvqL951ua+Du3btl66GFrZHW0C+tTiBwMAHHcQ7WhM8RQACBEBZgaLktEBUVlXHLMWPGZNSpIIAAAggggAACCCCAAAIIIJBzAvSMQOgIhIXOUBgJAggggAACCCCAAAIIIBAwAdJBAAEEEEAAAQQQQAABBBBAAIHgC5AhAggggAACCCCAAAIIIIAAAggEX4AMEUAAAQQQQAABBBBAAAEEEEAg+AJkiAACCCCAAAIIIIAAAggggAACwRcgQwQQQAABBBBAAAEEEMiXArYBph+2MaaFbZZpsTUmRd0Hx+m3OameTeFCjt4aWEnNzy/uHfOGAAJ5UCCfD7nk1Wep+ohecooUlNKk1F8Wa3u7N5S8JU627lnYOmjhr41W5nM20g9hAf/5tNKeWz/sWbaYNjdBvZ7Zqc0xbhKOG3L05oBIXXNJCTsgEEAAgTwtUKDScarqfq9HNKkvd3nzYkfPD7RjxOSM7/Xdu3fLXxttrZT745dulRcC/ynAs/KfPHyIAAKhLsD4cl0gKipKJUuW9O4bHR2trVu3enXeEEAAAQQQQAABBBBAAAEEEMgxATpGIIQEwkJoLAwFAQQQQAABBBBAAAEEEAiUAMkggAACCCCAAAIIIIAAAggggEDwBcgQAQQQQAABBBBAAAEEEEAAAQSCL0CGCCCAAAIIIIAAAggggAACCCAQfAEyRAABBBBAAAEEEEAAAQQQQACB4AuQIQIIIIAAAggggAACCOQvAdvIMHP4m2LaZsEWW7YlqceQHZo+f48cx1GRwo7eGlhJzc8rnr+gyBaBgAmQjlTiqrNUbURvhUUUkhwpdcpibW/3upI2xcjWPwt/Tcy8Tlpd/CAQQgL+M2ml/8xaac+wxbS5ier5bLw2b3cHnZZmj7veHlBJ11zMd7krwgsBBAIiULDSce73ei9FNKkvuWud+9LOXh9qx4jJGd/ru3fvlq2PFrZmWup+aXUCgX8TcBz3j8V/+5DzCCCAQIgLMLzcFyhfvryioqK8G2/fvl3R0dFenTcEEEAAAQQQQAABBBBAAAEEckqAfhEIJYGwUBoMY0EAAQQQQAABBBBAAAEEAiRAKggggAACCCCAAAIIIIAAAgggEHwBMkQAAQQQQAABBBBAAAEEEEAAgeALkCECCCCAAAIIIIAAAggggAACCARfgAwRQAABBBBAAAEEEEAAAQQQQCD4AmSIAAIIIIAAAggggAAC+UjA3+zSSgvbCNPCNgu22LwtWT2e2aVp83fLPi9S2PE2DL6sSbF8pESqCARSgKT2CpS48kxVHdFbTtFC7jonpf66WLHt31DyphjZOmhh66KFrYMWdqlfWp1A4FgK+M+ilfac+mHPrsVvcxLV89ld2hqTJseRwsLSv8uvvrj4sRw290YAAQRyRKBAxeO87/WI8xqk9+9Iu3oN086PJ2d8r+/evVv+WmlrpzX0S6sTCBxIgGfkQCqcQwCBPCLAMI+RQFRUVMado6OjM+pUEEAAAQQQQAABBBBAAAEEEMgBAbpEIKQEwkJqNAwGAQQQQAABBBBAAAEEEAiMAIkggAACCCCAAAIIIIAAAggggEDwBcgQAQQQQAABBBBAAAEEEEAAAQSCL0CGCCCAAAIIIIAAAggggAACCCAQfAEyRAABBBBAAAEEEEAAAQQQQACB4AuQIQIIIIAAAggggAACCOQXAX8DQyst/E0wbbNgi83bkrwNg6fP3+ORFCsarncGVNKlTYp5x7whgEBeFmDsmQVKXHGmqo7orfBiRSRHSp2yWLH3vaGkjdtl66GFv0baemkh98cv3SovBI6JgP8MWuk/o1baM2sxdU6C+10ery0x6cMLC5PeHlBRV11UPP0E7wgggEAABQpWPGzqyWkAABAASURBVE5VP+mjiPMbSGneSzt7D9OO4RMzvtd3794tWy8tbA01Br+0OoHAvgKO4/6RuO9JjhFAAIE8IcAgj5VAVFSUChcu7N0+OjpacXFxXp03BBBAAAEEEEAAAQQQQAABBLJfgB4RCC0B9/9ZOrQGxGgQQAABBBBAAAEEEEAAgUAIkAQCCCCAAAIIIIAAAggggAACCARfgAwRQAABBBBAAAEEEEAAAQQQQCD4AmSIAAIIIIAAAggggAACCCCAAALBFyBDBBBAAAEEEEAAAQQQQAABBBAIvgAZIoAAAggggAACCCCAQL4Q8De3tNLCNr60sM2CLTZvS1b3Z+I1bd5upbn/ihUN8zYMbnZuRL7wIUkEAi9AgvsJlLjiTFUe0VtORGF31ZNSfl2suPZvKHnjdtm6aGHrpIWtmxbWiV9anUAgNwX8Z89Key79sGfVYuqcRPV6LlFbY9PkuAMrEO7onQGVdNWFxd0jXggggECwBQpUKK2qn/RRsQtOdNdAxw0pvs9H2jV8Usb3+u7du+WvnbaWmohfWp1AILMAz0ZmDeoIIJCnBBjsMROoUqWKoqKivPtv3LhRY8eO9eq8IYAAAggggAACCCCAAAIIIJDtAnSIQIgJhIXYeBgOAggggAACCCCAAAIIIBAIAZJAAAEEEEAAAQQQQAABBBBAAIHgC5AhAggggAACCCCAAAIIIIAAAggEX4AMEUAAAQQQQAABBBBAAAEEEEAg+AJkiAACCCCAAAIIIIAAAggggAACwRcgQwQQQAABBBBAAAEEEAi+gL9xoZUW/qaXtlmwxeZtKer+bLymz98j2ymzeNEwvf1kBTU7J0L8IIBAMATI4sACJS4/Q1U/6auw4kVt+VPq1CWKa/+Gkjdul62PFv6aaeunhfXkl1YnEMgNAf+Zs9J/Jq20Z9RiyuxE77t8S8wepbkDKlBAemdABV3ZtJh7xAsBBBDIHwIFypdW5RG9VfT8Bt5aaGvmzt7DtPOjiRnf67t375atnxb2ucn4pdUJBHwBx3H8KiUCCCCQpwQY7LEViIqKyhhAdHR0Rp0KAggggAACCCCAAAIIIIAAAtkpQF8IhJpAWKgNiPEggAACCCCAAAIIIIAAAgEQIAUEEEAAAQQQQAABBBBAAAEEEAi+ABkigAACCCCAAAIIIIAAAggggEDwBcgQAQQQQAABBBBAAAEEEEAAAQSCL0CGCCCAAAIIIIAAAggggAACCCAQfAEyRAABBBBAAAEEEEAAgYAL+JtZWmlhG11a2GbBFhu3Jqvr0zs1bd5uVyJNxYs6emdARTU7hw2DXRBeCARFgDz+Q6B41Omq8kkfOcWLytbJlCmLFdvuNSVv2C5bJy1s3bSwzy2sO7+0OoFATgr4z5qV9hz6Yc+mxa9/JKjHcwnaHueOwnFUqKCjd93v8isuKO6e4IUAAgjkL4EC5Uuryqd9FdH0JDmO44YU3+dD7fxwQsb3+u7du+Wvpba2mpBfWp3InwKOY8+Lk5E8z0QGBRUEEMhbAnl+tI6TvhY7TnqZ1xKKiopy//5IH3t0dLTi4+PzWgqMFwEEEEAAAQQQQAABBBBAIPQFGCECIScQFnIjYkAIIIAAAggggAACCCCAQJ4XIAEEEEAAAQQQQAABBBBAAAEEEAi+ABkigAACCCCAAAIIIIAAAggggEDwBcgQAQQQQAABBBBAAAEEEEAAAQSCL0CGCCCAAAIIIIAAAggggAACCCAQfAEyRAABBBBAAAEEEEAAgSAL+BsWWmnhb3JpmwVbbNySrG7PxGvGwj2yPbVKFAvzNgy+5OyIILOQGwL5UICUDyZQvPnpqvJpX4WXjPDWw91T/1Jcu9eUvH6bbL208NdQW08trE+/tDqBQE4I+M+Ylf4zaKU9kxa//JGoHs8naVtcmtLSpEIFpHefrKDLzy+WE8OhTwQQQCBPCBQoV0pVRvRVRNOTvLVRSlN83w+1c9j4jO/13bt3y9ZTC1tjLTG/tDqBgOM4ICCAAAJ5UCBvD9lx9l97HWf/c6GcZe3atRUVFSX7Wb16tX788UerEggggAACCCCAAAIIIIAAAghkowBdIRB6AmGhNyRGhAACCCCAAAIIIIAAAgjkcQGGjwACCCCAAAIIIIAAAggggAACwRcgQwQQQAABBBBAAAEEEEAAAQQQCL4AGSKAAAIIIIAAAggggAACCCCAQPAFyBABBBBAAAEEEEAAAQQQQAABBIIvQIYIIIAAAggggAACCCAQWAF/80orLWxjSwvbLNhiw5ZkdX02XjMW7rH9MFWiWJi3YfDFjSMCa0JiCORbARI/JIFil52myp/0VVhJWwfTlPrbEu1o/5qS12+TrZsWto5a2LpqYR37pdUJBLJTwH+2rLTnzg97Fi1+/iNRPZ5P1Pa4NPe2jooWCdP7Ayvq8vOLuce8EEAAgfwtEF6upCJH9FXEhSe7EI4cx1HC/R9p5wc/ZXyv7969W/7aamut21B+aXUifwg4Tvrz4TjppZ+1PQvXPBQri2vd8tqHYnSdxYPbdf3euMEtb3hwm1p4sVU3PuhGv/S4qd8WWdzcb7MsbnHLW/pt0q0PpMdtD2yURUu3bPnABrW8f4NauWWr+9fr9r1xx/3rZHGnW97Zd61a7402fdfIoq1btu27WndZ9Fmlu/fGPW55T5+/da8XK9Wujxu906N97xWyuK/3cll0cEuLjr2WyaJTr6Wy6OyWnXv9pS493fDKJeraMz269Vwsi+5u2b3Hn+qxN3r2WCSLXm7Zq8dC9bbovlB9ui/woq9b9u0+X/dbdJunB7q74Zb9vJirft3m6sFuc7x4qOscWTzcdbYsHun6hywedUuLx7rMksXjXX6XH/27zJTFE275ROcZenJvDOg8XRYD3XJg52l6yqLTNA3q9JsXg91ycKepGmLRcaqe7jjFi2fc8pmOv+pZL35xy1/0XIf0eL7Dz7J4ocNkWQx1S4v/u2+S0mOiXrwvPV5yy5faT9DL97nRfrxe2Ruvtv9JFq+55WvtftTre+ONduNk8aZbvtlurN6yuHes3r432ot33PKde8fo3b3x3r0/6L170uP9e0bL4oN7vpfFMLe0+PDu/8nio7u/kx/D3frwu77Vx3e7cdc3GrE3PnHLT+4apU8t2n6tz/bG521HyuILt/yi7Vf60qLNV/qqzZdejHTLkW2+0NcWrb/QqDafa1Trz/WNF5+55Wf6tvWnXnx356ey+N+dn8ji+ztHyGK0W3pxx8f6wYvhGnNHekS7ZfQdH2msxe0fatze+NEtf7x9mH7y4gONv92NVh9oQqv3vZjolhNbvadJFi3f0+RW72pyy/T4ueU7svil5duy+PW2t2Ux5ba3ZDH1tjdl8ZtbWky79Q2lx+uafmt6zHDLGbe8ppm3unHLq/p9b8xyy1m3vKI/LG5+WbP3xpybX5LFXLece/OLmmdx04uaf9P/ebHALRfcNFQWC91y4U0vaNGN6fHnjc/LYvGNz8liiVta/NXiWaXHM1ra4hktdWOZxQ1Pa3kLN24YohV7Y6VbrrxhsP62uH6QVu2N1dc/JYs1brnm+oFaa3HdQK27boAX691y/XVPakNGPKGN16bHpmv7y2KzW26+9nFtuSY9tl7zmNLjUW27Jj22u+X2qx9RjBcPK/bqh/1l1ysdJ30tdhwn49ir5LG3qKiojBFHR0dn1KkggAACCCCAAAIIIIAAAgggkC0CdIJACAqEheCYGBICCCCAAAIIIIAAAgggkKcFGDwCCCCAAAIIIIAAAggggAACCARfgAwRQAABBBBAAAEEEEAAAQQQQCD4AmSIAAIIIIAAAggggAACCCCAAALBFyBDBBBAAAEEEEAAAQQQQAABBBAIvgAZIoAAAggggAACCCCAQDAFbKNCy8xKC39TS9ss2GLDlmR1fTZBMxfukW2nVapEuN57soIubhxhlxEIIBAwAdI5dIFil52myp/er/DSxeU4jlJ/+0s72r2m5HVbZeunhb+m2vpqYb37pdUJBLJDwH+mrPSfOSvtGbSYPCtB3dzv8u1xabI2RQs77nd5eTVvwnd5dvjTBwIIBEOgQLmSqvxJXxW96GRvrZTSlPjAR9r5/o8Z3+u7d++Wra8Wtp5a5n5pdSJ/CDiO4/3t5zhORsKO42j0tOS9kaTRv7n135L0g3vuh2luafXfEjXGK5O80upj3HPRbvil1ce6x9FTEzR2aqLG/uaWFu7xODfGTo2XlT/+ZmW8fnSP02OXV/9p6i5ljZ3e8fgpO5UlprrHbkyYskNZ4tf044lT4jTJjYnu517pnp/0q3vOjcm/xnqfTZ7ilnuP7dzP7nm/tPrPv8boFy9i9csvbt3CO47Rr79ud8Mtf3HLTDHll22a4n7mlVbfG1PdcurP2zT1l60Z8Ztb/+3nrZrmxm+/bNE0i5//Kadb/efNmr5PzHCPZ0zeJCtnTt6smW59pntu5s+b0uvu8e9uzJy8Ub+75e9eafWNmuXWvZhk9Q3uscVG/TF5Q3pMcsu9MdstZ09erzluzJ7klm745ZyJ6zR30jrNccNKP+ZNXCsvJmUq3fr8iWs03/1svlda3Y1Ja7Rg4mo3/HK1Fk5wj91YOHGVFrqfLfRKtz4hPRa5pR9/Tvhbf7rHfrnYjsf/rcXjV8rqiyekl0vc80vccxZ/uef+cuv/xAr9NX6Flu4Xy71zy8Yvlxc/uaXF+GXe8fKflilLjF/qHa/4aan8WLm3buXKn/7S325klD+6x14s0aof3fhpb7jn7Hi1e271j4u1b7nGPbfmxz+1ZtxiN/7UWq9crLXuOS/G2bl/Yt2Pi7TOPbdu3CKtzxxjF2mDG+vHLdSGzDF2oTa6sWHsArd0Y9wCbbJwjzd5MV+bxs7XZjc2RaeXVt88dp57bp62RO8N93iLF3Nl5dbouUqPeXvLOV65zT2/LXqOrNxu5Zg52m7h1mOiZ3v1jHLMbMW4EeuGX1rdIm7MH8qIH/6p7/hhlnaMccNKN3Za3Y2dP/yunXbslVZPj10/zNQu99wur5yp+NF2bOUMJbj1+B/c0mK0W3oxXYlW/uCWFqOnKylzfG/H05Tsnkse/U+5e8WGjLU3LCwsYz12nH/W5IwGeaQSFRWVMdIxY8YoJSUl45gKAggggAACCCCAAAIIIIAAAkcrwPUIhKJAWCgOijEhgAACCCCAAAIIIIAAAnlYgKEjgAACCCCAAAIIIIAAAggggEDwBcgQAQQQQAABBBBAAAEEEEAAAQSCL0CGCCCAAAIIIIAAAggggAACCCAQfAEyRAABBBBAAAEEEEAAAQQQQACB4AuQIQIIIIAAAggggAACCARQwN+s0koL28jSwjYLtli3OVmdn47XzIW7lebmX6pEmLdh8EWNirpHvBBAIIACpHSYAhHNTlXkJ30VVrqYe2Wadk9boh33vqqktVtk66iFrasWts5auA3ll1YnEDgaAf9ZstKeMz/s2bOYPCsJdt0EAAAQAElEQVRRPZ5PVuxO2xDTUbGi4Xp/QAVddm7E0dyWaxFAAIFACoSXLanKn9yvYhef4uaXvm4m9huune+Ny/he3717t/y11tZetyHf64YQ0HAcew7Sk3McJ2Ojadt0Ojw8PP0D992eBftvZvdhkPcfz+lv7mGaG24D/9gr7Vx6pDd2r0xzwz5zC+vLrrDP0k+7bd0T6e9uxW3nn08/ct/d69x3717eZ+6Bd8re3HBf7lXuSf+198Tewm71z+fuSfeVfmyd2UH6kfu+dxT7nneP3Zfbu9vYq7ilHbn19Hzs2MI9ab1knE8/dk+5Y0jvO739Ac57jey8G9aVG+4r/ezeihV2wkoLq1t4dfcye2XU3Yrd0S3S751esSbuJd6Bd949cM+lH6e3t7pbs8L70Orp4TZ0X/ZBerhpur8Tq7unvbbppZ359zytzd7wGrrDcA+t6hb/vNwT7iu9170VK6yBlRbeh17Fzlq447TC+8D6Tf/QxmJjtTP2sd/KHbz7sjbp4bXzrrUWdm5va7dqn9mR34eV1meW8247a2OF9WB1L9JP7O3ZO5P+tu95O07/xHu3Q4t/LvSOvDF7NW8A1tQ7+ue8d4E3QvdDdyRuO/fl1e2s2zC97l6WPn634l7jtXHf9h65bexl17ule959t1ZeF/ZmpyzSz7vv6Re6bdx65lem81a1Bn7p19OP3Xf35V/q3tk+dm/lnnRfbsX7yMacfl/3pPvKet5OZITb3u3FbWzXuAfuy/3MfZlBemHv7mn3Tm4ztyu3vXuY/u5W7GVNLNy6V9ibG+7Lbe+93Kv3fuiedF/uQfrLq9ubG+4ro513LztyT9q93MLtyH13X24l/WL33XEc2XrsOI72/XGc/c/t2yZUjhs0aKCLL77YG87y5cv1008/eXXeEEAAAQQQQAABBBBAAAEEEMgGAbpAICQFwkJyVAwKAQQQQAABBBBAAAEEEMizAgwcAQQQQAABBBBAAAEEEEAAAQSCL0CGCCCAAAIIIIAAAggggAACCCAQfAEyRAABBBBAAAEEEEAAAQQQQACB4AuQIQIIIIAAAggggAACCCCAAAIIBF+ADBFAAAEEEEAAAQQQQCBoAv7mXlZa2CaWtpmlbRZssW5zsro+m6BZf6Z5mxweXzJc7z9ZQReeVTRoFOSDAAIZAlSORCCi2amK/OR+hR9fwr3c0e4ZS7Wr/WtKXrtFtp5a2Ppq66yttxZuQ/ml1QkEjkTAf4astOfLD3vmLCb9nqhuzyUqZkea232aihV19N6T5XXpOXyXuyC8EEAAgQMKhJcpoUoj+qroxQ3dz931030l9RuuXe+NU0pKivfd7n+v27pra7DbkO91Q8gH4TiO99/HtuF0eHi4hvXerXe7J+mtrgl6o9Muvdpxh17uEOfGDr3UwY2OO/WiW/7ffTs01IudbulGh116wY3nO8TrOYuO6eWzbvlsxwQ940WinumUoKc7Jerpjoka0ilJQzomaXDHZA3ulKxBbjzlhld2TtHATm50TtWATPFkl916wos9brlH/Tun6fEue9xI02Nd0txSbik92tXRo10cPeKW6RGmh7uG6aFu4XrQDb98sFsB9XPjgW4FlR6FdH83N7oXUl8vCqtPd4si6t3djR7p0atHUfXcGz16RKhnz2Lq0TNC3d16tx7F1M097tazuFsWV9eeJdTFrXe2slcJde5V0otOvUqpoxcl1bF3KXXworRbltZ9vY9T+73Rzi3b9T5eFvf2KaN7MsXdfcrK4q6+5dTWi/JuWV7/z959wFdZpHsc/08SCKH33lWKFBEQlKaCEkWlLWJHAUFYy+quogurxoYNASvKqovY0YvCukpQUEFFEbCiYAGk9yaE9Nz3mXiOCQQFBMk5/A7neXuZ5ztzZsC7nzuX3hDEsMrqd0OVX6KqLrmhqi4eVlUX+agWrC2q68Jh1XXBjTV0YRC2Pj9Yn39TTZ1ncWNN9b2plvreWEvnWgTb595UW32C+MtNdWTR+6a6+ss/66j3P+uqVxA9/1lPPYdb1PfrHsF293/W1zlBdB9+lM7xcbTODtZnDT9aPkYco24+GujMEUH8q4HO8NFQif+yaBSsG6nrvxrr9H81CqKxTgu2T/vXscH6WHW5uYk6541bmurUIE65pZlODiK07nRrc1l0vOU4+bi1hTrc0kLtg3Uo2t16vNolHa+TklrqxGB9ol+3VNukVmp7m0VrtbmttU74JVontVbr204Ioo1a3dZGLS1uD9Y+2ur429uqxe0n6jiLO07ScXcE28G6eRDN7mynZndYtFfTO3KjSbA+9s4Oyo2OanxnEHcFEawb3dVJDX2crAZ3nayGI08J1qfomLtO0dE+Tg3WQYzsrKOCqB9EvSDq391F9UZ2Ud1gXffu01Tn7tNz457TVPue033Uuqerat3dVTXvTlTNYLvGPYmqHkSNe85Q9XvPULV7zlS1e89U1WC7ql+fqSr3dVNlH2cF67NU6b6zVNHH2apw39nB9jnB+hyVv7+7yt93jsoF69zoobL391CZUT1VOojQuvSoXioVRMkHesvHqL+oxKjeKvHAX1TcRx8lPGBxroo9EMTo3Igf3VdFfZwXrIMYc56KBBEXROyY85UbFwTrCxQz5kK5MRcEEazHXiiNvchHztiLlR1s+3jwYmUFkfngJcH6EmU+2E8ZwXZGsE73canSH7xUaQ9dptQ8seuh/rJIeXiAdgaR8vBAv97xyEBZ/Pzw5cF6UBCD9fMjQTx2hX4eN0S7xl+ltKf+pqxn/qG4uDhZf2zhnPP9syL0c8YZZ4RLPm3atPA2GwgggAACCCCAAAIIIHDwBHgSAggggEDhEYgpPEWhJAgggAACCCCAAAJRJkA6CCCAAAIIIIAAAggggAACCCAQ/QJkiAACCCCAAAIIIIAAAggggAAC0S9AhggggAACCCCAAAIIIIAAAgggEP0CZIgAAggggAACCCCAAAIIIIAAAtEvQIYIIIAAAggggAACCCCAAAIIRLxA3kkqbdsmrrRJLC1swuBV69N11X27NP/bbOUE2ZYrHaP/3F5ZnVoVC/aOiC9JIoAAAvslULxzc1V7YZhiy5eSdZxZn3yvHZc/qvSVG2X9qvWvFtbfWr9rYS8IrW2bQGB/BEJtx9bWrkJh7c3ivXm79LfR6dq200nOqWTxWD+Wn3ZigvgggAACCPy2QGyFUqr+4o0q3vk460Jli7R/PqeUp99RRkZGeGwP9b3WFyv4hNbBJt8oE3DOBc0gN2yiaYti8bHq1iY3zjwhRmf4iA3WsUpsHROOrsF21xNiFYrTg+09I06nnZA/ugT7XU4oIh9tctedg/WvUVSd2xTVqQXEKW3itXucHBw7uW28Tm5TTCe3zY1OwTp/JKhj2z2jQ9viyhcnFlf7fFEi2C+hdifuHiV10ol7xonBsRNPLKUTT/o12gbbv0ZptT2ptNoUECecVEZ5o3Ww37pdGeVG2WCdG63aldWvUU4t2xUcx7crp+Pbl9fx7YII1i3yRQW1aJ8bxwXrvNE82G/evqLyRrMOFdUsONasQyWFommwvXs06VBZu8exwbFjO1SRj47BOojG+aKqGnesqkYFRMOO1bR7NAiONehUTQ06VQ/HMcF2/qihozvtGUd1qql8cXJN1c8XtYL9Wqp38u5RW3VPzh91gv3cqKM6p9QJR+1g+9eoq1qnFBw1T6mnvFEj2K9xaj3lRv1gnRvVT62vX+MoVTt1z6gaHPPR+WhV/SWqBOtf4xhV6XyMKhcQlYJjlTo3UN6o2KWBcqNhsM6NCl0aKn80Uvkue0a54Fi5Lo3l47RgHUTZfHGsyp52rMoUEKVPa6Ldo1RwrNTpTVTq9KbhKBls549mKnF6/ige7Bc/vbnyRdfmSsgXx6lY14KiheK75o+iwX7RxBYqmnh8vigS7P8aLRWXuGfEBsdiE1spHGe0UswvEXtma8WeeYKPGFt3a6NYiwY1FRsbG+6fbehxztkq4iIxMTFc5uTk5PA2GwgggAACCCCAAAIIIHDQBHgQAggggEAhEogpRGWhKAgggAACCCCAAAJRJUAyCCCAAAIIIIAAAggggAACCCAQ/QJkiAACCCCAAAIIIIAAAggggAAC0S9AhggggAACCCCAAAIIIIAAAgggEP0CZIgAAggggAACCCCAAAIIIIAAAtEvQIYIIIAAAggggAACCCCAAAIIRLZAaFJKW1vYpJU2KbWFTRi8cl26rh6VqgWLcyTnVLFsrCbcXlkdWxbTkfMhUwQQQGD/BYp3bq6qL96g2AqlZP1n9rwftGPQI0pbsUHWv1o/a2H9rvW/Fgo+oXWwyReBfRIItRlbW3uysLZl7czivfmpuvqBdG39ORjLc3JUsrgLxvJK6tI2YZ+ez0UIIIAAAlJs+ZKq9uIwJXQ+Tgr60uCrtH8+p5QnpysjIyM8tlsfbGF9soJPaB1s8o0SAedcOBPnnGJiYvyE03FxcSpSpIiKFi2q+Pj4cBQrVkx5IyEhQURhNqBstE/aQGFtA3n7Uutnbd/W1vdaWD9sfbKFcy74Z7hTpH6OO+44tW/f3hd/0aJFmjFjht9mgQACCCCAAAIIIIAAAgdLgOcggAACCBQmgZjCVBjKggACCCCAAAIIIBBFAqSCAAIIIIAAAggggAACCCCAAALRL0CGCCCAAAIIIIAAAggggAACCCAQ/QJkiAACCCCAAAIIIIAAAggggAAC0S9AhggggAACCCCAAAIIIIAAAgggEP0CZIgAAggggAACCCCAAAIIIIBABAuEJqO0tYVNVGkTBlvYhMEr16XrqvtTNX9Rtux8+dJOTydVVIfji0Vw1gdQdG5BAAEEDlCg+KnNVfWlGxVToVTQj0rZn/6glEGPKH3FBlk/a/2thfW/1s9a2KtCa9smEPgtgVBbsbW1IwtrUxYZGRl6d16qrh6Vrp9TJOek0iVj9MztldS5TYL4IIAAAgjsn0BMuZKq+uIwJXRpoaBLlS3SRzyvXU+9LetzQ2O79cUW1jcr+ITWwSbfKBJwzsm53LDJpmNjY2WTT9sk1EWLFpVNSh2anNrWobDjRLz3KZQO8ZSNeqENFNY2kLcftW0rp/W3Ftb/WlhfbH2ycy484jj363b4YARsJCYmhkuZnJwc3mYDAQQQQAABBBBAAAEEDoIAj0AAAQQQKFQCMYWqNBQGAQQQQAABBBBAIGoESAQBBBBAAAEEEEAAAQQQQAABBKJfgAwRQAABBBBAAAEEEEAAAQQQQCD6BcgQAQQQQAABBBBAAAEEEEAAAQSiX4AMEUAAAQQQQAABBBBAAAEEEEAg+gXIEAEEEEAAAQQQQAABBBBAAIFIFQhNQmlrC5ug0iYLtrCJK1esS9eV96dqwXc5QYpOFcvF6pnbK6tjyyNvwuAAgC8CCCBwwALFT2mmai/dqNhKZeSCP9nzftTOyx9R2vL1sv7W+l0L64etP7awl4XWtk0gUJBANl5ZYQAAEABJREFUqI3Y2tqPhbUli4yMDL07P01XPZCu7SlSTjCcly4Zowm3V9KpJxyZY/mOHTt0xRVXqGfPntq4cWOYdOLEiWrduvU+x6xZs/y9ofts7Q/sZZGUlOSfHbpvL5f5w3Zt586d9e233/p9FgiYgP22p02bpvnz59uuj5SUFA0dOnSP9rxz50795z//0ebNm/11trC2Z23899qqXUv8vkBsuZJ+XE84rUXQufqv0oY/p13/Tpb1vaGx3erNwvpoBZ/QOtjkGwUCzrlwFs452WTTNum0TT5dpEgRhcImpd49bMJqovBOsE7dUDe0gcLbBnbvT0N9rfW9FtYXWzjn5FxuKII/iYmJ4dInJyeHt9lAAAEEEEAAAQQQQACBPy7AExBAAAEECpdATOEqDqVBAAEEEEAAAQQQiBIB0kAAAQQQQAABBBBAAAEEEEAAgegXIEMEEEAAAQQQQAABBBBAAAEEEIh+ATJEAAEEEEAAAQQQQAABBBBAAIHoFyBDBBBAAAEEEEAAAQQQQAABBBCIfgEyRAABBBBAAAEEEEAAAQQQQCAiBUKTT9rawiamtMmCLWzCyhXr0nXl/ala8F2Oz69i2Rg9c1sldTi+mN8/whakiwACCPxhgYSTm6nqSzcqpnIZWc+aPf9HpVz+sNJ+Wifrd63/tbD+2PplC3tpaG3bBAJ5BUJtw9bWbiysDVlkZGRo5rw0Xf1AhnakSE5SudK5Y/mprROCvSPva07PPvus5s+fv0fyJUqUUI0aNfJFmTJl/HW23v1csWLF/DkWCPxZAi+99JL+9a9/aefOnb/5yl27dmnYsGGaMmWKrE/4zYs5+YcEYsqWCMb1m1T89ON9H2v9bPq/XtCufyfL+uDQ2G71EAp7ofVFtiaiQ8A5J+dywyactoiNjZWFTUQditAE1ayLKAIMKGMR6ol2GhltINTHhtbW91pYX+xcbt9so41zzlYRGW3atNEJJ5zgy/7ll19q9uzZfpsFAggggAACCCCAAAII/GEBHoAAAgggUMgEYgpZeSgOAggggAACCCCAQFQIkAQCCCCAAAIIIIAAAggggAACCES/ABkigAACCCCAAAIIIIAAAggggED0C5AhAggggAACCCCAAAIIIIAAAghEvwAZIoAAAggggAACCCCAAAIIIIBA9AuQIQIIIIAAAggggAACCCCAAAKRJxCadNLWFjYhpU0WbGETVS5fm66/3p+mz76Xn8ywcvlYTby9ktq3KKYj80PWCCCAwMERSOjUVFVfuklxVcrKpiDMWbBUuwY9qvSf1sn6X+uHLaxftv7Zwt4cWts2gYAJhNqEra29WFjbscjIyNCMT9N01egM/ZySo5zghrKlYvTMbZV0SusjdyyfO3eunnvuuUBjz+9f/vIXTZkyJV9ceuml/kJb737OJuL0J1kg8CcJ2Bix+6uKFy+ucePG6fXXX1fFihX96VCf4HdYHHKBmDLFVeXFYSp2+vG+r1VOjtJHPK9dT0yT9cVWb9YvWx8dqhtbWxzywvGCP1XAOSfncsMmnrawSaiJWEWeAWWmzmgDkdgGrN+1cC63L3bO+XHAudy134nQRWJiYrjkycnJ4W02EEAAAQQQQAABBBBA4I8IcC8CCCCAQGETiClsBaI8CCCAAAIIIIAAAlEgQAoIIIAAAggggAACCCCAAAIIIBD9AmSIAAIIIIAAAggggAACCCCAAALRL0CGCCCAAAIIIIAAAggggAACCCAQ/QJkiAACCCCAAAIIIIAAAggggAAC0S9AhggggAACCCCAAAIIIIAAAghEmEBosklbW9hklDYppYVNUPnTmnT9dVSaPvsuRzaBZeVyNmFwRbU7Lj7CMj2IxeVRCCCAwEEUKNaxiaq8dJNiq5Tz/WzO/B+16/JHlLZsrawftv7Ywvpn66ct7PWhtW0TR7ZAqC3Y2tqJhbUZi4yMDM2Yl66rx2Zpx67AyTlVKBOjibdX1MmtigUHjszv5s2b9eCDD6pBgwZq3LjxkYlA1gggcEgEYsqUUNVgXC/etaXkgm8QGTe/oNQnpsn65NDYbn219dt5Q3yiQsA5J+ecz8U557edy13bZNREjCLKIIbyUl+0gUhrA87l9rnO5a59hxwsnHPBMvK/iYmJ4SSmTZsW3mYDAQQQQAABBBBAAAEE/oAAtyKAAAIIFDqBmEJXIgqEAAIIIIAAAgggEPECJIAAAggggAACCCCAAAIIIIAAAtEvQIYIIIAAAggggAACCCCAAAIIIBD9AmSIAAIIIIAAAggggAACCCCAAALRL0CGCCCAAAIIIIAAAggggAACCCAQ/QJkiAACCCCAAAIIIIAAAggggEAkCdhkk1ZeW1vYJJQ2WbCFTUz505p0XflAhj7/XrI5sqpWiPMTBrdrHq8j+UPuCCCAwMEWKNahiSq/fJPiqpWXnJS94EelDnpEaUvXyvpj65ctrJ+2/tpCwSe0Djb5HqECoTZga2sfFtZWLDIyMvTOp2l+LN+RkiMF34plYoKxvJI6tSx2hIpJZjN+/Hht3LhRV199tUqWLBkRFmlpaXr22WfVtWtXtW7d2q8feeQRpaSk7FH+devW6a677lKXLl38tW3atFGvXr00adIk2XPy3hC6tlOnTv7a9u3ba/DgwVqwYIGsXeW9tqDtpKQk9ezZU3PnztVFF10ke9fFF1+sJUuW+Mvtffbe7t27++e3bdtWAwcOLPD5u19rz9pbua2tv//+++rXr5/smWZi77B32XP8y39ZWBk7d+6sb7/99pcjv652P2eeQ4cOlcV7770ne6Y9/6qrrtLmzZv9jVu3btXYsWN9Hdh7zc68zdJf8MvC/MzR8rVn2LX2vILK+Mstv7sKle+hhx7y1/7973/3rrNmzfJtwcpt9WHt2/I9++yz9emnn2rlypU644wzfF3ZOX9zAQuzs/JZOa28Vm4rv+Vh+RRwC4cKEIgpXVyVX7pJCV1b+b7XFhk3P6/Ux9+S9c2hsd3asbnmjQIex6EIFXDOyTnnS++c89vOsXYusgyco7zOYeAcBs5FnoF1wM79Wm7bj4bo0KGDmjdv7lOZP3++PvnkE7/NAgEEEEAAAQQQQAABBA5cgDsRQAABBAqfQEzhKxIlQgABBBBAAAEEEIhwAYqPAAIIIIAAAggggAACCCCAAALRL0CGCCCAAAIIIIAAAggggAACCCAQ/QJkiAACCCCAAAIIIIAAAggggAAC0S9AhggggAACCCCAAAIIIIAAAgggEP0CZIgAAggggAACCCCAAAIIIIBAxAjYJJNWWFtb2OSTNiGuhU1IuWx1uoaOStdn32f7yV+rVojVxNsq6KRm8XbbkRzkjgACCBwSgWLtj1Xll29SbLXy/vk5C5YobdAjSl+6VtYvW/9sYf219dsWdmFobdvEkSUQqntbW7uwsDZikZGRobfnpunK0VnamZrrUqlcMJbfXlEdWxzZY/n777+v//3vf7r00kvVqFGjXJxCvty1a5duuukmPf74436yz7PPPtv//WzChAm68847fR8RSmHhwoW65JJLNHXqVDVo0EC9e/dWp06dtH79et1333169NFH/b12/Zo1a3T11VfrzTffVNOmTf21J510kuwZdnz27Nl22e/Gli1blJSU5J/brVs3VatWTZUrV9aOHTv097//3b/X+jErd5cuXbRkyRINHTpUL7zwgr/HXmDnH3jgAY0aNUrFihVTjx49ZM9KS0vz948ZM0bWtkPXWi433HCDli1b5vOzZ9sz7Li9095t1x5oLF26VLfffruqVq0qK3P16tVVpkwZmdngwYP13HPPqXTp0r6cjYJ2NGXKFG9p5+2d9rt89tlnNWTIEC1atEgdO3b01xYtWtTnM2zYMO9j1+5PxMXFqV27dmrSpIm/zerL6rhKlSp+P+/CypuYmKhKlSqpRIkS3vO0005TfHzBfYCZmZ0ZmqWZWu4F1Vfe97BdsEBMqQRVfukmJZzRSnLOR+YtLyh13JuyPtqMrU1b323tJW+IT1QJOOeCJkA4F5EG1B31RhuI8DYQVQNKnmTs73ih3WnTpoU2WSOAAAIIIIAAAggggMCBCXAXAggggEAhFIgphGWiSAgggAACCCCAAAIRLUDhEUAAAQQQQAABBBBAAAEEEEAg+gXIEAEEEEAAAQQQQAABBBBAAAEEol+ADBFAAAEEEEAAAQQQQAABBBBAIPoFyBABBBBAAAEEEEAAAQQQQAABBKJfgAwRQAABBBBAAAEEEEAAAQQQiAwBm1zSSmprC5t00iaftLCJKJeuTtfQBzL0xQ+Sk1SjUpyeva2iTmxW8GShwSVH0JdUEUAAgUMnEN/uWFV66SbFVq8g64BzPluitEEPK23JGln/bP20hfXb1n9bKPiE1sEm3yNEIFTntrb2YGFtwyIjI0Nvz03XlWOytDM1Rwq+lcvFBGN5BXU47sgey9esWaPHH39cbdq0UZ8+fSKmtVidli5dWi+99JJGjRqlpKQkPfPMM6pdu7YWLFigFStW+Fys/l988UXt3LlTd999t8aNG6fhw4f7e+zeqlWr6oMPPtCWLVv89e+++66WLVumESNG6LHHHgtf+8gjj6hUqVL6+OOPZW3LX/wbC3tfixYtNHHiRF+2+++/XyVKlNCzzz6rTz75RBdeeKGmTp3qz40cOVKvvvqq7PqnnnpKixYt8k9esmSJZs6cqdNOO00vvPCCbr75Zn+95XPcccf56zZu3OivnTVrlqZMmaLjjz9er732mux9ZmLbPXv29O8cP3687PfhbziAhb3r3HPP1RNPPCErsznaYx599FFvdtVVV2nSpEm+nHaN7Zul5Wzv/fzzz2X5NWzY0JfR6s1ysnoYPHiw5syZo8mTJ9sj9yuKFi2qSy65RF26dPH3WRmtbPYefyDPonr16rr66qtVt25dlStXTtdcc42snFa3eS7zm1ZmK/u+1pe/icXvCsSUSvDjekJiq6Avzgm64xxl3vqCUh/7n+x3HRrb7XdmdZA3fvfhXIAAAn+CAK9AAAEECqdAYmJiuGDJycnhbTYQQAABBBBAAAEEEEDgQAS4BwEEEECgMArEFMZCUSYEEEAAAQQQQACBCBag6AgggAACCCCAAAIIIIAAAgggEP0CZIgAAggggAACCCCAAAIIIIAAAtEvQIYIIIAAAggggAACCCCAAAIIIBD9AmSIAAIIIIAAAggggAACCCCAAALRL0CGCCCAAAIIIIAAAggggAACCESAgE0qacW0tYVNNmmTxVrYBJRLV6dryKh0ffFD7gSV1SrGaGJSebVtWtRuIxBAAAEEDrFAsXbHqtLL/1Rs9Qqynjj7syVKu/whpS9ZI+unrb+2sP7b+nELK1JobdtEdAuE6trW1g4srE1YZGRkaPonafrrmCylpEou+FOlQqyeva2C2h8XryP5Y7+f//znP/r555915ZVXKj4+sjz69++vWrVqhauwevXqat68udLT05WaGjFSfIgAABAASURBVFR2cGbbtm1as2aNWrRooRNPPDE48uu3QoUK/n5rLxZ2xkxs2+6xtR2zOP744zVt2jQNGzZMMTH7Nr1Gx44dFRcXZ7f7sLLMmjVLRx11lC677LJ856wsF110kXbs2KF3333XX2/t18qwceNGpaSk+GO2KFOmjJ566ilNmDBBVapUkV03ffp0O6VLL71U9iy/EyysTgcMGCCzmT17tjZs2BAcPbBvQkKCTjrpJDnnwg9Yvny55s2bp6ZNm6pPnz5hG+eczj77bDVq1Ejr16/35Z8xY4avm6FDh6py5crhZ5hRz549VaNGDc2cOVPbt28PnzucG/tbX4ezrJH27piSCaocjOsJZ54QFN3ak1NW0otKffQNWZ9tv0Nr19b+rV/PG8ENfBFA4HAK8G4EEECgkAp06dLF/93TijdnzhwtWLDANgkEEEAAAQQQQAABBBA4EAHuQQABBBAolAIxhbJUFAoBBBBAAAEEEEAgYgUoOAIIIIAAAggggAACCCCAAAIIRL8AGSKAAAIIIIAAAggggAACCCCAQPQLkCECCCCAAAIIIIAAAggggAACCES/ABkigAACCCCAAAIIIIAAAggggED0C5AhAggggAACCCCAAAIIIIAAAoVdwCaTtDLa2sImmbTJJi1s4smlqzM05IEMffljcJWTalSK1XO3VVDbppE1QW5Q+kP25cEIIIDAnyFQ7KTGqvTycMXVrJj7ui+WKf3yh5WxZI2sv7Z+28L6cevPLezC0Nq2C3Okp6drw4YNhSYKs9XuZQvVsa2t/i2sLVhkZGRo2idpGjomSympOcGtOapSISYYy8urXXPG8pkzZ+p///ufLr/8ctWvXz/wiZxvkSJFVKFChQILvGPHDm3ZssWfK1++vJ566ik9+uijfn/58uWaMWOGxowZo8suu0zz58/3x0OLtm3byu4ZN26cTj/9dN1000165513ZM8MXbMv61KlSqlOnTr5Ll2zZo3WrVun7du365FHHtHIkSPzxRtvvKHY2Fh9//33sj7B7m/SpImfvPTMM8/UgAED9Pzzz2v16tWy9h56+M6dO7V27VpVqVJFDRo0CB0Or+34scceq23btmnTpk3h4/u7Ua5cOVWvXj3fbZbT5s2bffspWbJkvnPmOHHiRI0aNUrOOf34o/2FWnr99dfz5W0Ojz/+uFJTU30ef6SM+QrwB3cst/2prz/4uiPudleimCq+dJMSzmwd5J7j23RW0otKfeS/sr47NLZbn27tPW8EN/BFAIHDJMBrEUAAgcIskJiYGC5ecnJyeJsNBBBAAAEEEEAAAQQQ2D8BrkYAAQQQKJwCMYWzWJQKAQQQQAABBBBAIEIFKDYCCCCAAAIIIIAAAggggAACCES/ABkigAACCCCAAAIIIIAAAggggED0C5AhAggggAACCCCAAAIIIIAAAghEvwAZIoAAAggggAACCCCAAAIIIIBA9AuQIQIIIIAAAggggAACCCCAAAKFWsAmkbQC2trCJpe0yYItbMLJJavSNfj+dH35g10l1awUq+duq6A2TZgwOFfEL1kggAACf5pA/ImNVPHl4YqtWUm+3/58iVIHPqj0H1fL+m3rvy2sP7fzFla40Nq2C3MsX75chSE2b95cmJnylS1Ut7a2erewNmCRkZGhaZ+k68qxOUpNd3LOqVrFOD0fjOUnNWMsX7FihR566CGdfPLJ6tGjRz7XP3snVH8xMTGKi4vTvnwSEhJUqlSpAi+1dmB9Quik/a4GDhyoU045Rb1799aNN96oF1980fcbZcqUCV3m1w0bNtTjjz+uVq1aaceOHXrnnXd00003qXPnzrJn2LP8hb+zcC63zRV02YYNGzR16lRNnjw5X8ycOVPWblNTU33ZihcvrnvuuUcXXnihYmNj9eWXX2rMmDHq3r27zjrrLE2fPt33henp6dq6dWtBr/LH7N5ixYr57T+ysPqxyPsMczbv2rVr5z28123Lz/LcPXfzMBfLxfLf6wMOwwkrl5Vv9zJbHpaPldccDkPRIv6VMSWKqVIwrid0a+P7aOecsm9/SakPT/W/BXO1/tzamPUTeSPikycBBCJTgFIjgAAChVogMTExXL7k5OTwNhsIIIAAAggggAACCCCwXwJcjAACCCBQSAViCmm5KBYCCCCAAAIIIIBARApQaAQQQAABBBBAAAEEEEAAAQQQiH4BMkQAAQQQQAABBBBAAAEEEEAAgegXIEMEEEAAAQQQQAABBBBAAAEEEIh+ATJEAAEEEEAAAQQQQAABBBBAAIHoFyBDBBBAAAEEEEAAAQQQQAABBAqvgE0eaaWztYVNKmmTS1rYRJNLVmXoigcy9dXS4Con1aoSq+duK682xxYNDvD9VYAtBBBA4M8ViG/bSJUmDVdc7cpyLuigv1imjMsfUsaPq2X9t/XjFtavW/9uYSUMrW2biA6BUJ3a2urbwureIiMjQ9M+SdfQ0VnalZYju6ZaxRg9l1ReJzZlLLcWsHTpUq1du1bTp0/XiSeeqNatW/vo1KmTPv30U61cuVJnnHGGevbsqY0bN9otBxQ1a9b09y1fvtyvC1rs2rXLl6VkyZIqV65cQZcc8LH169frhhtu0KJFi3TuuefqmWee8Tl//PHHeu6553T00Ufv8ez69evriSee0OzZs/XYY4/pggsuUMWKFfXFF1/opptu0ubNm/e4Z38OnHbaafrkk080b968AmPcuHEqXry4f2SJEiX097//Xe+9955eeeUVXXPNNTr22GN9ndx2222aO3euihYtqrJly/rrC1rYbyI1NbWgU3/4WFxcnGJiYvRb9Zv3JVWqVNGUKVMKzNs8Zs6cqcaNG+e95bBv7099HfbCRmABXPF4VXx5uIqd1cb31Tk5UvbtLynt4amyvjw0tlsfb3153ojAdCkyAhEuQPERQACBwi1w5plnyv4ub6V8//339fXXX9smgQACCCCAAAIIIIAAAvslwMUIIIAAAoVVIKawFoxyIYAAAggggAACCESgAEVGAAEEEEAAAQQQQAABBBBAAIHoFyBDBBBAAAEEEEAAAQQQQAABBBCIfgEyRAABBBBAAAEEEEAAAQQQQACB6BcgQwQQQAABBBBAAAEEEEAAAQQQiH4BMkQAAQQQQAABBBBAAAEEEECgkArYpJFWNFtb2GSSNjGqhU0w+eOqDA0alaEvl+RIwbd2lVg9n1ReJzRmwmBzyxfsIIAAAodBoGibhqr48nDF1q4UdNM5yv5iqdIGjFXGD6tk/bj15xbWv1s/b2HFDK1tm4hsgVBd2trq2cLq3CIjI0NvfZyuIaOzlZbhfKI1K+eO5Sc2ZSz3IMGiSpUq6t279x7RvXt3VapUSSVKlFC3bt102mmnKT4+PrjjwL7VqlVT6dKl9dVXX2nz5s0FPmTNmjVatmyZrEx2fYEXHeDBRYsW6ccff1SPHj10/fXXq0mTJipfvrxiYmK0Y8cOrV27Nvzk1NRU3XLLLerTp49WrVqlokWLqk2bNvrHP/6h1157Te3atfPXr1u3LnzP/mxUqFBBZcqU0TfffKOCnjF9+nSdfPLJevjhh/1jp0yZoq5du+qtt97y5a1Xr5769euniRMn+lzS0tK0ePFiX1dVq1b1z/zuu+/8vXkX9i57p73byhA6Z78Ve0Zo39bbt2/3dWHb+xJWX+ZpXikpKflusWdfe+21uvDCC7Vx40bZtRs2bNDChQvzXWc7q1evVq9evTR48GBt3brVDh32MCszMzsz3L1Au9fX7ufZ33cBl1BUFV/6pxLObivrtZ1zyr79JaU9NEXWTkNju/X11u/njX1/C1cigMAfFuABCCCAQAQIJCYmhkuZnJwc3mYDAQQQQAABBBBAAAEE9lGAyxBAAAEECq1ATKEtGQVDAAEEEEAAAQQQiDgBCowAAggggAACCCCAAAIIIIAAAtEvQIYIIIAAAggggAACCCCAAAIIIBD9AmSIAAIIIIAAAggggAACCCCAAALRL0CGCCCAAAIIIIAAAggggAACCCAQ/QJkiAACCCCAAAIIIIAAAggggEBhFLDJIq1ctrawSSRtsmALm1jyh5XpGjQqQ18vlVzwp061OD2fVF6tGzNhsAr4cAgBBBA4XAJF2zRUhUkjVKRu1aC3dtJXPyl94INK/36VrD+3ft3C+nnr7y2srKG1bRORKRCqQ1tb/VpYXVtkZGTorY8zNGRMttIypJzgT81KsX4sb9uEsTxvjTds2FDDhw/fI66//nrVrVtX5cqV0zXXXKOrrrpKpUqVynvrfm3Xr19fxx9/vH788Ufde++92rx5c777ly9frjvuuMMfP+GEE1SmTJl85w/WzsaNG2VtJPS8tLQ0jR8/XitWrAgdUrFixVSzZk0tW7ZM06ZNk7Wt0MmUlBRt375dJUuWPOAyVqpUSR07dtTq1av19NNPy8oQev6aNWv05JNP+v6rTZs2/nC9evX8Na+99pp/tz8YLKxcGzZsUExMjKpWrarY2Fh17do1OCM988wz2rRpk9+2hb3D3mXvtHdbGey41cuuXbs0Z84c2W/Jjtn63Xff1eLFi213n6JWrVpq2bKl5s+fr1dffTX8LLv5ww8/1Keffqpq1aqpSpUqSkxMVJEiRXyeed2tz54wYYKvi0aNGh2wb1xcnL1WO3fu9Ou9LZxz3s76C/PRXj5mZWZmZ4Z5ry2ovvbyGA7vo4BLiFeFl4er2Nltw+0o+46Xlf7QFFldWTux37C1f2ureWMfX8FlCCDwBwW4HQEEEIgEAfs7Z6icycnJoU3WCCCAAAIIIIAAAgggsI8CXIYAAgggUHgFYgpv0SgZAggggAACCCCAQIQJUFwEEEAAAQQQQAABBBBAAAEEEIh+ATJEAAEEEEAAAQQQQAABBBBAAIHoFyBDBBBAAAEEEEAAAQQQQAABBBCIfgEyRAABBBBAAAEEEEAAAQQQQACB6BcgQwQQQAABBBBAAAEEEEAAAQQKnYBNEmmFsrWFTR5pk0ha2ISSP6zM0KAHsvT1UrtKqlstVi8klVOrRkVyD7DcXYB9BBBA4LAKFG3dQOVfHqHYelVyy/HVMmUMHKuM71fJ+nXr3y2sv7d+38IuDK1tm4gsgVDd2drq1cLq2CIjI0NvfpyhK8ZkKz3DScG3duVgLL+tnNocW1R8Do9AfHy8Bg8erBo1amjGjBk644wz1K1bN/Xo0UNdunRR79699fXXX6t9+/b+OueCijuIRW3UqJGOOuoozZw5U+eff77uuOMODR8+3JfDjlWuXFnbt2/Xhg0b/Ft79uzprx83bpz69u0bvv68887TN998oz59+qhatWr+2v1dOOfUv39/nXDCCXr99dfVq1cvJSUl+fJceOGFWrZsmc455xy1atXKP7pJkyY688wztWDBAu9l5bbyWx7PPPOMf067du38tZ06dfLXfPbZZ/65N9xwg3+2vcPe1bRpU1188cVyLte3Q4cOqlSpkv43Hn/RAAAQAElEQVTzn//o0ksv9XlajmPGjFGzZs38M/dlERcXp6uvvlp169bVI4884p81cuRIDR06VP/85z9VunRpDRw4UNYOWrdurQEDBvg8LYfrr7/ev9e2J0+erAYNGuiCCy4Il3Ff3p/3GitDTEyML4c5LV68OO/p8HZCQoKvw3Xr1umWW27x1//888/h86EN5/avvuy+WbNmyfK0/FNSUuwQsR8CrlhRVZg0QgndT/J3WWvNvuMlZTw4RdbHh8Z26/ttHMgb/gYWCCBwKAV4NgIIIBARAvb3afu3hxX27bff1t7+TmjnCQQQQAABBBBAAAEEENhDgAMIIIAAAoVYIKYQl42iIYAAAggggAACCESUAIVFAAEEEEAAAQQQQAABBBBAAIHoFyBDBBBAAAEEEEAAAQQQQAABBBCIfgEyRAABBBBAAAEEEEAAAQQQQACB6BcgQwQQQAABBBBAAAEEEEAAAQQQiH4BMkQAAQQQQAABBBBAAAEEEEDgwAR++umnA7vxd+6yySHtEltb2KSRNlmwhU0k+f2KDA16IFMLl8lPOlqvepxeSCqnlg2LiM/eBDiOAAIIHH6Boq2PUYVJIxRXv1pQGCf39U/KGDhWGd+tlPXv1s9bWL9v/b9FcKFCa9smDq7A9u3bD+4Df3laqM5sbfVpYXVrkZGRoTfmpGvwA1lKz5Bygj91qsTqhdvK64TGRX95AqvDJdCwYUO98MILuuaaa1S7dm1t2rRJq1atUmpqqpo3b6777rtPY8aMUcmSJQ96EStXrqz7779fHTt21Jo1azRlyhTNmzdPPXr00KRJk3T++edrx44dWrFihX+3Xf/YY4+pV69e2rJli79+xowZqlWrlkaPHq2LL77Y/13RX3wAi3Llymns2LEaNmyY4uPj9eabb+qdd95RpUqVdNddd/njcXFx/smxsbG6/vrr/bGyZcv666z85nbVVVd5t5CZ3WPPtGfUrFlTs2bN8s+2d9jxJ554Qpabf3CwqF+/vh599FG1b99eP/74o9544w2VKlVKdl2HDh2CK/b9W61aNY0fP159+vTx9Tp58mQtXLhQ3bt314QJE3Tsscf6h1k+AwYM0OOPP64mTZpozpw53tf6jEsvvVT//ve/Zc/yFx/AokWLFr5et27d6p9rZdjbYy666CJfrq+++srnvnHjxgIv3Z/6KvABHNxvARdfROVfGq5i55wY9OQ51qEr+46XlD7mNVlfHxrbbQyw8SBv7PfLuAEBBPZDgEsRQACByBCIiYlRYmJiuLDTp08Pb7OBAAIIIIAAAggggAACvyfAeQQQQACBwiwQU5gLR9kQQAABBBBAAAEEIkiAoiKAAAIIIIAAAggggAACCCCAQPQLkCECCCCAAAIIIIAAAggggAACCES/ABkigAACCCCAAAIIIIAAAggggED0C5AhAggggAACCCCAAAIIIIAAAghEvwAZIoAAAggggAACCCCAAAIIIHCAAiNHjvSTmR7g7QXeZpNC2glbW9hkkTZZsIVNIPnd8nQNHJWhr5fKTwhdr1qsXkgqq+MbFLHbiL0JcBwBBBAoJAJFWh6jci8NV2y9qkE/HhTqq2VKHzBG6YtXyPp56+8trP+3ccAiuCq4NsdWxEEW6NWrl5588smD+tS8dWb1aGF1apGRkaE35mRoyFgpI9tJwbdetbhgLC+n1o0Yy7Wfn+LFi2vcuHF6/fXXVbFixd+8u1+/fpo3b55s/ZsXBidLlCjhr3v11Vf1ySef+Ps+/PBDPf300+rcubNsos7gsn36JiUlaebMmWrcuPEe19s5K1OnTp3C52rXrq0xY8bI3mfnbBLQa6+91udnZZ87d666du0avr5ChQoaMWKEZsyY4ctp5X3qqafUoUOHfSqnlWFv5bOXxMfHq2/fvnrttddk77aYNGmSTj/99D2eHxcXl+9aK//UqVO9pZna80JhhvaMF154wRvbc+0d9i57Z+i60Lp+/fphl1CODRs29M/OW/59aRNly5bVsGHDwmazZs3yhlWqVAm9zq+dc2rZsqXGjx+frz6uvvpq7Z6Pv2E/FlZOq7dQPffu3Vt2rKD2XK9ePU2cONH7T5s2TbZvbcZ8rU3kfa3ZmaFZmqnF3urLnjF69Ghfj865vI9hez8EXHwRlZ/0LyV0byfr0y1y7npZGWMmy/r80NhuY4GND3lDfBBA4NAI8FQEEEAgggQSExPDpbW/64V32EAAAQQQQAABBBBAAIHfFuAsAggggEChFogp1KWjcAgggAACCCCAAAIRI0BBEUAAAQQQQAABBBBAAAEEEEAg+gXIEAEEEEAAAQQQQAABBBBAAAEEol+ADBFAAAEEEEAAAQQQQAABBBBAIPoFyBABBBBAAAEEEEAAAQQQQAABBKJfgAwRQAABBBBAAAEEEEAAAQQQ+CMCN954o1q3bq2DMUGTTQZpZbG1hU0SaZMFW9jEkYtXZOjy0dn6dnmM5JyOqh6nF5LK6vhjCt+EwVb2Dz74QNdcc41sclEzat++vQYMGOAnwbXz+hM/v/WqWbNmyco3ceLE8GVJSUnq3Lmzvv322/CxvW2kpKRo6NCh6tmzpzZu3Li3y373+Lp162RlsOf97sX7eYG1p+nTp6t79+4+17Zt2+qjjz7az6ccvsv3pz4OtJTmfjDq8UDf/3v3Ffby/V75D/V5a+MLFizQwIEDZe3bftPdunXTww8/rJ07dx7q1+/384u2OkblJ/1LcUdVk/XnMQuXK2vgWGUsXiHr763ft7C+0nKzUPAJrYPNw/595ZVXdMUVV+ihhx5SamrqXsuTkZGhxx57TEOGDFFycrIKUw6hQg8aNEg26eKnn34aOnTA61B+trb6s7C6tDCL/36UocHBWJ6RGbwiR6pXLdaP5a0aFr6xPCghXwQQiGKBtLQ0vfvuuzrmmGOUkJAQxZke+tRc0bhgXB+hYj3aSUHfbm/MuWuS0h/4P1nfHxrbbUyw8SFv2LUEAggcXAGehgACCESSwDnnnKNKlSr5Itu/mZcsWeK3WSCAAAIIIIAAAggggMBvC3AWAQQQQKBwC8QU7uJROgQQQAABBBBAAIEIEaCYCCCAAAIIIIAAAggggAACCCAQ/QJkiAACCCCAAAIIIIAAAggggAAC0S9AhggggAACCCCAAAIIIIAAAgggEP0CZIgAAggggAACCCCAAAIIIIAAAtEvQIYIIIAAAggggAACCCCAAAII/GGB+fPn68wzz9SAAQO0Zs2aA3qeTQJpN9rawiaHtMmCLWzCyEXLMzRwVKa++Ul+8uSjqsfoxaSyOv6Ywjdh8Pr16/2k0Ndee60+//xzNWvWTL1791a7du30ww8/aNiwYRoxYoR27NhhKf8ZUejfsXnzZg0dOlRz5sw5JGW1ycNGjRqlrVu36vTTT1ffvn1Vt27dQ/IuHorAny1gfeazzz6rIUOGaNGiRerYsaPOPvtsX4xnnnlG/fv3P+C+2T/kEC2KtDxa5Sb9S7FHVVeOvWPhcmUOGKOMRcE6M1PW/1vYeGA5WthlobVtH86wvqR69er65ptvNHfu3L0WxcbIL7/8Uo0aNVKnTp3knNvrtYfzxPTp09WmTRvdcMMNSktLO6CihOrG1lZvFlaHFhkZGfrvnExdMVbKzM41OKpGXDCWl1PLBoVvLD8gAG5CAIGIErC/H6akpOiSSy6JqHIX2sIWiVO5l0eoWM92uUUMunp39yvKHD1ZNgbYv+lsPLCxwcaJvJF7A0sEEDhIAjwGAQQQiCiBhIQEJSYm+jLb3xXs36Z+hwUCCCCAAAIIIIAAAgj8lgDnEEAAAQQKuUBMIS8fxUMAAQQQQAABBBCICAEKiQACCCCAAAIIIIAAAggggAAC0S9AhggggAACCCCAAAIIIIAAAgggEP0CZIgAAggggAACCCCAAAIIIIAAAtEvQIYIIIAAAggggAACCCCAAAIIIBD9AmSIAAIIIIAAAggggAACCCCAwMET+M9//qMGDRrowQcf3K+H2uSPdoOtLWxSSJvwycImivz2p3Rd/kCWvl1u/++RnY6pGaeXksqqxTGFb8Lg9evX6+qrr9YXX3yhQYMG6e2339ajjz6q4cOH6/7779cbb7yhdu3a+eOPPPKIn+Dacj+0sf9PT0pK0syZM9W4ceP9v/kA7rA6tziAW/fpllWrVmnz5s06//zzdffdd+sf//iHqlevvk/3FoaL/oz6KF68uMaNG6fXX39dFStWLAxp5ytDYS9fvsL+yTtLly7Viy++qLJly2r8+PEaNWqUrM289tpr6tmzp5YsWaKnnnqqUPY3RY4/WuUm/Utxx9Twau6bFcocMEbp3/4k6/9tHLCw/sHGBwu7MLS27cMV5t29e3fFxcX5Pn3jxo17FMXGhClTpqhUqVK+Lmxiwz0uKmQHrP3YWP7cc8/tV8lCdWJrqy8LqzuLjIwMTf0oQ4PG5CgjK8c/96jqsXrx1jI6/pg4v88CAQQiU2DWrFlq3br1PoeNSwX1l4cje/t77r333qsKFSocjtdH5TtdkTg/rhfr1V4KuvucYJEz8mVljHpVNhaExnYbI2y8sDCI0Nq2CQQQ+KMC3I8AAghEnkBiYmK40MnJyeFtNhBAAAEEEEAAAQQQQGBvAhxHAAEEECjsAva/cCvsZaR8CCCAAAIIIIAAAoVdgPIhgAACCCCAAAIIIIAAAggggED0C5AhAggggAACCCCAAAIIIIAAAghEvwAZIoAAAggggAACCCCAAAIIIIBA9AuQIQIIIIAAAggggAACCCCAAAIIRL8AGSKAAAIIIIAAAggggAACCCBwkAV27Niha6+9Vu3bt9e77767z0+3SR8tbDJImyzYwiaI/PanDA18IFvfLnfBs3J0TM0YvZRUVscdXSTYL1xfK79NmPzjjz/6iZ4HDhyo+Pj4fIUsXbq0brrpJtWuXVtvvfWWFi5cmO/8IdnhoWGBkiVLhrfZQCBaBD744ANt2LBBffr0UZMmTcJpWf/Tv39/ValSxfc1P//8c/hcYdoo0uIolZ10s2Ib1FBO8Md9u0LZA8Yo49ufZOOAjQcWNj5YP2tRWMrfvHlztWnTRuvXr9f06dNlZQyVzco8bdo0bdmyRaeddprq1KkTOlXo18uXL9cll1yi7t2768svv/zd8obqxNZmYGH5W2RkZGjKhxkaNNYpK0tywZ+ja8b5sbzFMYVvLBcfBBDYL4FGjRrp3nvv3ecYNmyYSpUqtV/v4OIIE4iLVblgXC/Wu0PQ4ztfeHfPK8q8/1XZmBAa222ssHHDwi4KrW2bQACBPyDArQgggEAECpx99tmy/2ZqRU9OTpb9m9S2CQQQQAABBBBAAAEEENiLAIcRQAABBAq9QEyhLyEFRAABBBBAAAEEECj0AhQQAQQQQAABBBBAAAEEEEAAAQSiX4AMEUAAAQQQQAABBBBAAAEEEEAg+gXIEAEEEEAAAQQQQAABBBBAAAEEol+ADBFA89KOAwAAEABJREFUAAEEEEAAAQQQQAABBBBAIPoFyBABBBBAAAEEEEAAAQQQQACBQyXw0UcfqXPnzho6dKg2b96819fYRI+hsEkgLWzCYJsY8ptlGRrwQLYWrYyRnNSwVpxeTiqr5kfFqTB+bALu2bNnq3z58jrvvPMUF1dwOatXr65u3bqpUqVKe9isW7dOd911l7p06aLWrVv7iaV79eqlSZMmKS0tLZz2t99+630nTpyoxYsXa+DAgWrbtq0P2/7888/D14Y2zNSe0717d//sU089VY888oh27doVuiS8TkpK8s+394QPBhs2Add1112n9u3b+7L1799fBb0ruFRWrwsWLNDgwYP99ZaP3Wf7dtzO23WzZs3SGWecoZUrV+rTTz9Vp06dfLtJSUmx0+HnWF6Woz3HcrBc8pr4i3dbbNy4UT179tTf//53f+ahhx7yuVt+/kCwsGvuu+++sLmV0XJcsmRJcPbXr1lYm37qqaf09NNP+5ysrOPHj5e12V+v/HXLcrPy2nrmzJnq06ePf7/dN3r0aFmOmzZt0h133OGf16ZNG5mp1emvT5GsvPZuK0PoeKit2LPsHVbu3W1D11oulpNdY9faPWZix0PXWFns92peZmLH7X323j/SzuxdlqvVuT3LcrFn728UVD5ztXxsbX1O3759fbu0PC1fa6/7+57Q9aH3mYk9Z/jw4b6OrA3269fPt9VQG7Z7QlYF5VfQOSuzld0mtrvzzjv9b7dr166aOnWqPc6H1Y/lYfnYtXb+4Ycf1s6dO/350MLakPU71n5Cx0LrIkWKKDY2VvHx8YqJCfpSFc5PkePqq9ykmxXXsJZ193KLViprwGhlfLNM1nfZb8zGBwtzD8XhzsZsrT+vXLmyrA3m/e0uXLhQc+fOVaNGjXy/5lwwkAUFzsjI0HvvvacRI0boiiuu8P2d9UHfffed7++CS8Lf3a8dMmSIbr75Zn+/nQtfeIg2/vvf/+q4447Tv/71r999Q6hObG31ZHVmZXz9w0wNetAF/WSOcoKnHFMzVi/fWkbHHR0X7PFFAIFIF7D+z/7euq/Rrl07PyZFet6U/3cEYmNU5uV/Kb5Xe3+hjQ26Z5Iy7wsiM7PAsd0u9NfZBoEAAgcswI0IIIBAJAqULVtWiYmJvuj23ynfeecdv80CAQQQQAABBBBAAAEEChbgKAIIIIBA4RcovP/rjMJvRwkRQAABBBBAAAEEcgVYIoAAAggggAACCCCAAAIIIIBA9AuQIQIIIIAAAggggAACCCCAAAIIRL8AGSKAAAIIIIAAAggggAACCCCAQPQLkCECCCCAAAIIIIAAAggggAACCES/ABkigAACCCCAAAIIIIAAAgggcMgFHn/8cTVo0EC23v1leSd4tO3QhME2afDCpekaMDpbi1Y4KSdHDWvF+QmDm9UvvBMGL1u2TGvXrtUxxxyj6tWr755uvv3LL79cr776qk455ZTwcZss+pJLLvETgJtZ7969/aTR69evl00O/eijjwYUNn1y+BY/+f7VV1+tn3/+WWeffbYaNmyor776yk94b5OOS/IXZ2Zm+mfYc2zbrm3VqpVefPFFJSUl+Wt+b2Hls3J/9NFHat68uc455xz/3muvvVafffZZvtutPp999lkNGTJE33//vU4++WRZPkcddVS4zHPnzvX3VKlSRd26dVOJEiVUqVIlde/eXe3atVNcXJzPN/ScRYsWqWPHjurRo4eKFi3q8xk2bJh27Njhn1PQIj4+XqeddppOOukkf7pJkya+HMcff7zf/+abb2TmVhcVKlTwz7bcLEc7PnPmTH9d3sX//vc/TZw40ddN06ZNVa9ePcXGxua9ZI/tp556SiNGjPD5mX3JkiX1wgsv6J577tHQoUP1xRdf6IwzzlCjRo1kzjfccINWr169x3NCB9asWSOr9zfffFNWBrO1HO1eOz579uzQpf55Vg/z58/3rnatOXz44Ye+fhYvXhy+dm8bn3/+uX/f/rQzu7Zr165q06aN/u///k+Wk03itrd3/JHjycnJuummm1S8eHHfLqtVqyYz+Mc//qF169b9kUdr27ZtuvnmmzVnzhzfjq0N/vjjj7J2b3n9oYcHNz/xxBN6//33deaZZ6pu3bq+PQWHZW3P2qC1RWuTVm9Vq1aV/R4GDRokawN2ncV1112n6dOnq0WLFrYbDvsdTps2zfdL9psqXbp0+Fxh3IhrXl9lJ92s2Ea1fL/vvl2p7AFjlL5wmWxcsLBxwvIKlT/vdujYn72uWLGizjrrLFnfOnXqVO3cuVPbt2/3fXlCQoJ69uwpW1u57Ddgfbn1vZaP/W5btmwpq88xY8ZoxowZvt+za+38pEmT9NJLL6lIkSJq3769TjzxRGVkZPi++5VXXpF52LWHOu666y4/lts7d3+X1UEorDwWVnbzeP2jLA160AXllJxzwVgeq5eTyqj5UXHigwACCCAQ3QIuNkZlX7lFxf7S0Y8Bzjm5+15V5r2T/JhpY4WNGTnBv/VCEd0iZIfAnyLASxBAAIGIFbD/LhYqvP13ntA2awQQQAABBBBAAAEEENhDgAMIIIAAAhEgEBMBZaSICCCAAAIIIIAAAoVagMIhgAACCCCAAAIIIIAAAggggED0C5AhAggggAACCCCAAAIIIIAAAghEvwAZIoAAAggggAACCCCAAAIIIIBA9AuQIQIIIIAAAggggAACCCCAAAIIRL8AGSKAAAIIIIAAAggggAACCCDw5whs2rTJT3LeuXNn2WTWed8amuzRJn+0sIkgv/kpU5ePdVq8MkbOSY3rxGnSrWXUtH7hnjDY8rSJmW0S+9Bkz3lz/a1ty9smhLaJo++++26NGzdOw4cP16hRo/zkzzbx9wcffKAtW7bke4wdu/jii/Xyyy/7ScqfeeYZ/fWvf/WTT9tE9VLu5bNmzdJ///tftW3bVpMmTVJSUpJ/9vjx41WqVKnci35jmZKSokceeUR5y3fzzTf7svXs2VOZmZn57l6zZo1effVV1a1bVy+88IJGjhzp85k4caJ/tzm9/fbb/p6GDRvqmmuuUbly5WTXX3/99brkkktUtGhRff7553rqqadk17z22mu+zKH3Dh48WHPmzNHkyZP9cwpaWG5XXXWVzj33XH+6S5cuvhw9evSQ5fTwww97K3tmyNDs//3vf6tEiRK6//77tWTJEn9vaGH1PGbMGFk9PfbYYzr99NNDp/a6XrZsmX+WPdvsH3/8cVWuXFlvvvmmWrRo4R2tDFZ/ffr00erVq7Vo0aK9Pu/dd9+VPXPEiBGyMoTaitWR5fzxxx/Lfk/2AHNLS0vTgw8+6Mtg11o5br31Vn/NvHnz9HuffW1nc+fO9e2sTZs2mjJliq93a8PPPvusb2dW77/3rgM5/9577/l2NWHCBP87eOmll9S9e3ctXbpUH3744YE8MnzPd999p2LFivn2bO3Y8rHfjbUPa89WV+GLD2AjPT1dTz/9tC+/PbdZs2ZasWKFRo8e7X8T1iasvqzebNvayU8//eR/F9Zv7O2V9pt86KGH/O/2pJNO0oUXXri3SwvV8bhm9VRm0i2KO7aO7//dopXSgNFK/fJHpaamytqyhblZWJs6XJEXrlWrVmrevLlvc9Yv2W9w5cqVOu2001SnTh1/qY1306dP17fffivri+666y5ddtllGjRokG677TYdffTRvk9Yvny5v9760QULFqh169a+Xffr189fb23gqKOOkl23bds22XP/iIHd71/4O4vvv/9effv29f3p4sWL/dV577VtC2uXFq99mKmBo3OUnZXjy9iwVoxevrWMmtUv3GO5T4wFAggggMDBEYhxwbh+s+L/0lE2RgQL6d5JyrznJdlYYWF/Z/Xnfnlj3u1fDrFCAIF9FuBCBBBAIHIFzjrrLP/fXyyD5ORk2b+JbZtAAAEEEEAAAQQQQACB3QXYRwABBBCIBIGYSCgkZUQAAQQQQAABBBAoxAIUDQEEEEAAAQQQQAABBBBAAAEEol+ADBFAAAEEEEAAAQQQQAABBBBAIPoFyBABBBBAAAEEEEAAAQQQQAABBKJfgAwRQAABBBBAAAEEEEAAAQQQQCD6BcgQAQQQQAABBBBAAAEEEEAAgd8ReO+99/zE5GPHjtU///lP9e/fX2eeeaaOP/54VatWTTZZ9e88It9pm7S8ffv2uvbaa/Xzzz+Hz9kkjxY2+eM3P2Xpsvuz9O0KyY41rhPnJwxuUi82fH1h3diwYcMBF80mcbaJrWwy+BNPPDHfcypUqKBatWr5ydrNKO9JmwTaJjp3zvnDzjk/yX/p0qW1Y8cOKThqjh988IHi4uI0aNAglSxZMjia+23SpIn69OmTu/Mby59++kmLFy9Wx44ddfLJJ4evtGdedtllql69eviYbaxcuVKpqak6++yzfVuxY6GoV6+eL0NmZmbo0F7XM2bMUHp6uoYOHarKlSuHr7P39uzZUzVq1NDMmTO1ffv28Ll93fjuu+/09ddfq1WrVurataucc+Fbmzdv7l2sTs0ufCLYsPKbe7C5z9+WLVuqTZs24esrVqyoOnXqqFSpUrI8LB876ZxT69atbVNm6DcKWJidtQVrM7YOXWK/zWnTpmnYsGGKicn9fydu15rh+vXr/W8qdG23bt30zjvv6KKLLgod2uva8v29dpaVlaU333zTt7PBgwfL2mDogfXr19eFF14Y2j3oa7Pt0KFD+Lnmecopp/j90O/A7xzAokiRIrr00ktlv8PQ7aHfzerVq/Xxxx+HDh/QumnTpnv8fj799FOtXbtW/fr1U6NGjcLPdc6pS5cusvY5Z84cf034ZJ4Nq/P77rtPzz77rM444wzdfffd/jeX55JCvRnXtK7KTLpZsY3rBOXMkVu8Ut91HKJ2FWqrTJkyPpeEhAQ/MWB8fLyKFi36p4f1A0Hhwl9rJ7169fLle+ONN2RhddepU6dw37Jz5059+eWXvr5tLI2N/XVcs9/L6aefrpSUFH3++ef+ufabsv5769atSktL88dsUaJECf8bv+mmm1SuXDlZH/VHDGxstufua7z66qu+Xd5xxx3hW6ycFtYfWbz2YZYGjnEKak8BgEJjebP6ceKDAAIIIHCECQR/f7FxPb5PpyBxJ//nvleVefdL4X/f2BgSiuAivgggcKAC3IcAAghEsECVKlWUmJjoM7D/Tmr/TdDvsEAAAQQQQAABBBBAAIH8AuwhgAACCESEQO7/YiciikohEUAAAQQQQAABBAqjAGVCAAEEEEAAAQQQQAABBBBAAIHoFyBDBBBAAAEEEEAAAQQQQAABBBCIfgEyRAABBBBAAAEEEEAAAQQQQACB6BcgQwQQQAABBBBAAAEEEEAAAQQQiH4BMkQAAQQQQAABBBBAAAEEEEBgd4Gff/5ZL774op+o2yYVPvXUU3XBBRfouuuu0z333KMJEybIJhf//PPP9zrx9O7PLGj/wQcf9BNYv/32235C8nov6CsAABAASURBVNBkj98uz9Zlo7K0eJVNCyk1rRenSbeWVpO6v06SXNDzCsuxmjVrHnBRypcvr6eeekqPPvqof8by5ctlE12NGTNGl112mebPn++P776oWrWqihcvvvvh8L5t7Nq1SytXrlSFChVUUBlbtGihIkWK2KV7jTVr1mj79u069thjFRubvz4qVqyoo446Kt+9bdq00fTp03XJJZdo69atWrhwoaZMmaJbbrlFf/vb3/yz8t1QwE5KSop+/PFHf+b111/XyJEj88Xjjz+u1NRU3xY3bdrkr9ufheVkNq1bt1Z8fPwet1oOCQkJWrJkSb5ztWvXVqlSpfId+70dsy9atOgel5UpU0aVK1fOdzwuLi7ffkE7bdu2lbWZcePG6fTTT9dNN92kd955Rzt27Njj8s6dOysmJkYjRozQWWedpdtuu00fffSR0tPT97h2bwf2pZ1Z/2H1ZbkW1M6aNm263257K8/ux2vUqKGCfHe/7kD2bQK6Bg0a7HFr6HfzzTff7HFufw7Ys3f/TX355Zf+EbNnz87X5u03MHbsWK1bt06bN2/WqlWr/HW7L+y3Zr+Z3r17+9/c7/URu99fGPZjm9RVmVduUVyTekFxnBqppJ5SUzVUiWC/cH6rVavmf4/WL1mf0rNnT1kfEiqt9VNbtmyR9W2vvfaann/++XwxZ84c379af52ZmSlre3Xr1tX333+vYcOG6b777vO/840bN/qxM/Tcw7W2/vyEE07Qd99954sQGssnf5Dpx3Lbl3L8GP5KUhk/pvsLWSCAAAIIHHkCzvlxPf7cTsHIkOPzz7l3kjJGvujHtJycHL/2J1gggMABC3AjAgggEOkCiYmJ4RTsv0GHd9hAAAEEEEAAAQQQQACBsAAbCCCAAAKRIRATGcWklAgggAACCCCAAAKFVIBiIYAAAggggAACCCCAAAIIIIBA9AuQIQIIIIAAAggggAACCCCAAAIIRL8AGSKAAAIIIIAAAggggAACCCCAQPQLkCECCCCAAAIIIIAAAggggAACCES/ABkigAACCCCAAAIIIIAAAggg4AVswu7HHntMPXr08BORX3jhhXrxxRdlk7b7Cw7BwiYyXrx4sU477bTw023Sx4Y1paeukxrWzJFNC7lwaab63rZdC5dlha8rzBs2IbtN9rxhwwbZxPL7W9bly5dr4MCBOuWUU2QTd994442+LmwiaJsovqDn2fHfmPjc35KSkqL169f77YIWpUqVkpW7oHOhYytXrgxt7rG291s58p6w+pw+fbrOOussX8+XXnqp7rjjDs2YMUPmVKRIkbyX/+Z2RkaGZs6cqcmTJ+eLqVOnyqzT09OVmpr6m88o6KTdW9Dx0LH4+HgVVM6YmBg550KX7dO6du3a+3Tdvl7UsGFDPf7442rVqpV27Nihd955RzfddJM6d+7s25C1pdCzOnbsqLFjx6pBgwbauHGj/vvf/+qaa66RHR8+fLg2bdoUunSva6tfq+e9XhCcsHZq7b5ChQoqVqxYcCT/1zm33275n7D3vcqVK+/95B88U61aNRUvXnyPp4R+N5b3Hif340BcXNxer54zZ06+Nh/6DVj92u+ioHZvv4cPPvjA/84uuOAC/dbz9/riQnAia+EybTv3dmUuXBqUJkeLtEMD9LUWa2ewv+9fy/9QRGxsbIGFOOaYY3x7qV69uqpWrVrgNTa+fvjhh5o1a1a+WLBggaw9WR3auljwOxo8eLDvQ63fsfH6lVde0YgRI/TPf/5Tn376qayvdc75eg7lWeBLD/JB6xvvvfdeXwbLOfR4K0+Pk5wfy51zwWHnx/Bzk7bp62BMDw7wRQABBBA4EgVycrSt7+1Ke3VW+O+DOTf0UcyNff1YZuNHXpbd9/OeYxsBBPYqwAkEEEAg4gXsvyPav38tkeTkZP/fsWybQAABBBBAAAEEEEAAgbAAGwgggAACESIQEyHlpJgIIIAAAggggAAChVKAQiGAAAIIIIAAAggggAACCCCAQPQLkCECCCCAAAIIIIAAAggggAACCES/ABkigAACCCCAAAIIIIAAAggggED0C5AhAggggAACCCCAAAIIIIAAAghEvwAZIoAAAggggAACCCCAAAIIHOkCq1at0j/+8Q8dffTRuvLKK2WTqe8+mXSVKlV0zjnnyCYgvvXWW/XEE0/4ycPnzZun1atX++P743jGGWfI7rVJg23y4ILubVhTeuLqTDWskS056dufMnXebdu0cGmWCvunbt26qlmzpr7//nvv81vltYm9+/btqwkTJsgm8rYJ+m+44QYtWrRI5557rp555hnZBPoff/yxnnvuOV9Pv/W8gs/lHi1evLgqV66cu1PAMi0tzZehgFPhQ5ZXeGe3jaysLO3edmbPnq3bbrtNzjndeOONmjx5st599119+OGHsraUkJCw21P2vmvtcMqUKb7tWPvZPWbOnKnGjRvv/QF7OVOpUqW9nMk9vC8uuVcenmX9+vX9b9KsH3vsMV1wwQWqWLGivvjiC910003avHmzL5hzTieccIJeeOEFmdXo0aP979rahbWxkSNHynL1F/+BRVxcnKxeN23atEd7UAR/1q1bV2A+W7Zs0Y4dO1SyZMlDkp1ZPvnkk3tt9/Y76NSp0x7vzszM9OUtVqyYSpUqtcf5SDiQ+fUybet7h7K+/SkorlNWgxo66r1H9dHGn7R9+3alpKQoPT1dlqv1P9nZ2crJySkwrH89FPHTT1a2oHgH8G3VqpXGjRvnf782ru4e1113naz+7NG2tjHhwQcfVFJSknr37i0ba7Zu3erHCRszOnTo4PvwUJ57s9jb8c6dO9ur9jkuuugifffddxo2bNhe7zmnbY7GXZkmp5zgmpzwWP7Vksxgny8CCCCAwBElEIzRNq6nvTJLwWAdfHOU8feeyrn+L0cUA8kicOgFeAMCCCAQ+QK1a9dWYmKiT2Tjxo2aMWOG32aBAAIIIIAAAggggAACIQHWCCCAAAKRIhATKQWlnAgggAACCCCAAAKFUIAiIYAAAggggAACCCCAAAIIIIBA9AuQIQIIIIAAAggggAACCCCAAAIIRL8AGSKAAAIIIIAAAggggAACCCCAQPQLkCECCCCAAAIIIIAAAggggAACCES/ABkigAACCCCAAAIIIIAAAggc0QIPPfSQ2rVrJ5sIfHeI4447Tv/4xz/0wQcfaO3atZo6daqfpNgmHh48eLDOPvts2eTF1apV2/3Wve5Xr15dTz/9tN566y1/b+hC51xoU865cDSs6fTo0FQdXS1TOTnyEwf3vW2bvi7kEweXLVtWp556qp943Sast8mWwwnm2bDJ1l999VUtWbJENgl7kSJFZJM4//jjj+rRo4euv/56NWnSROXLl1dMTIyfZNzqIs8j9m3zl6sSEhJUs2ZNrVu3Tt99990vR39d2bFdu3b9eqCALavv0qVLa968ebLy571k27ZtWrp0ad5DmjlzprKzszVixAide+65sgm8SpUq5a/ZsGGDz8nv/MbCym3vtesXLly4x5WrV69Wr169ZO1y69ate5z/vQP2bHtHQTnZvXPnzpW51K9f33YLTaSmpuqWW25Rnz59tGrVKhUtWlRt2rTxv9vXXnvN/7atvVh9m8uQIUO80fbt21WyZEl16tRJt956q/7v//5PRx11lKzd/fzzz384P6vfOnXqaNOmTVq5cuUez/vqq69kZdjjRCE/sLd8vv76a9/G7beaNwWrn6ysrLyHtGzZsv3K3dqctT1rg/keFOzs2LFDgwYN0nnnnef7kOBQvq/1KePGjdPrr7+uihUr5jsXCTuZXy3Vtr63K+Obn2T9f2aD6kof91e5hjXDY4RzLpyKc79uhw8W0g3rQ0uUKOHbw5YtW/YopfVFf/vb3zR58mR/7sMPP/TjwSeffOJztz7LJkL85z//6es/IyNDK1as8Nf+GYtmzZrJxrbnnntOdevWLfCVzjlfVueczm6To0eG7ArGsdxji1dk67xgLP+qkI/lBSbGQQQQQACBAxPIzgnG9TuU9n+z/fggOaVd20NZ1/WSc7njg3O5a+X5OOfy7LGJAAL7JMBFCCCAQJQI2L97Q6kkJyeHNlkjgAACCCCAAAIIIICACRAIIIAAAhEjEBMxJaWgCCCAAAIIIIAAAoVOgAIhgAACCCCAAAIIIIAAAggggED0C5AhAggggAACCCCAAAIIIIAAAghEvwAZIoAAAggggAACCCCAAAIIIIBA9AuQIQIIIIAAAggggAACCCCAAAIIRL8AGSKAAAIIIIAAAggggAACCByZAjYhtE3+bRMML1++PIxwxhln6L777tNnn32mzz//XKNGjVL79u3D5//IxrXXXusnne/fv3+Bj3HO5Zv8MSYmRhYNa8XokSGpalAjS8EFWrwiMyImDu7Zs6efVP2ll17S+PHj95gsf+fOnbr77rs1e/Zs2WTKeSe1UvDZuHGj8k4ebpPt23MOZJLn4HH+65yTvcdcn3nmGW3atMkft8XSpUtlZbXt34r69evr+OOP1/z58zV9+nTl5OT4yzMzM/Xqq6/KnuMP5FlkZGTke5edsjweeeQRZWdn2244rGwWu3btkj3TTjiXW+4iRYroySeflN1rxy3smgkTJvhjjRo1UpkyZezwfkWDBg3UtGnTPXKyh3z55Zc+r0qVKqlDhw52qNBEsWLFVLNmTS1btkzTpk3LZ5mSkqLt27erZMmS3qRUqVKqWLGivvrqK82ZMydcb5aMXWftsXz58rJn2rE/ErGxseratauvP2uz9vzQ86zurJ2E9iNpbUZPPPGEduzYES52qH3Uq1dPLVu29McrVKjgzb/++mutXr3aH7OF/d5eeeUV29znsDZnbc/M7F2hG+13N3nyZH3xxRe+DdSoUSN0KirWmV8u0da+dyhr0Yqg23fKblRDqY9cIdegpqx9WR/hXP4xI5ISL1u2rJo3b+77xTfffFPWR4bKb+3kf//7n+//Gzdu7A9XrVrVX2Pjhf22/cFgYe1g27Zt3sh+v8GhQ/69/fbbZW2xe/fue7zLOeePOed8mayerL4szm4rPThoZ3A8x/c/i1dk6bykbfryx0x/DwsEEEAAgegVyMnK1tZzb1fq/832Y4CNX7v+drYy/9bdj+s2TtiY4Vzu+OGci14MMkPgTxDgFQgggEC0CJx55pnhVJKTk7V169bwPhsIIIAAAggggAACCBzpAuSPAAIIIBA5AjGRU1RKigACCCCAAAIIIFDIBCgOAggggAACCCCAAAIIIIAAAghEvwAZIoAAAggggAACCCCAAAIIIIBA9AuQIQIIIIAAAggggAACCCCAAAIIRL8AGSKAAAIIIIAAAggggAACCCCAQPQLkCECCCCAAAIIIIAAAggggMARJrBw4UJdfPHF6tWrl2wi4VD6zZo104QJE/TWW2/phhtuUIsWLUKn/vD61FNP1YcffqgxY8aoRIkSezzPuV8neHSCLChiAAAQAElEQVTOyTknmwDSJoKMi4uTRaPasXroihQdUy1DypEWr8jUeUlbC/XEwZUrV9Y999wjmxj83//+t04//XRvO3LkSF155ZWySazeeOMNHX300bIJlUMT19sk9kcddZRmzpyp888/X3fccYeGDx+uM844wx+z59qE6hs2bNA+fvJd1rp1a//czz77TH369PHPvv7663272LZtm4oUKZLv+t134uPjNXToUFWsWNGX7dJLL/VrK+szzzyjkiVL5rulc+fOsnvuvPNOf5/lb/fbu1NSUnybWLdunWzbbkxISFC1atX0zTff6Oabb9azzz6r9PR0WbkHDBigZcuW+fJbmc3G3jt58mQ1aNBAF1xwgW8/9pz9ieLFi+vqq69W6dKlfS7nnXeeX1s5Bw0apJ07d6p///6+LvfnuX/GtT179pS1l3Hjxqlv376+3NZeLAczNGfztN/TJZdcolKlSnlXqzerC/u99+vXT1u2bPFtYPf6O9AcOnXqpHPOOUdz587N186svqz9HuhzD+d91o6//fZb75yUlOTbs7WP1NRUv12lShVfvEqVKqljx45au3atzNbqw5yt383MzFT58uX9dfuyqF+/vm+b1gbtXdYmrd6s/h555BFVqFBBAwcO9L+x3Z+3ceNGWfuw36CVe/fzhXU/44sl2tr3DmUuXmHdvTIbVFfKQ4MV27CWHw+sLVvYOOFc7pgRysU5F9os1GvnnO/Trb//4IMP/G/SxmAbK6yvXLNmjdq1a+f7NUvExpG2bdvq+++/14gRI2TXTZw4UbfddpumTZsme06TJk3s0kMW1pcsWrTIl/W3XuKc8/2w1Y+F1ZWN4xZntcnRg4N2KjZGcpK+X5ml82/bpi9+yAz2+CKAAAIIRKVAVra2nXen0l77MOj7nZxz2vW3c5R5TXf/7w4bH2ysiImJ8f8GdC73GudcVHKQFAJ/ggCvQAABBKJGwP5bn/03DUto9erVevfdd22TQAABBBBAAAEEEEAAAQkDBBBAAIEIEgj+z+MRVFqKigACCCCAAAIIIFCIBCgKAggggAACCCCAAAIIIIAAAghEvwAZIoAAAggggAACCCCAAAIIIIBA9AuQIQIIIIAAAggggAACCCCAAAIIRL8AGSKAAAIIIIAAAggggAACCCCAQPQLkCECCCCAAAIIIIAAAggggMCRJLBgwQI/Effzzz8fTtsm+7711lv10UcfySaUDp84CBs2MbVNSj5z5kw/kfHvPdI55yeEDE3+aBNB2oSQFjYpfcNasXpoyC41qGETBTt9vzJb5ydt1Rc/ZPzeow/beZu02SZpvvHGG1WrVi3vbJPVz5s3TzVr1vSTN//nP//x50KFrFy5su6//34/gbhNAj1lyhTZ9T169NCkSZP85Pc7duzQihUrQrf8zjr/aXO98sorddddd6lSpUp65513NHfuXHXr1k1JSUlKSEjIf0MBe0cffbTGjx8vK9OyZcv03//+V1Zvd9xxhy933ls6duwoO16nTh3Nnz9fr7/+ujZt2qRbbrlFzz77rI499litWrVKW7du9bfZ+y+77DLVqFFDH374od58802lpKTIyj1gwAA9/vjjatKkiebMmSOz2b59u2+7//73v1WtWjX/jANZWDkmTJjgc7Ly2bMXLlyo9u3b+3L27dvXt88DefahvMfay2OPPaZevXppy5Yt3mTGjBm+TY0ePVoXX3xxuNwNGzbUk08+qQ4dOsjqzdqi/fZbtWqlJ554QqeeeupBK6r9bocNGyaLYsWKafr06b7+rZ/5+9//7t9jZfcbEbKw38vDDz+sFi1a6K233tKXX37p+zZrN6EJ6SwV55zsN2a5lypVyuf+xRdf+Lq4++67Vbx4cbtsn8N+m/ZbsbZobdLqzerPfn/2bmu7+/ywQn5hxuc/amvfO5T1/SoFI4KyGtXUrocHK7ZBTdk4YGFty/oD63MsnAuuDKKQp7ZH8axtXHXVVbrgggt8bh9//LH/jZQpU0aXX365P2552o2W53nnnef7fxu3rS+1/jEjI8P/9ocMGbJPfbc9a3/DJly0seeVV16R9SF7u985Fz7lnJNzzvfbloPVmdWdRbc20phBO4IxI0f25/sVmX4s//z7wjuWiw8CCCCAwIEJZGZpSzCup07+wPf51u+n/O1sZV1zjooWLerHPxsjbKywsPHOORd+l3O/bocPsoEAAr8jwGkEEEAgugQSExPDCSUnJ4e32UAAAQQQQAABBBBA4MgWIHsEEEAAgUgSiImkwlJWBBBAAAEEEEAAgUIkQFEQQAABBBBAAAEEEEAAAQQQQCD6BcgQAQQQQAABBBBAAAEEEEAAAQSiX4AMEUAAAQQQQAABBBBAAAEEEEAg+gXIEAEEEEAAAQQQQAABBBBAAAEEol+ADBFAAAEEEEAAAQQQQAABBI4YAZss/bTTTtOiRYvCOdtE3Db5t036bhMKh08chI2hQ4fqu+++k01KvC+Pc+7XyR2dc7LJH20SSAubMDgUDWrGauwVu9Sghk0UnKPvVxb+iYPj4+N17rnn6vnnn/cT2s+bN0+ffPKJXnjhBZ111lmy89rtU7t2bY0ZMyZ8vU2efu2116pixYrq16+fn7C/a9eu/q7GjRtr5syZsnr0B/Is/LkCzpnv6aefrkmTJvlnzZo1SyNGjFDHjh39s+wdocfYc+359qzQMVtXqVLF32P3zp071z+rc+fOuu222/T666/7stp1zjnZ8dC7Qtda7uXKldO4ceM0depUVa9e3S73ccIJJ+i1116TWb344osqW7asP+6cU8uWLTV+/Ph8NldffbVKlCjhr/m9RadOnfxz8+YYuieU04wZM/w1ltvo0aNVv3790CV+bRZmYjb+wD4s9vbe4sWLe4O8ZqHHFXSPvdPebWUIXVehQgVfF6FyW/t66qmn1KFDB/9bCl1na2tblpPlZr4ffvihb2tNmzaVc7m/w4LKZO+z99r77Tl5Y2/n4uLi1LdvX1+/9q53331XgwcPlh23+8uWLWur/Y6CyleQVejBv3UudM2+rq2NjBw50v+GQ3a7tw97lv2u8+Zuv2HLvUaNGrK6zuu4L+Wzd+StN6s/+81aeex9BYX1F/Yuqzero4KuKUzHMj77QVv63qnM71cpJ0fKbFRDKQ9erthjaig0BljbsXHBwvox53LbrOXh3K/btn+4o06dOrI6u+6661SsWLECi2N5nXLKKbrjjjv0+OOP+7C20bp16/DvMXSj5XzqqaeGr33iiSd01113ySZD3Nvz9Qc///rXv7R48WI/hu3Lo5xzvtzOOd/3WB1Zua3eLCxfizNPkMYOTlGRWCcF3x9XZ+n827bps+9tbBcfBBBAAIEoEMjJyPTjeuprH/psXNDh77r2HGVddXZ4XLcxwcYHGytszHAuuOqX8DexQACB/RfgDgQQQCDKBM4888xwRsnJydq5c2d4nw0EEEAAAQQQQAABBI5YARJHAAEEEIgogZiIKi2FRQABBBBAAAEEECg0AhQEAQQQQAABBBBAAAEEEEAAAQSiX4AMEUAAAQQQQAABBBBAAAEEEEAg+gXIEAEEEEAAAQQQQAABBBBAAAEEol+ADBFAAAEEEEAAAQQQQAABBBBAIPoFyBABBBBAAAEEEEAAAQQQQODIELBJt9u1a6ctW7b4hBMSEvTqq69qwoQJatasmT92sBbt27eXve+xxx5T+fLl9/uxzuVO+mgTQFrYZJA2KaRNDlm0aFFZNKgZqweHpKphzSw55/Tj6mxdkLSViYP3os1hBA6HwKhRo9StWzd9+umn+V6/fft23/+UKFFCTZs2zXeOnSNXIGPBD9rS905l/bhaLmDIbFxTKQ9errhjavh+3/p+GwdsPLBxwcYHC+ecnHPBHXwPpsA555yjL7/8UnfccccBPdY55+vFOSerJ6szqz8Lq0uLM1rn6IHLdyguJkf2WbIq04/lC77LsF0CgUMiMGvWLLVu3VoTJ048oOenpKRo6NCh6tmzpzZu3HhAz4i0myzn0aNHq1OnTt6ub9++2rx5c6SlcdjLaxPVPvzww+ratat3tH8zDR48WAsWLFBOTm4/eNgLeTALkJGpLefdpdTXPwo/deffzlLWlWftMa4XNLbbTc45WxEIILCfAlyOAAIIRJuA/bfrDh06+LSWLVum9957z2+zQAABBBBAAAEEEEDgSBYgdwQQQACByBKIiaziUloEEEAAAQQQQACBQiJAMRBAAAEEEEAAAQQQQAABBBBAIPoFyBABBBBAAAEEEEAAAQQQQAABBKJfgAwRQAABBBBAAAEEEEAAAQQQQCD6BcgQAQQQQAABBBBAAAEEEEAAAQSiX4AMEUAAAQQQQAABBBBAAAEEjgCBadOmqXPnzuFMK1WqpLffflt/+ctfwscO1sbYsWP1wQcf6JRTTjmgRzqXO8mjc85PHByaNNgmDraJIfNOHHxMjViNHZyiBjUyg3fl6MfVWbowaas++56JgwOQvF+2ETgsAqeddppSU1N17bXX6q9//atGjhyp4cOHq0ePHpo3b5769OmjJk2aHJay8dLCJZA+/3tt7nunMn9cI+VImcfW1K4HB6rIMTVUtGhRH9b/2zhg44GFjQ/O5Y4Vlo1zzlbEQRB49tlnNXXqVNkkiwfyOOdy68I5J6snC6szC6tHi1C9nnGC9MCgnSoSJym4bema3LF8wWLGcvFBoJAIvPHGG3rhhRdUvnx5P4afc845KlmyZCEpXWQUY82aNerfv7+eeeYZlS5d2js2b95cX3zxhYYMGSLrd3NyggEwMtL53VLmpGdq83l3KXXKR7K+XcFn13XnKOeqs/2YbmOAjQUWobHdxgrnnJxzwdUKr8UHAQT2V4DrEUAAgagUSExMDOeVnJwc3mYDAQQQQAABBBBAAIEjVIC0EUAAAQQiTCAmwspLcRFAAAEEEEAAAQQKhQCFQAABBBBAAAEEEEAAAQQQQACB6BcgQwQQQAABBBBAAAEEEEAAAQQQiH4BMkQAAQQQQAABBBBAAAEEEEAAgegXIEMEEEAAAQQQQAABBBBAAAEEEIh+ATJEAAEEEEAAAQQQQAABBBCIdoHx48frzDPPDKdZr149ffzxx2rfvn342MHauP322/W3v/3tDz/OuV8nfXTO+cmDbdJgC5sg0iaKtEkjLY6uGaexV+xS41pZCi5VaOLgz75j4mCFP2wgcHgEWrRooSeffFJt27bV119/rcmTJ2vGjBmqX7++Ro8erSuvvFL2u541a5Zat269z9GzZ09t3LjxgJM6kPdt2rTpgN/Hjb8tkLHge205f6Sylq6Vgu4/s0lNpT54uYocXUPWz1tYv2/9v7UXi5iYGDnnfCj4OOeCJd+DIfDiiy/q4osv/sOPci63Tpxzfhy3OrO6s7D6tLC6tTjjBKf7B/6sIjE5UvBduiZTFyRt0bxFjOXiU+gEihcvrnHjxun1119XxYoVC135DkWBvvnmCBDgtQAAEABJREFUGyUkJCgpKUk333yzLrnkEt8/H4p3ReMzc3JyZH3rkiVL1Lt3b7300kve0drRv//9b5UtW1YTJkzQokWLoiL9nLQMbe57p3ZN+cj36dav77ruHGX/tZtvN9bv2xhgERrbbYxwzjGuR0ULIInDL0AJEEAAgegUOOOMM8KJTZs2Tenp6eF9NhBAAAEEEEAAAQQQOPIEyBgBBBBAINIEYiKtwJQXAQQQQAABBBBAoBAIUAQEEEAAAQQQQAABBBBAAAEEEIh+ATJEAAEEEEAAAQQQQAABBBBAAIHoFyBDBBBAAAEEEEAAAQQQQAABBBCIfgEyRAABBBBAAAEEEEAAAQQQQACB6BcgQwQQQAABBBBAAAEEEEAAgagWGDlypK644opwjk2bNvWTcNvk2+GDB3GjSpUqB+1pzjn/LOecnwjSJoW0SYMtbKJImzDSJo+0OLpmnEYP3qVGNbNkE2wuXZ07cfCCxUwc7BFZIHAYBay/GT16tGbNmqV58+bpk08+0VNPPaUOHTrIftdWtEaNGunee+/d5xg2bJhKlSpltx5QHMj7KleurHHjxun1119XxYoVD+i93LSnQPq877Wp713K/HGNcoI/mcfWVNqDlyvuqOqy/t3C+nvr963/t7B241zu2GBPdM7ZijhIAtbWD9Kj/Phtz3LO+d+71Z3VoYXVq4XVscUZJ8TogcEpKlpEwcfpp7VZuvDWzfr0WyZ1DED4InDYBez3Gh8ff9jLEYkF2LBhg2bPnq3q1avrsssuk41poTyaN2+unj17avv27fr2229DhyN2nZOWoc3nj1Tqfz+WC/7Yd9c/zlHOX7vlG9etPZmDjQc2NjgXXJ0nIhaAgiNQGAQoAwIIIBClAq1bt1abNm18dt9//73ef/99v80CAQQQQAABBBBAAIEjUoCkEUAAAQQiTiAm4kpMgRFAAAEEEEAAAQQOuwAFQAABBBBAAAEEEEAAAQQQQACB6BcgQwQQQAABBBBAAAEEEEAAAQQQiH4BMkQAAQQQQAABBBBAAAEEEEAAgegXIEMEEEAAAQQQQAABBBBAAAEEEIh+ATJEAAEEEEAAAQQQQAABBBCIXgGbYHvEiBHhBE888UR99dVXKl68ePhYYd9wzvkiOufknPOTB9skkRY2YaRNHGmTBlscVSNOo69IUePaWbLPT2uydGHSFs1flGG7R3SQPAKFXaBy5crq0qXLPke7du0UHx9/wGn92e874IJG+Y3p877T5vPuUtbSdZKTsprWVvpDgxRXv5qsX7ewft76e+v3LWJiYuSc86Hg45wLlnwLs4BzuXXknPPjuNWh1aWF1a+F1bVF19ZOoy7fqfgiObLP8vXBWH7rFs39Jt12IzJmzZolm6gyOTlZd955p9q2bauuXbtq6tSpPp+cnBwtWLBAAwcO9Ofs2u7du2vSpElKS0vz14QW2dnZevvtt9W3b18/8aVd261bNz388MPauXNn6DK/tud+/fXXGjJkiNq3b+/LYO8t6NpQGSdOnOjvzbso6FxSUpJ69uypuXPn6qKLLvJlufjii7VkyRJ/q737o48+Cudkk3Rama3sloO/6JeFldvKZGWzfKys1113XfhZv1x2QKvMzEzvaJ727FNPPVWPPPKIdu3aVeDzrCz292czteutrqxerH4sp9BNKSkpGjp0qDfYuHFj6PB+r83CJi3t16/f79b975nv/vJQGa2c7733nszA8rnqqqu0efNmf7nl+3v2ofp/4403tH37dl1yySW+Ldlx/5BgYfVudWZ1Z25Wl/Zce35wOvy1e+z8wfgtJP3SBletWqXx48f735Q9295tdWz5h1/8y8bWrVs1duzY8LWdOnXSXXfdpXXr1v1yRe7K6trq3OrezOy55vdHfpNmZ31d06ZNVaVKldwX5VkWK1bM7yUkJPh1pC5yUtO1qe9d2jV1jk8hJ1im/qO7coacmW9cN4vQ2G5jgnPOj+vO5a6D2/gigMAfEOBWBBBAIJoFEhMTw+lNmzYtvM0GAggggAACCCCAAAJHmgD5IoAAAghEnkBM5BWZEiOAAAIIIIAAAggcZgFejwACCCCAAAIIIIAAAggggAAC0S9AhggggAACCCCAAAIIIIAAAgggEP0CZIgAAggggAACCCCAAAIIIIAAAtEvQIYIIIAAAggggAACCCCAAAIIIBD9AmSIAAIIIIAAAggggAACCCAQpQL//e9/dfnll4ezs8kr58zJnYgxfDBCNpxzvqTOOT8xpE0SaZMGW9jEkTaBpE0abHFUjSIafUWqGtXK9Pf8tCZTFyVt1rxvI3fiYJ/IH1twNwIIIFDoBNLnLtamvncpc9k65QR/sprWVvqDlyuuXlVZf25h/bv189bfW1j/71zuWGAJOedsRUSAgHO5deWck9WjhdWphdWzhdW5xemtne6/fKfii0gu+LNqQ3Ywlm/RJwsjeyx/4okn9P777+vMM89U3bp1Va9ePeXk5OjZZ5/VkCFDtGjRInXs2FE9evTwv4H77rtPw4YN044dO2Qfu/a5557TiBEjlJqaqm7duvlrixcvrmeeeUY33XSTUlJS7FL/3BdeeEEDBw7UV199peOOO85fW7p0aX9t//79tWbNGn/tgS62bNmipKQk/y4rS7Vq1VS5cmW/bzlde+214ZzsvF1vZbccLBd7r5XBymLlt7JZ7ieddJLmzp2ryy67TDNnzrTLDigyMzNlhha2ffbZZ6tVq1Z68cUXfbl3f6iVZdCgQRo3bpys37HrrT6sXqx+LKdQuXe/90D2rUxWthtuuEHLli1Tp06dZO8MHf/73/8ervvQ882wIPPQ+YLWS5cu1e23366qVauqS5cuql69usqUKePrf1/sq1Spot69e6t27dr+d9q5c2e/b8ftfVZHl1xyiT766CM1b97cn7N3mZd5mqtdlzf+6G8h9Kz09HTde++9sjZlbbxr167KyMjQhAkTNHr0aGVlZYUu9fkOHjzYXxtqa40aNdKUKVN09dVX+/N2sdWxld3q3Ore2oC1S+ubrL4O9Dd59NFHa9KkSRo5cqSs37N3hcKMbPJaqxvLI3Q80tY5u9K06byRSv3fJ3LO+eKnXd9dOVec4fs0MyxSpIhvR/YbMwcbC5xz/nrnctf+RhYIIPBHBLgXAQQQiGqBxMTEcH7JycnKzs4O77OBAAIIIIAAAggggMARJECqCCCAAAIRKBATgWWmyAgggAACCCCAAAKHVYCXI4AAAggggAACCCCAAAIIIIBA9AuQIQIIIIAAAggggAACCCCAAAIIRL8AGSKAAAIIIIAAAggggAACCCCAQPQLkCECCCCAAAIIIIAAAggggAACCES/ABkigAACCCCAAAIIIIAAAghEo4BNmtq9e/dwanXr1tXHH38c3o/EDeecL7Zzzk8QaZNF2qSRFjaBpE0maZNKWtSvHqcxQ9LUuHam5KTl67L8xMGffpuuI/ND1ggggEDhEkifu1gbzxuprOUbZP10dvM6Sn9ooOLqVpH14xbWr1v/bv28hfX7zjk552Qf53LXtk1EhoBzuXXmnJPVp4XVrYXVt4XVvcXprWN0/6CdKhqXrZycHK1cn6mLbt2sj7+O3LE8PT1dTz/9tJKSkjR+/Hg1a9ZMn3/+uZ566ik1bNhQr732mkaNGqWbb75ZL730kgYPHqw5c+Zo8uTJss+WLVv0+uuvq0mTJnr22Wf9c0LXdu3aVatWrdJPP/1kl2rRokX+uTVq1NBzzz2nxx57zD930qRJuuqqq7Rs2TL/rrS0NH/9gSx27typFi1aaOLEib4s999/v0qWLKmvvvrKv7tu8PdPy8NyspztOjtm5VmyZIkyMzP18MMPa8WKFbr++uv1yiuv+DLa9XZNxYoVNW7cOK1bt+5AiqdZs2bpv//9r9q2bSvL28pgzzb7UqVK5XtmVlaWL/MPP/zg3c08dL3lYOV+4oknZH/HznfjH9ix8k2ZMkXHH3+8r3vzs3daO+jZs6c++eQT306s/Ydeszfz0PmC1hs3btS5554rK//IkSM1fPhw/5vaV3trm3ZP8+bNlZCQoP79+/tn2HGru9GjR6tcuXJ65plnfH3ZtbZtbdPao7Vv881btj/6Wwg9a/369Vq7dq1efvllmZ/l9/zzz6t27dr64IMPtHz5cn+pvf/RRx/17d7av7UHK5+Z2L79Huw3ZdaH6jfpC1LAYvHixRoyZIjP49prr1X16tULuKrwH8rZla6N59+tXW98ErQvBZGj1Ou7K2dwYr5x3fr50NhuY4Bzzo/rzuWuC3+mlBCBSBCgjAgggEB0C7Rv317HHXecT3LhwoX+7/1+hwUCCCCAAAIIIIAAAkeUAMkigAACCESiQEwkFpoyI4AAAggggAACCBxGAV6NAAIIIIAAAggggAACCCCAAALRL0CGCCCAAAIIIIAAAggggAACCCAQ/QJkiAACCCCAAAIIIIAAAggggAAC0S9AhggggAACCCCAAAIIIIAAAgggEP0CZIgAAggggAACCCCAAAIIIBB1AjaBpU10GkrMJupcunRpaDei1845X37nnJ8o0iaNtEmDLWwiSZtQ0iYNtqhXPU4PXJGqxrUybQZKrViXqYtv3ay530TuxME++QNZcA8CCCBQiATSPlmkDX1HKnP5euXk5CirWR2lPzhQRepWlfXfFtafW79u/buF9ffO5fb9lopzzlZEBAo4l1t3zjlZvVpYHVtYvVtYG7A4rVWMRgVjebF4+XF/zaZsXZy0WXO+jsyxvGnTpqpevbryfmbMmKH09HQNHTpUlStXDp+y9t+zZ0/VqFFDM2fO1Pbt25Wdne1j27ZtsghdbNeOHDlSkydPVuPGjf3hd999199z/vnnq169ev6YLcy7T58+srJ89tlnWrJkiR0+4OjYsaPs/XkfMH36dO3atUuXX365atWqFT5VrVo12bvtwKpVq7RixQotWLBAJ5xwgnr16uXr2M5ZWJktf/s7rF1jx/YnrG/54IMPfNkGDRqkkiVLhm9v0qRJuByhg2vXrtWcOXO8lZUxb06Wg+WSkZGh5ORk32+F7jvQdVZWlszJ7r/00ktVoUIF2/QRHx+vAQMG+LYye/ZsbdiwwR8PLQoyD50raG3/FjjppJPy+R4s+08//VRm169fPzVq1Cj8euecunTpoubNm3tXuyZ8Mtiw9vdHfgvBI8Lf84M2bm0rdMCea++131Vqaqo/vHz5cs2bN8+3e6tf+x3YCeeczj77bF/29evXKyUlRYfqN2nv2z1swtqrr77a/15GjRqlzp07735JROznpKRp43kjlfq/uQoampyk1Ou7S4MT843r1r/bb8v6e6sD55yc+zWC2/gigMDBEOAZCCCAwBEgkJiYGM7S/o4e3mEDAQQQQAABBBBAAIEjRYA8EUAAAQQiUiAmIktNoRFAAAEEEEAAAQQOmwAvRgABBBBAAAEEEEAAAQQQQACB6BcgQwQQQAABBLP+mhEAABAASURBVBBAAAEEEEAAAQQQiH4BMkQAAQQQQAABBBBAAAEEEEAAgegXIEMEEEAAAQQQQAABBBBAAAEEEIh+ATJEAAEEEEAAAQQQQAABBBCILgGbbNUmTM2b1c8//5x3N+K3nXM+B+ecnzDSJo+0SSQtbEJJm1jSJg22qFe9iEYPTdexdbP8PSs3ZOniWzdp7sI0v3+kLMgTAQQQKCwCaR8v0sbzRipr5Qbfh2cdV0fpDw5QkTpVZP22hfXj1p9bv25h/bxzuX2+5eGcs1WhjLp166puIYiKFSsWSp9QoZzLrUPnnKx+LayuLaz+LawtWHRp6XTfoBTFF8lWTk6O1mzM9GP5nK8ibyxv0KCBLEf98klJSdGPP/7o915//XWNHDkyXzz++ONKTU3V2rVrtWnTJpUrV04nnniili9frnPPPVcXXnihHnvsMS1dulTZ2dn+ObbIysry15QuXVrNmjWzQ/miZMmSat26tbZv364NGzbkO7c/O6VKlVKdOnXy3WJ/F7Xy2Lvtt5DvZLDTt29fTZ8+XZ06ddKKFSu0ceNGrVy5Ug888EC+3M3i008/De6QFi5c6Nf7s7By2HMrVKigmjVr7nFrixYtZO0sdMIczKNx48YqX7586HB43aRJE1WqVElr1qyRPTt84gA3du7c6eu1SpUqsnax+2Ps+LHHHqtt27b5ug+dL8g8dG5va2s31atXz3f6YNl/+eWX/rmzZ8/eo/7Gjh2rdevWafPmzVq1apW/LrSwnP/IbyH0HKvDguo3dD60tnqzctSvX1/W/kPHbW31PXHiRI0aNcqPS4fiN2nv2T2sPHfddZc/PGbMGLVp08ZvR9oie2eqNgTj+q435/o+OlgobVgPucGJ+cZ1q6vQ2G59vnPOezuXu460vCkvAoVZgLIhgAACR4JAYmJiOM3k5OTwNhsIIIAAAggggAACCBwpAuSJAAIIIBCZAjGRWWxKjQACCCCAAAIIIHCYBHgtAggggAACCCCAAAIIIIAAAghEvwAZIoAAAggggAACCCCAAAIIIIBA9AuQIQIIIIAAAggggAACCCCAAAIIRL8AGSKAAAIIIIAAAggggAACCCCAQPQLkCECCCCAAAIIIIAAAggggECUCdhkq3lTssk2806umfdcJG8753zxnXN+4kibRNLytLCJJW2CSZs02KJutTg9MCRdTepmSTnSqg1ZfuLgT75O8884AhakiAACCBQKgdQ532rDeSOVuXKjL09m89rKfHCgitapIuuvre+2sH7c+nML69+dy+3r7SbnnK0KZVgOFSpUUGGJQomUp1DO5dalc05WzxZW5xbWDizM1KJLyxiNGpyqhHgFH6d1m7KDsXyzPvoyssZya9tBAnt8MzIyNHPmTE2ePDlfTJ06VRs2bFB6erpSU1NlNtddd53+9re/qUyZMvruu+/09NNP69xzz1WXLl30/PPPKzMzU2lpadq2bdse78l7oGTJknl3D2jbOef/Hpb35pycHGVnZ8ueX758+byn9rq9fPnyfHmHHObMmePv2bFjh1/vzyIlJUXr16/f6y2lSpVSQkJC+Pz27du1a9eu8P7uG/Hx8bI2ufvxA923Ot26deteb7e6Llas2B7nndvTfI+Ldjtgvy2L3Q773YNlb3UVqre8a3u+tW9rv/6Fvyz+6G/hl8f4OrS6DO3vbW2/C2uXtWvX3tsl+Y5bmQ/mbzLfw3/Z+eGHH7R06VJ17dpVTZo0+eVoZK1ydqZq4wX3KPWteUHBc9tm+o09pctP9+O69d/2u7GwOrd2bW3RudxrnctdBzfzRQCBgyfAkxBAAIEjQqBz585q3Lixz/Wzzz7Thx9+6LdZIIAAAggggAACCCBwhAiQJgIIIIBAhArERGi5KTYCCCCAAAIIIIDAYRHgpQgggAACCCCAAAIIIIAAAgggEP0CZIgAAggggAACCCCAAAIIIIAAAtEvQIYIIIAAAggggAACCCCAAAIIIBD9AmSIAAIIIIAAAggggAACCCCAAALRL0CGCCCAAAIIIIAAAggggAAC0SRQrVo1P+lrKKf58+erevXqod2oWzvnfE7OOT/5rE0maZNKWtgEkzbRpE06aVGnapxGDUlXk7pZCq7Wmo3Z6pe0WZ98ne6fEd0LskMAAQQOv0DqR99ow3l3K2v1Jt8PZx1XV1kPXa4itSvL+mnrsy2s/7Z+3ML6deeCXjsIy8A5ZysiigScy61T55ysvi2s7i2sPVhY+7A4tWWM7h+cqoT4HNmfdZuydMmtm/ThF2mK9E+VKlU0ZcoUzZs3r8CYOXNmeHLL+Ph4XXLJJUpOTtbUqVM1fPhwnXDCCUpJSdGDDz7on2PXlClT5jdZduzY8ZvnD/Skc87XpT1/8+bN2pfPgAEDCsw75JGUlLQvj8l3TfHixVW5cuV8x/LupKWlKSMjI3yodOnSSkhICO/vvrH79buf3999a9Nly5bd621ZWVlKTU3d6/mDdeJg2Jvbk08++Zt12KlTp30q8v78Fvbpgb9cZGOL9S/Lly//5chvr/anHPZ7+73fZEFvs/q1Nvhb7bSg+wrLsewdu7Q+GNd3vfmp75MVLNNv7CkNPM2P69bGrQ+3MH/r160OnHNy7tcoLPlQDgSiR4BMEEAAgSNHIDExMZzs9OnTw9tsIIAAAggggAACCCAQ/QJkiAACCCAQqQIxkVpwyo0AAggggAACCCBwGAR4JQIIIIAAAggggAACCCCAAAIIRL8AGSKAAAIIIIAAAggggAACCCCAQPQLkCECCCCAAAIIIIAAAggggAACCES/ABkigAACCCCAAAIIIIAAAggggED0C5AhAggggAACCCCAAAIIIIBA1Ai0aNFCa9euDefz5ptvqmXLluH9aN1wzvnUnHN+IkmbVNIml7SwiSZtwkmbfNKiTtU4jRqSriZ1M5UT3LVqQ6YuuXWjPv4q8icODtLZ+5czCCCAwGEWSPvoG204/x5lrd4k64AzW9RR1kMDVKRWJVn/bH21hfXb1n9bWH/uXG7fbsV3ztmKiEIB53Lr1jknq3cLawMW1i4srJ1YnNoyRvcNTlXxeEnBbeu3ZAdj+SZ98EVkjuUJCQmqVq2aNmzYoIULF2r3z+rVq9WrVy8NHjxYW7du1bx583TWWWdp3Lhxcs6pevXq6t27t98fM2aMzOyrr77y69q1a2v79u2yfe322bFjh39W6dKlValSpXxn7Vy+A8HO119/HSz37Ws51atXz787799NQ3d/9NFH6tKli5588kn/biuD5VXQe8ePH++vnTJlSuj2fV5bOWrWrKl169bpu+++2+M+O7Zr167wcXOwsnz77bfavHlz+Hhow+rH6snqy54dOn6g6xIlSqhq1ap7LZ+V+5tvvlGZMmVUoUKFA33NXu8L5ftH7evXry9znDt37h7vsjodNGiQzjvvPC1ZsmSP83kPmKnZmrFZ5z1n27v/FuzY/oQ9u3z58lq1apVSUlLy3ZqWlqZrr71WF154oTZu3HhIfpP5XvjLTqdOnfzvsF+/fr8ciZxV9s+7/Li+a9r8XwrtlH5jT2lAFz+uW39tfbdFaGy3vt055/su53LXv9zMCgEEDqYAz0IAAQSOIIHExMRwtsnJyeFtNhBAAAEEEEAAAQQQiHoBEkQAAQQQiFiBmIgtOQVHAAEEEEAAAQQQ+NMFeCECCCCAAAIIIIAAAggggAACCES/ABkigAACCCCAAAIIIIAAAggggED0C5AhAggggAACCCCAAAIIIIAAAghEvwAZIoAAAggggAACCCCAAAIIIIBA9AuQIQIIIIAAAggggAACCCCAQHQIdO3aVV988UU4mf/85z8688wzw/vRvuGc8yk65/yEkja5pE2Aa2ETTtrEkzYJpUWdakU0amiGmtXL9teu3ZSlfrdu0pyvInPiYJ/47yw4jQACCBxOgdQPv9H68+5R1prNvhhZLesp+6GBKlKzkqxftj7awvpr67ctrB93LrdPt5ucc7YioljAudw6ds7J6t/C2oKFtQ+LUHs5tWWs7rsiVcXjc2SfDVuCsfyWjZr9eeSN5c452aSVlt+TTz6pFStWWEo+MjMzNWHCBH+sUaNGKlOmjKpXry4zefvtt7V8+XJ/nS1ycnK0adMmZWVl+Wvs2KmnnqrSpUvrpZde0tKlS+2Qj+zsbL366qv6+uuvdfzxx6t+/fr+eKVKlfz1n376qbZt2+aP2WLJkiWaPn26be5zdOnSRQkJCXrkkUe0Zs2a8H07duzQ888/r9TUVDVr1sy/28pgZbEyWdlCFy9cuNCX0+rdrg0d39e1c87bWlt65plnvE/oXvMwl9C+ratWraqTTjrJW1lZzN+OW1i9WP1YPVl9OZfbXu3cgYbVo/0d3u7fvXxpaWl6+umntXr1anXs2FFWN3bdwQyr94Nh36FDB18+M/vyyy/DRbQ2OXnyZP9vlJo1a6pGjRrhcwVtOJdbX2Zs1mYeus7qYsJuv4XQuX1d16pVSy1bttT8+fN9u7Lyhe798MMPZe2+WrVqqlKlim83+1qO/flNht4X6evsn3dp/fn3aNe0+UEquf1wxk095QZ08eO6/WbNzyI0ttvv0Dnn//3lXO46uJkvAggcAgEeiQACCBxJAmeccYb/N4Xl/Mknn2ju3Lm2SSCAAAIIIIAAAgggEPUCJIgAAgggELkCMZFbdEqOAAIIIIAAAggg8CcL8DoEEEAAAQQQQAABBBBAAAEEEIh+ATJEAAEEEEAAAQQQQAABBBBAAIHoFyBDBBBAAAEEEEAAAQQQQAABBBCIfgEyRAABBBBAAAEEEEAAAQQQQACB6BcgQwQQQAABBBBAAAEEEEAAgSgQuOSSS2STwOqXzz333KPLLrvsl70jZ+Wc88k65/zEkjbJpE2samETT9oElDYZpUXtqkV035B0Na2XKZuycu2mTPW7ZaM++jLyJg72Sf/2grMIIIDAYRNI/WCh1p93jzLXbJZ1uNkt6ylrbH8VqVFR1h9b32xh/bT11xbWfzuX25dbwZ1ztiKOAAHncuvaOSdrBxbWJiysnViE2s0px8f6sbxkgoJxX9q4LTsYyzdo1oJURdqndevWGjBggJYtW6bzzz9f119/ve644w6/PXnyZDVo0EAXXHBBkKdT9erVdd5552nlypX+mF07cuRI9e/fX3feeafq1q2rc845xxM0atRIAwcO1KpVq3TxxRfrr3/9q39u37599cgjj6hatWoaPHiw4uPj/fX169fX8ccfr6+++so/Oykpyd/Tr18/lS9fXqVKlfLX7cuiRYsW/t2W04UXXqjhw4fLnmfv/vTTT30ZW7Vq5d/9t7/9TTVr1vRlsvOWu+VlZdu2bZsve7169fbltXtcY7Zm+tlnn6lPnz6+HPZs87BnW5sK3WTtzLyOPvpojR8/Xr179/ZltuvtGZaLlc/KHbqnoLXlae+dOHFiQafzHevUqZN69OghK1+vXr10ww03+Hd7Ni15AAAQAElEQVTa9uuvv66mTZv6/J1z+e47GDtW7wfD3trN1VdfrZ07d2rQoEEaOnSorE1eeumlvk4rVKjg24K97/fKbW77+lv4vWftft7GGStn3eA3Yu3fymfltPL+85//VOnSpcPl3J9y7M9vcvcyWRuxd1mb2f1cYd3P3p6i9effo13TF0jWLIO2mTG8l1z/zn5cD/XR9tsyc/tdWV/unJNzv4b4IIDAoRLguQgggMARJ5CYmBjOefr06eFtNhBAAAEEEEAAAQQQiGIBUkMAAQQQiGCBmAguO0VHAAEEEEAAAQQQ+FMFeBkCCCCAAAIIIIAAAggggAACCES/ABkigAACCCCAAAIIIIAAAggggED0C5AhAggggAACCCCAAAIIIIAAAghEvwAZIoAAAggggAACCCCAAAIIIIBA9AuQIQIIIIAAAggggAACCCCAQKQL/OMf/9Bzzz0XTuPaa6/VjTfeGN4/0jaccz5l55yfYNImm7RJJy1sAkqbiNLCJqasXbWI7h+aqWb1shRcrPVbsnXprRv10Rdpiq4P2SCAAAKHRyB19kKtO/9eZa3bIutns1vXV9aDA1S0RkVZP2z9sYX1z9ZPW1i/7VxuH67g45wLlnyPJAHncuvcOSdrDxbWNiysvViE2s/JLWJ096BUFS+WI+XkaNO2bPW7ZYPen5+qSPpYbgMGDNDjjz+uJk2aaM6cOZoyZYq2b9+uSy+9VP/+979VrVq1cEoXXnih7rnnHtWpU0ezZ8/W5MmTtXr1al1wwQV67LHHwtc652TXjhs3zj/3iy++8M9NSUnxz33hhRfUsGHD8HPj4+N1++23+3OZmZl64403tHLlStnfNy2cy62b8A2/seGc0yWXXKLRo0erVq1amjFjht58802VLFlSd911l4YNGyb77dsjateurWeffda/18pmuVtejRo1kpXdcnBu399tzwyF2V555ZX+nZUqVdI777yjuXPnqlu3bkpKSlJCQkLoUr82Z/M295CB1YfVi9XPNddcEy63v+EPLszALMykZs2amjVrlneyurDjTzzxhCpXrvwH37L32w+WvXlaHbZv314LFy70bXLZsmXq0aOHJkyYoGOPPXbvhchzxuprf34LeW7dp02r3/Hjx6tPnz5atWqVL6eVt3v37vnKub/lsDa6L7/JfSpkIb4oe9tOrT3/HqVMX+D73KDbVeY/e8ldeqof10N9s/XT1rbN0fpw51zw14BfoxCnSNEQiAIBUkAAAQSOPIHExMRw0snJyeFtNhBAAAEEEEAAAQQQiF4BMkMAAQQQiGSBmEguPGVHAAEEEEAAAQQQ+BMFeBUCCCCAAAIIIIAAAggggAACCES/ABkigAACCCCAAAIIIIAAAggggED0C5AhAggggAACCCCAAAIIIIAAAghEvwAZIoAAAggggAACCCCAAAIIIIBA9AuQIQIIIIAAAggggAACCCCAQEQL3HfffX5S1VASNunrmDFjQrtH7No553N3zvmJJm3SSZt80sImorQJKS1sgspaVYro/r9mqlm9TOXk5Gj95kw/cfCHn0fWxME+4b0tOI4AAggcBoFds77W2vPvUea6LcoJ3p/Vsp6yx/ZX0eoVZP2v9cMW1i9b/2xh/bVzuX13cIvvw21NHHkCzjmftHNO1i4srI1YWLuxCLWjk4+P1b1XpKtEgmR3bfk5R5feukHvzStcY3mnTp00b9489evXTwV9nHNq2bKlxo8frw8//NBfO336dF199dUqUaJEvlucc+rcubNeeOEFffLJJ+Frr732WlWsWHGPa3d/7ptvvlngc+1Ge5e9095t5Z06dap69eqlJk2aaObMmfnKn5SU5I81btzYbt0jnHPq0KGDJk6c6Ms5d+5cTZo0Saeffrqv17w3hN5rZbP3Wl5PPfWUN3HOajbv1fu3be3H3mnvtjLMmjVLI0aMUMeOHX35d6+T3cti9WH1Yo7O/VqW4sWLa9y4cXr99dfzuZvL2WefLevf9qWkofKF6tPK+Nprr6lv376Kj4/P9wh7ttXD3szzXRzs7K2Mwanwd/d8f8v+t95fv359/28T87U6tLU5V6lSJfwu2ziYv4XfKs/ezpUtW1bDhg3TjBkz/G9nb+V0zvn2Z3VvbcByst+F/T7MzHIJhXP7/psM3WNra3v2XCur7RfmyN6WonUX3KfUtz/zfa0tMkf0krv0FD+uh/pk65+t7Vt/bW3bOSfnfo3CnCNlQyAqBEgCAQQQOAIFevTooZo1a/rMP/jgAy1YsMBvs0AAAQQQQAABBBBAIGoFSAwBBBBAIKIFYiK69BQeAQQQQAABBBBA4E8T4EUIIIAAAggggAACCCCAAAIIIBD9AmSIAAIIIIAAAggggAACCCCAAALRL0CGCCCAAAIIIIAAAggggAACCCAQ/QJkiAACCCCAAAIIIIAAAggggAAC0S9AhggggAACCCCAAAIIIIAAApErMGHCBN14443hBEKTwIYPHOEbzjkv4JzzE07a5JM2CaWFTUhpE1Na2ESVNSsX0X1/zVLz+lnBPU4bt2b7iYM/+Cw12I/8LxkggAACf7bArve/0trz71X2+m1ywcuzW9VTzoOXqUi18rJ+1/pfC+uPrV+2sH7aOSfnXHCHwmvxOWIFnPu1LVj7sLC2YmHtx8Lak0WnFrG6d0i6SiTkeK8t23PH8nfn7fL7LBD4MwWWL1+uxYsXq2HDhn/ma3kXAodMIHvrzmBcv0cpb38m62UtMof3Uky/U/y4bv2w9ckWobHd+mznnB/PnctdH7IC8mAEEAgLsIEAAggcqQKJiYnh1N95553wNhsIIIAAAggggAACCESjADkhgAACCES2QExkF5/SI4AAAggggAACCPxJArwGAQQQQAABBBBAAAEEEEAAAQSiX4AMEUAAAQQQQAABBBBAAAEEEEAg+gXIEAEEEEAAAQQQQAABBBBAAAEEol+ADBFAAAEEEEAAAQQQQAABBBBAIPoFyBABBBBAAAEEEEAAAQQQQCBCBd566y31798/XPomTZpoxowZ4X02cgWcc37DOecnnrRJKG3SYAubmNImqLSwCStrVi6i+/6apeb1s4J7crRxS7Yuu2WDZi+I+ImDg3z4IoAAAn+eQMp7X2nN+fcqa8M25QSvzWpdXzkP9lfRahVk/a31uxbWD1tYn2z9s3O5fXVwi++zbU0g4JzzCM45WTuxsDZjYe0oFNa2Oh4Xq3uHZKhU8RzfhrbvsLF8o979dJf4IPBnCsyePVunnXaajjvuuD/ztbwLgUMikLVlh9ZccK92zfg86Fsl65Wz/tVbMf1O8eO69b+hvrigcd05J+ec+CCAwJ8iwEsQQACBI1YgMTExnHtycnJ4mw0EEEAAAQQQQAABBKJQgJQQQAABBCJcICbCy0/xEUAAAQQQQAABBP4UAV6CAAIIIIAAAggggAACCCCAAALRL0CGCCCAAAIIIIAAAggggAACCCAQ/QJkiAACCCCAAAIIIIAAAggggAAC0S9AhggggAACCCCAAAIIIIAAAgggEP0CZIgAAggggAACCCCAAAIIIBCJAvPnz1e3bt3CRa9YsaK+/vrr8D4b+QWcy51s0jnnJ57MO3GwTVAZmqzSJq6sUbmI7v1rlo47Oju4Vtq0PVsDkjbqg89S8z80ovYoLAIIIPDnCaS8+6XWnn+vsjf97PvR7BPqSw/2V9Gq5WX9bKjPtf7XwvpkC+dy+2grqXPOVgQCYQHnctuEc07WXixiY2NlEWpTtrY21uG4WN19RbpKJmQrJ0faviNLl96yQTPn7hKfyBZISUnR0KFD1bp1632OiRMnHpakL7roIg0cOFDWzx2WAvBSBA6SQPaWHVp7wX3a9c7nvk+1fjVzRC/FXNzJj+vW71r/a2Ht3fpl66Odc76/ds4Ffx9w4oMAAn+WAO9BAAEEjlyB3r17q3Llyh5g5syZ+uqrr/w2CwQQQAABBBBAAAEEok+AjBBAAAEEIl0gJtIToPwIIIAAAggggAACf4IAr0AAAQQQQAABBBBAAAEEEEAAgegXIEMEEEAAAQQQQAABBBBAAAEEEIh+ATJEAAEEEEAAAQQQQAABBBBAAIHoFyBDBBBAAAEEEEAAAQQQQAABBBCIfgEyRAABBBBAAAEEEEAAAQQQiDiBlStX+glPQwW3SRY3bNgQ2mW9FwHncieddM75CShtUkqbnNLCDG3CSgubwLJG5SK6Z2iWmh2VJZvlcuPWLF12y3rNXpC6l6cX8sMUDwEEEPiTBFJmfqG1F9yvrE3bff+ZdcJR0oP9VbRKOVn/av2shfW7FtYXWziX2zdbMZ1ztiIQ2EPAudy24ZyTtRsLG8ctrF2Fwtpah+PidPcV6SpTUgoGfu1IyfZj+YxPdolP5ArEx8fr8ssv17333rvP0bFjx8hNmJIjcJgFsjbv0JoL7pON79aXWi+cdXMvxV5ysh/Xrb8N9b02rlt/bH1zKKz4ztldtkUggMCfIsBLEEAAgSNYwP4ukpiYGBaYMWNGeJsNBBBAAAEEEEAAAQSiSoBkEEAAAQQiXiAm4jMgAQQQQAABBBBAAIFDLsALEEAAAQQQQAABBBBAAAEEEEAg+gXIEAEEEEAAAQQQQAABBBBAAAEEol+ADBFAAAEEEEAAAQQQQAABBBBAIPoFyBABBBBAAAEEEEAAAQQQQAABBKJfgAwRQAABBBBAAAEEEEAAAQQiSyA9PV21atXKV+gNGzbk22dn7wLO5U4+6ZyTc85PHmwTQ1nYhJWhySttIsvqlYro3r9m6bhjsuUkbdmerf63rNes+anBXmR9KS0CCCDwZwikzPxSay68X1mbf5aCPjbnxKMV8+BlKlq5rKxfDfWx1t9axMTE+H7YORdc7mQf53LXtk0gUJCAc7ltxDnn24+1IxvHLUJtzNbW5jq0KKK7BqerdPFsKUfakZI7lr/z8S7xiUwBq+dWrVqpS5cu+xz16tWLzGQpNQKHWSBr089afcG9Spn5he9DlZOjrFt6K+7ik/24bv2s9bcWNq7b79P6ZAvnfu2rD3MavB6BI06AhBFAAIEjXSAxMTFMkJycHN5mAwEEEEAAAQQQQACBaBIgFwQQQACByBeIifwUyAABBBBAAAEEEEDgEAvweAQQQAABBBBAAAEEEEAAAQQQiH4BMkQAAQQQQAABBBBAAAEEEEAAgegXIEMEEEAAAQQQQAABBBBAAAEEEIh+ATJEAAEEEEAAAQQQQAABBBBAAIHoFyBDBBBAAAEEEEAAAQQQQACBCBOoWLFivhIvWrRIZcuWzXeMnd8WcO7XySidc37yYJus0sImrrQJLC1sQsvqlYrq7qFZan50ls13qc3bs9T/lnV6f15ETRwsPggggMChFkiZ8YVWX3CfsjbvCF6Vo5y2R0tjLlWRSmVl/an1qxbWz1rExMT4/tc5J+dccI/Ca/FB4HcEnPu1zYTako3jFtbOQm3O1u2Pi9PIIZkqEi+UvgAAEABJREFUU9Ie6rRzV44G3Lpe73zMWG4iBAIIIFCQQNamn7Xmwvu1692vgtMuGKOl7Fv/oriLOilvP2vbNq5b/xvqj51zwT0K7sldiw8CCPyZArwLAQQQOOIFevbsqTJlyniHadOmyf77ud9hgQACCCCAAAIIIIBA9AiQCQIIIIBAFAjEREEOpIAAAggggAACCCBwSAV4OAIIIIAAAggggAACCCCAAAIIRL8AGSKAAAIIIIAAAggggAACCCCAQPQLkCECCCCAAAIIIIAAAggggAACCES/ABkigAACCCCAAAIIIIAAAggggED0C5AhAggggAACCCCAAAIIIIBAJAnUqlVLP//8c7jI77//vho2bBjeZ2PfBZzLnYzSOecnprTJKm3SSgubwNImsrSwiYOrVyqqe6/MVosG2XLBK7b9nK0Bt6zXe/MiZeLgoNB8EUAAgUMokDLjC62+4H5lb92Z+5aTGsiNvVRFK5WV9aPWn1pY/2phfa6Fc07OOX+Pc7lrv8MCgX0QcC63zTjnZO3JIjSOWzsLtT1bt2sepzuvSFfpEtmScrQzJUv9b16nt+ekBPt8EUAAAQTyCmRt3K5VF9ynne9+GRzO8ZF1S2/FXdjRj+vWr9q4bmH9rfW91gdbOPdr3xzcyBcBBP50AV6IAAIIIFCiRAklJiaGIWbOnBneZgMBBBBAAAEEEEAAgegQIAsEEEAAgWgQiImGJMgBAQQQQAABBBBA4BAK8GgEEEAAAQQQQAABBBBAAAEEEIh+ATJEAAEEEEAAAQQQQAABBBBAAIHoFyBDBBBAAAEEEEAAAQQQQAABBBCIfgEyRAABBBBAAAEEEEAAAQQQQACB6BcgQwQQQAABBBBAAAEEEEAAgYgRaNWqlVauXBku76RJk9SpU6fwPhv7L+Dcr5NTOuf85ME2eaWFTWRpE1pa2ASXVSsW1d1Ds3TcMVmyKTC3/ZylATev07tzI2DiYPFBAAEEDp3Azrc/16rz71PW1h3KyclRzolHS2P6qWjFMrL+08L6UutXLWJiYnx/65yTc84XzLnctd9hgcB+CDiX23acc75dhdqXtTWLUPuzdbvmRTQyGMvLlpSCxqddaTkacMt6Tf+IsVx8EEAAgV8EMjds06oL7teu976WC/4oiOxb/6IiF3b047qN6aGwftb+7RTqe51zso9zuWvbJhBA4E8W4HUIIIAAAl4gMTHRr20xbdo0WxEIIIAAAggggAACCESPAJkggAACCESFQExUZEESCCCAAAIIIIAAAodMgAcjgAACCCCAAAIIIIAAAggggED0C5AhAggggAACCCCAAAIIIIAAAghEvwAZIoAAAggggAACCCCAAAIIIIBA9AuQIQIIIIAAAggggAACCCCAAAIIRL8AGSKAAAIIIIAAAggggAACCESGQLdu3bRgwYJwYR966CGde+654X02DlzAudzJKZ1zcs75yYNtEkubzNIiNLmlTRxctWJR3fPXHLU4Jkty0s87szXwlnV6d27hnjhYfBBAAIFDJLDz7c+16oL7lb3d+kGnnJOOkRt7qYpWKC3rNy2sLw1FTEyM72edc3LO+VI5l7v2OywQOAAB53LbkHPOt69QOwu1O2uHNp7b+qRmcbpzSKbKlsyRlKNdqdnq/6+1mvbBzmCfLwIIIHBkC2Rt2K7VF45SyvtfBxA5QS8ZRNJfVOSCDn5cD/WltrY+1v7dFOpznfu1Lw5u5osAAodJgNcigAACCOQK9OzZUwkJCX4nOTlZP/zwg99mgQACCCCAAAIIIIBANAiQAwIIIIBAdAjEREcaZIEAAggggAACCCBwiAR4LAIIIIAAAggggAACCCCAAAIIRL8AGSKAAAIIIIAAAggggAACCCCAQPQLkCECCCCAAAIIIIAAAggggAACCES/ABkigAACCCCAAAIIIIAAAggggED0C5AhAggggAACCCCAAAIIIIBABAhcdtlleuutt8IlHTFihK6++urwPht/XMC5XyerdM6FJw+2SS0tbIJLC5s4uErForrnyhy1OCbL5g3WzzuzNfDmtZr5iU1+rcL4oUwIIIDAIRHYMf0zrTz/fmVtT1FOjpTd7mjFju2n+AqlZf2lhfWhoYiJifH9q3NOzjlfJudy136HBQJ/QMC53LbknPPtLNTeQu3P2mNoLD+xWZzuGpKpsiVzgrYoZWRKA29Zp2kf7BQfBBBA4EgVyNywTSsvvF8psxYGfaP1qUHc1kdFzm/vx/VQHxrqV2NjY8P9rXPBtQGcc7nrYJMvAggcHgHeigACCCDwi0D58uWVmJjo99LT0/Xuu+/6bRYIIIAAAggggAACCESBACkggAACCESJQEyU5EEaCCCAAAIIIIAAAodEgIcigAACCCCAAAIIIIAAAggggED0C5AhAggggAACCCCAAAIIIIAAAghEvwAZIoAAAggggAACCCCAAAIIIIBA9AuQIQIIIIAAAggggAACCCCAAAIIRL8AGSKAAAIIIIAAAggggAACCBR2gRtvvFHPPPNMuJiXX3657rzzzvA+GwdPwLncySqdc37Cy90nDrYJLy1sAuHKFYrqnqucjm+YHRTAaceuHF1+81rN+LgwThwcFJEvAgggcJAFdiQv0MoLRilnxy7fZ6p9A8WNvVRFy5eW9ZMWcXFxsn7T1qE+1bncPtaK45yzFYHAQRNwLrdNOecUanO2tjZoYe3S2qSt2zYroruGZqtMyWzl5OQoPSNHA4Ox/K3ZO8QHAQQQONIEMtdv1crz71fKrIW+T7R+Mee23ipyXjs/rof6TutLLWJjY8P9rHO/9r1Hmhv5IlD4BCgRAggggEBegcTExPBucnJyeJsNBBBAAAEEEEAAAQQiW4DSI4AAAghEi0BMtCRCHggggAACCCCAAAKHQIBHIoAAAggggAACCCCAAAIIIIBA9AuQIQIIIIAAAggggAACCCCAAAIIRL8AGSKAAAIIIIAAAggggAACCCCAQPQLkCECCCCAAAIIIIAAAggggAACCES/ABkigAACCCCAAAIIIIAAAggUaoEHHnhA9913X7iM55xzjv7973+Lz6ETcO7XySudc+FJLW2SSwub+NLCJg6uVL6IRl6Zo+MbZkk50o5d2Rp0yzrN+DhFhepDYRBAAIGDLPDztAVaccEoZe/YZd2fctofo9ix/VS0XClZ/2gR6jNjY2PDfalzTs45Xxrnctd+hwUCB1HAudy25ZwLt72YmBhZm7Sw9hmKNk3jdNfQbJUvLdldmZnS5Tev05uzdooPAgggcKQIZK7fqlUXPqBdH3zjU3Yu6BFv76Oi57X343ro3z/Wh1rsPrbbTc4F99gGgQACh1eAtyOAAAII5BPo0aOH7O8udjA5OVk//fSTbRIIIIAAAggggAACCES2AKVHAAEEEIgagZioyYREEEAAAQQQQAABBA66AA9EAAEEEEAAAQQQQAABBBBAAIHoFyBDBBBAAAEEEEAAAQQQQAABBBCIfgEyRAABBBBAAAEEEEAAAQQQQACB6BcgQwQQQAABBBBAAAEEEEAAAQQQiH4BMkQAAQQQQAABBBBAAAEEECi8As8995yuv/76cAFPOOEETZ06NbzPxqETcC538krnnJxz4cmDbbJLC5sA08ImD65Uvqjuvkpq2ShbwdXauStbg25eqxlzUlRYPpQDAQQQOJgCP781X6sufEA5KWlBvxc8uUNDxY29VEXLlpT1ixahvtIm2YuJifH9qHNBLxmEgo9zLljyReDQCTiX28acc779hdqhtU2L0Dhu7bVN0yK6fUimypXKUY6kzKwcXX7zGv3v/R3BHt//Z+8+4KSosv7/f0/PTM+QBARBQcwRzErQVQyoo6JiAEF0zZGkrjlhwJwI5oBZMS8qIKOgOOYcVpGg5GjOYIB+6tymC0fdZw3AdNd8yj5V9zZd3fe8/3XvhWf/r99BAAEEki3w89wvNX3/K/Tdc2PDGhiyPX9fpffbMuzrufXS106PX+/t/nmz7JrrbQIBBBBAAAEEEMgngZVWWknl5eVhSN9++63GjBkT2pwQQOC3AryDAAIIIIAAAggggAACCCCw7AVSy/4n+cUaLkD6CCCAAAIIIIAAAggggAACCCCQfAEyRAABBBBAAAEEEEAAAQQQQACB5AuQIQIIIIAAAggggAACCCCAAAIIJF+ADBFAAAEEEEAAAQQQQAABBBBAIPkCZIgAAggggAACCCCAAAIIIIAAAskXIEMEEEAAgaUs8OSTT+qf//xn/CurrbaaXn311bhPY+kLmGWLWJqZzEypVCqEF7308EKYHul0Wo0bpnVhT9Nm6y2UH9/NW6Ajzp6tUS9+510CAQQQSIzAN0+8qRndr9SC7+YrVAneZl0V9z9Q6fp1QpFgXxNza+SvCwSbWXAwy15DhxMCS1HALPusmVnYw39vL/dn1qPNBmn1O3ahGtXPyI+F0ZZ+5NlzNHzMt96tyUHuCCCQYIGf5nyh6ftfoXkvjJOiJdP8dH5npbtsGfb13L93fG/3+PXerugws+jMCwEEEEAAAQQQyF+B8vLyeHAVFRVxmwYCCFQRoIMAAggggAACCCCAAAIIIFANAqlq+E1+skYLkDwCCCCAAAIIIIAAAggggAACCCRfgAwRQAABBBBAAAEEEEAAAQQQQCD5AmSIAAIIIIAAAggggAACCCCAAALJFyBDBBBAAAEEEEAAAQQQQAABBBBIvgAZIoAAAggggAACCCCAAAIIIIBA8gXIEAEEEEBgaQq88847+mVRogYNGmjy5MlL8yf57v8iYJYtZmlmMjOlUqkQXvzSwwtieqTTaTVuWKILe0qbr5cJn53/Q0ZHnj1bT734nTgQQACBJAh8M+INTe9+hRbO+zGsc2q/rkoGHKR0/bqhSLCvhb4mevy6QLCZBQKz7DV0OCGwDATMss+cmYU9/Pf2cn92PVpvUKLzj1mo5etLmYy0cGFGR0R7+bBnvlXNPcgcAQSSKvDznC+iff1Kff/CB9GaFy160Uv99lVpl3ZhX/f93NdG/3ePx6/3dncxy66x3iYQQAABBBBAAIF8Fdhzzz3joVVUVGjWrFlxnwYCCOQEuCKAAAIIIIAAAggggAACCFSHQKo6fpTfrMECpI4AAggggAACCCCAAAIIIIAAAskXIEMEEEAAAQQQQAABBBBAAAEEEEi+ABkigAACCCCAAAIIIIAAAggggEDyBcgQAQQQQAABBBBAAAEEEEAAAQSSL0CGCCCAAAIIIIAAAggggAACCCCQfAEyRAABBBBYagKzZ8/WJptsEn+/menjjz+O+zSWvYBZtqilmcnMlEqlQngRTA8vjOnhxTEbNUyrX09ps/UWhiKa835YqKPOmqUnX/hWHAgggEAhC3w9/HVN2/9KLfz+R0ULnDLbrKP0gIOUXq5OKBLsa6Cvhb4u/rpAsJmF1M2y19DhhMAyFDDLPntmFvbw39vL/Rn22KJVic4/ZoEaN8hI2TGo1mwAABAASURBVNt05Nmz9fgzNXQvFwcCCCRR4KfZX2ha9yv1/YvjpGhtVHTYBZ1V2rld2Nd9T/c10fd1j1/v7dHHo9sWLZLeIRBAAAEEEEAAgTwWWG211dShQ4cwws8//1zPPvtsaHNCAIFfCNBEAAEEEEAAAQQQQAABBBCoFoFUtfwqP1pjBUgcAQQQQAABBBBAAAEEEEAAAQSSL0CGCCCAAAIIIIAAAggggAACCCCQfAEyRAABBBBAAAEEEEAAAQQQQACB5AuQIQIIIIAAAggggAACCCCAAAIIJF+ADBFAAAEEEEAAAQQQQAABBBBAIPkCZIgAAgggsHQEFixYoNVXX73Kl0+bNk1efLHKm3SWuYCZhd80s1DoMpVKycOLYXr4/zfy8CKZjRumdUEv0xatpOjT+uFH6aizZuvJ578VBwIIIFCIAl8Pe13Tul+lzA8/KVrYpG3XU3rAP5WuVzvsUb72+Rro6+GvCwSbmfwwy169TSBQHQJm2WfQzMIe7vu4hz+3Hv4M+7PssUWrtM47NqPG9SVloohOR589S48//Y13alSQLAIIJE/g59lfaHq0r3//4vjsGhetc6kLu6h037byNTC3Hvra6PHrvd1FzLJrqrcJBBBAAAEEEECgEATKy8vjYY4cOTJu00AAgawAZwQQQAABBBBAAAEEEEAAgeoRSFXPz/KrNVSAtBFAAAEEEEAAAQQQQAABBBBAIPkCZIgAAggggAACCCCAAAIIIIAAAskXIEMEEEAAAQQQQAABBBBAAAEEEEi+ABkigAACCCCAAAIIIIAAAggggEDyBcgQAQQQQAABBBBAAAEEEEAAAQSSL0CGCCCAAAJLSaBZs2b64Ycf4m9//fXXtfLKK8d9GtUrYJYtcmlmMjOlUqkQXhTTwwtlenjRzEYN0jq/h7R5y4XKRP/9+FNGR501SxXPfSsOBBBAoJAEvn78NU3tfqUyP/yUHXb7dVU64J8qrVcnFAn2Nc/XPl8Hf10g2MzCPWbZa+hwQqAaBcyyz6KZhT389/Zyf6Y9Nm9ZovN6ZNS4oaIje98xfWfrsdHfRP0a8yJRBBBImMBPsz6P9vWr9N1L47KZRctb6sLOKt2nTdjXfU/3NdD3dY9f7+1+k1l0kzcIBBBAAAEEEECggAT23HPPeLQVFRX6+OOP4z4NBBAQBAgggAACCCCAAAIIIIAAAtUkkKqm3+Vna6QASSOAAAIIIIAAAggggAACCCCAQPIFyBABBBBAAAEEEEAAAQQQQAABBJIvQIYIIIAAAggggAACCCCAAAIIIJB8ATJEAAEEEEAAAQQQQAABBBBAAIHkC5AhAggggAACCCCAAAIIIIAAAggkX4AMEUAAAQSWhsA666xTpejQ8OHDtfnmmy+Nn+I7/4aAWbbYpZnJzJRKpUJ4cUyPXMFML5rZqEFa/XqltEXLjPz46Wfp6LNnqaLyG+8SCCCAQN4LfPX4a6FIsH5aEMZq262nsoEHKV23dlwk2Nc9X/9+XSDYzLL3LLqGDicE8kDAbPGzmdvH/erPsYc/076Pe2y2fonOPWahGtVfGEaeyWR07DmzNPSpr0M/+ScyRACBJAn8NPMzTd3/Sn330riQVkYZpS7sotJ92oR93dc9D18LPX69t/tNZtk11NsEAggggAACCCBQSALrrruuttlmmzDkuXPnqrKyMrQ5IYCACxAIIIAAAggggAACCCCAAALVJZCqrh/md2ugACkjgAACCCCAAAIIIIAAAggggEDyBcgQAQQQQAABBBBAAAEEEEAAAQSSL0CGCCCAAAIIIIAAAggggAACCCCQfAEyRAABBBBAAAEEEEAAAQQQQACB5AuQIQIIIIAAAggggAACCCCAAAIIJF+ADBFAAAEElrhA27ZtNXHixPh7Bw8erN122y3u08gvAbNs0Uszk5kplUqF8CKZufDCmR7L10/r/J6mLVp6ec2Mfvopo6POmqWRz34jDgQQQCCfBb569FVN2f8qLfzpZ2UyGdn266l0wD+VrlMrFAkuKSmRh697vy4QbGYhNbPsNXQ4IZBHAmbZZ9PMwh7+673cn+10Oh2e9c1aZvfyxg0V9v3orF7nzdbQp75W4g8SRACBxAj8NPNzTeneX9+/MnHRWiYVX7yfyvZuHdY6X/N87fN93ePXe7tDmGXXTm8TCCCAAAIIIIBAIQqUl5fHw66oqIjbNBCo8QIAIIAAAggggAACCCCAAAIIVJtAqtp+mR+ucQIkjAACCCCAAAIIIIAAAggggAACyRcgQwQQQAABBBBAAAEEEEAAAQQQSL4AGSKAAAIIIIAAAggggAACCCCAQPIFyBABBBBAAAEEEEAAAQQQQAABBJIvQIYIIIAAAggggAACCCCAAAIIIJB8ATJEAAEEEFiyAnvssYdeffXV+EsvuugiHXbYYXGfRn4KmGWLX5pZKKCZSqXk4cUyc4UzvYimx/INSnV+r5Rat8pIJi1YKB3Td5ZGVn4rDgQQQCAfBb589FVNPXCALFqwLFq4Uju0VNmAfypduywUCfZ1zsPXvF8XCDazkJJZ9ho6nBDIQwGz7DNqZmEP933cw59rD3/G0+l0eOY3Xb9E5/eQGjeM9nJllMlk1OvcWfr3k18pyQe5IYBAMgR+mvGZJu9/pb5/dUK0gimsYcUXd1Fppy3CGudrna95vvZ5/HpvdwWz7JrpbQIBBBBAAAEEEChUAf+/xefGXlFRoS+++CLX5YpAjRYgeQQQQAABBBBAAAEEEEAAgeoTSFXfT/PLNUyAdBFAAAEEEEAAAQQQQAABBBBAIPkCZIgAAggggAACCCCAAAIIIIAAAskXIEMEEEAAAQQQQAABBBBAAAEEEEi+ABkigAACCCCAAAIIIIAAAggggEDyBcgQAQQQQAABBBBAAAEEEEAAAQSSL0CGCCCAAAJLUOCII47QsGHD4m887rjjdPrpp8d9GvktYJYtgmlmMjOlUqkQXjAzV0DTi2l6NKyf1vm9itS6VUZedfPnnzM65swZeuLZb8SBAAII5JPAl0Nf0dQD+mvhTz9Hy1VGtsN6Kut/gNK1ykKRYF/fPH6vQLCZhVTMstfQ4YRAHguYZZ9VMwt7eG4v9+fbw59138c9Nl6vROf1kJo0VNj3zUx9zputRyq+UkIP0kIAgQQI/Dj9U03ufpXmvfahzP8zqfiSLirttEXY131987XO1zwP/7dMbi00iz4cGZhlr1GTFwIIIIAAAgggUNACG220kdq0aRNymD59uiorK0ObEwI1XID0EUAAAQQQQAABBBBAAAEEqlEgVY2/zU/XKAGSRQABBBBAAAEEEEAAAQQQQACB5AuQIQIIIIAAAggggAACCCCAAAIIJF+ADBFAAAEEEEAAAQQQQAABBBBAIPkCZIgAAggggAACCCCAAAIIIIAAAskXIEMEEEAAAQQQQAABBBBAAAEEEEi+ABkigAACCCwpgTPOOEODBw+Ov65bt24aMGBA3KdRGAJm2WKYZiYzU65YphfOzBXS9KKaHg2WS+u8XkVqs6FkkhZmpGPPmqknxnwT9XghgAAC1S/w1dBXNeWAAcosyMjMlNqhpWoN+KfStcpCkWBf1zx+r0Cwma9sCveJA4ECEjBb/Ozm9nG/+nPu4c+87+MeG6+X1jk9pBUaZpTJRBHledz5s/TwyK+iVtJe5IMAAoUu8NP0TzV5/6v0/WsfZtesaN0qvriLyvbcIuzrvq75GudrnYf/G8bXPw+zxWtjoTswfgQQQAABBBBA4JcC5eXlcffJJ5+M2zQQqLkCZI4AAggggAACCCCAAAIIIFCdAqnq/HF+uwYJkCoCCCCAAAIIIIAAAggggAACCCRfgAwRQAABBBBAAAEEEEAAAQQQQCD5AmSIAAIIIIAAAggggAACCCCAAALJFyBDBBBAAAEEEEAAAQQQQAABBBBIvgAZIoAAAggggAACCCCAAAIIIIBA8gXIEAEEEEBgiQgMHDhQF198cfxd2223nYYMGRL3aRSWgNni4phmJi+Y6eEFNHMFNb24pkeD5dI6t1dKW2yQUSYjLViY0TFnztCIZ74WBwIIIFCdAl/++xVN6t5fmYULo2FEC9QO66ms/wFKl5WGIsG+nnn8XoFgs8XrYHQzLwQKTsBs8TPse3gu/Hn38Gff93GPjddL65weUpNGkt9l0fmEfrP08BNfKVEHySCAQEEL/DjtU03a/yp9/8akkIeZqeSy/VS25+ZhX/f1zNc2X+M8ioqK4n/HmFl8T2hwQgABBBBAAAEEEiSwxx57xNlUVFTom2++ifs0EKiRAiSNAAIIIIAAAggggAACCCBQrQKpav11frzGCJAoAggggAACCCCAAAIIIIAAAggkX4AMEUAAAQQQQAABBBBAAAEEEEAg+QJkiAACCCCAAAIIIIAAAggggAACyRcgQwQQQAABBBBAAAEEEEAAAQQQSL4AGSKAAAIIIIAAAggggAACCCCAQPIFyBABBBBA4O8LDBkyRMcff3z8RRtuuKGeeeaZuE+jMAXMFhfJNLO4eKYX0swV1vQimx7166V1fp8StdlQyt4lHXvWDA1/+mtxIIAAAtUh8MUjL2tS9wHRT2eiMKU6tFSdAQeqtKw0FAn2dczj9woEm2VXMrPsVRwIFKiAWfYZNrN4H0+lUvLn3sPngO/jHhuvV6pzjjU1aZSR/xed9K8LZumhEV8qKQd5IIBA4Qr8MPUTTep2lb5/Y1KUhO/tUvElXVS2+2ZhX/d1zNc0X9s8/N8svt55mC1eC6ObeSGAAAIIIIAAAokTaN26tTbZZJOQ10cffaTKysrQ5oRATRUgbwQQQAABBBBAAAEEEEAAgeoVSFXvz/PrNUSANBFAAAEEEEAAAQQQQAABBBBAIPkCZIgAAggggAACCCCAAAIIIIAAAskXIEMEEEAAAQQQQAABBBBAAAEEEEi+ABkigAACCCCAAAIIIIAAAggggEDyBcgQAQQQQAABBBBAAAEEEEAAAQSSL0CGCCCAAAJ/U+Dpp59W9+7d429p0aKF3n333bhPo7AFzBYXyzQzeQFNDy+omSuw6cU2PZarW6LzeherzUZSKMkZnXqcNUPDRn8lDgQQQGBZCnzx8MuadMDA6CejhSh6pXZcX7UHHKB0aal8vfL1y+P3CgSbLV73oi/ghUDBC5gtfqZ9D8+FP/8ePhd8XnhstF5a5/YsUtNGUdrZ23TShbP00IgvozcK/kUCCCBQoAI/Tv1Ek/fvr+/fnixFa5NFp5LL9lOtPTYL+7qvXyUlJfI1zcP/rZJb68xMfphlr94mEEAAAQQQQACBJAqUl5fHaY0aNSpu00CgBgqQMgIIIIAAAggggAACCCCAQDULpKr59/n5GiFAkggggAACCCCAAAIIIIAAAgggkHwBMkQAAQQQQAABBBBAAAEEEEAAgeQLkCECCCCAAAIIIIAAAggggAACCCRfgAwRQAABBBBAAAEEEEAAAQQQQCD5AmSaQfJNAAAQAElEQVSIAAIIIIAAAggggAACCCCAAALJFyBDBBBAAIG/I/Dee++pQ4cO8VfUq1dP06ZNi/s0kiFgli2WaWYyM+WKaXphTS+06eFFNz3q1S3Rub2K1XYjKfqwv9Tr7JkaNvorcSCAAALLQuCLh17SpH8ODOuPn4p2bqU6/Q+oUiDY163fKxBsZmGIZtlr6HBCIAECZtln2szifdz3c58HHj4nfB/32GCdEp3TM6Umyy9UJpOJQjrpgll6cPiXKuyD0SOAQCEK/DDlE33Y7Sp999ZkhQUpI5Vc3kW1Om5aZW/3tczD/43i65uH2eK1rxBzZ8wIIIAAAggggMCfEdh9993jj48cOVLz58+P+zQQqFkCZIsAAggggAACCCCAAAIIIFDdAqnqHgC/XwMESBEBBBBAAAEEEEAAAQQQQAABBJIvQIYIIIAAAggggAACCCCAAAIIIJB8ATJEAAEEEEAAAQQQQAABBBBAAIHkC5AhAggggAACCCCAAAIIIIAAAggkX4AMEUAAAQQQQAABBBBAAAEEEEAg+QJkiAACCCDwlwU+/vhjbbTRRlXunzp1apU+neQImC0unmlm8oKaHl5g0wttlpSUxAU469VN69zeJWqzYSbU6JQy6n32DD3+1FfiQAABBJamwOcPvqSPDro6rD2ZjFS0U0vVvnL/eH3ytcrD1y1fv3wd8zAzmVkYmln2GjqcEEiQgFn22TazeB/359/ng4fPjXQ6HebLButk9/IVG0vy26I45cKZenDYlyrYg4EjgEDBCfww+WN91O0qzXtniqKlKxq/KX1FV9XabdOwVvma5WuXr2Eev97boxui+6IFzBsEAggggAACCCCQcIGtt95aLVu2DFmOGzdOlZWVoc0JgRonQMIIIIAAAggggAACCCCAAALVLpCq9hEwgMQLkCACCCCAAAIIIIAAAggggAACCCRfgAwRQAABBBBAAAEEEEAAAQQQQCD5AmSIAAIIIIAAAggggAACCCCAAALJFyBDBBBAAAEEEEAAAQQQQAABBBBIvgAZIoAAAggggAACCCCAAAIIIIBA8gXIEAEEEEDgrwusu+66ymQy8Rd88MEHatiwYdynkTwBs2zxTDMLhTRTqZQ8vNCmF9z04ptehNOjXt20zu1TonYbu4NFJ1Ofc2Zo2KivojYvBBBAYMkLfP7Ai5p08NUKK050Kt5lA9W5cv8qBYJ9nfL1ytctX788zExmFgZklr2GDicEEihgln3GzSzs4T4HfD74vPDwOeL7uMcG66R1Tu9irdhYUvRXvuilUy6aqfsf+zx6o/BejBgBBApL4IfJH+vDbv31/btTwxrk61D6ii6qtevGVfZ2X7s8fC3zNc3DbPFaV1hZM1oEEEAAAQQQQODvCZSXl8dfMGrUqLhNA4GaJECuCCCAAAIIIIAAAggggAAC1S+Qqv4hMIKEC5AeAggggAACCCCAAAIIIIAAAggkX4AMEUAAAQQQQAABBBBAAAEEEEAg+QJkiAACCCCAAAIIIIAAAggggAACyRcgQwQQQAABBBBAAAEEEEAAAQQQSL4AGSKAAAIIIIAAAggggAACCCCAQPIFyBABBBBA4C8KrLrqqvryyy/ju5955hmtt956cZ9GcgXMFhfTNDN5gU0PL7jphTdLSkpCQU6/1qtbqnP6pNVm44xyVTv79J2ux5/6KurzQgABBJacwGf3v6iPDrnWawOHKNq5lepc3jWsR+l0Wr4mefg65euVr1seZiYzCwMxy15DhxMCCRYwyz7rZhb2cTOTzwufHx4+V3LzptXaafXtWaQVV5As/Cedfsls3ffY5yqwg+EigEABCfwwaa4+7NZf8/4zNVp5ooGbVHrlfqq96yZV9nZfszx8DfN93cMs+rDfsugaNXkhgAACCCCAAAI1RqBjx45xrhUVFVqwYEHcp4FADREgTQQQQAABBBBAAAEEEEAAgTwQSOXBGBhCogVIDgEEEEAAAQQQQAABBBBAAAEEki9AhggggAACCCCAAAIIIIAAAgggkHwBMkQAAQQQQAABBBBAAAEEEEAAgeQLkCECCCCAAAIIIIAAAggggAACCCRfgAwRQAABBBBAAAEEEEAAAQQQQCD5AmSIAAIIIPBXBDbaaCNNmzYtvvW+++7TdtttF/dpJF/AbHFRTTOTF9r08MKbXoCzpKQkLsxZt05a5x1Xqrab+D3ZOP6c6Xrsya/EgQACCCwJgc/uf0GTDrtW0XIkX2WKd9lAda/oFq9DviZ5+Prk65SvVx5mJjMLQzDLXkOHEwI1QMAs+8ybWdjHzUw+P3yeePicSafT8murdUp1ds8irbhCRhlJmUxGZ1w8S0OGfh71CuXFOBFAoFAE5n80VxO79tf3/5maXXOigZdd2VW1dtm4yt7ua5WHr12+r3uYLV7bott4IYAAAggggAACNU6gQ4cOWnPNNUPe7777riorK0ObEwI1R4BMEUAAAQQQQAABBBBAAAEE8kEglQ+DYAwJFiA1BBBAAAEEEEAAAQQQQAABBBBIvgAZIoAAAggggAACCCCAAAIIIIBA8gXIEAEEEEAAAQQQQAABBBBAAAEEki9AhggggAACCCCAAAIIIIAAAgggkHwBMkQAAQQQQAABBBBAAAEEEEAAgeQLkCECCCCAwJ8W2GabbfSf//wnvm/gwIHq2rVr3KdRcwTMFhfXNDN5wU0PL8DphThLSkrkkU6nVad2Wuf0SavtxhlJGWUyGZ1wzjQ9WvFl1OeFAAII/HWBT4c8r48OvS5aV6LVJVpbinZppbqX7VelQLCvRb4u+frk65SHmcnMwg+bZa+hwwmBGiRgln32zSzs42Ymnyc+Xzx87vg+7tdW65Tq7F7FatbEwtyJPqqzLp2lIUM/V0EcDBIBBApC4IeP5urDbv017/3p0Xij9SY617qqq2qVb1Rlb/c1ysPXLN/XPcws+rTCGiUOBBBAAAEEEECgBguUl5fH2Y8ePTpu00CgRgiQJAIIIIAAAggggAACCCCAQF4IpPJiFAwisQIkhgACCCCAAAIIIIAAAggggAACyRcgQwQQQAABBBBAAAEEEEAAAQQQSL4AGSKAAAIIIIAAAggggAACCCCAQPIFyBABBBBAAAEEEEAAAQQQQAABBJIvQIYIIIAAAggggAACCCCAAAIIIJB8ATJEAAEEEPhzAnvvvbeef/75+KYzzjhDffr0ifs0ap6A2eIim2YmL7zp4YU4vSBnSUmJPNLptOrUTuvc48rUbhPLFuWMPn/iudP16MgvxYEAAgj8FYFP73tBHx1xg6JFRSapeNcNVe+yrlUKBPsa5OuRr0u+PnmYmcwsukPxVRwI1FABs8VzITc/fL74vPHwOeT7uF9brl2qM3sWaaUVMsoEr4zOunSm7v33Z6GXzyfGhgAC+S8w/8M5Gt/1Kn0/dnq8xpRd1VW1dt6wyt7ua5OHr1W+bnmYLV7L8j9TRogAAggggAACCCxdgY4dO8Y/UFFREbdpIFATBMgRAQQQQAABBBBAAAEEEEAgPwRS+TEMRpFQAdJCAAEEEEAAAQQQQAABBBBAAIHkC5AhAggggAACCCCAAAIIIIAAAggkX4AMEUAAAQQQQAABBBBAAAEEEEAg+QJkiAACCCCAAAIIIIAAAggggAACyRcgQwQQQAABBBBAAAEEEEAAAQQQSL4AGSKAAAII/AmBo48+WkOHDo3vOOyww3ThhRfGfRo1V8BscbFNM5MX4PTwgpxemLOkpEQe6XRatWundc5xZWq3aXRPJhMKe5543jQNfeILcSCAAAJ/RuDTIc/ro8OvV1hIolPRbhuo3qVdqhQI9rXH1yFfj3xd8jAzmVn4KbPsNXQ4IVCDBcyyc8HMwj5uZvJ54/PHw+eS7+N+bbl2qc7qXaLmTaN7os+ZmfpeNkv3PvKZ8vhgaAggkOcC8z+cowndBmj+BzOjkVq0V0u1+ndT7Z03rLK3+5rk4WuU7+seZhbdo+ie7FUcCCCAAAIIIIBADRfYbbfd1KJFi6Dw+uuv67nnngttTgjUAAFSRAABBBBAAAEEEEAAAQQQyBOBVJ6Mg2EkUoCkEEAAAQQQQAABBBBAAAEEEEAg+QJkiAACCCCAAAIIIIAAAggggAACyRcgQwQQQAABBBBAAAEEEEAAAQQQSL4AGSKAAAIIIIAAAggggAACCCCAQPIFyBABBBBAAAEEEEAAAQQQQAABBJIvQIYIIIAAAn9UoG/fvrrpppvij3fs2FGDBw+O+zQQMMsW2zSzUHjTC3F6eGFOL9BZUlIij3Q6rVq1StS3T6m23Cz6bETn55PPn66hT3wR9XghgAAC/1vgk3uf14dH3Bh90KToVbLbRlruki5VCgT7muPrj69Dvh55mJnMTH6YZa/eJhBAQFXmhs8XD58/Po88fE75Pu7X9dcq1Rk9i9SsSUaZTEZSRudcPlP3PPxZ1M7HF2NCAIF8Fpj/4RyN36+/5n0wI1pTopFG60qt/l1Ve6cN/tDeHt0Rr2HeJhBAAAEEEEAAAQSk8vLymOGZZ56J2zQQSLYA2SGAAAIIIIAAAggggAACCOSLQCpfBsI4EihASggggAACCCCAAAIIIIAAAgggkHwBMkQAAQQQQAABBBBAAAEEEEAAgeQLkCECCCCAAAIIIIAAAggggAACCCRfgAwRQAABBBBAAAEEEEAAAQQQQCD5AmSIAAIIIIAAAggggAACCCCAAALJFyBDBBBAAIE/JHDNNdeoX79+8We33HJLDRs2LO7TQCAnYGahaWahAGcqlZJHUVGRiouLVVJSEiKdTqtWrbT6HlemdpuZMtF/fuPJ50/Xv4d/7k0CAQQQ+K8Cn9zznD488sboz331yKik44aqd/G+f6hAsJlF9ymsUeJAAIHfCJgtniNmVmUfz+3lvo/7nr7+WmU6s1dazZsqOvw+07lXzNQ9D38W9fPsxXAQQCBvBeZNnK3x+/XXvPGzojFGa0n0qjWgq2rvuMFv9nb/d4WH/xvDwyz6sN+16Bo1eSGAAAIIIIAAAggsEth1110XtaSKioq4TQOBRAuQHAIIIIAAAggggAACCCCAQN4IpPJmJAwkcQIkhAACCCCAAAIIIIAAAggggAACyRcgQwQQQAABBBBAAAEEEEAAAQQQSL4AGSKAAAIIIIAAAggggAACCCCAQPIFyBABBBBAAAEEEEAAAQQQQAABBJIvQIYIIIAAAggggAACCCCAAAIIIJB8ATJEAAEEEPjfAg8++KB69+4df3D99dfXiy++GPdpIPBrAbPFRTjNTF6Y08MLdRYXF6ukpCREOp1WWVlaZx9Xpi03S8kPv/PUC6brkeGfe5dAAAEEfiPw8d3P6cOjb5aZrxim0t031nIX7fubAsHF0Xrj646vPx5mtugexVdxIIDA7wqYWXjfzMJ88Tnk88nnlYfv5b6Pe6y3VqnO7J1W86Z+S0aKXuddMUN3P/ipv5E3wUAQQCA/BeZNmKXxzieioAAAEABJREFU+/XXvPGzogFGC0i0iNQe0FV1dtzgN3u7r0MeviZ5mFl0j8I6JQ4EEEAAAQQQQACB3wjss88+ato0/GMt/N/0X3755d98hjcQSJoA+SCAAAIIIIAAAggggAACCOSPQCp/hsJIEiZAOggggAACCCCAAAIIIIAAAgggkHwBMkQAAQQQQAABBBBAAAEEEEAAgeQLkCECCCCAAAIIIIAAAggggAACCCRfgAwRQAABBBBAAAEEEEAAAQQQQCD5AmSIAAIIIIAAAggggAACCCCAAALJFyBDBBBAAIH/IfDss89qv/32iz/VrFkzjR07Nu7TQOC/CZgtLsZpZvICnR5esLO4uFglJSUh0um0apWlddZxpWq3mbJHRjq933Q9MvzzbJ8zAgggsEjg47sq9eExN0uZTPTKKL3HRqp34d6/KRDs64yvN77ueJhZXBzYzBZ9GxcEEPj/BMyyc8XMwvzxueTzyueXxy/38nXXLNUZvdNaeSWTopef+l01U3c/+Kny5GAYCCCQhwLzJszW+P0Gat7EOVK01kQn1RnYTXU6tPrN3u7rj4evRR5mYbGJbstexYEAAggggAACCCDwuwLl5eXx+88880zcpoFAQgVICwEEEEAAAQQQQAABBBBAII8EUnk0FoaSKAGSQQABBBBAAAEEEEAAAQQQQACB5AuQIQIIIIAAAggggAACCCCAAAIIJF+ADBFAAAEEEEAAAQQQQAABBBBAIPkCZIgAAggggAACCCCAAAIIIIAAAskXIEMEEEAAAQQQQAABBBBAAAEEEEi+ABkigAACCPx/AuPGjdN2220Xf6R27dqaPHly3KeBwP8SMMsW4zSzUJjTC3V6eOHO4uJilZSUhEin06pVVqqzj6utLTc3KXp5nNFvuh4Z9rk4EEAAAReYe2elPjx2cLQ8RItEtK6U7rmxlrtg798UCPb1xdcZX288zExm5l8RX0OHEwII/E8Bs8Vzx8zkc8rnl8+z3D7uV9/L112zVKf3Sqv5ipIyGX+p35UzdNcDn0ZvVPeL30cAgXwTmDd+lj7o0l/fT5y9aM3IqO6grqq9Q8vf7O2+7nj4GuRhtnhtyre8GA8CCCCAAAIIIJBvArvssks8pIqKirhNA4FkCpAVAggggAACCCCAAAIIIIBAPgmk8mkwjCVBAqSCAAIIIIAAAggggAACCCCAAALJFyBDBBBAAAEEEEAAAQQQQAABBBBIvgAZIoAAAggggAACCCCAAAIIIIBA8gXIEAEEEEAAAQQQQAABBBBAAAEEki9AhggggAACCCCAAAIIIIAAAgggkHwBMkQAAQQQ+K8Cn3/+uTbbbLMqfz5u3LhQiLHKm3QQ+B8CZouLc5qZvGCnhxfwLC4uVklJSYh0Oq2ysrTO7FOmrTZPSRl/ZXTGBdP08OOfiQMBBGq2wJw7ntWHPQYrk8mEKNl9Qy3Xb6+wL/n6kVtLfF3x9cXXGQ8zk5kFPLPsNXQ4IYDAHxYwy84dMwvzyeeWzzOP3Nzzq8/FddYojfbyUq3czD8b/UR0z4VXzdAd930SdarxxU8jgEBeCXw/bqbGdumv+R/NidYVH5qp7qBuqr19y9/s7b7WePja42FmfkN0X/YaOpwQQAABBBBAAAEE/qtA586d1aBBg/Dnzz77rN54443Q5oRAIgVICgEEEEAAAQQQQAABBBBAIK8EUnk1GgaTGAESQQABBBBAAAEEEEAAAQQQQACB5AuQIQIIIIAAAggggAACCCCAAAIIJF+ADBFAAAEEEEAAAQQQQAABBBBAIPkCZIgAAggggAACCCCAAAIIIIAAAskXIEMEEEAAAQQQQAABBBBAAAEEEEi+ABkigAACCPx3gVatWmnevHnxB1599VW1aNEi7tNA4M8ImGWLc5pZKNTphTs9vJBncXGxSkpKQqTTaZWVlerM42ppyy0s/omzLpyuhx/7LO7TQACBmiUw545n9VHP20LSZqZ0p43U4IK9f1Mg2NcTX1d8ffEws7Dm+I1m5hcCAQT+ooBZdg6ZWZhXPsd8vnnk9nG/+l6+9uqlOr13qZqvGP1YRopeunjATN0+5OPojep58asIIJA/At+Pm6Wxnftr/qSPlYkWCI+6V3dVne3X/83e7muMh685HmYWEjHLXkOHEwIIIIAAAggggMD/K+D/VisvL48/M2bMmLhNA4GkCZAPAggggAACCCCAAAIIIIBAfgmk8ms4jCYhAqSBAAIIIIAAAggggAACCCCAAALJFyBDBBBAAAEEEEAAAQQQQAABBBBIvgAZIoAAAggggAACCCCAAAIIIIBA8gXIEAEEEEAAAQQQQAABBBBAAAEEki9AhggggAACCCCAAAIIIIAAAgggkHwBMkQAAQQQ+C8C6623nubMmRP/6eOPP67WrVvHfRoI/BUBs2yRTjOTmckLeHp4Qc/i4mJ5ISqPdDqt0tK0zjq+trZqnf1/BjqjjM66aJoeevQzcSCAQM0SmHP7s/qw523RKpAJiaf33EgNzt/rNwWCfR3x9cTXFQ+z7FrjN5mZXwgEEPibAmbZuWRm8V7u887D9/Bc+F6+9uqlOr13qVo0jz4b/a5FcenAWbp9yMdRa5m/+EEEEMgTge8/mKmxnfvrhymfytcFM1O9a7qpznbr/2Zv97XFw/d1DzO/QzLLXsWBAAIIIIAAAggg8IcFdtlll/izFRUVcZsGAgkTIB0EEEAAAQQQQAABBBBAAIE8E8j+//mVZ4NiOIUuwPgRQAABBBBAAAEEEEAAAQQQQCD5AmSIAAIIIIAAAggggAACCCCAAALJFyBDBBBAAAEEEEAAAQQQQAABBBBIvgAZIoAAAggggAACCCCAAAIIIIBA8gXIEAEEEEAAAQQQQAABBBBAAAEEki9AhggggAACvyfQtm1bjR8/Pv6jW265Rbvvvnvcp4HA3xEwyxbrNLNQuNMLeXp4Yc/i4mKVlJSESKfToQDomcfV1j/aFCn6dBRS34un6aFHP/07Q+BeBBAoIIE5tz+rib1vky8Avg6U7rWxGpzfKawPvk7k1gxfP3wd8fXEwyz6dBSKDjOLzrwQQGBJCZhl55SZyczkc87nn0duTvrV5+jaa5TptF5ptWhuykjKZDK6dMBM3XbP3Ki3LF/8FgII5IPAd2Nn6L3O/TV/yifRmpCJQqp3TTfV2Xa93+ztvqZ4+BrjYWYhBbPsNXQ4IYAAAggggAACCPxhgc6dO6t27drh80899ZTeeeed0OaEQLIEyAYBBBBAAAEEEEAAAQQQQCDfBFL5NiDGkwABUkAAAQQQQAABBBBAAAEEEEAAgeQLkCECCCCAAAIIIIAAAggggAACCCRfgAwRQAABBBBAAAEEEEAAAQQQQCD5AmSIAAIIIIAAAggggAACCCCAAALJFyBDBBBAAAEEEEAAAQQQQAABBBBIvgAZIoAAAgj8RmDnnXfWq6++Gr9/4YUX6vDDD4/7NBBYEgJm2aKdZiYzkxf09PACn8XFxSopKQmRTqdDIdDT+9TSVq0tFAjNZDLqe9E0PfjvT8WBAALJFph92xhN7HW7spNfKt1rYzU4d8+wLvj6kFsrfN3w9cPXEQ+z7NriOmbmFwIBBJawgFl2bplZvJf7PPTIzU2/+lxda/UyndqrVKs0988q+rx0+dUzdds9c7XMDn4IAQSqXeD7sTP1fucB+mHqp5KFl5a7ppvqtF/3N3u7ryUevq97mEU3SDLLXsWBAAIIIIAAAggg8KcF6tatq/Ly8vi+ysrKuE0DgcQIkAgCCCCAAAIIIIAAAggggEDeCaTybkQMqOAFSAABBBBAAAEEEEAAAQQQQAABBJIvQIYIIIAAAggggAACCCCAAAIIIJB8ATJEAAEEEEAAAQQQQAABBBBAAIHkC5AhAggggAACCCCAAAIIIIAAAggkX4AMEUAAAQQQQAABBBBAAAEEEEAg+QJkiAACCCBQVaBLly566qmn4jd79+6tM844I+7TQGBJCphli3eaWSjk6YU9PbzQZ3FxsUpKSkKk0+lQEPT04+po6zZF4bNmpnMvmaYH/v3JkhwS34UAAnkkMPvWMZrY5w7JFI6yfTZRg3P3COuBrwu5NcLXC183fP3wMDOZWbjHLHsNHU4IILDEBcyyc8zMwrzzOejz0SM3R/3qc3at1ct0au9SrdLclPGRRKcrBs3UrXfP9d5SD34AAQSqV+C792foP/tepR+mf5YdSLQGLHdtN9Vpv+5v9nZfQzx8TfEws3CPWfYaOpwQQAABBBBAAAEE/pJAeXl5fF9FRUXcpoFAUgTIAwEEEEAAAQQQQAABBBBAIP8EUvk3JEZU4AIMHwEEEEAAAQQQQAABBBBAAAEEki9AhggggAACCCCAAAIIIIAAAgggkHwBMkQAAQQQQAABBBBAAAEEEEAAgeQLkCECCCCAAAIIIIAAAggggAACCCRfgAwRQAABBBBAAAEEEEAAAQQQQCD5AmSIAAIIIPALgZ49e+qhhx6K39lvv/00aNCguE8DgaUhYJYt4mlmMjN5gU8PL/hZXFyskpKSEOl0OhQGPbVPbW3dtkiZTEZSRudfMk33P/JJ1OaFAAJJEpg1+BlNOO7OOKWyfTZRg767h3Ugtx74+uDrhK8Xvm54mGXXEr/RzPxCIIDAUhYwy841M4v3cp+XHj5Pc+Fzd83VynRqn1patbkp+nAU0lVXz9Std83VUj74egQQqEaBb9+brvc6D9APMz4Po4iWC9W/rpvqbLNuvLfn1gpfOzx8X/cwi9aL6C6z7DVq8kIAAQQQQAABBBD4GwKdO3eW/33Lv2LkyJEaO3asNwkEkiJAHggggAACCCCAAAIIIIAAAnkokMrDMTGkghZg8AgggAACCCCAAAIIIIAAAgggkHwBMkQAAQQQQAABBBBAAAEEEEAAgeQLkCECCCCAAAIIIIAAAggggAACCCRfgAwRQAABBBBAAAEEEEAAAQQQQCD5AmSIAAIIIIAAAggggAACCCCAAALJFyBDBBBAAIGcwHnnnafrrrsu19XOO++s+++/P+7TQGBpCphli3mamcxMXujTwwtRFRcXK1cMNJ1OhwKhp/Sura3bFUsyKYp+l07TA498Kg4EEEiGwKxbntHE4++KZnc2n7J9NlHDvruH+Z9bB3xt8PB1wtcLDzOTmYWbzLLX0OGEAAJLXcAsO+fMLMxDn5M+Pz1y+7hffQ6vsWqpTulTphbNpEwmCmV01TUzNPjOOUtxnHw1AghUl8B3783Qf/YdoPkzPvMJH0VG9a/bX3W2Xife23198PA1w8PXEA8zC8M2y15DhxMCCCCAAAIIIIDA3xJo1KiRysvLw3csWLBAlZWVoc0JgWQIkAUCCCCAAAIIIIAAAggggEA+CqTycVCMqYAFGDoCCCCAAAIIIIAAAggggAACCCRfgAwRQAABBBBAAAEEEEAAAQQQQCD5AmSIAAIIIIAAAggggAACCCCAAALJFyBDBBBAAF5hE18AABAASURBVAEEEEAAAQQQQAABBBBIvgAZIoAAAggggAACCCCAAAIIIIBA8gXIEAEEEEAgCNxwww0699xzQ9tPbdq0UUVFhTcJBJaZgFm2qKeZyczkBT89vABocXGxvCCoRzqdDoVCT+ldW/9om1Im+s9f/S6dovsf/kQcCCBQ2AIzb35aE064y6d1FBmV7bOJGp7dMcz73Pz3NcHD1wdfJzzMsmuHZ29mfiEQQGAZC5hl556ZxXu5z1MP38M9cvN4jVXLdNpxtbVqC4tG6SH1v3amBt8xJ+ovhRdfiQAC1SLw7X+m6919++vHWV/Iov/81eCG7qrzj7Xjvd3XBg9fKzx8X/cwszBms+w1dDghgAACCCCAAAIILBGB8vLy+Hv43wJiChpJECAHBBBAAAEEEEAAAQQQQACBvBRI5eWoGFTBCjBwBBBAAAEEEEAAAQQQQAABBBBIvgAZIoAAAggggAACCCCAAAIIIIBA8gXIEAEEEEAAAQQQQAABBBBAAAEEki9AhggggAACCCCAAAIIIIAAAgggkHwBMkQAAQQQQAABBBBAAAEEEEAAgeQLkCECCCCAgPTII4/o2GOPjSnWWWcdvfLKK3GfBgLLUsAsW9zTzGRm8sKfHl4ItLi4WF4Y1COdToeCoaf0qatt2hVLpugwXXDZVN3/0MdRmxcCCBSiwMybntbEE++RmcmiBGrtu6ka9d09zPfcvPe1wMPXBQ9fI8xMZhbdofgqDgQQqBYBs8Vz0czCXu5z1cP3cJ+/ufm8+qqlOqV3La3aInuPMhkNuG6Gbrl9tpb0wfchgMCyF/j23Wl6d98B+mHWF+HHM8qo4Q3dVWerteK93dcFD18jPHxf9zDLrgtm2Wv4Ak4IIIAAAggggAACS0ygc+fO8XdVVFRo4sSJcZ8GAoUswNgRQAABBBBAAAEEEEAAAQTyUyCVn8NiVAUqwLARQAABBBBAAAEEEEAAAQQQQCD5AmSIAAIIIIAAAggggAACCCCAAALJFyBDBBBAAAEEEEAAAQQQQAABBBBIvgAZIoAAAggggAACCCCAAAIIIIBA8gXIEAEEEEAAAQQQQAABBBBAAAEEki9AhggggECNF3jhhRe07777xg5NmjTR+PHj4z4NBKpDwCxb5NPMZGbyAqAeXhC0uLhYXiDUI51Oh8KhJ/Wuo63bFUnKhNeFl03TfQ9+HPV5IYBAIQnMuPFpTTjpHmV8KkenWp03UaOzO4Y5n5vvvgZ4+HrgYZZdJ8wspGqWvYYOJwQQqDYBs+xcNLN4L/c56+F7uM/j3LxefdUyndKnllZtkQqflUyDrp+pm2+brSV48FUIILCMBb59d7re7TxQP875UmYWfr3Rjd1VZ8s1w9/hfQ3w9cDD1wYP/zu/h1n282bZa7iZEwIIIIAAAggggMASFWjWrJl23HHH8J3z5s1TZWVlaHNCoMAFGD4CCCCAAAIIIIAAAggggECeCqTydFwMqyAFGDQCCCCAAAIIIIAAAggggAACCCRfgAwRQAABBBBAAAEEEEAAAQQQQCD5AmSIAAIIIIAAAggggAACCCCAAALJFyBDBBBAAAEEEEAAAQQQQAABBBBIvgAZIoAAAggggAACCCCAAAIIIIBA8gXIEAEEEKjZAhMnTtS2224bI5SWlmrs2LFxnwYC1Slgli32aWahYKgXAvXwwqDFxcXyQqEeXjjU46TedbX1lsXRZ6NRm3Tx5VN134MfRx1eCCBQCAIzbnpaE0++NxqqhXlcu8tmanRWxzDXfY57+Nz38HXAw8w/m43oxug+8wuBAAJ5ImCWnZNmFuZnbh/3+et7uIfPbY/VVinTKcfV1qotTMpkoldGV18/QzfdOmsJZcPXIIDAshT45p1penuf/vph9pdhPmeieb38jfurdrs15XPew9cAD18TPHyN8DCL1oFosGbZa9TkhQACCCCAAAIIILCUBMrLy+NvfvLJJ+M2DQQKV4CRI4AAAggggAACCCCAAAII5KtAKl8HxrgKUIAhI4AAAggggAACCCCAAAIIIIBA8gXIEAEEEEAAAQQQQAABBBBAAAEEki9AhggggAACCCCAAAIIIIAAAgggkHwBMkQAAQQQQAABBBBAAAEEEEAAgeQLkCECCCCAAAIIIIAAAggggAACCCRfgAwRQACBGizw1VdfqV27dlqwYEGs8Oabb6pRo0ZxnwYC1S1gli36aWYyM3lBUA8vEFpcXCwvGOrhBUQ9TuxVV1tvWSxlMspIuvjyqRpy/9yoxQsBBPJZYMYNT2vCSfdGUzeaudH8rd1lUzU6c9cwx31ue/ic9/D572GWXRfMLKRmlr2GDicEEMgbAbPs3DSzeC/3Oezhc/qX+/iqLUp18nG1tfpqReGzZqZrb5ipmwbP+vv58A0IILDMBL55Z6re2XeAfvr463guHz/vCR0+4Ez5vzl9X/e57+FrgYf/Hd/DzMI4zbLX0OGEAAIIIIAAAgggsNQE9t133/i7KyoqNHny5LhPA4GCFGDQCCCAAAIIIIAAAggggAACeSuQytuRMbCCE2DACCCAAAIIIIAAAggggAACCCCQfAEyRAABBBBAAAEEEEAAAQQQQACB5AuQIQIIIIAAAggggAACCCCAAAIIJF+ADBFAAAEEEEAAAQQQQAABBBBAIPkCZIgAAggggAACCCCAAAIIIIAAAskXIEMEEECgJgtsuumm+vzzz2OCp59+Wi1btoz7NBDIFwGzbPFPMwsFRL0wqIcXCi0uLpYXDvXwQqIe/+pVV9tsVSKLEvC49MqpGnL/3KjHCwEE8lFg+g2jNf6UIdHQohkbzfPa+22mRmfsGua2z2kPn+sePu89zExm2YhuDG2/EgggkJ8CZhYGZmZhvub2cZ/PPrd/uY+v2qJMJ/aupdVWMWUymXDftTfO1I23zAztv3riPgQQWDYC37wzTW/vM1A/fvx1mMMZZXTc9yP0zoI5eu2119SlSxedffbZmj9/vnwN8PA1wcPMwiDNstfQ4YQAAggggAACCCCwVAVWX311tW/fPvzGV199pcrKytDmhEChCjBuBBBAAAEEEEAAAQQQQACB/BVI5e/QGFmBCTBcBBBAAAEEEEAAAQQQQAABBBBIvgAZIoAAAggggAACCCCAAAIIIIBA8gXIEAEEEEAAAQQQQAABBBBAAAEEki9AhggggAACCCCAAAIIIIAAAgggkHwBMkQAAQQQQAABBBBAAAEEEEAAgeQLkCECCCBQYwU23XRTTZ48Oc5/yJAh2n777eM+DQTyTcAsWwTUzGRm8gKhHl4wtLi4WCUlJSHS6bQ8TuhVV9v8o1gZKcSlV07VvffNiXq8EEAgnwSmXT9aE065LxpSdrbW2W9TNT5jlyrz2ee4h893D7PsOmBm0X0Ka4I4EEAg7wXMFs9ZMwt7uc9pD5/jvpf7Hu6xaosyndSnjtZYrUh++J3X3zRTN94807t/JbgHAQSWgcDXb0/V2/sM0E+ffBP9moU9ek6fjbTCdq30y+Omm27SFltsobvvvjusBf73ejMLHzHLXkOHEwIIIIAAAggggMAyESgvL49/Z9SoUXGbBgIFKMCQEUAAAQQQQAABBBBAAAEE8lgglcdjY2gFJcBgEUAAAQQQQAABBBBAAAEEEEAg+QJkiAACCCCAAAIIIIAAAggggAACyRcgQwQQQAABBBBAAAEEEEAAAQQQSL4AGSKAAAIIIIAAAggggAACCCCAQPIFyBABBBBAAAEEEEAAAQQQQAABBJIvQIYIIIBAzRTYbrvt9Pbbb8fJ9+/fX926dYv7NBDIVwGzbDFQMwvFRL1QqEdRUZGKi4tVUlISIp1Oy+P4nvW07dYlsvCfdPlV03TvfXPzNT3GhUCNE5h23WhNOO1+KZrT0Ul1um2uxqfvUmUe+9z28HnuYRbN6EWh6DCz6MwLAQQKRcAsO2fNLJr6Fgp/+9z28Lnue7nv4R6rtCjTv3rX1mqrppSJ/vPXDTfN1A03zdCfP7gDAQSWtsDXb03RW3sP0I+ffBNN10z0cxk1vnl/tTt8T91+++266KKLtOaaa0bvZ1+zZs3SUUcdpU6dOumdd94Jb5pZuHJCAAEEEEAAAQQQWLYC++yzT/yDFRUVmjGDf3fFIDQKTIDhIoAAAggggAACCCCAAAII5LNAKp8Hx9gKSIChIoAAAggggAACCCCAAAIIIIBA8gXIEAEEEEAAAQQQQAABBBBAAAEEki9AhggggAACCCCAAAIIIIAAAgggkHwBMkQAAQQQQAABBBBAAAEEEEAAgeQLkCECCCCAAAIIIIAAAggggAACCCRfgAwRQACBGijgxRWfffbZOPPTTjtNxx9/fNyngUC+C5hli4KamcxMqVQqRFFRkYqLi1VSUhIinU7Lo0+PutrmH8XKhBqkGV1+5RTdM2SOOBBAoHoFpl47SuNPu18+OTPRBK3TdVM1PnXnKvPX57SHz28PMwvz3szC4M2y19DhhAACBSNglp27ZhbmtO/lPsc9fM77Xu57uMcqLcp00nF1tPpqKckkjxtvnqkbbvqTxSjFgQACS1Pg67em6q19Bumnz76Vz1M/rXBLd9Vts0a8tx9zzDF66KGHdPTRR+uXx4gRI7TZZpupb9++Wrhw4S//iDYCCCCAAAIIIIDAMhJYb7311LZt2/Brn3zyiSorK0ObEwIFJ8CAEUAAAQQQQAABBBBAAAEE8log+l9983p8DK5ABBgmAggggAACCCCAAAIIIIAAAggkX4AMEUAAAQQQQAABBBBAAAEEEEAg+QJkiAACCCCAAAIIIIAAAggggAACyRcgQwQQQAABBBBAAAEEEEAAAQQQSL4AGSKAAAIIIIAAAggggAACCCCAQPIFyBABBBCoaQL//Oc/9dhjj8VpH3bYYbr44ovjPg0ECkXAzMJQzUxmplQqFaKoqEjFxcWhyGhJSYnS6XSI43rW07bblCj6sL905VVTdc+9c8SBAALVIzD1mlGacMYDYT76qe7+m2mF08rD3M3NW5/LHj6vPcws+mjVqJ7R86sIILAkBMwsfI2Zhbnte7nPdQ+f+7/cx1usXKaTjqur1VdbXA7ipptn6vobZoTv+CMnPoMAAktP4Os3p+jNvQfop8+/zf5IRmoyuLvqtl493tt9Tnusu+66GjRokB555BHtsMMO2c8vOl9wwQXacMMNw58teosLAggggAACCCCAwDIUKC8vj39t9OjRcZsGAoUkwFgRQAABBBBAAAEEEEAAAQTyW2Dx/+Kb3+NkdPktwOgQQAABBBBAAAEEEEAAAQQQQCD5AmSIAAIIIIAAAggggAACCCCAAALJFyBDBBBAAAEEEEAAAQQQQAABBBBIvgAZIoAAAggggAACCCCAAAIIIIBA8gXIEAEEEEAAAQQQQAABBBBAAAEEki9AhggggECNEujTp4/uvvvuOOd99tlHgwcPjvs0ECg0ATMLQzYzmZlSqVSIoqIiFRcXh2KjXmQFspWlAAAQAElEQVQ0nU7Lo3ePemq/dbGUUXRkdFX/Kbr7ntlRmxcCCCxLgSlXP6XxZz4YpqJPx7rdNtMKp+wc5qnPVQ+fwx4+nz3MLMxzs+x1WY6X30IAgaUnYGbhy80szHHfy33Oe/ga8Mt9fOXmZTrxuLpafbWUZJLHLYNn6vobZugPHHwEAQSWksBXb0zRm3sP1E9ffJf9hWh+rjC4u+pusVr4+7jv6z6XPXxue/hc79Spk4YPH65LLrlEzZs3z94bnceOHat9991XBxxwgCZNmhS9wwsBBBBAAAEEEEBgWQn4/2aQ+62RI0dq7ty5uS5XBApFgHEigAACCCCAAAIIIIAAAgjkuUD0v/bm+QgZXgEIMEQEEEAAAQQQQAABBBBAAAEEEEi+ABkigAACCCCAAAIIIIAAAggggEDyBcgQAQQQQAABBBBAAAEEEEAAAQSSL0CGCCCAAAIIIIAAAggggAACCCCQfAEyRAABBBBAAAEEEEAAAQQQQACB5AuQIQIIIFBzBC688EJdffXVccI77LCDHn744bhPA4FCFTCzMHQzk5nJi4l6eGHR4uLiUHTUi4164VGP3j2W07bt05JMimLAgKm6+57Z4kAAgWUjMOXqpzThrIei2acoTPW6b64VTtlJPj9zc9XnrofPYw8zk9niEAcCCCRKwMxCPmYW5npuH/f572tBbm3wdWLl5mU68fi6WmO1lJTxV0a3DJ6h666fHr7jv5/4EwQQWBoCX70xRW/sPUA/fvmdT0hlonnZZHB31dtitfD3cJ+3Poc9fE57+Bz3MDOVlpbq1FNP1bBhw3TooYdWGeK9996rVq1a6YorrqjyPh0EEEAAAQQQQACBpSew8cYba9NNNw0/MGvWLFVWVoY2JwQKR4CRIoAAAggggAACCCCAAAII5LtAKt8HyPgKQIAhIoAAAggggAACCCCAAAIIIIBA8gXIEAEEEEAAAQQQQAABBBBAAAEEki9AhggggAACCCCAAAIIIIAAAgggkHwBMkQAAQQQQAABBBBAAAEEEEAAgeQLkCECCCCAAAIIIIAAAggggAACCCRfgAwRQACBGiJw880366yzzoqz3XzzzTV69Oi4TwOBQhcws5CCmcnM5AVFPbzAaHFxcSg+6kVHvQCpR89j66n9NiXyKqWZTEYDBkzRXXfNivq8EEBgaQpMGfSUxp/1sDLRj3jU6765VjhpR/m8zM1Rn7MePn89zLLz2ix7jW7lhQACCRQws5CVmcV7ua8BHr4m5NYIXy+aNyvTiccvpzXXKFL06XDfrbfO1LXXTgvt3z3xJgIILHGBr16frDf2Hqifv5qXnYsmrXhbd9XbfLXw92+frz53PXwue/jf0T3Mog9HIzLLXjfZZBPdeuutGjJkiLbccsvoT7Kv+fPn6+STTw7vjRo1KvsmZwQQQAABBBBAAIGlKlBeXh5/P/87QkxBo1AEGCcCCCCAAAIIIIAAAggggEDeC6TyfoQMMO8FGCACCCCAAAIIIIAAAggggAACCCRfgAwRQAABBBBAAAEEEEAAAQQQQCD5AmSIAAIIIIAAAggggAACCCCAAALJFyBDBBBAAAEEEEAAAQQQQAABBBBIvgAZIoAAAggggAACCCCAAAIIIIBA8gXIEAEEEKgJAo899piOOuqoONU111xTr7/+etyngUBSBMyyxUPNTGYmLyzq4YVGi4uLQxFSLz7qhUg9evVYTu23KQmflUyDBk3VXXfNEgcCCCwdgcmDntK4vg8rmm7+Ur0DNtcKJ3WQz8fc3PS56uHz1sMsO5/NsldxIIBAogXMLORnZjKzsJf7WuDha0NurfB1o1mzUp1wXF2tsUa2PEQmk9Ftt8/UNddM1e8dvIcAAktW4MvXJuu1TgP001ffKxN9tUfTW7ur7marhr3d56nPWQ+fwx6pVCrMazOL7lCY5/rV0a1bNw0fPlznnHOOGjZsGP/pyy+/rJ122kk9evTQJ598Er9PAwEEEEAAAQQQQGDJC+y1117xl1ZUVOizzz6L+zQQyHcBxocAAggggAACCCCAAAIIIJD/Aqn8HyIjzHMBhocAAggggAACCCCAAAIIIIAAAskXIEMEEEAAAQQQQAABBBBAAAEEEEi+ABkigAACCCCAAAIIIIAAAggggEDyBcgQAQQQQAABBBBAAAEEEEAAAQSSL0CGCCCAAAIIIIAAAggggAACCCCQfAEyRAABBBIv4EUSO3XqFOfZqFEjvffee3GfBgJJEzBbXEzUzEKBUS806gVHi4uL5QVIPbwgqUfPHvXVvn2JpIwyGWnQwCm6846ZUZ8XAggsSYFJA5/U+L4P+1QLUe/AzdXkxA6hQHBuTvoc9fD56mFmoTCwWfa6JMfDdyGAQP4KmFkYnJmFNSC3j/u64GtEbs3wfbxZszL96/jltNaaReGz0R26445ZuuaaqeE7fnGiiQACS1Dgy9cm67W9BmrBdz8smnvSird1V73NVo33dp+rHj53PXwue5hZGIlZ9ho6vzo1bNhQ5557roYNG6auXbtW+dPrr79eG2ywgW666aYq79NBAAEEEEAAAQQQWHICbdu2VcuWLcMXTpkyRZWVlaHNCYECEGCICCCAAAIIIIAAAggggAACBSCQKoAxMsS8FmBwCCCAAAIIIIAAAggggAACCCCQfAEyRAABBBBAAAEEEEAAAQQQQACB5AuQIQIIIIAAAggggAACCCCAAAIIJF+ADBFAAAEEEEAAAQQQQAABBBBAIPkCZIgAAggggAACCCCAAAIIIIAAAskXIEMEEEAg2QKTJk3STjvtFCfpRRffeOMNlZWVxe/RQCCJAmbZYqJmFgqSeqFRD58DxcXF8kKkHul0OhQo7XFsfW23bWn0WUVhuubqqbrzjpniQACBJSMwacCTGn/Ov6Mv8zkp1TtwczX5V4cw/3Lz0Oekz0+fpx5m/tnFEd3MCwEEapCAmYVszSzszbl93NcHXyt8zcitH82alen44+ppzTWLlMlkQtxx+0xdPWhK+I7siTMCCCwpgS9fnaRXOw3Qgm/nR/NNUWS04u3dVW/TVcLe7vMzFz5nPXwOe5hZGIZZ9ho6/89pq6220n333afBgwdr4403jj/58ccf6+ijj9Yuu+yi1157LX6fBgIIIIAAAggggMCSE/C/a+W+7Zlnnsk1uSKQ5wIMDwEEEEAAAQQQQAABBBBAoBAEUoUwSMaYxwIMDQEEEEAAAQQQQAABBBBAAAEEki9AhggggAACCCCAAAIIIIAAAgggkHwBMkQAAQQQQAABBBBAAAEEEEAAgeQLkCECCCCAAAIIIIAAAggggAACCCRfgAwRQAABBBBAAAEEEEAAAQQQQCD5AmSIAAIIJFjgu+++U/v27fXtt9/GWb744otaddVV4z4NBJIsYJYtKmpmMjN5wVEPL0BaXFysXFHSdDodCpUec8xy0ZwpCQVMM5KuuXqK7rxjZtTihQACf0fgo/4VGnfuvyWfWJmM6h24uZr+a4cw73z+5eaiz81cmGXnrVn2+nd+n3sRQKBwBcwsDN7M4r08t07k9nJfRzyaNaulE45fTmutVRw+a2a6685ZunrQlPAd4owAAktE4ItXJunVvQZqwfc/KppsMknN7jhA9TZZJeztuX3dr7n56n8H9zDzT0tm2av+xHHYYYdp+PDhOvnkk1VaWhrfWVFRoTZt2uj000/XvHnz4vdpIIAAAggggAACCPx9gU6dOsVf4n/v+vrrr+M+DQTyVoCBIYAAAggggAACCCCAAAIIFIRAqiBGySDzVoCBIYAAAggggAACCCCAAAIIIIBA8gXIEAEEEEAAAQQQQAABBBBAAAEEki9AhggggAACCCCAAAIIIIAAAgggkHwBMkQAAQQQQAABBBBAAAEEEEAAgeQLkCECCCCAAAIIIIAAAggggAACCCRfgAwRQACBJAt4EcSZM2fGKT766KOhMGL8Bg0EaoCAWba4qJmFQqNeeNTDi5EWFxfLC5N6pNPpULD02GMbaLvtSmWRjUXna6+eojtvnxH1eCGAwF8R+OiqCo0/79FoNpmik5Y7aAs1PWGHMN983vn88/A5mQszk9niEAcCCNRoATML+ZtZWBty+7ivGb/ey1daqUwnnLCc1lwzpUwmE92X0d13ztSggVMUdXghgMDfFPjilUl6pdNALfj+R0WTLESzOw9Q3Y1bhL3d9/Tc/u7z0+epz1kPMwu/bpa9hs6fPDVv3lyXXXaZhg0bpj322KPK3Zdccok23nhj3X///VXep4MAAggggAACCCDw1wXat2+vtdZaK3zBhAkTVFlZGdqcEMhnAcaGAAIIIIAAAggggAACCCBQGAKpwhgmo8xTAYaFAAIIIIAAAggggAACCCCAAALJFyBDBBBAAAEEEEAAAQQQQAABBBBIvgAZIoAAAggggAACCCCAAAIIIIBA8gXIEAEEEEAAAQQQQAABBBBAAAEEki9AhggggAACCCCAAAIIIIAAAgggkHwBMkQAAQQSK7Dllltq7NixcX433XST9txzz7hPA4GaJGCWLTJqZjIzeQFSDy9I6oVJvVCphxcr9Tj6mPrabvtSZRQd0em6a6bqjttmRB1eCCDwZwQ+vHKkxp3/aLglE82o+gdtoabHbx8KBPtc83nn4XMxF2bZeWqWvYabOSGAQI0XMLNgYGbxXp5bN369l6+4YplOOKG+1l67OLrHQtxz10wNGjAlavNCAIG/KvDFKx/plU4DtXD+T9FXWJiLze48QHU3Wjns7b6n+/7uc9LD/76dCzOL7lG4R0vg2HHHHfXYY49p0KBBWmutteJvnDhxorp166auXbvqgw8+iN+ngQACCCCAAAIIIPDXBcrLy+Obx4wZE7dpIJCnAgwLAQQQQAABBBBAAAEEEECgQARSBTJOhpmXAgwKAQQQQAABBBBAAAEEEEAAAQSSL0CGCCCAAAIIIIAAAggggAACCCCQfAEyRAABBBBAAAEEEEAAAQQQQACB5AuQIQIIIIAAAggggAACCCCAAAIIJF+ADBFAAAEEEEAAAQQQQAABBBBAIPkCZIgAAggkU2CXXXbRyy+/HCfXr18/HXnkkXGfBgI1UcBscdFRM1OuGGlRUZG8QKkXLPXwoqUeRx1dX9ttXyqZwnH9tVN0x63TQ5sTAgj8b4GJV47U+Asel1l2EjU8uLWaHrddKBDsc8znm4fPwVyYWfi8Wfb6v3+FTyCAQE0SMLOQrpmFtcL38tz68eu9fMUVa+n44+trrbVSykT/KSPde9cMDew/OXwHJwQQ+HMCn7/8kV7ec6AWzP8pujETotmd3VVvo5XD3u57uu/vPhc9fH7mwsyizyvMWy3ho3fv3hoxYoR69OhR5ZsfeOABbbjhhrr44ourvE8HAQQQQAABBBBA4M8LdOrUKb5p5MiRmjdvXtyngUD+CTAiBBBAAAEEEEAAAQQQQACBQhFIFcpAGWceCjAkBBBAAAEEEEAAAQQQHtVckgAAEABJREFUQAABBBBIvgAZIoAAAggggAACCCCAAAIIIIBA8gXIEAEEEEAAAQQQQAABBBBAAAEEki9AhggggAACCCCAAAIIIIAAAgggkHwBMkQAAQQQQAABBBBAAAEEEEAAgeQLkCECCCCQQIGuXbuqoqIizqxPnz4666yz4j4NBGqygNni4qNmplxR0qKiInmhUi9c6uHFSz2OOrq+ttu+VJlMRopeN1w7VbcPni4OBBD4/wUmXPGExl/weJg7Pn/qH7yFmvTZNhQI9rnl88zD514uzCwUBjbLXv//X+BPEUCgpgqYWUjdzMKa4Xt5bh359V7edMUyHf+vhlp77WLJotuie+67e6YGXjU56vBCAIE/KvD5yx/p5U6DtPCHBdG887tMze/srnobrhz2dt/TfX/3Oejh8zIXZj75FN2XvWopHGuvvbauvfZaDR06VDvssEP8CwsWLNAZZ5yh1q1ba+TIkfH7NBBAAAEEEEAAAQT+nMBOO+2kVVZZJdz0/vvvq7KyMrQ5IZCXAgwKAQQQQAABBBBAAAEEEECgYARSBTNSBpp3AgwIAQQQQAABBBBAAAEEEEAAAQSSL0CGCCCAAAIIIIAAAggggAACCCCQfAEyRAABBBBAAAEEEEAAAQQQQACB5AuQIQIIIIAAAggggAACCCCAAAIIJF+ADBFAAAEEEEAAAQQQQAABBBBAIPkCZIgAAggkTeCoo47SAw88EKd18MEHa+DAgXGfBgIIKC4+amahnStOWlRUJC9Ymitg6kVMPY48uoG236EsulGSSTddN0W33zJNHAgg8PsCE68YqQkXDo/+0GRmanhIa63YZ9tQINjnlM8xD59zuTDLftYse41u5oUAAgj8VwEzC39mZmGd8b08t57k9nJfZ3zNadq0TMed0EBrr1Mc7slE5/vumamBV06KWrwQQOB/CXz+0kd6aY+BWvjjz9FHoxkUvVa+q7vqbbhy2Ntzc83nnofPx1yYWXSPwjzVMjg6deqkiooKXXLJJWrWrFn8i6+//rp23XVXHXnkkZoxY0b8Pg0EEEAAAQQQQACBPy5QXl4ef3jMmDFxmwYC+SbAeBBAAAEEEEAAAQQQQAABBApHIFU4Q2WkeSbAcBBAAAEEEEAAAQQQQAABBBBAIPkCZIgAAggggAACCCCAAAIIIIAAAskXIEMEEEAAAQQQQAABBBBAAAEEEEi+ABkigAACCCCAAAIIIIAAAggggEDyBcgQAQQQQAABBBBAAAEEEEAAAQSSL0CGCCCAQKIETj75ZN18881xTl788Pbbb4/7NBBAYLGA2eJipGYmL1JaVFQkDy9c6pFOp0NRU78ecXQDbbd9qZQJL910/VTddvM0cSCAQFWBCZeP1LgLh0VTJZos0bnBIVuoae/28VzyIsEePtdyYWahMLBZ9lr1G+khgAACvy9gZuEPzCysIb/ey32t8fB9vGnTMh13QgOtvU5x9NnoNpPuv3emBl45KerwQgCB/ybw2Ysf6qU9Bynz80JF00aK5tvKdx+gehs0D3t7bo753509fB7mwizcEd2SvWoZHT6OU089VSNGjNAhhxxS5VdvueUWbbzxxrruuuuqvE8HAQQQQAABBBBA4H8L7LnnnvGHKioq9NNPP8V9GgjkkQBDQQABBBBAAAEEEEAAAQQQKCCBVAGNlaHmlQCDQQABBBBAAAEEEEAAAQQQQACB5AuQIQIIIIAAAggggAACCCCAAAIIJF+ADBFAAAEEEEAAAQQQQAABBBBAIPkCZIgAAggggAACCCCAAAIIIIAAAskXIEMEEEAAAQQQQAABBBBAAAEEEEi+ABkigAACyRG45JJLdMUVV8QJbbvttho6dGjcp4EAAr8VMMsWIzWzUJjUzFRUVBTCC4d6pNPpUNzUr0cc3VDbdShT9OkopFtumKrbbp4qDgQQyApMuGykxl00PHR8njQ8pLVW7NU+nkNeJNgjN8/8ahZ98hcRbuaEAAII/EEBMwufNDOZmbzwuK8tHr6P+5rjkU6n1aRJmfqc0EBrr1MsZTLKSLr/3pnqf9mHUYsXAgj8WuCzFz/Ui3sM0sKfF0RTJpoz0aRZ5e7uqteqWdjbc3PL55qHz79cmFn4OrPsNXSW8WnjjTfWbbfdpnvvvVft2rWLf/3zzz9Xz5491aFDBz3//PPx+zQQQAABBBBAAAEE/n+B3XffXU2bNg0feuutt1RZWRnanBDILwFGgwACCCCAAAIIIIAAAgggUEgCqUIaLGPNIwGGggACCCCAAAIIIIAAAggggAACyRcgQwQQQAABBBBAAAEEEEAAAQQQSL4AGSKAAAIIIIAAAggggAACCCCAQPIFyBABBBBAAAEEEEAAAQQQQAABBJIvQIYIIIAAAggggAACCCCAAAIIIJB8ATJEAAEEEiLgRQ1PP/30OBsvdDhmzJi4TwMBBP67gFm2KKmZySwbRUVF8vBCph7pdDoUOfXr4Uc10HYdSkPR4Ewmo1uun6pbb5zy33+AP0GghgiMv/QJjbt4eJRtJgqp4aFbaMVe28Rzx4sEe/jcyoVZds6ZZa/hRk4IIIDAnxQws3CHmYW93AuQ59YZ38d97SkpKQnrUZMmZep9QgOtu15aFt3l8dD9s9T/sg+jHi8EEMgJfPbCh3pxj0HSwoXhrWh6adV7D1Ddls3CXPJ55X839jnm4fMuF2Y+sySz7FXVfOy///6qqKhQ37591aBBg3g0Tz/9tLbZZhuddNJJ+vLLL+P3aSCAAAIIIIAAAgj8d4Hy8vL4DysrK+M2DQTyRoCBIIAAAggggAACCCCAAAIIFJRAqqBGy2DzRoCBIIAAAggggAACCCCAAAIIIIBA8gXIEAEEEEAAAQQQQAABBBBAAAEEki9AhggggAACCCCAAAIIIIAAAgggkHwBMkQAAQQQQAABBBBAAAEEEEAAgeQLkCECCCCAAAIIIIAAAggggAACCCRfgAwRQACBJAgMHz5chx12WJzKaqutprfffjvu00AAgf8tYJYtTmpmoVCpmamoqCiEFzT18AKnuTj86OW1/Y5liz4r3XrjNN1201RxIFBTBcZd+oTGXTpCMoVj+cNaa8We24QCwT5vvEiwR25e+dXMZLY4wo2cEEAAgb8oYGbhTjMLa4sXIve1xsP3cV+DPHxNatKklnqd0EDrrFeiTHRXJjo9dN8sXXXJxKjHCwEEPn1+ol7YY6AyCzNhjrjIKvccoLrrrxTv7T6XfG55+HzLhZn5x8M8DI08OS233HI677zzNGLECO23335VRnXllVdq00031T333FPlfToIIIAAAggggAACvxXYc8894zcrKiriNg0E8kWAcSCAAAIIIIAAAggggAACCBSWQKqwhsto80SAYSCAAAIIIIAAAggggAACCCCAQPIFyBABBBBAAAEEEEAAAQQQQAABBJIvQIYIIIAAAggggAACCCCAAAIIIJB8ATJEAAEEEEAAAQQQQAABBBBAAIHkC5AhAggggAACCCCAAAIIIIAAAggkX4AMEUAAgYIXeO2117TPPvvEeTRo0ED+XvwGDQQQ+MMCZouLlZpZKFpaVFQkDy9s6uGFTj28gPBhRy2v7XcsW1QUNaPBN0zRrTdO+cO/xwcRSIrABxeP0LhLn1CYDBmp0eFttGKPreMCwT5fPHwu5cIsO8fMstekWJAHAghUr4CZhQGYWdjHvSD5onVHvo/7WuThe/kKK5Sp1/ENtM56xeGz0S165MHZuuqSieE7OCFQUwU+fX6iXtjz6mz6JkUvrXZvd9Vbf6Uqe7vPKQ+fZ7kw809H9yy6Kg+PLbfcUvfff79uueUWbbTRRvEIp0yZogMPPDD8+/qdd96J36eBAAIIIIAAAgggUFVg3333VcOGDcObr7zyiiorK0ObEwJ5IsAwEEAAAQQQQAABBBBAAAEECkwgVWDjZbh5IcAgEEAAAQQQQAABBBBAAAEEEEAg+QJkiAACCCCAAAIIIIAAAggggAACyRcgQwQQQAABBBBAAAEEEEAAAQQQSL4AGSKAAAIIIIAAAggggAACCCCAQPIFyBABBBBAAAEEEEAAAQQQQAABBJIvQIYIIIBAYQtMmzZNu+22m3788cc4keeff16NGzeO+zQQQODPCZgtLlpqZjIzFRUVhfACpx5eNNjDCwgfetTy2mGn2oo+GL1Mt904VbfeMEUcCNQUgQ8uHqHxl4+UecLRfFn+8NZa8dh/VCkQ7HMlN4/8amYyWxx+K4EAAggsKQEzC19lZmGt8cLkRUVF8j3cw9ckD9/LV2hSS71PWF7rrFesTCa6LTr9+4FZuvLiCVGHFwI1T+CT5ybq+T2ulk+IaDpEV2m1IQeo7norVdnbfS55+PzKhZkFMLPsNXTy+HT44YeroqJCJ510UsgtN9R///vf2mSTTdSvXz8tWLAg9zZXBBBAAAEEEEAAgV8IlJeXx73Kysq4TQOB6hdgBAgggAACCCCAAAIIIIAAAoUmkCq0ATPePBBgCAgggAACCCCAAAIIIIAAAgggkHwBMkQAAQQQQAABBBBAAAEEEEAAgeQLkCECCCCAAAIIIIAAAggggAACCCRfgAwRQAABBBBAAAEEEEAAAQQQQCD5AmSIAAIIIIAAAggggAACCCCAAALJFyBDBBBAoIAF5s+frx122EGffvppnMWoUaPUqlWruE8DAQT+moBZtmipmcksG0VFRfLwQqceXjTYwwsIH3JkQ22/Y5kyi6qk3n7TFA2+fvJf+3HuQqCABMZeNFzjLq+Inn2FWP6wLbTSsf8IRXRz88PniM+dXJhl55RZ9lpA6TJUBBAoIAEzC6M1s7CXp1IppaLwPdzD1yYPX6sar1Cm3v9aXuuuX6Low1FIQx+crSsvmiAOBGqSwCeVE/RCp2skk+RzJ2VabUh31V13xSp7u88hD59TuTDzm/y27FUFcqy44oq6/PLLNWLECO2+++5VRt23b19tvvnmevTRR6u8TwcBBBBAAAEEEEBA2mOPPWKGJ598Mm7TQKDaBRgAAggggAACCCCAAAIIIIBAwQmkCm7EDLjaBRgAAggggAACCCCAAAIIIIAAAggkX4AMEUAAAQQQQAABBBBAAAEEEEAg+QJkiAACCCCAAAIIIIAAAggggAACyRcgQwQQQAABBBBAAAEEEEAAAQQQSL4AGSKAAAIIIIAAAggggAACCCCAQPIFyBABBBAoZIF//OMf+uijj+IU7rnnHnXo0CHu00AAgb8nYJYtXmpmMstGUVGRPLzgqYcXDfbwAsKHHNVIO5TXjn7UQtxx81QNvm5y1OaFQDIF3r9wuMZf8aTCEx+dGh/RWs2O/UeVAsE+N3Jzxq9mJrPFkUwZskIAgXwRMLMwFDOTRyqVkofv4R6+Rnn4Xt6ocZl6/Wt5rbt+sZTx2zJ69KFZuvLCCd4hEEi8wCeVE/X8XtdGeUYTIHpFDa127/6qt+6KVfZ2nzsePpdy4fPLP5+7ervQwgbzRY8AABAASURBVP8t/fjjj2vQoEFaa6214uG/88472muvvXTooYdW+fd3/AEaCCCAAAIIIIBADRXo3Lmz6tSpE7J/7rnn9NJLL4U2JwSqW4DfRwABBBBAAAEEEEAAAQQQKDyBVOENmRFXswA/jwACCCCAAAIIIIAAAggggAACyRcgQwQQQAABBBBAAAEEEEAAAQQQSL4AGSKAAAIIIIAAAggggAACCCCAQPIFyBABBBBAAAEEEEAAAQQQQAABBJIvQIYIIIAAAggggAACCCCAAAIIIJB8ATJEAAEEClZghx120JtvvhmP/6qrrlL37t3jPg0EEFgyArkipn7NRVFRkTy88KmHFw328ALCBx+xvLbfuVb045lQPPjOW6bolmsnRX1eCCRL4P0Lh2v8lU+GGtnR067GR7TWSsdsVaVAsM+J3FzxAsG5OZS7JkuEbBBAIF8FfM2RJL96+Hrk4Xu4h69VHr6XN2pcpl7/aqR1W5ZIMimKxx6epSsvmCAOBJIs8HHlBD2/97WLUjRZkWmN+7qr3jorVtnbfc54+BzKhZmF+8yy19Ap4FPv3r1VUVGhHj16VMni9ttv16abbqqBAwdWeZ8OAggggAACCCBQUwX831Dl5eVx+pWVlXGbBgLVKMBPI4AAAggggAACCCCAAAIIFKBAqgDHzJCrVYAfRwABBBBAAAEEEEAAAQQQQACB5AuQIQIIIIAAAggggAACCCCAAAIIJF+ADBFAAAEEEEAAAQQQQAABBBBAIPkCZIgAAggggAACCCCAAAIIIIAAAskXIEMEEEAAAQQQQAABBBBAAAEEEEi+ABkigAAChSmw995765lnnokHf+aZZ+qEE06I+zQQQGDJCphli5mamcyyUVRUJA8vgOrhBa88vIDwwUc20vY715ZM0WG6e/BU3XLNpKjNC4FkCLx/4XCNv+opmZksSqnxka210tFbVSkQ7HMhN0e8QLCZyWxxRLfxQgABBJaZgJmF3zKzsBb5uuThe7iHr1kevpcv36hMvU5srHVblkT3ZJTJZPTYwzN1Rb/xUZ8XAskT+PjZ8Xpur2vDsy5lpJS0xpDuqrt20yp7u88VD587uTCzAGKWvYZOAk5rrLGGrr32Wj366KPafvvt44y++eYbHX/88dp22201evTo+H0aCCCAAAIIIIBATRXYfffd49SffPLJuE0DgeoT4JcRQAABBBBAAAEEEEAAAQQKUSD6n6cKcdiMudoE+GEEEEAAAQQQQAABBBBAAAEEEEi+ABkigAACCCCAAAIIIIAAAggggEDyBcgQAQQQQAABBBBAAAEEEEAAAQSSL0CGCCCAAAIIIIAAAggggAACCCCQfAEyRAABBBBAAAEEEEAAAQQQQACB5AuQIQIIIFCAAocccoiGDh0aj7xnz5664IIL4j4NBBBYOgJm2aKmZhYKB5uZioqKQnghVA8vGuxRUlKig45spB12riVlvHCwdPfgKbr56o/EgUChC7zXb7jGXfVU9Gj7s51R4yNbq9lRW1YpEOxzwOeHzwsvEGy2eN6YWaETMH4EEChEgWjMZtn1x8zCXu7rk4evVR6+dnn4Xt5w+VL1PLGR1muVDp+NThr2yCxd0W989E28EEiOwMfPTtDz+1yvaFbIzKRUSmsM6a66azWpsrf7HPHwOZMLMwsQZtlr6CTstOeee2r06NG6+OKLtdJKK8XZVVZWascdd9Rxxx2nuXPnxu/TQAABBBBAAAEEappA586d5X9P9Lyffvppvfbaa94kEKg+AX4ZAQQQQAABBBBAAAEEEECgIAVSBTlqBl1tAvwwAggggAACCCCAAAIIIIAAAggkX4AMEUAAAQQQQAABBBBAAAEEEEAg+QJkiAACCCCAAAIIIIAAAggggAACyRcgQwQQQAABBBBAAAEEEEAAAQQQSL4AGSKAAAIIIIAAAggggAACCCCAQPIFyBABBBAoNAEvLnjHHXfEwz7ggAN0zTXXxH0aCCCwdAXMssVNzSwUSDUzFRUVhfBCVx5eNNjDCwj/88jG2mHXOtFnJT/de+tU3XL1JHEgUKgC7/UbrnEDRkXDz86BJke3VbOjtqxSINiffZ8LHl4g2Cz7WbPsNbqZFwIIILDMBXI/aGahaWbR1mzydcrD1ywPX8M8fC9ffvky9fhXY63bqkRSJvpPGvbITF127gdRnxcChS8wd8x4Ve5zXXi2wxOeMq01ZH/VW6tJlb29uLhYHj5XcmFmAcAsew2dhJ7MTKeddpqefPJJHXzwwVWyHDRokLbYYgvdeuutVd6ngwACCCCAAAII1BSBevXqqby8PE63srIybtNAoDoE+E0EEEAAAQQQQAABBBBAAIHCFEgV5rAZdTUJ8LMIIIAAAggggAACCCCAAAIIIJB8ATJEAAEEEEAAAQQQQAABBBBAAIHkC5AhAggggAACCCCAAAIIIIAAAggkX4AMEUAAAQQQQAABBBBAAAEEEEAg+QJkiAACCCCAAAIIIIAAAggggAACyRcgQwQQQKCgBPr27SsvLpgb9O67766777471+WKAALLSMDMQsFgs8XXoqIieXhhVA8vGuzhBYQPPLyRti+v7XWDQ3HVe26dopsHfbSMRsvPILDkBN49f5jGDRi16AszWuHI1lrpiLZVCgT7M+9zwOeDFwg2WzxPzGzRvVwQQACBZS5Q5QfNsuuRmYU93dcrD1+/PHwt8/C9vOHyperxr8Zaf4PS6LOKwvTEo7N12bkfiAOBQhaY+8x4PbfvDYpmQTaKUlrrvv1Vd60mVfZ2nxMeqVRKuTCzkLpZ9ho6NeC0wQYb6Pbbb9eQIUPUtm3bOOMZM2bo8MMP1x577KFXX301fp8GAggggAACCCBQUwT8f6vI5Tpq1KhckysC1SHAbyKAAAIIIIAAAggggAACCBSoQKpAx82wq0WAH0UAAQQQQAABBBBAAAEEEEAAgeQLkCECCCCAAAIIIIAAAggggAACCCRfgAwRQAABBBBAAAEEEEAAAQQQQCD5AmSIAAIIIIAAAggggAACCCCAAALJFyBDBBBAAAEEEEAAAQQQQAABBBBIvgAZIoAAAoUjcOWVV6pfv37xgLfeems9/vjjcZ8GAggsewEzk9niKCoqkocXSPXwosEeXkD4wCMaq8OudWTRMD2G3DZFNw/6KOrxQqAwBN49b5jGD3w6Gqw/wVKTo9uo2ZHtqhQI9mfdn32fB14g2Mxktjiim3khgAAC1STw2581s/CmmYW1ytctD1/HPHxN8/C9vOHyZTrmhEZab4O0MpmMMtGdTzw6W5f2HRu1eCFQeAJznxmvys43hIH7M60i09r3dVfdNVaosrf7XPDwuZELMwv3mWWvoVPDTt26ddPo0aN19tlnq379+nH2w4YNU9u2bdW3b199//338fs0EEAAAQQQQACBpAt07tw5TrGiokJvv/123KeBwLIV4NcQQAABBBBAAAEEEEAAAQQKVSBVqANn3NUgwE8igAACCCCAAAIIIIAAAggggEDyBcgQAQQQQAABBBBAAAEEEEAAAQSSL0CGCCCAAAIIIIAAAggggAACCCCQfAEyRAABBBBAAAEEEEAAAQQQQACB5AuQIQIIIIAAAggggAACCCCAAAIIJF+ADBFAAIECEbjzzjt10kknxaPdYIMN9Nxzz8V9GgggUH0CZhaKBptlr0VFRfLwQqkeXjTYwwsIdz+8kbbftXYoGuynIbdO0U0DPqy+wfPLCPxBgXfOfVzjBj0dfdqLXmfU5KjWanZ42yoFgv0Z92fen38vEGyWnRNm2Wt0My8EEECg+gT+yy+bWfgTMwv7ua9fHr6eefja5uF7ecPly3Tsvxpr/Q1LZVKIisdn69K+Y8WBQCEJzHl6vCq73BgPOZUu0tpDuqnuGo3lz7qHP/c+Bzx8TuTCzJ9+ySx7VQ0+6tSpo/PPP18VFRXq0qVLFYl+/fqpTZs2euCBB6q8TwcBBBBAAAEEEEiqQOPGjbXTTjuF9DKZjCorK0ObEwLLXIAfRAABBBBAAAEEEEAAAQQQKFiBVMGOnIEvcwF+EAEEEEAAAQQQQAABBBBAAAEEki9AhggggAACCCCAAAIIIIAAAgggkHwBMkQAAQQQQAABBBBAAAEEEEAAgeQLkCECCCCAAAIIIIAAAggggAACCCRfgAwRQAABBBBAAAEEEEAAAQQQQCD5AmSIAAIIFIKAFxM8+OCD46GuvPLKevXVV+M+DQQQqH4BMwtFUM2y16KiInl4wVQPL6KaiwMOX0EddqsjWfSK4v7bp+imARPFgUC+CrxzzuMaf80YRY93NERT06Nbq/kRbasUCM4VCfbn3gsEm1n0+cUR3cgLAQQQqFaB/+/HzSz8sZmFtcvXMQ/fwz18jcvt4w0alunYE1fQehumlfG7otOTj83WpWe/7z0CgbwXmD16nCq73KjsAyxZcUpr39tNdddYocre7s++h8+FXJiZ/DDLXr1NSG3bttUDDzygwYMHa8MNN4xJ3n//fXXt2lUHHnigxo4dG79PAwEEEEAAAQQQSKpAx44d49RGjx4dt2kgsCwF+C0EEEAAAQQQQAABBBBAAIHCFUgV7tAZ+TIW4OcQQAABBBBAAAEEEEAAAQQQQCD5AmSIAAIIIIAAAggggAACCCCAAALJFyBDBBBAAAEEEEAAAQQQQAABBBBIvgAZIoAAAggggAACCCCAAAIIIIBA8gXIEAEEEEAAAQQQQAABBBBAAAEEki9AhggggEDeC7z11lvab7/94nHWrVtXlZWVqlWrVvweDQQQyA8BMwtFg82y16KiInl44VQPLxycKyC8/2GN1WG3uvHAH7h9qm7qPyHu00AgXwTeOedxjbt2jJTJ+EtNj26t5oe3rVIg2J9rf8b9efcCwWbZOWCWveZLLowDAQRqtMD/TN7MwmfMLOznvp55+PqWC9/LPeo3KNWxJ66glhuVSiZ5PDlsji49631xIJDPAnNGj9NzXW+Woudc0bObShdpnfv2V93VG8ufbY/cvu7Pvc+BXJhFN0gyy17F8RuBww47TKNGjdKJJ54od8x94J577tEWW2yhyy67LPcWVwQQQAABBBBAIJEC++67b5zXyJEj9f77/BspBqGxrAT4HQQQQAABBBBAAAEEEEAAgQIWSBXw2Bn6MhXgxxBAAAEEEEAAAQQQQAABBBBAIPkCZIgAAggggAACCCCAAAIIIIAAAskXIEMEEEAAAQQQQAABBBBAAAEEEEi+ABkigAACCCCAAAIIIIAAAggggEDyBcgQAQQQQAABBBBAAAEEEEAAAQSSL0CGCCCAQH4LzJw5U506ddLXX38dD/Spp57S6quvHvdpIIBAfgmYWSiKapa9FhUVycMLqHrkiqr6tdthjbVDx7qKbohCevCOabrpqgniQCBfBN4+53GNu/ZZmQ8oeqZXOraNmh/epkqBYC9u68+2P+deINjMZLY4/FYCAQQQqH6BPzYCMwsfNLOwlvm65uF2r6K7AAAQAElEQVTrXG698z3co36DMh1zYmOtv2FamYzkp6eGzdYlZ74XdXghkH8Cs0eN07P73Rw9qtEDGz20qXSR1h3STXVXayR/pj1yz7k/87m93eeAmYWEzLLX0OH0uwJNmjTRFVdcoYqKCnXs2DH+zLx583Tqqadqq6220ogRI+L3aSCAAAIIIIAAAkkSWHnlldW+ffuQ0o8//qjKysrQ5oTAshPglxBAAAEEEEAAAQQQQAABBApZIFXIg2fsy1CAn0IAAQQQQAABBBBAAAEEEEAAgeQLkCECCCCAAAIIIIAAAggggAACCCRfgAwRQAABBBBAAAEEEEAAAQQQQCD5AmSIAAIIIIAAAggggAACCCCAAALJFyBDBBBAAAEEEEAAAQQQQAABBBBIvgAZIoAAAnks8PPPP2uXXXbR9OnT41EOHTpU7dq1i/s0EEAgPwXMLBQNNstevXiqhxdS9cgVV/Vrt0Mbq0PHupLXYY1OD945VTdeOT4/E2NUNUrgrbMf17hrnw1FgqPHU02Pbq1mh7auUiA4VyTYn+9ccWCz7HNvZjXKi2QRQCDPBf7E8Myy65eZyczk65uHr3W5dc/3cI/l6pfp6JOaqOXGpQqHSaOGz9ElZ7wXupwQyBeBWaM+UGW3W6ToGTUzpUqLtc69XVVn1UZV9nb/u6qHP+9m0edSKZlFN0nxVRx/SGD77bfXsGHDdPXVV2vNNdeM73nppZfUsWNH9ezZU9OmTYvfp4EAAggggAACCCRFwP+uk8tl9OjRuSZXBJaNAL+CAAIIIIAAAggggAACCCBQ0AKpgh49g19mAvwQAggggAACCCCAAAIIIIAAAggkX4AMEUAAAQQQQAABBBBAAAEEEEAg+QJkiAACCCCAAAIIIIAAAggggAACyRcgQwQQQAABBBBAAAEEEEAAAQQQSL4AGSKAAAIIIIAAAggggAACCCCAQPIFyBABBBDIZ4HttttO7723uHDojTfeqE6dOuXzkBkbAgj8QsDMQpFUs+zVi6h6eEFVDy8a7EWE/dr10MbqsHvd6G6LQnr4rmm68Yrxoc0JgeoQeOvsxzX++mfDT0ePsFY6to1WPqx1lQLB/vz6s+zPdWpRcWAzi5/7cDMnBBBAIE8E/uwwzCzcYmZhXfN1zsPXvNz653u4R/36ZTr6xCZquUmZlPHbMho9YrYuPv0/3iEQqHaBWaPGqbLb4NzjKUsXab37uqnuqo2q7O2+r3v4c25m8mfezOSHWfbqbeLPCfTq1UujRo3SscceW+XG6667Tm3atNH1119f5X06CCCAAAIIIIBAoQvsu+++cQoVFRUaP57/O2cMQmOpC/ADCCCAAAIIIIAAAggggAAChS2QKuzhM/plJMDPIIAAAggggAACCCCAAAIIIIBA8gXIEAEEEEAAAQQQQAABBBBAAAEEki9AhggggAACCCCAAAIIIIAAAgggkHwBMkQAAQQQQAABBBBAAAEEEEAAgeQLkCECCCCAAAIIIIAAAggggAACCCRfgAwRQACBvBXo2LGjXnjhhXh8F198sY466qi4TwMBBApDwMxC0WCz7NWLqXp4YVUvHuxFg3Ox36EraIeOdUJimUxGD981VTdeQXGsAMJpmQq8cdZjGnd9ZbZIcPTLK/Voo+aHbFGlQLA/v/4c+/OcKw5sZvHzHt3GCwEEEMgngb80FjML95lZWN98vfPwtS+3Dub28eXql+roE5uo5SZlij4d7nvmiTm6+PT/hDYnBKpLYNZTH6hy/8Hh5y06p8qKtf59XVWnRcMqe7vv6x7+fJuZ/Fk38zsks+xVHH9ZYLXVVtN1112nYcOGafvtt4+/Z+7cuerRo4d23XVXPffcc/H7NBBAoHoE/N/iREYY/Nagep5IfhWBwhVYc8011a5du5DAt99+q8rKytDmhMAyEOAnEEAAAQQQQAABBBBAAAEEClwgVeDjZ/jLRIAfQQABBBBAAAEEEEAAAQQQQACB5AuQIQIIIIAAAggggAACCCCAAAIIJF+ADBFAAAEEEEAAAQQQQAABBBBAIPkCZIgAAggggAACCCCAAAIIIIAAAskXIEMEEEAAAQQQQAABBBBAAAEEEEi+ABkigAAC+SnQvXt3jRgxIh7cqaeeqtNOOy3u00AAgcISMLNQNNUse/Wiqrnw4sEeueLBXQ9rog571Is//8jdU3Xj5eMLK2FGW9ACb5z5mMbf+Jxk4aVmPdqo+cFbVCkQ7M9srkBwrjiwmcksG+JAAAEE8k7grw/IzMLNZhbWOV/3PHwvz62HuX283nKlOurEJmq5SWm4J5PJ6JkRs3XRKe+EPicElrXAzCfHasz+g+XPYib6cSst0vr3dVXdVRpV2dt9X/fw59qfbw8zi+5QeO7FscQEOnbsqKefflqXXnqpVlpppfh7R44cqfbt28v//f/FF1/E79NAAIGlKxDWx2i/5prJ7hVY/GGHpftk8u0IJENg1113jRN55pln4jYNBJauAN+OAAIIIIAAAggggAACCCBQ6AKpQk+A8S8DAX4CAQQQQAABBBBAAAEEEEAAAQSSL0CGCCCAAAIIIIAAAggggAACCCCQfAEyRAABBBBAAAEEEEAAAQQQQACB5AuQIQIIIIAAAggggAACCCCAAAIIJF+ADBFAAAEEEEAAAQQQQAABBBBAIPkCZIgAAgjkocCxxx6rIUOGxCM75phjdMkll8R9GgggUJgCZhaKp5plr15cNRdePNgjVzy4yyErqMMe9eKic4/cPUU3XDauMBNn1AUl8PoZj2r8Tc9JXiE4imY926j5wZtXKRDsz+ovCwSbZZ9ps+y1oBJmsAggUHME/mamZha+wczCfp5KpeThe3luXczt4/WWK9VRJzVVq01rhc+amZ6tmKuLTnknfAcnBJaVwMwnP9CzB9weP4dFZcVqdX831W2xvPy59WfWr76ve/jz7M+1WfY593GamV+IpSBwyimnaNSoUTrooIOqfPtll12mdu3a6a677qryPh0EEFiyAplMJv43d669cOHCKu95n1iommyQezb8mnPw9i9jyT6ZfBsCyRLo3LlznFBFRYUmTZoU92kgsNQE+GIEEEAAAQQQQAABBBBAAIGCF0gVfAYksNQF+AEEEEAAAQQQQAABBBBAAAEEEEi+ABkigAACCCCAAAIIIIAAAggggEDyBcgQAQQQQAABBBBAAAEEEEAAAQSSL0CGCCCAAAIIIIAAAggggAACCCCQfAEyRAABBBBAAAEEEEAAAQQQQACB5AuQIQIIIJBvAqeddppuuOGGeFjdunXT9ddfH/dpIIBAYQuYWVyA1czkRVZz4cVXPbwQq0fnQ1ZQhz3rxZ8fes9U3XDpOHEgsLQEXj/jUY2/+YXo602KXs16tlbzgzaXP48e/nx6/F6BYDOTmYkDAQQQyFeBJTEus+w6Z2ZhzUulUvLwvdzXRw9fLz3q1ivVUSc1VctNy5SJ/lMUz1bM0YUnvb0khsJ3IPA/BWZUjNWYA26NPhc9gRkpVVasVvd3VZ2VGyr3rPrV93UPf479eTaz8HxHN8ZXbxNLR6Bly5a644479MADD6hNmzbxj0yYMEEHHXSQ/P8m8NZbb8Xv00AAgSUjkMlEC2P0VX71WLhwoRYsWKDc1dvEgmCCw2IHfz5y4c+NR/QYKXf1NoEAAlUF/O86m222WXjz888/V2VlZWhzQmBpCvDdCCCAAAIIIIAAAggggAAChS+QKvwUyGApC/D1CCCAAAIIIIAAAggggAACCCCQfAEyRAABBBBAAAEEEEAAAQQQQACB5AuQIQIIIIAAAggggAACCCCAAAIIJF+ADBFAAAEEEEAAAQQQQAABBBBAIPkCZIgAAggggAACCCCAAAIIIIAAAskXIEMEEEAgrwQuuugiXXrppfGYdtllFw0ZMiTu00AAgWQImGWLqpplr15sNRdehNXDCwd7dD6kiTrsWS8uJvfovVN0/SUfJAOCLPJK4NXTHtW4m1+Ix9SsR2utfNDm8ufQw59Lj98rEGyWfZbjm2kggAAC+SewxEZkZuG7zExmplQqFcL3cl8jfa30ddOjTt20jjqpqVptWqbow9HL9NxTc3XhSW+LA4GlKTCz4gM9e+Adip7SEEW1i9Xq/q6q07yhcs+oX/2Z9fDn159ls+iOKHxsZuYXYhkJdOnSRWPGjNE555yj5ZZbLv7V+++/X23atNEFF1ygn376KX6fBgII/HWBTCYTbvarx8KFC+WxYMEC/fzzz3H4nPtln/Zim5pk8evnwJ8Tf148/Pnx8Acqd/U2gQACVQX8f+fIveN/38m1uSKwlAT4WgQQQAABBBBAAAEEEEAAgQQIpBKQAyksVQG+HAEEEEAAAQQQQAABBBBAAAEEki9AhggggAACCCCAAAIIIIAAAgggkHwBMkQAAQQQQAABBBBAAAEEEEAAgeQLkCECCCCAAAIIIIAAAggggAACCCRfgAwRQAABBBBAAAEEEEAAAQQQQCD5AmSIAAII5I/AtddeqzPPPDMeULt27fTEE0/EfRoIIJAsATOT2eLwoqu58GKsHl442GPfg5top73qLwIwPTZkqq6/5INFfS4I/H2B105/TBMGvxieSf+25j1bq8VBm8ufPw9/Hj1+r0CwWfY59vsIBBBAIH8FluzIzCx8oZmFtTOVSsnD93JfK33N9PXTo269Mh158kpquUmpMplMdF9Gzz01Rxf8662ozQuBJS8wY+RYPXPgbdEXZ8Izl6pVrA3u66o6zRoo92z61Z9VD39u/fk1yz7P0Y3hufYrsWwFatWqpXPPPVejR49W586d4x//+eefdfbZZ+sf//iHhg4dGr9PAwEE/rxAdi9WWB+9vXDhQnl8MPUn5WLslB81dvJ8fTDlhxDjoms25mtc9P74KjFPEyZXjYlRf+Lk75WLD6P2h5O+14eTvgvxUXRdHN9q0qTFMTlqZ+MbTf7oG02pEl9r6kdVY9pHX+mXMf3Dr5SNLzXjw6ox88Mv9MuYFfVnffi5Qkz8XLOrxGeaM7FqzJ34qX4ZH0f9jyd8olx8ErVz8emEj/XL+CzqfzZhrnLx+fi5ysac6DpHX4yvGl+On61cfBW1szFLX42bpa+rxEx9M65qfBv1vx03Q7n47oMZysb06Dpd33/wy5imeR9UjflRf/4HUzV/7FT9sCjmvz8lak/Rj2On6Kfozzz8ufHw58jDn8bc1dsEAggsFvjl32sqKio0ffr0xX9IC4ElLsAXIoAAAggggAACCCCAAAIIJEEglYQkyGEpCvDVCCCAAAIIIIAAAggggAACCCCQfAEyRAABBBBAAAEEEEAAAQQQQACB5AuQIQIIIIAAAggggAACCCCAAAIIJF+ADBFAAAEEEEAAAQQQQAABBBBAIPkCZIgAAggggAACCCCAAAIIIIAAAskXIEMEEEAgTwTuvfde9erVKx7N+uuvr5deeinu00AAgWQKmGWLrJplr158NRdelNXDD1lS1wAAEABJREFUCwd77H3QCurQaTllov/89fi9U3TdRe8nE4aslqnAq6c9qnG3vBA9VtHTlcmoRe+2Wvmfm8mfOw9/Dj1+r0CwWfbZXaYD5scQQACBvyKwFO4xs/CtZiYzUyqVCuF7ua+Zvnbm1tG6dUt11KnN1GqzWpKiz0fxwui5uvBfb4kDgSUpMP2JsRpz0B3RV1oUUnH07G1w/36q06yBfvlMFhcXy8OfV392zUxmFu4xy15Dh1O1CGyxxRZ68MEHdfvtt2uDDTaIx/Daa69p77331hFHHKEPP/wwfp8GAgj8OYFM9O8ej4ULF8pjwYIFOuH6H7RZjx+0RRTtev2oLaP4R68ftE3P+Wrfc5627fGdto+iQ49vtWOPb7RTj69VfuxX2uXYL7XrMV+o4zGfa4+jP9OeR3+iTkd9rL2j2PfIuep85Gx1OWKWuh45U92i6H7EdB1wxDQdePhUHXT4FB1y2GQdetgkHXboRzri0A915CETdPQh43XMwePV45Bx6nHwB+p18Fj1Oeg9He/xz//oX/98Vycd+LZOOfAtnXLAWzrtgDd1RvfXdWb313RW91fVt/srOmf/l3Xu/i/p/G4v6oJuL+jCrs/poigu2a9Sl+33rC7fb4yu6PKMruzytPp3Hq2BXUZpUOendHXnCl2770hdH8UN+zyhG/cZrpv3HqbBez8e4ra9HtUdew3VnZ3+rbs6PaJ7Oj2sIZ0e0n17Pqj793xAD+5xnx6K4uHdh+jfu9+roR3v0WMd79bju92p4VGM2PUOjdz1dlXseque2nWwRu0yWE/vcoueLr9JY8pvVOXON+j5na/X8ztdpxd3ulYv73iNXtnxar3aYZBej+LNDgP0Zof+ervDVXp3hyv1n+2v0HvbX66x21+mcdtdqvHbXawJ216kD6OY1P5CTW7fT1Pan6+p7c/T9ChmbnOOZm3TV7O3Pltztz5Ln/zjTH36jzP02Van64utTtNXW54axSn6pt3J+m7Lk/RduxM1r92/9EPb4/Vjm+P0wxa99cNmPTR/73Plz40/Px7+PHmIAwEEfldg0003VatWrcKfzZkzR5WVlaHNCYGlIsCXIoAAAggggAACCCCAAAIIJEIglYgsSGKpCfDFCCCAAAIIIIAAAggggAACCCCQfAEyRAABBBBAAAEEEEAAAQQQQACB5AuQIQIIIIAAAggggAACCCCAAAIIJF+ADBFAAAEEEEAAAQQQQAABBBBAIPkCZIgAAggggAACCCCAAAIIIIAAAskXIEMEEEAgHwRGjRqlww8/PB7KSiutpDFjxsR9GgggkGwBMwvFVs2yVy/Cmgsv0urhxYM99jm4iXbaq4FkkqLPD7tvmq676H1xIPBXBV459VGNv/Wl6HEy+X8terdV8wM2kT9vHv78efxegWCz6I4o/upvcx8CCCCwLAWW1m+ZWfhqM5OZKZVKhfC93NdOX0Nz62mdOqU68uSV1GrzWpIy4fXCqLm64IQ3oz4vBP6+wPQnxmrMQXeEZ8tPRXXS2uC+LqqzUoM/tLf7CMzML0SeCBx88MHh/z5w8skny9eU3LAGDx6sdu3aacCAAbm3uCKAwJ8UyGQy8li4cKEWLFighVE/fIUvg1GYWdjbZdG7UZiZzEyKXh5+yV3NQi/8mUVvmpnCEV0s6mtR33JvyqL/FCJ7/p1+uCd637Kf0P/Tlx/Rn5st+rBforaZN6I/9EvUNvPGon50UeiazMx7UnSx6GRmCkd0saivRX3LvSmL/lOI7DnXNyl6N5zDPRb1/B1Jub5FTUXHL/pRL/pjCyGLelGYmcxMil4eoRnaJrMoFB2mbDvqyw/vy2Rm3pOii4VTOHtLCuff6/t7Jj8Wn23Rp6N3w3dGfYvai14///xzeHb8OfJY9HZ4rnJtrgggsFhgl112iTvPPvts3KaBwJIW4PsQQAABBBBAAAEEEEAAAQSSIZBKRhpksZQE+FoEEEAAAQQQQAABBBBAAAEEEEi+ABkigAACCCCAAAIIIIAAAggggEDyBcgQAQQQQAABBBBAAAEEEEAAAQSSL0CGCCCAAAIIIIAAAggggAACCCCQfAEyRAABBBBAAAEEEEAAAQQQQACB5AuQIQIIIFDtAu+++64OPPBAzZ8/P4ylVq1aqqioUJMmTUKfEwII1AwBM5PZ4vCiwbnwwsEeXjzYY6+DVtCOe9WPYYbfN03XXfBe3KeBwB8VePmUoRp/20uhOKEXK2zRp61WPmCTP1Qg2Cz7vP7R3+JzCCCAQDULLNWfN7Pw/WYW9vNUKiUP38uLi4v1y328Tt1SHXnySmq1eS3JJI+Xnp6rC45/UxwI/B2B6U+M1ZiD75Si51DRs1VUJ60N7+uiOivWD3u7P4e58GfTw59TM5OZyQ+z7NXbRP4INGrUSJdddplGjx6t3XbbLR7YZ599phNOOEE77rijRo0aFb9PAwEE/ruA/7vH/zR3XbhwoRYsWKCff/5Zmajtf6aMtFbzohBrhmux1mxerDWqRIlWX7lYa6xcEl09ihddS7Ra9F420lE7rVVb5K6lUTsbq7Qo1SotytQiCm/7tcUqZVq5RS2tHK5lah79mbebR+81X6VW1I8iujZrUVvNVlkcK61SR81WrSO/5mLFVepqxej9puFaV35tumpdNYn6TVetpyZRrBBF7urtFVZdTh6NV1tOjaN249Xqy6OR96N2oxANlL3W1/KrNcjG6g3UMGo3XL2hGng7XKP2alFE7fqrL69fxnJRf7nVG2k5v67RSPW8vejq7XqrN47ea6y6a0QRteuusYLqLIrav7jWXqOJPGpF79WK2rXWbKJaazRVWXTNhrebqnTN3HXFqB3FWlGsuaLSa61UJUqifi6K12qmkqhf7LF2MxVF/eIoiqJ2Jno+FB3+DPmz48+Qh/c9oj/ihQAC/0Wgc+fO8Z+MHDlSs2fPjvs0EFiCAnwVAggggAACCCCAAAIIIIBAQgRSCcmDNJaKAF+KAAIIIIAAAggggAACCCCAAALJFyBDBBBAAAEEEEAAAQQQQAABBBBIvgAZIoAAAggggAACCCCAAAIIIIBA8gXIEAEEEEAAAQQQQAABBBBAAAEEki9AhggggAACCCCAAAIIIIAAAgggkHwBMkQAAQSqV2Du3Lnq0qWL/JobyWOPPaYNN9ww1+WKAAI1SMDMQvFVs+y1qKhIucgVa02n06GA614HNVGHvZaLPh8BmTTigem6/sL3ow4vBP6YwMunDNWE21+JPmzRc2RapU9brdx94/B8+XOWe+a8cLU/h6lUKnzOLPt5M4vu5YUAAggUisDSH6dZdl00s7Be+rrp4Wuor6W5ddXX2Np1SnXEyc20wea1pEzGX3rp6bnqd9wbS3+g/EIiBaaNeF9PH3RneJb8lKpdoo3u76I6K9YPe3vu+fOrP5Me/nyaZZ9XRzEzvxB5LNC+fXsNHz5c1113ndZYY414pKNHj9ZOO+2k448/XnPmzInfp4EAAv+/QCbswRktXLgwRCb38Wg5HNCrrsbe1Vjv37WC/nN3E717d1O9c8+KeuuelfTmvc31ehSv3dtCr0Tx8pBV9eKQ1fTCfavrufvWUOX9a2rM/WvpmQfW1ugH1tGoB9bVkw+up4oH19cTD7bUiIdaafhDG+jxhzfUYw9vpKGPbKJ/R/HwI5vpoX9vpgf/vYXuH9pa9w1to3uHttU9j7bTXY9uqTsf20q3P/YP3fb41hr8+Da65fH2umnYtrpx2Ha6ftj2um74DrpmeAddPWInDYpiwBPl6h/FlSN31RUjd9NlIzvq0orddXHFHrqoYk9d+GQn9XtyL53/1N4696l9dM6ofXX2qM46a1QXnTF6P50+uqtOHd1NpzzdXSdFceIzB+qEKI4fc5D6jDlYvZ89RD2fPVQ9nj1Mx1YerqMrj9BRlUfqiOeO0uHPHa1Dnz9Ghzx/rA5+oYf++UJPHfhCL3V/sbf2f/E4dX3pOO330gnqHMW+L5+ovV8+SXu9crL2fOUU7fHqqer46mna7dXTtctrZ6j8tTO182tnacfXz1aH1/tq+zfO0XZvnKv2b56nbd48X1u/dYG2imLLty5S27cvUpu3L9EWb1+qzd+5TJu+c7k2efcKbfTuldrwP1ep1X/6q+V/Bmi99wZq3fcGae33rtZa71+jNd6/VquPvU6rjr1eq3xwo1pE0XzczWo27hatOG6wmo6/VSuMv00NHu2n6PGQH/78LFiwIPvsLHqWcu/7lUAAgd8KtGvXTmuvvXb4g+nTp6uysjK0OSGwZAX4NgQQQAABBBBAAAEEEEAAgaQIpJKSCHksBQG+EgEEEEAAAQQQQAABBBBAAAEEki9AhggggAACCCCAAAIIIIAAAgggkHwBMkQAAQQQQAABBBBAAAEEEEAAgeQLkCECCCCAAAIIIIAAAggggAACCCRfgAwRQAABBBBAAAEEEEAAAQQQQCD5AmSIAAIIVKOAF4naY489NGHChHgUd999t3bccce4TwMBBGqegJnJbHF4cdZceMFWDy8c7LHXQU3VYa/6UsZfGQ2/f6qu6/dezUMj4z8t8NJJQzX+9lfke5E/PS16t9bK3TcOBYL92fLnzMMLVvvz98sCwWbZ5/NP/yg3IIAAAtUpsIx+28zCL5lZ2M99/fTwtdTXVF9bPXytrV2nVEec0kwbtKkj87ui0yvPzNUFfd7wHoHAHxaYNuJ9jTnkbkWPXYiiumlt8sB+qtO0ftjb/ZnLhT+LHv5cmln0eQu/Y5a9hg6nvBc49thjNWbMGPXs2bPKWAcOHKitttpKt9xyS5X36SCAQFWB7L+Don8JZTLh30TeX7BggTILF2Y/GP0bO9vgjMBvBX75ePhzszB6bjx++0neQQCB3xMoLy+P366srIzbNBBYYgJ8EQIIIIAAAggggAACCCCAQGIEUonJhESWuABfiAACCCCAAAIIIIAAAggggAACyRcgQwQQQAABBBBAAAEEEEAAAQQQSL4AGSKAAAIIIIAAAggggAACCCCAQPIFyBABBBBAAAEEEEAAAQQQQAABBJIvQIYIIIAAAggggAACCCCAAAIIIJB8ATJEAAEEqlNg55131muvvRYP4ZprrtEBBxwQ92kggEDNFTCzUIzVLHv1Iq25yBVv9cLBHp0OaqoOe9eXRVweTzw4Tdf1ey/q8ULg9wVePGmoxt/5avYPo2ds1T5t1aL7JqFAsD9TuWfMC1X7c/fLAsFmJjPL3ssZAQQQKCCBZTlUs+w6aWZhzfR11MPXVF9bc+usr7m1apfq8JObqVXr2lImvPTymLnq1/v1ZTlkfquABaYOf19PH3K3Pz4hi6K6aW3yQBfVbrJc2Ntzz5tf/Rn08OfRLPt8+k1m5heiwARatGgh/78jPPHEE9puu+3i0U+ePFlHHnmk9t57b7388svx+zQQQOD3BTKZjHIRbdzZD4VlMZyyfc4I/ELgl9tm/OxEf/7LdtTlhQAC/9VDNJ4AABAASURBVEWgc+fO8Z9UVFTo008/jfs0EFgSAnwHAggggAACCCCAwP+xdx+AURRvH8d/k4aoIHbEAiLg/7WiAooIKlVFBWn2LgKiCCqKBUHsXbH3XkBpCohIDb0oUgRERTpKk14kJO88c7kjQVSEBMjd97hnZ3Zvyzyf3dshyd0uAggggED8CCTFTypkggACCCCAAAIIIIBAHguwOgQQQAABBBBAAAEEEEAAAQQQiH8BMkQAAQQQQAABBBBAAAEEEEAAgfgXIEMEEEAAAQQQQAABBBBAAAEEEIh/ATJEAAEEEEAAAQQQQAABBBBAAIH4FyBDBBBAAAEEEEAAAQQQyDcBu8nNgAEDYut/6KGH1LJly9g4FQQQQMA5J+c2h92sNRp2A1cLu3GwRb2rDlaNBsXCjV/thnNfdZ2tlx6YvG2IzJVQAiNu76EZ74/1OWf5kErdWkmHXXqC7DiysOPKIiUlRXa8JSUl5ToOnXNhOQYIIIAAAv8s4FzkfOmcC+dRO59a2LnVzrF2rrWwc2/hwmm6/s4SOr7SnvJz+5DGDl2kTjeP++eN8GrCC8zuPUWDr/soHDPOayQXSVP5ro2154FFQ99ux1g07NizsOPQOSfnnF9CsVI8CqzAOeeco8GDB+upp55S8eLFY3n07NlTlStXVvv27bV69erYdCoIIBARsJ+dIzXJ6iEyMyOTwo9LYRAZj5cheeSJQFb2oRGOGT8SLfNk5awEgQQQOPPMM1WyZMmQ6S+//KL09PRQZ4AAAggggAACCCCAAAJ5JMBqEEAAgTgSSIqjXEgFAQQQQAABBBBAAIE8FWBlCCCAAAIIIIAAAggggAACCCAQ/wJkiAACCCCAAAIIIIAAAggggAAC8S9AhggggAACCCCAAAIIIIAAAgggEP8CZIgAAggggAACCCCAAAIIIIAAAvEvQIYIIIAAAggggAACCCCQPwLXXXedunXrFlv5HXfcoXvvvTc2TgUBBBCICjjnwk1ZnYuUdtPWaERv5mo3Dra48MqDVavhvtnzS193m6OXHpgUXdXflryQOAIjb++pGR+Ol5wkf0yVvLWSDrvkBNnxYxE9plJSUmTHWVJSkp/N5QrxQAABBBDYZgHnXJjXORfOpXZetbBzrJ1ro+ddOwcXLlxI1915qI6tWFh2T1m7key4oYv0wE1jwzoYILClwOzeP2jQdR9LduNh/2JykTSd9Glj7XlAkdC3R48vK+2Ys7Djz7nI8egXCcellUR8CNx+++0aMmSIrr322lwJPfTQQ6pataq6dOmSazojCCBgp1DrdSMS1vf6E2NkxEWKeBuST94I5Dw8wnGTN6tlLQgklECdOnVi+aanp8fqVBBAAAEEEEAAAQQQQGDHBVgDAgggEE8CSfGUDLkggAACCCCAAAIIIJCHAqwKAQQQQAABBBBAAAEEEEAAAQTiX4AMEUAAAQQQQAABBBBAAAEEEEAg/gXIEAEEEEAAAQQQQAABBBBAAAEE4l+ADBFAAAEEEEAAAQQQQAABBBBAIP4FyBABBBBAAAEEEEAAAQTyQaBNmzZ65513Ymu+4YYb9OSTT8bGqSCAAAJbCjjn5NzmsJu3RsNu6GphNw62OP+Kg1SjwT52H1i7k6G+/nyOXuwwcctV5hynniACw2/roekfjgvHRVaWVOrWSjr8khNkx42FHUcWKSkpsuMrKSkp13HnnEsQKdJEAAEE8lbAucj50zkXzqt2frWwc62dc+3ca2Hn4j32SNP1dx2q4yrtGeb1i+jbYYvV6aaxedso1lbgBWZ9OUWDrv9YcpL8gZK6TyGd1KWR9jywSOjb7ZiKhh1rFnbcOef87E72cC5SWp2IH4Gjjz5ab7/9trp166ZKlSrFEvv+++91ySWX6Morr9QPP/wQm04FAQQiArGbuNsPSzbJ/8xkRZwF6eSRwJaHR+z4yaP1sxoEEkGgYcOGsTT79++vFStWxMapIIAAAggggAACCCCAwA4JsDACCCAQVwJJcZUNySCAAAIIIIAAAgggkGcCrAgBBBBAAAEEEEAAAQQQQAABBOJfgAwRQAABBBBAAAEEEEAAAQQQQCD+BcgQAQQQQAABBBBAAAEEEEAAAQTiX4AMEUAAAQQQQAABBBBAAAEEEEAg/gXIEAEEEEAAAQQQQAABBPJaoGPHjnruuediq23cuLHeeOON2DgVBBBA4O8EnHPhZq3ORUq7iWs0ojd3tRsHW1xwZXHVaryvX1Vk3m+6z9WLHSb68a09mZYIAsNv66EZH42Xs2T94MjWlXT4xcfLjheL6DGUkpIiO66SkpLknMsVtiiBAAIIILB9As65sKBzLpxb7TxrYedcO/dGz8N2Tt5jj0K6ru2hOq7SnsoKd5fN0rfDFumB5mPCOhgg8OsXUzTohk88hD9A/DOlaJpO/rSR9jygSOjbo8eTlXaMWdjx5lzk+PMLhuPQSiJ+BRo0aKBhw4apU6dOKlKkSCzRDz/8UKeffroef/zx2DQqCCS6QK6bt/tzZfBwNgwDq8RJkEZeCUQPk7xaH+tBIBEFateureLFi4fUp02bpvT09FBngAACCCCAAAIIIIAAAjsqwPIIIIBAfAkkxVc6ZIMAAggggAACCCCAQB4JsBoEEEAAAQQQQAABBBBAAAEEEIh/ATJEAAEEEEAAAQQQQAABBBBAAIH4FyBDBBBAAAEEEEAAAQQQQAABBBCIfwEyRAABBBBAAAEEEEAAAQQQQACB+BcgQwQQQAABBBBAAAEEEMhTgWeffVYPPPBAbJ21atVS165dY+NUEEAAgX8TcM6Fm7U6FyntZq7RsBu8WtiNgy3qXn6wajXeV5E7B2dpQPc5evH+7/+6CabEvcCwNj3040ffKstnanFk61N1+MXHy44TCztuLFJSUmTHU1JSUjjOoqVzzi/JEwEEEEBgRwWci5xPnXOx86yda+3ca+dgOxdb2Ll5j8KFdN2dh+qE0/bym3XyC+i7EYv1QPMx4pHYAjN7Tdbgpp9mIzilFttDJ3/aSIX33zvWt9sxZMeSHVsWdpw55/xh5MJyzkXKMMIgrgXsWGjfvr2GDh2qiy++OJbrypUr1a5dO1WtWlV9+vSJTaeCQKILZGX5n5gsDMJX/Q/UVoufIJM8E4geJrbCcNxYhUAAgf8sUKdOndgy6enpsToVBBBAAAEEEEAAAQQQ2AEBFkUAAQTiTCApzvIhHQQQQAABBBBAAAEE8kSAlSCAAAIIIIAAAggggAACCCCAQPwLkCECCCCAAAIIIIAAAggggAACCMS/ABkigAACCCCAAAIIIIAAAggggED8C5AhAggggAACCCCAAAIIIIAAAgjEvwAZIoAAAggggAACCCCAQN4JvP3227rttttiK6xYsaL69+8fG6eCAAIIbKuAcy7cvNW5SGk3dY2G3ejVwm70aXHe5QerZuP9/KpdiIE95urF9t/7+uYntfgWSG/dQzM+/tYfM5IdBUe1OVWHNzlOdnxY2PFikZKSIjuOkpKSFA35h3O2lK/wRAABBBDIEwHnIudV55ycc7Fzrp2D7Vxs52QLO0cX2qOQrrnzMB136p6K3Fg2SxNGLFLHG0eLR2IKzOw1WYNv/FRZ/p89U/ZJ08mfNtCe+++dq2+3Y8mOKQvr152LHG+m5pyzgkgwgZNOOkmffvqpPvjgAx133HGx7IcPH67zzz9fLVq00OzZs2PTqSCQ0ALR82Qcni4Ter/mcfIcHnkMyuoSVqBhw4ax3O3vJWvWrImNU0EAAQQQQAABBBBAAIHtE2ApBBBAIN4EkuItIfJBAAEEEEAAAQQQQCAPBFgFAggggAACCCCAAAIIIIAAAgjEvwAZIoAAAggggAACCCCAAAIIIIBA/AuQIQIIIIAAAggggAACCCCAAAIIxL8AGSKAAAIIIIAAAggggAACCCCAQPwLkCECCCCAAAIIIIAAAgjkkUC3bt3UtGnT2NrKli2rwYMHx8apIIAAAv9VwDkXbhrsXKS0m7tGb/RqNw22sBsHW5x3+cGq2Xhfv4mscPPggT3m6MX23/vx8GQQxwJDb+2uGZ98qyyfY1ZWlkq3qaTDGh8rOy4s7DixiB47SUlJsnDO+SUUjjHxQAABBBDIcwHnNp9nnXPh3Gvn32h/budmCztXFyqUpmvvOlwnVN5bki3n9P2oxXrgxtHikVgCv/ScrMHNuvqknT8SnFKKFVKFLo2053575+rbo/26HU92XDnn5/fhF5RzzgoigQWuuOIKDRs2TO3atZMdI1GKV199VVWrVtVLL70UnUSJQOIK+J+dQvJZYRhPA3LJQwEOjzzEZFUJLXDBBRdov/32CwaTJk1Senp6qDNAAAEEEEAAAQQQQACB7RZgQQQQQCDuBJLiLiMSQgABBBBAAAEEEEBghwVYAQIIIIAAAggggAACCCCAAAIIxL8AGSKAAAIIIIAAAggggAACCCCAQPwLkCECCCCAAAIIIIAAAggggAACCMS/ABkigAACCCCAAAIIIIAAAggggED8C5AhAggggAACCCCAAAII5IXA4MGD1bRpU2VmZobVHXTQQerXr5/22muvMM4AAQQQ2F4B51y4iatzkdJu8Bq94avdNNjCbhxscd7lxVWzyf5hfj/QoB5z9OJ9EyRt79ZZbncXGNKqu2Z08fvYjg/f2NJtTtXhjY+THQ8WdnxYRI8ZO34snHN+bvnDJFKKBwIIIIBAvgg4FznPOufCOdfOwRbJycmyc7Odoy3snF2oUJquufMwnVB5b9+WLMk/vx+5SB2bjvLjPBNB4JcekzS4WRdlZfmd7w+AlGKFVLFrQxXed69cfbsdO3YMWdjx5JwLx5cZOeesIBBQsWLF9Oijj2ro0KGym+5GSebOnaubb75Z5513XngtOp0SgYQTiJ4vw2kzDOKEgDTyUiB6mOTlOlkXAokqUKdOnVjq6enpsToVBBBAAAEEEEAAAQQQ2B4BlkEAAQTiTyAp/lIiIwQQQAABBBBAAAEEdlCAxRFAAAEEEEAAAQQQQAABBBBAIP4FyBABBBBAAAEEEEAAAQQQQAABBOJfgAwRQAABBBBAAAEEEEAAAQQQQCD+BcgQAQQQQAABBBBAAAEEEEAAAQTiX4AMEUAAAQQQQAABBBBAYIcFpk6dquuuu05//PFHWJfdvLNnz54qXbp0GGeAAAII7KiAcy7c1NW5SGk3eo3e+NVuGmxh5x6Lcy87WDUa7ydlZcluHTuo5xy9cO93O9oElt8NBQbf0k0/dZ3g97VvnN/ZpW+rpCMaHys7DizsuLCIHit23Fg45/wCCseUeCCAAAII5LuAc5vPu8452bnYIjk5WXaOtnO1hZ27La6+8zAdX3lvf56WbDBp9GJ1vGGUeMS3wM/dJ2lwi89k+9w5p9R9C6tilwYqXGyvXH27HTN27FjYceSc84s42cO5SGl1AoGoQJUqVfTFF1/otdde05FHHhmdrK+++kpnnXWW7rzzTi1dulRBiXj5AAAQAElEQVQ8EEg4Af8zc8jZ/ywV+aEqjBX8ARnkqUD0MMnTlbIyBBJUoEGDBrHMBwwYoD///DM2TgUBBBBAAAEEEEAAAQT+owCzI4AAAnEokBSHOZESAggggAACCCCAAAI7JMDCCCCAAAIIIIAAAggggAACCCAQ/wJkiAACCCCAAAIIIIAAAggggAAC8S9AhggggAACCCCAAAIIIIAAAgggEP8CZIgAAggggAACCCCAAAIIIIAAAvEvQIYIIIAAAggggAACCCCwYwJLlizRZZddplmzZsVW1LVrV1WuXDk2TgUBBBDICwHnXLi5q3OR0m74Gr0BrN002MJuGmxx7uXFVfOS/f388uE0pNdcvXDPd+IRPwJDWvXQT59N9AnZ8SAddVtFlWx8nGz/W9jxYBE9Rux4sXDO+WUUjgvxQAABBBDYaQLObT7/Oudk52SL5ORk2bnaztkWdg63uPrOw3X86XtLWVn21KTRi9Th+pHiEZ8CP3ebqEEtPgv7Osvv85RihVSxSwMVLrZXrr7djhU7Zizs+HHOxfp051x84pBVngnceOONGj58uFq1apVrnU8++aSqVq2q999/P9d0RhCIe4HoeTPOTp9xv992coIcHjsZnM3FtUCjRo201157hRzHjx+v9PT0UGeAAAIIIIAAAggggAAC/12AJRBAAIF4FEiKx6TICQEEEEAAAQQQQACBHRBgUQQQQAABBBBAAAEEEEAAAQQQiH8BMkQAAQQQQAABBBBAAAEEEEAAgfgXIEMEEEAAAQQQQAABBBBAAAEEEIh/ATJEAAEEEEAAAQQQQAABBBBAAIH4FyBDBBBAAAEEEEAAAQQQ2EGBBg0aaOJEuwFzZEXvvvuu6tWrFxlhiAACCOSxgHMu3OTVuUhpN36N3gjWbhpsYTcNtjjn0uKqefH+ysrKUpZvx5Av5qrz3d/6Gs+CLjDolu76sesEn4bt2SwddVsllWx8nKL730qL6LFhx4mFc84vo3AMiQcCCCCAwE4XcG7zedg5Jzs3WyQnJ8vO2XbutrB+3OKqtofrhCpF5CQ55zRlzGJ1uHaEeMSXwE+fT9Sglt38PlaItP0K69SuDVR4nz1lx4GFHRd2jNixYmHHjXPOz+9kD+cipdUJBP5JoESJEnr++efVv39/1ahRIzbrtGnTdPXVV6tJkyb67rvvYtOpIBDXAln285TPMLvwtXh4kkMeC3B45DEoq0t4gTp16sQM0tPTY3UqCCCAAAIIIIAAAggg8J8EmBkBBBCIS4GkuMyKpBBAAAEEEEAAAQQQ2G4BFkQAAQQQQAABBBBAAAEEEEAAgfgXIEMEEEAAAQQQQAABBBBAAAEEEIh/ATJEAAEEEEAAAQQQQAABBBBAAIH4FyBDBBBAAAEEEEAAAQQQQAABBBCIfwEyRAABBBBAAAEEEEAAgR0RuOCCCzRs2LDYKp577rlww7zYBCoIIIBAPgg458LNXp2LlHYD2OgNYe3msBZ2o1iLOpcWV61LDpDz7bBI/3KuXmj3rR/jWVAFBt3cXT99NtHvU9ujTmVvP1UlGx2r6H630iJ6TNjxYeGczS85FynFAwEEEEBglwg4FzkPO+fCOdnO0RbJycmyc7edwy2sH7e4su3hOqFKEWVlSf6pKeOW6P5rhu+StrPRvBeY4fv0QTd3Cyu2fZy6X2FV6nKR9ii6p2z/W9jxYMeGHSMWdrw458LxYws656wgEPhPArVq1dKAAQP07LPP6uCDD44t+9lnn6lq1arq1KmT/vzzz9h0KgjEpUD0/BlOo2EQB2mSQl4LRA+TvF4v60MgUQUaNGgQS33gwIH+55ys2DgVBBBAAAEEEEAAAQQQ2FYB5kMAAQTiUyApPtMiKwQQQAABBBBAAAEEtlOAxRBAAAEEEEAAAQQQQAABBBBAIP4FyBABBBBAAAEEEEAAAQQQQAABBOJfgAwRQAABBBBAAAEEEEAAAQQQQCD+BcgQAQQQQAABBBBAAAEEEEAAAQTiX4AMEUAAAQQQQAABBBBAYLsFrrjiCvXu3Tu2/AMPPKBbb701Nk4FAQQQyE8B51y46atzkdJuBGs3hrWwm8Ra2A1jLWpfWlw1Lz1A4XZafpD+5Vx1vmt8fjaPdeeTwMCW3TTj84l+7Vl+f2ap7O2VdETDY2T72cL2u4UdB8nJybLjwsI555dROGbEAwEEEEBglws4t/m87JyLna/t3G3ncDuXW9i53eKKtofrhCp7y5aymDp+iTpcPVw8CrbAjM8manCr7n6/Oh9SoQMK69Qu9VW46J65+nY7JuzYsIj26865kLxzkTKMMEBgOwRat26t4cOH64YbbogtvXbtWnXo0EFVq1ZV9+7dY9OpIBB3Aln+B2RLKhRhYGMFO2h9ngtED5M8XzErRCBBBRo2bCj7WcfSHzlypNLT061KIIAAAggggAACCCCAwH8RYF4EEEAgTgWS4jQv0kIAAQQQQAABBBBAYLsEWAgBBBBAAAEEEEAAAQQQQAABBOJfgAwRQAABBBBAAAEEEEAAAQQQQCD+BcgQAQQQQAABBBBAAAEEEEAAAQTiX4AMEUAAAQQQQAABBBBAAAEEEEAg/gXIEAEEEEAAAQQQQAABBLZPoGXLlvroo49iC7dp00b3339/bJwKAgggsDMEnHNybnPYDWHtxrB2k1i7kZaF3TTYovYlxVX7sgMlJ1kM6zNPne8aLx4FR2BAy276qftkOed3oo+j7zhVJRseI9u/0X1tpe1/Ow7seLBwzs/v03QuUvoqTwQQQACB3UDAuch52TkXzu12zrawc7idy+2cbmHneYsr2h6h46vsrSxrux/8MH6J7r+Km2UaR0GMH7t+r0G3dJft0Cw/SD2gsE7tcpH2KLJn6Nttn9v+t2PBjgkLOz6cixwvlrNzzgoCgR0WKFOmjN544w317NlTp512Wmx9Y8eOld2k9/rrr9fEiRNj0/+u8tNPP2lnxerVq/+uGUxHYNsFoufRODqdbnvyzLmtAhwe2yrFfAhsm8Aee+yhOnXqxGZOT+dnmhgGFQQQQAABBBBAAAEEtlGA2RBAAIF4FUiK18TICwEEEEAAAQQQQACB7RBgEQQQQAABBBBAAAEEEEAAAQQQiH8BMkQAAQQQQAABBBBAAAEEEEAAgfgXIEMEEEAAAQQQQAABBBBAAAEEEIh/ATJEAAEEEEAAAQQQQAABBBBAAIH4FyBDBBBAAAEEEEAAAQQQ2A6Be+65Ry+//HJsyWuvvVbPPPNMbJwKAgggsDMFnHPhpsHORUq7MazdINZuFms3jU1NTVVaWlqImhcfrJqXHqisLN9CPxjee66ebzvWj/Dc3QW+adFNP3Wf7PddVoij76ikIxr8X9ivtp9tH9s+t7D9b8eBhXMupOZcpAwjDBBAAAEEdhsB5yLnZ+dc6M/t3G1h53I7p9s53sLO8xZXtC2pE88oIjn/9DHt26W6/0pumKkC9vixy/cafGtP2X60KHRAYZ3W5SLtsXfh0Lfbvrb9bseAHQsWdlw45+Sckz2ci5RWJxDIK4F69epp+PDhevjhh1WkiD/XZK/47bffVqVKlXT77bdr5syZ2VP/WqxcuVI7K/66daYgsB0C/ufisJT9jBwqBX5AAvkgwOGRD6isMuEF6tevHzMYNGhQrE4FAQQQQAABBBBAAAEEtkmAmRBAAIG4FUiK28xIDAEEEEAAAQQQQACB/yzAAggggAACCCCQlRX5AhUlDrwbEEAAAQQQiF8BMkMAAQQQQAABBBBAAAEEEEAAgfgXIEMEEEAAAQQQQAABBBBAAAEEEIh/ATJEAAEEEEAAAQQQQAABBBBAAIH4FyBDBBBAAAEEEEAAAQQQ+K8Cjz/+uB599NHYYhdddJHsRnixCVQQQACBXSDgnAs3g3UuUtoNYu1GsXbT2NTUVKWmpiotLS1ErUuKq9ZlB0Ra6aSRfeerc9txkXGGu6XANy266eeeU0LbnHM6um0lHXHR/4X9Gd23tq8tbL/b/rdwzu9gv5RzkdJXeSKAAAII7IYCzkXO08650J/bOdzCzul2brdzvUW0L7/sjiN0whlFpey70U7/bqnaXzF0N8yMJm1NYPqn32tQ656Rl/w+TNt/D53Wpb722GuP0Lfbfrb9bfs+OTlZFnY8OBc5PmxB55wVBAL5ImDH3D333KPhw4fr0ksvjW3jzz//1DPPPKNKlSqpQ4cOWrx4cew1KggUWIHo+TScVsOgwKYSaTjD/BCIHib5sW7WiUCiCjRq1CiW+pAhQzRixIjYOBUEEEAAAQQQQAABBBD4NwFeRwABBOJXICl+UyMzBBBAAAEEEEAAAQT+owCzI4AAAgggkKACWVlZIjD4u2MgQd8WpI0AAgggEM8C5IYAAggggAACCCCAAAIIIIAAAvEvQIYIIIAAAggggAACCCCAAAIIIBD/AmSIAAIIIIAAAggggAACCCCAAALxL0CGCCCAAAIIIIAAAggg8J8EXn31VbVr1y62TPXq1dW9e/fYOBUEEEBgVwo458JNg52LlHajWLt5Z0pKilJTU0OkpaXJouYlh6jmZQdIWfbM0oi+c9X5jrG7svls+28Evm7+uX7qOcXvKr+z/DxHt62kkhf9X9iPtl9tf6b4fWxh+9v2u4Vzzs+tcEyIBwIIIIDAbi/g3ObztnNOdi63sHO7nePtnG9h532Ly+44QidUKyp/ovchzZiwTPdfMVQ8dm+BaZ9M0OA2vWKNLHTgnqrc9SLtsVfh0LfbvrX9bPvc9r2FHQfOOb+rXVjOuUgZRhggkI8CJ5xwgj7++GP16NFDNWvWjG1p6dKl6tSpkypVqqSnnnpK69ati71GBYECJ5AV+TnL/8Dlm55d97UC+6Th+SIQPUzyZeWsFIEEFdhnn31Uu3btWPbp6emxOhUEEEAAAQQQQAABBBD4FwFeRgABBOJYICmOcyM1BBBAAAEEEEAAAQT+kwAzI4AAAgggkIgCWdmf1LIyMzNT0dLqRKYS0cCOga1FIr4/yBkBBBBAID4FyAoBBBBAAAEEEEAAAQQQQAABBOJfgAwRQAABBBBAAAEEEEAAAQQQQCD+BcgQAQQQQAABBBBAAAEEEEAAAQTiX4AMEUAAAQQQQAABBBBAYNsFPvnkE7Vo0SK2wMknn6yBAwfGxqkggAACu4OAcy7cHNa5SGk3jE1OTlZKSopSU1NDpKWlyaLmJSVU8/ID5bL/jfxqnjrfMXZ3SIM2ZAt83fxz/fzFVPld5J9O/2tbSSXr/y/sP9ufth9t31rYfrb9beGckz2ci5RWJxBAAAEEdn8B5yLnbeecnHOyc7qFnePtXG/nfgs7/1tcevsROrFqESnLnln6ccJStb9siHjsngLTPp6gQbf18rsr7DClHbCHqnStrz323CP07bZPbf/avrZ9bmH737nI8WBZOeesIBDYqQL169fXN998o/fff1+nnXZabNuzZs1S27Ztdeqpp+q1116LTaeCQIES7VQ89gAAEABJREFUiJ5X4+T0WqDsC1BjOTwK0M6iqQVKoF69erH2Dh48OFanggACCCCAAAIIIIAAAv8swKsIIIBAPAskxXNy5IYAAggggAACCCCAwH8QYFYEEEAAAQQSSiArK0tbi8zMTFls2rRJFhkZGSISw8D2dzTsGLCIHiP25rC6lQQCCCCAAAIFXIDmI4AAAggggAACCCCAAAIIIIBA/AuQIQIIIIAAAggggAACCCCAAAIIxL8AGSKAAAIIIIAAAggggAACCCCAQPwLkCECCCCAAAIIIIAAAghso0Dfvn3VtGnT2NylS5eWTYtNoIIAAgjsRgLOuXDTYOdCqaSkJCUnJyslJUWpqakh0tLSZFHj4kNU8/IDlWX/srI0su9cPX/bmN0om8RtSr9m3fRzr6mS3y9+9+jothVVsv7/wn6z/Wj7z/aphe1f288WzrmA5lykDCMMEEAAAQQKjIBzkfO3cy7053Zut7BzvZ3zrQ+wsH7A4pLbS+rEM/fx+Tkf0k8Tl6n9ZUNCncHuIzD14wkafMeXctn/Ch20p874rIHSChcKfbvtS9uvto9tX1vYfnfOL+HDMnHOWUEgsMsErrzySo0aNUovv/yyjj322Fg7Jk+erObNm6tKlSr+v65ZselUECgQAvbzljU0Pg5dy4TIBwEOj3xAZZUIeIFGjRr5YeT5zTffaOzYsZERhggggAACCCCAAAIIIPBPAryGAAIIxLVAUlxnR3IIIIAAAggggAACCGyzADMigAACCCCQeAJZWVnhQ6iZmZnatGlTiIyMDEVj48aNoW4lsVHxbGD73PKz0sKOBzsuLKLHib1DrG4lgQACCCCAQMEVoOUIIIAAAggggAACCCCAAAIIIBD/AmSIAAIIIIAAAggggAACCCCAAALxL0CGCCCAAAIIIIAAAggggAACCCAQ/wJkiAACCCCAAAIIIIAAAtsiMHz4cN1www1as2ZNmH2//fZT9+7ddfDBB4dxBggggMDuKOCck3MWkUhKSlJycrJSUlKUmpoaIi0tTRbVLz5ENa84KDb/6H7z9Pxto5XFHe52ya616w/1a9ZNP3/5g+QUHv93ZyWVqv+/sL9s/9l+s31pYfvV9q+Fc5EFnIuUYWEGCCCAAAIFTsC5yHncOSfnnOwcb2HnfDv3W19gYf2BxcW3HaETqxWVPawf+en7pWp/yWAbJXYDgR8++k6Dbv/C/98q8p+rQgftqTO61lehwoVC32770Pan7Vvbxxa2v52L7H9LwTlnBYHAbiHQokWLcIPeJ554QiVLloy1aeTIkbE6FQTyQ+DXX3+VRZ6uO3p+DafZMMjT1e/clbG1/BKIHib5tX7Wi0CiChx00EE688wzY+mnp6fH6lQQQAABBBBAAAEEEEDg7wSYjgACCMS3QFJ8p0d2CCCAAAIIIIAAAghsowCzIYAAAgggkEAC9uH3aLpWz8zMlMWLPdfrpV4b9FLPdSFe8eUrPdbqtZ5r9bpFjzV6w8ebPVbrrR6rQrzdfaXe8fFu9xWyeK/7cr3f7Q994OPDbstk8dHnS/Wxj08+X6JPQyxWl88Wq+tni/TZZ7+H+Pyz39St62/q3nVhiB5dF6hnl/nqFWKevugyT192maven85Vn0/nhOj76Wx95aPfJ7P09Se/huj/yUx98/FMDfj4lxADP/5Zgz76SYNDzNCQj2Zo6Ec/Kv1Di+ka9uF0Df9wmkb4GPnBVI384AeN8jH6gyka8/4UjX1/cohx70/S+Pcn6tv3LL7Xd+99rwnvTdD3Fu9+p4k+Jr37rSZbvDNeU94Zpx98TH1nrKa9bTFG098eox/fHq0Zb4/STxZvjdTPPn55a4RmWrw5XL/6mPXmMM22eCNdc94Yqrk+5r0xRPMtXh+sBT4Wvj5Iv70+UL9bvDZAi3wsfu0bLbF4tb+W+lj26tf6I0Q/LX/lK63wsfKVvrJY9UofrX65j9a83FtrX/4yxLqXvtB6Hxte6qX1L/bU+re/CseFHRt2nFjYcRMtrU4ggAACCCBQ4ARoMAIIIIAAAggggAACCCCAAAIIxL8AGSKAAAIIIIAAAggggAACCCCAQPwLkCECCCCAAAIIIIAAAggggAACCMS/ABkigAACCCCAAAIIIIDAvwr8+OOPatq0qRYuXBjmtRsxdu3aVSeeeGIYZ4AAAgjszgLOObkckZSUJDuPpaSkKDU1NURaWposqjc5RDWvOEiR695kaXS/eXq+zShlZWbtzinGXdvMu1+zbvrpy6mS0fs45q5KKlnv6LCfbL/Z/rJ9aGH70/arhXMueDgXKcMIAwQQQACBAivgXOR87pyTc052rrewc7/1AdYnWFi/YHHx7SVV/qxiYV7nnH6evEz3XTxIkb5dPHaRwA8ffqfBbfvE9kuhg/bUGV3rqVDhQqFvt31n+9H2qe1bC9vPzkX2uzXbOWcFgcBuJbDnnnuqbdu2GjNmjNq3b6/9999/t2ofjYlPATtflitXTo8//njeJZjlf+iytYUiDGysYAatzjeB6GGSbxtgxQgksEC9evVi2Q8ZMiRWp4IAAggggAACCCCAAAJ/I8BkBBBAIM4FkuI8P9JDAAEEEEAAAQQQQGCbBJgJAQQQQACBRBOwD7xHIzMzUxkZGWr/3ka1fSND7d7K1L0+7nt7k+7Pjg5vZeiBtzeq01t/+tigB9/coIffXK9HfDz65lo99sZaPf7GGj3x+ho9+fpqPfX6Kj39+ko9+9qKEM+9tlzPv/qHOr+6TC+8skwvvbpEL72yRC/7ePXlRXotxO964+Xf9eZLC/WWj7d9vPPSfL374ny99+I8vf/CXH3w4hx9+MIcffzCbH3ceZY+6fyrPu08U118fPb8L/o8xE/q9vxP6vHcDPUM8aN6PTddXz47Tb2fnao+z0xV32d/0FfPTFG/Zybr66cnqf/TE/WNj4EWT03QIB+Dn/pOQ3wMfXK80n0Me2Kchj85ViOfGKtRT4zRqMdHa/TjozTWx7jHR2r8YyP07WPD9d1jwzTBx/ePpmtiiCGa8qiPRwbrBx9THx6kaQ8N1PSHB2jGw99oxkPf6KcH++uXh77WzAf7+fhKv3bqq9kP9tUcX87t1FvzHrD4Ugse+FILH+il3zr20u8de2pRhx5a3LGHlnTorqUdumnZ/Z/rjw6fa/n9XbXCx8r2XbT6vk+1pr2P+z7RWh/r7/1IG3z8ee+H2njvB9p4zwfKuPs9bbr7XW1q97Yy7nxLGW3f0KZNm0LY8ZHFJ/oS7RRBvggggEDcCpAYAggggAACCCCAAAIIIIAAAgjEvwAZIoAAAggggAACCCCAAAIIIIBA/AuQIQIIIIAAAggggAACCCCAAAIIxL8AGSKAAAIIIIAAAggggMA/CyxfvlxXX321pk+fHpuxa9euqlGjRmycCgIIILC7Czjn5NzmSEpKUnJyslJSUpSamhoiLS1NFmc3OUS1rjrYp+TCMmP7z1fn20Yrc1OWn8YzvwUyN2Xqq2bd9HPvaXK2MT845q5KKnnh0WH/2P6y/WT7zsL2o+1PC+f8zH4Z5yKlr/JEAAEEEIgDAeci53XnnJxzsnO+hfUB1hdY32Bh/YNF4zZH6MSz9pFd087il8nLdF+TQcrKpC/XLnhMfv9bDWrbW8rK8s8sFTpoT1X7rL4K7VEo1rfb/rN9afvUwvavc5H9bU12zllBILDbChx88MHq1KmTxowZozZt2oR2Tpw4Uc2aNdMDDzwg+91KmLiVQf/+/cN8Vm7lZSYhsFUBu65vu3btdMopp+irr77a6jz/aWL0PLsTTrfp6emqUKGCLr74Yi1atOhvm/n++++H+az825m28sKunGT/7xg3btxf9knHjh1VvXp1TZs2bVc2b4e3vRMOjx1uIytAoKAKNGrUKNb0r7/+WhMmTIiNU0EAAQQQQAABBBBAAIG/CjAFAQQQiHeBpHhPkPwQQAABBBBAAAEEENgGAWZBAAEEEEAgYQTsg2fRZK2emZmpTZs2hVBW5APwNj1L/p8f9c/wwWw/CC/7qVaNrCLM76f4mfzTT7ehH7dlLfyof/p5bWjT/Sx+zIY2xUoLq1tE6jafH/Przq75JaLjfg6rhnX7ii+tUaHmB2F+v5xfwM9oTz8ljNuLvm4vhKqvh+l+Qhj384Yye7qvR1YdHfcTbH5f5J4eXT4yX3D7m/nsNWurhdX9En6j/unXaeO+Zi/51dsEv17/tOk2X3SVYQabw0/Y+nRbS1jQD3zdz+eHfgkb2iS/bj8Wlo2VOafnnE+KHhtWWoT2hHXaMgQCCCCAAAIFUoBGI4AAAggggAACCCCAAAIIIIBA/AuQIQIIIIAAAggggAACCCCAAAIIxL8AGSKAAAIIIIAAAggggAACCCCAQPwLkCECCCCAAAIIIIAAAgj8i4DdjMtuYBed7a233lKDBg2io5QIIIBAQRAIbXTOybnNkZSUpOTkZKWkpCg1NTVEWlqaLM5qfIhqXnWQ7Do4tvDY/vPUuc0oZWbadXVsCpEfApkZmfqqWXf93GeaTNquX3TsXZVU8sJyYb/YfrL9Y/vMwvaf7UcL51xoknORMowwQAABBBCIGwHnIud351zoz+3cb2F9gfUJ1kdYWD9h0bhNSZU/u5j83HLO6dcf/lD7iwcpc5P1MHHDstsnMvm9bzWkXd+wD/xAhQ/ZW9U+q6e0QpH/c9k+s7B9aPvSwvarc37P+bAEnXNWEAgUCIGjjjpKzzzzjD/cNx+3CxYsUN++ff3PEpkFIgcaWbAEvvvuO5133nm69tprZcfadrc+ev3XndhN/vLLL3r77bcj1yje7ob/ZcFdOmHUqFFq2bKlFi9evEvbkV8b34mHR36lwHoR2G0FDj/8cFWuXDm0LyMjQ+np6aHOAAEEEEAAAQQQQAABBLYqwEQEEEAg7gWS4j5DEkQAAQQQQAABBBBA4F8FmAEBBBBAAIHEE7AvsVlkZmaGD53ah0iU/UFq55xuqr+nWly0l5rX30vNLtpbN4Yo4suiuqFBJK5vUEzXWTQspmt9eU3DfXV1w/187K+rGu6vKxvtrysaHaDLGx2oyywa+7LxQbqk8cEhLm5cXE0aH6ImTQ5RYx+NmpRQwyaHquHFh+miS3z4sv7Fh6vexUfowksiccGlJXX+JaV0/qWldN6lR+q8y0r7srTO9eU5lx2lOpeVUW0ftS4vo1qXlVXNy8uqxuVHq/oVPnx5li/PuvJ/OvOK/1M1iyv/T1WvPMbHsTrjquNUxcfpPipfdbwqX32CTrvqBJ169YmqdHV5VfRRweKak3TKNSfr5Ow46dpTdNI1FVT+2oo60ccJPo6/tpKOv+5UHefjWB/HXFdZ/3d9Zf3Pl/+7/nQdfX0VlfNR1uKGM1TGx1E3VNVRN1RT6abVdKQvj2x6lkr5KOnjCB+H31hdh4WooUNvrKESzWrokGY1VbxZLR1s0dzK2jqweZ3sOEf7Nz9X+7c4V/v52LfFeXOInLIAABAASURBVCrWoq6K3XS+9mlxvor6sshNF2jvmy7UXhYtL1ThK2tKcrKHHRubNm0Kx4cdKxY2nUAAAQQQQKDgCtByBBBAAAEEEEAAAQQQQAABBBCIfwEyRAABBBBAAAEEEEAAAQQQQACB+BcgQwQQQAABBBBAAAEEEEAAAQQQiH8BMkQAAQQQQAABBBBAAIF/EmjSpIn69+8fm+Xpp5/WddddFxunggACCBQMgc2tdM7Juc2RlJSk5ORkpaSkKDU1NURaWposzmpcQrWuLp69sNO4AfP1QpvRytzELe+yUfK0yMzIVN/m3fVL3+mRfeTXfly7U1XygnJhf9j+sf1i+8rC9pvtPwvnnJ9bYTnxQAABBBCIWwHnNp/vnXOyPsDC+gTrG6yvsLD+wqJRm5IqX72Yote1+/WHZWrfZIA20ZdrZzwmvTteg+/uGzaVpSztcfCeqtblwtCv2/6xfWVh+872oYXtT+dcrE93zoXlGSBQ0AVGjhypKVOmFPQ0aP9uLPDuu++qXLlyeu6557avldHzbTjthsH2rec/LvXll19qxIgR/3Gpf5p9175m11u26+tu2YqOHTtq0KBB+r//+78tXypQ49HDpEA1msYiUIAELrzwwlhrhw4dGqtTQQABBBBAAAEEEEAAgS0FGEcAAQTiXyAp/lMkQwQQQAABBBBAAAEE/kWAlxFAAAEEEEgwgegH3q20sA+iWSj7O2w27cHr99bzrYrouVuL6tlb99EztxbT062L6cnW+/rYT4+33l+Ptdlfj7Y5QI+0OVAP33aQHrrtYD3oo9PtxfXA7Yeo4+0l1MHH/XccqvZ3HKb77jhc91i0PULt2pbUXXeW0p0+2t55pO64s7Ruv+so3eajzV1l1Pqusrq1XTm18nHL3Ufr5rv/p5Z3/59u8tHinmPU7J5jfRynpvccpxvuPV7X33uCrrv3RF1734m65r7yuvq+k3RV+5N1ZftTdIWPy9tX0GX3V9Sl91fSJfefqos7nKomHU5Tow6V1ajj6Wrg46KOVVS/4xmq90BVXejjggeq6fxOZ6pup7N0no9zHzxb5zxYXXUerKHaPmo9VFM1Hqrlo7bOfri2znq4js58+BxVe+RcVfVxxiPnqcojdXX6o+erso/THr1Apz52oSo9Vk8VfVR4vL5Oefwinfx4A5V/vKHKP9FQJzzRSMc/0VjHPdlEx/o45smL9X9PXaL/PXWpjvZR7qnLVPbpy1Xm6St01NNXqrSPI5+5SqWeuVoln7lGhz9rca0OffY6lXjueh3io/hzN+jg55rqoOdv1IE+Dni+mfbv3Fz7dW6hfX0Ue+Em7fNCSxV94WZFjoHIgZCZmSkLOx6iEX2r2Hi0TokAAggggECBEaChCCCAAAIIIIAAAggggAACCCAQ/wJkiAACCCCAAAIIIIAAAggggAAC8S9AhggggAACCCCAAAIIIIAAAgggEP8CZIgAAggggAACCCCAAAJ/K9C0aVN99tlnsdfbt2+v2267LTZOBQEEECgwAls01Dkn5zZHUlKSkpOTlZKSotTU1BBpaWmyOLPRIap51cF+DVnhejnj+s9T59ajtCkj00/jmVcCmd6zz43d9Evf6eGyRHbNoePaVVLJ88uG/WD7xfaH7SML21+23yycc6EZzkXKMMIAAQQQQCBuBZyLnO+dc6E/t77AwvoG6yOsz7CwfsOiYeuSKl9932wPp1nTlqtDkwH05dki+VVMfHe8htzbT34vSX5fFS6+l87semHo122/2D6ysH1mYfvP9qNzfgkf8g/nnB/yRKDgCxx++OEhiR49emjp0qWhzgCB/BBYs2aN2rRpo9NPPz3cbP4/bSPL/8xrC4QiDGwsX+Poo48O63/xxRe1cOHCUN/hASvIV4HoYZKvG2HlCCSwQKNGjWLZ9+vXT5MnT46NU0EAAQQQQAABBBBAAIEcAlQRQACBBBBISoAcSREBBBBAAAEEEEAAgX8U4EUEEEAAAQQSUcC+TBWNzMxMbdq0Scr+PLVz2RXxSDgBv+td9oFgx0U07Fgxi2hpdQIBBBBAAIGCJkB7EUAAAQQQQAABBBBAAAEEEEAg/gXIEAEEEEAAAQQQQAABBBBAAAEE4l+ADBFAAAEEEEAAAQQQQAABBBBAIP4FyBABBBBAAAEEEEAAAQS2LnDHHXfozTffjL3YqlUrderUKTZOBQEEEChIAltrq3NOzm2OpKQkJScnKyUlRampqSHS0tJkcWbjEqp5dXHJSRbfDpynF9uMUsbGTPHYcYFNGzepz43dNPPrGXLO+ZCOv/tUlTy/bPC3/WH7wfaNhe0n218WzrnQAOciZRhhgAACCCAQ9wLORc77zjnfbzhZn2BhfYT1FdZ3WFj/YdGwdUmdeHYxZfl/9pw1dbnubzyAvlz585j4zngNuaef7CbBZr5H8T11ZpcLQ79u+8P2jYXtKwvbdxbORfantco5ZwWBQFwInHLKKTr99NO1YMEC2c18w/VYtyEzux7nxIkT9eijj6pFixZq1qyZ7r33Xg0ZMkQbN27chjUwS6IKjBo1SjVq1FDz5s21dOnSbWOInnd34unX2njBBRdo5syZeuedd5SRkbFNbbVr1w4dOlRXXXWVTj31VFWoUEEXXnihunbtqg0bNmzTOmym33//XQ8//HCwsnVUqlRJF1100d+uZ+rUqWrTpo2qVKmy1W127NhRt912m61anTt3DvO8//77Ydxeq169uqZNmxbGo4MlS5boiSeeiLXB1m3bMJPoPFbacra8re/HH3/U9ddfH3K3/K3+/fff22z5Hjvx8Mj3XNgAArujQJkyZWT/b7C2rVu3Tunp6VYlEEAAAQQQQAABBBBAYAsBRhFAAIFEEEhKhCTJEQEEEEAAAQQQQACBfxDgJQQQQAABBBJawD5AGo3wiWyvYeO+4JmIAllSlv9nqdtxYGF1AgEEEEAAgTgQIAUEEEAAAQQQQAABBBBAAAEEEIh/ATJEAAEEEEAAAQQQQAABBBBAAIH4FyBDBBBAAAEEEEAAAQQQQAABBBCIfwEyRAABBBBAAAEEEEAAga0IPPjgg3r66adjr9jNtJ5//vnYOBUEEECggAn8bXOdc3JucyQlJSk5OVkpKSlKTU0NkZaWJotqjUqo5tXFZddNysqSxg+Yrxdbj1TGn5l/u35e+HeBTX9uUp9mPfTL1zM8bVaI49pVVMm6ZYK77Qfzt31iYfvH9pOFcy5swLlIGUYYIIAAAggkjIBzkfO/cy7059Y3WFhfYX2G9SEW1o9YNGxTSuWr7ys5yWL29OXq0GQAfbny9vH92+M05L6vZcZ+16jwIXvprE8vCP267QfbJxa2jyxsn1k45+Sckz2ci5RWJxCIBwE7L5133nkqUaKERo0apUmTJv1rWps2bdInn3yiV155RQsXLtSJJ56oypUrKzr9pZdekt0Y2FY0YsQIfffdd5o9e7ZWr15tkwgEgsBrr72mcuXKheMoTPingf2ga6/7n3et2Blh/cB1112no446Sn369NmmG11nZGSEG+a3bdtWs2bNUrVq1XT++ecre7puu+22bXof/PDDD7ryyiv1xRdfBKMGDRqEdS1atCis395jOa+RO2jQIDVt2lQjR47UCSecoHr16sn6ryeeeCL8HtW2f9JJJ4X3qdkde+yxsnWWKVPGRrcaU6dODW34/PPPtf/++4d12rptG9Y22+aWC37//fe65ZZbtGrVqpD30UcfrcmTJ4e8p02btuXseT6eledrZIUIILClwAUXXBCblJ6eHqtTQQABBBBAAAEEEEAAgZgAFQQQQCAhBJISIkuSRAABBBBAAAEEEEDgbwV4AQEEEEAAAQTsA2wWUuSD1c5FSvFIPIGw68Mg5G7HhUUYyR5sOZ49mQIBBBBAAIHdXIDmIYAAAggggAACCCCAAAIIIIBA/AuQIQIIIIAAAggggAACCCCAAAIIxL8AGSKAAAIIIIAAAggggAACCCCAQPwLkCECCCCAAAIIIIAAAghsKdC5c2fdf//9sckXXnih3nvvvdg4FQQQQKDgCfxzi51zcm5z2A38kpOTlZKSotTU1BBpaWmyqNaohGpfd6hc9iq/GzRfL7YZqY0bNmVPofgvAhkbMtSnWQ/98vUMv5iTc07H311RpeqWDd7mb+62Lyxsv9j+sXDO+WUUlhEPBBBAAIGEFXBuc3/gnAs34rV+wvoM6zusL7Gw/sSiQetSOrF6MSn77rVzpi9Xhybf0Jcrbx4T3hqnIe37R3i9ceFD9tJZn14Q+nXzt31hYfvGwvaVhXMu1qc75/KmMawFgd1MoFixYrroootCq+yG40uXLg31vxtMnDhRI0aMUNmyZfXQQw+pefPmuuaaa/Tggw/qjDPOkN3ou3fv3rLrdd5zzz065ZRTVKpUKRUpUkR77LGHDj300HCT8rPPPluNGjVSs2bNdPfdd+upp57SO++8E256PmTIEA0hCqTBqFGj/u7Q+cv0ZcuW6aabbpIdC3ZM/WWG6ITo+TechsMg+kq+lgcddJBatmwZtvHqq69q4cKFof53A7sZdq9evWQ32+/Ro4eefPJJdezYUVavX7++xowZo9dffz28N/5uHZs2bdInn3yiNWvW6NFHH9Urr7wiex/Z++PTTz9V8eLFNXz4cP3xxx9hFQsWLNBzzz2nvfbaS2+88UaYv3379vrwww916qmn6ssvv9TYsWNVr149NW7cOCxTo0aNsM7TTz89jG85WLt2rV544QWtXLlStq4uXbqE0tpi27BtWW4zZ87Mtai164orrlB0fvu9re1fW0+fPn1yzZsfI9HDZP369bLj0I6pYcOGyfbL0KFDZcF5ZUiBPK8MGTLkX9s9fvx4zZkzRxs2bMiPw4t1ZgtYv51d1ddff63p06dHRykRQAABBBBAAAEEEEAgCDBAAAEEEkMgKTHSJEsEEEAAAQQQQAABBP5GgMkIIIAAAggksIB9MNTCCKLllnUbJxJIIMtyDYNcH46048PCXiUQQAABBBAokAI0GgEEEEAAAQQQQAABBBBAAAEE4l+ADBFAAAEEEEAAAQQQQAABBBBAIP4FyBABBBBAAAEEEEAAAQQQQAABBOJfgAwRQAABBBBAAAEEEEAgl8C7776rW2+9NTatWrVqshtqxSZQQQABBAqiwDa02Tkn5zZHUlKSkpOTlZKSotTU1BBpaWmyqNKguGpeVyKs1a6c892g+Xqx9Uj9uX5TmMZg2wQy1meod7Me+qX/DL+ASWbp+LsrqlTdssHZrC1sH1jY/rD9YuGc88so7DPxQAABBBBIeAHnNvcLzjlZX2FhfYf1IVv25Q1aH6nyNfdVWMoP5v64Qh2bDKAv1449Jrw5TkPv/yasxLNqz0P31lmfnB/r16P7wfaJhe0jC+ecnHOR5bLLMMIAgTgUOO6442Q3A7ebiffr1092E/KtpZmZmanx48eHl+rUqaOiRYuGug3svXTeeedp//0rHYRgAAAQAElEQVT316RJk7R8+XKbnCvsxsy2jcmTJ4ebOXfr1i3cEP2xxx5T27Ztdd1114UblZ999tkiCqZBkyZNcu3zbRkZMmSIqlatqtatW2vVqlV/XSTLfi7zk0MRBn5k5zyrVKmiCy64QHaz+3feeUcZGRlb3bC9Z/r37x9eu/rqq8P7IIz4QaFChXSdP7ZLlCihYcOGafHixX7q1p8rVqzQwoULVb58eZ122mm5ZrL31uGHHy57H1rYi6NHj5a9pxo1aqQTTjjBJoXYe++9dfnll2ufffbRr7/+GqZt62DGjBmaMmWKTjnlFNWuXTvWF9rytg3bluUwfPhwmxSLo446ShdeeGFsfuecTj311HCeWL16dWy+/KpED5NFixapcePG4Vxi5yTLoWbNmqpevXoIzi0F89zyb/utYsWKKlmypPbYYw8VK1ZMRx99dDiv2PF60003qWPHjvrpp5/EY8cEjj32WNn/GWwtdr5KT0+3KoEAAggggAACCCCAAAJRAUoEEEAgQQSSEiRP0kQAAQQQQAABBBBAYKsCu/vELP/X82js7m2lfQgggAACcSAQ+Zx17ENjcZARKfxXgXAMhEFY0v4fEioMEEAAAQQQKOACNB8BBBBAAAEEEEAAAQQQQAABBOJfgAwRQAABBBBAAAEEEEAAAQQQQCD+BcgQAQQQQAABBBBAAAEEEEAAAQTiX4AMEUAAAQQQQAABBBBAYLNAjx491LRp09iEE088UX369ImNU0EAAQQKqsC2tts5F66F5FykTEpKUnJyslJSUpSamhoiLS1NFmc0OES1ry8h51du8f2QBXq5zQj9uS7DT+H5bwIb121U7+Y9NHPAzwqIfnDC3RVV6rwywdeMzdzsLWw/2P6wcM7E/WLZpXgggAACCCDgBZzb3D8452R9hoX1IdaXWL9iYX2MRf1bS+nEmvtJWfbM0twZy9WxyTf6c/0m8fjvAt+9OU6DO3zjOQOoCpfYS2d9XDdXv27+ti8sbN9YOOfknAsbdC5ShhEGCMSpgB33dqNsu0H5qFGjNGnSpK1mum7dOi1btkz77ruv7EbkW85k00uVKqU1a9Zo5cqVspuYH3/88Tr00EPDTZm3nJ9xBHIK9O3bV1999VXOSZF69Dy8C07H1l9fd911spvb2+8j/+5m13bM//bbbzr44INVrly5SLtzDG36McccoxUrVmjp0qU5Xsld3W+//fTWW2/ppZdeCi/MmTNHAwcO1LPPPqtrrrlG3377bZgeHUydOjX83+K4446LToqVp59+uvr166fLL788Nm1bKgsXLpS91ytUqKBChQr9ZZFKlSqpcOHCmjlzZq7Xihcvrj333DPXtJ05sgsOj52ZHtv6DwL2PpsxY4aGDx+ubt266ZVXXtEDDzwQ3pt2/D7//PP6+Wf/e5//sE5m3SxwwQUXxEb+7pwYm4EKAggggAACCCCAAAIJJkC6CCCAQKIIJCVKouSJAAIIIIAAAggggMBWBHbLSVlZWfq32C0bTqMQQAABBAqsgPU7ofG+D7IyNm4jRGIJZFm6YWCVEBwPgYEBAggggEDBFqD1CCCAAAIIIIAAAggggAACCCAQ/wJkiAACCCCAAAIIIIAAAggggAAC8S9AhggggAACCCCAAAIIIIAAAgggEP8CZIgAAggggAACCCCAAALZAoMGDVLTpk2VkRG5cXXJkiX1+eefa++9986egwIBBBAosAL/qeHOOTm3OZKSkpScnKyUlBSlpqaGSEtLk8XpFx2imteVULh6TlaWJgxeoJdaj9CGdZFz6X/acALNvHHtRn3ZvKd++eZnybv5p068p6JKnVcmuJqtWZu5hfnbfrBwzgUp5yJlGGGAAAIIIIBAtoBzkf7BORf6c+s7LKwvsT7F+hcL62ss6t9aSuVr7Sc/tw9p/k8r9EDjb+jLsz23tfj2jbEa0nFAMDTLPQ/bW2d/XDdXv27utg8sbJ9YOOfn9mHbcc5ZQSCQEALFihXTRRddFHL94osvtnqTcvv9zOrVq8M8WxvYe8jOY9HX7CbLkyZN0rx588INxdesWSO7ofmECRPCTc27du2qV199VQ8//LBuv/32cIPzCy+8UGeddRZRQA0qV64c3f3/qbz77rs1ffp0NWnS5K/L2Q9nNjX8kGuVnRsHHXSQWrZsGTZqx6vdID+M5Bj8+eefWr58eY4puarh5/c99tgj98S/GbP3yPXXXx/eAw0aNNBdd92lTz75JPx+dJ999sm1lL0n7fek++67b67pOzKyePHif1y8UKFC4XcQW85kbcv5/t/y9fwejx4e5mzHYZUqVVS1alVVq1ZNZ555ZoizCuj7inafpbP+Zd9VqFBBhx12WPg92T8da+PGjVPr1q1VtmxZ1alTRy+88IJ+/tn/HuifFuK1XAKNGjWKjffv3x+/mAYVBBBAAAEEEEAAAQQEAQIIIJAwAkkJkymJIoAAAggggAACCCDwF4Hda0JWVpZyRmZm5j+O27y7Vwa0BgEEEECgwAtkf9DaOT5wXeD35fYmEHZ9GGzvGlgOAQQQQACB3VCAJiGAAAIIIIAAAggggAACCCCAQPwLkCECCCCAAAIIIIAAAggggAACCMS/ABkigAACCCCAAAIIIIAAAggggED8C5AhAggggAACCCCAAAIImMC3336rpk2bxm44ZzeRshvDlSlTxl4mEEAAgQIu8N+b75yTc5sjKSkp3EQwJSUl3HwvNTVVdrM9iyoNSqjWdSXkF7CnJg5dqJdbj9CGdRni8VeBP9f8qS+b99SvA38JXpLTSfdWUqlzj4qZmq9ZWyQnJ8v8LZxzsodzkdLqBAIIIIAAAlsKOBfpJ5xzcs7F+hHrU6xvsX7Gwvpxi3qtSql8rf2UJYVr8s77abk6NvpaG9bSl3uSf32Of32shnQc6PHCU3setrfO/ui8XP26eZu9hfXpFs5F9o9twDlnBYFAQgkcf/zx4SbZCxYsUL9+/cINx3MC2PvFbjaec1rOul1H/M8//8w5KVd9zz331OGHH67y5curevXqaty4sZo1a6Z77rlHTz31lN555x316tVLgwcPJgqogf3uLtdO/5eRunXrasKECXr44YdD37jV2aPn43BaDoOtzpafE+1G8g0bNtTMmTPDcbpx48Zcm7O+u1ixYrmmbR6RNm3apPXr1+ectNX6okWL1LZtW02fPj28P9577z31799fo0eP1ocffqgtfy9q78nVq1frjz/+2Or6tmfigQce+I+LbdiwQVvm/48L7KQXo4fJQQcdpM8++yycS/r27Rv8BgwYoEGDBoXg/BKf59dx48Zp7ty54dhcvHixJk+erG+++UYffPCBnnzySTVq1OgvR6K9t1q1aqWyZcuqfv36Gjt27F/mYcJfBU4++WSVK1cuvGDW6enpoc4AAQQQQAABBBBAAAEEEEAAAQQSRyApcVIlUwQQQAABBBBAAAEEthDYjUazsuyjhQofLrS6fWjn78Jet7DmR0urEwgggAACCOywQKQ7Cv3RDq+LFRRMgXAMhEHBbD+tRgABBBBAYGsCTEMAAQQQQAABBBBAAAEEEEAAgfgXIEMEEEAAAQQQQAABBBBAAAEEEIh/ATJEAAEEEEAAAQQQQAABBBBAAIH4FyBDBBBAAAEEEEAAAQQQ0C+//KKmTZuGm2pFOewGYpUqVYqOUiKAAAIFW2A7W++ck3ObIykpScnJybKb/qWmpsoiLS1NFqc3KKGa15eQwmV0sjRp6AK93HqENqzN2M6tx+diG9ds1JfNe2rmoF+8VVbgKn9vBZU8p3RwNEtzNWML8zZ3C+dcQHEuUoYRBggggAACCPyNgHOR/sI5F/pz60ssrG+xPsb6GwvreywubFVKJ9XeP8zrnNPCmav0QKOvtX4NffnfEIfJ418bq6GdBnk3hdj7sL119ofn5urXzdnMLWwfWDgX2S/yD+ecH/JEIPEEnHOqU6eODj/8cI0aNUrfffddLoTChQtrv/32Czcbtxsta4uH3YR81qxZ2muvvVS0aNEtXmUUgc0CdozZze179+6t8uXLb35ha7Xsa9aHH9Yig63Nla/TnHO65pprwk2v+/TpI7uZfM4N2jFfvHhx/f7775oxY0bOlyQ/ZtOnTp2qffbZR/vvv7+fsvXn9OnTw+9F69WrpzvuuEPHHntseM9ZP7V69Wr99ttvuRY85phjZNfv//nnn3NNtxH7/WrdunXVqVMnbdy40SZtUxxyyCGy9/r48eO1YcOGvywzduxYrVu3TqVLl/7La7tyQvQw2ZVtYNu7h8ABBxyg4447TjVr1tQVV1wR3kufffaZVq1apQ8++ED2vtiypb169VK1atXC+yUjg/9rb+mz5fj5558fm5Senh6rU0EAAQQQQAABBBBAIKEFSB4BBBBIIIGkBMqVVBFAAAEEEEAAAQQQyCWwu4xkZf+F3EoL++CAxaZNm2R/8Bzw/PhQ2rhNt7D5LCyHaGl1AgEEEEAAgR0SyP68tXPZlR1aGQsXSAG/651cgWw6jUYAAQQQQODvBJiOAAIIIIAAAggggAACCCCAAALxL0CGCCCAAAIIIIAAAggggAACCCAQ/wJkiAACCCCAAAIIIIAAAggggAAC8S9AhggggAACCCCAAAIIJLqA3Yjnhhtu0IQJE2IUXbp0Ue3atWPjVBBAAIGCLrAj7XfOybnNYTcCTE5OVkpKilJTU0OkpaXJ4vSLSqjmDYf6zTn5hTR56AK90nqE1q/hZmbyjz9X/6lezXvq18Ez5YUk73ryvRVV6pyjgp8ZmqnZWpizeVs4F5bwi0RK8UAAAQQQQGAbBJyL9BvOudCHWJ9iYX2M9TXW71j/E40Lbiml8rX2U7jmblaWFsxcqQca9dO61dt+I99taFbczDLu1TEa0mmgPJg9VfjQvXT2h+fm6tfN2KwtzN7Cucj+MAjnnBUEAgkrULRoUTVs2DDkP3fu3FBGB/Z+qVChQhj9+uuvtXLlylC3gd1gvG/fvlq6dKlOOOEEFStWzCYTCPxF4Pbbb9eMGTN01VVX/eW1rU6Inpd38el5v/3206233hqa+OOPP4YyOrB+PPq7y/feey+8D6KvbdiwQW+//bYWLFigqlWr6sADD4y+9LflkiVLZNfhj85g63j99de15XuyYsWKKl68uD788EP98MMP0dnDdfzt96mLFy/WscceG35PEO33Vq9eHZtva5Vy5crpuOOO07fffqv+/fv7/jQrNtukSZP0+eefhxzOOOOM2PTdobKLD4/dgYA2/IvA3nvvrSuuuEK9e/fWTz/9pCeffFI5j2N7n3Xo0EHVqlVTnz59/mVtif1yo0aNYgADBgzQ7NmzY+NUEEAAAQQQQAABBBBIVAHyRgABBBJJICmRkiVXBBBAAAEEEEAAAQRyCOwWVfsgYTQyMzPDhwvsAwYZGRnhwwKDXpygIS9P1GBfRqfZ6xY2f3RZK3eLhGgEAggggEDBFsiKfLiMHMiWFQAAEABJREFUfqVg78Ydar0/BLLkBzu0EhZGAAEEEEBgtxKgMQgggAACCCCAAAIIIIAAAgggEP8CZIgAAggggAACCCCAAAIIIIAAAvEvQIYIIIAAAggggAACCCCAAAIIIBD/AmSIAAIIIIAAAggggEDCC1x55ZUaMmRIzMFubtWkSZPYOBUEEEAgDgR2OAXnnJzbHElJSUpOTpbd0C81NTXc3C8tLU0WlS8qoZpND5Wy7Io6WZqUPl+v3DpM61Zv3OF2FOQV/Ln6T33RvJd+HTwzXGnIrjZ08n0VVbJO6eBmdmZpphbma84WzrmQunORMowwQAABBBBAYBsFnIv0H8650J9b32L9jIX1ORbWD0XjglZHqnyd/f3a/fxy+u3XVXqw0ddatyqx+3IPkus59tUxGvqQ/1nSu8rH3ofvrRofnpurX8/Zt5u7hXPe1YetzDlnBYFAwgv873//05lnnrlVhxNPPFFVqlQJN0++77779Oqrr+rdd99V+/btNXz4cB155JGqVauWfxvyftoqYAJPrFmzpsaMGaOnnnpKe+yxx7ZL+J9lw8z2Q1uo7LpBpUqV1LBhw602wG4aXq9ePU2YMEEXXXSR2rZtq44dO4Z6z549ddxxx+mKK674x/eGvfeOOuooDRo0SJdccokefPBB3XPPPTrnnHPCtIMOOkgrV67U4sWLQxsOP/xw3XbbbVqzZo1uvPFG3XHHHWEZW7Z79+6qXLmy6tSpE+Y94IADVLRoUX3++efq0KGDRo4cGaZvOdhzzz11yy23hHlt+xdffHFYZ4sWLdS0adOwrWuvvTa817dcdleO7waHx65Mn23/R4EyZcqE98uwYcP00Ucf6fjjj4+tYdSoUTr//PPD+2DhwoWx6VQ2C9i5pWTJkmHC/PnzlZ6eHuoMEEAAAQQQQAABBBBIYAFSRwABBBJKICmhsiVZBBBAAAEEEEAAAQRiAru+kpWVpWhkZmbKYtOmTcrIyAgx6MXvNfSVSfJz+XKiBr8wIUy3120+m98iug4rd31WtAABBBBAoGALRD4o6lykLNi50PrtEgi7Pgy2a3EWQgABBBBAYPcToEUIIIAAAggggAACCCCAAAIIIBD/AmSIAAIIIIAAAggggAACCCCAAALxL0CGCCCAAAIIIIAAAggggAACCCAQ/wJkiMCuE7BrNfxT7LqWsWUEEEAAAQQQSCSBq6++Wr169Yql/MQTT4QbS8UmUEEAAQTiQiBvknDOhRsHOhcpk5KSlJycrJSUFKWmpoZIS0uTReX6JVTrxsP9hl2IKcMX6tXWw7Vu1UY/nnjPDas2qFfzXvp1yEzJk/inTr6vokrWPjJ4mZkZmqWFuZqvhXM2t18suxQPBBBAAAEEtkPAuc39iXNOzrnQj1ufY32PhfVH0bjgliN1Yu39JNntbbP026yV6tSon9auTMy+3EPkeo59ZYyGPjTYT4v47HXYXqr+wTm5+vWcfbv16RbORez9gmEfWEkggIDC+8FuGm43F9cWDztPXXrppbrhhhtkNyOfOHGiRo8eHX7+sOm33367ihUrtsVSjCaygB0nr7/+ur755htVqlTpv1P4c3VYyNkwDKyyS8I5p2uuuUblypX7y/at777zzjv18MMP67DDDgs3xO7bt68KFSokm/7aa6+F98xfFswxwayefPJJVa1aVQsXLgy/Jx0/frzq1aunrl276pJLLtHq1as1d+7c2FLVq1fXG2+8oeOPP16jRo0Ky/z5559hm/a71b333jvMW7p0aV1++eXh2v59+vTRyJEjw/StDY455hi9++67YbtLly4N6/zhhx9UpUoVffDBB2rSpEk4T2xt2V01ze+aXbVptlvABS677DINGzZM7dq1y5XJiy++qGrVqoX3Xq4XGAkC559/fihtkJ6ebgWBAAIIIIAAAggggEACC5A6AgggkFgCSYmVLtkigAACCCCAAAIIIJAtsIuLLb/8nZmZqU2bNoUPAWRkZGjgC99r2Os/SOFzFWGgEW9M0eAXvovNY/PbcluuSzwQQAABBBDYQQHrW3ZwFSxeUAWyrOFhYBUCAQQQQACBgi9ABggggAACCCCAAAIIIIAAAgggEP8CZIgAAggggAACCCCAAAIIIIAAAvEvQIYIIIAAAggggAACCCCAAAIIIBD/AmSIwC4QsO/TWtimrYzG1q7jYK/ZfAQCCCCAAAIIIJAfAq1atdL7778fW/U999yjtm3bxsapIIAAAnEjkIeJOOfk3OZISkpScnKyUlJSlJqaGiItLU0Wp9Y7RLWaHua3niX7+W7KsAV6pfUwrV35p5+WOM/1KzeoV/Ne+nXITIUrDPnByfdVUKnaRwYnszI7M7QwT3O1cM4FKOciZRhhgAACCCCAwHYKOBfpT5xzsf7c+h0L64MsrF+KxgWtSqt8nQP81lyIRbNX6aFG/bRmxQY/nrjPMS+P0dBHhnoA7+It9z6iiGp8cE6ufj1n3259uoVzLrj7BWOl1QkEEkHgxBNPlN2MvHbt2n+bbtGiRXXfffdtdT7nnCpUqBBef+WVV/Tqq6/qwQcf1FlnnRV+BvnblfJCwgncfPPNmjFjhpo2bbr9uWf5H9ps6VCEgY3lS9jNvu2G+1ddddXfrn+//fbTxx9/rK3NZ/1LrVq1wutjxozR2LFj1aNHDzVp0kSFChX623XmfOGII47Qs88+qxEjRoRt9O/fX61bt9YBBxwga9dYv84t37vHHHNMeB9Gl/niiy/+sk37f8W1116r9PT0sN477rhD9ujYsaMGDRqk//u//7PRWBx88MG69957NXDgwDC/LffMM8+odOnSsXmsYsvZ8rYeG88Z//Razvnyoh49TPJiXawj8QT22WcfPfrooxo2bJjq1q0bA/j555918cUX64MPPohNoxIRaNSoUaTihwMGDNCCBQt8jScCCCCAAAIIIIAAAgkqQNoIIIBAggkkJVi+pIsAAggggAACCCCAQBDYlQP74H/OsC9/Z2RkKBoDX/heI96a5puYJft0fK1Wp/i6f/q/pI96c6qGdP4uNu+mTZtky+dcn9X93DwRQAABBBD47wIusohz2ZXIKMNEEgi7PgwSKWtyRQABBBCIYwFSQwABBBBAAAEEEEAAAQQQQACB+BcgQwQQQAABBBBAAAEEEEAAAQQQiH8BMkQAAQQQQAABBBBAAAEEEEAAgfgXIEMEdrZA9LoMVkav2WBl9BoOVrew13PGzm4n20MAAQQQQACB+BewG8q98MILsURvuukmPfzww7FxKggggEA8CeR1Ls45OeeUlJQUK5OTk2U390tNTZVFWlqaLE6tX0K1bjwizOec09ThC/Va6+Fau/JPJcJj/Yr16tXiC/2aPksewZ46pX1FlapdOviYkXmZnYU5mquFc072cC5SWp1AAAEEEEBgRwWci/QrzjnfL0XC+h8L64ssrH+KRt1bjlT5c/b3m81SVpb0++yVeqhRP61evsFPS7zn6JfGaMgjQ7yFx1CW9jp8L9V4r06ufj1n3259uoVzEWsTc85ZQSCAAAII5KFAtWrVwo3m7fd9dmPtHVp19DxdAE/XO5Q3C/8nAQ6P/8TFzH8jcMYZZ6h37956+eWXdcQRR8Tmuuqqq/Tmm2/GxqlIZ511lg455JBAMWvWrHDODyMMEEAAAQQQQAABBBBIQAFSRgABBBJNICnREiZfBBBAAAEEEEAAAQQk7TKEnF/strp9+TsjI0NWbty4UQNfnKRR785Q+GyFH9RqXUG1WlcMYROdcxrzznQNfWGCbH5b1sKWt/XljF2WJBtGAAEEECi4AvZpdt966098wTMRBbIs6TCwCoEAAggggEBBF6D9CCCAAAIIIIAAAggggAACCCAQ/wJkiAACCCCAAAIIIIAAAggggAAC8S9AhggggAACCCCAAAIIIIAAAgggEP8CZIjAThWIfo/WymjYNRuisfDHJeEaEJmZmYpGdL5ouVMbzMYQQAABBBBAIG4FnnzyST388MOx/C6//HK99NJLsXEqCCCAQJwJ5Es6zkVudZeUlKRoJCcnKyUlRampqSHS0tJkUaneIarZ7AiFn+18a34YsUCvtkrXmhUb/Fj8PtctX6+ezb/Qr+m/SnZpoawsnXxfBZWqVSq4mI1ZmZmF+UUtnXMBxrlIGUYYIIAAAgggkEcCzkX6F+ecnIuE9UMW1idZWD8VjfNvOUrlzzlAcpL8/IvnrNbDjfpp9R/x3Zdri8foF0cr/bGhnsD5kPYuWUQ136uTq1/P2bfn7Nedc2FtzkXKMMIAAQQQQCBPBF588UUNHTpUVatWzZP1+R9eI+uxn+MitYIypJ07UYDDYydiJ8CmWrRooT59+qhMmTKxbJs2bar33nsvNk5Fqlu3bowhPT09VqeCAAIIIIAAAggggECCCZAuAgggkHACSQmXMQkjgAACCCCAAAIIIKBdQxA+7J+VpWgZ/fK3lRs3btTAFydp1Ls/Zr8u1b61gmq1qhAaW9OXNf24LWufnB/7zjQN7TxBtpwtHw17PWeEhRkggAACCCCwrQLZH8R2jg9kbytZ3M0Xdn0YxF1qJIQAAgggkIgC5IwAAggggAACCCCAAAIIIIAAAvEvQIYIIIAAAggggAACCCCAAAIIIBD/AmSIAAIIIIAAAggggAACCCCAAALxL0CGCOw8gZzXY8jMzJRF9HoNGRkZGtj5O3VpPVgLf1wiG7fXbB6L6LLWWqtbSSCAAAIIIIAAAtsr8Prrr+vOO++MLW43jPnwww9j41QQQACB+BPIv4yci1wvxzmnpKSkEMnJyUpJSVFqamqItLQ0WVS68BDVan6EnOTDadqo3/TarcO0evkGxeNj3R/r1LPFF5o1fHbI1w9U4f6KOrLWkcHDTMzIrCzMLWronClJzkVK8UAAAQQQQCAfBJyL9DPOudDnOOdk/ZGF9U0W1l9ZWJ9V95ajdNI5B9ileWU3vF08d7UebvSVVi1br0R4jHphtIY8nh5yV1aW9i5ZRDXfrZ2rXzcnc7PI2a875wKRc5EyjDBAAAEEEMgTgcMOO0wtW7bMk3XFVhI9X4fTdhjEXtq9K7RuZwpED5OduU22Fd8Cxx13nD799FMdfvjhsUSvueYaffbZZ7HxRK80atQoRjBw4EAtWrQoNk4FAQQQQAABBBBAAIHEESBTBBBAIPEEkhIvZTJGAAEEEEAAAQQQSHiBXQBgX97OGfYl72hs3LhRA1+YpNHv/RRa5pzTObdVVK1Wp4Tx6KDmrX5am0p+NPJhi/HvTVd65wmy5aPrsjLndqzuF+CJAAJbCMyePVvff//9Tonp06dvsXVGEdiNBexT7L559B8eIVGf4RgIg0QVIG8EEEAAgXgSIBcEEEAAAQQQQAABBBBAAAEEEIh/ATJEAAEEEEAAAQQQQAABBBBAAIH4FyBDBBBAAAEEEEAAAQQQQAABBBCIfwEyRGAnCdj3Z6ORmZkpC7tGQ0ZGRrhuw8AXJvNdwocAABAASURBVGjoq5O0ZOZKfXbbUC2cvkT2moXNaxFd3ppsdSsJBBBAAAEEEEDgvwp06dJFzZo1iy1WpUoVffHFF7FxKggggEBcCuRzUs5Frs/nnFNSUlKI5ORkpaSkKDU1NURaWposKl5YQjWbH67oVXamj/pNr9+arjXLNyieHmuXrVOPFl9o1vDZ2WllqeL9FVWqZqngYBZmY0YW5hW1c86FZZyLlGGEAQIIIIAAAvkk4Fykv3HOyblIWL9kYX2UhfVbFtZ3nXfLUTqp7oFyvj1+di2Zt1qPNO6nVUvX+ynx+xz5wmilPzHM5+18SEVKFVHNd2rl6tfNx7wscvbrzrkA41ykDCMMEEAAAQR2b4Gs7J9aQxEGu3d7o62j3KkC0cNkp26UjcW9wCmnnKJPPvlEBx10UCzXJk2aqE+fPrHxRK7UqVNH+++/fyCYMWOG0tPTQ50BAggggAACCCCAAAIJJUCyCCCAQAIKJCVgzqSMAAIIIIAAAgggkOACOzt9+9J2zrAvgEdj48aN+qbzJI16/ydl+X/WtjqtT1HNm0+26l+iRqsKqtmmYphu8497b5qGPv9d+DJ5dJ1W5tye1cMCDBBAIJeAvVd2RuTaKCMI7O4C2Z/Hdi67sru3l/blvYDf9S58pD/vV80aEUAAAQQQ2NkCbA8BBBBAAAEEEEAAAQQQQAABBOJfgAwRQAABBBBAAAEEEEAAAQQQQCD+BcgQAQQQQAABBBBAAAEEEEAAAQTiX4AMEdgZAnbdhZyRmZkp+655RkZGuF7DoJcmatjrU3xTsmT/lvyyXN3vSNf8qYtk81jY/LZcdD1+ZlndSgIBBBBAAAEEENhWgX79+qlp06ax2Y899lh99tln4UbVsYlUEEAAgTgU2BkpOefCZpxz4byalJSk5ORkpaSkKDU1NURaWposKl54qGq1OELRx/TRv+n1W4dp9R8bopMKdLlu2Tr1uOlLzR45V865kEvF+yuqVI2SIX8zMBOzsTAn87JwLjK/c5EyLMwAAQQQQACBfBZwLtLvOOdC3+WcC/249VHWV1lY/2Vhfdi5LUur/HkHht/RZklaMm+1HmrYVyuXrPNj8fcc0Xm0hj4xzP/+WiHnIqWKqOY7tXL16+ZiThbWp1s4F/E0EeecFQQCCCCAQEERiJ63C9jpu6Dwxks7OTziZU/ufnlUqVJFH3/8sfbZZ59Y484//3wNHjw4Np7IlfPOOy+Wfnp6eqxOBQEEEEAAAQQQQACBRBEgTwQQQCARBZISMWlyRgABBBBAAAEEEEhogZ2avH1ZO2fYF7qjsXHjRn3TeZJGf/iz5P9K7vzg3NsqqNYtp+ifHjVaVVTN2071c9sSTt++P11Dn/s2fKk8um4rc27X6v+0Tl5DAAEEEEAgCGTZx9cjH+oO4wwST8AfAnZhmsRLnIwRQAABBOJQgJQQQAABBBBAAAEEEEAAAQQQQCD+BcgQAQQQQAABBBBAAAEEEEAAAQTiX4AMEUAAAQQQQAABBBBAAAEEEEAg/gXIEIF8F7DrLeSMzMxM2TUZMjIywnUaBr80SSPemCrnnG+Lk/2Try+dtUq97hyhBdMWy+a1ZSxs+ej6/ALhZktWEggggAACCCCAwL8JjBo1Sk2bNtWqVavCrIcddpi6du2qQw45JIwzQAABBOJYYKel5pwL23LOKSkpKURycrJSUlKUmpoaIi0tTRYVLzxUNZofoSz/z57TRy3U662GavWy9SrIj7VL16lb8y80e8Sc8DOr/QxbqUMFlapRMuRtuZuFmViYT9TKORdSdy5ShhEGCCCAAAII7CQB5yL9j3PO/4o2EtZPWVifZWH9mIX1ZefefJROqnuwnG+fxR8L1+iRhl9p5eJ1fkr8PIc/N0rpTw0PeVpWRY8soppv18zVr5uH+Vjk7NedMxnJuUgpHggggAACBUcg+xrB9vNqwWm0aOpOFsjaydtjc4klUKNGDX300UcqVKhQLPHq1avH/sYRm5iAlYYNG8ayHjx4sP7444/YOBUEEEAAAQQQQAABBBJAgBQRQACBhBRISsisSRoBBBBAAAEEEEAggQV2Xur2YfecYV/kjsbGjRv19fMTNerDnyX7IIX/K/m5t1VQzZYnb1MDq99SQTXaVPKLZoX49v3pGvrs+PDl8ug2rMy5fatv08qZCQEEEEAggQUiH8x2LlImMETiph52fRgkrgGZI4AAAgjEiQBpIIAAAggggAACCCCAAAIIIIBA/AuQIQIIIIAAAggggAACCCCAAAIIxL8AGSKAAAIIIIAAAggggAACCCCAQPwLkCEC+Stg11nIGXYdhoyMDFnYdR8GvThRI96epiz7l5WlE+sepctfrJXdqCwtm71KX9w1QgunLQnL2PIWmZmZ4VoPtm6bOVpanUAAAQQQQAABBLYmMHXqVDVt2lTz5s0LL++9997q2rWrjjnmmDDOAAEEEIhvgZ2bnXOR6+c455SUlBQiOTlZKSkpSk1NDZGWlhbKSvUOU60WpSQnWfw45je9fmu6Vi1dr4L4WLN0rbrf9KXmjJ4n55zs32kdK6pU9ZKynC3MwCwszCVq5JwLKTsXKcMIAwQQQAABBHaygHORfsg5J+ciYf2VhfVdFtafWVifdk7L0ipf9yD/G17f0Cxp2cI1eqRhH61YvM5PKPjPYc+OVPrTI2QJ+vRUpNTeqvV2zVz9ujmYi0XOft05FwCci5RhhAECCCCAQMERiJ6/w2k8DApA22nizhaIHiY7e7tsL3EE6tatq48//jhXwkcccUSu8UQcqVevnuzvPJb7lClTlJ6eblUCAQQQQAABBBBAAIEEESBNBBBAIDEFkhIzbbJGAAEEEEAAAQQQSFiBnZS4fTk7Z9gXuKNhXwL/+rlJGvPRLwofm/CD8+6oqJotT/pPraveqqJq3XGanHM+pO8++FFDnxkvW390W1bmbIfV/9NGmBkBBBBAICEF6C8ScrdHkrZP9tsn/CNjDBFAAAEEECi4ArQcAQQQQAABBBBAAAEEEEAAAQTiX4AMEUAAAQQQQAABBBBAAAEEEEAg/gXIEAEEEEAAAQQQQAABBBBAAAEE4l+ADBHIRwH7vmzOsOsvRMOuyzD45cka9e4MOfvnnE6se5Quf6GWTjjvKF3xUm25pCQ5J/0xZ7W+uGuE5v+wKNf1HDIzMxVdv6VhdSsJBBBAAAEEEEBgS4H58+eradOm+uGHH2Ivde3aVZUrV46NU0EAAQTiWmAXJOec/4HOb9c5pyT/851FcnKyUlJSlJqaGiItLS2UFS48VLVuKqXoZXdmjPlNb9w6VCuXrFNBeqxZslbdW/TW7FFzIz+v+oRO7VhBJc8+QparheVuBhbmYS4WzrmQqnORMowwQAABBBBAYBcJOBfpj5xz/ne0kbB+y8L6MAvr1yysbzun5VE6qe6B8jPbU3/8tk6PNuyjFYvWqiA/0p8dqWHPjgo5yUlFjyyi2m/XzNWvW/7mYWF9uoVzTs65kLpzkTKMMEAgwQWcc+G94Vz+lwlOTfp5JZAVLhCb/bNqdj2v1p1f62G9O10gepjs9A2zwYQSaNCggTp37hzLefny5apbt25sPFEr5513Xiz19PT0WJ0KAggggAACCCCAAAJxL0CCCCCAQIIKJCVo3qSNAAIIIIAAAgggkKACOyNt+1J2zoh+AdxK+xJ4v+cmafTHv8g+MmFx3m0VVLNF+e1q2lk3V1CN205V5I/sWZrw4XQNfWZ8ri+N23Zztsfq27UxFkIAAQQQiH8BF0nRuexKZJRhIgmEXR8GiZQ1uSKAAAIIxKEAKSGAAAIIIIAAAggggAACCCCAQPwLkCECCCCAAAIIIIAAAggggAACCMS/ABkigAACCCCAAAIIIIAAAggggED8C5AhAvklYNdVyBl23YVo2HUfBr44SSPf+VFhHmXpxLpH6YoXasWac/y5R+nyF2vLJblwU40/5qxS73YjtGDq4lzXc8jMzIysI3LRh1CPrYQKAggggAACCCDgBdatW6emTZtq5MiRfizy/Pjjj3XuuedGRhgigAACCSCwq1J0zv9M5zfunFNSUlKI5ORkpaSkKDU1NURaWposTrngUNVsWUpOkcdPY3/Xm7cO1crF6yITdvPh6sVr1O2m3pozel5oqXNOlTtWVKmzjwj5WY6Ws+VuYQ5RE+ciWTsXKcMKGCCAAAIIILCLBZyL9EvOOTkXCeu/LKwvs7D+zcL6uDoty6h83QP972it4Vla/ttaPdKgj5b/vtYmFLgY+sxIDXtmlG93Vsip6JFFVPutGrn6dcvbHCxy9uvOOb+cgpt4IIBATODkk0/Wzoq99947tl0qCGy3QPb5XJHT+navZmcuyLZ2vgCHx843T9Qt3nLLLWrVqlUs/b59++qhhx6KjSdipWHDhrG0Bw8erNWrV8fGqSCAAAIIIIAAAgggEM8C5IYAAggkqkBSoiZO3ggggAACCCCAAAIJKZDvSYcvd2fZh+MiEf0CuJX2JfB+z03S6I9/Ce1wcjr/joqqddNJYXx7B2ff4tdxR2W/uAvx/YfTlf70uFxfGrftb9k2PzNPBBBAAIECLNC1a1cNHTo0bzPwfZit0PoMK4kEFMiynMPAKgQCCCCAAAIFVYB2I4AAAggggAACCCCAAAIIIIBA/AuQIQIIIIAAAggggAACCCCAAAIIxL8AGSKAAAIIIIAAAggggAACCCCAQPwLkCEC+SJg35PNGXa9hWjYdR8GvTRZo96bEbbtnFP5ukfpis41w3jOwXHnlNblL9ZRckqS7GoOK+auUZ92I7Xgh8W5rueQmZmp6PZseatbSSCAAAIIIIAAAiZw7bXX6quvvrJqiJdfflmXXnppqDNAAAEEEkRgl6bpnP1EJznnlJSUFCI5OVkpKSlKTU1VWlparDzlgkNV4+YjZY8sZemncb/rjVZDtGLxWpu028bqRWvUrUVvzRk9z7c6cu2g0zqeopJnHR7yi+ZoOVtY/lEL51zIy7lIGUYYIIAAAgggsJsIOBfpn5xzoS93zsn6MQvr0yysn7Owfr1OyzI6+YKDJTnZY8WidXqsQR8t/2337sutrTlj6NMjNfy50Yqk4bRP6SKq/Wb1XP265Wv5W+Ts152L5O5cpBQPBBBAAIGCK5B9jWD/g15ByYF27gKByG8BdsGG2WRCCjz//PM699xzY7m3b99egwYNio0nWqVRo0bh/+iW94QJE5Senm5VAgEEEEAAAQQQQACBeBcgPwQQQCBhBZISNnMSRwABBBBAAAEEEEhAgfxN2b6EnTOiXwDPyMgIX97u88xEjf54ZqwR599RQTWbnxgb35HKmTf7dd1xml9FVvhi+IQPp2vIk2PCdm370bbkbJ/V/QI8EUAAAQQKsMBZZ52lli1b6o8//sibLLI/qO0cH9jOG9ACuJaw68OgADaeJiOAAAIIIBAVoEQAAQQQQAABBBBAAAEEEEAAgfgXIEMEEEAAAQQQQAD7vSjGAAAQAElEQVQBBBBAAAEEEIh/ATJEAAEEEEAAAQQQQAABBBBAAIH4FyBDBPJewK6jkDOi11qwcuPGjRrw4iSNfHdGbMPlzz9KV3SuGRvfsnLsOaV16Yu1lZSSFO6tsXzuKvVpN0ILflic63oOmZmZ4VoPtm1bR7S0OoEAAggggAACiSvQrFkzdenSJQbw6KOPqkWLFrFxKggggEBiCOz6LJ2LXE/HOaekpKQQycnJSklJCZGWlqbU1NRww65Tzj9UNW8+Ui78k375dpHeajVUKxat1e74WPX7an1+Ux/NGTdfvsmSH1TueIpKnXVEyCeaWzRXyztq4JyTPZyLlFYnEEAAAQQQ2N0EnHNyLndYf2YR7d+sv7Ow/rzWTUep/AUHZaeRpRWL1+qxBr31x8I12dN272LIUyM07PnR/vfRkdv57lO6iGq/WT3Wr0fzjOaes193zoXknIuUYYQBAggggEDBFYiez8NpPQx281xo3q4QiB4mu2LbbDMxBTp37qyyZcvGkq9Ro4bWrCkY/9eONTqPKvZ/8XPOOSe2tvT09FidCgIIIIAAAggggAAC8StAZggggEDiCiQlbupkjgACCCCAAAIIIJBwAvmYsH35OmfYl78tMjIyZNHn6Yka2+VXKftzEhfeWVE1m5+ovHycebNfZ9vT5ZzzIU36eIaGPDEmbN/aYO2xyNlOq+dlG1gXAgVJYP369Xr22WfVvHlzDRgw4G+bvmLFCt13330hrP63M/ICArtI4OWXX1a5cuX02muv7XgLIp/zDhcY2fGV/fsa7GIm48aNU6tWrVStWjVVqFBBlSpV0oUXXqjnnntOS5YsybWStWvXhi8y169f/y+v5ZrRj9gHXmx977//vh/juc0C4RgIg21ehBkRQAABBBDY7QRoEAIIIIAAAggggAACCCCAAAIIxL8AGSKAAAIIIIAAAggggAACCCCAQPwLkCECCCCAAAIIIIAAAggggAACCMS/ABkikMcCdv2EnGHXV4jGxo0bNeCFSRr1/s+Ss6fTyReU0RXP19C/PY6tU1qXvXSOklPtkm1OK+atVt92I7RgyqJc13Ow781Gt2/rtLqVBAIIIIAAAggkpsCdd96p119/PZb8XXfdpXbt2sXGqSCAAAIJI7CbJOqc/2HQt8U5J7s5l0VycrJSUlJCpKWlKTU1VVaefP6hqnHzkbKr8NjPdj+P/11vthqi5b/vXjczW/nban1+Ux/NHTdfkcZKpz9wikqddUTIw3KxnCwsT8vX8rZwzskezkVKqxMIIIAAAgjszgLOOTm3Oaxfs7A+zsL6PQvr92rfVEYnXVhcfm6fktPKJev0eMM++mPB7tWX+8bleg5+coSGvzA2THPOqViZoqr9xtmxft3ys1yjYX26hXM+Ux+2oHPOCgIBBBBAIB4EsuynUp9IKMLAj+zGT5q2SwSih8ku2TgbTUiBMmXKqHPnznJu8/87jzzyyIS0sKQbNWpkRYghQ4bI7nsQRhgggAACCCCAAAIIIBCvAuSFAAIIJLCAfZskgdMndQQQQAABBBBAAIFEEsivXO2D+Tkj+gXwjIyM8GXt3k9N1Jius2IfjL+wbUXVuPGEfGlOtZYVVOOOyor80T1Lkz/5UUMeHx3aYe2Jti1ne62eL41hpQgUEAF7D3z99deaO3duAWkxzUTgrwJLlixR8+bNVaNGDY0ePfqvM2zrlOzPzTiXXdnW5bZjPuuXnnjiCbVs2VIjR44MX3479NBDddBBB+n333/Xhx9+qCZNmmj48OHbsXYW2W4Bv+ud3HYvzoIIIIAAAgjsDgK0AQEEEEAAAQQQQAABBBBAAAEE4l+ADBFAAAEEEEAAAQQQQAABBBBAIP4FyBABBBBAAAEEEEAAAQQQQAABBOJfgAwRyEsB+854zoheW8HKjRs36psXJmvk+z8pXIwhSyp/QWld/lz1bW7CMbWP1KUv1lFSqgurWD53lfq0G675k3/PdT2HzMxMWVhbbOXR0uoEAggggAACCCSOwMMPP6wnn3wylnCzZs302GOPxcapIIAAAokksDvl6lzkujrOOSUlJYVITk5WSkpKiLS0NKWmpsrKk88/VLVuKS3nXIiZ3y7S262GaMXva7U7PFYuXKXPb+qjueMXRJrj21mlUwWVOvPw0H7LwXKxsBwtojk758IyzkXKMMIAAQQQQACBAiDgnAv9snOR0vo3i5x9ebQPrNniKP974IN9Vln+d7pZWrl4rR5r8KWWzV/tp+1+z0FPjNCwF8aEtvoWa5/SRVT7tbNi/brlFc3Typz9unMuJORcpAwjDBBAAAEECr5A9LxeQE7vBR+8YGbA4VEw91tBb/U555yjzp07x9JYvHix6tevHxtPpEqjRo1i6Y4ZM0bp6emxcSoIIIAAAggggAACCMSjADkhgAACiSyQlMjJkzsCCCCAAAIIIIBAQgnkS7L2ZeucYV/+tsjIyAhf0u799CSN/WyWnG3dOV14V0XVbHaCjeVbVLvZb+OuKpLfnsWUT2do6ONjQnusXdY+i5zttrp4IJDAAitXrlSPHj20fv36BFYg9XgQGDRokCpXrqzbbrtNa9duxxfFsrJkj53RL4wdO1a9evXSYYcdpk8++UQDBw4M471799aIESNCDhs2bNDLL7+sZcuWWbP+U1SrVk3jx4/XVVdd9Z+WS/iZ/SFgH/pPeAcAEEAAAQQKsgBtRwABBBBAAAEEEEAAAQQQQACB+BcgQwQQQAABBBBAAAEEEEAAAQQQiH8BMkQAAQQQQAABBBBAAAEEEEAAgfgXIEME8kzAvhebM+x6CtHYuHGjvnlhskZ98JOcc5J/nnxhGV35XA3918cxtUvrspfOUUqhZL+o08r5a9S33QgtmLwo1/UcrC2ZmZnhRk1+xlhpdQIBBBBAAAEE4l/gxRdf1H333RdL9OKLL9arr74aG6eCAAIIJJjAbpeuc/4HQ98q55ySkpJCJCcnKyUlJURaWppSU1NlZfm6h6rGLaWzf67L0i/fLdJbtwzW8t/WaFc+Vi5crc9u6qu53y6Q7HpBPqo8cLJKVjsstNvabjlYWG4W0Vydc6HpzkXKMMIAAQQQQACBAiTgnJNzm8P6OYucfbn1hRY1byqjk+oVj82/eul6PdGgt5bNX71bZTzoiREa/tLYWDv3LbuP6rx+Vqxft1yi+VmZs193zoVcnIuUYYQBAggggEB8CGRfI9h+7isACdHEXSTgfyWwi7bMZhNd4Oabb9att94aY7DrjD/xxBOx8USpFC5cWHXq1Imlm56eHqtTQQABBBBAAAEEEEAgDgVICQEEEEhogaSEzp7kEUAAAQQQQAABBBJIIO9TtS9d54zoF8AzMjLCl7O/fHKixnSdFT4fYX8Er3dnBdVsenzeN2Qra6x6UwXVaHt6+MKAtXHyp9M19LFRoV3Wvmhb7bWcsZVVMQmBuBfYa6+9VLx4cU2dOlVDhw4N75u4T5oE417g2WefVbly5fTuu+/+x1wjH9x2LlL+x4X/0+yDBg2SXTTFPqxTtmzZXMvaB8ubNGmiKlWqaMGCBZozZ06u1xnJR4Gw68MgHzfCqhFAAAEEEMhPAdaNAAIIIIAAAggggAACCCCAAALxL0CGCCCAAAIIIIAAAggggAACCCAQ/wJkiAACCCCAAAIIIIAAAggggAAC8S9AhgjkjUDO6yVYPXotBSvte6xfd56kkR/8HG6IaFs85cIyuuLZs626XfF/tUrrkpfOUUqh5LDOlfNXq2+74Zo/6fdc13OwtmRmZsa+u27j27VBFkIAAQQQQACBAiXwwQcf6JZbbom1+ZxzztGnn34aG6eCAAIIJJ7A7pmxc5Hr6zjnlJSUFCI5OVl23SOLtLQ0paamysqT6h6qmq1KS3Lh38wJi/R2qyH6Y+Ea7YrHygWr9VnLvpr33cLQHj9Q1QdPUalqh4f2Wput7RaWk0U0R+dcaLJzkTKMMEAAAQQQQKAACjjn5NzmsP7Owvpxi2h/aGWN5mV0Ur3i4Xe1dm3gVcvW6fH6X2jpvNW7ReYDHx+hYS+NDW2x3yMXK1NUdV49M9avWw6WUzRy9uvOubCcc5EyjDBAAAEEEIgfgej5PZzmw2A3zo2m7SqB6GGyq7bPdhNb4LnnntN5550XQ7jrrrs0bNiw2HiiVBo1ahRLNT09XfZ5ldgEKggggAACCCCAAAIIxJUAySCAAAKJLZCU2OmTPQIIIIAAAggggEDCCORxovahuJxhf0yzyMjICF/K/uLJSRrTbbbkwlMX3VVRNZser535qNrSb/OuM6Tsv8BP6TJDQx8dFdpn7bT2WuTMw+rigUCCCey5556yP5AXKVJEAwYM0OzZ/r27jQYrVqzQJ598ottuu03NmjXTzTffrJdeekkLFizYxjUwGwL5JzB//nxde+214UMw33333X/a0M7oD/bYY4/Qpg0bNoRyy4F9yPyJJ57QkCFDVL58+S1fzjU+d+5cNWnSRNWqVdOgQYPCa/ZhlwoVKuj9998P4zbo2LGj6tevrzlz5uiZZ54J81eqVEkXXXSRvv76a9mFVGy+f4q1a9eqRYsWIaxtF154oU499dTw/l+2bFlYdMmSJbK216hRQ9aGKlWqqE2bNpo5c2Z43QZjx45V5cqV9dRTT9loLGy/1a1bV9WrV9e0adNi063SvXt3WXstNxvPl7BvJigM8mX1rBQBBBBAAIF8F2ADCCCAAAIIIIAAAggggAACCCAQ/wJkiAACCCCAAAIIIIAAAggggAAC8S9AhggggAACCCCAAAIIIIAAAgggEP8CZIhAHgjY92Fzhl0/IRobN25U/86TNfrDX+RsW35wyoVH6YpnzraxHYr/q3mkLnn5HKUWTvHrcVo5f4363T1C8yf+lut6DtY2++6qlX7GcIMpKwkEEEAgvwTsfENkhfMtDjjsimOgV69eatq0aewtftppp6lLly4ck1mJcTzGdjwVBBDILbAbjznnf1D07XPOKSkpKURycrLsukcWaWlpSk1NlZXl6x6mGreWlrKvy/PrhN/1dqtB+mPBaj9t5z1XLFilri37aO63C0JL7CpBVR+soJJVDwvttLZamy0sF4tobs650FDnImUYYYAAAggggEABFnDOybnNYf2ehfXjFtF+0crqzcvopPqHyPl8nXNas3yDnrjoCy2du8pP2XXPAY+N0PCXx/l2uRD7ldtHdV6tFuvXre2Wi/XtVubs151zoeHORcowwgABBBBAIL4E/O/VQkL2w1/4KTCM7Z4DWrXLBKKHyS5rABtOeIHOnTurXLlyMQe7PviqVbv2/9mxxuykit3fILqpYcOGKV+vHR7dECUCCCCAAAIIIIAAArtCgG0igAACCS6QlOD5kz4CCCCAAAIIIIBAggjkZZpbfrkr+gXwjIyM8GXsXk9M1JhusyOf0c+S6t9VUTVuOC4vm7DN6zrjpgqqcVeVML+1e0qXHzXkkZGhndbeaNvttZwR9Ph0KAAAEABJREFUFmCAQAIJHHHEEapTp47sgwE9e/bUunXr/jX7WbNm6ZFHHtHQoUNVtGhRValSRUcddZSmTJkSpk+YMOFf18EMCOwMga+++kqnnHKK2rVrJzvv/+M2sz+/7Vx25R9n3rEXq1atqkKFCumZZ56RfYl57dq127XCuXPn6vbbb9dvv/2mjh07qnr16v+4nj///FNPPfWUunXrpkqVKqlmzZpavny52rdvr5deeunfjbLX/uuvv6pTp04qXry4atSooRIlSmifffbR1KlTdeWVV+rzzz/X/vvvr3r16umEE07QyJEjw/RBgwaFNZQqVSosa+eMlStXhmk2mD9/vpYtWyabNm3aNJsUwtptH+Cx7ZUpUyZMy5dB2PVhkC+rZ6UIIIAAAgjktwDrRwABBBBAAAEEEEAAAQQQQACB+BcgQwQQQAABBBBAAAEEEEAAAQQQiH8BMkQAAQQQQAABBBBAAAEEEEAAgfgXIEMEdlQg5/URrG7foY3Gxo0b1e/5SRr54c/hVhhZflihXhld8czZO7rZ2PL/q3GkLn7xXKUWTvHTsrRi3ip91W645k/8Ldf1HKxtmZmZstLPGCutTiCAAAJ5JWDnmH8KOw8RmcIAg/w8BoYMGaIbb7xRGzZsCG/t//3vf/rkk0+01157cez5/wvlp/2uWPc/nXPttXAQMEAAgSCwuw+ci1xnxzmnpKSkEMnJyUpJSQmRlpam1NRUWVn+vMNU49ajFHk4zf5+sd5pNVjL5q+OTMrn4fL5q9T1pq80b8Jvcs7J+e1Ve/AUlTzj0NA+a6O11cJysIjm5JzNLTkXKcUDAQQQQACBOBFwzoX+zblIaf2fxdb68urNy+ikiw6J/Y52zfL1erx+Ly2Zs2qXaHzz6HANf2Vc2Lb9DrtY2SKq80q1WL9ufbvlEe3bc/brzrmwnHORMowwQAABBBCIP4Hoeb4AnO7jD7/gZMThUXD2Vby21K7J37lz5/B7tWiO9jeSaD0RymLFiumss86KpZqenh6rU0EAAQQQQAABBBBAIJ4EyAUBBBBIdIGkRAcgfwQQQAABBBBAAIGEEMizJO3LNTkj+gXwjIyM8CXsnk9M1NjucxT+6O0HDe6uqJo3HJdn29+eFZ1xU0XVaFdVzrkQU7vO0NCHR4b2WrujOeTMy+rbsy2WQaAgC5xxxhk65phjNH36dNkfyP/pfbB+/Xr16NFDa9as0VVXXaUOHTqEsk2bNmrbtq0KFy6sTz/9VAsXLvwLiX1p8I8//tCsWbM0ceJEDRs2TL1799ZHH32kV155RY899pg6duxIYPCvx8Bnn332l+PrnyY8/vjjKleuXPiC8N/Ol5UVXvqn4z/MkAeDSpUqqXXr1uHLyw8++GD4kMpFF12kRx55RCNHjtSff/75r1ux99jtt9+uJUuWhOWqV6/+r8ssWrRI8+bN04cffqinnnoqLPfxxx+rVKlS+vzzz/XDDz/86zpsBttm48aN9dprr4V13HPPPSGXF154QStXrlT79u3VpUuXUNp7+4033ghfzH7yySc1c+ZMHXjggTrppJM0Z84czZ8/31YZYvz48bK+2T5wP2XKFEX3xeLFizVjxoxwnjr44IPDvPkyCIdAGOTL6lkpAggggAAC+SzA6hFAAAEEEEAAAQQQQAABBBBAIP4FyBABBBBAAAEEEEAAAQQQQAABBOJfgAwRQAABBBBAAAEEEEAAAQQQQCD+BcgQgR0SsO9e5gz7XmY0Nm7cqK+em6TRH88M11dwfkuV6pfVFU+f5Wt5+zy6Rild8tK5StszVX5jWrVwrfrdPULzv/8t1/UcrK32HXMr5R/R0ld5IoAAAjskYOeTrYWdcyyi50arE5nCAIP8OgYmTJigG2+8UXY9C3tTFy9eXHYdi0MPPZTjLjM+jzs7v+Y8nuxcbONW2jEQLa1OIJDgAgUifefsJ0f5H+tcuFFZUlKSkpOTZdf/sUhLS1NqaqqsPPG8w1Tj1qMkZcku1TTr+0V655ZBWjZvlZ+Wf8/l81aq6019NW/CwrBdO89Ue+gUlTzj0NAua5u10cLabmF5WDjnQsOci5RhhAECCCCAAAJxJOCcC/24c5HS+kEL68ctov2klWc3K6OTLioRsvdza93KP/Vk/V5aPGtFmLazBv0fHa4Rr30b29y+ZYvqnFeqxfp1a6u1Pdq3W59u4ZxvtQ9b0DlnBYEAAgggEM8C9oOn5bf7XyLWWknsIgEOj10Ez2ZzCdSpU0edO3eOTVuwYIHsut2xCQlQadSoUSxLu79BbIQKAggggAACCCCAAALxI0AmCCCAQMILJCW8AAAIIIAAAggggAACCSCQNynah91zhn0JxyIjIyN8+brHYxM1tvvc7A/GSw3bVVSN647Nm43v4FqqtKig6u3O8G2zP8dn6YfPftSQh4aHdlv7LQ+LnPlZfQc3y+IIFCiBPfbYQxdddJGKFCmiAQMGaPbs2X/b/nnz5unXX39VuXLlVLFixfCB3+jMpUuX1plnnqnly5dr8uTJmjZtmo499lgddthhYd32YeD99ttPRx55pMqXL69q1arpggsu0BVXXKGbbrpJd999tx544AECg389Bj7//PPoYbfN5cyZM3X55ZerQYMGmjp16l+Xy/4gt3P5/4Fu51z4IM6XX36pNm3aqEyZMrIP53Tv3l2tWrVS1apVdc8992jp0qXa2sPmvfXWW7VkyRJ16tRJZ5xxxtZm2+q0Sy65JLwHoy8ecsghuuGGG7Ru3Tr1798/Ovkfy8KFC6ty5cq53v8zZszQlClTdMopp6h27dq5XjvhhBNkH8RZvHixhg8fHl6z88fKlSvDecI29ueff+qnn37SqaeeqtNOO022v1atWmUv6ZdffpEta+cXO4+EifkxCLs+DPJj7awTAQQQQACBfBZg9QgggAACCCCAAAIIIIAAAgggEP8CZIgAAggggAACCCCAAAIIIIAAAvEvQIYIIIAAAggggAACCCCAAAIIIBD/AmSIwPYL2HUQcoZdJyEaGzdu1FfPTdLoT2bK7odh81WoX0aXP3Xm9m/wX5YsV72Umrx0rtL2TPVzZmnl/NXq126Y7KaMdi0HC2uftSUzM9O3y675oFjpF+KJAAIIbJeAnVdsQSst7BxjYecci+j5x0oicm0gHHDIj2PArhHRrFkz/fzzz/aWlF2L4oMPPtD//ve/2LWd8mO7rHPXHs85z7N27rWwc3E07GCwupUEAoktUHCydy5yvR3nnJKSkkLYNX5SUlJkkZaWptTUVFl54nmHqUbrsvKzygZzJi3Wu60Ga+ncyHWClMePP+auVJeWX2nexN9l27OWnvnQKSpZ5dDQHmuTtc3C2mwRzcE5m9sWi5TigQACCCCAQJwKOOd8N7k5rD+0sH7c+kjrL6NxdrMyKl//kIiE/3XtupV/6qmLvtCiX1dEpuXz8OtHhmvEq9/6XxJHNrRvuaI695VqsX7d2hltt+WQs193zoWFnIuUYYQBAggggED8CkTP9+G0Hwa7aa40a1cKRA+TXdkGto2ACbRs2VKtW7e2agi7dvqzzz4b6okwsOuOR/McNGhQuP54dJwSAQQQQAABBBBAAIH4ECALBBBAAIEkCBBAAAEEEEAAAQQQiHuBPEjQvkyTM+wLOBbRL0J1f2yixvWcK/sYhP3Bu/E9FVXjumPzYMt5t4oqLSqq5j3V/Aqdb6fTtM9/0pAHh8e+KGb5WOTM0+p+AZ4IJIzA4Ycfrjp16mjVqlXq2bOn1q1bt9Xcly5dqg0bNoQvW9oHerecyb6EWahQIS1YsEBr1qzR1KlTNX/+fK1evXrLWRlHYJcInHDCCTrmmGP+uu2syKSdef7fZ599dPnll+vjjz/WiBEj1LVrV1199dXaf//91b9/f7Vo0UILFy6MNCx7uHjxYt1xxx2aOXOmihcvvvVcsufdsihatKiOP/74LSerbNmy2m+//fTrr7/+7Xs/50L77ruvSpQokXNSaKedNypUqCA7B+R60Y9UqlQpfFnb2u1HZfvh4IMP1tixY2V9sOU1Y8YMnXTSSbJ558yZE84dtj+GDBkS2mfnF1s23yIcA2GQb5tgxQgggAACCOSbACtGAAEEEEAAAQQQQAABBBBAAIH4FyBDBBBAAAEEEEAAAQQQQAABBBCIfwEyRAABBBBAAAEEEEAAAQQQQACB+BcgQwS2U8C+b5kz7LuZ0di4caO+en6yRn/ya7iegl33oVKDsrryqTO3c2vbvli5s0vp4pfPU9peabLtrv5trb6+e7jmTViY63oOmZmZsrAcbO3R0uoEAgggsD0Cdh6Jhp1f7JwYvRaOlXZuJDYKAwzy6xj4/fffwzUxvvvuu9hb+N133w3Xi8ivbbLe3e94tvOthZ2D7VxsYedmOyiipdUJBBJSoIAl7ZwLLXbOKSkpKURycrJSUlJCpKWlya43ZuUJ5x6q6q3LSFnhqdmTFuvdVgO1dO5K5eVj2ZwV+rTlV5o/8ffs1Wap2kMnq2SVQ2XtsLA2WVhbLaJtd86FZZyLlGGEAQIIIIAAAnEs4Jzzv5/dHNYvRsP6SgvrOy3Obl5W5RuUkJxksX71Rj3d4AstmrlC+fn4+uHhGvm6/xnSt9W2u//R++jcl6vG+nVrm/3fw9pqbc/ZrztnjZWci5TigQACCCAQ/wJZ/odOyzIUYWBju1/Qol0qED1Mdmkj2DgC2QLPPvus6tatmz0m3XbbbRozZkxsPJ4rdo3x008/PZZienp6rE4FAQQQQAABBBBAAIG4ECAJBBBAAAElYYAAAggggAACCCCAQLwL7Gh+9iWanGFftLGwL91YdHt0osb1nGefwQ/R6O6Kqn7tMTu62XxZvnLzCqp+d1W/7sgHNqZ3m6EhnYbl+tK45ZYzX6v7BXgikDACZ5xxho455hhNnz5d9kdy+1LdlsmvWPHPH8y1D8zaB2e3XC46XqRIER122GE69thjVaVKFZ133nm69NJLw5c627Vrpw4dOhB/Y9CxY8dgEy23ZhV9LVpu7zzR5f5pPdF5ouW2zBudJ1pGl91aafNYbO21Ro0aRQ+pbS7r1aunyZMny9a51YWyP8/tXHZlqzPl30R735QuXVq33HKLevToofr162vmzJn68ssvc210w4YNoe+y98+MGTNkX4De1v6qaNGiOvDAA3Otz0bsfbnHHnvkunCKTf+7iH4gPufrixcvzjn6l3qhQoXCl/iiL1g7ypUrpx9//FFLly7V7NmztXz5ch133HHhPGRfvJ41a5bsnDNt2jTZvCVKlIgunj+l3/VOLn/WzVoRQAABBBDIZwFWjwACCCCAAAIIIIAAAggggAAC8S9AhggggAACCCCAAAIIIIAAAgggEP8CZIgAAggggAACCCCAAAIIIIAAAvEvQIYIbI+AfY80Z9h1EaJh38fs+9wkjfp4pqLzVLqojK54otr2bGq7lil7Vkk1eelcpe2ZGtqwauEa9W83TPxpmNAAABAASURBVPMn/Ba+E2vXprDvrUfD2mkbipZWJxBAAIFtFch57rC6nVvsnHj1E+t1zZPrda2P657aIIsbfGnR1JdNn1ovixt9eeNT69TM4sl1ah5irVo8abFGNz25OVo+sVoWN/vy5idWyeIWX97yxEq1snh8pW4NsUKtH7dY7svlavN4JG577A/d9rgPX97+2DJZ3OHLOx5bqrYWjy7Vnb6889EluivEYl8uVrtHI3H3o4sU4pFFuueR30Pc68t7H/lN92VHe1+2f3ih7g+xwJcL1OHhSHR8eL5CPDRfDzw0L0QnX3Z6aK4ezI6HfPnQg3Nk8fCDs2XxiC8tHn1wlkJ0mqXHOv0a4nFfPt5ppp7Ijid9+eQDv8jiqQd+lsXTvrR45oGfFKLjT3q244wQz/nyuY4/6vns6OzLzh2my+KFDtNk8aIvIzFVL3Xwcf9UvXz/DyFe8eUr90/Rq9nxmi9faz9ZFq+3nySLN3wZiYl6s72P+ybqrfu+D/G2L9++b4LeyY53ffnuvd/p3fu+03v3fhuL9339/XvH6wOLe8bpw3t9+PKjEGP18T2b45N7xsji07tHKxpdfL3L3aPUNcRIfXa3j3Yj9XmIEerWbnN0bzdcFj3uGqZo9PT1nnelq1eIofriLh93DtWXIYb4coh63xmJPncOlkXftoMUja98/au2A9UvxAB93dbHHQPUP8Q3vvxG39xh0V8D7siO27/WwOwY5MtBt/fT4BBfacjtPm77SkN9OfS2vhrSpo/eqPusSk86UNcWaxji5ZqPau/+GRreprdGhPhSI9tYfKFRbSIx2pejW/eSxRhfjmndU2Nj0UPjWvu4tYfGh+iub2+16Kbvbt0cE1p9Lovvffl9q89kMdGXE1t11SSLW7pqcogumnKLxaf64ZbNMfXmT2QxzZfTbv5YFtN9Of3mj/SjRcuPNCPEh/qppcUH+rnl5vjlpvdlMdOXM296Txa/+vLXm97VLIsW72p2iHc0p4XF2758W3NbRGJe87dkMd+X85u/KYsFvlzQ/A0ttGj2hn4L8bp+b2bxmi9f06JmkVh846uKxpIbX5HFUl8uvfFlLbNo+rL+8OUfTV/S8hAv+vJFrWgaiZU3vKCVTX34ctUNnWWx2perb3hea7JjrS/XXv+c1oV41pfPav31kdhw/TNaf93TWn/t09pw7VNaf82TWn/1E9rweXrsmiV2brbY1vM68yEQrwIFMS/nItfdcc4pen2h5ORk2XWRLNLS0sL1g6w84dzDVOO2suFKPU7S3MlL9e4tg7Rkzko/tuPPZbNXqEvLflowaZFfmQvbOeuhU1SqyqGy7VvYtc4srI0W0TY75/wyknORUjwQQAABBBBIEAHnXOj/nIuU1j9Gw/pMC+tDLc66sYxOalBCdiFh+//7+lV/6umLeur3X5bni1a/h4Zr+Ovf+c1l+W1mab9yRXXOS2fE+nVrk/1/w9pobc7ZrzvnQpuci5RhhAECCCCAQPwLRM/7u/npP/53xO6dIYfH7r1/ErF1L7zwgo4++uhY6qeddlq43nZsQhxXGjZsGMvO7m0QG6GCAAIIIIAAAggggEAcCJACAggggICUBAICCCCAAAIIIIAAAnEusEPp2YfwcoZ92dHCvlxt8fmjEzXui3mSC081vqeialx7jHbnx+ktfBvvPdOa7MPpx+4/acgDw2JfGrf8LHLmbfXdOSfahkBeCuyxxx5q3Lix9tlnHw0YMECzZ8/+y+rttb9MzDHBLhJh5wibZB82mDBhgmbOnKmlS5eG99rKlSs1d+5cTZkyRcOHD1efPn308ccf6+WXX9ajjz6qjh07En9j0KFDh2ATLTtuZb7oa9Fye+eJLvdP64nOEy23Zd7oPNEyuuzWSpvHYmuv2XFqx9i2xJFHHqmPPvpIPXv21LHHHvv3i2Rlhdfy+7z/888/68ILL1S7du1kfU7Y6BaDQoUKqUGDBipSpIgWLFiQ69WiRYvqkUceUadOnXT88cerW7duGjt2bK55/m5k9erVWrZs2V9etmn2mp0D7MPvf5lhGyYceOCB/zjXhg0bZOeH6Ez2QfvKlStryZIlIcfvv/9eBx10kEqVKqUjjjhCtr5x48bpxx9/1KxZs1ShQgWZS3T5fCn9IZAlP8iXlbNSBBBAAAEE8lWAlSOAAAIIIIAAAggggAACCCCAQPwLkCECCCCAAAIIIIAAAggggAACCMS/ABkigAACCCCAAAIIIIAAAggggED8C5AhAv9ZwL73mjPsu6nRsO9t9n1uikZ9Mius1zmnUxuW1RVPVAvjO3NQ9qxSavLKeSpUpJCc3/Dq39bq67vSNW/CwvAdc/v+eWZmpqJhOfnZFC2tTiCAAALbKmDnDgs7p0TPid//nKHP0jP1+bAsfe7L7r7sNjxL3UNkhrLHsEzljJ7DNqnncB9W5ohe6Rn6wkevYb700WvYRn3hyy/TNyp3/Kkvh/2p3umbo4/Vh25QH4v0Derry77p69U31H05dL2+yhXrssfXqZ+f/vVQXw5Zp6+HrFW/7LK/r/cfulahtHp2fDN4jUIM8aWPAdEYvFoDfQzwYeWgwas0cMhqWZkzBg9aqRCDV2qIj8E+rBwyaIWiMdTXhw5arqGDVyjdl7li4B9K9zFs0B8a7iNWDlym4SH+0Ahfjhi4NLtc5sulGumnjfTTRg7w9QFL/PhSjRq4xMdSjbbSTxs9YLFGh3KJxvj6mAHRcnH2+GKN/WZRJAYs0jgfY31YOe6b3zU+V/wWxr/95jfljO/6L9S3Pr77ZqEmREtf/77/Aj++QFbG4usFmth/fu74ep4m5Qz/+uT+8zTZT5v89VxN8eUUK/vN05R+Nm4xRz/4aT987ct+czTVxw8+pvabral+2jQLX5+WI6Z/NVsh+s3S9Oz40Zc/fvWrZviIlf38uI+fvpqpXNHXj/v4+atfFI1ffP2Xvj/rl76/+PhZM3195le+tOj7kx//Sb/6MkQfX/cxy8b7zJCVc776SYcs218V9jg+O46TpqzXnD4/Zsd0zfX1EL1/1Nzefjw75vWZrhC9p2m+nzYvlNO04Esfvr6g91TljIVfTlUkftBvX/6ghb19afHlFP3ux38Ppa9/4cPXF305WbniCz/uY/EXk7TEx+Ivfelj8RcTw/hSX4boNVGh/OJ7X36vZX76Ml9f5qcv6+XHffzRa4L+8NOWf+FLX18ei++0oucErfDjK3r5uo+VPqy+sud3WuVjZc9vfemjV3b0HK/VftrqUI7Xmh7Z0XOc1uSItT3GKRJjta7HWF8fq3U9x2p9jzE+oqWvd4/Ehh6jtaG7DystfP3PEKO0sfso/enDymhk+PGM7iOV0W2UDystRmiTn7apuy+7jVRmNytHhDLz8xHK6jY8RObnw7Xps/QQ0fOxlXZ+trBzerS0OoFAggkU2HSds5/oJOeckpKSQiQnJ8uuSWRh1wxKTU2Vlcefc6hq3F5OWfYvK0tzpyzRuzcP0NI5K7Ujj2WzV+iTll9p/uRFfjV2LaAsnfnQySp5eomwXdu2tcHC2mYRbatzzi+j0H7xQAABBBBAIAEFnHOhH3QuUlo/GQ3rOy2sL7U488ayKt+wRExpw5qNeuaiXvr9l+WxaXlR+erB4Rr55gTfLsm3Svv/bx+d+9IZsX7d2mL/z7C2WVtz9uvOOdnDuUhpdQIBBBBAIP4FnPPnff9zZsjUfiwMld1yQKN2sUDOw8M5f9zs4vaweQTsOuidO3eW/b82qlG+fPloNa7LRo0axfLr37+/Ro8eHRunggACCCCAAAIIIIBAAReg+QgggAACXiDJB08EEEAAAQQQQAABBOJYYPtTsy/O5Izolx3tS9UWXR/+XuO+mC/ZX7izstT43oqqcc3/bf8Gd+KSpzWroLPvqRa+CG45/th9hoZ0HBr70ng015xfJrL5dmIT2RQCu1TgkEMOUd26dbVq1Sr16NFDa9euzdWe/fffX4UKFdL06dNlF4XI9aIfsekbNmxQiRIlVKRIEdkHDOyDB/vtt1+uDx74WXkikO8Cd911l2bMmKHLLrtsG7YV+aCWc5FyGxbYrlmKFi0a3gtjx47VtGnT/nYdy5cv1/r168OX33LOZMuXKVNG++yzj5o3bx5eev7557Vs2bJQ/6fBypUrNWvWrL/MYtPstbJly4YPw/9lhm2YYOeOwoULa/z48bJzwJaLWL7r1q1T6dKlYy8df/zxsg/bjxw5UpMnT1apUqVUrFixkFu5cuU0c+ZMDRw4ULbeihUrxpbLt0rY9WGQb5tgxQgggAACCOSPAGtFAAEEEEAAAQQQQAABBBBAAIH4FyBDBBBAAAEEEEAAAQQQQAABBBCIfwEyRAABBBBAAAEEEEAAAQQQQACB+BcgQwT+m4Bd5yBnRK+FYKV9z7vPs5M16pOZfqV24Qfp1AZldMXjVf34rnmWObOUGr90ngoVSQuXolj92xr1v3Oo5n+3MHY9B7uOQzQsN2tptLQ6gQACCPyTQM7zhdUt7Jxi18JRzusE2FfGffhnbLLVZQMf/hmqkYHfYvYE5yc4Pypbl684OUWezgpfdz7kH760oZ/P2Su+DIUNfDjnp/qQr8uXfkySH1rdh9UtrOqn+lf8mI3IHn6Kk5xzcpKc80P/9DVf90Nf909ZhIGv+KdsNvmH1WUDH/4ZqjawumwmX3Gyfzazk69KNghVZzU/6ksn/7CBk3M+/JivKISc5MM5J+ecJB++dFb6cM7XfCg8nGR1H/7pq35c9nC+Lh++lBQZyj98zVnh/DSFCAPn69GQwqQwsGlStBrKMAjTXaTqN+yffibnw54uTJef6J+SnOzhfGkhP9E55ydFwjnnJzn5QSTk6z6cc3LOSXLhn8LD153knB/IHr70Tz/Bnj5sJDI9zOJH/VPO/7OpIZwf+vDPyNTsSu75bR7/Qnj6gY36uUPNZvQVlz3unK85m8EPrJ49XVb3IfnpPlw0/DTnnOTHLZxzcs5ZNVLKHs7X5cPJHk7OCh9OYVYb+LHwdH7ox7MLPyJZPQx8xT9DNTKQQuknOl9x8g8b+HB+PPIMNcmvU07+EQZyzsn5MflSvuL8IIQfd875V3z40vnp8uGcr/mwuoVzfjzXdPmHn+Yk55ycJOdsKP9wvi4fvpQUhk7hYbNY2EiYZAMf/unns6mKlNkTsgs/0df801eyny57Pl86+UcYyDkn58fkyxAKY3LOhZCcfzo/dJINc07PHo9M90P/msLDyarO+dKPO+f80J4uTLeB86MWyh7YLCH8dHva/08t7JxsYdPsHG0lgUBiChTsrJ0Lb3Y555SUlBTCblqWkpISroWUlpYWrhlk5XF1DlWN24/280q21PypS/XeLQO1ZPZKbc9j6ewV+vTmr7XwhyXym/ercDr74ZNV6vQS4bpItk27XpGFtcki2kbnrAXyy0VK8UAAAQQQQCBBBZxzoT90LlJafxkN60MtrE+1OPMVSxBiAAAQAElEQVTGsjqp0aFByn7LvGHtRj1Tv6d++/mPMG1HB30fHKYRb00Ivy+2de3/v3107otVYv26tcH+j2Ftsjbm7Nedc7ZIyCVUGCCAAAIIxL2Ac27zed/XQ8LOhmFgld0saM6uFogeJtF2OMexErWg3HUCtWvXVufOnWMNmD17trbt2uixRQpk5YgjjtApp5wS2m5/H0hPTw91BggggAACCCCAAAIIFHwBMkAAAQQQMIEkGxAIIIAAAggggAACCMStwHYmZn8Yi4Z9mca+WGNhX3a06PrwRH3be4HCn7L94OL7KqnG1f+3nVvbNYtVbl5RNe47y+fg5JzTjB4/a0iHobEvjVu+lrtF1MLKXdNatorAzheoXLmyTjjhBP32229as2ZNrgYcdthhOvLIIzVjxgyNGzdOOd8bM2fO1NChQ1WsWDEdf/zxuZZjBIGdKXDOOefo22+/1WOPPRa+NPZftp3zmP4vy23rvAceeKDsgzgrV67Uvffeq1GjRoX+J7q89T1jxozR448/Hr78VqtWrehLfykrVKigCy64ILwf33333Vzvx7/M7CfYut98800tXLjQj0Wec+fOlU3be++9dfbZZ0cmbsewXLlyOu6444J7//79c7Vl0qRJ+vzzz2W5n3HGGbG1H3744SpVqpS+/PJLTZ06VSeddFL4QL59AP+YY47RtGnT1Lt37zCPzRtbML8q9s2D2FcE8msjrBcBBBBAAIF8EGCVCCCAAAIIIIAAAggggAACCCAQ/wJkiAACCCCAAAIIIIAAAggggAAC8S9AhggggAACCCCAAAIIIIAAAgggEP8CZIjAfxCw77vmDLsGgoVd82Hjxo3q/exkjeoyS3LyD6fKjcrqiser+vqufZY5s6Qav1xXhYsWkrVtzaJ16n9XuuZ9tzB8n9bab993jYblKP+Ilr7KEwEEEPhXATtnWETPJXZ+zMrMDMtlKUvvtysS4r27i+rddj6sDLGP3rl7H719T7FYvOXrb92zryzevHdfvWHhx1+/Zz+9fq+Pe/bXa7589V4r99er9x6gV+87QK/cd6CPA/Syr7/s6y/dd5Ci8aKvv+DjxfYH64X7Dlbn9sVDPO/LEPcfoud8PHt/CUXjmfYl9Mz9h4Z4+v7D9JRFh2h5uJ7scLie6HBEJDoeocdDlPRlST3WsZQe7VBSj1oZ4kg90vFIPfxAaR+R8iFfj8RRerBTaXXqdJQ6PXCUHnigjK+X8WVZdexURh06WVnWl+XU4cFyuj872j94tCzuC+X/dN+D/9O9Pu6xeOj/dM+D/6e7HzomRDtfhnj4WN0V4jhfHqc7Hz5ObUMc78vjdcfDJ+h2i0d8GeJE3fbIiWrzSPlI+Wh5tQ5xki9P0q2PnKxWj5ykVo/6MsQpuuXRU3TzY9GooJaPWVTUTY/5eLyCWjxeUS18vfnjlXxZSc0fO1XNfP3Gx608VTc+fppufOI0NX2iso/TdIOv3+Dr1/u44cnTdb2P6544XdeGqOJLH0+eoWt8XB2Np6rqqhDVfFlNVz5VTVeEOFNXPO3jqbN0+VNn6jJfhnj6bF3q45Knq0fKZ6rr4hA1fBmJJs/UUONnamZHLTV6ppYa+gjls7XVIDsueraOLnquto86qv9cHdV77hzVf/Yc1Xv2XF3o6xc8Z+W5uuC580Kc78vznz9PdZ+vG+I8X57X+XxZnPv8+Trn/9m7CwArqreP47+zlAiCdCuilBLSDYKISscSAoIIqKiYiIq1iCIWKqgIgoH12vVXTFgWFSUsUrqllY4F951nLnNZEJDYvPu93GfOmTrxmeO94O6Z8fKXPdNKfoxorUtHtFIzLw1FG10ywouRbXXJyDZq6qUXWzzbThdbjGynJl40HtlefjzbQRclikbPRavhs14811END0QDL63/XCeForPqPReKul5a9/nOqvN8Fy+uUO3nvRjVxU9rjbpCNUd1VS0vao7q5udreKlF9VHdZVHNS6u90F1V/bhSVV7wYnQPP73QSy0qv9BTfozuqUpeVBx9lULRSxVGezEmFBeMuVrnW7zY20tDUX5Mb5Ub0ycUL/ZV2URR5sVrVNpi7LUqfSDO89Jzx10nP8b2U6lEcc6461XyQJw97gaVfOl6WXrWSzeoxEs36iwvLLUo/lJ/WRR76SZZFPXWi758k4q+fLOKeFHY4pWbZWmhV26RRcGXb1XBV0JRwEvzv3KbCniR/5Xblc/iVS/1Iu+rA5THYvwdXuqFl57pRe5XB+pML3KPv1O5EsUZ4+9S1tZ1vU9c+a/9+/fLwj6X7fPZwt/BAgEE0q2Ac85vu3POvwdSVFSU7J5AmTNn9u/nlDVrVmXJksW/V1CFS4upyW1lQp8JCdKq2Rv16o3faOOyLTqR1ybv+Leu/0KrZ6+XEhLsrSYPV9XZdYr69QR1Wr3WFgtrl4VzB9t7InVyLAIIIIAAApEq4JyTcwfDvjeDsO9SC/tutWjYt7SqRBeTd7QX0t5d+/R0u4+1duFfp8Tz2YNTNPWl3/wyvaYoX7ncunxk3fD3utVtf7ewtljb7DvdwjmvJV5Y5c45S4ikFqA8BBBAID0IeP8u9Jvp/TvT+0ein2WBwOECwTA5fDvrCKS2wPXXX69bbrkl3Iy33npLzz77bHg9UjMdOnQIdy0uLi6cJ4MAAgggkEoCVIsAAggggAACCCCAQBIKRCVhWRSFAAIIIJCEAhSFAAIIIJB6AjZxJgibTGNhE2tsErXF2w//phn/W+M30H73ofM9NdSkRzl/Pb0tal1bXY3vbSTrr7V94UcLNfmBybJ+Wli/rf8WdkwQdiyBQKQL2C/BtmvXTmeeeea/unraaafJ9uXIkUPjx4/X4MGD/fSpp57S448/rl27dumyyy5T4cKF/3UuGxBIboGiRYvqpZde0oQJE1S1atUTq+7A73c7dyBzYmcf99HOOfXs2VOtW7fWn3/+qf79+6tRo0b+eps2bXTRRRfphhtu0Nq1a2W/rFOzZs2jlm2/rH711Vfr3HPP1fvvv69p06Yd9VjbYf9tb9q0SV27dtWgQYM0YMAAdenSRcuXL1fv3r1Vrlw5O+yk4vTTT/f7kitXLg0ZMkSdO3f20379+qlv377asWOHevXqpXPOOSdcfs6cOVW9enVt2LBB9n1bqVKl8D7L2y/m79271z/Gjg3vTK6Mf+n9RXLVQLmHCbCKAAIIIIAAAggggAACCCCAAAKRL0APEUAAAQQQQAABBBBAAAEEEEAg8gXoIQIIIIAAAggggAACCCCAAAIIRL4APUQAAQQQQACBlBUI7m0QpHbvAwu7D4LFp0/+rqn/t0yyJxokSLU7nKduj9RP2UYeo7ZzG56t6Odb6LRc2fwmbl+3Q18NjNWqGWvC93OweaVBWD+tuCC1PIEAAggcTSD4rLDUIvxZcuAEJ6dK52ZWt0tOSxTZ1fWSQ+MKb/2KS05XEF28fChyqEuzUHT20lDkVOdmOdXpsOjY7AwljuhLz1AocnlpLnW49PDIrfaXHhrtvPV2l52pINp6+YORR20uOzRae+utL8urIFp5+VaX51Wry/P50dJLE0eLy/MrcTT31ptfXkB+NPdSLy4PR0Fd3rygLjssLm1eSImjWYtCCkVhLw3FJS0K62AUUdMWh8bF3vrFLYrKj5ZF1eSQKKbGLQ+Ni1oWV+Jo5K03alVcjVqV8KOhlx6Ms9Sg1b+jfquz5UfrUFrPS0NRUvVal1Tdw6JO63OUOGp76360KaXaB6KWlx6Mc1WzzaFRw1uv0eY8+dH2PFX38tUtbVta1b2odlhUbVtGiaOKt16lbVn50a6sLjwkyqlyu39HpXbllTgqti+vUJzvpeerQvtD44L2F+jwON/bdn6HCjq/fQVZWr5DBYWiopdWVLkOh0bZDpWUOMp462WiKyuI0l7+YFyo86IPjXO99XOjq8iPjlVU6pCo6q1X1TkdD42SHaspcZztrfvRqbrO9uKsQ6KGSnT6dxTvVFPh6FxTxfyo5aWhKNq5lg5GbRXpfGgU9tYLd6mjIAp5+YNRVwW7HBoFvPUCXeopiPxePv8V9RSK+sp3xb8j7xUNlDjyeOt5rmioPF1DcaaXHoxGOrNrI+U+JC5Srq6JottFOsNbP6NbYwWR08sfjCbK0e3QON1bP73bxfKj+8XKfkg01WndQyHv5bywd/iz2Pv7qX02W9h2i8R5WycQQCD9CDgX+q/cOaeoqCg/7H5HmTNnlkXWrFkVRIXLiuviAWUl71h5p62eu0nj+3+rDUu36HheG5f+rbdu+FJ/zt1op0teORcPraqz6xQJ12H3TrKwNlgEbXLOq1DyTgml4oUAAggggAACvoBzzv9+dC6U2vdnEPadahF8lzfoW1oXRheT97+bvf+nm6A9O+P1VNsPtXbBZr+sE138b/AU/fDSr35ZVma+crnVfGTd8Pe61Wt/n7A2WJsSf6875/zqnAul/gqLJBWgMAQQQCAtCjh38HPfOS9vYQ31slPn7NMDL+1QzEvbNfilbXrQiyHjtuqhcVv0sBdDx/2tR8b+pWF+bNajYzfrsRc36fEXN+oJL558cYOGj1mvp/xYp6fHrNMzo9dqxOg/NdKLZ0ev0XMvrNbzfqzSqBdW6oVRKzV61AqNGbVcL3oxdtQyjXveYqleen6JXvbilecW69XnFmm8F689t1CvP2uxQG88+4fe9OKtkfP1fyPn6W0v3hk5V++OsJij90bM1vtefPDMLH34zO/6yIuPn/lNnzz9mz59+lf97+lfvPhZnz31sz5/aqYmePHFUzP05fDp+sqLr4dP09fDf9I3T/6kb5/8URO9mPTkVMU+8YMmexH3xPeKe+I7TXn8O333+BR978UPj8dp6uOT9eNjk/XTY7FeTNK0xyZp+qMTNePRbzXTi58f/Ua/DPtav/rxlX4b9pV+f+RLzXrkC832Ys4jEzR36Oea58X8oZ/pD4uH/6cFD3+qhV4sevgTLX7oYy3xYulDH2mZxZAPtXzIB1rhxcoh72vVg+9ptRdrHnxXf1oMfkdrB7+tdYP/T+u92BDzljZ6sSnmTW2OeUObH3hDfz3wuv5+4DVt8WLr/eO1zYvt97+qPW9+K2942Cjxwzkn50Lhb2CBQCoL2P36W7ZsGW6F3YN85syZ4fVIzERHR4e79c033yjS+xvuLBkEEEAgjQrQLAQQQAABBBBAAAEEklIgKikLoywEEEAAgSQToCAEEEAAgVQSsIkyQQQTavbv3+9PoI6Pj9c7Q2dp5v/WeD/EDjXwintr6OIe5UIr6XRZ+1qvD/c1PtB6p4UfLdTk+yfL+rtv3z5Z/wOLwMbSAyeQIBDRAkWKFFGLFi28/+bdv/pZsmRJ3XXXXapfv762bt2q77//XkuXLlWFChU0aNAgNW7c+Ijn/asgNiCQhAK33HKLFixYoF69ep1cqQn26+F2r5NQenKFHN9Zp59+uu677z699NJLatiwoXLkykeNYQAAEABJREFUyKE1a9Zo9erVsl9Ev/TSS/XWW2+pW7du//nfUsGCBdW7d2/Z99UzzzyjzZuP/ovy2bNn17Bhw/z/tidPnqwpU6aoXLlyGjVqlLp27fqfdf1X784//3y98soratOmjTZt2qSPP/5Yc+bMUb169fTaa6+pU6dO/6qjevXqfp/z58+vokWLhquwvG2zNtetWze8PVkz/qX3F8laDYWHBcgggAACCCCAAAIIIIAAAggggEDkC9BDBBBAAAEEEEAAAQQQQAABBBCIfAF6iAACCCCAAAIIIIAAAggggAACkS9ADxFAAAEEEEAgBQXsfgaJw+55YGH3P7D45Mnf9eO7y+VsCri3qNOxtK4cVj8FW3h8VZVqcJY6jmqp0/Oc5p+wc8MufXVnrFbNXOPfw8L6YnNjg7A+24FBankCAQQQOJqAfVYkDvss0YH7BRztHLYjgMB/CnAAAicsENyhwz6T7bPYwvInXBAnIIBAmhVwzv7xKe/foE5RUVF+ZMqUSZkzZ/bD7pWUNWtWWVzQrJia3F7mwF/LErR67kaNv/FrbVjyt471sv1v3vCl1szd4J2b4IV08cNVdXbtIn65VrbVY2F1WwRtcc75RTsXSv0VFggggAACCCAQFnDO+d/jzoVS+x4Nwr5bLey71qJB39Kq2rFE+Pj43fv1VJsP9ecfR7+3YbiiRJn/xUzR1Fd+98vxFipQPreaj6gT/l63uuzvEla3tSXx97pzzi/JuVDqr7BIagHKQwABBNKcgHOhz33nnPfV4fx/ezodeHn/A+rh13Zo6Gvb9IgXw8Zv06Pjt3qxRY+N36LHX/1bT1iM/1tPvvqXhr+6WU+9sklPv7pJz3jpM69s0IiXN2iklz77yno99/I6Pf/SWo16ea1esHhpjUYfiDEvrdbYcas0zo+VemncSr08doVeGbtcr7y4XK+OXabxLy7Ta168PmaJ3njRCy99c8xivTV6kf5vzEK9PXqh3vHi3Rf+0Luj/9B7Xvr+C/P1/qh5+uCFufpo1Fx9bPH8bH0yao4+9dL/PT9LFp89/7s+e/43ff7cb/rCiy+f+1VfPveLvnr2Z33txTfP/axvnp2hb0fO0CSLZ6crduQ0TR75kyaP+ElxXjplxFR958X3z0zVDyN+0NRnftCPz3yvH5/+Tj/5MUXTnp6iGU/FaeZTk/342Ut/GT5Jvx6I34ZP1Kwnv/XiG81+8hvNsXjiK831Yp4X85/4UvMf/1J/PP6FFj4+QYv8+FyLH/Pi8c+05LH/aakXyx79VMsf+0QrHv1EKx/9WKuGefHoR1o97EOt8eMDrR32vtZZPPK+1j/ynjY88q42PvKONg59R5u8+Gvo2/rb4uH/05aH3/Jj68NvattDb2i7F97w8AeKcy40brxU3su58Ajy1ngjkHoCzz33nH/v76AFdh/uY907PDguvaalS5dWxYoV/ebv2bNHcXFxfp4FAggggECqCFApAggggAACCCCAAAJJKhCVpKVRGAIIIIBAEglQDAIIIIBAagjYpJkgbBKNRTAJPD4+Xm8PnaXpn66W/UDbjrvivhpqcmXZ1GhqktdZ85rqanLvRV65CbK+LfxogSbfHyvrt00aNwfzsLD9QXgn8EYg3QqcdtppuvXWW/XQQw8pd+7cR+1Hw4YN9cILLxzxuDx58qh79+4aPny4Ro8erREjRuiGG25Q0aJFj1oeOxBIDoEmTZrohx9+0FNPPaUcOXKcfBUHfjnLuZT5JS3nnCpUqOD/N/TVV19pxowZfnz77bd6+OGHVapUqUP6cvrpp2vUqFH66KOPlD9//kP2NWvWTFOnTtWbb76pvHnzyv7btfJ69OhxyHG2kjNnTg0YMEDff/+9fvrpJ40bN05Vq1b1f8nR9h8rjtWG4LxChQrpnnvukfXD2mC/aGOfE4f3Jzi+Zs2afts//PBDFSxYMNjs523blClTdOGFF4a3J2vGv/T+IlmrofBAgBQBBBBAAAEEEEAAAQQQQAABBCJfgB4igAACCCCAAAIIIIAAAggggEDkC9BDBBBAAAEEEEAAAQQQQAABBBCIfAF6iAACCCCAAAIpJRDcyyBI7V4HFnbfA4tPnvxdP767wm9OgresG11a3YfW83Jp831O/bPU4fkWyp4nu+xmFTs37NLXA2O1asZqWX8s7D4OQVi/rSdBankCAQQQ+C8B+8ywzxE55on/lxX7ETi2AHsROEEB72PXe/sn2Wexhb9yYHH4+oHNJAggkA4FnAv91+6c8x+mFxUVpUyZMilz5sx+ZMmSRVmzZvXjgkuL6+I7yklystef8zfrtf7faP3iv231X7Fh8V9668YvtXbeRn+fV4UuGVZVZ9cu7Jdn5Vr5FlanhdVv4VyoDudCqV8ACwQQQAABBBD4l4BzTs4dDPs+DcK+Yy3sO9eiXp/zdGHH4v69ee1/6sbv3a+n2nygP+dv+le5R9rwacwU/fDqb94uu7+vlL9cLjUfUSf8vW512N8hrE5rg32nWzgXap93ot9WS4nkEqBcBBBAIG0JOOf8Bjnn/O8A+16wcN6/PUM7vKWTv885y0iyxMs7ZxnJX5cUWnVe6uS/vMTJ+2M7/A2yNTnndPBleSfnbbDQgZzl3YG8bXPO1rxwtibJW/cWfuJt8rLe0tvmveXl/HXnvJz3tg3OOTnnvO2SLPHy3tvPy8t4myyRsz/euuzlZGtyzsso9HLy/hxYd/4mWzpvq/wILW09FDrwcs55OSdLnJfzM3I61rpzTvLeFs45OecSrXtZb9Xb6GcsK2/hvIVzTv7LS9wR1nVgvwsOkvP+yAsneUsL56UWOvByznk5522VHwrWncIvf9x4250LbXQulIYPIINAKgicddZZ/n377e/AQfW1a9cOshGZtm/fPtwvuy95eIUMAggggEAKC1AdAggggAACCCCAAAJJKxCVtMVRGgIIIIBAkghQCAIIIIBAigvYRJkgbEKjRTAJPD4+Xm8/PEszPlsjeT+v9t7qdn9NNeleVpH0qnltDTW5v4lkP5T3YvHHixR3X6ys/zZp3DzMxSKwslS8EEhnAm+99ZY++uijdNZqmovAkQXy5cunUaNG6dtvv1WdOnWOfNCJbE0IHczne8ghQy79MeAvMmT3U7zTVIgAAggggAACCCCAAAIIIIAAApEvQA8RQAABBBBAAAEEEEAAAQQQQCDyBeghAggggAACCCCAAAIIIIAAAghEvgA9RAABBBBAAIEUEbD5rYnD7nFgYfc7sPjkyVn68d0Vsns+WIPqdSyt7kPrWjZNxzn1zlL0qJbKnie713annRt26+uBsVo1Y42sXxZ2H4cgzMA6FKSWJxBAAIGjCdhnhYW/PyE0TzxBodTfxgIBBI5fgCMROFEB7+PWe/tn2WdxEP4GFgggEHECzoX+Neqckz1QzyJTpkyyh5dZZMmSRVmzZvXj/GbF1OSO0H0K7e9ma+Zv0ms3fq31i/5S4petv3HDV/pz3qbw3+CaDq2qs2oW9sux8qxcC6vLwuq1cM75RTkXSv0VFggggAACCCBwVAHnnJw7GPa9GoR911rYd69F/T6lVaVTCa+s0PH74//R020/1BrvO9vbeNT3x/fHaer4WfLO8o5xKnB+brUYUSf8vW5lB39vsLrtO93COe8ML7yT5JyzhEhOAcpGAAEE0rCAcy78b87aZf/RbW3jdXPrPbqx5W5d33KXrmuxU9c236VrvOjTYpd6t9jtxR5d3WKverXcq6u86NkyXj0sWu3XlV5096Jbq3/UrXWCuraWunjR2aJNlDodiI5tMqlD28xq3zaLH+3aZlXbdtnUpl1WtW5/mlq1O00tvWjRPrtatD9dzdvn0OVeXNYhpy7tcIaaRXvRIZcu8eLi6Nxq0vFMNYk+U42j86hxx7y6yIuGHfOpgUWnAqrvRT0v6nYqqDqdC6m2F7U6F1ZNiy5FVMOPYqrWpZiqXlFMVa4oripdS+jCK85S5a5nqaJFt5Kq0NULL72g2zk6v3sple9+rsp5Ubb7eSpz5Xkq7UcZnXdlGZWy6FFW51xZTiV7lPfj7J7nq0SPC1S8p0UFFbuqgor2rKgiV1VSYS8KXVVZha66UAW9KNCrivJ7ka9XNeX1Is/V1XTm1dV1Zu/qyn11DeXqXVNneJGzTy3l6O1Fnzo63YvsfesoW9+6XtRT1r71leWaUGS+pqEyeRF1bUO5axtJ116kBIvrGuuf65ponxfxFv2aaq8Xe65rqj39LtGu65tp1w2Xadf1l2l3/xbafVMrxd/WVv90aqDg7xfOufDfKZxz4oVAagtccsklGjFiRLgZCxcuVM+ePcPrkZaJjo4Od8nuG//777+H18kggAACCKSgAFUhgAACCCCAAAIIIJDEAlFJXB7FIYAAAggkgQBFIIAAAgikrEAwacbSYEJ0MAk8Pj5ebz00S9M//1PBb8Z3vb+6Gncrk7KNTKHaavStrib3Nfb6GppWtOiThZp87ySZg00aN5fAyLyCSKHmUQ0CpyRgP+hu06aNunbtqg0bNpxSWZyMQFoRWLBgga677rqka86B38ly7kAm6UqmpPQi4F16J5deWpvu20kHEEAAAQQQQAABBBBAAAEEEEAg8gXoIQIIIIAAAggggAACCCCAAAIIRL4APUQAAQQQQAABBBBAAAEEEEAAgcgXoIcIIIAAAgggkPwCwb0LgtTubWBh9zmw+OiJWZr67nL/tg92N4R6HUur+8N1k79hSVRDybol1OH5Fsqe5zSvxATt3LBL3wycpJXTV8v6ZxHcy8FSc/AOVJBankAAAQSOJeB/Xhy4T4BjvvixqNiHwFEF2IHAyQi4o5zkfy4fZR+bEUAg/Qo4F/qv3jkXfiCjPVwvc+bMssiSJYuyZs3qx/nNiqvJwPLe38ycH2sXbNbr/b/WuoV/yV6WvnnjV1q7YJO8A7y3U7NhVXV2rcL++VaOlWdhdVhERUX59TrnZC/nQqnlCQQQQAABBBD4bwHnnJw7GPb9GoR951rYd7BFvT6ldWHnEgf+H22C9sfv19Nt3teaud539xGq+ui+yfrxtVn+8fbvgQLn51aLZ2qHv9etzODvC1Zn4u9155xfonOh1F9hkWwCFIwAAgikRQHnXPg7yr4j7Lvizs6ZdUdHp9s7SLe2T9DN7RLUv60X7aUb2lk4Xd/OqV/7KF3nxbXtM+ma9pl1TYfM6tshi/p40btDVl0dnU29vLgq+jT1tOiYXT06nq4rvejeMYe6dcqprn6coSs6naEunXOpsxedOudWx85n+hHdJY86dMmr9l6065JPba+wyK82V+RX6ysKqNUVBdWya0G16FrIi8Jq3rWwLu9WRJd5cWm3omrWrZiadS+mS7oXV1MvLu5eQk2uPEuN/ThbF115thr1KKmGPc5RAy/q9yilej0tzlXdnuepjhe1e5ZWratKq+ZVZbwoqxpXlVX1XuVUrVd5VfWiSq/zdaHF1ReosqcKfoEAABAASURBVBeVrq6gildXVIXeFXVB70peVNb5vSurfJ8LVc6Lsn2qqIxF36oq3beazvPi3L7VVeqaGjrHj5oqeU1NnX1tLZ11bW2V8KL4tXVU/Lo6KnZdXRW9rp6KeFH4uvoq1K++CvZr4EVDFejXUPmvb6R8XuS9/iLlub6xH2fe0ES5vch1w8U644amynljU+W48RIvmun0G5spe/9LdZoX2fpfpqwWN12uLDc1V2YvMt3UQlE3t5Tzo5V0sxe3tpFuays3oIPcHR2VaWAn2bix8WPhXGhMiRcCaUSgX79+uvXWW8OtGT9+vEaPHh1ej6RMhQoVVLZsWb9L27ZtU1xcnJ9ngQACCCCQsgLUhgACCCCAAAIIIIBAUgtEJXWBlIcAAgggcMoCFIAAAgggkIIC9ktxQdgkaItgEnh8fLzeemiWZk74U87a5C26319DTbqFfmhmmyIxalzj9fGBi2Wdds5pyaeLFHfPRJmHTRo3H3OyCOwsFS8E0qjA7Nmz1bdvXzVt2lSffPJJGm0lzULgxAU6deqkvHnznviJxzojwW55Iv8Xx491GPsiWMAbAgn+7W8iuI9pp2u0BAEEEEAAAQQQQAABBBBAAAEEIl+AHiKAAAIIIIAAAggggAACCCCAQOQL0EMEEEAAAQQQQAABBBBAAAEEEIh8AXqIAAIIIIAAAsksYPcrSBx2TwMLu7+BxcdPztaP76+QnJOT1KBzaXV/uK6XS1/vkvXOUvtRrXR6vtPlnNPOjbv07cBJWjltlayfFnYfhyDMxHoYpJYnEEAAgWMJJPzzz7F2sw8BBI4twF4ETkog4Qhn8fe3I6CwCYEIEnDO/mUq/9919kA9C3vAXubMmWWRJUsWZc2a1Y/ylxRT4zvL+/dzss+GP//YrNdv/ErrFmzWGzd+qbV/bJJ/qx/vw6TZsCo6q0Yh/zw738qxsLItrB4L5w7WL14IIIAAAgggcMICzjn/e9y5UGrfs0HYd6+FfRdb1OtdWlU6l/DqcH78sz9Bz7R5X6vnbPTWD74/vHeyfnpjjrfByXnLghecqRZP1wp/r1tZVq6F1WXf6RbOOTnnvDMUTsUruQUoHwEEEEhTAs6FvgesUc452feDhf370sK+Q7Jly6YgTjvtNBEZ2yB79uzhMWDjwsaI/R3Dwv6eYWFjyLlDx5Z4IZAGBIYPH65WrVqFW3Lddddp2rRp4fVIyrRr1y7cnbi4uHCeDAIIIIBAiglQEQIIIIAAAggggAACSS4QleQlUiACCCCAwCkKcDoCCCCAQEoJ2C/CBxFMgA4mgcfHx+uNIbM0Y8KfB34vPkFXPlBDjbuWTqnmpWo91ftWV+P7m/gTBryFlny6SJPv/lbmYpPGzSkwCwwtTdVGUzkChwmsX79e99xzj2rXrq2xY8eG95YpU0b169cPr5NBAIHEAqFfznIulCbeEwn5mJgYTZw4UeXLl4+E7iRPH/xL7y+Sp3xKTSRAFgEEEEAAAQQQQAABBBBAAAEEIl+AHiKAAAIIIIAAAggggAACCCCAQOQL0EMEEEAAAQQQQAABBBBAAAEEEIh8AXqIAAIIIIAAAskpYPcpSBx2LwMLu6+BxYePz9LU95YfeCBigup3Kq1uQ+okZ5OSteySdUuo/fMtdXq+7H6fdm3cpW8HTtLKaatk/bUI7uVgqdlYg4LU8gQCCCBwuED4MyJC7xNweH9ZRyB5BCgVgZMTCO7QEf4sPrliOAsBBNKZgHOh//qdc+GHM9oD9uzhjBb20D17AJ9F+abF1OSu8nLO+bFu4V9646ZvZKm3QXLSpcOq6OyahWXHW9j5FlamhT24z8I572BJzoVS8UIAAQQQQACBkxJwzvnfp86FUvu+DcK+gy3sO9mibu8yqtK5hFdPgv//dP/Z/4+eafO+Vs/Z6G2TPrhnsn56Y46/zxYFLzhTLZ6uFf5etzKsPPs7gtVh3+kWzoXqtkKcc5YQKSJAJQgggEDaFHDOhb+b7HvCvjPsu8O+Q+y7JFu2bDrttNP8SJwPtpGGbDKCQ+Lrb3kbHzZObLxY2Phx7uB4SpsjnlZlZIFRo0Ydcm/wWrVqaePG0N+tI8mlQ4cO4e58++23mjt3bnidDAIIIIBASghQBwIIIIAAAggggAACSS8QlfRFUiICCCCAwCkJcDICCCCAQIoI2GSZIGzSs0UwCTw+Pl6vPzhLM79cK9kPqiX1jKmpxleU9nIZ5129bw01iWkqM7BY9vlixd39rczHJo2bl7lZBJaWihcCaUDgmWeeUe3atTV06FDt2LHDb1GOHDl07733aurUqYf8gN/fyQIBBA4R4PP8EI6MtZJg3fUXliGSU4CyEUAAAQQQQAABBBBAAAEEEEAg8gXoIQIIIIAAAggggAACCCCAAAIIRL4APUQAAQQQQAABBBBAAAEEEEAAgcgXoIcIIIAAAgggkGwCNp81cdg9DCzsfgYWHz4+Sz9+sNKr3x5QIDXoUkbdH6rjrafv99l1Sqj9qNbKWSCH7F4Ouzfv0cSBk7Typ1WyflvYfRyCMCN5ryD1srwRQACBIwskhOaJJyiUHvkgtiKAwBEF2IjASQrwiXuScJyGQAQIOOf8XjjnZA/Xswge0GgP3LOH79lD+CzKX1JCTe66QMG/69Yu2KTgdfmj1XR2zcKy4yzsPAsry8LKtXDuYH3BuaQIIIAAAgggcPICzjnvf88eDPveDcK+iy3su9miTu8yqnLF2ZKT5J2nfxI0ovX7+uCeyZr21tzQNm9foYp51PLpWuHvdTvXyrG/G1jZ9p1u4ZzzinGyl3Oh1PJECghQBQIIIJAGBZwLfRc45/zvB/uusO8N+/6wsO8S+04JIlu2bCIytkEwFoKxYamNFRs7Fs658Eh37mA+vJEMAqkoUKxYMY0YMUI2boNmNGrUKMhGTFq9enWVLFnS78/mzZsVFxfn51kggAACCKSQANUggAACCCCAAAIIIJAMAlHJUCZFIoAAAgicggCnIoAAAggkv4D98nsQwYTnYBJ4fHy8Xhs8Sz9/tVb+XMYEqUdMdV3U5bzkb1garKFan+pqHHOx17IE2RzPpZ8t0uQ7v5E52aRxcwsMA1NLvRN4I5AqArGxsWrcuLFuueUWLV26NNyGXr16aerUqRoyZIjy5s0b3k4GAQQOEzjwO1nOHcgctpvVDCDgX3p/kQE6m7pdpHYEEEAAAQQQQAABBBBAAAEEEIh8AXqIAAIIIIAAAggggAACCCCAAAKRL0APEUAAAQQQQAABBBBAAAEEEEAg8gXoIQIIIIAAAggkj4DdlyBx2L0LLOw+BhYfPD5LUz9YGbrvgxLUoHMZdX+wdvI0JhVKPat2cbUd1Uo58p8uc9i1aZcmDpykFT+ulPXfIriXg6V2jDUzSC1PIIAAAv8SOHCfACf3r11sQACBYwuwF4GTFeAT92TlOA+ByBBwLvQp4JyTPWDP4mgPaSx/SXFdck9F2csd+PtayydqqGTNwkr84D57+JmVYWHlWTjn7DQ5F0r9FRYIIIAAAgggcMoCzjn/+9W5UGrfv0HYd7JF8D1du1dpXdjlLO//WSd4/8fakgT9+OZcP+/9T14VvOBMtRxeM/y9bufZ+fYwXivTvtMtnAvVZY13zllCpKAAVSGAAAJpVcC50HeCc+6I/7607xML+24hsgiDLArGg6XB3zWC1Dnn/x1HvBBIowJNmzbViBEjwq2bO3eu+vbtG16PlEy7du3CXYmLiwvnySCAAAIIJL8ANSCAAAIIIIAAAgggkBwCUclRKGUigAACCJy0ACcigAACCCSzgE1mDsImOVsEk8Dj4+M1fvAs/fz1Oq8V9gNq6arB1dW4S2lvPeO+q/WpocaDL/F+YC8vnJZPWKwpd30j87JJ4+ZnjhaBraXihUAKC8TExKhx48aKjY0N19ysWTNNmDBBL730kipWDE18Ce8kgwAC/xZISPC38TnuM2TMhT8E/EXG7H/K9ZqaEEAAAQQQQAABBBBAAAEEEEAg8gXoIQIIIIAAAggggAACCCCAAAIIRL4APUQAAQQQQAABBBBAAAEEEEAAgcgXoIcIIIAAAgggkAwCNo81cdg9Cyzs/gUW7z82Sz9+sErO+2Pvhl3KqPuDtZKhJalb5Fm1iqvdC611RqGcXkOcdm/erUkDJ2nljytlDhZ2H4cgzMw7UEFqeQIBBBA4RODA/QIO2cYKAggcjwDHIHDSAtyh46TpOBGBiBFwzvl9cc796yGNwQMJs2bNqmzZsql8s7PU7P4LleD9afV4TZ1do5CCfcGx9rA+i6ioKL885w6WL14IIIAAAgggkOQCzjk5dzDseziI4PvZvq8t6vYuq6rdzpE70ArvND9fuFIetX66lv+9bsdZ2LmJH8hr3+3OOTnn/LOdC6X+CouUEqAeBBBAIM0LOOf87wrnQql9f1jYd5N9rwRh60QmZUSDYAxYav0PxoelzoXGjXPOH+vOhVJ/hQUCaUzguuuu02233RZu1dixY/3nCIQ3RECmQ4cO4V5MmjRJCxcuDK+TQQABBBBIVgEKRwABBBBAAAEEEEAgWQSikqVUCkUAAQQQOEkBTkMAAQQQSE4Bm8QcRDDBOZgEHh8fr1djZunnr9dJNqMmIUFXDa6hizqfl5xNSjdlV+1dXRfFNPUngtukgaWfL1LcwK9lbjZp3BwD08DY0nTTQRqargViY2PVuHFjDR48ONyPkiVLyn5g/+WXX+qyyy4Lb0+cyZEjh1IiEtdJHoE0L3DgF7Occ2m+qTQwmQT8S+8vkqkCig0JsEQAAQQQQAABBBBAAAEEEEAAgcgXoIcIIIAAAggggAACCCCAAAIIIBD5AvQQAQQQQAABBBBAAAEEEEAAAQQiX4AeIoAAAggggEBSC9h9CBKH3avAwu5bYPH+Y7P144ervGr9Gz+oUZfS6j64lrceme8SNYur7ajWylkop9fBBO3evFuTBk7SiqkrZB4Wwb0cLDU770D/3g+WEggggMAhAtwn4BAOVhA4fgGOROAkBZzkvcULAQQQcC70aeCckz1wz8IewmeRJUsWZc2a1Y9s2bKpwmUl1WJIDZ1Xr5hs3fbZMfbgPgs7x863cO5gueKFAAIIIIAAAskm4JyTcwfDvo+DsO9pi+B7u07vsqre41y/LfZ/sYtUzqs2T9f2v+uD73U7/kjf6845/zznQqm/wiIFBagKAQQQSNsCzjn/+8ha6Zzz/33pXCi1fyMmjuB7ijSTMppB4nEQ5J0LjRPnnOzlnAuPJVsnEEirAk8++aRat24dbl7v3r31448/htfTe6ZevXoqWrSo3421a9cqLi7Oz7NAAAEEEEhuAcpHAAEEEEAAAQQQQCB5BKKSp1hKRQABBBA4KQFOQgABBBBINgGbxByETWq2CCaBx8fH69WY2frlm/Xyfiwtb6FeQ2rqok6hX6gTL1+gap8aajykmcdjSk7Lv1is7+78RuZnk8bN01wtAmtL/ZOZ60XSAAAQAElEQVRZIJBMAjExMWrSpIliY2PDNfTs2VOTJk2S/bBeR3mdffbZKleuXIrFUZrBZgTSnoD9FrnXKj6/PYSM+vbHgL/IqAIp029qQQABBBBAAAEEEEAAAQQQQACByBeghwgggAACCCCAAAIIIIAAAgggEPkC9BABBBBAAAEEEEAAAQQQQAABBCJfgB4igAACCCCAQJIK2PzVxGH3KLCw+xVYvPfYbP340So557x6nS7qWlbdB9fy8pH9Ll6jmNq90Fo5C50heV3f/dduxQ6cpBU/rJC5WNh9HIIwQ3mvIPWyvBFAAIGQQEJonniCQmloI0sEEPhPAQ5A4GQFvI9b732yZ3MeAghEmIBz3j/ovD455/yHNNpD+OwhhJkzZ5ZFlixZlDVrVj8qXl7KT4N1229h5wTh3MHyxAsBBBBAAAEEkl3AOSfnDsbh3+P2XZ4tWzZZ1O1TXjWvKq3SFxVR+xF1/W223b7b7Tj7XrfzE3+vO+f8PjgXSv0VFikrQG0IIIBAOhFwzvnfSdZc50J550idw8C5oxvYeLFwzllCIJBuBEaPHq3zzz8/3N46depo/fr14fX0nmnTpk24C3FxceE8GQQQQACBZBSgaAQQQAABBBBAAAEEkkkgKpnKpVgEEEAAgZMQ4BQEEEAAgeQRsEnLQQQTmoNJ4PHx8Xrlgdn6+Zt1/tRFm0xz9YPVdVHHUsnTmHReapWrPZsHL/GsPCnvvWzCQk254yuZo00aN9fAODC3NJ13m+anQYHY2Fg1btxYgwcPVjDGzj77bL388st65ZVXVLJkyTTYapqEQDoQcKE2OncgE1plmZEEvEvv5DJSj1Olr1SKAAIIIIAAAggggAACCCCAAAKRL0APEUAAAQQQQAABBBBAAAEEEEAg8gXoIQIIIIAAAggggAACCCCAAAIIRL4APUQAAQQQQACBpBOwOeGJw+5NYGH3KbB459FZ+vHDVf7ccTvuoitKq9sDNZKuAWm8pGLVi6nNqNbKWSinPATt/mu3YgdO1IofVsh8LIJ7OVhqRtalILU8gQACCOjAfQKcHBgIIHACAhyKwKkI8Il7Knqci0DkCTgX+lRwzikqKsqPTJkyKXPmzMqSJYsfWbNmPSS1fRZ2nIWd55yTvZwLpZYnEEAAAQQQQCD5BZxzcu5g2PeyfT/bd3Xi7/Js2bKpwbUV1PqROrK8fb9b2DF2rJ1j51o4FyrPWu+cs4RIJQGqRQABBNKbgHPukO8l51x66wLtTUYB59y/xodzLhlrpGgEkkegcOHCevbZZ2V/nw5qaNasWZBN92l0dHS4D7GxsVq2bFl4nQwCCCCAQPIIUCoCCCCAAAIIIIAAAsklEJVcBVMuAggggMAJC3ACAggggEAyCNhk5SBsErNFMAk8Pj5eLz8wW79MXC/vJ9WyH033HlJdF3U8V7yOLlCldw01HnKpfDBvseLLxfrujq9knjZp3HzN2SKwt1S8EEgigZiYGF188cWyH1YHRfbo0UOTJk3SVVddFWwiRQCBkxFISPDP4nPbZ8iYC28IJMhbZMzep1SvqQcBBBBAAAEEEEAAAQQQQAABBCJfgB4igAACCCCAAAIIIIAAAggggEDkC9BDBBBAAAEEEEAAAQQQQAABBBCIfAF6iAACCCCAAAJJJGDzVhOH3ZPAwu5PYPHuo7M17ePVsucROOfUpFsZdY+pmUS1p59iitcoprYvtNEZRXP5jd6zZY8mD5yoFd8vlzlZ2H0cgjBTOzBILU8ggEAGFzhwv4AMrkD3EThRAY5H4JQEuEPHKfFxMgIRKeCc8/vlnFNUVJQfmTJlkkXmzJllkSVLFj+1vG23sGOdc96/jZ3s5VwotTyBAAIIIIAAAikn4Jzzv4+dC6X2HW3f1fa9bd/h9mDSI4Xts2Ms7Hg7z7lQGdZ655wlROoJUDMCCCAQEQLOuUO+p5xj3bmMaRARA5pOIHBAoHHjxhoxYsSBNem3337T9ddfH15Pz5kmTZooX758fhdWrFihuLg4P88CAQQQQCDZBCgYAQQQQAABBBBAAIFkE4hKtpIpGAEEEEDgBAU4HAEEEEAgqQVsknIQwQTmYBJ4fHy8xt0/Sz9PXC9/7qK36D2khi6KLpXUzYjI8i68urouGtJMhufRafkXizTl9i9lrjZp3JwD8+AaWBqRGHQqxQRiY2NlP4gfPHiwbHxZxWeddZZeeuklvfrqqzrnnHNsE4EAAqck4PyznQul/gqLjCXgX3p/kbH6naK9pTIEEEAAAQQQQAABBBBAAAEEEIh8AXqIAAIIIIAAAggggAACCCCAAAKRL0APEUAAAQQQQAABBBBAAAEEEEAg8gXoIQIIIIAAAggkhYDdZyBx2L0ILOy+BBZvD5ulHz9ebbcukD08tUnXMup2f42kqDpdllGsejG1GdVaZxQ9Qway++/dmjxwopZ/t0zmZWFz7YMwW+tokFqeQACBDCzAfQIy8MWn6ycvwJkInJoAd+g4NT/ORiBSBZwLfTo458IPZsyUKZOOFs4dPM5MnHOWEAgggAACCCCQSgLOufB3eFRUlCzsezxz5syyyJIli7JmzeqH5S1sv4Ud69zB860LzjlLiFQVoHIEEEAAAQQQQACBtCxw7bXX6vbbbw83cdSoUXr99dfD6+k506ZNm3Dz4+LiwnkyCCCAAALJIUCZCCCAAAIIIIAAAggkn0BU8hVNyQgggAACJyTAwQgggAACSSpgk5ODCCYuB5PA4+PjNe6+2fp10kY574+9+z5cQxdFn5OkbYj0wi682jN7+DLj88Jp5VeL9d3tX8h8bdK4eQf2wbWwNNJd6F/yCMTExKhp06aKjY0NV3DllVdq0qRJ6tWrV3gbGQQQSBoBPq+TxjFdlmJ3x7E7wqTLxqeTRtNMBBBAAAEEEEAAAQQQQAABBBCIfAF6iAACCCCAAAIIIIAAAggggAACkS9ADxFAAAEEEEAAAQQQQAABBBBAIPIF6CECCCCAAAIInLKAzVdNHHYPAgu7H4HF28Nmadonf8p5NTnndHG3Mup2f3VvLWO/i1YrpjYvtFWuYrk8G6e9W/YobuBErfhumczNIriXg6VmbGJBankCAQQyqECCP1lcCd6fDCpAtxE4cQHOQOAUBUKfvKdYCKcjgEBECjhn/9qVnHOKiooKp5ZPHM4d3C/v5VzoPC/LGwEEEEAAAQRSUcA5539/O+f873L7/s6UKZMyZ878r7DtQdhxzjn/XHkv55y35J3qAjQAAQQQQAABBBBAIM0LPPHEE2rTpk24nfYMgh9++CG8nl4z0dHR4abbMxZWrVoVXieDAAIIIJDEAhSHAAIIIIAAAggggEAyCkQlY9kUjQACCCBwAgIcigACCCCQdAI2KTkIm6xsEUwC37s3Xi/eO0u/xG44UGGC+g6prkbtzzmwTnIiApV7eXYPX6pg4ufKr5Zoyq0TFL93rz9x3NzN3yK4JpaeSB0cm7EF7IfRjRs31uDBg2XjyTRKlCihcePGafz48SpVqpRtIhBAIKkEXKgg5w5kQqssM5KAf+n9RUbqdYr2lcoQQAABBBBAAAEEEEAAAQQQQCDyBeghAggggAACCCCAAAIIIIAAAghEvgA9RAABBBBAAAEEEEAAAQQQQACByBeghwgggAACCCBwagJ2X4HEYXPFLfbt2+ffi+D/Hpmtnz75079XQYJXVZNupdXtvupejrcJFK1aVK1faKNcxXJ5RtKeLXs0eeC3Wj5lqe9njnYfhyDM2s4LUssTCCCQAQUO3CfAyWXAztNlBE5OgLMQOFUBPnFPVZDzEYhsAeecnHN+J51zfj4qKkpBOBfaZgc4dzBv6wQCCCCAAAIIpL6Ac85vhHPuX9/jmTJlUuKw73fnQsc5dzD1C2CR6gI0AAEEEEAAAQQQQCB9CIwdO1YXXHBBuLH16tXT2rVrw+vpMXP55ZfrjDPO8Ju+ePFixcXF+XkWCCCAAAJJL0CJCCCAAAIIIIAAAggkp0BUchZO2QgggAACxy3AgQgggAACSSRgk5GDCCYqB5PA9+7Zq7H3zdZvcZv8X5yzKq95uIYu6nCOZYmTFKjcyzMcenn47FXfLNF3t30h87ZJ4+YfXIvg2lgaPoEMAkcRiImJ0SWXXKLY2NjwEd27d9ekSZN09dVXh7eRQQCBJBRIsFukSHxOJ6FpeivKHwL+Ir21PL20l3YigAACCCCAAAIIIIAAAggggEDkC9BDBBBAAAEEEEAAAQQQQAABBBCIfAF6iAACCCCAAAIIIIAAAggggAACkS9ADxFAAAEEEEDgFARsnmrisHsOWNj9ByzeemS2fvrfGsn5bzW9soy631ddvA4VKFKlqFqPbqvcJc6Uc07xW/dqysCJWjFlmczRwlwT38/BSjB7SwkEEMiAAgfuF5ABe06XEThZAc5D4JQFuEPHKRNSAAIZQsA55/+77kidde7o+450PNsQQAABBBBAIGUFnHN+hc45//vcOaeoqKhDwrnQNuec7OVcKLU8kSYEaAQCCCCAAAIIIIBAOhHInz+/nn/+eWXLli3c4latWoXz6TXTunXrcNPj4uLCeTIIIIAAAkkqQGEIIIAAAggggAACCCSrQFSylk7hCCCAAALHKcBhCCCAAAJJIWCTkIMIJijbZGWbtLxn916NuW+2fp28UTZX0Y679uHqatSuZFJUneHLqHSVZ/nwZUrw/th71deL9d2tn2vv7j3+xHG7DsE1MfsgMjwcAEcUiI2NVePGjTV48GB//NhBxYsX19ixY/Xaa6/p3HPPtU0EAggkh8CBXxZ3ziVH6ZSZHgT8S+8v0kNr02EbaTICCCCAAAIIIIAAAggggAACCES+AD1EAAEEEEAAAQQQQAABBBBAAIHIF6CHCCCAAAIIIIAAAggggAACCCAQ+QL0EAEEEEAAAQROViC4l0CQ2r0GLOy+DxZvDp2laf/7U3ZfAouLu5dRt3uqnWx1EX9e4QuLqNULbZSreC7/Xhl7t+5R3MBvtTxuqT8X32wtEt/PwVDM31ICAQQymAD3CchgF5zunroAJSBwigJO8t7ihQACCByvgHNOzh0ax3suxyGAAAIIIIBA6gk4F/r+thY4F8o7d2iaeJ/libQkQFsQQAABBBBAAAEE0pNAw4YNNWLEiHCTZ8yYoZtvvjm8nh4z0dHR4WbHxcVp3bp14XUyCCCAAAJJJUA5CCCAAAIIIIAAAggkr0BU8hZP6QgggAACxyXAQQgggAACpyxgk4+DCCYm2yRlmwC+e/dejbl/jn6bslmyX5CT1O+RGmrUrqSX451UApV61dBFQ5tLTpLnvObbpfr+tgnas2tPeOJ4cG2Ca2WpeCGQSCAmJkbNmjVTbGxseGu3bt00adIk9e7dO7yNDAIIJJNAQqhcPp9DDhly6Y8Bf5Ehu5/snaYCBBBAAAEEEEAAAQQQQAABBBCIfAF6iAACCCCAAAIIIIAAAggggAACkS9ADxFAAAEEbAe+pQAAEABJREFUEEAAAQQQQAABBBBAIPIF6CECCCCAAAIInJSAzU9NHHbPBwu774PFm0Nna9pna0NlO+mSHmXU/d5qoXWWRxUoXLmIWo1up9xnnSm7l0P8tr2aMvBbLZ+8RPHx8TJji8T3c5D3smvhJbwRQCAjCSSE5oknKJRmpK7TVwROSoCTEDhVAe/j1nufaimcjwACCCCAAAIIIIAAAulEwDnn/S/aUARNdi607pwLNpGmNQHagwACCCCAAAIIIJDuBK655hoNGDAg3O4RI0Zo/Pjx4fX0lmnbtq2yZcvmN3vevHmKi4vz8ywQQAABBJJQgKIQQAABBBBAAAEEEEhmgahkLp/iEUAAAQSOQ4BDEEAAAQROTcAmHQcRTEi2yck2AXz3rj0ac99s/T5l04FKEnTd0Opq2ObsA+skSSlQ8arqajT0cikhNBV09bdL9f2tn2vPzt2y62HXJbhGwTWzNCnbQFnpUyA2NlaNGzfW4MGD/ZsMWC+KFCmiF198Ua+//rrOO+8820QggEByC7hQBc4dyIRWWWYkAe/SO7mM1OMU7SuVIYAAAggggAACCCCAAAIIIIBA5AvQQwQQQAABBBBAAAEEEEAAAQQQiHwBeogAAggggAACCCCAAAIIIIAAApEvQA8RQAABBBBA4MQF7L4BQdg9BezeAhZ2n4H4+Hi9OXS2fvrsT8l/QmqCml1ZRt0GVT3xijLoGYUrF1HLF9oqd4ncMuf4bXs05Y5vtCJuqT8/36wtzN7CjjGqILU8gQACGUDgwH0CHPPFM8DFpotJIUAZCCSFgEuKQigDAQQQQAABBBBAAAEE0p2Ac07OuXTX7ozYYPqMAAIIIIAAAgggkD4FHn/8cbVt2zbc+J49e+q7774Lr6e3TKtWrcJNjouLC+fJIIAAAggkjQClIIAAAggggAACCCCQ3AJRyV0B5SOAAAII/KcAByCAAAIInIKATTYOwiYhW9ikZJsEvmvnHo2+b65+/+4vrwYn5y2vH1pDjdqe7eV4J5dAxas842EtfG/7XcQ/Jy3VD7d9rt07d8uui10fu04WwbWzNLnaQ7lpXyAmJkbNmjVTbGxsuLFdu3bV5MmT1adPn/A2MgggkAICCf5dU/wbf6RAbVSRFgW8IZAQuntOWmxdem8T7UcAAQQQQAABBBBAAAEEEEAAgcgXoIcIIIAAAggggAACCCCAAAIIIBD5AvQQAQQQQAABBBBAAAEEEEAAAQQiX4AeIoAAAggggMAJCtj9AoKw+whY2H0F7P4C8fHxevOROfrps7Vy3h97N+tRVt0GVT3BWji8cOUiajm6vc4smcfDcNq3Y5++u+MbrZi8VOZs5hbmb2HXxDuQecOGQCCQUQQO3C8go3SXfiJwigKcjkCSCCQkSSkUggACCCCAAAIIIIAAAgggkEwCFIsAAggggAACCCCQjgVeeuklVahQIdyDBg0aaPXq1eH19JSJjo4ONzcuLk6bN28Or5NBAAEEEDhlAQpAAAEEEEAAAQQQQCDZBaKSvQYqQAABBBD4DwF2I4AAAgicrIBNNg7CJh9b2GRkmwS+a+dejb5/rn7/frMSDvy5/pHqatjmrJOtjvNOQKBCT896WPPQRPAEac3EpZp66+fas3O37PrYdbLrZRFcQ0tPoAoOjQCB2NhYNW7cWIMHD/ZvKGBdKlSokMaMGaM33nhDpUuXtk0EAgikqIDza3MulPorLDKWgH/p/UXG6neK9JZKEEAAAQQQQAABBBBAAAEEEEAg8gXoIQIIIIAAAggggAACCCCAAAIIRL4APUQAAQQQQAABBBBAAAEEEEAAgcgXoIcIIIAAAgggcCICdp+AIOz+ARZ2PwG7r0B8fLzeeGSufvpsrV+k3fvh0h5l1O3uKv46ixMXKFSpsFq+0E5nlszjnZyg+O3x+n7gN1oRu8Sfs2/2FnYdLOzaeAeG7v1gGQIBBCJbgPsERPb1pXdJLEBxCCSNAHfoSBpHSkEAAQQQQAABBBBAAAEEkkeAUhFAAAEEEEAAAQTSs0CePHn0wgsv6LTTTgt3o2PHjuF8espER0eHm/v7778rLi4uvE4GAQQQQOBUBTgfAQQQQAABBBBAAIHkF4hK/iqoAQEEEEDgmALsRAABBBA4KQGbZByETTq2sEnINgl85449Gn3/XM364S8552R/+g+roYatzzqpujjp5AQq9KyhRo+2lHcB5JzTn7FLNfWWz7Vnx27ZdbLrZdfNIriWlopXhhCIiYnRpZdeqtjY2HB/u3bt6v/AuW/fvuFtZBBAIHUE+DxOHfc0UWuCtcJfWIZISgHKQgABBBBAAAEEEEAAAQQQQACByBeghwgggAACCCCAAAIIIIAAAgggEPkC9BABBBBAAAEEEEAAAQQQQAABBCJfgB4igAACCCCAwHEL2HzUIOy+ARZ2HwG7n0B8fLzeGDpX0z5f699vwAq9/Kqy6nZ3FcsSpyBQsGJhtRjdXnnOyefZSvE74vX9wG+0InaJzN2ugYVdDwu7RlZdkFqeQACBCBVICM0TT1AojdBenlS37PPwu+++00033aSGDRuqevXqqlevnq6++mpNnDhRtj9xwTt37lS/fv3Utm1bbdy4MfGuFM0nVzu2b9+ua6+99l/9Gz9+vG9jPscTwYNJLLXjY2JijukTlG/pMQ9M5p3z5s1TkyZN9F/tDZoR9C9xu+3cJl4ZVlZwXHKl9h0+ffp0TZgw4ZAqUrINh1TMyiECfOIewsEKAggggAACCCCAAAIIIJC2BGgNAggggAACCCCAQLoXsJ/pjRw5MtyPqVOnasCAAeH19JLJlCmTWrVqFW6u/fwpvEIGAQQQQODUBDgbAQQQQAABBBBAAIEUEIhKgTqoAgEEEEDgGALsQgABBBA4cQGbkBSETZ6zsMnHNgl85/Y9euH+ufr9h82yOYl23I3DqqlBqxInXhFnnLLABT2qq+GjLUPlJEh/xi7VD7f8T7u375JdL7tudv0s7FoFETqBZSQKxMbGqnHjxho8eLD27t3rd7FAgQIaPXq03njjDZUpU8bfxgIBBFJWwDkXqjBIgvXQVpYZScAfA/4i3GvnDl0P7yBzQgIcjAACCCCAAAIIIIAAAggggAACkS9ADxFAAAEEEEAAAQQQQAABBBBAIPIF6CECCCCAAAIIIIAAAggggAACCES+AD1EAAEEEEAAgeMTCO4NYKndL8DC7h9g9xGIj4/X60Pn6qcJa2X7LS7rWUZd77zw+ArnqP8UKFihkJqPbqczS+WVh6z4HfH6YeA3WjFpsczfroWFXRcLuwZWaJBankAAgQgUODAv3MlFYOdOvkvr16/Xtddeq1tuuUW//vqrKlasqPbt26tu3bpatGiRBg4cqHvuuUfbt28/+UrS0Zn2XfDaa69p5syZ/2p1jhw5VKxYsUMid+7c/nGWHr7vtNNO8/elx0V6arM9yOaGG27Qhg0b0lOzM0xbXYbpKR1FAAEEEEAAAQQQQAABBNKfAC1GAAEEEEAAAQQQiAyBPn366I477gh35sknn9Qrr7wSXk8vmejo6HBT4+LitHXr1vA6GQQQQACBkxfgTAQQQAABBBBAAAEEUkIgKiUqoQ4EEEAAgaMKsAMBBBBA4AQFbAJZEDbJ2MImHdsk8B3b92jUA/M0a+rfXqlONifxpkerq2Grs7x13qklcEEP7xo81tK/HnZN1k1eph9v+Uy7t+2SXTe7fnYdLYJra2lqtZd6k08gJiZGl112mWJjY8OVXHHFFZoyZYquueaa8DYyCCCQigIJCX7lfA77DBlz4Q8Bf+F9d9vfp1zYwbmD+fBGMscrwHEIIIAAAggggAACCCCAAAIIIBD5AvQQAQQQQAABBBBAAAEEEEAAAQQiX4AeIoAAAggggAACCCCAAAIIIIBA5AvQQwQQQAABBBA4DgGbhxqE3SfAwu4bYPcPiI+P12tD52rahHVeSc6fq9i8V1l1u+tCb513UgoUuKCQWoxur7zn5ZfzCo7fGa8fBn6j5RMXy66DXRMLuz4Wds28wxSklicQQCDCBA7cLyDCenVK3Vm/fr369++v3377TX379tXXX3+t5557ToMGDdLjjz+u//3vf6pbt66//dlnn5V9bp5Sheng5GnTpun1118/Yks7dOigjz/++JDo2bOnf6ylh++rWbOmvy8dLk65yTExMZo4caLKly9/ymX9VwH2dyz7Lj/8uJRsw+F1s35QIHSHjoPr5BBAAAEEEEAAAQQQQAABBNKMAA1BAAEEEEAAAQQQiCCBxx57TO3atQv3qFevXoqLi1N6ekVHR4ebO3PmzHTX/nDjySCAAAJpS4DWIIAAAggggAACCCCQIgJRKVILlSCAAAIIHEWAzQgggAACJyJgk4iDsAlJFjZpziYobd+2W6Pum6tZU/+S/MmICbrp0epq0LLEiVTBsckkcP6V3rV4tJV/aWzC0tq4pfrxlk+1a+tO2fWz62jX0yK4xpYmU3MoNoUFYmNj1bhxYw0ePFh79uzxa8+XL59eeOEFvfnmmypbtqy/jQUCCKS8gHNOzjm/Yue81MJbc87LeynvDCjgX3p/cUjnnfv3tkMOYOU/BNiNAAIIIIAAAggggAACCCCAAAKRL0APEUAAAQQQQAABBBBAAAEEEEAg8gXoIQIIIIAAAggggAACCCCAAAIIRL4APUQAAQQQQACB/xKw+wAEYfcHsLD7Bdh9A+Lj4zX+obmaNmGdErw/8qL5VWXUdWDl/yqW/ScpkP/8Qrp8dHudeW5e49a+nfGaOvBrrZi4WHY97NpY2HWysGtnVQWp5QkEEIggAeaEH3Ix7bPu9ddf1+LFi9W2bVv17t1b2bJlO+SYXLly6a677tJZZ52lCRMmaM6cOYfsj7SVzZs365lnnlGZMmVS5MH1adePliGQRAJO8t7ihQACCCCAAAIIIIAAAgggkBYFaBMCCCCAAAIIIIBApAm88sorqlixYrhbTZs21cqVK8PraT1z+umnq1mzZuFmxsXFhfNkEEAAAQROVoDzEEAAAQQQQAABBBBIGYGolKmGWhBAAAEEjijARgQQQACB4xawCXVB2KRiC5tkbJPAt2/drVH3z9fsn7bIeX/knG55rIYatCh+3OVzYPILnN+juho+3lrOq8p5y3VTluunW/6nXVt2yq6jXU+7rhbBtbbUO5x3OhaIiYnR5ZdfrtjY2HAvunTpou+++07XXntteBsZBBBIXQHnvE9mL5QQaod9/l5+x1+qd/0mNei3UQ37bVCjfuvV+Lp1anLdWjW99k9dcu0aXXrNal12zSpdfs1Ktei7Qi37LlfrvsvUps9SteuzRO17L1Z070XqePVCdbp6gbpc/Yeu6DVf3XrNVXcvrrxqtnp6cVXP33V1z9/Uu8ev6tvjF13T42ddd+VM9btyhm64crpu7D5N/bv/pJu7/ahbuk3VrV1/0O1dv9eArt9p4BVTdOcVcbr7iska1CVW93aZpOBGP8UAABAASURBVPs6T9QDnb9VTKdvNLjT1xrS8Ss91PFLDe34hR7pOEHDoj/TY1483uFTPenF8PYf6+n2H+mZ9h9qZLsP9Gy79/V82/c0qu27eqHtOxrT5m292Ob/NK71W3qp9Zt6udUberXV6xrf6jW93nK83mj5qt5q+Yr+r8XLeqfFS3q3+Ti913ysPrj8RX14+Rh9fPlofXLZC/r0slH67LLn9fmlz+oLL75sNkJfe/HNJU9r4iVPadIlwzW56ZOKa/qEpjR9XN9f/Jh+uPhRTW0yTD81eUTTGg/VjMYPa2bjh/TLRUP060UP6veLBmtWoxjNafSA5ja8X/Mb3qc/GtyrBQ3u0aIGg7S4/t1aUv8uLat/p5bXG6iV9e7Qqrq3a40Xf9a5Veu8WF/7Zm2sfZM21e6vfX+slH+HF29pb+cOjA1bORDOuQM5kuMW4EAEEEAAAQQQQAABBBBAAAEEEIh8AXqIAAIIIIAAAggggAACCCCAAAKRL0APEUAAAQQQQAABBBBAAAEEEEAg8gXoIQIIIIAAAggcU8DmnwZh9wWwsPsE2P0C4uPjNf7heZr+5XrJOdmfFr3KquvAyuKVvAL5yxdUixejlbd0Pr+i/bv2aerAr7X820Wy62LXyMKul4VdQzswSC1PIIBAhAgkJPgdSQhuHOCvZdzFhg0bNGXKFOXNm1edO3dW5syZj4hRtGhRNW/eXAUKFNDmzZv/dcyOHTs0fPhwNWzYUNWrV1fr1q31zjvv+PfLOfzgJUuW6NZbb1W9evX8Y+0BHiNHjpSVcfix9jn8ww8/qHfv3qpVq5Zq1qypTp066euvv5Z9Xh9+fOJ1e5CJHWttmjhxYuJdR83bd8GYMWO0ceNG9e/fXzlz5jzqsWlhR0xMjNq2basVK1aE/c2oXbt2+vLLLw8x2rlzp/r16+cfb/1L3P4j7kt0wM8//6yuXbv6/ub58MMPa926dYmOOHLW2tekSRPNmzfvkAP+/vtvPf3007Jrb+PlaGXaNbZrbXXb9Q+Ove2222TjKCjU6rFttj5ixAh/XI0fP95WZfsOb4ONq9mzZ+u66677z3FoD5Wxei21sWhjyoxt/No4Nnu/IhZHF/A+dr330fezBwEEEEAAAQQQQAABBBBAIPUEqBkBBBBAAAEEEEAg4gRy5cqlF198UdmzZ/f7Zr8T0b17dz+fXhbR0dHhptrPaHbt2hVeJ4MAAgggcBICnIIAAggggAACCCCAQAoJRKVQPVSDAAIIIHAEATYhgAACCByfgE0qCsImLlnYhDKbBL596x49d/88zf7p7wOFJeiWx6qpfvNiB9ZJ0pJA+SurqcHjrUPTRBOk9d8t10+3fKpdf+8ITxy362sRXHNL01IfaMvxCcTGxsomCA4ePFi7d+/2T8qTJ49GjRqlt956S+XKlfO3sUAAgdQXcM7JOaeoKO9/Ezn5L+ecps/fpxnz48Mxc168Zs7fq5/n7fXSPfpl3h79PH+Pn/46b7fCMXe3fpu3S7/N3aXf5+3U73NDMctLZ83dodkWc3ZqzpwdB2K75s45GPO8/LzZ2zRvzjbN99JQbNUfsy22aMHsLVoYxKy/vfzfWjTrLz8We2koNmvxrM1a4sVSL5bM2qSlFr9v1DIvlv++Scv9dKOXbtAKL7/i9w1a+ZsXfrpeK39fr1W/rddqL1b9tk5rvFjtxZrf1urPIH79U2t/88JSL9b9ukahWK31v4Zig5du+GWVNv7qhaVebPJjpTb/YrEilP68Un/9vEJ//eLFz8v190wvvHSLl279eZm2zvTiQLpt5lJZbJ+5RNtneHEg3TFzsXbM8MJLd3rpzhmLtMuL3dMXyo8ZoXSPt75n+gLt9dK9fmr5BYqf9of2eeHkwuPAOSfnQuFvZHFSApyEAAIIIIAAAggggAACCCCAAAKRL0APEUAAAQQQQAABBBBAAAEEEEAg8gXoIQIIIIAAAggggAACCCCAAAIIRL4APUQAAQQQQACBowvYvP8g7H4AFsF9H+yG6q88NFc/fbFOCd4fJSSoRa8y6npHpaMXyJ4kFchXrqAue6GD8pTOb1dA8Tvj9eMdX2vFt4vC93Kw62XXzcKupTUgSC1PIIBABAg453fCyflpRl8sW7ZMa9euVenSpVW0aNFjcvTp00fvvfeeLrrookOO27Bhg/r27atPP/1U9evX1yWXXKK///5bjz32mP9wkcSfoxMnTtSVV14pe5B6pUqV1L59exUuXFivvfaaX8aff/4ZLtvOs+233HKL5s+frwYNGqh58+b666+/dM899+j111/3vk4TwscnzqxcuVK3336737eYmBj//i6J9x8tP3nyZH322Wfq2bOn0st9X/bu3asnnnhC77//vv+A/qZNm/r+9913n5577jnZd9vR+nus7cG+3377TXfddZesnlatWqlkyZL6+OOP1a9fP61YsSI47LhTu8bXXHONf/3sATRt2rTxra3M/v37y/ZbYXbfrGHDhunuu++WjafLL79cdmzBggVlD3q54YYbtGTJEjtUVapUUZ06dfz8BRdc4I+r8847z18/fGHj6s0331Tv3r01a9YsVa5c2S/X2vLqq6+qV69e4TYkPvfLL7/0HU4//XSZQ5EiRTRlyhR/nK1bty7xoeSPIOCOsI1NCCCAAAIIIIAAAggggAACqS9ACxBAAAEEEEAAAQQiU6BWrVr+z4mC3tnPVuxnLsF6Wk+jo6PDTfzpp5/8nw2FN5BBAAEEEDhhAU5AAAEEEEAAAQQQQCClBKJSqiLqQQABBBD4lwAbEEAAAQSOQ8AmFQVhk4gtbOKVTQDftmW3nrt/nuZO3yrnnOS9b328uho0Ly5eaVeg/JXV1fCJNrLrJe+14fvl+umWT7Xr7x3hieN2nS2Ca2+pdyjvdCJgk0NtUumkSZPCLe7cubM/QfW6664LbyODAAKpK+Cck3OhiIqKkoUSQhPA7XM3Qd4fb9V7K7Td1r3wth94e5ttr7fNS7z3v46z4vztdoIXwbp3hq15ALbX1g6c6m+1dS+8g71luA4v4+0NHfdf263U0PHekV45lrew7aHVYLs1IZT/93arK7TPP9c7wFysEZZahPIHj7NtFrbdwvKJw8qxOLjNzrXw6vFOCLZ7Wa9hibd7edvitcFy/nHeQbYa6pO/tKK9rd6BtsPL2XH+8bbJC/8A235Y2DG2L1SKrVlO/piwceGcs7PD48VWnAttszzxnwIcgAACCCCAAAIIIIAAAggggAACkS9ADxFAAAEEEEAAAQQQQAABBBBAIPIF6CECCCCAAAIIIIAAAggggAACCES+AD1EAAEEEEAAgaMI2HzFIOw+ABZ23wd7eK3d++GVIXM1/av1Ck09dGp5dVl1vaPSUUpjc3IJ5C9fUJeP7qB8ZQr412L/nn2aesdXWvntovC9HOy62fWzsGtqbQlSyxMIIJDOBfx55um8D0nY/E2bNvmffwUKFFD27NlPquQ9e/bIHrZuD3AfOnSoHnnkET3//POyB6rbw0S2bNnil7ty5UoNHz5cefLk0auvvqpRo0Zp0KBBfv6+++7T8uXLNW7cONnnsJ1gD2e3dXvg/P/93//piSeekN2vZfz48f5D6F9//fXwA+Dt+CDsAfK33367Nm7cKGtPkyZNgl3HTO28F154QTVr1lTih4oc86Q0sHP9+vVatWqV/0B9M7I+2wPuze29997TnDlzTqaV4XNWr16trl276p133pFdJ7t2N954o1/nmDFjwtcrfMIxMnZtn3vuOS1btkxWRlDm6NGj/XXb/tprr8m+d+fOnasvv/xS9oAaO86uvdX/7rvvqnfv3tqwYYN+/PFHv7Y2bdqoY8eOfv7iiy/2x1XdunX99cMX8+fP98dZsWLFfDMbq1au1WFtsjaYo43rxOfGxsb64++VV17xHWxMtm7dWkuXLtX333+f+FDyRxAI3aHjCDvYhAACCCCAAAIIIIAAAgggkJoC1I0AAggggAACCCAQwQK9evXSwIEDwz0cNmyYXnrppfB6Ws7YzxMbNWoUbqL9zDG8QgYBBBBA4EQFOB4BBBBAAAEEEEAAgRQTiEqxmqgIAQQQQOAwAVYRQAABBP5LwCYrBWGThy1sopNNAN+2ZY+evW+e5kzf4k9qsuNue7ya6l9e7L+KZX8aECjXvZoaPNFGSvDeXmz4frmm3fKpdv+90584adfZrreFXdsg0kDTacIxBGJjY2UTBQcPHqxdu3b5R+bOndufuGoT+8qVK+dvY4EAAqkv4JzzG+GcU1RUlB+ZMmXSe/f8o4/u2633Bu3S/925Q2948drA7Xpl4A6Nu8OLgTv14sBdGjNwt14YuEej7tyr5+6M17N37dNIL565+x89dXeCnhrk9OTdTk8MitJjgzJp2D2Z9cg9WTT03qx6+N5sGnLfaRp8X3bF3JdD91vcn1P3PnCGBj2QW3d7cVdMHt05OK/u8OL2wfl02+ACuuXBgrrZi5uGFNKNQ4rohoeKqN9DxXTdw8V17UMl1PfhEurz8Nm6emhJ9fKi5yOl1OORc3XlsPPU7dHS6jqsjK4YVladHy2rTo+VV/Rj56v94xeo3eMV1PaJimrzRCW1eqKyWjxxoZo/WUWXPVlVlw2vpmbDq6vpUzV1sRdNnq6li56qrUZP11UDL+o/U091n6mvuiMaqPaIhqo58iLVGNlY1byoOrKJqjzbVJW9qPRcM1V47lJd8PxlKu9FuVHNVfb5Fio9qoXOG9VS577QWue80EYlR7fVWaPbqcSY9irmRdEx0SoypqMKvdhJBb3IP7aL8o69QnnHddWZ47op90vddca4K5XzpR46/aWeyv7yVTrNi6yvXK3Mr/RW5lf7ynmhV69RwqvXav/467RvfD/Fv3aD9r52o3a/fqN2vXGTdr5xi3a8dat2/N/t2vXundr94b2K//QBRZU/SzYugjEiXicpwGkIIIAAAggggAACCCCAAAIIIBD5AvQQAQQQQAABBBBAAAEEEEAAAQQiX4AeIoAAAggggAACCCCAAAIIIIBA5AvQQwQQQAABBBA4kkAw199Sm/9vYfcD2Ldvn+zeDy8PmatpX2+Q3TvAotXVZdR1QMUjFcW2FBDIV66gLhvdQXnLFFBCgrR/9z5NHfCVVnyz0L9edu0s7Dpa2HW1ZgWp5QkEEEjHAs6l48YnfdPtIeqnWmr27Nl1zTXXKFeuXOGiSpUqpbJly/r3VrHvQ9sxffp0rV27Vj169FDi+6s45/x7sVSqVElTp071j7Hjv/rqK//8Pn36qESJErbJjyJFiig6OtrP28Pp/cyBxZo1a3TzzTdr48aNevDBB1W/fv0De46dWBtffvllbdu2TTfccIOyZct27BPS2N4uXbronHPOCbfKjMzN7m1jjuEdx505eGCFChV8b7ungm11zql9+/ay7b/88ovsmtr244kVK1ZoxowZ/rl2DROX2bJlS39crF+/Xjt37tTChQteXPZEAAAQAElEQVSVJUsWde7cWTlz5gwX75zTBRdc4K/bdfMzJ7CYNGmStm7dqi6HmVlbrE1Bv5YsWXJIqTVr1jxkPGXOnFkXXXSRf8z27dv9lMXRBfjkPboNexBAAAEEEEAAAQQQQACB1BOgZgQQQAABBBBAAIFIF3j00Uf9n+sE/ezdu7fsZyXBelpO7ec2Qfvi4uJ0Mj8XCs4nRQABBDK2AL1HAAEEEEAAAQQQQCDlBKJSripqQgABBBA4RIAVBBBAAIFjCtjk4CBs0rCFTSK2CeDbtuzRcw/8obkzt3llODnnNODJ6qp/WTFvnXd6ESjXvboaDG97oLlOG39YoZ9u/kS7/9oRnjhu190iGAuWHjiBJI0JxMTEqEWLFpo4cWK4ZZ06dfInn/br1y+8jQwCCKQdAedC36HOOWXKlEk2AbdW+cyqXT6LLK3p5WuUy6Tq5TKrhrfNonr5rLKodn5WhSKbqp4fiirnn6YgLvTyF16QXZXDcboqXRCKil5a8YIcsqhQIYcqVMipCxLF+RXOkEV5Ly1fIZfKV8ylcuHIrbIVQ1Gm4pmyKO2lpSudqdKV8ui8cOTVuZVCUcpLS1XKp3MqB5FfJSsfjLMrF5DFWV561oUFZVHCSy2KX1hIQRS7sLAsilYprFAUUZEqoShcpaiCKOTlC1UtpoLhKK4CVUOR30vzVy0hi3zVSihftbOUN1HkqXa2LM700jOrldSZ1Usq94HIVf0cBXFG9VKyyOmlOWuUUs4a5yrHgTi9xnkKIruXz16jtLLXLK3T/CijbDVDkdVLs9Ysqyw1yihLLS+tVU5Za5dXZi8NheXL+2PDJnM75/y/c4nXiQtwBgIIIIAAAggggAACCCCAAAIIRL4APUQAAQQQQAABBBBAAAEEEEAAgcgXoIcIIIAAAggggAACCCCAAAIIIBD5AvQQAQQQQAABBP4lYPP7g7B5/xZ23we78bjd++GlIfM0/esNcnamt2jVu6y6Dqhoa0QqCuQtW0CXjYlW/vIFJee0f+8+/TjgK634emH4Xg52He16Wtg1lvcKUi/LG4E0LWAP0E4rkeYejJ2Q4F+7BIVSfyUDL4oXL37Kvc+RI4dy5859xHLs+m/evNnf9/vvv/vplClTNHTo0EPi6aef1rp162THrl69Wrt27dLSpUuVK1culSxZ0j8v8cLu1/LVV1+pYcOG4c0bNmzQgAEDZA9uL1y4sM4///zwvv/K2L1gPvvsM/Xp00elSpX6r8PT1H4zqljx33+3KF26tPLmzes7mucJNTrRweaRM2fORFskW7ftwfU6ZOcxVv7880//Gtu5VkbiQ62t48eP1xNPPCEbUx06dNA333yj+vXr++fMnDlT7777ru644w7de++9iU897rx9t69YscIfV0cyszZVr15dW7dulY2nxAUXK1ZMWbNmTbyJ/AkI8Il7AlgcigACCCCAAAIIIIAAAgiklAD1IIAAAggggAACCGQIgddee02VKlUK97Vly5Zavnx5eD2tZuxnRUHbvvvuO8XFxQWrpAgggAACJyLAsQgggAACCCCAAAIIpKBAVArWRVUIIIAAAokEyCKAAAIIHF3AJgUHYZOFLWyCkU0A3/r3Hj17/3zNmbHFK8CmviRowBPVVO/Sot467/QmULZbNTUY3jbc7I1TV+inmz7Wrs07whPH7fpbBGPC0vAJZFJdIDY2Vk2bNtXgwYO1c+dOvz1nnHGGnnvuOb399tsqX768v40FAgikHQHnXLgxzjlFRUX5kSlTJmXJksWPbNmy6bTTTjsksmfPfsj64ftZP9QrvXgkvq523S1sYraNhcyZM8vGhY0R55ycC4V4nZAAByOAAAIIIIAAAggggAACCCCAQOQL0EMEEEAAAQQQQAABBBBAAAEEEIh8AXqIAAIIIIAAAggggAACCCCAAAKRL0APEUAAAQQQQOBQAZvXH4TN97ew+z7s27fPvxfAuAfnavrX66UE/61WV5dR19srHFoIa6kmkLdMAV06Olr5yhX0L9D+vfs0dcAXWvH1Qv/62bW0sOtqYdfaGhuklicQSKsCO3bs0MqVK9NEpDkj5/wmOTk/zegLe+i6zae3h53v2rXrpDjsvgF2H5UjnWyfn/ZZmnjf1KlT9cEHH/wr7MHsdu+k3bt3yz5r7Vx7ILu1MfH5R8vv2bNH9h1cr149LViwQK+88opfztGOD7bbfysjRoxQo0aN1KZNm2BzqqXWB6vc7mVg6X9Frly5VKBAgX8dZtfEro05mue/DjjGhsS7zjrrrMSr4bxtD65XeON/ZKxv1h479z8O9a/lG2+8oYsvvljNmjXTtddeq0cffVQ//fSTSpQo8V+nH3G/jZEtW+yeXEfc7W+0MednDlsULOj9feGwbawevwCfuMdvxZEIIIAAAggggAACCCCAQEoJUA8CCCCAAAIIIIBAxhA4/fTTNW7cOFlqPbbnJPTp08eyaTqKFCmi2rVrh9sYFxcXzpNBAAEEEDh+AY5EAAEEEEAAAQQQQCAlBaJSsjLqQgABBBAIC5BBAAEEEDiKgE2oCsImNFnY5CabELXlr9169oE/NPfnbXLOpr043fFkNdW7tOhRSmNzehAo2626GjzVzm+qXdVNP63U9Js/1q5N2/2J43b9bRxYBGPDUv8EFqkqEBMToxYtWujbb78Nt6Njx4768ccfdf3114e3kUEAgbQp4Jzzv0+dc4qKilKmTJlkk6SzZs2qILJlyyab9GypheWJ03yTSHEIrqulFsG1z5Iliz8ebGxYOOcUvJw7mA+2kR5VgB0IIIAAAggggAACCCCAAAIIIBD5AvQQAQQQQAABBBBAAAEEEEAAAQQiX4AeIoAAAggggAACCCCAAAIIIIBA5AvQQwQQQAABBBBIJGDz+YOwef4W+/fv9x9Wa/d+GPfgPM34ZqOc98febXqXUbfbKyYqgWxaEMhTOr8uHROt/OcX8prjlBD/j34a8IVWfLXAv5eDXVMLu74Wds29AxWklicQQCCdCSQkpLMGJ29zS5YsqeLFi2vhwoVas2bNMSubOnWqOnXqpFdeecX/jDzmwUfZmT17do0dO1YzZsw4ajRs2FDOOf8eD9u3b9fmzZt1PK9cuXJp6NChevDBB1WxYkW9//77mjZt2n+eunTpUq1du1ZfffWV/xCR6tWry8LaMX36dK1atUqXXXaZ2rZtq40bN/5neUc7IH/+/DrjjDO0YcMG7dq164iH2ffLsmXL/H12XfzMfyyOZmRuts/u+2D3yfiPYhLvPiS/YsWKQ9aDlSVLlsiup7kH2/4rtXbYvRmOVmbi899++20988wzsoe72DX99NNPZQ92sbj22msTH3rcebtfRO7cuY95vJkd8wB2npQAn7wnxcZJCCCAAAIIIIAAAggggEByClA2AggggAACCCCAQAYSsJ99jRo1Ktzjb775RoMGDQqvp9VMdHR0uGn2M6LwChkEEEAAgeMV4DgEEEAAAQQQQAABBFJUICpFa6MyBBBAAIEDAiQIIIAAAkcSsElaQdjkYIt9+/b5k8D/3rxbIx9YoLkzt/qThe24O5+spnrNih6pKLalM4EyXaup/vB28iczeYtNP67UtJs+0q5N2/3rb+PAxoOFXfvEkc66GhHNjY2NVdOmTTV48GDt3LnT79Ppp5+uZ599Vu+8847OP/98fxsLBBBIuwLOOb9xzjl/YrhNIs6UKZMsbFJxlixZlDVr1nDYRN/E6+QP2kSShV13CxsDFjYeLJxz/k0EnHPidaICHI8AAggggAACCCCAAAIIIIAAApEvQA8RQAABBBBAAAEEEEAAAQQQQCDyBeghAggggAACCCCAAAIIIIAAAghEvgA9RAABBBBAAIFAIPFcfpvfb7F//35/3n98fLxeHDxX07/Z4N8bIME7qU2fsup6WwUvxzstCuQ5L7+ajemofOUL+s3bv3e/fhzwhVZ8tUB2Pe3aWth1trDrbwcGqeUJBBBIRwLMBz/kYp155plq3LixNm/erI8//ti/Z9EhBxxY2bNnj9577z3ZQ9/t/ik25/7AruNOSpUqpV27dmnatGn/Osceut63b1917tzZr8MeLH/OOedo69atWrt27b+O/+GHH3TxxRdr7Nix4X32IPrzzjtP9oD36667zt9uD5C3vvkrR1kUKlRI7du3/1e0bt1aBQoUUI4cOdS8eXP/PjJ2X4mjFPOfm/Pnzy/zXrhwodasWXPE4//66y/98ccfsmNLlChxxGMO32hGy5YtO3yzbJvtK126tH9fjOAA+26z6xmsW2r1Hnwov205GKtXrw7fOyfYauVa+Xny5FHBgqHvz2DfsdIiRYoob968OlKZ1qZbbrlFXbt21YIFC/Tdd9/5XkOGDPH97Vwbe1a+1W3piYbdG+Kss87yx9WsWbP+dbqNwxkzZsjGkl37fx3AhpMTcJL3Fi8EEEAAAQQQQAABBBBAAIG0JEBbEEAAAQQQQAABBDKaQI8ePXTXXXeFu/3II48c8rO28I40lOnQoUO4NZMmTVJcXFx4nQwCCCCAwPEIcAwCCCCAAAIIIIAAAikrEJWy1VEbAggggIAvwAIBBBBA4BABm/ibOGxSsMW+ffv8SeB/bdylkQ8s0PxftknOyf7c9VR11W1WRLwiR6BMt+pq8HR7eRfYj7+mrdKMmz/Wjg1b/XFg48HGhUUwXuS9LO8lvFNIICYmRi1bttS3334brtF+SGwTUG+44YbwNjIIIJD2BZxzfiOdc4qKivLDJvQGkTlzZiUOm6ROZFEkGgTX2foW5G0c2Lhwzsm5UMh7Oee8Je/jFuBABBBAAAEEEEAAAQQQQAABBBCIfAF6iAACCCCAAAIIIIAAAggggAACkS9ADxFAAAEEEEAAAQQQQAABBBBAIPIF6CECCCCAAAII+AI2dz8Im9dvsX//fn++f3x8vMY+OE8zJ24KzTv0zmjbp4y63nqBl+OdlgXOPDefLhvbSfkuKOxfO+1L0LQBX2jFlwtk19WusYVdbwsbA9afILU8gQAC6UQgIcFvaIJCqb+SwRdt27bVueeeq//7v//TmDFjZA9iT0yyY8cO2QNApkyZoooVK+rSSy9NvPu48/Xr15c9VP29997T77//Hj7PPks/+OAD/fbbbypevLiKFSvm77v44ouVPXt2Pfvss/rzzz/9bbawh7S/8cYb2r17t98e23Z4VK9eXa1atfIfJP/KK6/I6jj8mGC9bNmyGjRo0L9iwIABKlmypOwh9zfddJNuvPFGnXHGGcFpJ5xa3xs0aKDNmzfLHmq/YsWKQ8qw7Y8++qgWL16sCy64QEWLFj1k/9FW7Htp7NixhxitXLnSf2BLzpw51bhxY/9Us7SH6G/YsMG39jd6C7tf0SeffKJ169Z5a5IOW86cOVOfffZZ2NDqs+s1d+5cXXTRRbIyDzvlqKslSpRQ1apVZWXaOEh8Xb7//ntNnz7dL8+srJBdu3bpr7/+smw4Dx+jaAAAEABJREFUbOy8/vrr4fUgY/eBsPs/2PgIth0pNY9cuXL5433p0qXhQ6xf1qbZs2erSpUqKlWqVHgfmVMU8D5uvfcpFsLpCCCAAAIIIIAAAggggAACSSpAYQgggAACCCCAAAIZUsB+5mfPSwg637dv30OepRBsTyup/azOfm4TtCcuLi7IkiKAAAIIHI8AxyCAAAIIIIAAAgggkMICUSlcH9UhgAACCEgCAQEEEEDgoEAwUclSC5ssZGGTpyz+2rRLzw5epPm/blOC90de3DW8quo2LXywEHIRI1D6imqq/1R7u8zelZY2/bRSM2/+RDs3bPVvCmBjwsaHhY0XC+t8kFqeSB6B2NhYXXLJJRo8eLBs8qrVctppp2nkyJGyCX42udK2EQggkL4EnHN+g51z/g07bMKvRaZMmURkXAMbA4nDORceJ36GxXELcCACCCCAAAIIIIAAAggggAACCES+AD1EAAEEEEAAAQQQQAABBBBAAIHIF6CHCCCAAAIIIIAAAggggAACCCAQ+QL0EAEEEEAAAQTkP/jW5u1b2Hx+i/379/vz/OPj4/Xi4Pma/s1G77jQsW37llHXWy+ALp0I5C6VT81Gd1S+Cwp51zBB++P366cBE7T8i/my62vX2sKuu4WNA+takFqeQACBdCAQzAtXaH54OmhxsjexYMGCGjZsmM455xy9+OKL/r1T7rjjDg0dOlQ33HCDLr/8cv3vf//TeeedpwcffFC5c+c+qTbZA9X79+/v35PFHibSr18/v46ePXvq2WefVb58+dS7d29ly5bNL//CCy/015ctW6auXbtq0KBBiomJUadOnfwHxbdq1UrVqlXzjz18YfeCuPrqq3Xuuefq/fff17Rp0w4/JMXXnXPq3r27KlSoIHvIfPv27dWsWTO1adPGTy3/7bffqkyZMhowYEDY4b8amiVLFm3atClsZOd26dJFy5cv9/3KlSvnF+Gc06WXXio73u6NY/4xnqe1w65v6dKl/eMOX+TMmVMjRoyQXachQ4b4/na9bDxcccUVcs4dfspR1zNnziwbAyVLlvSvuZVp48zacvfddytXrlx+m/PkyaP69etrz549uvnmm30PO65Hjx7q06ePcuTI4fdjyZIl4bry58/vn2/3+HnggQf0ww8/hPclzpiHjbPVq1f71+P6669X4n4VKVJE11xzzXH7Jy6b/NEFjn+UHL0M9iCAAAIIIIAAAggggAACCCSdACUhgAACCCCAAAIIZFyBN954Q5UrVw4DdOjQQUuXLg2vp7WMtS9oU1xcXJAlRQABBBA4DgEOQQABBBBAAAEEEEAgpQWiUrpC6kMAAQQQEAQIIIAAAgcEgom+llrYJGCLffv2+ZPAN2/cpZExizTv123eGU72Z9Dwaqp7SRFvnXekCpTuWl31n+ngX2/ndfKv6Ss18+aPtXP9Vn9c2PiwcWJh48bCO0xBankiaQVsQqNNDP3mm2/CBbdr186fMHrjjTeGt5FBAIH0KeCcfdpKzjk/oqKi/NQ5J8sTURnGwbnQGHDuYKoDL+fcgRzJCQhwKAIIIIAAAggggAACCCCAAAIIRL4APUQAAQQQQAABBBBAAAEEEEAAgcgXoIcIIIAAAggggAACCCCAAAIIIBD5AvQQAQQQQACBDC9gc/WDsHn8Fvv37/fn98fHx2vM4PmaPnGj5Jy91f6asup6ywXilb4Ezjw3n5qN6aT8FYvIu5LSvgRNv+NLrfjiD9l1tmtuYdffwsaE9TBILU8ggEDSCWzc6H2uJl1xoZISEkIpy0MEzjnnHI0fP1533nmnSpQo4T88/YMPPtCMGTNUvHhxDR48WC+//LK/75ATT3ClefPmeu2111SvXj3NmTNHVseyZcvUpk0bvfLKKzr//PPDJTrndOWVV2r48OF+vd9++60+//xz2QPpH374YQ0cOFD2QPnwCYdlChYs6D9M3j6vn3nmGW3evPmwI1J+1do0evRo37Ns2bLasWOHVq9erS1btqhMmTK+vznbQ+iPt3XZs2fXsGHD1KJFC02ePFlTpkyRPeR+1KhR6tq1q5xz4aJq1qypkSNHqkKFCvr555/19ddf+/W++OKLsvZICh8bZBo0aOBfgz179ujjjz/W1q1b1bNnT9k5J9LOoDw7Z8yYMYqOjvb7bmPAxkLr1q0PGQOdO3fWgAEDlC9fPsXGxvp1Z8mSxW/LCy+8oMKFC2vFihXavn27X3SpUqXUrVs3/+9mn332mT+G/R2HLZxzvov5XHDBBfrtt9/8snfu3On368033zyqxWFFsXoCAnzyngAWhyKAAAIIIIAAAggggAACyS9ADQgggAACCCCAAAIZWCBbtmyyn0edfvrpvoL9nOqGG27w82lxYT9TCto1adIkTZ06NVglRQABBBA4tgB7EUAAAQQQQAABBBBIcYGoFK+RChFAAIEMLwAAAggggIAJBBN8LbWwyWQW+/bt8ycabdqwSyNiFmner9u8w22KS4IGPVVVdZoW9tZ5R7rAeVdUU91nOsi/8t5i87RVmnnTR9qxbos/Pmyc2HixsPFjYSZBanni1AVsgmCzZs38iZXBhMCsWbNqxIgR/iRTm/B46rVQAgIIpAUB59whE5udC607R+pcxjSwcencwb7bOnGiAhyPAAIIIIAAAggggAACCCCAAAKRL0APEUAAAQQQQAABBBBAAAEEEEAg8gXoIQIIIIAAAggggAACCCCAAAIIRL4APUQAAQQQQCBjC9gc/SBs/r7F/v37/Xn98fHxGjN4vmZM3OghJfjRrm8ZXXHz+V6ed3oUyF0qny4Z00n5KxVRgv3Z94+m3/GFlk+YL7vedu0tbBxY2Niwfgap5QkEEEgagcWLF6t9+/aaO3du0hRopThnS+IIAvawj44dO+qNN97Q999/rxkzZuinn36SPRC9RYsWsv2JT7OHgthD1D/66CPlz58/8S4F+yZOnKjy5csfss8e1D58+HDFxcX5dVh6zz33qFChQoccZyvOOdWvX1/jx4/32zJt2jS98847uuSSSxQVFbpNaFDXkdrRrFkz/yEg1oe8efNakccdxyr38EJ69Ojh98XSw/cdvm6O5nkkZ/O3/Yef81/rOXPm9B+Wb9fNrtm4ceNUtWrVQ+6RYWU45/zttt+Os+OfeOIJFS1aVDExMfroo4PX0q6bXb/BgwerRo0aevvtt/0+fvXVV+rfv79y5MhhRYajYcOG/v7EBlamlWFlhQ/0MmeeeaYGDhyob7/91j/nSGMgc+bM6tSpkz755BP/GGuvtdvGg42VDz/8UC+99JKs716RsuN79eoVHlcDBgyQvY7UBuec7zBmzJjwWP/888+Pu19WrsWR+mzbiX8L8Mn7bxO2IIAAAggggAACCCCAAAKpJ0DNCCCAAAIIIIAAAhldoEqVKnrxxRfDDBMmTNBdd90VXk9LmbJly+r880O/g2PP3rCfK6Wl9tEWBBBAIO0K0DIEEEAAAQQQQAABBFJeIPSbvSlfLzUigAACGVeAniOAAAIIKJjYa6mFTfq1sB8sWWxcv0sjBy/SH79vPzDRyunep6upzsWF0ctAAqWvqKb6I6K9MSA//pq5Sj/f/JF2rN3i3yzAxoqNGwsbRxbyXkHqZXmfgoBN8GvdurW+/vrrcCm2bhNYbaJieCMZBBCIKAHnnPeZSziHgXMuosZ2qnSGShFAAAEEEEAAAQQQQAABBBBAIPIF6CECCCCAAAIIIIAAAggggAACCES+AD1EAAEEEEAAAQQQQAABBBBAAIHIF6CHCCCAAAIIZGABm5sfhM3bt9i/f78/nz8+Pl6jB8/X9ImbJH/OoVOHa8qq682hG4+LV7oVyH1OXl0yppMKVC7m9yFh3z+aeccXWv75PNl1tzFgYePBwsaIHRiklicQSE2BLVu26M4779SNN96o33///ZhNmTdvnn+cPeR70ybv8+yYR6f8TnvI9wUXXCC7x0eS1J6Q4BeToFDqr7BAAIGQAEsEkkmAT9xkgqVYBBBAAAEEEEAAAQQQQOBkBDgHAQQQQAABBBBAAAFPoGvXrrrnnnu8XOj96KOPavTo0aGVNLbs0KFDuEVxcXHhPBkEEEAAgWMIsAsBBBBAAAEEEEAAgVQQiEqFOqkSAQQQyNACdB4BBBDI6ALBhF5LLWyyr0383bdvnz8JfOO6nRoxeJHm/75dtt/i3qerqnaTQhmdLkP2/9wu1VR3RMfQtNIE6e8Zq/XzTR9qx59/++NlnzdubPzYOLKxYmFQQWp54sQEYmNjdemll8omL2/bts0/OXPmzBoxYoQ+/vhjVaxY0d/GAgEEEEAAAQSOLcBeBBBAAAEEEEAAAQQQQAABBBCIfAF6iAACCCCAAAIIIIAAAggggAACkS9ADxFAAAEEEEAAAQQQQAABBBBAIPIF6CECCCCAAAIZVcDm5Adh8/UtbO6+zeGPj4/XqAfmafrETR5PgpSQoOhry+iKm8p767wjQSBXybxqOqaTClQuqgTvzz/7/tGMARO04vN5sutv48DGg40LCxsr1u8gtTyBQGoJ5M6dW5dccol/35FPPvlEW7duPWJTduzYIdtvO1u3bq18+fJZNk2G3ePj/PPP1wcffHBq7XPOP9/J+SkLBBA4KEAOgeQS4BM3uWQpFwEEEEAAAQQQQAABBBA4cQHOQAABBBBAAAEEEEAgEHjooYcUHR0drOq6667T119/HV5PK5nEbbRnRMyYMSOtNI12IIAAAmlWgIYhgAACCCCAAAIIIJAaAlGpUSl1IoAAAhlYgK4jgAACGVogmMhrqYVN8rUJvxY2+XfDup165sEl+mPWDs/JyTmn+5+ppjpNCnnrvDOqwHldqqneyI7yBoQX0pafV+uXmz7U9jV/+5NxbfxY2HiycWUh7xWkXpb3cQrExMSoTZs2+uqrr8JntGzZUjNnzlT//v3D28gggAACCCCAwH8KcAACCCCAAAIIIIAAAggggAACCES+AD1EAAEEEEAAAQQQQAABBBBAAIHIF6CHCCCAAAIIIIAAAggggAACCCAQ+QL0EAEEEEAAgQwpYHPxg7B5+hY2Z9/u+xAfH68XYv7QzMl/+VP8Jafoa8voiv7lxSuyBHKdnUdNX+ysghcWl3eZpQRpxoAvtPyzef69HGw82Liw8WFhY0beK0i9LG8EUk2gXr16KleunFauXKkffvhBh49LW//mm2+0ZMkS1alTR5UqVUq1th5vxfPmzVOHDh3UpUsXLVq06HhPO/S4BO8/5EO3sIYAAiEBlggkmwCfvMlGS8EIIIAAAggggAACCCCAwIkKcDwCCCCAAAIIIIAAAocIvPXWW7rwwgvD27p27arFixeH19NCxn6WXapUKb8pO3fuVFxcnJ9ngQACCCBwVAF2IIAAAggggAACCCCQKgJRqVIrlSKAAAIZVoCOI4AAAhlXwCZGWu8ttbDJvTbR18Im/a5fu1NPxyzWglnbJX8yYYLuf6aqaqH7hTgAABAASURBVDcuaKcRGVzg3M7VVG9kJ29s+G/9/csa/XLTB9q++i9/4riNIwsbVza+LIwsSC1PHF0gNjZWl112mQYPHqytW7f6B0ZFRemZZ57Rp59+mi4mMvuNZoEAAggggECaEaAhCCCAAAIIIIAAAggggAACCCAQ+QL0EAEEEEAAAQQQQAABBBBAAAEEIl+AHiKAAAIIIIAAAggggAACCCCAQOQL0EMEEEAAAQQynoDNwQ/C5udb2Fx9u+9DfHy8nn9gvqbHbpLd98Fu/dDxujK6on/5jAeVQXp8xll5dPGLnVXgwmLeNffe//yjmQM+1/L/zfXv5WDjwsaHjRMLGztGE6SWJxBIDYHs2bOrTZs2ypEjh7799lutWrXqkGYsW7ZMkydPVtGiRf37aWTKlOmQ/Wl55e2331aZMmX0yCOPnHgznTvxczgDgTQqEBMTo4kTJ6p8+aT4e0ga7STNSv8C3seu907//aAHCCCAAAIIIIAAAggggEBECNAJBBBAAAEEEEAAAQQOFcicObNeffVV/+fKtmfjxo267bbbZL//YOtpJaKjo8NNiYuLC+fJIIAAAggcSYBtCCCAAAIIIIAAAgikjkBU6lRLrQgggEAGFaDbCCCAQAYVCCbuWmphP9SyCb4WNtl33Z879czgJVo4Z6dkEwm9iBlRTbUvKiheCAQCpTpXVb3nO8smPFls/XWNfr3pQ21ftdmfOG7jyeKff/6RjTMLOzdILU/8W2Dw4MH+pOYvv/wyvLN58+b6+eefddNNN4W3kUEAAQQQQACBExDgUAQQQAABBBBAAAEEEEAAAQQQiHwBeogAAggggAACCCCAAAIIIIAAApEvQA8RQAABBBBAAAEEEEAAAQQQQCDyBeghAggggAACGUzA5t4HYfPyLWyOvt33IT4+Xs89MF8zJ//lz+mXc+rcr6yuuLFcBlPKeN09o8SZajq2iwpULW6X3Qf4ecDnWvG/uf69HGx82Dix8WJhY8gOClLLEwikhkDJkiXVrFkzbd26VZ9++qnsc8zasXv3bn997969at26tfLly2eb/VizZo2ee+453Xjjjbr22mt1xx136IMPPpCd4x+QaHH4sXYPDjvXtic6LFmy9t/XoEGDVKVKFX322WfHX0dCgn9sgkKpv8ICAQQkDBBILgHv49Z7J1fplIsAAggggAACCCCAAAIIIHAiAhyLAAIIIIAAAggggMARBCpVqqRx48aF93zyySe66667wutpIRMdHR1uxuTJk/Xrr7+G18kggAACCBwmwCoCCCCAAAIIIIAAAqkkEJVK9VItAgggkCEF6DQCCCCQEQVsQqH121ILm8xrE3stbJLv2jU79PTgxVowZ4d3WIKUkKCYEVVUq1EBb503AocKnNOxquo+3yU0zdQbLlt/XaNfb/pA21Zu9ieO27iysHFm483CSghSyxMhgdjYWF1++eWKiYnxJzOHtkpPP/20P/m3cuXKwSZSBBBAAAEEEDhBAQ5HAAEEEEAAAQQQQAABBBBAAIHIF6CHCCCAAAIIIIAAAggggAACCCAQ+QL0EAEEEEAAAQQQQAABBBBAAAEEIl+AHiKAAAIIIJCRBGzOfRA2H9/C5ubbfR/27o3Xs/fP18zJf8k/xoPpdF1pdbmhrJfjnREEchY/UxeP7aL8VYrLbuiQ4HV65oDPtfzTOf69HGyc2HixcWNh48Q7xB8vlhIIpIaAc04NGjRQqVKl9Pvvv2vmzJl+M6ZNm6a5c+eqTp06soc5+Bu9xS+//KKhQ4dq9uzZOvfcc9WwYUPlzZtXX331lZ544glt2rTJOyr0XrZsmZ566in98ccfqlChgn/sOeec459r21euXBk6MJmX9mCHli1bqmfPnjquOj0Ta5KTs4RAAIEDAiQIJKcAn7jJqUvZCCCAAAIIIIAAAggggMDxC3AkAggggAACCCCAAAJHE+jcubPuv//+8O7HH39co0aNCq+ndqZGjRoqVqyY34y///5bcXFxfp4FAggggMC/BdiCAAIIIIAAAggggEBqCUSlVsXUiwACCGRAAbqMAAIIZDiBxBN2LW+TeG1Cr4VN7l27eoeefnCpFs3bJeecvIUGj6yq2o0KihcCRxM4p2NV1Rt1hWy8yBs2W39bq99v/lDbVmzyJ47b+LKw8WbjzkLeK0i9bIZ/P/jgg2rbtq2++OKLsMVll10mm6x88803h7eRQQABBBBAAIGTEuAkBBBAAAEEEEAAAQQQQAABBBCIfAF6iAACCCCAAAIIIIAAAggggAACkS9ADxFAAAEEEEAAAQQQQAABBBBAIPIF6CECCCCAAAIZRsDm2gdh8/AtbE6+3fdhz569eu6BP/Rz3F++h936oUu/MrrihnL+OouMI5CzWG5dPLaLClYvYbdy8Dv+yx0TtOLTOf69HGy82Lix8WNhY8oOClLLEwiktECOHDnUunVrZc6cWV9++aUWL16siRMnqkiRIrL7aGTKlMlv0vr16/XOO+/ojDPO0N13361bb71V3bp101133aUePXpo7dq1+vzzz2Vj206YMmWK9u7dq/79++u6667zj7Vzevbs6R/zxx9/2GEpFuPHj1eZMmX05JNPHrvOhIRj72cvAhlTgF4jkKwCfPImKy+FI4AAAggggAACCCCAAALHK8BxCCCAAAIIIIAAAggcU2Dw4MHq2LFj+Jjrr7/e/xlzeEMqZ6Kjo8MtiIuLC+fJIIAAAggcIsAKAggggAACCCCAAAKpJhCVajVTMQIIIJDhBOgwAgggkLEEggm6llrYBEebyGthk3r/XL1DTz24VIvm7ZTttxgysopqNSyQsaDo7UkJlIyuojqjunhjx05P0Nbf1mjWzR9q2/KN/sRxG2cWNu5sbFn4R2bwiaqxsbG6/PLL9cADD2jLli1G4sdTTz2lCRMm6MILL/TXWSCAAAIIIIDAqQhwLgIIIIAAAggggAACCCCAAAIIRL4APUQAAQQQQAABBBBAAAEEEEAAgcgXoIcIIIAAAggggAACCCCAAAIIIBD5AvQQAQQQQACBjCFgc+2DsPn3FjYX3+77sHdPvJ594A/NjPtLwYNLu1xfVhYZQ4deHi6Qs9iZajKmiwpUP8vfZWPn5wGfa8Wnc/x7Odi4sfFj48jC9tuBQWp5AoGUFihXrpwaNWqkNWvWaPTo0dq4caNat26tfPnyhZvyxx9/aPPmzWrWrJnOOis0vm2nc05Vq1bVueeeqzlz5vjH2HYb5zbe//77byUe37Vr19aTTz6ppk2b2mEaPny4unXrphYtWqh+/fqqUKGCihcvrjPOOEPOuWOGleUXcpyL3bt3a8CAAbLzvvnmmyOf5dV55B1sRSAjC9B3BJJXwCVv8ZSOAAIIIIAAAggggAACCCBwXAIchAACCCCAAAIIIIDAfwu8/fbbqlKlSvjAXr16acGCBeH11MxER0eHq4+Li/N/fh3eQAYBBBBA4IAACQIIIIAAAggggAACqScQlXpVUzMCCCCQwQToLgIIIJCBBIKJi5Za2KRdm9hoYZMb16zaoaceXKZF83f5Ks45PfRcVdVsUMBfZ4HA8QicE11VdUd3DR+69fc/NfuWj7Rt2UZ/4riNNwsbfzYOLezgILV8RoohQ4aoXbt2+uKLL8LdtonJP//8s2655ZbwNjIIIIAAAgggcIoCnI4AAggggAACCCCAAAIIIIAAApEvQA8RQAABBBBAAAEEEEAAAQQQQCDyBeghAggggAACCCCAAAIIIIAAAghEvgA9RAABBBBAIAMI2Nz6IGzevYXNwbf7PuzZvVcjH/hDv3z3t+T8t664voy69CsjXhlbIEex3GryYhcVqnG2nHN+/DLgc634ZI5/LwcbPzaObDxZ2BgzsSC1PIFASgo453TJJZeoaNGi2rJli+rUqaNKlSod0oTFixf767NmzdIbb7xxSLz//vv666+/tG3bNm3cuNE/rmrVqv7YHzt2rO666y69+uqrmj17tv/fgH/AgcXHH3+sN998U59//rm+//57/yEMq1ev1vbt2w8ckfTJtGnTdOmll2rQoEH/Ljwhwd+WoFDqr7BAIKML0H8EklmAT9xkBqZ4BBBAAAEEEEAAAQQQQOB4BDgGAQQQQAABBBBAAIHjEHDO6fXXX1fOnDn9o//880//58H2exD+hlRc1K9fX/nz5/dbsGHDBsXFxfl5FggggAACiQTIIoAAAggggAACCCCQigJRqVg3VSOAAAIZSoDOIoAAAhlFIJiQa6mFTda1ibsW9sOrNat26KkHl2nx/J0eSWjqykMjq6hm/dAPlLyNvBE4boGSHaqo7phu/vE2+XTL72s06+YPtG3ZRn/SrI07CxuHNh4t7OAgtXykR2xsrJo3b677779ff//9d7i7w4cP15dffqkqVaqEt5FBAAEEEEAAgVMXoAQEEEAAAQQQQAABBBBAAAEEEIh8AXqIAAIIIIAAAggggAACCCCAAAKRL0APEUAAAQQQQAABBBBAAAEEEEAg8gXoIQIIIIAAApEuYHPqg7D59hY2997u+7Bnz16NfOAP/fzdX0qw2z54ccUNZdSlX5lIZ6F/xymQo2huNX6xiwrWOMsbI3Y3hwT9csdnWvHJbP9eDjaObDzZuLKwsWZFB6nlCQRSUuDMM8/U2Wef7VdZoUIFZcqUyc8fvpgzZ47/oAR7WELiWLdunT+29+zZ459SsWJF3XjjjSpRooS2bNmiH374QSNHjlT//v01duxYbd261T8uNRaXX365pk+frqFDh/67euf8bU7OT1kggICEAQLJLcAnbnILUz4CCCCAAAIIIIAAAggg8N8CHIEAAggggAACCCCAwPEKnH/++Xr55ZfDh3/44Ye68847w+upmYmOjg5Xbz/PDq+QQQABBBDwBVgggAACCCCAAAIIIJCaAlGpWTl1I4AAAhlIgK4igAACGUIgmIhrqYVN0rUJuxY2eXf1yh0a/uAyLV6wS6F5gk5Dn6uimg3yixcCJytwdvsqqvtid29IOS+kbbPXavbNH2jb0o3+5FobfxY2Hm1cWlhdQWr5SI0hQ4aoffv2mjBhQriLTZs21cyZM3XrrbeGt5FBAAEEEEAAgSQToCAEEEAAAQQQQAABBBBAAAEEEIh8AXqIAAIIIIAAAggggAACCCCAAAKRL0APEUAAAQQQQAABBBBAAAEEEEAg8gXoIQIIIIAAAhEtYHPpg7B59hY2597u+7B7916NuH+Bfv5+i2fgZJP0u91YRl2uKyNeCCQWOL1ILjUee4UK1y7pDRPnx693fK4VH8/27+Vg48nGlY0vCxtzdn6QWp5AIC0JZMuWTXfccYdGjx591KhcubLfZOecypUrp3vvvVdPPfWUrr/+etWtW1ennXaapk+frtdff13x8fG6+eab9dprr+nTTz/VlClTNGvWLK1cuVLbtm2T/bdwrPjxxx/9uo53UaxYMf9BFJ999pmqVq165NMSEo68na0IZFxeyus+AAAQAElEQVQBeo5AsgvwyZvsxFSAAAIIIIAAAggggAACCPyXAPsRQAABBBBAAAEEEDghgejoaA0ePDh8zvDhw/Xcc8+F11MrY+0K6o6Li9OCBQuCVVIEEEAAAQkDBBBAAAEEEEAAAQRSVSAqVWuncgQQQCDDCNBRBBBAIPIFbMKh9dJSC5ucaxN1LWzS7qoVO/Tkg8u0eMGuAxMUpUeeq6Ia9fLbaQQCpyRwVrsLVefF7vInQyUkaOusPzX7pve0bckGf+K4jUMLG5c2Pi2swiC1fCRFbGysWrRoofvvv19//fVXuGtPPPGEvv7666NP5A0fSQYBBBBAAAEETk6AsxBAAAEEEEAAAQQQQAABBBBAIPIF6CECCCCAAAIIIIAAAggggAACCES+AD1EAAEEEEAAAQQQQAABBBBAAIHIF6CHCCCAAAIIRK6AzaEPwubXW9hce7vvw65dezTigQX6+fu/DwAkqNsNZdT52tIH1kkQOFTg9MK5dNGLV6hgrbOV4P2xvb8N/EwrPprl38vBxpWNLxtnFjb27JggtTyBQFoQKFq0qPbs2aP58+f/qzm7du2S3Y/DHvCwZs0abd++XfaAhyeffFI7duxQ9uzZVblyZfXs2VMPPvigrCw7bufOnWrfvr26d++uli1bqn79+qpQoYKKFy+unDlzKilft956q/9wh6uuuurYxTp37P3sRSDDCdBhBJJZwPvY9d7JXAnFI4AAAggggAACCCCAAAIIHFuAvQgggAACCCCAAAIInLiAPcOhS5cu4RNvvPFGTZgwIbyeGpmLL75YuXLl8qu2n0nHxcX5eRYIIIAAAiZAIIAAAggggAACCCCQugJRqVs9tSOAAAIZRIBuIoAAAhEuEEy8tdTCJuXaBF0Lm6y7asUOPTlkuZYu3C2brOKc06PPV1GNevkiXIbupaTAWe0uVN2xPWSDzBti2jZnnWbf/L62Ll7vTxy38Whh49PGqYW8V5B62Yh4P/TQQ+rQoYM+//zzcH+aNGmiGTNm6Pbbbw9vI4MAAggggAACySBAkQgggAACCCCAAAIIIIAAAgggEPkC9BABBBBAAAEEEEAAAQQQQAABBCJfgB4igAACCCCAAAIIIIAAAggggEDkC9BDBBBAAAEEIlTA5s4HYfPqLWyOvd33YfeuvRr5wEL98v0WOWd3fpC631hWXa4tHaEadCupBLIXOkONx3VT4drnHCjS6fc7P9fKj2b593Kw8WXjzMabhY1BOzBILU8gkNoCFStW1JlnnqnJkydryZIl4ebYOLWHJixatEgFChTw4/TTT1fu3Ln94+bOnSs7Jjhhx44d2r17t8444wxlzZo12Jxsqd0vZOrUqRo+fLisXf9ZUUKCf0iCQqm/wgKBjCxA3xFIbgHv49Z7J3ctlI8AAggggAACCCCAAAIIIHAsAfYhgAACCCCAAAIIIHCSAm+99ZaqVq0aPrtfv36aP39+eD01MvaMiaBe+1l2kCdFAAEEMrwAAAgggAACCCCAAAIIpLJAVCrXT/UIIIBAhhCgkwgggEAkCwSTFC21sMm4NjHXwibprly+Q088uExLF+6STQ60ySrDnrtQ1evmi2QW+pZKAiXaVladcT3lDTavBQnaPmet5tz0vrYuWu9PHLdxaWHj1MarhXfgIZNtbT09RmxsrFq2bKn77rtPmzdvDnfhscce07fffqtq1aqFt5FBAAEEEEAAgeQRoFQEEEAAAQQQQAABBBBAAAEEEIh8AXqIAAIIIIAAAggggAACCCCAAAKRL0APEUAAAQQQQAABBBBAAAEEEEAg8gXoIQIIIIAAApEoYHPng7D59BY2t97u+7Br5x4988AC/fzDFvn3fUhI0JU3llHna86LRAr6lAwC2Qvm1EXjuqpQnZJe6d4o8sbQbwM/04oPf/fv5WDjzMabjTsLG4vegRFxLwfrB5H+BYoUKaL27dtr165devzxx/XUU0/pjTfe0LBhw/Thhx8qd+7cat68ubJkyaKoqCg1a9ZMp59+usaNG+cfY8e+8MILGjp0qLZt2+bvz549e7LB5M+fX1af3S+kdu3ax1+Pc/6xTs5PWSCQ0QXoPwIpIcAnbkooUwcCCCCAAAIIIIAAAgggcHQB9iCAAAIIIIAAAgggcCoCb775ps444wy/iOXLl+uuu+7S3r17/fXUWERHR4erjYuL05IlS8LrZBBAAIGMLEDfEUAAAQQQQAABBBBIbYGo1G4A9SOAAAIZQIAuIoAAAhErkHjCreVtEq5NyLWwybkrlm3XE0OWa+miPb6Bk9Njz1dRjbr5/HUWCCSHQIk2lVXn5Z7eaLMRJ+2Yt05zb35PWxet8yeO2/i0sPGakBCaWG7tsLyl6TEefvhh2Q9kP/vss3DzGzVqpOnTp+uOO+4IbyODAAIIIIAAAskqQOEIIIAAAggggAACCCCAAAIIIBD5AvQQAQQQQAABBBBAAAEEEEAAAQQiX4AeIoAAAggggAACCCCAAAIIIIBA5AvQQwQQQAABBCJOwObKB2Hz6C1sTr3d92HXzr0aMXixfpm6Vc7ZHHynHv3LqPM150WcAx1KXoHTCuRUo7HdVKhuKXmDyY9Zd36uFR/85t/LwcabjTsbfxY2JuW9gtTL8kYgVQVq1aqlQYMGqUKFClq6dKnsYQl//vmn6tev7z/EoWTJkgpeJUqU8O/XUbFiRdkxduzs2bNVtmxZ3X777brwwguDQ5M8vf7667VgwQJde+21J152QsKJn8MZCESuAD1DIEUE+ORNEWYqQQABBBBAAAEEEEAAAQSOJsB2BBBAAAEEEEAAAQROScB+Bvzqq6+Gy/j444915513htdTOtO8eXOddtppfrXLly/3f67tr7BAAAEEMrYAvUcAAQQQQAABBBBAINUFolK9BTQAAQQQiHgBOogAAghEpkAwwdZSC5t8axNxLWxS7vKl2/X4g8u1dNFuDyA0ReWxUReqep283jpvBJJXoHjryqrzylWykWfjc/vcdZrT/z1tXbjWnzi+f/9+Wdi4tf0W1qIgtXx6iNjYWLVq1Ur33nuvNm3aFG7ysGHDZPuqV68e3kYGAQQQQAABBJJbgPIRQAABBBBAAAEEEEAAAQQQQCDyBeghAggggAACCCCAAAIIIIAAAghEvgA9RAABBBBAAAEEEEAAAQQQQACByBeghwgggAACCESWgM2RD8Lmz1vYXHq778OunXv1dMxC/fzD3wqO6dG/jDr3PS+yEOhNiglkL5BTjcZ2VeG6peQNKv+eDrPumqAVH/zm38vBxp2NPxuHFjburHFBankCgVMV2Lp16xGLuOqqqzR69GhVrlz5iPttY9GiRXXDDTdoxIgR/rGWdu/eXXny5LHdh0TBggUPOfbZZ5/118855xw55w45NilW6tevL7tXyHPPPXfE9hxXHcnQruOql4MQSJMCNAqBlBFI+m+ElGk3tSCAAAIIIIAAAggggAACkSFALxBAAAEEEEAAAQQQOHWBdu3a6eGHHw4X9PTTT2vkyJHh9ZTOtG/fPlxlXFxcOE8GAQQQyLgC9BwBBBBAAAEEEEAAgdQXiEr9JtACBBBAIMIF6B4CCCAQgQLBxFpLLWzSrU3AtbDJuMuWbNfjQ1Zo+dK9Cs0LdHrihSqqXjtvBGrQpbQqUKxVJdV5tZc3Bp0X0s756zW3/3vaumCtP3HcxquFjV8bxxbWlyC1fFqOoUOHKjo6Wv/73//CzWzQoIGmTZumO++8M7yNDAIIIIAAAgikkADVIIAAAggggAACCCCAAAIIIIBA5AvQQwQQQAABBBBAAAEEEEAAAQQQiHwBeogAAggggAACCCCAAAIIIIAAApEvQA8RQAABBBCIIAGbGx+EzZu3sDn0dt+HnTv26pmYRfp16lY5++Ocrrq5rDr3PTeCBOhKagiclj+nGo7rpsINzpM3rPyYfdfnWvH+b/69HGz82Ti08WhhY9TaGaSWJxA4GYHY2Fj16dNHX3755cmcnmbPOeOMMzRixAhNmTJFjRo1OrV2JiT45ycolPorLBBIBQH7zJ8+fbomTJiQLLXv3LlT/fr1U9u2bbVx48Yj13EcW9etW6fx48fLyjuOwzkEgSMK8Il7RBY2IoAAAggggAACCCCAAAIpI0AtCCCAAAIIIIAAAggkkcCgQYPUrVu3cGk33XTTIc+ACO9IgYw9fyKoJi4uTitXrgxWSRFAAIGMKUCvEUAAAQQQQAABBBBIAwJRaaANNAEBBBCIaAE6hwACCESagE2usj5ZamGTbW3irYVNwl22dIceG7JCy5fukRIS7K0nX6isarXy2GkEAikqUKxlJdV+tZc/Dr0BqZ1/rNfc/u9qyx9/+hPH9+/fLwsbxzaeLayBQWr5tBY2Ibl169a65557tGnTpnDzhg4dKvshbI0aNcLbyCCAAAIIIIBAyglQEwIIIIAAAggggAACCCCAAAIIRL4APUQAAQQQQAABBBBAAAEEEEAAgcgXoIcIIIAAAggggAACCCCAAAIIIBD5AvQQAQQQQACBSBGwOfFB2Hx5C5s7b/d92LFjj56OWaifp25RwoE/PfuXVqfepSKl+/QjlQVOy5dDDcd2VaH65/r3c7AH386++3Mte/cX/14ONg5tPNq4tLCxak0OUssTCByvwNtvv62WLVuqcePGGjdunGxMHe+5af243r17a+HCherfv3/SNNU5vxwn56csEEgtgalTp+qGG27Qhg0bUqsJ+q+KN2/erH79+sna+l/Hsh+BYwnwiXssHfYhgAACCCCAAAIIIIAAAskrQOkIIIAAAggggAACCCSlwOuvv65q1aqFi7z11ls1d+7c8HpKZdq1ayfnQj+BWLx4sf/8iZSqm3oQQACBtChAmxBAAAEEEEAAAQQQSAsCUWmhEbQBAQQQiGABuoYAAghElEAwkdZSC5sQaRNuLeLj47V0yQ499uByrVy2V/6PhLwfDD01+kJVq5U3ohzoTPoSKNaykuq8drXkjUeLXQs2aH7/d7Vl/hrZuLXxa2Hj2ca1hbxXkHrZNPN+5JFH1LFjR3366afhNtWrV0/Tpk3T3XffHd5GBgEEEEAAAQRSXIAKEUAAAQQQQAABBBBAAAEEEEAg8gXoIQIIIIAAAggggAACCCCAAAIIRL4APUQAAQQQQAABBBBAAAEEEEAAgcgXoIcIIIAAAghEhIDNhQ/C5slb2Jz5ffv2aeeOvXo6ZrF++XGr31cnp143l1HnPuf66ywQSCqBbHlzqOG47irc4FxvlMmPefdM0PJ3f5GNRQsblzY+LWzMynsFqZfljcAxBV588UXVqFFDXbp00WeffXbMY9PjzsqVK2vs2LEqVKhQ0jU/ISHpyqIkBE5BwL4D7LP/FIo41VP/83xrn8V/HsgBCPyHAJ+8/wHEbgQQQAABBBBAAAEEEEAg+QQoGQEEEEAAAQQQQACBJBf4v//7P+XKlcsvd9GiRbrrrru0e/dufz0lF+3bzpfbNgAAEABJREFUtw9XFxcXF86TQQABBDKgAF1GAAEEEEAAAQQQQCBNCESliVbQCAQQQCBiBegYAgggEDkCwQRaSy1s8pJNtLWIj4/XksXb9diQFVqxbK8S/D/SU6Mrq2rNPJGDQE/SrUDRFpVUe/zVUkJodO5cuEHz+7+nLfPWyMavjWMLG9c2vi2ss0Fq+dSM2NhYtW7dWoMGDdLGjRvDTRkyZIi+++47f8JyeCMZBBBAAAEEEEgFAapEAAEEEEAAAQQQQAABBBBAAIHIF6CHCCCAAAIIIIAAAggggAACCCAQ+QL0EAEEEEAAAQQQQAABBBBAAAEEIl+AHiKAAAIIIJD+BWwOfBA2P97C5srv27dPO7bv0fCYRfr1x63hjva6uYw6XV0qvE4GgaQUyJbndDUc112FGpwn/+G33mLeoAla8e4vsjFpYePTxqmFjV2rP0gtTyBwuMBLL72kWrVq6ZprrtGMGTMUvLJkyaLevXurSZMmwaZ0nZ522mlJ337nkr5MSkQgXQrQaARSSMD72PXeKVQZ1SCAAAIIIIAAAggggAACCBwqwBoCCCCAAAIIIIAAAkkvcN555+n1118PF/zpp5/qzjvvDK+nVCY6OjpcVVxcnNauXRteJ4MAAghkLAF6iwACCCCAAAIIIIBA2hCIShvNoBUIIIBAhArQLQQQQCBCBIKJs5Za2KRam2BrER8fryWLtuvxh1ZrxbK9krO30zNjLlTVGnnEC4G0IlC0RSXVfr2P1xxvkHrLXYs2aMHN72nrvDWycWzj2cLGt41zC+8wBanlUyOGDRumTp06yX7AG9Rfp04d/fTTT7r33nuDTaQIIIAAAgggkJoC1I0AAggggAACCCCAAAIIIIAAApEvQA8RQAABBBBAAAEEEEAAAQQQQCDyBeghAggggAACCCCAAAIIIIAAAghEvgA9RAABBBBAIJ0L2Nz3IGxevIXNkd+3b5+2b9ujp2IW69eftim478PVt5RRp6vPES8EklMga57T1fClK1WkUWnJOS+kufdM0Ip3fpaNTQsbpzZeLWwMy3sFqZfljYAv8Oqrr6pu3brq3bu3pk2b5m+zReHChTVw4ED9+uuvGjt2rAoUKGCbiSMJJCT4WxMUSv0VFhlaYOfOnerXr58fK1as0JAhQ1SvXj3VrFlTXbt21c8//+zfW2fixImyh4hUr15djRs31pgxY7Rnz55D7Oxz2463/0Zr1aolO7Z169Z65513Djk2JiZGt912m3/uiBEj/OPGjx/vr9tix44dGjlypJo3b+7vs3Isb9tsnx2TOKzdt956a7jdvXr18j8PEh8T5IM2XnPNNf7xVrb19xpv3dpu++1Ye0jKZZddplWrVmn69Olq2LChb2Rett/aYe2xdlkZFpa3bbbPjiEQ8AW8j1vv7WdZIIAAAggggAACCCCAAAIIpLAA1SGAAAIIIIAAAgggkEwCrVq1kj0fIijefub1zDPPBKspknbo0CFcz/z582U/3wpvIIMAAghkJAH6igACCCCAAAIIIIBAGhGISiPtoBkIIIBARArQKQQQQCASBIJJS5Za2GRam1hrER8fryWLdujRh1ZpxQqbsJUgm//39OhKqlL9zEjoPn2IMIEizSuq9ht9Qr1KSNDOhRv0R/93tWXuatl4tnFtYePcxruFHRyklk+pmDx5stq0aaO7775bGzZsCFc7ePBg/fDDD/5EyvBGMggggAACCCCQqgJUjgACCCCAAAIIIIAAAggggAACkS9ADxFAAAEEEEAAAQQQQAABBBBAIPIF6CECCCCAAAIIIIAAAggggAACCES+AD1EAAEEEEAgPQvYnPcgbD68hc2N37dvn7Zv26PhMYv1y7StUkLovg9X31JanXqdk567TNvTkUDWM7OrwbjuKtyotD8EbTHvngla8c7PsjFqYePVxq2FjWXrXpBansi4Aq+//roaNGigq666SlOnTg1DFCpUSPfff79mzpypRx99VOeff354H5mjCDjn73ByfsoCgUBg5cqVuu666/z/xi655BJVq1ZNixcv9v8bGzp0qJ+WLFlSzZo1808ZM2aMXn31VT9vC/u8fu211/wy7AEj9t+s3Rcna9aseuyxxzRw4EBt377dDlWVKlVUp04dP3/BBReoffv2Ou+88/z1P//8U7169ZKVlT9/fn+f1blr1y6/Pvtvfs8eu4+Vf7jmzJmjPn36+PfaqVSpkuxhK9u2bdMtt9yiX375JXTQgWXiNi5cuFCNGjXyyz/33HP166+/qn///po2bZp/tH2+NG/eXDly5FCBAgXUunVr1a1bV5kzZ9aJttEvkEWGFnAZuvd0HgEEEEAAAQQQQAABBBBIPQFqRgABBBBAAAEEEEAgOQXuvPNO9ejRI1yF/Xzqk08+Ca8ndyZLlixq2bJluJq4uLhwngwCCCCQkQToKwIIIIAAAggggAACaUUgKq00hHYggAACEShAlxBAAIF0L2CTmqwTllrYJFqbUGsRHx+vxYt2aNhDq7RqZXxo2p9zGjGmsqrWyGOnEQikSYEil1dU7Tevkbzx6pzTrsUbtfCmd7VlzmrZuLbxbWHj3ca9hbxXkHrZZH8PGzZMnTp1UuIf5NaqVUs//vijP2Ey2RtABQgggAACCCBwIgIciwACCCCAAAIIIIAAAggggAACkS9ADxFAAAEEEEAAAQQQQAABBBBAIPIF6CECCCCAAAIIIIAAAggggAACCES+AD1EAAEEEEAg3QrYXPcgbB68hc2J37dvn7Zt3aPhg5fot+nb5Lw/9u5zWxl16nVOuu0vDU+fAllyZ1eDl65UkcZlvA44L6R590zQird/lo1VCxu3//zzjyxsTNtBQWp5ImMJvPXWW7rooot05ZVX6rvvvgt3Pn/+/Lrnnns0ffp0DR48WEWLFg3vI/MfAgkJ/3EAuzOqwNq1a1WuXDm99957iomJ0fPPP6/u3bvLtk+ePFmjR4/WE088oaFDh2rs2LHKmzevZsyYoZ07d/pkv/76q8aNG6eyZcvqww8/9I+977779H//93+65pprNHXqVH3wwQf+sW3atFHHjh39/MUXX6xBgwb5D9e3DZ9++qmWLVumG2+8Ua+++qq/z+r86KOPVLFiRf32229avny5HerX/eyzz2rHjh165JFHNGrUKAV1tm3b1v9u8Q88sLAH91v/SpYsqTfffNPvi9U9fvx4v892X6Gvv/7aP9r6cdNNNylPnjwqWbKkBgwY4H8WZc2aVSfSRr8wFhlegE/eDD8EAEAAAQQQQAABBBBAAIHUEaBWBBBAAAEEEEAAAQSSXcB+nlWjRo1wPXfddZdmz54dXk/uTIcOHcJVxMXFaePGjeF1MggggEAGEaCbCCCAAAIIIIAAAgikGYGoNNMSGoIAAghEnAAdQgABBNK3QDBB1lILmzxrE2ktbDLTooU79MiQlVq1cq9sv/X22TGVVaX6mZYlEEjTAoUvq6Bab11zoI0J2rV4oxb0f0dbZq+SjW8b5xY27m18W9jBQWr55IjJkyfLJhjefffdWr9+fbiKBx54QD/++KNq1aoV3kYGAQQQQAABBNKKAO1AAAEEEEAAAQQQQAABBBBAAIHIF6CHCCCAAAIIIIAAAggggAACCCAQ+QL0EIH/Z+8+AJuq2jAAv7dlyBAE2YhM2SDIVHCxBWRvZblRQGVv2XvvIXsIyN6g7A1lg2xa9t6FAgX6f99Jb5ryowJCSdK35M05d+Tecx5yT9okN6EABShAAQpQgAIUoAAFKEABClCAAt4vwB5SgAIU8EwBPcfdjp7/rtFz4e/fv4+bN+6iT4ej2Lnlpumcfvno1z+lR+Xaqcw0rygQ0QJR47yCAqNrImmh9KG7DsGBNotwYto26H1Wo/dfvR9r9L6tK9ql1hnvF5g+fToKFy6MGjVqQD9nw+5xvHjxoF+YsHXrVnTu3BkpUqSwF7F8UgHLetI1uV4kE4gaNSqqVauGmDFjmp5bloW3337b1PPnz4/MmTObul4lTZoUqVKlMp99c/v2bZ2F5cuX4969e6hXrx4SJUpk5ulVlChRzGflJE+eHCtWrMCNGzd09mMTFBSEgIAAs+0SJUrAssLur3HjxkXKlCmhjw36OAH5OX78OA4ePIj3338fH374ocxxXHSfderUQbJkyRwzQq9PnTqFO3fuoHTp0tA+hM42RerUqRE7dmzzWGRm/M3V07bxbzbD2S9dIGIbEHZPjtj9cm8UoAAFKEABClCAAhSgAAUoQIHILcDeU4ACFKAABShAgYgR0Ne39bUs3dv+/fvRvHlz3Lp1SydfeCpVquTcx549e7BmzRrnNCsUoAAFKECByCHAXlKAAhSgAAUoQAH3EfBxn6awJRSgAAUoQAEvE2B3KODBAvaJsVpq7BOj9OSo4OBgHD4UiG6dT+HMqWDTSx/5rXLwqLeRI1dcM80rCniCQJLiWZFv6rdA6MmAd/0v43DD6bi+5yT0fq73d43e//U40EB+7FKqz/XSo0cPVK1aFXPnznVuN0+ePNi4cSPat2/vnMcKBShAAQpQgAIUoICbCbA5FKAABShAAQpQgAIUoAAFKEABCni/AHtIAQpQgAIUoAAFKEABClCAAhSggPcLsIcUoAAFKEABClCAAhSgAAUoQAEKeL8Ae0gBClDAAwX03HY7et67Rs+B1/Phb1y/iz7tj2L31kD7lHl883N6VK6TygN7yiZ7k0C0OK+gwOiaSFo4Iyz5B8nBNotxYuo23L9/30Tvx3p/1uh9HPJjl1LlxUsFZs6ciWLFipnP1lixYoWzl3HixEHTpk2xdetWdOvWDalSpXIue1zltddeQ5o0adwij2vfS50XEmJ2HwJHaSZ4RQERiBUrFvTYker/XdKlSwfLssLN9/X1dU7fvn0bR48eNdNz5sxB165dw2X48OG4c+cOzp07h8uXL5v1HncVI0YMczv9khRty9mzZ82XlIwYMQJ16tTB4sWLw91Ml9+4cQOZM2eGa3t0pQQJEiBt2rRadSZv3rxYtmwZatasiWvXrmHfvn3mc3zatWuHH3/8Ebot58p/U3naNv7NZjj7ZQtE8P454kYwOHdHAQpQgAIUoAAFKEABClCAAhRQAYYCFKAABShAAQpEkECqVKkwZcoU594WLVqEFi1aOKdfZCV27NgoWrSocxdr1qxx1lmhAAUoQAEKRAoBdpICFKAABShAAQq4kYCPG7WFTaEABShAAQp4lQA7QwFPFbBPiNVSoyfL6omzehKtngR+6GAgunU+jTOngs2pfj7yG+XgkW8jxztxPbXLbHckFkhcLAvyT/sOlo8l9+cQ3PG/jMMNpuPGnlPQ+7ve7/X+r8eBHg8a5bJLrf/X6Iul5cuXNy/Wnj9/3rm5tm3bYsuWLcifP79zHisUoAAFKEABClCAAu4nwBZRgAIUoAAFKEABClCAAhSgAAUo4P0C7CEFKEABClCAAhSgAAUoQAEKUIAC3i/AHt93cV8AABAASURBVFKAAhSgAAUoQAEKUIACFKAABSjg/QLsIQUoQAFPE9Bz2u3o+e4aPfddz4O/ceMu+nQ4hl1+gdAvHNX1vm2UHpVrp/S0brK9XioQ9dVX8N7omkhSOKP0MAR6Hz3YZhFO/OaH+/fvm+j9+eHDh9DoclnRrKcl410Cc+bMwSeffIJKlSrhjz/+cHYuZsyYaNSoEbZu3YqePXsibdq0zmX/VIkXLx7cJfqFC//U1ghfZllmlxYsU/KKAraA3lfjx49vTz5Tqb+DrFixArNmzQqXefPm4eLFi7h37x7u3Lnzj9u+fPkyWrVqhffffx+ffvqpGQNGjRqFK1euIEGCBOFue+rUqXDTrhPRokVD3LjhP+9KH0uWLVuGUqVKoUiRIqhduzY6deqE5cuXQ/seNWpU1038bf1p2vi3G+GClyoQ0Tu3InqH3B8FKEABClCAAhSgAAUoQAEKUIACIAEFKEABClCAAhSISIGSJUuiV69ezl0OHjwYffv2dU6/yErFihWdm9fvtLh+/bpzmhUKUIACFKCAtwuwfxSgAAUoQAEKUMCdBHzcqTFsCwUoQAEKUMCLBNgVCnikgJ7EpA3XUqMnyeoJs/bJswcPBqJblzM4c+Y+9Dw/Hx8LQ0ZmR4534oI/FPBUgURFsyDvtHqwfHzkbm3h7vErOFx/Kq7vPmlOGtf7vx4HejzocaHRvtql1p81egJy1apVoScr29vIlSsX1q9fj44dO9qzWFKAAhSgAAUoQAEKuK8AW0YBClCAAhSgAAUoQAEKUIACFKCA9wuwhxSgAAUoQAEKUIACFKAABShAAQp4vwB7SAEKUIACFKAABShAAQpQgAIUoID3C7CHFKAABTxKQM9lt6PnuWv0nPfg4GDcvHEPfTr4Y/e2QMCyYAH4tlF6VKqVUmq8UMB9BKLGjo4CY2oiaZFMsCy5p0oOtV2Mk7/5/d9nOeh9XO/z2nq71Drj2QLz589H6dKlUb58eSxZssTZmejRo+PHH3+En58f+vTpg/Tp0zuXsfIfBUJC/uMGeHMK/L1A4sSJMXfuXHPs6vH7aFasWIFMmTL97QZu376N9u3b488//0TRokUxdOhQLFu2DJs2bcK8efOQJ0+ecLd94403wk27TujvRXfu3HGdhbVr16JDhw7mMad58+aYNWsWVq5caT7H55dffkGMGDHCrf+4iadt4+O2wXkvXSDCG8CRN8LJuUMKUIACFKAABShAAQpQgAIUoAAFKEABClCAAhSgQIQLNGnSBF988YVzv40bNw73/RLOBc+5UqlSJecWd+zYgTVr1jinWaEABShAAQp4uQC7RwEKUIACFKAABdxKwMetWsPGUIACFKAABbxGgB2hgOcJ2CfAaqknxmr0RKf79++bE2cPHAhE106nceZMMBASAh/5TXLoqOx4O2dcz+ssW0yBRwQSFcmMvFO/A3wsuXuH4M7xKzhcfyqu7zph7v96HOjxoMeFHiMa3YRdav1poicMVqhQAXqy4Llz55w3bd26tTnJ8b333nPOY4UCFKAABShAAQpQwJ0F2DYKUIACFKAABShAAQpQgAIUoAAFvF+APaQABShAAQpQgAIUoAAFKEABClDA+wXYQwpQgAIUoAAFKEABClCAAhSgAAW8X4A9pAAFKOA5AnoOux09v12j57oHBwfjxvW76PnLUezeFogQ/aZRufqucXpUrpXSczrIlkYqgSixouO9MbWQpEhG81klerc92HYRTkzZ+n+f5aD3db3vK5Bdap3xPIHFixejbNmyKFOmDBYuXOjsQJQoUVC/fn3zuRr9+/dHpkyZnMtYeU4ClvWcNsTNUCBMIEaMGEiaNCkuXryIffv2hS0IrZ05cwbly5fHN998g2vXroXO/f/i+PHj5vb58+dH27ZtkTdvXsSPHx86Nty+fRvnz58PdyPdZ5w4ccyYcffu3XDLrl+/Dn9//3DzVqxYAX0s0c/vqVy5Mt588028+uqrZh1te2BgoKn/09XTtvGftsVlL0sggvcrw65cInin3B0FKEABClCAAhSgAAUoQAEKUCCyC7D/FKAABShAAQpQ4OUIjB49Gvpal733Fi1aYPfu3fbkCylff/11vP/++85tr1mzxllnhQIUoAAFKODdAuwdBShAAQpQgAIUcC8BH/dqDltDAQpQgAIU8BIBdoMCHiZgn/iqpZ7EpKWeAH7//n1zwuz+/YHo2vkMzp27Dz3ZxDeKD4aNehtv54jjYT1lcynw9wKJimZBnun14OPrAz2f9d6JqzhSfyqu7zxujgM9HvS40GNEo8eJbs0utf4k6dWrF6pUqYLZs2c7V8+RIwfWrl2Lzp07O+exQgEKUIACFKAABSjgAQJsIgUoQAEKUIACFKAABShAAQpQgALeL8AeUoACFKAABShAAQpQgAIUoAAFKOD9AuwhBShAAQpQgAIUoAAFKEABClCAAt4vwB5SgAIU8BABPXfdjp7TrtFz3IODg3H92l307hCAvTtuS28sc078900yoFLNN2WaFwq4r0CUmNFQYGwdJCuW2dxvLcvC4XaLcWLyluf6WQ7uKxB5WrZs2TJUqFABJUuWxLx585wdtywL9erVg5+fHwYNGoSsWbM6l7HynAVCQswGQ+AozQSvKPAfBSzLQvHixRE1alT8+uuvOHnypHOL+nk848aNM/MyZsyIuHHjmmVRokSBj48PAgMDzbTr1bVr1xAUFOScpb/vTJ8+Hdu2bXPO00qaNGmQM2dOM1/HF/0dSefrPmfMmAF/f3+dDBf9neny5cvh5ml7Bw8eDN2P6wJtn0bbott0XfakbXS9DetuIhDRzZDhVi4RvVfujwIUoAAFKEABClCAAhSgAAUoELkF2HsKUIACFKAABSjwEgX0da3XXnvNtODgwYNo3rw5bt68aaZf1FWlSpWcm16zZg1u39b3DjlnsUIBClCAAhTwTgH2igIUoAAFKEABCriZgI+btYfNoQAFKEABCniFADtBAU8SsE9s0lJPUtJSTwDXk5I0f/0ViK5dzuLcufvm1D5fXwvDRmZF9rdf9aRusq0UeCKBRIUzI8/072H5+sr6Ibh38iqO1p+G6zuOhztxXI8T+3iRFaHTWv5T1q1bh4oVK6JZs2ZyPJ1zrtqyZUvs2LEDBQsWdM5jhQIUoAAFKEABClDAMwTYSgpQgAIUoAAFKEABClCAAhSgAAW8X4A9pAAFKEABClCAAhSgAAUoQAEKUMD7BdhDClCAAhSgAAUoQAEKUIACFKAABbxfgD2kAAUo4AkCes66HT2XXaOf+RAcHIzr1+6iVwd/7NoeiBD5B0m9xm+h4ucpPKFrbCMF4BsjKt4dWxtJi2U2n8+gX5R7+JfFODF5S7jPctD7vSYkRNeQe3poSUL3Fli+fDkqV66M4sWLY/bs2eEa+80338DPzw9Dhw7F22+/Df68YAHLMjuwYJmSVxR4XgK5c+fGF198gYCAAFSrVg1NmjRBp06dTH3WrFlInz49qlevDsty3PcSJEiAOHHiYMaMGfjll1+wYcMGpEyZElmyZMFff/2FGjVqoH379ialS5fGqFGjkCxZMty4cQMXL140zY4ePTrq1asH3Zbuq3bt2s59jh8/HrFjxzbr2VeFChWC3qZz587mdl27djWlfiGKfglKrFixcP78eecXosSIEQNJkyY17Wnbti0mTpxopp+mjfa+WbqPwMtoifUydsp9UoACFKAABShAAQpQgAIUoAAFIrEAu04BClCAAhSgAAVepkCKFCkwdepUZxOWLFmCFi1aOKdfREVf77K3u2XLFqxZs8aeZEkBClCAAhTwWgF2jAIUoAAFKEABCribgI+7NYjtoQAFKEABCniBALtAAY8RcD3h1T4B9sGDB86TY/f9FYiuXc/i/Ln7gAVEjeKDYaOyIfvbccAfCnirQMLCmZFn+vfwieIrXbRw79RVHGswFde3BziPDT1O9Ph5+PAhtJQVnaXWH03v3r1RpUoV6AmL9rLs2bNj9erVcox1tWexpAAFKEABClCAAhTwLAG2lgIUoAAFKEABClCAAhSgAAUoQAHvF2APKUABClCAAhSgAAUoQAEKUIACFPB+AfaQAhSgAAUoQAEKUIACFKAABShAAe8XYA8pQAEKuL2AnrNuR89h19y/f9+c337t6l306hiAPTtu68c+SF8s/NAkPSp9/qbUeaGA5wj4vhIV742tg2Qlspr7siXXR35ZjBOTNpv7ut7n9bMc9P6v0WNCe2eXWmfcS2DVqlWoVq0aihQpghkzZoRr3Jdffgn94oERI0bgnXfeCbeMEy9QICTkBW6cm47MAr6+vvjiiy8wfPhwZMmSBRs3bsTcuXNx48YN1K5dG6NGjULSpEmdRGnSpMFnn31mxveFCxdiw4YNiBkzJtq3b4/y5csjMDAQCxYswIoVK5A/f35MmTIFjRo1go+PDw4cOODcTrp06TBy5EiULVsWAQEBmD9/vlmnU6dOeP/9953raUWndX7KlCmxbds2zJkzB5cvX0a7du0wceJEZM6cGadPn8a1a9d0dcSIEQN16tRB8uTJsX79eixatMjMf9o2mhvxyl0EXko7OPK+FHbulAIUoAAFKEABClCAAhSgAAUirwB7TgEKUIACFKAABV66QPHixdGvXz/YP0OHDoV+F4U9/bzLZMmSIW/evM7Nrlmzxll/XEVfA3vcfM6jAAUoQAEKeJAAm0oBClCAAhSgAAXcTsDH7VrEBlGAAhSgAAU8XoAdoIBnCNgnuGppn/iqJ8LqCbGavftuokuXszh/7j5C5F8UX2D4yKzInv1Vz+ggW0mB/yCQoFAm5P79B1hRfKDHyN2TV3G0/m+4vs3fnFiox4geL7rMPn50dzqtpR09ua9ixYpo2rQpzp49a89G8+bNsWvXLnzwwQfOeaxQgAIUoAAFKEABCniaANtLAQpQgAIUoAAFKEABClCAAhSggPcLsIcUoAAFKEABClCAAhSgAAUoQAEKeL8Ae0gBClCAAhSgAAUoQAEKUIACFKCA9wuwhxSgAAXcW0DPUbej565r9Hx2zdUrd9CzQwD2bL8lnXB8tWj9pm+h4mcpZJoXCniegE/0KMg/phaSlcgKc4+Wq6O/LMGJiZvCfZaDHgcaPTa0l3apdeblC6xduxaff/45Pv74Y0ybNi1cg2rXro2NGzfi119/RZ48ecIt40QECFhWBOyEu/AkgZgxY2LYsGGYM2cOEiRIEK7p+rk3fn5+qFWrVrj5f3cby7LwzjvvYOTIkdDP1NHbLlu2DA0aNECsWLHCbSNKlCioW7cu9MtHdL0mTZpAf15//XW0bt3aOV+Xt2vXDilTpjSfw7NlyxZ88803cP1JnDix8za6fPr06ShUqBA6dOgQrl+WZZn5ulzX02i9VKlSiBcvnnGYN28e9AtS7O3rODV79mxoG3/77Te89tpreJY22ttj+bIFXs7+OfK+HHfulQIUoAAFKEAhtucRAAAQAElEQVQBClCAAhSgAAUiqwD7/bwE9LUXJsR89jgd6MD7AO8DEXUfeF5jOLfjHgI//fQTvv76a2dj9LsoZs2a5Zz+u4q+NqavT/3d8r+bX6lSJecifY3t3r17zmmtVKtWDfo6n2VZ8PHxAX8oQAEKUIACni3A1lOAAhSgAAUoQAH3E+Bf2+73f8IWUYACFKCApwuw/RTwAAF9IVGbqaV9wuuDBw+cJ8Pu3XsTXbqex4UL9wELiBrVByNHZUe27K+CPxSILAIJPs6EPDPqwydqFMhrlQg+fR3HGkzFNT9/57Gix43rcaQ2Oq1lnz59UKVKFbi+2Jo1a1asXLkS3bt311UYClCAAhSgAAUoQAFPFmDbKUABClCAAhSgAAUoQAEKUIACFPB+AfaQAhSgAAUoQAEKUIACFKAABShAAe8XYA8pQAEKUIACFKAABShAAQpQgAIU8H4B9pACFKCAmwroeemu0c9+0Ny/f9+cz37lyh307Hgce3fdBizIj4X6Td9CxRoppM4LBTxXwDd6VOQbUxvJS2aFuW/L/fto+yU4OXEzgoODzf1fP8tBjweNHieQH7uUKi8vSWDDhg2oXbs2PvjgA0yePDlcKz7//HOsW7cO48aNQ/78+cMt40QECoSEmJ2FwFGaCV5RgAIUiCwCL6mfHHFfEjx3SwEKUIACFKAABShAAQpQgAKRU4C9/k8C+loLI8+gy3PpdKAD7wO8D7zs+8B/GtB5Y7cRGDlyJAoUKOBsT/PmzbFjxw7n9KOVypUro1OnTggICHh00b9OV6pUybnO+vXrsWbNGpQrVw4+Pj6wLAvTpk1DUFCQWadgwYKm5BUFKEABClDAYwXYcApQgAIUoAAFKOCGAj5u2CY2iQIUoAAFKODRAmw8BdxdQF9Q1DZqqSe6avTEV/sk8L17A9Gp6zlcuHAfei5f1Kg+GDEyC7Jmi603YygQqQRe/ygjcs+sDytqFOl3CIJPX4N//Sm47udvThrX40aPHz2ONHpc6QnL+iJokyZNcObMGbmd46LTe/bswUcffeSYwWsKUIACFKAABShAAY8WYOMpQAEKUIACFKAABShAAQpQgAIU8H4B9pACFKAABShAAQpQgAIUoAAFKEAB7xdgDylAAQpQgAIUoAAFKEABClCAAhTwfgH2kAIUoIA7Cuh56douLTV6rrpGz1/XXL4chF4dj2PvrtuA+QIKoEGzt1CxRgq9GUMBjxfwjR4F+UbXQbKS2eQ+7ujO0faLcXLiJgQHB5vPc3j0sxx0LT1etGQiVmDz5s344osvzBcXTJgwIdzOq1evjtWrV2PixIlmebiFnIh4Acsy+7RgmZJXFKAABSKTwMvqK0fclyXP/VKAAhSgAAUoQAEKUIACFKBAZBRgn59dwH6NRUt9XVJLjdaZh6ABDXgf4H3gRd4HdLzV6D601NFcS43WGc8WmD59OuLHj286ceTIEbRo0QLXr1/Hoz9Zs2bFjBkzzGx/f39TPs1V6tSp8fbbbztvUrRoUcydOxePux8VKFDAuR4rFKAABShAAU8UYJspQAEKUIACFKCAOwr4uGOj2CYKUIACFKCABwuw6RRwawH7BRgt9UU+O3oCuGbP3kB06noOly4+MKfxRYvmg5EjsyBbtlfdul9sHAVepMDrH2ZE7pkN4BMtKmBZCD57A/71p+D61mPmpHE9duxjqU+fPqhatSpmzpwJ+ydz5sxYvnw5evXqZc9iSQEKUIACFKAABSjg+QLsAQUoQAEKUIACFKAABShAAQpQgALeL8AeUoACFKAABShAAQpQgAIUoAAFKOD9AuwhBShAAQpQgAIUoAAFKEABClCAAt4vwB5SgAIUcDsB/bwHbZSWGvtcdT1vXXPl8h307nwSe3fdhqUrWhZ+bJ4eFau/oVMMBbxGwCeaL/KNqYNkpbI5++TfYSlOTtiE4OBg83kODx48cH7hih4vuqJdap15sQJ+fn74+uuvkT9/fowdOzbczqpUqYIVK1ZgypQp+OCDD8It48RLFAgJeYk7564pQAEKvFSBl7ZzjrwvjZ47pgAFKEABClCAAhSgAAUoQIHIJ8AeP6OAvrbyaPQ1Sn0dxjX6WiVz37xGRQc68D7A+8B/vQ+4jq9a13HXNTou67Bul1pnPFMgWbJkmD59urPxy5YtQ/PmzZ3TWvH19cW+ffu0ahIQEGDKJ7368MMPYVkWdu3a9a83eeONN5AhQ4Z/XY8rUIACFKAABdxYgE2jAAUoQAEKUIACbing45atYqMoQAEKUIACHivAhlPAfQXsF/C0dH2Bz34BcfeeQHTsfA4XLz6AnlASLZqFUaOyIGvW2O7bKbaMAhEkEP+DDMg1qwGsqL6yxxAEn70O/x8m4/qWo+YNOevXr0e1atXQrFkznD59WtZxXBo1amReUC1UqJBjBq8pQAEKUIACFKAABbxEgN2gAAUoQAEKUIACFKAABShAAQpQwPsF2EMKUIACFKAABShAAQpQgAIUoAAFvF+APaQABShAAQpQgAIUoAAFKEABClDA+wXYQwpQgALuJaCf96At0lJjf/aD/bkPVy7fQY+OJ7Bn523zuQ/62Q8Nm6VDhWrJ9WYMBbxOwCeqL/KNrYtkpbObvoXIPd+/4xKcnLAJwcHB5vMcXL8MQY8bXdEutc48f4EdO3bgu+++Q548efDrr7+G20HFihWhX1gwbdo0fPzxx+GWccINBCzLDRrBJlCAAhR4GQIvaZ8y7MrlJe2cu6UABShAAQpQgAIUoAAFKEABCkQ2Afb3WQT0NRU7+tqkvu6isV+f1FJfk9FonblvXp+iAx14H+B94L/eB3Rc1bhuR8dhjT0ua6lju11qnfFMgcKFC2PgwIHOxo8YMQI9e/ZEixYtYFkW9P/duVAqAQEBcv3Pl3z58pnbWpaFNWvW/PPKLksLFCjgMsUqBShAAQpQwBMF2GYKUIACFKAABSjgngI+7tkstooCFKAABSjgoQJsNgXcVMB+4U5LfYHHjv2i367dgejY5RwuXXkAWED0aD74dVRWZMkSG/yhAAUcAvHfz4Dcs3+ET/SoMsPC/fM3EfDDFIxr0Ru1atXC7NmzZb7jkiFDBnPCcu/evaHHnWMurylAAQpQgAIUoAAFvEaAHaEABShAAQpQgAIUoAAFKEABClDA+wXYQwpQgAIUoAAFKEABClCAAhSgAAW8X4A9pAAFKEABClCAAhSgAAUoQAEKUMD7BdhDClCAAm4kYJ93rqXm0c99uHzpDnp0Ool9e27DsgC54Kfmb6FitTfAHwp4s4AVxQf5xtZFsk/flvu9ZRLQcQlOTdgE+wsR9Ito7GNGjx/1sEutM89HYPfu3fjhhx+QJ08e6BcSuG61XLlyWLx4MWbMmIGiRYu6LmLdnQRCQkxrQuAozQSvKEABCkQGgZfVRxlu5fKy9s79UoACFKAABShAAQpQgAIUoAAFIpcAe/vUAq6vpWhdX2u5e+8hJv5xB5P+vOsopT5Z6ppJfwRhsmuWBWGKyW0pHflt2W2E5ZbUb2HqsvCZtjQQrpku047cxPSlN/H7I5mx9AZMlkgpmWlyHTOXODJLSkeuYdYSR2ZLGZarmLNEsjgsc6U+d/EV2Jkn9bBcxvzFLll0GQtMLknpyMJFl+DIRSkvYtGi8Fm86AIWLwzLEqkvWXgedpZKPSznsGyhSxacwx8y/ceCs7Dzp9TDcgZ/LjiD5Y9kxYLTMJkvpWSlySmsnO/IKinDchKr5z+SeSew5pGsnXcCa+cdd2ad1MMSgPXzJHMloeUGqW+Y6w87G6UelmPYNDd8Ns89is1zwrJF6o4cwZY5R7A1XA7Db45LZh/GNpNDUjqyffYhhOWg1A9ix+zw2TnrAFyzS6Yd2Y9ds/Zjd7j8hT2zQjPTUe6Vcu/MfbCzT+qO7MW+mY78JWVY9mD/TMmMsByQ+oEZu2HnoNTDsguHZrjk9104bLJTSkeO/L4TjuyQcgeO/u6a7Tj2u2S6JLT0l7r/9G2wEyD1sPjh+PTwOSHTJ6ZthZ2TUg/LFpyctgWnwmUzTk8LzVQpJWdMNuHMVEfOSunIRpyduhHnHs1vG3D+kVyQ6Qu/rYedi1IPyzpc+s0lU9bhsslaKR25MmUtHFkj5RpcneKa1bg2RTI5LNelfn3yKti5IfWwrMTNyS6ZtBKBJiukdOTWpBUIy3LcnvRo/kTQpNBM/BN3ZPldyZ2Jf0BzV5ZpGXzgBHQ81nHZzlMP8LyBWwo0aNAA3333nbNtzZs3R48ePZzTrhV/f3/XSWddX7PPmjUrLMvCli1bnPOfplKgQIGnWZ3rUoACFKAABdxPgC2iAAUoQAEKUIACbirg46btYrMoQAEKUIACHinARlPAHQX0xTttl5b6gp6d+/fvQ7Nz10106HIOl688hJ67Fz2aD34dlRmZM8fSmzEUoICLQLyC6fHOzIawovlCz3kNPn8DSScfQ/zzD5xr1a9fH/oC6ccffyzrOE7P0uPPuQIrFKAABShAAQpQgAIeL8AOUIACFKAABShAAQpQgAIUoAAFKOD9AuwhBShAAQpQgAIUoAAFKEABClCAAt4vwB5SgAIUoAAFKEABClCAAhSgAAUo4P0C7CEFKEABdxGwzzfXUvPo5z5cvnQH3TudwN5dt6DnsWt+av4WKlRN7i5dYDso8EIFLF8f5BtbF0k/fRsh+k8OAv8Oi3F6wiYEBwebz0d58OCB+SIEPX70ONIG2aXWmWcX2LdvHxo2bIg8efJg6NChUGt7a59++ikWLFiA2bNno0SJEvZslu4qYFmmZRYsU/KKAhSgQGQReJn95Ij7MvW5bwpQgAIUoAAFKEABClCAAhSITALs67MJ6GspdvQ1Fv1M+q/7BeOb/vfx3YAHqDfoIb4f+AA/SOpL3UTqDSQNB92HnR+l/uPAYGh+GngPP2sG3EMjuxxwF40H3EETSWOpa6lpOiAImmYDbqNZ/yA07387NLfQot8ttOwXGFpKvX8gWmn63URrmd9ayjYmN9C2n6TvDbQzuS7ldfzS55pJeylN+l5FB0nHPldgp5PUO/W5DE3n3pfQxTW9LqKrpFvvC7DTXerde52Hpkevc+gpdUek3vMsekl6u6RPzzNw5DT6Sr1fz9Po10NzSspT6N/jJAb0OOVI95MYqOlxQsoTGNT9BAabHJdSE4Ah3QMwtFsAhkmGdvOX0h/Dux1zpOsxjNB0O4qRkhFdj2Bk16MYJeWvklFdD+NXyeguhzC6y2HJIYyR+pguBzFWMk7iKA9gfBdJ5/0YL5kgmWjyFyZ2lnT6C5M67cNkKSdr2XkfpnTaG5o9+E3qUzvtwdSOmt1S7sa0jrsx3WQXpnfYhd9NdppyRoedmNlR0mEHZppsxywpZ7ffDke2YU77sMz9xQ/zNO23Yp7ml62YL+WCX7bAkc1Y+Iuk3WYsMtmExe00G7GkXViWttuAZZKlbddLKZHyD5N1+LOtpM1aLG+zgsvyxwAAEABJREFUzmSF1DUr26zBComWq6Rc1WY1VrVejdVtVmG1lGtar8JaO61WYp1L1rdagQ2tJa2WY0NoNkq5qeWfcOQPbG4Zli0tlmGrpuVSbNW0WAo/Kbe1WAJHFmO71Lc3l1Kyo/ki7AyXhdjVbCF2N1/gSLMF2CP1Pc3mQ7O32Tzs0zSdj31NpS75q+lc7DeZY8oDTefgoORA09k42GQ2DjWZJZmNw1I/LHXNkcYzcbTxLBwx5UwcazID/pJjjX+Hf2OpSxmgaTQdAZLjkhOS442m4YTk5M9TcUrTSEqT33C60W848/MUZ85K/exPk6E599MknHfNjxNxQXLxpwmwc0nql34cD81lKa9oGo7DldBcbTgW16R+zZRjcb3hmNCMxg2p32w4GjcbaH6V8lcENvgVt+rbGYXb9SUNRuK2JKj+SNwxGSHlCNytP9zk3g/D4cgwBP8g+X4o7n8/TDIUD6T+4IchUg7Gg3qD8LCelN8NxP1v+iP4637mNW99PVbHZB2fEfrjWg+dxcIDBYYNG4YPP/zwX1seGBiICxcu/N962bNnx+rVq1GsWLH/W/akMwoWLPikq3I9ClCAAhSggFsKsFEUoAAFKEABClDAXQV83LVhbBcFKEABClDAAwXYZAq4nYD9Yp2W+kKeHX2ThWbHrpvo2O0irlx9aNoeI4YvRo/KjCyZY5tpXlGAAv8vEP/9DMg1+yf4vhIVlmUhgRUL7WIURok338GMGTPQrVs38wK6fbzp8adbsUutMxSgAAUoQAEKUIACHi3AxlOAAhSgAAUoQAEKUIACFKAABSjg/QLsIQUoQAEKUIACFKAABShAAQpQgALeL8AeUoACFKAABShAAQpQgAIUoAAFKOD9AuwhBShAAbcQsM8z11Jjn4eun/mguXTxDrp3Ool9e4IAy4IF4OcW6VChanKp8UKBSCTgYyHfuC+QvEwOWJYlAfw7LMbp8RsRHBwMPV7sL0LQ40iPJ9WxS60zTydw4MAB/Pzzz8iTJw8GDRqEe/fuOTdQsmRJzJ07F/PmzUOpUqWc81lxc4GQEDdvIJtHAQpQ4IUIvNSNcuR9qfzcOQUoQAEKUIACFKAABShAAQpEHgH29CkFXF8/0bq+tqKvs2jsTVmWvB6jE1KaF2Zg6RQsyzIBLLlYch0a1/k6V6ZlBWhhWRYAR7RqWZY9BcePTFuAZckVAEv+6QUyLRctYAEm5kom5GKqsH9CZ1gy19J5cqW3hV5pHZb8kwWh03BMyfXj5ss8Wc+yLFktNLKmTMCyLBOtayzoj2XmWZalExJLprVwlJZlyYReLDPfsqSUSce1VOQiswDLXLRwVnS+CRB+PuCYlmu5mUzItblYMkcnpbQAhN7Ygv4DINOWZQFwxJJSA5lnWRYARyzLgmVZMhkaSClxzNI65MeSOVLI9aPzZRYgMy1ACzh+LEfdAuRi4riS6dAZoYXMAHSZJVeyGbk2k3JlSfRiOebJQgvyI6XOsOTKMpMWdBZgycWSa0cgMy3LAuCIZVlSk2gpCTffTAPQ0oL8WI6qTjumAAvyY5nCsiyph160KpGLWea4kmWhM0ILmPk6AfmR0pIZllSh25KKBUunYFkWLK1JqRVLr2TasqQmgU5LKVNSk2utS8x8nRNatyzHsrD5UtN5ACzLguPHkjokFvTHggW9QJbLRQvoj8wF9EoiF1OF/RM6I7SALtTbQq9kpgX9ByB0WirQH51rmYpcm4tcwYJlaWSBlDKhFRPL0vmWqQOW+WdK53zIj8yXaUjkIoUl8/RiSR0SKQE4riE/UrMAy7JgASbmSiZkFkwAyKTjSipycUwDjjJ0hiVTFgDLsiSAubKkgCX/AMh8WJAfcyUlzOveOiZrdHzWmAW88hqB1atXP1Ff/P39H7ve66+/jqVLl6Ju3bqPXf5PM+PFi4ecOXP+0ypcRgEKUIACFHB3AbaPAhSgAAUoQAEKuK2Aj9u2jA2jAAUoQAEKeJwAG0wB9xKwX7DTUl/Es6MntGq277yJDl0v4PKVB9Bz916JbmH0iEzInCmWe3WEraGAGwrEK5geOWf/CCt6FGldCOJbMdDCpyByxXjTvHiux5h9zGmpx6GsKMcaT9dSB4YCFKAABShAAQp4tgBbTwEKUIACFKAABShAAQpQgAIUoID3C7CHFKAABShAAQpQgAIUoAAFKEABCni/AHtIAQpQgAIUoAAFKEABClCAAhSggPcLsIcUoAAFXr6A63nmWtdzzzV6Prrm4oUgdO90Evv23Ab0VPSQEDRq8RYqVEn+8hvPFlDgZQhYQJ5xXyBZ2RyQw0FaEAL/jotxatwGBAcHm89z0C+m0eNIo8eVrCTr6gGkNeZJBA4fPowmTZogT5486N+/P4KCgpw3K168OGbNmoWFCxeiTJkyzvmseIiAfomIhzSVzaQABSjw/ARe7pbk15eX2wDunQIUoAAFKEABClCAAhSgAAUoECkE2MlnEdDXUezo6yoafY3S3pYuq1H4FdQoHN2RIq+gukbmVZNoXctqRWKgarjENNNVimgZE1qaFI2FykVjonKRWKhk6o6yUtHYMh0bFaU0KfYqKhbTaSmLvooKkvKSCsXioLwsc5RxUE6mHYkr9bCULR4XJsVeQ1mTuCgjZZnir+HT4vFgl5+GTpeWeaWLx4ezLCH1EvFQSuaVlDjLEq+jpOSTR1KiRAJ8ItHS5JOEKPFJAhQvkdCZYlIv9kkiaIpKGT6JUfSTxCgiMWXJJCgsKfKJoywsZSFNyaQo5JKPSybDx6WS4mOZZ+pSfiTzPiqVDB+WSg5nKfM+LJkcH8i8D0q9EVrKdGmpl06O92WenYJaL50CBUNTQMoCpVLApPSbKCB5z86nKfHep2/i3dIpncmv9U9TIb9L8kk9X+lUyPdpapO8dlkmDfKUSY28n0rpmjJpkdsluaTuSDrkKqNJa8p3yqZDTomjfAvvyLKcZd5CjrKa9GFlOUf97bLpES7lMiC7LMsuZTZN2QzIpimXEdkkWe2UzwRHXctMyFIuEzJLspTPjMyyLIspMyOTlJnKaZlF6mHJWCErMlbIgozlsyKDxC4zVMiG9I+mfDa8JfPeqpDdWaarKHVJOpmXtsLbsMu0Fd9G2oo5kEZKZ2R5apkXLpVyIlWlHEhVUUuJlCk1ld5BSsmbdiq/A0c9l5S5kKJSLrwhSVE5N96onAuOUuqVciO5pnIeJHdJsip5YFI5L5KFJqmUSavkQxKJXSaReUkq50NimZe4Sv6wsqrUJYlkXsIq78IuE1Z9F5oEUiao+h4SyDITrUtet1OtAF6v9h7iVy2A+FLXMp6pF0S8agXxmsSUVR3116q9L/PeR1wpTap/gDjVZdqUUq/2AV7VVP8Qr7okttQd+Qixq4clVo2PEbPGR3CUUq/uSAyZH6NGIYSVWi+EV2TeKzUKmzK6lL6pk8D+0de7NTom6zis8+1S64znCjRu3BiW9eSvGgQEBPxjZ8eMGYO2bdv+4zqPLixYsOCjszhNAQpQgAIU8DABNpcCFKAABShAAQq4r4CP+zaNLaMABShAAQp4mACbSwE3ErBfqNNSX8Czo2+u0GzbcRMdul3E1asPoS8DxYzpizGjsiBTplhu1As2hQLuLRCvQHq8M+dn+MSIJseRhQeXb+Fk/cm4tv6QOWlcjzX72NNSj0ftkV1qnaEABShAAQpQgAIU8EABNpkCFKAABShAAQpQgAIUoAAFKEAB7xdgDylAAQpQgAIUoAAFKEABClCAAhTwfgH2kAIUoAAFKEABClCAAhSgAAUoQAHvF2APKUABCrxkAfu8ci01es65Rs9D11y8eAfdO5/Cvr1B0lILkEvjlm+hfJVk4A8FIrtAnrFfIHn5dwDLkouF452W4PS4DQgODjaf52B/IYIeU3p8QX7sUqq8/I3AsWPH0Lx5c+TJkwd9+vRBYGCgc80iRYrg999/x5IlS1C+fHnnfFY8TCAkxDQ4BI7STPCKAhSggLcLvOT+ccR9yf8B3D0FKEABClCAAhSgAAUiWECfh3xcIrgZ3B0FIp8Ae/yfBOxxS19X0ddY7I1ZloWJrV6VxMGEVnbiYnxrR8a1fg2asVI6Eg9jWkvaxMPoNvFNfpXy1zavY5QzCTCyraRNAoxom9CZ4VIf3jYRhoVmaNvEGNouMYaYJJEyCQa30yTFoHah+SUZBoZmgJQDfkmO/qHp98sb6Nf+DfQ1SSFlCvRp70jv9m/CpENK9ApNTyl7dkiFHqHp3iE1und0pFvHNNB0ldKRtOjSUdIpHTqHppOUnTq9hY6h6dApPTp0dqR95wyw84vUf+mcEe00XTKhbWjaSNmmS2a0dkmrrlnQqksWtOya1ZkWUm/RNRuaa7plQ7Ou2dGsW3Y0NXlbyrfRpJsjjbvlgKZR95yw87PUf+7+Dn4KzY/dc+HHHrnQ0CS3lLnRoIcj9XvkgUnPvPghNN9L+X3PfKgXmu965sd3vRz5tte70HwjpSPv4etekt4F8FVovpTyy94F8YUz76NuH0fq9PkAmtpSOvIhavWR9P0QNft8hJp9P8LnJh/js752CqFGX0eq9ysMO9WkXq1fEVQNTZV+RVGlf1FUNimGSv3tFEfF/qEZUAIVQlNeyvIDPkG50JQdUBJlB5ZEGZNSUpbCpwM1pVF6YGgGfYpSoSkpZclBZfBJaEoMKosSgx0pPrgcNMWkdKQ8ig6WDKmAIqEpLGXhIRVRKDQfD6mEj4c68tHQytB8KKUjVfDBUMmwqng/NAWlLDisGgo4Ux3vDZcMq453h9dwJr/U8w//DPlMPkfe4ZIRnyOPSU0payL3CE0t5BrhyDsja8NOTqnnHFkHOUzq4u2RklF1kd3kCym/QLZRjmQd9SVMfv0KWUKTWcrMv36NTKHJ+Os3yDjakQyjv4UmvZSOfIe3RkvG1EO60KSVMu2Y75EmNKnH/IDUYyVSphpbH5qUUjrSAG+OlYxriBRjJVK+YfIjko+z8xOSjXMk6fifYSeJ1JOMb4TEJo2RaLxkQmMkNGmCBBPsNMXrE0IzsRnihyaelPEmNsdroYk7sQXiTmqBOCYtpWxpD7um1HFYx2N7bNbSLOCVRwuULFkSffv2fao++Pv7/+v6HTt2xPDhw/91PXuFAgUK2FWWFKAABShAAc8UYKspQAEKUIACFKCAGwv4uHHb2DQKUIACFKCARwmwsRRwFwH7hTot9QU8O3oCuMZv+0106HYJV68+NKfqvRLDB2NGZESmjDHdpQtsBwU8RuC1995Czjk/w+eVqKbN9y/dxMkfJuHauoPQ401jH4Na6nGpK9ql1hkKUIACFKAABShAAc8SYGspQAEKUIACFKAABShAAQpQgAIU8H4B9pACFKAABShAAQpQgAIUoAAFKEAB7xdgDylAAQpQgAIUoAAFKEABClCAAhTwfgH2kAIUoMDLFLDPJ9dSo+eaa/T8c82FC0Ho2vEk9u0NCm1mCABqcOMAABAASURBVJq0SIfylZOFTrOgAAVyj6mL5OXfgR5DQAiOd1qM02PXIzg42Hyeg/3FCHpsaVTMsa7WGFeB48ePo1WrVsiTJw969uyJ69evOxd//PHHmDp1Kv744w9UqlTJOZ8VDxWwLNNwC5YpeUUBClAgMgi87D5yxH3Z/wPcPwUoQAEKUIACFKAABSJGQJ97fJJETGu4FwpEPgH2+OkEdLyyb6F1O/p6isZ1mV1nSQEKUIACESOgY7KOxVo+usfHzXt0HU67n0Dq1KmxePHip25YQEDAE93m22+/xYIFC/Dqq6/+6/oFChT413W4AgUoQAEKUMCdBdg2ClCAAhSgAAUo4M4CPu7cOLaNAhSgAAUo4EECbCoF3ELAfmFOS33xzo6eAK7Zuv0mOvS4jKvXH0DP04sV0xfjRmZCpoyxwB8KUODZBF579y3knNcIvjGjyQYsPLhyC6fqT8a1tQfMSeN67NnHopZ6fMqKoSeZa42hAAUoQAEKUIACFPAgATaVAhSgAAUoQAEKUIACFKAABShAAe8XYA8pQAEKUIACFKAABShAAQpQgAIU8H4B9pACFKAABShAAQpQgAIUoAAFKEAB7xdgDylAAQq8NAHX88m1rueYP3jwwHnu+fnzQejW+TT277sDS/5pQ5u2fAvlKyfTKkMBCrgI5BpdF8kr5JI5lsnxzktwesx6BAcHm2NKjy09xuxjTUuNrMyLCJw6dQpt27ZFnjx50K1bN1y5ckXmOi4ffPABJk+ejBUrVqBq1aqOmbz2fIGQEM/vA3tAAQpQ4OkEXvraHHlf+n8BG0ABClCAAhSgAAUoQIEXKqDPNz4afU7SNY8u1+kX2ihunAKRT4A9fg4COjbZsTdnWfr6iz3FkgIUoAAFIkJAf4+0x2MtI2Kf3MeLE7AsCwEBAc+0g6e5XalSpbBmzRpkypTpb/cVPXp0FCxY8G+XcwEFKEABClDAAwTYRApQgAIUoAAFKODWAj5u3To2jgIUoAAFKOAxAmwoBV6+gP0inZb64p2d+/fvm5NWt2y7ifbdLuHqtQdACBArpg/GjcyIjBlivvzGswUU8HCBuPnTIcfcRvCJERV6DN6/HIiTP0zCtTUHzPGnx6F9TGqp62iX7VLrDAUoQAEKUIACFKCAJwiwjRSgAAUoQAEKUIACFKAABShAAQp4vwB7SAEKUIACFKAABShAAQpQgAIUoID3C7CHFKAABShAAQpQgAIUoAAFKEABCni/AHtIAQpQ4OUI2OePa6nRc8sfPHgAjZ5zfv58ELp1OoW/9gZJA0Og/5q2TIdylZLKNC8UoMDjBHKNrotkFXLJohDzeSknOi/B6dHrEBwcbD7PQY8vPdb0mHON3CDSXs6ePYv27dsjb9686Ny5My5evOi0KFCgACZMmIDVq1ejRo0azvmseImAxS9r8pL/SXaDAhR4YoGXvKIMu3J5yY3g7ilAAQpQgAIUoAAFKECBFyWgzzfqtrXU6POQdvR5SY09raWuo7FvoyVDAQo8DwFu478K6NjkGnt7Os+us6QABShAgYgR0LHXju5R61oynicQFBSEMWPGoHjx4s/UeH9//6e6XY4cOczr/EWKFHns7fS9AI9dwJkUoAAFKEABjxFgQylAAQpQgAIUoIB7C/i4d/PYOgpQgAIUoICHCLCZFHjJAvaLc1rqG77s6Angms1+N9G++2Vcv/EQerJIrFi+GDcyEzKkj/mSW87dU8B7BOLmS4ec85sgSqxXYFkWHl69jdP1J+Ha6v3mpHE9Fu1jU0s9XrX3dql1hgIUoAAFKEABClDAzQXYPApQgAIUoAAFKEABClCAAhSgAAW8X4A9pAAFKEABClCAAhSgAAUoQAEKUMD7BdhDClCAAhSgAAUoQAEKUIACFKAABbxfgD2kAAUo8BIE7PPGtdToOeX65T8aPdf83LkgdO10Gvv33zXnowMWmrd6C+UrJQV/KECBfxbINbouklfKA0s/NEVysssSnB69DsHBwebzHPQ402NOjz3X/PNWvW/phQsX0KlTJ+TNmxcdOnTA2bNnnZ3Mly8fxo4di3Xr1qFmzZrO+ax4mUBIiOlQCBylmeAVBShAAW8WeNl9k+FWLi+7Fdw/BShAAQpQgAIUoAAFKPACBFyfZ9TnHjX6PKQ+369ZPmg7lg/aZp6f1GldputoXG/7AprGTVIg8gmwxy9MwLLkRZcXtnVumAIUoAAFHiegvys+Ov9x8x5dh9PuJxAjRgzUrVsXS5YsQUBAAHr06IGcOXM+cUP1Nk+8cuiKCRMmxB9//IE6deqEzgkrChYsGDbBGgUoQAEKUMATBdhmClCAAhSgAAUo4OYCPm7ePjaPAhSgAAUo4BECbCQFXqaA/aKclvomLzv65i/NZr9A/NL9Mq7feGiaGSuWL8aPzIAMb8Uw07yiAAWen0CcvGnx9vwm8IkZzWz0wdVbOF1/Eq6t+sv5pkz7GNVSj1td0S61zlCAAhSgAAUoQAEKuK8AW0YBClCAAhSgAAUoQAEKUIACFKCA9wuwhxSgAAUoQAEKUIACFKAABShAAQp4vwB7SAEKUIACFKAABShAAQpQgAIUoID3C7CHFKAABSJawD5fXEuNnkuuX/aj0c99OHv2Nrp2Po39++9Al2uat06HchWTRHRTuT8KeKxAzlF1kKxSbshBBP2i3ZNdluDUqDUIDg42n+egx5see3p8ucZjO/wUDb98+TK6du2KvHnzol27djh16pTz1rlz58avv/6KTZs2PfZLAJwrsuIdAqFf1mTB8o7+sBcUoAAF/kXAHRZzxHWH/wW2gQIUoAAFKEABClCAAs9XwPX5RX3OUaPPP+rz/ZoVg3dg1dBdJisGbTfPT+p8XUfX1bhu4/m2jlujQOQTYI+fn4A9Ntlb1Gm7zpICFKAABSJOwB5/7TLi9sw9vSiBlClTolmzZti+fTu2bNmCxo0b44033vjH3d27dw8nT578x3X+buHYsWPRunXrcIsLFCgQbpoTFKAABShAAU8TYHspQAEKUIACFKCAuwv4uHsD2T4KUIACFKCABwiwiRR4aQL2C3Na6pu77OibvjSb/ALRrvtl3Ax8CD0/L3YsX0wYmQEZ3or50trMHVPA2wXi5EmDHAuawjf2K9JVCw+v3caZ+pNwbeW+v31TpqwIPY61ZChAAQpQgAIUoAAF3FaADaMABShAAQpQgAIUoAAFKEABClDA+wXYQwpQgAIUoAAFKEABClCAAhSgAAW8X4A9pAAFKEABClCAAhSgAAUoQAEKUMD7BdhDClCAAhEqYJ8nrqVGP/dBv+RHo5/7cO5sELp2OYMD+++YdlmWhRat06FchSRmmlcUoMCTC+QcVRfJq+SF/UW7p7stxelf1yI4ONh8noMed3oM6rHomiffg2etee3aNfTo0QN58+Y1H+5//PhxZwdy5syJESNGYOvWrfjyyy+d81nxcoGQEC/vILtHAQpQIJyAW0xw5HWL/wY2ggIUoAAFKEABClCAAs9NwPV5Ra3r8436vKM+369ZMXgn1gzfA3mqH5b8WzdiD1YO2m6en9Tluq7eRm/rmufWQG6IApFPgD1+gQKWZb3ArXPTFKAABShAgcgpkCdPHvTu3RsnT57EggULULNmTUSLFu2xGAEBAY+d/yQzO3fujKFDhzpXLVCggLPOCgUoQAEKUMADBdhkClCAAhSgAAUo4PYCPm7fQjaQAhSgAAUo4PYCbCAFXo6AvolL96ylvrFLo2/y0jd7aTZuvYm23S7h5s0H0HPzYsfywcSRGZA+XQy9GUMBCrxAgVdzp0H2eU3gEyu6HH8heHDtNs78MBHXVuw1b8rUY1Wjx61Gj2Ntjl1qnaEABShAAQpQgAIUcDcBtocCFKAABShAAQpQgAIUoAAFKEAB7xdgDylAAQpQgAIUoAAFKEABClCAAhTwfgH2kAIUoAAFKEABClCAAhSgAAUoQAHvF2APKUABCkScgH1+uJYaPXdczyPX6Oc+nD0bhM5dzuDA/ruwvxi0Zeu0KFchScQ1knuigJcJ5BhZB8mq5jW90uPqVNclOD1yDYKDg52f56DHoh6TrjE38JKrwMBA84UBefPmRYsWLXDs2DFnz7Jnz24+5N/Pzw/ffPONcz4rkUSAX9YUSf6j2U0KUMAh4B7X/Jo89/h/YCsoQAEKUIACFKAABSjwPARcn0/Uuj7PaD/fr88/Lh+8E+tG7TPP9+tnPes6IbLjDTJv5aDtkeo5Suk2LxSIIAHu5kUK6Dj2IrfPbVOAAhSgAAWeRUAfn7wlJUuWxPjx43HlyhWMHj0axYsXD0fi7+9vvsfiWfv73XffYe7cucifPz9ixoz5n7b1rG3g7UL+1T3cfzonKEABClDgbwQ4mwIUoAAFKEABCri/gI/7N5EtpAAFKEABCri5AJtHgZcgoC9k6G611DeDafQNYRp9Q9iGLTfRtvsVBN4KASwLcV6NgokjM+KtdDHAHwpQIGIE4uRJg7cXNkWUV+W4k+Pw4Y07OFt/Eq4t32velKnHq0aPX40ez9oyu9Q6QwEKUIACFKAABSjgRgJsCgUoQAEKUIACFKAABShAAQpQgALeL8AeUoACFKAABShAAQpQgAIUoAAFKOD9AuwhBShAAQpQgAIUoAAFKEABClCAAt4vwB5SgAIUiCAB+7xwLTV6zrieP665f/8+zp4NQpfOZ3DwwF3A0ouFVm3SoWz5JOAPBSjw3wRyjKiDN6rlk0PLkgCnuy/F6ZGrzWc56PGnx6Eek3psuua/7fXl3zooKAj9+vVDnjx50LRpUxw+fNjZqCxZsmDQoEHw8/NDvXr14OPDjxh04kSmin7znPQ3xHwNnVR4oQAFKODNAm7StxA3aQebQQEKuL+A698mj9bdv/VsIQUoQAEKUMD7BR59fNbnGPW5Ro1+1vPKIbuxYcwBwHI8J5kieyJU7PohLMiPzNs8Zj9WD97pfI5Sb6fbeHS7sjYvFKDA0whw3RcqYFlmFHuh++DGKUABClCAAk8i8Ojvzd42HSNGDNSpUweLFi3C0aNH0a1bN+TMmRP+/v74r30tXbo01q9f/5+381/bwdvLq/Tyev2/OTzJ8cB1KEABCkRKAXaaAhSgAAUoQAEKeIAA353vAf9JbCIFKEABCri3AFtHgYgW0CftdZ9a6smmGn1Dl0bfELZhSyDadL+CwFsPoefivRrbFxNHvIW30r6iN2MoQIEIFHg1VxpkW9AMvrGj6+GIBzeCcPaHCbi+fK95U6Yetxo9jjV6XGvz7FLrDAUoQAEKUIACFKCAewiwFRSgAAUoQAEKUIACFKAABShAAQp4vwB7SAEKUIACFKAABShAAQpQgAIUoID3C7CHFKAABShAAQpQgAIUoAAFKEABCni/AHtIAQpQICIE7PPBtdToueJ63rhGv9TnzJkgdO58BgcO3DUfsK0nm7dqkxZlyyWOiOZxHxSIFALZh9dG8mr59PAyx9nhNsdTAAAQAElEQVTpbktxesRq81kOehzq8ajHph6jrvFEnHv37mHgwIHIkycPGjVqJGPLAWc3MmbMiP79+8PPzw/169dH1KhRnctYiYQCoV/WZDm+ei4SArDLFKBAZBJwl75a7tIQtoMCFHBbAde/R/6t7radYMMoQAEKUIACXi7w6GO0PrdoRz/reeWQ3dgw9oD5nGd5MhLJsyVEgzkVkK96ZlTo+pHMD5EAm8f8hTWDd5rnKO3ba/no9r2ck92jwHMV4MZerICOTy92D9w6BShAAQpQ4N8F7McjLe3oa/129Hdqb0qKFCnQuHFjbN68Ga1atYI39Y19eWD+P+37rpb2fVpLPRrsUusMBShAAQqECbBGAQpQgAIUoAAFPEHAxxMayTZSgAIUoAAF3FiATaNAhArYT8hrqU/Ya+wXMvQNYeu3BKJdz2u4fTsElvyLGycKJo9Mj7fSxojQdnJnFKBAmMCruVIj+8LmiBInBizLwsPAuzjfYBKu/7kn3Jsy9XjW6PGtt7ZLrTMUoAAFKEABClCAAi9dgA2gAAUoQAEKUIACFKAABShAAQpQwPsF2EMKUIACFKAABShAAQpQgAIUoAAFvF+APaQABShAAQpQgAIUoAAFKEABClDA+wXYQwpQgAIvXMA+D1xLjZ4jbn/uw/3793H69G106XoOBw7eBSyYnzZt06FsucSmzisKUOD5CWQfXhvJq+eHJcea5kz3pTg9YpX5LAc9HvXY1GNUj1XXPL8WvNgtafuHDh2KPHny4Mcff8S+ffucO3zrrbfQp08f+Pn5mWWvvPKKcxkrkVggJCQSd55dpwAFIpmA23SXI6/b/FewIRRwSwH9O0QbpqVG/z55NDpfY6+nJUMBClCAAhSgQMQJ6OOwa/Q5OTv6Wc8rhuzGhnGHpEH6JCSQ4u1E+HFuRZl2XPJWy4QK3T4CZLFebRl7AKsH7TDPUdrb0dJ1H1oHfyhAgScR4DovWMCyzOD1gvfCzVOAAhSgAAX+XsD+3VhLjetzZ/p7tP26v9Y1Os3cBw3cz0Dvn3b0/0frrvdnvX9r9GiwS60zFKAABShgBHhFAQpQgAIUoAAFPELAxyNayUZSgAIUoAAF3FaADaNAxAnYT8RraT9Zr0/ca/QNYWs3B6JN96sIvPUAekJInFd9MHnkW0iXhidoRtz/EvdEgccLxH4nNbItbA6f2HI8hoTgwc0gnKs/Edf+2B3uTZn2sa3HuW7JLrXOUIACFKAABShAAQq8TAHumwIUoAAFKEABClCAAhSgAAUoQAHvF2APKUABClCAAhSgAAUoQAEKUIACFPB+AfaQAhSgAAUoQAEKUIACFKAABShAAe8XYA8pQAEKvFgB+/xvLTV6frh+5oNGP7z59OkgdO56DgcO3IH54IcQoG27dChTNtGLbRi3ToFILJB9WG0kq/4uQuR40wPvbPelODN8lfksBz0u9fjUY1WPWde4O9mIESOQJ08e/PDDD9i9ezfsnzRp0qBnz57w8/NDo0aNECtWLHsRSwoA/LIm8IcCFIgsAm7STwuQC/hDAQpQ4FEB17899O8R1+jfKOcOXoaWrvO17nq7R7fJaQpQgAIUoAAFnr+A62Ov1vXx2Y5+1vPyIXuwYdyh0B2H4M3sidBwdoXQ6bAib7XMqNDtY5mhT1KGYOu4/Vg9cLt5jtLenpa6D9fIDXihAAX+UYALX7SAjkkveh/cPgUoQAEKUODvBOzHIS31uTGN/t6sr/Nr9Hdy19y7d8/8ju06j/VgmgS7h4Hr/VPvv3b0Pq3R+7fe1zV6TNil1hkKUIACFKAABShAAQpQgAIU8AwBH89oJltJAQpQgAIUcFMBNosCESRgPwGvpT45r9En6jX6wtKaTYFo2+Magu6EwLIsvBYnCiaPTI+0qV+JoBZyNxSgwL8JxM6ZCtkWt0SUuDFlVQsht+7iQv1JuLZst3lxVI9njR7fGj3eZUXYpdYZClCAAhSgAAUoQIGXJMDdUoACFKAABShAAQpQgAIUoAAFKOD9AuwhBShAAQpQgAIUoAAFKEABClCAAt4vwB5SgAIUoAAFKEABClCAAhSgAAUo4P0C7CEFKECBFyhgn/etpUbPCdfzwzX6oc2nTt1Gpy5ncfDgXUcrLKBtu7QoUyaRY5rXFKDACxPIPqw23vjsXcCSA09ypsdSnBm20nyWgx6fepzqMavHrmvghj+//vor8uTJg++++w47duxwtjBlypTo2rUr/Pz80LRpU8SJE8e5jBUKOAVCQkw1BI7STPCKAhSggDcKuEufZLiVi7u0hu2gAAXcRED/5tCmaGlH/x7Rv0v075OzBy9j6s8rcfbgJei0ztfl9rpa2rfXkqEABShAAQpQ4MUI6GOua/Qx2Y5+1vPywXuwcdwhWPJPW/BmjsRoOLu8Vh+bPFUzoUL3j+H4seA3/iBWD9hunqO0t6ul6z617lif1xSgwGMFOPOFC1iW9cL3wR1QgAIUoAAFHidg/y6spR39fXnEgjv4aegd/DzsDhoPv4smUjY1CULz4XfQfNhttNAMvYWWklZDA9FaM+Qm2gy5gbaSdkOuo93g6/hl8DW0l3QYfBUdBl9BR0mnQZfR2eQSugy6hK4DL6KbyQV0H3gBPQacR0+Tc+g14Bx6DziLPgPOoE//M+jb/zT6Sfr3P4UB/TQnMbDfSQzqdwKD+x43GdI3AEMlw/r6QzO8zzGMkIzscxSjNL2P4FfJ6N6HMab3IZOxvQ5inGR8rwPQTOi1HxN7/oVJJvswuec+TOmxF7+Z7MHUHnswrftuTDfZhd+778KM7jsxs/sOzOy2A7O6bcdsyZxu2zCn6zbM7eqHeZL5XbdiQdctWNBlCxZ22YxFksVdNkGzpPNGLJUs67wBmj86rcefkuWd1mFFp7UmKzuuwSrJ6o6roVnTcRXWdliFdR1WSlZgfYcV2NB+OTaa/IlN7f/E5vZ/YMsvmmXY+ssy+P2yFNs07ZZge7vF2CHZ2W4RdrZdhF1tF2K3ZE/bBdjTdj72tpmPfW3m4S+TudjfZi4OtJ6Dgyazcaj1bBxuNQtHJEdbzcTRVjNwTOLf6ncEtNRMx/GW03Gi5TScbDENp1pMlfyG0y1+w5nmU3DWZDLONZ+M880n4UIzzURcbDYRl5pNwGVN0/G4IrnadByuNR2La03G4nqTMbghudlkNDSBTX7FrcajECTl7cYjEaT5eTjumAxD0I9DcHf2Ojx8+NDEvr8/7rjgPApQgAKRVoAdpwAFKEABClCAAh4i4OMh7WQzKUABClCAAm4pwEZRICIE9El43Y+W9hPz+gKUJjg4GKs3BqJNj2sIuvMQeg5e3Di+mDIyHdKlfkVvxlCAAm4kEDtHSmRd3BK+cWKY4/XhrTu48MMEXFu6K9ybMu1jXY97bb5dap2hAAUoQAEKUIACFIh4Ae6RAhSgAAUoQAEKUIACFKAABShAAe8XYA8pQAEKUIACFKAABShAAQpQgAIU8H4B9pACFKAABShAAQpQgAIUoAAFKEAB7xdgDylAAQq8KAH7fG8tNXo+uH7mg0a/rO/UqSB07HIWBw/dNU0IQQjatU2LMmUSmWleUYACL14g69DaSP7ZuzAf5hASgrM9l+LMsJXmsxz0ONXjVY9dPYZd8+Jb9mR7GDt2LPLnz4+vv/4afn5+zhu98cYb6NSpk5nXsmVLxIsXz7mMFQrYApYV+iVNoaUV+sV09nKWFKAABbxNwJ36Y4U2xrLsWugMFhSgQKQU0L81tONaavRvEP1bRP8m0Zw5cAnTfl6FC0euYrqUOq3zNbqerq+309jb0ZKhAAUoQAEKUOD5CuhjrWv0cdiOftbzH4N2Y8P4Q7JTfbY/BClzJELDmeVk+p8veapmRoXuhWSlEBO/8Qewqv828xylvX0tXfetdVmZFwpQ4DECnPXiBTgGvXhj7oECFKAABf5ZQB+LNPq8mP6u/PBhCEYueoBRix7i18UPMXpJCMYseYixmsUPMF7K8UseYIJkombxfUyUTFoSjMlSTl4cjCmS3xbfg8miu5gqmSaZvvAOpi/SBOH3hUGYsfC2MzMX3sIsk0DMXhiIOQs0N6W8ibnzb2LeghuYr5l/HfNNrmHhfM1VLJonmX8Vi+dfweJ5V7BEM/cylmrmXcayuZdM/ph7EX+aXMCfcy5guWTFnPNYOVcy5xxWSlbNPovVLlk7+wwcOY11s09j/SzNKSlPYcOsk9go2TTrBDbNdGTzzOPYopkRgC0Sv5n+8JsZAL8Zx7Bthj+2/X4M26W+Xcodvx+FZtfvR+DIYeyafhh7ph/Cnt8l0w9ib2j2TTuAv6ZLpu3HX1LfP+0vHJi6HwekPCg5NPUvHJq6z+Tw1L04Ijk6dQ+O/iaZuhvHftsN/992wX+KIwG/7cRxmT4+ZQdOTNmJk1O2S3ZItuPU5O04LTkzZRvOTNb44ewkP5ybtBXnJksmbcEFk81SbsbFSZKJm3Bp4mbJJlyeIJm4EVc1Ezbgqsl6XJuwHtclNyasgyNrcXP8WgSOX4PAcRIpb41fjduacasQJLljshJ3xq7EXcm9cSsQrBm7HMGS+2P+xIPQ3B+9DA+dWYqHvy7Bw5GL8EDz4AEc92/9PqEQ6H1ejwy71DpDAQpQIDILsO8UoAAFKEABClDAUwR8PKWhbCcFKEABClDADQXYJAq8cAH7SXctHz58CI0+Oa/RN4St2hiItj2v485dfWOXhXivRcFvI99C2lSvvPC2cQcUoMCzCcR6OyWyLmmFKK/FhGVZCAm6h4v1J+D60l3h3pSpx7tGj3/dk11qnaEABShAAQpQgAIUiFAB7owCFKAABShAAQpQgAIUoAAFKEAB7xdgDylAAQpQgAIUoAAFKEABClCAAhTwfgH2kAIUoAAFKEABClCAAhSgAAUoQAHvF2APKUABCrwQAfs8by01eg64fuaDRr+g79TpIHTseg6HDwfDkn/aiPa/pEOZMom0ylCAAhEokHVIbSSvWQCwLAAWzvVcirPDVprPctDjVY9bPYb1WHYNXuLPhAkTUKBAAXzxxRfYvHmzsyVJkiRB+/bt4efnhzZt2iBBggTOZaxQ4O8E9J7/d8s4nwIUoIAXCbhVV/TT3x5tkGVxRH7UhNMUiAwC+jeG9lNLjf7toX+D6N8imtP7L2Fm03W47H9D/lqxTDm76Vqc2X8Rulyj6+vt9PYae3taMhSgAAUoQAEKPB8BfYx1jT7+2tHPev5z8B5smngElqW/11tIlTMxGs4s98Q7z101Eyp0LwTAgm5ix8SDWNXPzzxHae9HS9c2aB38oQAFHhXgdAQIWJYVAXvhLihAAQpQgAKPF7B/D9bnw+w8eHDfrGyWhegz8CEw16YOmMLM0LpjmdRCL7JAVtDbauyVZa5UHes65usuZFoWyEUm5Fovclvdma4jS2WbZqbMkilZZuZLKTPMbWSpbFdW0ymZ0EW6zKwn88wSmSm3lvXkOrQupeKgAgAAEABJREFUE7JUpvVa55nb6pXMkIvM0s1oLXRVWVcXywKpyWZlQtbQutmXTGopsxy3MddyJRe5iWP90HWk0LkmYbeXmq6okY3oOmZ7upaZ0IpzM6ETMi3ragN1XdmCzHCsrHUzTya11NVkoa7qqOq1yzJdRyZlFbmWNoTdXmoyravLQlPoutIAx7ZkdUdd1tOKriHr65SuZxI6z/X2sorcXm4sF72ZmdaKWVfWlBlyMevotmSOLNWaRBbIxSzT1XWZbkYjK8l8uTYryBIp7fl6/37w4IH5riGty1qyrr1UpxgKUIACkVqAnacABShAAQpQgAIeI+DjMS1lQylAAQpQgAJuJ8AGUeDFCuiLAroHLfWJeI0+Ma/RN4St2ngLrXtcQ9Ddh/IMPhAvri+mjkiHNCmj680YClDAjQViZX8TWZe0gk/cGOb1uYdB93Dh+3G4vmRnuDdl6nGv0XFAu2OXWmcoQAEKUIACFKAABSJKgPuhAAUoQAEKUIACFKAABShAAQpQwPsF2EMKUIACFKAABShAAQpQgAIUoAAFvF+APaQABShAAQpQgAIUoAAFKEABClDA+wXYQwpQgALPX8A+v1tLjZ77rZ/5oNEv5jt5KggdOp/FoUN3zXnjIXLdvl1afFo64fNvDLdIAQo8kUCWwbWQvGYBWVeOyBDgbI8lODt0hfksBz1u9fjVY1mPadfIDSL0MnnyZHzwwQeoXbs2NmzY4Nx3woQJ0bZtW2zbtg2//PILEidO7FzGCgX+ScCyLJhvlQN/KEABCni7gHv1T0Zf0yDLsmtmUobk8NOOubymAAW8VUD/ttC+aanRvzn0bw+N/h1yev8lzGy2Dpf8b+hq8uyB/LEil8v+1zG76Vqc2X8Rup6ur9Hb63Y0egO71DpDAQpQgAIUoMCzC+hjqmv0cdeOftbzsoG7sWHCYdjrpMyZCA1nlH3qHeaumhkVehRybmf7xINY3c/PPEdp709Lez92+dQ74g0o4NUC7FxECOj4ExH74T4oQAEKUIACfyegj0UafT5Mf0d++FCeNJOVLcvCl6Vion+DV036NYiDvpqGcdFb8+Nr6GUSDz0bxkePHzWvo9tPmgTo+nMCdPkpITr/lEiSEJ1+ToyOmkZJ0F7zc1L80siRto2SoW3j5CatG7+B1o1ToJWkZZM30cIkJZo3SYlmTVKhWdPUaNI0lSQNGjd15OemafFzM006/Nhc8xYaNk+PBs3So37zDJKM+KFFRnzfIpPJdy0z47sWmfGtpmVWfN0yC75ulQ1ftcqKL1tmw5etsuMLSd1Wb6NO67dRu3UOSU7Uap0TNVu/g8/baHLhsza5TapLWb1tHlQ1ySdlXlRpmw+VJZXa5UfFdu+iwi+a91D+l/dQ7pcCJmV/KYiy7d/Hp5oOH6BUhw9Rqr0jJTt8hE8kJTp+hOIdP0axjoVMinYsjCIdi6BwJ01RFOpUFB93KmbyYefi+LBzCZMPOn+C9yUFu5REAcl7XUrhva6l8K4kf5fSyNf1U5O83cogT7eyJrm6l0OubuXwTrfyeKd7eeTsXgE5elTE2z0qIHv3SpKKyNajMrJKsvSsjCw9qyBzjyrI1LOqpBoy9JT0qo70JjXwVq/PkE6StvfnSBOa1L1rIVXvmkjZpzbe7FMLKaRM0bcONMn71EXyvnWRrO8XSNbvCyTp96XkKyTu9xUS9fta8g0S9v8GCSSvD/gW8SXx+n8HkwH1EFcz8Hu8OvAHk+if5of9StHDhw/huH8/dP6dCP5QgAIUoECoAAsKUIACFKAABSjgOQI+ntNUtpQCFKAABSjgZgJsDgVeoEBIiOPFJS31CXmNPimvCQ4OxsoNt9CqxzXcuwd54t5CvNd8MXVEOqROGR38oQAFPEMgZrY3kXVpG0SNFwuW/Au5ex8XfxiP64t3hHtTph7/Gh0PtGd2qXWGAhSgAAUoQAEKUCACBLgLClCAAhSgAAUoQAEKUIACFKAABbxfgD2kAAUoQAEKUIACFKAABShAAQpQwPsF2EMKUIACFKAABShAAQpQgAIUoAAFvF+APaQABSjwnAXs87q11Og53/qZDxr9Ur4TJ4PQsct5HD4SDMvSM8aBju3T4tNPEz7nlnBzFKDA0wpkGVwLb9R+X45NSCyc67kUZ4esMJ/loMevHsd6TOux7RpEwM/UqVPx8ccf4/PPP8fatWude4wfPz5atWqFbdu2oWPHjkiWLJlzGSsU+CcBy5LHIIlZx/7MIoTgz2330O/32870//0W7AyQ+oDpgbAzUOoDp9+EZpCUdgZLffD0GzCZdgNDTK5LeR1Dp9m5hmHTwme4TA+fehWaEVI6cgUjp7rmMkZNdclvl/Hrb5dMRksZlosY81tYxv52ASZTpJSMc+Y8xk9xzTlMmOLIRCknTj4LO5Ok7sgZTJp8BpNdMmXyaZhMOo3fTE5J6cjUSafgyElMmxSW6VKfPvEE7Pwu9d8nHodmhpR2Zk4MwMwJktByltRnTfCHZraUjhzDnAkuGX8McyccxdzxjsyT0pEjmD/eNYexYLxknETKhVIuHHcImkVShuUgFo8Ly5KxB7BknETKpc7sx9Kx+7HMJX+M/QsmY/7Cnyb7pHRk+Zh9cGQvVowJy0qprxy9B3ZWSX3V6N3QrJbSzprRu+DMr7uw1mSnlDux7lc7O7D+1/DZ8Ot2bBjlyEYpHdmGTaNc44fNo8KyZaQftozcarJVyrBsgd/IsGwbuRkmIzZju8kmKR3ZMWIT7OwcsRF2dkl91/ANsLNb6o6sx+7h67EnNHul3Dt8HUyGrcM+k7VSrsVfw+yskfoa7B8WlgNSPzB0NewclPrBoatwKFxW4vBQlwxZiSMmK6RcgaPyWOjIchwb4po/4T9EMtiRACkDBv8BzXEpw7IMJwaH5eSgpbBzSuphWYLTg8JyZtBimAxcjLMmi6R05NzARXBkIc4PDMsFqV8YsAB2Lkr94oD50FyS8lJoLg+YB2f6z8MVk7lSzsXV/nbm4Fr/8Lnefzau93PkhpSOzMLNfq6ZicB+kr4SKW9JeavvDGhuS6nRsdfxaXFag/m9w7Is8IcCFIhcAvo3hfZYS43+raF/c2j0748z+y9hdstNuHrilnOc+HxwMcAMFxaunQjE/BYbcFbW0/X1dhrdjm5PA/mxS6nyQgEKUIACFKDAMwjoY6lr9PHWjn7W87KBu7Fp0hGzZcuykDpXYvw4o6yZfparXFUyoULPwoBsSx/2d0w8iNV9/cxzlPZ+tXRtk9bBHwpQwCHA6wgRsCwdoSJkV9wJBShAAQpQwCng+nuv1jX6XJj+fvzw4QOzXoi83glJ/fIx8YOmQix8L6lnEhvfVdC8im8rvIpvKmri4OuKmrj4qqLmNXxZyZEvKsWDpq6UdSrFh6Z25dehqVU5ATQ1pfy8ckJ8XiUhPjNJhBpVNIlRvYqkahJUk1Q1SYoqVR2pXC0ZNJWqJUdFkzdQoZoj5aungKaclOWqv4mykjLVU0LzaY1U0JSWsnSN1CglKVkjDUp+lgafmKRFic806VD8M8nn6VDs87dMin6eHkVCU7hmBmgK1cwIzcdSflQzEz6qlQkf1sps8oGUH9TKgvdNsqJgrawoUDubyXtSvlc7O94NTf46byOfSQ7kraPJiTx1JHVzInfdd0xySZmrbi68I8n5RW5ocnyRB5q3pcz+RV5k/zIvspnkQ9YvNfmR5UvNu8j8lSOZvnoPGUOT4asC0KT/uiA0b339PtKFJu3XHyDtNx8gzTcfmqSWMvU3HyGVJOW3H0PzppRvflsIKUwK443vCiO5SREk+05TFEm/k9QriiT1ipkkrlccmkRSJqxXAgm/L4EE339i8vr3JaGJL2W870sh3g+l8JpJacT9QfMp4vwgqV8Gr0pim5RFrPqOxGxQTu++cg82d2fo/Vuj93U7jiWyWuhr/PY0SwpQgAKRToAdpgAFKEABClCAAh4k4ONBbWVTKUABClCAAm4lwMZQ4EUJ6JPuum0t9Yl4jb7gpNE3hK1Yfwste1zDvXuOl57iveaLaSPTIXXK6HozhgIU8CCBmFlTINOSVvB9Laa8wiaXu8G4+P04XF+0I9ybMnUc0Oi4oN2zS60zFKAABShAAQpQgAIvVoBbpwAFKEABClCAAhSgAAUoQAEKUMD7BdhDClCAAhSgAAUoQAEKUIACFKAABbxfgD2kAAUoQAEKUIACFKAABShAAQpQwPsF2EMKUIACz1PAPp9bS42e662f+aDRL+M7cTIIHbqcw6Ejd6HLNR3bp0XpUgmfZzO4LQpQ4D8IZBpYE8lqFXQco7Kdc72W4OyQ5eazHPQ41uNZj209fl0jq76Qy++//44iRYqgevXqWLVqlXMfcePGRfPmzbFt2zZ06dIFKVKkcC5jhQL/JmBZji9nsiwLPj4+0C+Ug/xYsNBk+C2TpsMC0Uxil82G3ZTpm2guZQuTG2gxTDL0BlqaXEeroZprUkqGXEfrIdfQZujV0FxDW60PuYq2Q66gnZTttBx8Bb8MvhyaS2g/5DI6DJFy8CV0cEnHwRfRSTNISknnQReg6TLoPLpI3VFq/Ry6DjqHbgPtnEX3gWHpMfAMekp6DDwt5Wn0GnAaPSW9BpxCb5f06X8SJgNOoq/JCSlPoF//4+jf/0RopN4vAANMjmOglAP7B2Bgf39TH9TPH4NNjkl5DEP6HcPgvscwpO9RDHXJMKkP63sEmuFSjpAM73MYI0wOmXJk30MY1UdzUEpHfu1zEL/2PoDR4bIfY3rvx9jef2FsL0c5Turjeu+DZnyvfXBkLyb0kvR0ZGKvPZjUcw8m9tqNSVKf3HM3HNmFKT0lPXab8rceu/Bbj534TeZNldKRHZjWYwemO7Md07tvx++hmdF9G0x6OMqZMj2rux9Mum3F7G5SN+VWzOm2xZm5Up/bbTM087puxnypz+u6CfNNNppyQZeNWKjpugELQ7NIykVd1mOxazqvw5Iu67C081qJlF3WYplkaec1WCb5Q+b/YcrV+LPzaizvtAZ/dtJyNVZ0WiXTq0y5UuorOq3ESsmqTiuwquNKyQqs7rgCayR2uabjcplejrVSatZ1+BOO/IH1HRzZIOWG9stg0mEZNko2tV+KTR0k7Zdgs9Q3m3IJtvyy2JmtUt/afhE0fr8swjaJ3y8LpZS0W4jtUt/ebgF2mMyX0pGd7eZjV7t5oQmtt52H3W3nYo+Ue7RsMxd7284JzWzsk/pfbaVsMxt/uWR/m1k4oGktpeRgm5kwaT0Dh1rPlGg5A4db/25ypNXvcGQ6jraStJ6OY5pW03DMZCr8W01FQEspJQEtf8NxiV2eaDkFdk5K/WTLydCcajEJp1tMhqOUevOJOC05I/PPtpiIsy0mOCLzzjWfAM355uPhTLPxuNBsHC4214zFRalfaqblWGh5WeomTcfgisloU15tNhrXJFeb/oprLrneZBRuuKbpSNxsohmBQC10ZIwAABAASURBVCkDm2g5AreaDMfdeRtkxJWBVy6WJaOvRKqwLEsLZ2kmeEUBCnilgP4toR3TUqN/Y+jfGhr93MhT+y5iZotNuHL8pvnbRNf9fHBRZC+ZFp8NLqaTMh+4EnAT85qvw+l9F8zfLHp7jW5Pt6vRle1S6wwFKEABClCAAk8uoI+hrtHHWTv6mL104G5snHTU+eWMqd9JjIbTyzz5Dv5mzVxVMqNCz8JmuyGyzo5JB7C6r1+4x3tth2vbtC6r8kKBSC9AgIgR4JgTMc7cCwUoQAEKPF7AfhzSMiyOdS1YUtFIwQsFPFFAXiuyzP0Y0Od5NXo/98SusM0UoAAFXqQAt00BClCAAhSgAAU8ScDHkxrLtlKAAhSgAAXcSIBNocALEbCfdNdSn4TX6BuxNPqGsOXrb6Flz+u4f192L0/aJ4gfBdNHpkXqN6PLDF4oQAFPFIiV9U1kXtYGUeLHluZbQPADXPp+HG4s2hHuTZk6Hmh0fJAVYZdaZyhAAQpQgAIUoAAFXpgAN0wBClCAAhSgAAUoQAEKUIACFKCA9wuwhxSgAAUoQAEKUIACFKAABShAAQp4vwB7SAEKUIACFKAABShAAQpQgAIUoID3C7CHFKAABZ6bgH0et5YaPcdbP/NBc//+fRw/EYT2Xc7h8NFg2acFy7LQqX1alC6VQKZ5oQAF3Ekg86BaSF7nA1jSKEuuz/dairODl5vPctDjWY9rPcb1WHeNrP7cLrNmzULx4sVRpUoVLF++3Lnd2LFjo0mTJti2bRu6d++OVKlSOZexQoEnEbAsy6xmWRYsy4KPjw8Qol8lB8ePViVyMV8y55gp16EzQguZEf7inB+uIpuW1XSW2YejInNkvuzTTDr3Ejql801Vr8JiH2tyS7l9iNmc1h1r6LXM1m1pVbbhmNKJ0JpWJXLRtfSmusBRN7XQWaErhBZmidbNilKRi6mGNsAs1ytpUdh8XckxJavpEllD2/TofJ1n1tMFjoT1U26jy3S2lLqqLtO5pqU6X2aaQpY75su1meHYp1btRbJq2M1kNTPfrKATjphJvZLIxbGKVMxtdUrrWurqOlOmzUZlWvfomJSao+KYK+vJxdQFw1HKNnSeoz+6skYWhZvvmJZZsgvZpkw61peKztSbSOSiUzrTkdAZoYXcVmbrhBS6olY1WjfR+RLdg+t8nZbZ0mSpORfo5syEVP5/vswJna/rOGLarJ2VjZnlUspKsl25ftx8WW5uI6W5ODZjmqpVM0+vdEIiF7NMZzkjM+XimO+sOJY6J3XfOuFYS67t1slMuUjrzA20LbqqY1oXOOKY76jrMnsdxxy91pvLNrXqWGj2oXPt9XW2WSxL9KLLdFpLZ3SGRC72Ko4ydEZooZt03kQrsudw64WuIPN0iaxh71zmyJT8f4TOD512rC/zZD3tqz1tlzLb3EZva+aZhsj6MsNxLRXdVrj5Mk+ntdBSIheZghmHdSzWmBm8ogAFvF7AMbbICCIDitb1bwv9G0Ojnxt5+q9LmN1qM66evCUWlhknPh9cFNk+SQP9yV4yLT4bUkx+l5MpC7h2IhALWmzA2b8umr9ZdDsa3a5uXyNruoxdOsVQgAIUoAAFKPBvAvoY6hp9fLWjj9lLB+zGpknHAHk8tuQqbe4kaDj9Uzyvn3cqZ0KFXoUhT99Af3ZOOoDVfbaGe7zX9ri2Ueu6LkOBSCzArkeQgGVZEbQn7oYCFKAABSjwzwL6O7DjebCHZkWdlmfeTJ1XFPBIAX3eWF9nksbr/dk1MovP8yoCQwEKUACgAQUoQAEKUIACFPAoAR+Pai0bSwEKUIACFHAbATaEAs9fQJ90161qqS8wafQNWBp9Q9if626hRY9ruH8/RJ6QB15/zRfTR6RFqhTR9WYMBSjgwQIxs6RApmVt4Bsvljm+Q4Lv4+J3Y3Bj4fZwb8rUcUGj44R21y61zlCAAhSgwH8T0DH1n/Lfts5bU4ACnivAllOAAhSgAAUoQAEKUIACFKAABSjg/QLsIQUoQAEKUIACFKAABShAAQpQgALeL8AeUoACFKAABShAAQpQgAIUoAAFKOD9AuwhBShAgecjoOcZ6pa01Oi53fqZD5r79+8j4PhttO96HkeOBstq+lWfIejUPg1Kl0og07xQgALuKJBpYE0kq/sBQuSftu9876U4O+gP81kOelzr8a3Huh7zrtF1/0vmzp2LUqVKoWLFili2bJlzUzFixMDPP/8MPz8/9OrVC2nTpnUuY4UCTypgWY4vZbIsy3yRrH7ZtK+vLwrlAL4qfh91i9xFHUmtwndQq1AQako+//gOTApJaXIXnxVypIaUNQrfg0khKSXVCwejmsxzlFp3pGrh+6haRCJlFUnVIg9QpfADVJbSkYdSd6RSkYeoVCQEFV1TFKgoqSApLzFlEUDr5YtaKCfzymlZzELZYj4SR1mmqA/KFPVFGZnniC8+LSYp7ovSUpYuFkXKKChll8WjomRxmTZlVHxSPJpMO0qta0rIvBIloqN4cYmWJq+geIlXUExSVFKsRAwU1XziKIt8EhN2Cpt6LBT+JBYKORPbUS8ZGx9rZP5HUpp88ipMWfJVfCj5oGQcfFjqVXxQKg60/kHJuHhf5pmUiouCpV7D+6aMiwKlX0MBqReQeY7Ew3tSf690PLzrkvyl48t0fGiZT+r5S7+OfJpPpZTk/TQBTEonQB7NpwmRO1wSmelcZRLB5NPEeOfTRHinjJSSnM4kQY4ySZCzbGLkKJsEb5dJGprQetmkyF42mSQpsklpUi55aD05spZNjiySrDIvi0syl30Dmcs5ksmUKZCpXApkLG/nTalLyr2JDJryKZE+XFLJdCq8VSEV0kneKp8a6cprXcoKqZG2QhqJo0wj9TQV00CTukJauCZVxXSwk1LqKSu+Bc2bofU3ZTpFxfS4lOYmVt7ehBUSLS+muYU3KmbAG5XSI3mlDCbJpExWOQMcyShlRiStlBFJJEkrZ0ISlySunBkmVTIjkSRx5SxIJElYJQscyeosE1TJigRVsuH1qlnxupYuiV81O+JJ7DJe1bdl+m28JqUjORC3ag68Vk1KSZxqORHHlDkQp6rWc+JVmaeJXe0dxK6eU/IOYlXXei7Eknkxq0lZPRdiOpMbMWpIqjvyipSvVM+D6JoaUprkRfQaeRHNmXyIKvWoNbTMhyifSaQe5bP88JXYpc9n7yIsWn8P1meSz98DNJ8VkDI0Ug/5vCAefl4AjlLqNd/Hw5oF8eDz9/FA6lreD63fr/kBgmVesJa1pF7rQ5n+APdqfmhyt+ZHuCvz7tbS0pE7tT9CkE7XLoR7dQvj/pfF8ODrEs7x2LIsWJYjCP2xLCu0xoICFPAWAf3bQfuipUb/ptC/LfRvDP3cyFP7LmFWqy24evKWrBYi44IMVYOLIPsnaWQ67JLtk7SoMaS4LLfMXyzXTgZiQYv1OLPv4t/+zaK31n1qyVCAAhSgAAUo8M8C+pjpGn28tqOP2UsG7MbGycfkcTjEfLdo6lyJ0GBq6X/e6DMsfUf+3ivfq4jj82bl9jsnHcCqXpvDPd5ru1zbqnVZlRcKRFIBdjuiBDjWRJQ090MBClCAAo8K2I9Bdmkvt6ctS59X19hLWFLAwwTk7isX02i9X9sxM3hFAQpQgAKhAiwoQAEKUIACFKCAZwn4eFZz2VoKUIACFKCAmwiwGRR4zgL6hLtuUkt9A7dG33il0TeE/bH2Flr2uoEHD/RpegsJXo+C30emQco3ounNGApQwAsEYmZ+A5n/aIuor8eGJf/w4CEufz8ONxZsM2/K1PFAo+ODRscL7bZdap2hAAUoQIGnF9BxVKO31PJxcV2mdYYCFIhEAuwqBShAAQpQgAIUoAAFKEABClCAAt4vwB5SgAIUoAAFKEABClCAAhSgAAUo4P0C7CEFKEABClCAAhSgAAUoQAEKUIAC3i/AHlKAAhR4DgJ6fqFuRkuNntOt53dr9Av8Ak4EoX23CzhyLBiw9IxwC106pEXpkgnAHwpQwL0FMg2oieRffGQaacn1hT7LcG7Qn+azHPT41uNcj3k99l0jqz71ZcGCBShTpgzKlSuHRYsWOW8fLVo0NGzYEH5+fujbty8yZMjgXMYKBZ5FwLIseThyxMfHB76+vuhSxwcda4ag/ecP0a7GfbStHow21e+jdbVgtJZ6y2r30FLqLVzSvNp92Gkm9WbVH6CpMw/RpLqdEDSuLqkRgkZSNqoBaH6W0hELP9Vw5Ecpf/zMB5qGUjriiwafOVJfyvqfRYHmh8+j4IfPo5p8L+X3n0dDPZd893l0mNSMjm9NXsE3NcPydc0YMKkVA1+ZxMSXtezEwhe1wlK3VmzUrR0bdUxelfJV1K5tJw5q1XakppQ168SF5nMpHXkNn9VxpIaUNerEg6Z63XhwJD6q1XWkat3XYafKFwlQpa5EysomCVHpi7BU/CIRTL5MhAomiVH+y7CU+zIJ7JT9MinKfpUUZZxJhk+/spMcpb9ypJSUpb5+A5qSUjqSAp987UgJKUt88yY0xaV0JCWKfeNI0W9SwU6Rb1OhyLepTQpLWfjbNCjkko+/TQuT79LiI5N0+PC7sHzw3VswqfcW3pf6+/XSo6AzGVCgnp2MeK+e5PuMeFfKd7/PBE1+KR3JjHzfO5JXyrw/ZIEmj5SOZEXuHxzJJWWuH7JB8079bHinfnaTnFJqctR/G3berp8DJg1yILtJTmRrEJasDd6BScN3kMUkFzI3DMtn475B9NLxMfPGEsy4sRS/bOiNtbF2IcOPeU3SS+lIPrz1oyPppEz3U35o0krpyLtI85MjqaVM/dN70KT6+T04UgApf3bkzZ8Lwk6KRgWR4uf3kaLR+3jD5AMkbxSWZI0+hEnjD5HU5CMkaRyWxI0/hp1EjQshUZNCSOhMYSRoYqcIXm/iSHwp4zctCk08KR0phteaOhJXyrjNikMTR0pHSuDVZo7EljJ2s0+gidX8E8RqXtIkppQxm5dCDJe80rw0TFqURnSTTxGtxaeIFpqoLcrApGUZRJF6lJZl4etMOfi0DIvVsjysVuUBKdGqAjQhUjpSEQ9bOfJAygetK0FzX0pHKiO4dWjaVEFwm6q437Ya7v9SHQ/af4aHHT6H1bk2fMu9Z8ZiHx8fWJZjfH6W8Z23oQAF3F9A/2bQVmqp0b8l9G8K/dtCc3LfRcxuvQVXT96S1Sz4+Pqg1pCiyF4iDR73k+2TtKgxpDh8fGTskBWuye0WtliP03svQLen0e3rfnR/GlkNdql1hgIUoAAFKECB/xfQx0rX6OOpHf2s58UD9mDjlGOABfOTNk8S/DjtU1N/EVc5K2VChT5FHLuTfe7+7RBW9dwc7vFe2+faZq2DPxSIjALsc4QJWJYMSBG2N+6IAhSgAAUo8HgB/b3Xjr1GCEKkqpGCFwp4ooDcfeXy2Jbr/f2xCziTAhSgQGQTYH8pQAEKUIACFKDzTJbZAAAQAElEQVSAhwn4eFh72VwKUIACFKCAWwiwERR4ngL2E+xa6hurNfqGK32ztb4hbNnaW2jR8wbu33c8RZ8gvi9mjEiDlG9Ef57N4LYoQAE3EIiR6Q1kXNYOvvFjm9aE3H+Ay/XG4sZ8v/87cVzHCh03dEW71DpDAQpQgAJPLmCPn1ra46qWrnFdplvWaS0ZClAgcgiwlxSgAAUoQAEKUIACFKAABShAAQp4vwB7SAEKUIACFKAABShAAQpQgAIUoID3C7CHFKAABShAAQpQgAIUoAAFKEABCni/AHtIAQpQ4L8K2OcOaqnR8wz1cx80+tkP/sdvo13nczhyNBgICTHp3CE1Sn3y+n/dNW9PAQpEkEDG/p8j+Rcfmq8J0KvzvZfi7MBl//dZDjoGuOZJm7d48WKUL18en376KebPn++8ma+vL3744Qf4+flhwIAByJw5s3MZKxR4FgHLCvtCJsuy4OPjY75wWu9rUaJEQbRo0RA9enSTV155Ba6JESMGGBrwPvB87wM9evRAuXLlYP/07NkTs2fP5rH2gsabl33/dR1T7bFWx92oUaNCx2Adi3Vc1uh9wrLCxmydZihAAc8X0L8VtBda6nMHGvu5A33+4OS+S5jVcguunLwlq4XA8gFqDiqCbMVTy/TfX7KWSIPqg4vL+pY87RCCaycDsbDFOpzZewG6XY3uR/en+9bo1uxS6wwFKEABClCAAmEC+hjpGn0ctaOf9by4/x5smnJMnuuX24QA6fImQcPfSsnEi73krJQZ5XsXde53928HsbLHpnCP99pO17Zr/cW2ilungPsJsEURJ8AxJuKsuScKUIACFHhSAcfz6hYsuYFGCl4o4IkClmXuxY82nb9/PSrCaQpQIDILsO8UoAAFKEABClDA0wR8PK3BbC8FKEABClDADQTYBAo8NwH7CXYt9Q3VGn2jlb7JWrN0zS206HUTD0MAy7KQ8PUomDEyDd5MHg38oQAFvFMgRqbkyLS8HaIkeNV0MOThQ1z5fixuzPML96ZMHS80On7oinapdYYCFKAABf5dQMdN1+iYqr+HPS66zHVdrf/7HrgGBSjgBQLsAgUoQAEKUIACFKAABShAAQpQgALeL8AeUoACFKAABShAAQpQgAIUoAAFKOD9AuwhBShAAQpQgAIUoAAFKEABClCAAt4vwB5SgAIU+E8C9jmDWmr0nEL7XEP93Af/40Fo3/UijgXch2Xprix07ZgGpT9JoBMMBSjgQQIZ+tfEG199BMixrMfzxT5/4OyAZQgODjaf56DHvo4BOha4Bv/ws2zZMlSqVAklS5bEnDlzwq357bffws/PD4MHD0a2bNnCLeMEBf6rgGVZsCxH9Ium9Uun9QuoNfpl1PYXU2vp+oXVrL8CGtDged8HBg4ciKJFizoP6+bNm0MfH573fri9V9zu+NXxVhMlShRodCzWMdmyHOOz3iksy9KCoQAFvEBA/0bQbmhp/92gf0Pocweak3svYlarLbh2Jkh+TwN8ovig9pCiyF48td7sX5P1k7SoPqQEfHx9zO1vnLqFRS3W4/Se8+bvFd2H7k/3rdF26EbtUusMBShAAQpQgAKAPja6Rh8/7ejzgIsH7MXG3445qCwgXb6kaDillGM6Aq5zVMqE8n2KAZZeLOyddgiremwK93iv7XXtg9bBHwpEHgH2NAIFLEsGowjcH3dFAQpQgAIU+HeBELOK43dgR93M4BUFPE0gJAS8B3vafxrbSwEKRLAAd0cBClCAAhSgAAU8TsDH41rMBlOAAhSgAAVeugAbQIHnI+B44cjxxjB9E7VG32Clb67WLF59C8173sTDB/LkvDxBnyCeL2aOSIM3k0V7Pg3gVihAAbcVeCVDcmT84xf4vh5bBgm5PHiIy/VG48bcreHelKnjhsZ1PHHbTrFhFKAABdxIQMdNOzqO6u9gdhkcfB+//bhCshxad12m69i309KNusSmUIACL0SAG6UABShAAQpQgAIUoAAFKEABClDA+wXYQwpQgAIUoAAFKEABClCAAhSgAAW8X4A9pAAFKEABClCAAhSgAAUoQAEKUMD7BdhDClCAAs8uYJ8rqKVGzyPU8wo1+rkPxwKC0K7LeRzxD4Z+KnNICNC9UxqUKvH6s++Ut6QABV6qQPq+nyP5Vx+bY1qvLvVdhnMDlkK//EuPez3+dSzQMcE1jzZ6+fLlqFq1KooXL46ZM2eGW/zVV1/Bz88Pw4cPR44cOcIt4wQFnoeAZYV9KZNlWfDx8YF+6bQmatSo0OgXUmuiR48OjdaZaKABDV7EfSBu3LgYPHgw3n33Xdg/X375JdavX8/7XLTneZ9zj209OqbqmKvRMVjHY41lWbAsy747sKQABbxAQP820G5oaf+9oH876N8QmhN7LmJGq624evq2/JkRAh9fC7UHF0G2Yqn0Zk+cLCXSoPqQ4nJ7H3Ob66cCsajFOpzefT7c58+5tkNX1GktGQpQgAIUoEBkF9DHRNfo47Udff5vUf892DDlqGEKkSf90+VJgoaTPzHTEXmVo1ImlO9TTFogLzrIZc9vB7G6x6Zwj/fabte+aD0i28h9UeDlCXDPESnAsSUitbkvClCAAhR4MgHLrGZZWmrMJK8o4HkCcveVi+e1my2mAAUoEGEC3BEFKEABClCAAhTwPAHHu3k8r91sMQUoQAEKUODlCXDPFHgOAvYbG7TUN3Fr9I1V+gZuzaJVt9CiVyBCdF/yAlPiBFExa2RqpEgWVecwFKBAJBB4JUMyZFzeAVETxgFkHLBkQLhabwxuzNkS7k2ZOn5odDyB/NilVHmhAAUoQIHHCOg46RodQ+3fw+7dvYfpjVZh/x/HsX/ZccyQus7T3890HV3X9bZaf8wuOIsCFPAWAfaDAhSgAAUoQAEKUIACFKAABShAAe8XYA8pQAEKUIACFKAABShAAQpQgAIU8H4B9pACFKAABShAAQpQgAIUoAAFKEAB7xdgDylAAQo8o4B9jqCWGj2HUM8l1Oh5hUf9b6Nd1ws4FnAf5gOZLQs9OqVByeLxn3GPvBkFKOAuAun7fo7k3xSS5sjRLZdLff/Auf5LoV8Cpse/jgM6JujY4Bq5AVatWoUaNWqgSJEimD59us5ypm7duti8eTNGjRqFXLlyOeezQoEXJWBZFizLEf3CaV9fX2iiRIkC/TJq10SLFg0MDXgfeHH3gTfffBPDhg1D1qxZnYd87dq1sXfvXh57z2v8cZPt2GOrjrV2dOzV6FhsWY5xWe8IlmVpwVCAAh4uoH8TaBe0tP9O0L8Z9G8HzYk9FzGrjR+unwmCHvW+UX1RZ0hRZCuaSm/21MlSIi2qDSkBnyg+0A3ePH0bS1qux+nd58N9/pxreyA/Oi0FLxSgAAUoQIFIK6CPha7Rx2s7+rzfwn57sPE3f3l41UdsIH2+pPhxSsmX5vV2xUyo0K8E9MeyLOyZehCru28K93iv7Xftk9Z1fYYCXi3AzkWogGU5xsQI3ekz7Kx3797InTs3Fi9e/Nhb63xd/u6772LLli2PXWfo0KFmG7NmzXrscnvm7du3Ua9ePZQrVw6XLl2yZ+P8+fOYMGECdLlzZiSp6N/CS5YswbZt29yyx/p/8rj/s+fd2Ijaz7O2e//+/ShUqBDat2//rJt4LrdbtmwZ9FjU4+XRDd66dQtjx47FlStXHl3EaQq4CISYeoj5lhZH3czgFQU8TUDuvnLxtFazvRSgAAUiToB7ogAFKEABClCAAh4o4OOBbWaTKUABClCAAi9VgDunwH8VsN8spaW+cK3RN1TpG7g1C1fdQovegbIbeUpeLokTRMGsEamQIlk0mccLBSgQmQReSZ8UGZa3R5QErzpfar76/RjcmL053JsydRzR6LiiPnapdYYCFKAABcIEdHy0o+Om6+9g9+7ew/TGa7D/z5MIkd/BNPv/PIEZjVdBl+nvaRq9jd7W3o6WYXtgjQIU8CYB9oUCFKAABShAAQpQgAIUoAAFKEAB7xdgDylAAQpQgAIUoAAFKEABClCAAhTwfgH2kAIUoAAFKEABClCAAhSgAAUoQAHvF2APKUABCjyLgH1uoJYaPW9Qzx/U6LmER/2D0K7rRRwLCHae592jU2qULB7/WXbH21CAAm4o8Fafz5D820LQg1zHgUv9luFcv6UIDg42n+eg44GODbpMs3btWtSsWRMff/wxfvvtt3A9qlWrFjZs2IAxY8Ygb9684ZZxggIvSsCyHF/MZFkW9Aun7egXUNvRL6a26yx9QQMavOj7QObMmTF8+HCkSJEC+nP9+nV89tlnCAgI4P3P97/f/170/9/TbF/HV43exh5/tbQsC5Zl6X+/szQTvKIABTxWQP8W0MZraf99oH8r6HMHmuO7L2Jmaz9cPX0buo5PFAu1BxdG1iIp9WbPnMzF06DakBLw8fWRP1lCcP10IJa0WIfTu86Zv1d039oO3afdLt2ZTmvJUIACFKAABSKbgD4GukYfJzX6mKnP9y3ouxsbp/rL46o+HRiCt/InRcNJn7x0puwVMqJ8v+LSrhDoz56pB7C628Zwj/faD9e+aV3XZSjgrQLsV8QKeMqYoq+9+Pj4YNu2bf8HpH3YunUr9LkaHTP9/Pz+b5179+7h8OHDiBMnDjJlyvR/y/9txpUrV1CvXj1s3Ljx31b1yuVTp05FmzZtcOvWLa/sHzv1/AROnjyJgQMHmtdbH91qUFAQmjVrhrlz50Kfy3h0OacpECYQ+hw7tNSELWGNAh4lIK8XWeZ+7FGtZmMpQAEKRJgAd0QBClCAAhSgAAU8UcDHExvNNlOAAhSgAAVeogB3TYH/JKBvBtANaKkvMGr0TQH6hjDNwlW30bKP/SK2hcQJo2D2iFR4I2k0vRlDAQpEQoHobyVFhhUdETVRXMhrdUbg2g9jcXP25nBvytTxRKPji65kl1pnKEABClAA5gQ5HRs1Ol5q7N/D7t65hxnN1uPQqjOwBMtEruSCwytPY3bTtdB19Pc1vY3eVqPbsiM344UCFPAuAfaGAhSgAAUoQAEKUIACFKAABShAAe8XYA8pQAEKUIACFKAABShAAQpQgAIU8H4B9pACFKAABShAAQpQgAIUoAAFKEAB7xdgDylAAQo8tYCeF6g30lKj5wvquYMa/SKgI/630bbrBfgfvy+rWea8w16d06BksfgyzQsFKOBNAm/1/gzJvy0My7JMty73X4bz/ZaYL6WwzyvesGEDvvjiC3z44YeYNGmSWc+++uyzz7B27VqMHz8e7777rj2bJQUiTMCyHPdd3aFlWdAvQLIsR6l1jX45NeMLGtAgou4D+ngwatQoxI0bF/oTEBCAGjVq4OrVq7wf+v6n+6Fb+en46hrLsszvE5Zl6X+7qZsKryhAAY8W0OcMtANa6nMHWupzB/q3giZg1wXMbLMNV8/c1tUQJZov6g4pimxFUprp/3qVuXhaVBv6CXyj+ppN3ThzC0tarsep2+3MQgAAEABJREFUnefCff6ctstun66o01oyFKAABShAgcgioI99rtHHa40+Xmvm992NTdOPm9/T9Tf2DO8mw48TS7gNT/YKmVCh/yew9J/8TbFv+iGs7roh3OO99se1j1oHfyjgnQLsVQQLWJYVwXt8tt2lSJEC8ePHx5EjR3Djxo1wG7l+/Tr279+PHDlyIH369NiyZcv/rXPt2jUcPXoUb775JpInTx7u9o9OxIwZE8OGDcOcOXOQIEECs1j/5tKYiUh4pY+n7tztx/2fvYj2RtR+nrXtmTJlwooVK9C+fftn3cR/ut3du3fRv39/nDt37rHb0d9fIvNx9FgUzvwbgRAzX+8zgKNuZvCKAp4mEBIi92Dehz3tv43tpQAFIkyAO6IABShAAQpQgAIeKeDztK3WJzgY+QNZ/0hmwn153rPeL572PhjZ139WZ96Oxy3vA8/rPuCe24nsY6On9F+PQ22rlvoio0bfQKUvXmsWrLyF5r1vmsdXfUEpccIomDMyFZIniao3YyhAgUgsED1dEry1vD18E8TR4cGME1e/H4ObMzeFe1OmjisaHWeUyy61zlCAAhSIzAI6HtrRcVJj/x527849zGqxAQdXnJYxVn7fF6giP+ZG0R/zwLw9Qq4OrziFuc3XQtfV39v0troNjb1dLeWmvFCAAl4jwI5QgAIUoAAFKEABClCAAhSgAAUo4P0C7CEFKEABClCAAhSgAAUoQAEKUIAC3i/AHlKAAhSgAAUoQAEKUIACFKAABSjg/QLsIQUoQIGnE7DPBdRSo+cJ6jmDmuDgYBzxD0Lbrpfgf/yB4xxD2XyvTqnxSdF4UuOFAhTwRoF0vT9Dsu8Km67puHCp3zKc67MYmzdvxrfffosPP/wQEyZMMMvtq2rVqmHVqlWYNGkSChYsaM9mSYGXImBZFizLcu7bsiwzbVksLYsGlkUDy4p4g2LFimHkyJHO43LHjh3Qxw7Livi2WJa37NP9+6H/4ZblaKfWGQpQwLMF9G8D7YGW+tyBlvrcgX72kCZg10XMaLMN187c1tUQJZov6g4pjKyF3zTTz+sqU7E0qDrkE/hE8TGfPXfjdCCWtliL0zvPhfv8OW2f3U7dt05ryVCAAhSgAAW8XUAf81yjj9cafbzWzOu9G5umHzePo7pehneTouGE4m7Hkq18RpTtX9zZzn3TD2JVl/XhHu+1X9oH17hdR9ggCvxnAW4gogV0TInofT7L/hInTozUqVPj3LlzuHz5crhNBAQE4NSpU3j33XeRPn16nDhxAqdPn/6/dS5evIisWbMiTpw44ZZxggIUeD4CCxYswJYtW1CqVKnns0FuJdILWJYlBhopeKGAJwrI3VcunthytpkCFKBABAhwFxSgAAUoQAEKUMAzBXyepNn6xDsT4nzhkxYvzuJJ7o+RcR3e517cfY62tH3q+0CI+5tFxnHSE/qs9zVtp5b65miNvnFK3wymmb/yNlr0ve08eS5JwqiYMyIlkieOqjdjKEABCuCVdEmRfmVHREkc14wVkFftrjUYi5szN4Z7U6aOLxodb5TNLrXOUIACFIiMAjoO2tHxUWP/Hnb3zj3MaL4Bh1adheM9PRaK/5wHRX/MjSKSoj/mgVkgY+6RlWcwp9la3L1z14y7ug3dlsbevpbgDwUo4B0C7AUFKEABClCAAhSgAAUoQAEKUIAC3i/AHlKAAhSgAAUoQAEKUIACFKAABSjg/QLsIQUoQAEKUIACFKAABShAAQpQgALeL8AeUoACFHgKAfscQC01en6gniuoCQ4OxhH/ILTrfhkBJ+4DlrmgT5fU+KRYfPCHAhTwboF0vT5D8npFYVmWyZUBf2BKqSaYOHFiuI5XqlQJf/zxByZPnowPPvgg3DJOUOBlC1iW4/5rWWHly24T90+ByCxQuXJljBw50kmwcuVKVKxY0TnNylMKuOHqlhU23lqWo+6GzWSTKECBZxDQ5wz0Zlrqcwcafe5APzNSE7DrAma23Ybr54IAC4ga3Rd1BxdC1kJv4kX8ZCqWBlWHfoIo0XxhWRZunruNpS3X4dSOs+ZzkLRN2j5tp0bbre2wS60zFKAABShAAW8U0Mc61+jjoUYfGzXz+uzBphknpOuWeQzN+F4yNJxQXKbd85K9fCaUH1jStBWwsP/3w1jVeX24x3vtn2uftQ7+UMCbBNiXCBewLCvC9/ksO4wZMyayZcuGK1eu4OTJk+E2sXv3bjP99ttvI0+ePLhx4wb2799v5tlXe/fuhY6hefPmNbN0eaFChTB69GiMGTMGBQoUMK/76PN5N2/eRL169VCuXDlcunQJa9asQYkSJXDq1Cls3brVrKfLb9++bbalY/H27dvx5ZdfIl++fMidOzfKlCmD6dOn4+7du2adf7rS7ej2NKtWrTK31e3Ur1/f9Fdve+vWLdPWkiVLmu3rct2f7lf3r+tcu3YN1atXN9G6ztNov1u0aGFuN2HCBJ3ljL+/v+lbx44dzXcxOReEVuy2DRw40Mxp1KiR2Y6amBlypUY9e/ZE4cKFzTK1/Pnnn3Hs2DFZ+u8X3ZaaablixQroa3E6ra/D9e3bF9qGy5cvo1OnTub/Sf8P69ati4MHDzo3ruuoX7lyjv8ze8H58+fRpUsX83+m29S2ffPNN3B103X1b2l9/a9KlSrQ7eu6aj1o0CCova6jedx+tN26vpYbNmyAvQ3dlzqcOKG/i+itw6L9cW2X3l+WLVuG8ePHG0PdVtjaT16z79ft27d33ki39bTtc974KSr6/zFixAiUKlUKH3744f/dUttWunRpcwzpsaTHlP3/pcv0eHRtt72Bf1pmr8PSewVCECKd00jBCwU8UUDuvnLxxJazzRSgAAVevAD3QAEKUIACFKAABTxUwOef2q1P1rpGn3h8dFrnMQ9Bg6c3sO9LamfX7fKf7peRaZntYZeuVlpnnv5+RzOa/df7gLvd/nHjgz0vMo2X7t5X/T/RNmpp34f0RW99M5hm3orbaNH3lqwiLyXJs/BJEkbB3JEpkTxxVJnHCwUoQIEwgehpk+CtlZ0QJVFc2K89X6s/Fjd/3xjuTZn2WKPjjt7aLrXOUIACFIhMAjr+2bHHRvv3sDtBdzGj+UYcXnNWSBy/hxX/KTeKNMgl045LkR9zo+hPeRAiv6PpwHts9RnMa7YOelv9PU63ZW/X3o+WjlvzmgIU8GQBtp0CFKAABShAAQpQgAIUoAAFKEAB7xdgDylAAQpQgAIUoAAFKEABClCAAhTwfgH2kAIUoAAFKEABClCAAhSgAAUoQAHvF2APKUABCjypgH3un5YaPTdQzxHUBAcH49DR22jT9RL8jwc7zikMCUGfLqlRoki8J90F16MABTxcIG3PGkhWr6iMASHQf19EfRsa7ZZ+8cb8+fMxefJkfPTRR451ZJzQ8USXMxRwVwHLsmBZjGXRwLJoYFkRb/D111+jd+/eziFi9uzZ+Oqrr3hcPsP/hWVF/P+fZf3zPp3/saxQgAJeJWD/jq+lPndgRz9rSBOw6yKmt96Gq2eD9OOIECWaL+oOKoyshd58oQ6ZiqVFlSEl4RPVMn+P3DgTiKUt1uL0jrPOz5+z26qltl8bZJdaZyhAAQpQgALeJKCPca7R5/o1+nitmdtnDzb9fly6rB8iGIIM7yVFw/HFZNq9L9nKZUTZ/iVMI/U5yv0zDmF15/XOx3vto8a171o3N+AVBbxAgF2IeAFPGkNy584NX19f7N271wl179497NixA2+88QZSpUqFjBkzIkGCBNiyZQt0vNQVdZ09e/YgYcKESJs2rc5yZuHChZgwYQI++OADZM2aFalTpzb7cK4glcSJE6NkyZKIFSuW2Ya+ZvTee+8hSpQo5u+ziRMn4rvvvsOBAwfw/vvvo2zZsogWLRp69uyJZs2aITAwULby7xd/f3907NgRSZIkQeHChZEsWTLEjRsXZ8+ehT7POGzYMLPP0qVLm/3o/nS/un/9f9R1M2XKhFOnTiEgIMC5w5s3b+L4cX1MhLFSD3uh2l25cgX58+c3z1na8+1S+6h9zZIli5n17rvvokKFClATnfHXX3+hZs2amDFjBl5//XXT9+zZs2PDhg1m/ooVK3S1J8ro0aPRunVrY6x9jB07NqZMmYLu3bujXr162LVrF0qUKAH9P963bx+aNm2KM2fO/O221a1BgwZYtGiR+b/Vdmv79bY6f+3atea2ajdp0iSz7zt37pj/a/0/jBkzJsaPH48WLVrg9u3bZt1/ulq6dKlZV2/36aefImnSpNB9NG7cGOfPn3feVNul/dHnihMlSmTMXnvtNbRr1868Dulc8TlXnrR9z7JbvY8PHDgQ8eLFwxdffGHup49uR++fxYsXN/+/eizpMVWkSBFEjx790VU5TQERsCSAJf/0GvyhgKcK6OtMntp2tpsCFKDACxbg5ilAAQpQgAIUoICnCvj8XcP1iUZdpqVG37xjR5+sZh6YJ+3p8N8d7PuV3s809v1Oy8gcVwut2068z/33+xwNafgf7gNuOfbb44OWOl5odPy0S60zL0/A/n/QUv+PNHof1DeDaeYuv42W/e0Xby0kTxwV80akRLJEUV9eo7lnClDArQWip0mMt1Z1QtQkr0Fff7YA3Gg4FoHTN4R7U6aONxodf2QV84YgLRkKUIACkUVAxz87Oh5q7N/D7gTdxcwWG3FkzTnh0JHUQolGeVCkQS6ZDn8p3DA3ijXKKzN1PeDY6jOY32wt7so29Pc53aZuW2PvT0u5AS8UoIDnCrDlFKAABShAAQpQgAIUoAAFKEABCni/AHtIAQpQgAIUoAAFKEABClCAAhSggPcLsIcUoAAFKEABClCAAhSgAAUoQAEKeL8Ae0gBClDgiQTsc/601Oj5gHpuoCY4OBiHjgahXY+rCDj5QLZnQc/h7tslNUoUiQf+UIACkUsgbc8aSF6/uAwDlskX0d7GouodMXbsWHz44YfmMx10DNGxxDWRS4m9pQAFKECBpxHQL3hq06aN8yZjxoyBznPOYOVJBLgOBShAgQgR0N/xdUda6u/9dvQzhjQBuy5ieuttuHH+jvy9AER9xRdfDimErIVS6M1eeDIWS4MqQ0ohavQosCwLgeduY2mLtTi945z5W0XbaLdZS+2HNsoutc5QgAIUoAAFvEFAH9tco8/1a/SxUDOvz15smnEC8oAJfZYvU4Fk+HFcMXjKT7bymVBuYElYlmWavH/GIazutM75eK991bgaaN2szCsKeLYAW/8SBCzLMda8hF0/9S5TpUqFJEmSYN++fQgKCjK3P336NPbv349MmTIhbty4SJw4MVKnTo2DBw/i8uXLZp1r164hICAA6dOnR8KECc08+0rX6devH7p164ahQ4eiaNGi9iJnmSFDBjRs2BDx4sWDtqFJkyaoWbMmokWLhp07d2L06NHQdWbPno3evXujbdu2mDp1Kr755hts3LgRs2bNcm7rnyqXLl1C5dADX1YAABAASURBVMqVMWLECHTt2hWtWrUyq+v2jxw5Yran22rfvr3Zj+5D26Prb9myxTxufPTRR7h79y52795tbqtXAdL3U6dOIWrUqMZBPXS+Ppbo7dQkS5YsOuv/on3UvhYuXNgs0/Zpu7S/t2/fxqBBg3Djxg3T52nTpply2LBhGDVqFGLFioVevXrh2LFj5rb/dqXt1PX19trH4cOHI1GiRFi0aBFy5MhhTNV2/PjxqFSpEs6cOYMDBw787WZXrlxp+tu6dWvzf6vt1v+fwYMH49VXX8WmTZugfztfvXoVc+bMgRpMnDgRum/dj/oWK1YMeh87fvz43+7HXrBq1Spz23HjxhkHvX2ZMmXg7++P9evXm9X08Vr3oX2tX78+pk+fbtbVPrVs2RI3b97Ei/pZ9QTte5Z9a5/0fqn3uUaNGpn/s8dtJ1myZGjQoIE5hvRY0mNKDfT/4nHrc15kFwgxAHr/Ahx1M4NXFPA0gZAQ3oM97f+M7aUABSJKgPuhAAUoQAEKUIACHivg87iWO57EkKcx9A/B0OiTjxp98VKjJy7ZpdaZYNDgyQz0fmNHn9i3o/cvjev973H3z8gwz9VA6+qisa1sPy15v3uy+x2d6PR87gPu46jHv2t0fNBxQqPjhkbHS7vUOhPxAra/lvp/o9H/K/v/bvaft9Ci/y3ocrlCskS+mDfiTSRNFCXiG8s9UoACHiUQLXVipFvVGVESxTUv3ulLeNcbjsXNaevDvSlTxx2NGWekh3YpVV4oQAEKeLWAjnd2dBzU2L+H3bl9FzNabMLhNefEwPEmnhI/50aR+u/I9OMvhRrkRtFGecxCHXOPrTmDec3WQrelv9vptnUfGnu/Wpob8IoCFPBAATaZAhSgAAUoQAEKUIACFKAABShAAe8XYA8pQAEKUIACFKAABShAAQpQgAIU8H4B9pACFKAABShAAQpQgAIUoAAFKEAB7xdgDylAAQr8u4B9rp+WGj0PUM8J1OhnkRw6GoQ23S8j4ESwbEzPOQxBvy6pUaJIPJnmhQIUiIwCabpXR7L6xaHnFGv/4847ggu9F5nPmNOxQ88t1rFExxTX6LoMBShAAQpQ4HECnTp1Ml9uZC/r27cvdJ49zfLfBLicAhSgwIsX0N/tdS9a6u/7dvT3f43/zouY1nobrp93fMlk1Fd88eWgQsjyUQq9WYQlY7E0qDykJHyj+ph9Bp67haXNV+P09rPOz5+z266l9kdXtEutMxSgAAUoQAFPFtDHNNfo83UafbzWzOm9Bxt+P65fsGGSqWBSNBz7/1/m7O4GWctlRNkBn0gf9BKC/TMOYVXHtc7He+2zxtVC6+7eL7aPAv8s8PyX6nHiLnn+vXs+W/SkseO1115DqlSpEBAQgCtXrkB/Dhw4gEuXLiFPnjywLAsxY8ZEtmzZcO7cObOernPmzBmzTs6cOREtWjSd5Uzq1KmRNm1a5/TTVpYvX4579+6hXr16SJQokfPmUaJEQbly5ZA8eXKsWLECN27ccC77u0qMGDHw7rvvmn7Y62g/Nm7cCG1npUqVoNu1l6VIkQJfffWVef1q6dKl0P9L7UvChAmxY8cO0y5d99ixY4gVKxaqV69uHNRD51++fBkHDx40XkmSJNFZT5VDhw5h7969yJUrF4oVKxau3dmzZ4e29+LFi1i3bt0Tbfedd95B3rx5nesmSJAAKVOmxKuvvmos7b5bloXcuXOb9U6dOmXKx13p7wX6d/HZs2ehpb2O3g+WLFmCZs2awcfHxyzT5devX4fGXk/317VrV8yaNQuZMmWyZ/9tqW0vWLCgc7ne/qOPPjLTgYGBptS2qEfmzJlRoUIFs39dYFkWSpQoYe7HOv0i8iTte5b9/vXXX5g0aRLKly8f7v/vWbbF21AgTMAyVcvSUmMmeUUBzxOQu69cPK/dbDEFKECBFy7AHVCAAhSgAAUoQAHPFXC8W+cx7dcnaDX6ZKO+MLF61z3YWSP1NbvuYvXOO1ij2RGENZK1oVm34zbsrJf6+h23sGG7nUBs3B6WTdtvQrNZSpNtN7AlNFu3XYcdP6n7bbsGzTa/a9jmdxXbXbLD7wrs7JT6zq2Xscslu7degp09Wy9Cs1fKvVsuYu+WC9gXmr+2nIed/VLfv+Uc9m8+hwOhObj5LOwckvqhzWdwWLNJyk2nccQlRzedguaYlMc2nYTGf+NJOHICARsdOS7l8Y3HoTkh5YkNAdCclFJzaoM/7JzecAyaM+uPwZGjOLvekXNSnlt/BJrzUpqsO4wLobm47hDsXJL6pXUHobm89iAurz2AKy65unY/7FyT+rU1f+G6M/twY01Ybq7ZC02glIGr9yJw9R7cCs3t1bthJ0jqQat34c6qsNxdtRP3ZJ5G72f2fU5LvVvapdYjS+w+a6nRY1Czaudd6DGopWa1Tsvxt9oljuPxjjkeXY9J+9jUcp0ck4/GPk7Xy7G63nms3go9bgOlDAx33OoxvEmOYz12XWOOYXMs38Dm0ON4yyPlVjmWH42fzPMLPb613CZ1x3F+zRzrjx7v9rFvH/N2aY59Pf41cvzvlLiOA4562FgQNiZcMmPCHhkT7Ow1Y4OOD5oL4caJx40X4ceN8zBjh4wf9tgRVp51jiGPjiU6ntgx44rL2HLYZWyxx5mjMu+ojC+ucYw3p8x4c0zHHeeY8/9jT4CMPXaOy9jzaBzj0XEzHrmOSTou2bHHJtfytIxZp0PHqtPOseqYc8w6I2OVPW7Z5TmZd07GLdeYMUzmnV9/GOdDxzF7PLNLe0xzLV3HNzPGyVh32YxzB81Yd9llrPu7cU/HPzP26finkfHPjINSho2Ff8m4GDYW2uPiTRkfb8p46BozPso8HR/t2OOkXd6WMdI1jjFzNxzlLil3hRs/75ixdKcZQ13HUh0vNDp+aCLL2OmO/bT9tdT/E40+1umLvppZf95Gq4F3YIX+S54kKuaPSIkkCaO4Y3fYJgpQwA0FoqVKhHRruiJqknhmJJEr3PxpHAKnrgv3pkwdfzQ6Hmk37FLrDAUoQAFvFNBxzo6Ofxr797A7t+9iRsvNOLL2vHTdAiwLnzTKgyL138G//RRqkAdFG+eDJf8g8V9zBguar4VuU3+/033ovjT2/rUEfyhAAc8TYIspQAEKUIACFKAABShAAQpQgAIU8H4B9pACFKAABShAAQpQgAIUoAAFKEAB7xdgDylAAQpQgAIUoAAFKEABClCAAhTwfgH2kAIUoMC/CNjn+Gmp0fP/9FxATXBwMA4eDUKb7ldw/NQDwLLkYqF/19QoUfg18IcCFIjcAmm6V8cbDT5xIlwZuAwXei00X6KiY4ieW6xjio4trnHegBUKUIACFKDAIwIDBw5ErVq1nHPbtWuHQYMGOadZ+QcBLqIABSjwggX0d3rdhZb6e74d/b1fc2zHBUxrsx03zt8xzx1EfSUKvhxcCFk+TqE3i/BkKJoGlYeWQpToUWTfFm6dv41lLdbg1PYzzs+fs/ugpfZLVjRfBqklQwEKUIACFPBUAX1Mc40+T6fRx2vNnN57sGnmCXm81h5ayPJ+cjQcU1QnPDJZy2VCucGlYMk/vRycdRirOqxxPt5r3zWuJlr3yM6y0RRQgReQQ4cOYefOnW6RF9C957JJy7Key3YiYiPRokVDzpw5ceXKFZw+fdr8jbN161YkSJAAGTNmhP2TO3duU/Xz8zPl7t27TZk9e3ZTul69+eabePXVV11nPXH99u3bOHr0qFl/zpw56Nq1a7gMHz4cd+7cwblz53D58mWz3j9dxYsXD8mSJQu3ysWLF3Hjxg1kypQJ8ePHD7dMJ7JkyYKECRPi7NmzCAoKQpIkSZAtWzbofV9vq48TW7ZsgfazYMGCiB49OmyPAwcOGMe8efPC19dXN/dUsfep3rrdR2+s240RIwaOHTv26KLHTr/++uvQ/+NHF8aNGxeJEiUKNztKlCjhph83kS9fPmM2bNgwFC1aFC1atMCff/6JwMDAcKure/78+XHixAlUrlwZNWrUwNChQ+Hv7w/9mzrcyv8wkTx58se23/Ump06dgv6/pEqVCnHixHFdZP5vcuTIEW7e85x4kvY97f7UUp/31mOwTp06sCzPGU+etq9cP6IFQswOQ6ClxkzyigKeJyB3X7l4XrvZYgpQgAIvWoDbpwAFKEABClCAAh4s4PNo211fnNO6PqmoT8zuOHwfxVvexSet7qFU63so0yYY5SQV2gajoqRy27uoIqnaJgjVJNVb38ZnrW/hs1aBqGlyA7VbXUfdlppr+LLlVXzd4orJt80v49vmF1Gv+QV8L/mh+XnUb3YODSQNm57BT5Kfm5xCI0mTxifRtMkJNGt8As0bH0eLxv5o1UhzDG0aHUXbn4+g3c+H0d7kEDr+dACdftqPzj/uR9cf/0K3hvvQXdKjwV70bLAHvRrsQh+TnehXf4fJgPrbMeiHbRj8gx+GfL8Vw37YgmHfb8aI7zdhRL1NGFVvI379bgNGf7ceY75dh7HfrsX479ZgwrdrMPHb1Zj0zSpM+WYFfvtmJaZ+vRzTvv4T07/6EzO++kOyDLO+WorZXy7BHMm8LxZh3hcLsaDuQiyqu0AyH0vqzsfSunOxrO4c/FFnNv6ULK89Cytrz8TKWjOwWrKm1nSsrTUN62tOw4aaU7Hx89+w6fMp2PzZZGw1mYhtNSZg+2cTsOOz8dhVY5zJnupjsLf6aOyr9iv2Sw5UHYWD1UbiUNWROFx1BI5UGYZjVYaaBFQeghOVB+NEpUE4VXkQTlceiDOV+uOcpmI/XKjYFxcr9MElyeXyvXGlfC9cLd8D1yU3ynfHzXLdECi5XbYrgsp2xh3J3TKdcLdMB9z7tD2CS7fDvZJtca9EK9yrNwB6P9Po/c4OIumP3X89/jTqMmB2MErI8VeydTBKt7mPT9veR5m2D1BOUl7qFeQ4dOQeKkm9Ulst76JymzuoIrGPzWqtg1Dd5DbsY1SP08/NcRqIWq1uSm7I8XoDdeSYrWOO2ety7F7DFy2v4csWV/GVHLtftbhsjt+vzfF7WY7hS5KL+K7ZRdSTfC/HsuaHZufleNacQ8NmZ9Gg6Vk0lPwox7Xj2D4Nx/F9Go3lGG8sx7imiRznrsd688YBcrxLzPHuOOZbNTqG1j8fQ5ufj5pjv60e/z8dxi8aGQM6/HwI7X86iA6SjmYsOCBjgWY/uoSOCV1lPNA8Ojb0bLgbvTRmfNgdOk7sQt/6O8040V/Gif4yZgz4YTsGmmwzY8YgGTMGS3TsGCrl0O8d48dwlzFEx5GRMo7YY8mvMpaY8URKHVPGhY4r43RskXFlgmSijC0aHV8myxgzWcYXHWemfL0Cv0kcY81yTJOxZrqMNb9LaY85M75ahpky7jjGnqXO8Wful4sxV8ag+RIdi7TUsWhh6Fi0SMaixXXnmTFpiZRLZVxaWmcOlkn+kHFJx6Y/a8/GcskKlzFKx6lVMk6tlqzgsF1yAAAQAElEQVSp9TvWmPFqOtbJmLXOjFnTZOyaGm7s2vT5ZGyWMWyLGb90HJsEv88mwk/GsW01JpqxbLuOZzXGY6dEx7TdNcZiV/Wx2C1xjG1jZGwbLfkVf1Ubbca4/TLG6Th3QMY517HucNXhOCI5asa8YWbM85exz7/yUOjYd1zGPo2OfyddxsBTlQbgtETHwrNmLOyPczIenpfomHhBxkMdFzWuY+OV8j1lfOyJa1JeN+mBGzpWluseOlZ2NePlLRkvb0uCynYx42aQjJl3JDp23pPyXpmOCJYx9L7m019wv/QvCJZxNLhkGzOWBi/YZMZSHTfscUSHUa1ryUScgG2upf5/aHQs1zeDaWb+cRutBtwGQkJMo5In9sWCEW8iScJ/f9HY3IBXFKAABUIFoqVMiHRrusA3yWsypshMGVZu/DQOgb+tDfemTB2HNDouyVoy/MiKWmEoQAEKeJmAjnN2dNzT2L+H3bl9F7+32IRDa86GjoMh+KRRbhT5IecTK3xcX9ZvnE/WDzHbOLb6NBY0XYO7sm39PU/3pfvU2O3QUm7ACwUo4EECbCoFKEABClCAAhSgAAUoQAEKUIAC3i/AHlKAAhSgAAUoQAEKUIACFKAABSjg/QLsIQUoQAEKUIACFKAABShAAQpQgALeL8AeUoACFPgnAfvcPi01et6fngOoCQ4OxsGjQWjT7QoCTt4HzGc/hKB/l1QoXui1f9osl1GAApFIIFW3akje8BPpcYiME8DVgctwoecC6BiiY4l9brGOMa6RG/BCAQr8j73zAKyiWKPwGQgldOm99yZNkI40UekqFuy9gIUmIiAWELtPkSpKFxFBEAHphCIdlSYKgoD0XpJQJG/O3Oz1AgkkkEASzs2enbIzszPf7v4z2SoCIiACURIYPnw4WrRo4V/2wgsvYNSoUf6wPCIgAiIgAlefAMfyXCtdnjvwxPE+9dfqfRj72ioc3RPmPjmWInVyPNnvFpSpm5fZrplKNCqMu/vfjuSpkrvTGsd3n8CMLvOxY+Uu//vnvLbQZftYWc+lXxIBERABERCBKyZwFQtgHxYonp+j2F9TEz9Yi5+/2+7O4/GUf+naudB+aIOrWMP4WVWZFiXR4rM7XLs4GNk44U/M6xXi7+/JgApkQ3/81EalioAIJEUCic1mlC9fHkFBQfj9999x5MgRbNiwAYUKFUKOHDn8m6dgwYLImTMn1q1bh+PHj2P9+vXImjUrcufO7U/jeZIlSwZjjBe8LJfXjebMmYMJEyaco8mTJ2Pfvn04deoUwsPDL1k260IFJjx69CjCwsICo87xp0qVCilSpPDHJU+eHFWrVnXr3bx5s2P0xx9/oHjx4ihatCjy5s3reLDvWLZsGTJlyoQbb7zRnz82HrbtYunPr9vF0nJZ/vz56cSZSpQogYEDB6Jy5cpuP5g1axa6du2K+vXr4/HHH8e2bdvcusjs5ZdfxosvvoiMGTOCvL788kvcfffdaNCgAUaPHu36XZf4IrPs2bNfZKlvEfcD7i9R7YtMwX2bbnwoJvWLzXppO0aOHOmOxc6dOyNz5syxya60InAJAj67bGBsOso6mkQgMRKwYwzj9uPEWPnz6qygCIiACIiACIiACIiACIiACIiAI5DMzc+b8WSZJ96kwxOw/57916Uyxv5raMWAMYYOfI7PD9A18OLoGsCGjZOd2cnA/SIdWNdwZmUiF5yTj3E2whi71E7wu24BYOOMnfnkguDPcBYZD+aBjbGTc/yu9dhlxkYawzmsDwE/Y/1WdhnsEucAoOuTsX4D/ozxXBfizIpxxqaxXvhcY73GGNgJnBljrAvAOuDPusYFfHNYvwHs3MqmpR/OtT470Q/n+pbTb+zMGM5tHHw/4xzDJYBdZmdugv35g9ZjjC+NMcYugS8pvB/jjI0zNsJY1zp2YlKfGGdsDOwynwvnuJn10jXWtcvtnHlgf7wgzv2M+xvF/c9GuynQ7yJiMUvMSdluijx4A8HZsxGuOcZYfgawjhOsH17AusbYCE5ObmYX+1xYxxOTwc6MMXRcgdZrXcBFGICuMYYODODkZjYOkTLGLvFNMPbPTS7O+DJYx8WBPwNjqEi/z4GNhO/HZRRg51aAm9k8kR4YY5zXzmHsn5sYRw/sz/hEBzbOGAM7AbAu7M9QnFmXcXahneizsnFcxAgXMjDGAL6Jjs/POF/Ihem1SQDrMcbAGAPA2D/AzVwY9mfjrN9ONtr6bYz1AIyAAayMsa5vsiGAM2NsBD2wP/pt0E4MwBjjBFgX9mcozqzLOLcc9FkBbmbj4H4GxhjAN9Hx+RnnC9mwb6GdAzbOGANjDABj/wA3M4j8GRhDAXZuBbiZjYP72Vj6DXzRsD/6GefF0M84uwg2zhgDYwwAY/8ANzOI/BkYQwF2bgW4mY2D+9lY+g180bA/+hnnxdDPOLsINs4FOaMf9meXWa/1cDIwhgLs3ApwMxsH97Ox9BvYaGMFcGaMAeih6LdBO4E/F+TMLnNxnFFcyDi7zBhDn5WNNBRn1rUxxli/m+zMRkWcPYtAW2qjQDtCV7p6BDzmdM/abUJxu9CWU+NnhOK1z8JhjHHKmzMIUwbnR46sQVevklqTCIhAkiKQIn82FF3wDlLkzgwYN+FYh+E4PubcmzJpjyjaJ9if51qvJhEQARFI9ATYANo1T7R3lDcOCztxEt92XYo/F+6BMcYKuKNTVTR8riKzxkq3tKuCRh1vtmUY2Bm2LNiJKV1CEG7XwfEe18l1U1596EI/ERABERABERABERABERABERABERCBKyKgzCIgAiIgAiIgAiIgAiIgAiIgAiIgAkmfgFooAiIgAiIgAiIgAiIgAiIgAiIgAiKQ9AmohSIgAiIgAiIgAiJwNQh4z/TRpfi8H5/9o/hC/d83heG1dw7i73/+5WOCSJbM4NM+hXBr/UxXo3pahwiIQCIiULDPvcj9wm2AAWAMDn82E/vemwLaEtoUT7Q1gYJ+InCdE1DzRUAEoicwdOhQ1KtXz5/gwQcfxJQpU/xheURABERABK4eAY7huTa6PHfgie8Qojav2odvuq/Csf0nwf8HUgYH4YnPbkHpunmREH7FGxbG3f3vQApbL9YvdG8YZr4yHztW7nQfJ2QbvDbRZTtZb8+lXxIBERABERCBKyFwtfKy7wqUd06OfR014f21WPLdNvAUHuw5vLJ1cuPFoQ2vVvXifT1lWpREy8+bAraBdsIfE//EvNfn+/t7j4fX33usoJ8IiIAIxICAMbQsMUiYQJIULFgQefPmxfr167Fp0ybs2LED5cqVQ5o0afw1zJIlC0qUKIGtW7di8+bN+OOPP1yY8YiHX44cOTBp0iSsWLEiSs2ZMwelSpW6rDVnyJABwcHB0eY9efKku2YVmODGG29EpkyZsHbtWmzbtg0HDhxA1apVwbKKFi2KjRs3Oi4rV65EkSJFkCtXrsDsMfZny5btommjqttFM8TDwsKFC2PQoEFYsGAB+vfvj/vuuw9Zs2bFr7/+iq5du+LgwYNuralSpQLP0/7000+YPHkyunXrhptuugmhoaH43//+57avS3iFs9SpUyNFihTYuXPnFZZ07bOHhYXht99+w4kTJ/Dkk0+iSpUqfnXo0MFV8NNPP3VxI0aMcGHNRCDmBHzf5uK4FvD5Y55XKUUgARGIiLB7cNLYhxMQVVVFBERABERABERABERABERABK4pgWSBa/edvPDF0M+LdX79e9YtYHzNsilQs2xK1LBujXIpUf083VwuFaqVS42by/vcquVTo6oN30RZ/03lgnFT+TSoEqDKN6ZBZRuudGNaOJVPh4o3+lTBuj6lR4Ub0+NGqkIG61pZt7xVOauyFTKibMVMKFvByrplzlPpijegdMXMKGVV0spz6S9RKTNKVMpilRXFK/2nYpWzoljlbChWKRuKWrdIpezWzY4ilbOjsF85rD8nClXOgUJVcqLgeSpQJRfyV8mNAjf53Hw35UY+G85bJQ/yWr/PzYs8N/2n3FXzIvdN+ZCrqqf8yFnVpxzWdapWADmqFkT2qgWQvRrdgshmXSqrdbNUK4Qs1Qr7dHNhZD5PN9xcBDfcXBSZqhdFRrpWdDPcXAwZqnsqjvTVfUpn3XQ1iiNdjRJIW93Kummql0TaGiWRxio4UqlrlEJwjdJIbd3UNUsjlfWnomuV0qkMUtQqa1Um4MPUEf6PVnMf84Qr+yW63Gy3V2n6efx5F88jIs4/BlO4Y9B3PPr8vmMyhe+YtMdodcoenzdbOX/ZVLjZHp9UNev+p9T2mE3ljlMeuzxeq9rjtKp3zJYPdsfsTQFuFXu8VrFhn5sGle2xW9kdx2lRyS6rXD4tqEr2+K1kl9GtaN2KNuxUIR0qWFW0x3NFG1ehQnoXdse3jbvRhn3KAM8tb+PKV8gAqpw93qny1i1r48pVzIhy9ph3x3+kDaA9KGP9ZSrcgDJ2GW1AGWsHKPo90RaUqnQDSlk74Py0D/Rb0T6UrJjF2gafSjo74fOXCLAVxa2toIrZOMr5rc0oZm0HRfvxn7JbG5LNiu658tkVa1Oq5LD2xLq0K5QL53R2pmDlnH47U8DaG4p2p4C1NX7R3lA2Lr+1N/msn7bH+V04DxjOSxt0Ux5ri/Ja+dw8NpzH2iCnSLuU29qi3DYuF+2Sjcttw7mc8kfaKZ+bs2p+Z6ucjXL+Ar5wtQLIUS0/nL2qWgDOZtm47FULIltkmLbLU1ZrvzzRlmW9uRCyWBsWaNMYzmxtXOZqRawtK2xVxNo5n3z2jfFFkMnaNto5J+vPaOX8kbYv4zk2r5jf/qW3Nu98OTto7V+6SFuYjn6rtNYe/qeSSGPDtItUsLWNdCn6g61tDK5ZCqkp6/fZylKgnUxt7SVFP+WzmaXhc8tYN1K1yjgbmqKmdWuW9Z+0/ffs2QtsKSJ/EfbkbqRXTjwS8DjTpQ2naMd5Mxj17YxQvNYvzNYgwvWBeXMG4cfB+ZEjS5CN0yQCIiACl08gRb6sKLzgHQTlusH2C7Ycez3vWIfhOD763JsyaZco2imbytkiupIIiIAIJHICzp7RtlG0c5Q3Dgs7Ho5vuy7FHwt3+5ppx8Z3dKqKBs9W8IUvY16vXRU07HQz7Ipd7r9C/sGUzvPBdXHcx3WzDhTr5Mkl1kwEREAEREAEREAEREAEREAEREAEROByCCiPCIiACIiACIiACIiACIiACIiACIhA0iegFoqACIiACIiACIiACIiACIiACIiACCR9AmqhCIiACIiACIiACMQ7AT7Px5XQpficH5/5o06fPo0Nf4ah2zsH8fc//4LLkyUz+F+fgmh8S0Zmk0RABETgAgIF+9yH3C/eBr7MIcIuPfTZTOx99wf3QRXaFk+0KYGySTWJwPVKQO0WARG4CAF+aGzIkCGoWLGiP1WbNm2wcOFCf1geERABERCB+CfAsTvXQpfnDjzx3UHU5lV7Mbb7ShzdF+7+XrL1PQAAEABJREFUF0gZHISn+t2CMnXzMluCUfGGhXFX/zsQlCo5/2XBib2hmNllHrav+Mf/UWCvbXTZXlbec+mXREAEREAEROAyCVyVbOyzAuWdi2N/TX333hosmbDN9YM8d1e2Tm688EWDq1K3q7mS0s1LokW/pq6dXO8fE//E/Nfn+/t7cmFfTwXyYlpJBERABC5GgDbjYssT2rKMGTOiVKlS+Pvvv/HLL784O1ilSpVzqpk8eXJUrVoVBw8exKJFi7Bv3z4XZvw5Ca8wEBwcjFy5crny161bd0FpO3fuRKtWrfDUU0/h8OHDFyyPSUS2bNmQIUMGbNiwwbXn/DxcL9vHerA+XE5/kSJFsGbNGixevBiMz5cvHxehcuXK2L9/PxYsWIAdO3agevXqSJMmjVsW2xnXw7JXrFiBkydPXpB92bJlCAsLQ+HChS9YFt8R4eHh6NmzJ+666y78888/SJkypdsHOnbsiIkTJ6JGjRrYvXs39uzZA9b/jjvuwIABA2CMQe7cudG6dWsX/vjjj8H9hiwRB788efIgc+bM2Lp1K44ePXpOiWTIupwTmYADQUFBjiNZnS/uV6x6mTJlHMuiRYsyeElxu3FME5gwKlaBy+VP2gSMMbaBlHU0iUBiJGB3XzslxpqfX2eFRUAEREAEREAEREAEREAEREAEIgkki3QvcHiy3RNPcp2N/Pi4MQbliwRh3qc3YO6nmTHn0yyY/WlWzPosG2Z8lh0/9cuB6VbT+uXEj/1yYcrnufHD53kwuX9eTOqfD9/3z48JA/LjuwEFMH5AQXw7sBC+GVgYYwcWwdeDimLMoGIYbTVycHGMGFwCwweXxLAhpfDVkNIYavXFF2UxxGrwF+UwcGh5DBh6I/oPrYDPv6yIflaffVkJ//uqMj75qgo+/uomfDSsKj4YVg3vD7sZ7w2/Ge8Or46+w2vgnRE10XtELbw9sjbeGlkHb46si15Wr4+qh56jbkGP0fXx2ugGVg3x6uiG6DqmEV4Z0xhdvr4Vnb5ugo5f34YOX9+Ol8fegRetXvimKdp/0wztvmmO579pgefGtcQz41rh6W9b4ymrJ7+9E49/exceG383Hh3fBo98dw8etnrou/vwwIT70HbC/bh/QlvcN/EB3DPxQbSZ+BDu/v4h3PX9I7jTqtWkR9Fy0mNoMelxNJ/8BJpNfhJ3WN3+w1O47Yen0eSHZ9B4yrNoNOU5NJzyPBr82A71rW6Z2h51p76AOlNfRO2pL6HWtJdRY1oHVJ/WETdP74hq0zuh6vTOuOmnLqj80yuoNKMrKlpVmPEqys/ohnIzX0PZmd1RZlYPlJ7VE6VmvY4SVsVn90Kx2W+g6Jw3UXjOWyg0520UnNMbBeb2QX6rvPPeQZ55fZF73rvINf895Jz/PrLP/wDZQj5EVqssIR8h/aCXYewfd74Ie2Xc7Wdnz7oH47jv+eLtAnouS4k3U2D76ScbumyRMQYv3xWM+f+7wWmePQ55LM61x+Icq9n2eKR4TM60x+VMe1zOsPrJHpc8NqfbY5PH5zR7fE61+tEeozxOp9jj9AcrHqvUJHvMfh95zE4MOG69Y9cdvwMKYVzkMewdx2MHFYk8lou6Y5nH86hBxcFjeqQ9pr3j2h3bg0vZY7sUvrTHNjV0SBkM/aIMAo9zHuuDvijvjveB9nj3jvn+X1awx30Fd9z3s8c9j/1PrfvpV5UDbIC1A8NusnaAqooPh1WNtAfV8L61B55NeNezC5G2oY9nH/w2onaknaiDN6yd6EVZW/G60y0+mzGqPrpTzm40QDdrN2g7XrW2o6tTY58NGXMrOlPWjtCWdLK2pKNVh7G3W3tC3YGXrE15cWxTa1ua4gVrV9o7NffZl3Et8LwVbcyz1s48a+1MoK15ytoa2psnrL2hHrc2h3bnMWt3PNvzn/25F7RBDwbYIc8WOXs04QHcG2mT7om0S22sXbr7+4etbXrY2Sbap9bfP4pWkTaqZaSdajHZs1VPoKm1VdQdk5/CHdZm3W5tlme3mkx5Brda20X7RXk2rOGPtGPPOzvmbNmP7VGPsvbsP5v2ImpPe8naNepl1PTbtw6obu2bZ+P8dm56Z2frqnj2LsDmVbQ2j3bvRmv3aPvKW9tH+1fO2r//bKBnB3uipLWDtIUlrC2kPSxu7aGzibPfRBHK2sXCTm/77OPc3tY+Uj4bmW/uO6DyWjtJW5nH2sr/7OV7zmbmsHYzh7WbgbYzq7WdtJ+ZQz4GdcOCT5Dy9mqRltRaCGtMaS90o41lcQ0mz07T5TaguD14Mxg17qdQdP+cF6GNrZ1B/lwp8OOgvMieObkNaxIBERCBKyeQIm8WFFnYFynyZHGF0dqc6DgCx0dFf1MmE9Ju0ZVEQAREILESiIiI8J9L4BiM8sZhYcdPYtyry/Dn4j123GysgKZdqqLBMzdecXPrPV8FjbvUcOUYY7B14U782CUE4cfD3U2grAPrQtHWenIZNBMBERABERABERABERABERABERABEYglASUXAREQAREQAREQAREQAREQAREQARFI+gTUQhEQAREQAREQAREQAREQAREQAREQgaRPQC0UAREQAREQAREQgfglwOf4uAa6FJ/v47N+1OnTp7HhzzC89u4hbN951j1vmDy5wf96F0DjehmZTRIBERCBaAkU7H0fcr98u7MdxgBH+s3Cvr6TQdtCG+OJtidQ0RaoBSKQpAmocSIgApciwA8eDRkyxP/xK34Iq02bNli7du2lsmq5CIiACIhAHBDgmJ3F0OW5A098ZyS1edU+fN19NY7tP2WTGaROmwJP9bsFpevkseGENxVrUBh3DWiKlMEpwP9XQveFYVaX+dix4h/3HiS2yWsjXbabrfBc+iUREAEREAERiD2B+M/BvipQ3jk49m3Ud++vxdKJO2xFDIydl6+bBy8MqW99SXMq3bwkWvZvBv7Y5//5/Z+Y//p8d46SPMiHfT0VyI3pJREQARGIjoAxtKDRLU148cYYlC1bFnv27MEPP/yAnDlzomDBghdUtFSpUggODsasWbOQIkUKMHxBolhEJEuWDBTP49HmMqsxBrfeeqsr/4svvsD27dsZ7cQ0w4YNc3ElS5ZExoyXdz2a7atevTq2bNmC8ePHu//x3ArsjOvjetk+1sMY37ZMkyYNKlasiPXr1ztGhQoVQo4cOWwOgKyYnnVjeypUqODiLzULCgpySU6cOOFczooXL+62xcqVKzFjxgz3XmDGU7/99purb7Zs2VCrVi1GXVWlTp0aefPmxdatWzF9+nSwb/QqEBoaiqNHjyJdunRuu+TOnRvJkyfHzJkzsW3bNi+Za8+BAwfA/pVp/AuuwONtT26bCRMm+OvFfnv+/Pkgyyso/qpmTZkyJR588EF069btAt19992uLg0aNHDLatT4793N3O94ffXkSX6vwyVDlixZ3Lbg+fGdO3f6Iu2c/L/99lvr03S9EogAv1dGXa8E1O5ET8DuvnZK9M0A1AQREAEREAEREAEREAEREAEREAGPQDLPE+jyBB/DdHkykoo46/uXkHFcJolAXBDw7VUsKcKdvOa+RjHmipVIC/COMboUeVD0s0k8yfgfN8ZIIiAC1zMB2gOKDP49e9ZdrKO9oBgnXR0CHm+6tNkUL8ryIjs1dnooun8e7i7Ywl4syp8rCFMH5UP2zL6L1lenllqLCIjA9UAgKE8WFF7YF0G5M1trQ4sDnOg4HMdHznM36NAm0T7RTlG0W+TiufRLIiACIpCYCNB+RUTY/5StaNco2jnau9Bj4fjm1aX4c9EeZxCZtmmXqmjw9I1x1sQ6z1VGwy7VfeM8OzDfuvAfTOk8H2F23awD68I6UVy/pzirgAoSAREQAREQAREQAREQAREQAREQgeuFgNopAiIgAiIgAiIgAiIgAiIgAiIgAiKQ9AmohSIgAiIgAiIgAiIgAiIgAiIgAiIgAkmfgFooAiIgAiIgAiIgAvFIgM/vsXi6FJ/r4zN+FF8gv/6PMLza9yC2/fMvIuxfsuQGn/UpgMb1Lu9jC1yXJAIicH0RKPD2vcj18h2IiIBVBA5/Pgv7+k52H9iirfFEGxSo64uSWisCAARBBEQgRgQqV66MIUOGuI8bMcOuXbvQpk0bBH7giPGSCIiACIhA3BLgWJ0l0uW5A098VxC1aeVejHltFY7t54foIpAqTRCe/KwuStfOzWwJVsUaFEbrAU0RlDrInvUAQveHYWbnedi+/B//++e8ttJl+9kYz6VfEgEREAEREIFYEYjnxOyjAuWde2N/TY1/dw2WTNjh+j1WpVy9PGg/+BZ6k7RKNSuJFv2buXbb05T4c+IfCHl9vjtHSS7kxL6eCuSXpKGocSIgAldEgLbiigq4BplLlSrl1vrPP/+gRIkS/vNrLjJylidPHuTPnx/btm1zLsORiy7LCQ4ORq5cubB+/Xr06NEDI0eOxKlTp1ClShU89thj2Lp1K+6991506tQJb731lvNPmDABxYsXx3333QdjzGWtN3ny5Hj88cdRtGhRDB48GK1bt0avXr3cerg+rpfnFHmuMXAFVatWdd+r2LdvH8qVK4c0adK4xeRALmFhYShUqBAKFizo4i81Y7pkyZKhX79+rn0bN250ZbZv3x4ZMmRwcffcc49zn332WTz55JM4ceIEHn30UbeeS5UfH8tbtmyJIkWKYMCAAe68K7dLt27dwHpyO951111um+bOndvF7dixw20rbsM+ffq4ur/99tuOUbNmzeKkit72JM/+/fu7/YT1evjhhx27VKlSxcl6Emoh3nG0Z88e9OzZ0+1Px44dQ7Zs2VC7dm3s3r0bDz30ELidOnfujFatWrlzGpkzZ06oTVK94o2Az2YaGLsGyjqaRCAxErD9f5LYgxMje9VZBERABERABERABERABERABOKJQLKYlMsT7xHuch5gjIGBfiIQNwTs7uQK8h5o4b7GCLoU/ZerpJKPHChEHnnGugb6iYAIiICPAO2BsXbBhawxpb0IlIvXLF4JkDdXQJc3N1G82Yk3PVFfTw9FzwGnANvpGWNQIFcKTBuUF9kyJ4d+IiACIhAfBIJyZ0ahRe8iZd6sMFyBnYV2HoHjI+a6GxZom2inaK8o2i8m81z6JREQARFIDARotyiK9oyifaOdO3E0HN+8ugybFu/12ULboBZdq6HBU+WtL26nus9VQeNXaoIrMnb296KdmNplPkKPhjm7yzqxbhTr6gn6iYAIiIAIiIAIiIAIiIAIiIAIiIAIxJiAEoqACIiACIiACIiACIiACIiACIiACCR9AmqhCIiACIiACIiACIiACIiACIiACIhA0iegFoqACIiACIiACIhAfBHgc3ssmy7F5/n4bB+fNzx9+jTW/RGKV989hO07zzIZUgQlQ78+BdCobkYX1kwEREAEYkqgwNv3InfHpjAGsBOOfD4L+96Z5D6wRbvjibYoUNBPBK4jAmqqCIhAzBwjmkoAABAASURBVAnUr18fQ4YMQVBQkMu0YcMG8MNTHM+6CM1EQAREQATilADH6CyQLm2tJ54/oP5csRdfd1+N4wdOwRiD1GlT4ql+9VC6dh5mS/AqVr8Q7hzQFCmDg8D/V8IOhGF2l7nYvmyHew8S2+i1mS45sFGeS78kAiIgAiIgAjElEJ/p2DcFyjvnxr6M+vbdNVg66R+ww2OfV75eHrww6BZcL79SzUqiZf/mbD5gxyybJm1CSM/57hwl+ZAX+3oqkCP0EwERSLQEeP5o7Nix8VJ/Y2hJ46XoeCs0T548yJ8/vyu/atWqSJ78wnf9Z8iQAWXLlnVp6DLsApc5Cw4OxiOPPAKue9GiRZg6dSpCQ0Pduh977DEMHDgQZcqUwc8//4xJkybh6NGjePjhh925v1y5cl3mWn3ZmJ/7AMujnZ8yZYpbD9fH9b7wwgv+84u+HEDBggWRN29eJEuWzM+By9KnT4/ChQvTC7KLKZcKFSqgRYsWOHz4sGvfunXrXBmlS5fGsGHD3LIDBw74l9WsWRMjR45EmzZtbFd1bfax7Nmzo3///mjVqhUOHTrk6jZ79mzky5cPH330ER544AF/3e6//3707dsXBQoUwIIFCzBhwgTs3LkT9913nyuD28A1OA5mLGvAgAGO2e7du129uC+9++67qF27NrivxXS7xEF1rnoRbdu2BfebNWvWgPvy/v373XZ4/vnn0aVLF3AfnTFjBn799Ve3jd555x2kSZPmqtdTK4wdAR7rf/75Z+wyXTR1hFvKsSwiv5XnIjQTgcRGgN+PSmx1jqK+ihIBERABERABERABERABERABEfiPQLL/vD6f7wSGPYXBfwIDdfa/Exw+ny+95iJwJQS8/c3ucaDf05WUGZk3STgeD5/re4DQ+ZNE69QIERCBuCDAPjki8sKD80f23YFl024EhuWPOwIeW7q8qYniTU68CE6NmRaKHv1P+vu4ArmCMH1wXmS94cIbAuKuVipJBERABIAUuTOjwMK+CMqThUNtp9DOI3B8+Bz/Qxi0V7RbFO0YuXku/ZIIiIAIJGQCtFeRAu0YRbvGMVjosXB88+oybFq819k/jpObv3IT6j9ZLt6aVPvZymj0Sk1f+XaFfy/ciamd5yHsaJizu6wb60h59abry6C5CIiACIiACIiACIiACIiACIiACIjAJQhosQiIgAiIgAiIgAiIgAiIgAiIgAiIQNInoBaKgAiIgAiIgAiIgAiIgAiIgAiIgAgkfQJqoQiIgAiIgAiIgAjECwHvWT26FJ/j4zN9fN6QWvdHGF7texg7dvre3cNvq376dj40rJMhXuqjQkVABJI+gfxv3oPcHZv53vgTEYEjn8/C/ncmuQ9s0f54ok0KVNInoxaKgCOgmQiIQCwJ8ANU/ICXl40fCWvWrJkXlCsCIiACIhBHBDg2Z1F0ee7AE88dUH+u2Isx3Vfj2IFTNlkEUqUJwtP96qF0rdw2nHimovULo1X/ZkgRnMK9eylsfzhmdZ6L7ct2uPcgsa1e2+mSB1vnufRLIiACIiACIhADAvGWhH1SoLxzbezDqHHvrsHSSf/AnpazfV0Eyt+SBy8Mqhdv9UmoBZdsVhLN+ze3HCKcNk36AyE95rlzlOREbuzrqUCeCbU9qpcIiMClCdx3331o3bo11q9ff+nEsUhBGxGL5AkiaYYMGTBs2DCsWLHCMYmuUp06dXJp6J6fplSpUpgzZw569ep1/iKkSZMGAwYMwPfff4+sWbP6l990002YOHGiK/Prr79GpkyZ3DJjDCpVqoTBgwdj0aJFbvmMGTPQvn17pE2b1qW52Cy69QXmYTksb+rUqa58rofr43qNMYFJnT9TpkxgHZctW4Y6deq4OM6MMejZs6cr47nnnmNUjMQ6vvbaa/72cV/0MubIkQNcNnv2bFduSEgIPvroIxQuXNhLclGX9eO2fOihh85Jx3VGtR2Y6Pw80aXNkiXLOXVbunQphg4dilq1aiFZsmQsyskYg/r162PMmDFgGtaH2/Cll146Zx+Iaj3n18UVGDmLbplXL7LiusaPH4/q1au7Pj1VqlRuH4wsIlZOVPt1dHVgwRdbxuWXq4uVW6hQIYwYMQLcN6dPnw6GuR62u02bNpg8ebLbj8j/qaeeQp48edyxGNWxynxSwiCwfft2FC9eHL17946jCvnsmjF0qTgqVsWIwNUmYHdfO13ttcb1+lSeCIiACIiACIiACIiACIiACIhAAIFkAf5ovTzxHuF71ADG6F/DaEFpQawJGJjIPMadUI4MxIGTuItwx5y7g8DXDoZ9PsAYAwP9REAERMBHgPaAciFrNwLthYvTLN4IeKzp8mYmijc38SYnavTUUPQceArG2C1kVShPSkwflAdZMiWPtzqpYBEQAREIJJAiV2YUXPweUuTLCtAUAQjrMhLHh832P4RBu0X7RdGe2SQalxOCJAIikKAJ0F55Onv2LGjDaM84BjtxNAxjX12GzUv2gbaPatm1Kho8WR7x/av9bGU0eqUmuE5q++LdmNplPkKPhDm7yzqyrpRXf7rQTwREQAREQAREQAREQAREQAREQARE4BIEtFgEREAEREAEREAEREAEREAEREAERCDpE1ALRUAEREAEREAEREAEREAEREAEREAEkj4BtVAEREAEREAEREAE4p6A94weXYrP7/FZPj5vSK3dGIaufQ9jx+6z4HN/KVMkQ78+BdCobkboJwIiIAJXQiDfm/cgT6fmgDF2Mjjy+Szs7/O9+8AW7ZAn2qZAQT8RSPIE1EAREIHLIfDII4/gk08+8Wflh7zatm3rD8sjAiIgAiJwZQQ4JmcJdHnuwBPPHVB/LN+LMT1+wYlDp934Pjh9Sjz7eT2UqpmL2RKdijUojNYDmiFFmhSAAU4ePIk5XeZh+9Lt7j1IbLPHgC65wP4813o1iYAIiIAIiMAlCMTPYvZFgfLOsbHvosb1XYulk3baldsOzk4V6ufFCwPr2fD1OZVsVhItB7aEPUUJwGDz5E0I6T7XnaMkL/JjX08FcoV+InAdEdi6dSvatWuHzp07Y/v27RdteUhICJ555hl3jiYsLOyiaa/VwokTJ6JMmTLo1atXnFXBGGtQ46w0FSQCInAxAocPH8YDDzzgbM3BgwfPSbpmzRosWbIE+fPnR+7cuc9ZpoAIJBYC3bt3x4033ogffvjhCqsc4fJHuO/k+fwuIp5nJ0+exPTp0/HYY4+hZs2aqFKlCurUqYMXXngBq1atuurfbuAYfvny5Zg2bdo5Lec4oH79+tiwYcM58Qk5EBoaimeffRYtW7bE/v37E3JV47Zudve1U9yWedVL0wpFQAREQAREQAREQAREQAREQAQCCSQLDETl5z/0Lj7yP0J/2EVqJgJXRiByt7KF+Hxxtn/ZEpPqREY+Wkm1hWqXCIhAbAjQHlDM47n0S/FLgLaYa6DLm5go3tTEm5uoUT+GouegU0xiLw1FoGDuIPw0KDeyZEru4jQTAREQgatFICjnDSiw6D0E5c1q7ZFvrWFdRuL4V7P8D2HQftGOUbRrTOW59EsiIAIikJAI0D55ot06e/YsaMc4BjtxNBxjX12OTT/vszbPjo7t1LLrTaj/RLmr1oRaz1ZGo661YCtgpwhsW7QTUzvPxYnDoe5meNbVq7fXDrpXrYJakQiIgAiIgAiIgAiIgAiIgAiIgAgkRgKqswiIgAiIgAiIgAiIgAiIgAiIgAiIQNInoBaKgAiIgAiIgAiIgAiIgAiIgAiIgAgkfQJqoQiIgAiIgAiIgAjEMQHv2Ty63nN7fIaPzxtSa34PxSt9D2HH7n/dM38pUxh81js/GtbOEMc1UXEiIALXK4G8b7RB7s7NI1/0H4Ej/Wdh39sT/c8U0yZRtFOBul55qd3XCQE1UwRE4LIJvPjii3jjjTf8+ceMGYPnn3/eH5ZHBERABETg8ghwLM6cdL3zB3R57oDauGwPxvT4BccPnnJj+1Rpg/D0Z3VRskYuZku0KlK/EFoNaIYUaVK49yCFHQjDnC7zsG3Jdv/758jBE/mwsZ5LvyQCIiACIiAC0RKIhwXsgwLF82oU+2tq7DtrsHTyP3bNEU4V6+dB+wF1rf/6nko0LYHmA1rAXQixvf7mH/5EyGtz3DlKciPDwP7eY2wzaBKB64JA/vz5UaNGDRw9ehQ//PCDOzaiavjevXsxbdo0pE+fHi1btkRwcHBUyRJMHM8hlS5dGhMmTLjiOtEuXHEhKkAERCBGBDJmzIg6depg1apVuPfee9GtWzf06dMHzz77LJ588kn3/zrddOnSxag8JRKBhEjgt99+Q/PmzfHggw/i77//vswqGpfPwFiXsk48Txs3bkTbtm3RvXt3V2+OH1q3bo2yZcti5cqVeOaZZ/Dpp5+64zSeq+Iv/ueff3bXifbt2+ePkyeRETDG7sUmkVX6vOoqKAIiIAIiIAIiIAIiIAIiIAIicA6BZOeELhaI/H/QGGP/ObxYQi0TgZgTsLtTZGIT6caNk5RK+e/Cl4+RMUbHYFLawGqLCFwhAWPzm0irYKyfE+0GRb8U9wQ8tnS9G5h4MxNvajp9+jRG/BiK14ecsSvmFjEonCclZgzOg8wZk9s4TSIgAiJw9QkE5bwBBX5+HynyZ3M9hh1O4mTXUTj+5Ux34xntF+2YZ9No31hLz6VfEgEREIGEQIB2yZNns2i/OAY7fiQMY19djs1L9ruqGmvxWnWrivqPl3Phqzmr9UxlNO5Wy7/KHT/vxvQu8xB2NMzZXdbZq7/XHrr+DPKIgAiIgAiIgAiIgAiIgAiIgAiIgAicQ0ABERABERABERABERABERABERABERCBpE9ALRQBERABERABERABERABERABERABEUj6BNRCERABERABERABEYhLAt4zeXT5vB5dPrvH56apNb+Hoet7R7FzTwT4vGHKlAafvZ0PDWunj8tqqCwREAERQN5ebZDnlZaWBK2NwbGBs7G/90T/M8W0TRTtVKBsBk0ikCQJqFEiIAJXRqBnz57o0KGDv5D+/fvjtdde84flEQEREAERiB0BjsGZgy7PH3jiuQNq4/K9GNPzNxw/dJrJkCZDSjz3eT2UqpHLhRP7rGj9wmg1oDlSpk3pmhJ+MAzzXpmL7Uu2u4+VkYHHhC45MaHn0i+JgAiIgAiIQFQE4jqOfU+geD6NYl9FfdN3LZZN2QXwZaowqFA/L9r3rwv9fARKNC2JFoNaAZF8/pqyGSHdZrtzlORHluzrqUDO0E8ErgMCyZIlw6233orcuXNj3bp1+OWXXy5oNY+RyZMn49ChQ2jYsCEKFChwQZqEGLFhwwbceeeduPfee7Fp06bLrqIx5rLzKqMIiEDsCBhj8MQTT6B3797ImjUrZs+ejQkTJjj7dMcdd+Crr75C9erVXaEjRoxAlSpVYqxnn30WoaGhLu/lzEJCQmK8LtarZcuW2L/f9w7oy1mf8iR9AqPMYVJSAAAQAElEQVRGjULx4sXxwQcfXEZjI1wejl0Bn99FxNNs48aNaN++PXbt2oUePXpg5syZeP/999GtWzfwOs3YsWNRtGhRjB49Gt9880081eLCYjmW5xj+/CW9evXCnDlzUKpUqfMXKZzQCERE2D04/vfh+Gy2yhYBERABERABERABERABERABETiXQLJzgxcJRf4/yBMckd6LJNYiEYgZAe5PvpT2pIM98eDzX/E8iRbgO/LIzOdLos1Us0RABGJFgPbAWlCXh37n0SzeCNAGs3C6vOBB8QYNXgDhh2dH/BiG1wefBpfzglChPMkxY1BuZM4Q8yEXy5dEQAREIK4JBGXPhAKLP0DyfFmtjbIWynYaJ7uOwokvZ0Z7Uybr4LNn9EkiIAIicG0J0B554hiM+vfff50NO3EkHGNfXY4/l+zz39DQultV1H+s7DWrdI2nK6NRt1pu/Ryvb/95F6Z1mofQI2GuzhxDsg2U1y66LoNmIiACIiACIiACIiACIiACIiACIiACgQTkFwEREAEREAEREAEREAEREAEREAERSPoE1EIREAEREAEREAEREAEREAEREAEREIGkT0AtFAEREAEREAEREIE4I+A9i0fXe0aPz+zxvQ/UbxvC8Mq7R/DP7n/dOlOlNPi8d340rJ3BhTUTAREQgbgmkOf1u5HrlRa22Agr4NiAWdj/1gT/M8W0URTtVqBcYs1EIGkRUGtEQATigMCHH36Ixx9/3F9Snz59LvMDOf4i5BEBERCB65IAx95sOF2eP/DEcwfU78v2YHSPX3Hi0CmbLALB6VPg2X51UbJ6ThtOOlORWwqh5YBmSJkuJfgfS9jBcMztMhfbf94GcqA8NnTJi633XPolERABERABETiPQJwG2ecEiufRKPZR1Nd91mDJ5J3uJapMV7FBHrzQv06c1iEpFFb8jhJoNtCeo+R3Hqz+mrIZId1mu3OU5Eim7OspcvSUFNquNojApQhkyZIFt99+u0s2depUHD582Pm92apVq7B69WqULFkSderUgTHGW5Qo3G+++QbFixfHO++8c1n1pT24rIzKJAIicFkEkiVLhkaNGmHMmDFYunQpVqxYgZCQEPTs2RMFChTwl1m7dm28++67MdYTTzyBVKlS+fPH1kMbGJv1denSBenTp4/tapT+OiNw6tQpdO7cGVWrVsWMGTNi3Xpj2CdTsc4a4wwnT57E4MGD3fjg6aefRvPmzcHjNLCAfPnyoVu3bkiXLh3Y7+7caf8/CUwgvwhER8DuvnaKbmliiFcdRUAEREAEREAEREAEREAEREAEziMQ86/RRv5HaEyk57yCFBSByyFgYCKzeW5k8IqcpJ3ZGOOnlrRbqtaJgAjEhICxiSjryDYQQjzKuxGBLm9WonjzEm9iOn36NIZPCUOvL87AGONUJG8KzByUGzdkiPlwKx6rr6JFQAREAMmzZ0SBJR8hZYHs1k4BMMCpbqMROnRGtDdlwv5o96yjSQREQASuGQHaIU8cg1Ech50+fRonjoTj627LsXnZAZo1K4M7X6uGWx4tc83q66245tNV0Oi12q5Oxs53LNmF6Z3mIvRImLO7bAPbQnnto+vllysCIiACIiACIiACIiACIiACIiACIkACkgiIgAiIgAiIgAiIgAiIgAiIgAiIQNInoBaKgAiIgAiIgAiIgAiIgAiIgAiIgAgkfQJqoQiIgAiIgAiIgAjEDQHvGTy63rN5fFaP732gft0QilffP4ade8/CGINUKQ36vZ0PDWrpxfNxswVUigiIQHQE8r7eBrm6topcbHB80Gzsf+s7/zPF//77Lyjar0BFZpAjAkmEgJohAiIQVwS++OIL3HXXXf7i+IEcxvkj5BEBERABEbgoAY65mYAuzx944rkD6velezCm5xqcOHwaMECaDKnwXL+6KHlzTiTFX5FbCqPlgOZIlS4lm4vwQ+GY98pcbFv8N8iD8hjRJTdy8Fz6JREQAREQARH4j0Dc+djXBIrnzyj2TdTX76zFsh93w57utys1qNwwL174vI71a4qKQIk7SqL5kNYgMDLb8uNmhLw6252jJE+yZV9PBXKHfiJwHRCoVKkSqlWrhp07d2LmzJngMcBmHz58GFOnTkWaNGnQsmVLBAcHM9qJaT///HO0a9cOTz/9NHh+ZsKECQgPD3fLA2fnp33hhRfAvIwPTBdffranW7duqFixIn788cdYrcYY+09RrHIosQiIwNUgUKhQITRo0CDGqly5MpInT47L/WXPnj3G62K9atSogVSpUl3u6pTvOiOwfPly3HrrrXjiiSewe/fuGLc+AhE2LWWdeJr++usvrF69GjzmmjZtaofSUfeLpUqVQt26dZE+fXocOXLEXxv2wWvXrsUzzzyDmjVrokqVKmjcuDE+++wznDhxwp+OnpCQELec7uLFi9GmTRtUrVrV5Xv55Zexbds2eL9evXqhQ4cOLvjpp5+6fCNGjHBhLqtfvz42bNjgwnQZ5vKNGzfi8ccfd+Mejn3o/+WXX1w6b8b1s55M78V5bnTLTp48iXHjxqF58+auLl7Zq1at8o+rvDJi48aGH8vl/zLz58/HQw895NrIdrBOrBvryDSeyKmlHd+R60cffYQ6deo43q1atcJPP/0EluWljTfX7r52irfi479grUEEREAEREAEREAEREAEREAEROB8AsnOj4g2HPkfIf/5jTaNFohALAlE7lY2138+G7iyKYnnjrAnGUUriW9kNU8EYkGA9oBiFs+lX4pbAt74hy5PxlO8aYk3L50+fRrDfwxHr6FnfCuNiECRvEGYOSg3bshw+Rc7fYVpLgIiIAJxSyB5tgzIt+RDBOXPBjusdDrZbTTChs6I9qZM2B/tn3U0iYAIiMBVJ0D744ljMIrjMI7Bjh8Ow5hXV2DT0v3uRg/+v3xn96q45ZHSV72e0a2wxlOV0ei12tbk2trZceKOJbswveMchB4OdXaXbWGbKK+ddKMrT/EiIAIiIAIiIAIiIAIiIAIiIAIicN0RUINFQAREQAREQAREQAREQAREQAREQASSPgG1UAREQAREQAREQAREQAREQAREQAREIOkTUAtFQAREQAREQAREIA4IeM/e0fWeyeMzenzvA/XrhjC88t4x7Nh9xj1zmCqlwee986FBrfRxsHYVIQIiIAKXJpCn593I1bWVTeh7rvj4wNk48OZ3/meKabMo2rFA2QyaRCBpEFArREAE4pTA2LFj0ahRI3+ZTz75JMaPH+8PyyMCIiACIhA1AY61uYQuzx944rkD6velezCqx284fugU7AkEBKdPgef61UHJm3MyW5JV4XqF0GJAC6RMl9I2OwJhB8Mxr8scbF+8DeRCeazokh9heC79kgiIgAiIgAg4AnE0Yx8TKJ43o9gnUWP6rMXSKbtcvxURAVRulBft+9WOo7Un3WKK314CzYe0stxgxzrAlh83IaTrLHeOklzJmH09FcjfptYkAkmaQPLkydGkSRNkzpwZCxcuxKZNm+xxEoGZM2di165daNiwIQoUKOBnsHr1avTp0wdr165FkSJFUKdOHZd3xowZ+OCDD3DgwAF/2q1bt+Ljjz/Gxo0bUbZsWZe2UKFCLi/jt2/f7k8b355ffvkFTZs2xcMPP4yYrpe2IL7rpfJFQAREQAREgASGDh2K4sWL49NPP2XwIjJumYGxLmWdeJo2bNiAo0ePoly5cq6vj241HEu8/vrrGD16NEqVKuWSsQ8dM2YMHn/8caxZswY33ngjWrRogQwZMmD48OF49NFH3TjDJQ6Y/fTTT+jatSvSpEmDZs2aIVeuXFiwYAE6duyIPXv2uJQVK1ZE9erVnb9MmTJo3bo1ihYt6sLRzTgOaN++PY4dO+bGAyVKlHD16tChA9jO6PJdKv748eNgGe+99547j8ixRoMGDfDXX3/h2WefBRmQxaXKOX858zBvTPnx/xnWoXPnzuD4i+Mz1sWLZx1Z18D1nDp1yo3dvvvuO1StWtWN+Q4fPowePXrg888/B/8/Ckwf535j3F4c5+VerQK1HhEQAREQAREQAREQAREQAREQgQsIJLsgJroI41tgjNE/hz4UmscBAbs7RZZiIt0rd5JuCT5Gxh6BJuk2Ui0TARGIJQHaA2PtArMZzqQ4J8CT/yyULm9OongynifzT58+jeE/nkSvof/arWCciuZPgVmDciFT+pgPs1i+JAIiIAJXi0DyrBmQf+nHSFEwB6zhspPBqW6jEfbFjGhvyoT90Q5aR5MIiIAIXDUCtDueOAajOA7jGOzYoTCM6bYSm5fvhzHGqU2Pm3HLw6WvWv1iuqLqT1VGo+51XB2NMfhn6W781GkuThwKdXaXbWLbKK+9dGNavtKJgAiIgAiIgAiIgAiIgAiIgAiIQFImoLaJgAiIgAiIgAiIgAiIgAiIgAiIgAgkfQJqoQiIgAiIgAiIgAiIgAiIgAiIgAiIQNInoBaKgAiIgAiIgAiIwJUS8J65o+s9i8dn8/jeB+qX9aF45b2j2LX3LGAM0qROjv6986FBzfTQTwREQASuJoE8Pe9Grm53graIOj5oNg68Od7/TDFtF0V7FijoJwJJgICaIAIiELcE+DEZfiCGHyTxSm7Tpg1mzZrlBeWKgAiIgAicR4BjbEbR5fkDT2fOnHEfp9qwZA9G9VyD0KOnOVxH2owp0e7zuihZLQezJXkVrlcILQa2QKr0qVz7Tx4+hXld5mDbor8dH3LymNElR0LxXPolERABERABEYgLAuxbPLHP4fkyin0RNeaddVj2424YuzJjDKo0zof2n9WyIU0xIVDsthJo/kVrWHQgw7+nbkbIKzPdOUryJWtyp7ztQBf6iUASJ5A9e3bcdtttOHnyJKZNm4Y///wTP//8M0qWLIk6dXzvCyWCvXv3Yty4cUifPj1effVVvPzyy2jbti26du2Khx56CLt378bUqVPBY4jpFyxYgFOnTqF9+/Z45plnXFrmefjhh12ajRs3MhnGjBmDAQMG4J133sErr7zi0t57772uTrfccgsupg8//NCVEdPZiBEjUKJECcQknzG0FDEtWelEQAREQATigkC9evXAfiljxoxo1KgR6tevD8bVrVsXFPulxCBjDIwxWLJkSYyxHDt2DC+++KLre+fPnx9NvggX7xuj+vwuIh5m7NdZbP78+enESr///juGDh2KPHnyYNSoUejfvz969OjhxhHt2rXD1q1b8cEHH7ixR2DB8+bNQ69evTBs2DCXfuzYsWjevDm2bNmCRYsWuaQtWrTA3Xff7fwNGjRAt27dUKNGDReObrZw4UI88MAD+Oabb1y5vMb03HPP4ejRo/jxxx+jy3bReG6DkSNHYunSpbj//vsxefJkV/c+ffpg/PjxqFChgmNAFhctKIqFzBMbfiEhIZg0aRIqVqyIiRMn4v3333d1ob9ly5aujoMHDwbr7K2O47odO3a47cNtwXpzTFawYEFX/3Xr4+t3fAAAEABJREFU1nlJ48eNiIC3B3Nc1qpVKzRt2hRNmjRxxz63LY9/6mJjwUstu/XWW8GxJ8eYn3zyCbhPzZs374rbpAJEQAREQAREQAREQAREQAREQAQuJBDzL9NG/kfIf1QjvReWphgRiCUB7k++LHG2V/mKS5JzHyMy8/mSZCPVKBEQgVgSoD3wTtvSH8vsSn4JArS5TEKXN1RQvEmJNyudPn0aX005ide/OA17Jt9OESiaLwizB+VCxnQxH2KxfEkEREAErjaBZFnSI9/Sj5GiYA578c/Xk5zsNgphg3+K8qZM2j/WkfaQriQCIiAC8U2A9sYTbRDljcGOHwrDmG4rsHn5flcNpru7R1XUe6iUCyfEWfUnK6NR9zpuzMj6/bN0F37qNAehh0L9dpdtpNgeT0wriYAIiIAIiIAIiIAIiIAIiIAIiMB1TEBNFwEREAEREAEREAEREAEREAEREAERSPoE1EIREAEREAEREAEREAEREAEREAEREIGkT0AtFAEREAEREAEREIErIsDn7VgAXe8ZPO+9D3zu8Jf1YXjl/ePYufese4YvOBXw+dt5UL9GOmaTREAEROCqE8jd/S7k7nan7300du3HB83BgTfGu2eKab880a4FyibVJAKJmYDqLgIiEA8EcuXKhSFDhrgPtrF49htt2rTBihUrGJREQAREQAQCCNBGMkiX5w888dwBtf7n3RjZ8zecOMJ3RwJpM6bEc/3qoETVHMx23ahQ3UJoMbAFUqW3J1AQgZOHwzG/y2xsW7gV5ER57OiSJ+F4Lv2SCIiACIjAdU3gihvPPsUT+xqK58vYB/Fdz6P7rMPSKbtsL+V7T2rlRnnQ/tOaV7ze662AYreVQLMhd1qO9jSlnW+duhkLXpnpzlGSNZmTPeVtD7rXGye19/ojUL16dZQvXx4bN27EwIEDkTx5crRs2RLBwcF+GFx28OBBNG7cGPnz5/fHG2NQqVIlFClSBOvWrQPTcCGPJx5Xhw8fdtcqGUfdfPPN+PDDD9GwYUMX37ZtWzz33HPo1q0b3nvvPQwaNAjffPMNpk+fjnnz5l1UrBPLjI3Cw8PRuXNnsM2zZ8+ONquO/WjRaIEIiIAIXBUCixYtwsKFC50WLFiAxKQrAcQ2169fH+3bt4+iGOPijKFLuWC8zPbu3XvZ5c6dOxdHjx7Fvffei0KFCvnLSZYsGe666y6ULVsWq1evxl9//eVfRk/VqlVRq1Ytep2CgoJQr1495z9+/LhzL2fGMUrz5s1hjI+ZMQbVqlVDhgwZcLnlHjlyBCEhIW7888gjj4B19eqWJUsWcHzDssnCi4+pyzwx5cfx1owZM1zRDz/8MLhuF7CzVKlS4bHHHkPu3Lnd8bNv3z4b+990/vbhtbcnnngCYWFh8Mr8L3Uc++ymsJMrlOO5xYsX+491cp0/fz7mXWIcGJPlbMeIESPcGPPll1/Gfffdh1tuuQVFixZF37593djVVSJ2M6UWAREQAREQAREQAREQAREQARGIgkDMv04b+R+hMZGeKApTlAjEloCBicziuZHBy3aSfkZjjJ9a0m+tWigCInApAsYmoKwj20AIcSjeeEDxRiRPPLnPmyl4Q9iXU07ijS/P2DX6tkCx/Ckwe1BOZEgb8+GVzaxJBERABK4ZgWSZ0yHPko+QopDv4RNjDE73GI2wQdMvuCnTs4d0qWtWaa1YBETguiBAO+PJG4dxDEYdOxSG0d1W4q+Vh+z411geBvf0rIZ6D5ay/oQ93fxkZTTu6buZBtbm7ly2Gz91moMTB09c8PCb1366CbtVqp0IiIAIiIAIiIAIiIAIiIAIiIAIxCcBlS0CIiACIiACIiACIiACIiACIiACIpD0CaiFIiACIiACIiACIiACIiACIiACIiACSZ+AWigCIiACIiACIiACl0/Ae8aOrve8offeBz5zuHpdGLq8dwy79p61KzFIE5wcA3rnQ/0a6W1YkwiIgAhcOwK5ut+FXN3vhnsa2s5ODJ6NQ2+Md+9yoB3zRPsWqGtXY61ZBK6UgPKLgAjEFwF+lG7IkCHImTOnW8WhQ4fQpk0bbNu2zYU1EwEREAERgPuYJjlwbO2dP6DLcwfU+p/3YNTraxF29Iwbo6fNlArP96uDklVzMNt1p0J1C6H5wJZIlSG1bbvBqSOnML/LHGxbuPWC9yCRI7nahH7O9EsiIAIiIALXK4Erazf7FE/sYyieJ2N/zXc9j3lnPZb+uMutxJ5Sw02N8+KFT2u5sGaxJ1D0tuJo/sWddvxjYAzw97TNWNBlhjtHSeZkz21AeduFbuzXpBwikHgIpEiRAs2aNUOaNGkQGhqKhg0bokCBAuc0YPPmzS68Zs0ajB49+hx999134LmZY8eOYf/+/S5dpUqV7DFm8MUXX6Br164YPnw41q5d68bWLsE1nBUpUgQvvfQSGjRoEG0tjLEGItqlWiACIiACIiAC8Ufg7rvvxgsvvBDFCiJcXAToUi4YL7P8+fNfVrkcS/M6TYYMGVCuXLkLykiXLh2qVKmCo0ePYt++fecsz5MnD1KmTHlOXFwEeB2JY5y4KMsrY9euXdizZ49rR79+/dCnT59zNGXKFCRPnhx//vknTp065WW7pBtbfidOnMDu3buRI0cOFC9e/ILyGV+6dGkcOXIEBw4c8C+PbvsUK1YMmTNnxpYtW+L3nKfdfe3kr8/V9nBc++qrr6Js2bJo0qQJvvrqq1hUQUlFQAREQAREQAREQAREQAREQASiIhDzL9RG/keoi29RYVTc5RKI3K1s9v98NnD503WQk8egaF0HG1pNFIEYEqA9oJjcc+mXroyAs7UR9rJOpHgjEi8E8OYk3hA29IeT6DX0jD0hz/VEoHj+FJg7KCcypI350Io5JREQARG41gSSZ06PPEs/QVChnHyCxQo43WM0wgZOu+CmzPNtI/QTAREQgXggEGhrOAajOAajjh4MxahXV2LzigNA5Djtnh5VUe/BUvFQk/gpstoTldCoZ107jrSjd9uGnUt3YUanOTh+4IS7QZftZJupQBbxUxuVKgIiIAIiIAIiIAIiIAIiIAIiIAIJnICqJwIiIAIiIAIiIAIiIAIiIAIiIAIikPQJqIUiIAIiIAIiIAIiIAIiIAIiIAIiIAJJn4BaKAIiIAIiIAIiIAKXSYDP2DErXT5z54nP4VGr14eh83tHsWvfWUTYv7TBBgPezoNbqqdjNkkEREAErjmBXK/diVw97kaE77FiHBs8Gwd7feve5cD32HiinQvUNa+4KiACl0NAeURABOKVQO3atTFkyBAEBwe79fCDJK1atYrVx1RcRs1EQAREIAkS4FiazaLrnTvgWJvnDqh1P+/BiJ5rEHr0jD17AKTNlBLt+9VGiZuyM9t1q4J1CqL5gBZIlSGV/Z8lAqeOnsT8zrOxbcFW/3uQyNFjSr6E5bn0SyIgAiIgAtchgStoMvsQT17/wr6G/TXf9Tyqzzos/XG3fw033ZoP7f9X0x+W5/IIFL2tBJoNvctltqcp8fe0zQjp9JM7R0n23Abe9vC2D12XQTMRSKIEsmXLhty5cyNNmjQoWbIkjDFRtnTdunUICQm5QHv27HFj5pMnT7p85cqVQ7t27ZAvXz4cOXIEixcvxmeffYb27dvjiy++wNGjR126u+++G0899RS6dOmCPn36YMCAAfj6668xbdo0zJ0796Lq2LGjKyM2s1dffRUbN27EPffcc9FsOuYvikcLRUAERCBeCPzvf//D999/jx9//BE//fQTZs2ahTlz5vj7gnnz5mFeIlLp0qVjxYn977fffouxY8eiWLFiUeT19c0Gxi6jrBNPU65cuVzJ27Ztc25MZxwHsN+/WPp06aK+fyl79vg5L5kxY0akTJnyYlW67GX79u3D5MmTMWHChHPE/Zb/z4WHh7vxUUxXEFt+p06dwuHDh6MtPnny5EidOvUFyzNkyACO/c5fkD59epee/wudvyxOw3acadx+DHA8N3HiREyZMgXTp0/HzJkzMXv2bHfsk+OlxoMXW87xZP/+/dGpUyfceeedqFSpEm644YZzmkJb89hjj6FNmzZYvXr1OcuiDChSBERABERABERABERABERABEQgSgIx/0qt8eU3xkT+a+gLay4CV0LA7k6R2U2ke2VO0s7tY2SM0TGYtDe0WicCsSJgbGoTaRWM9Wu6cgK84SBQPPHOm5F4UxIvIHwx+RTe+OosjDFWQImCKTF3UE6kTxvzYdWV11IliIAIiEDcEUh+QzrkXfYJgorYC82G5Rqc6TkGYQOmXnBTZqB9pJ+pJREQARGICwK0KYHiGIziGIw6ciAUo7qtxJZVB+3qDOwM975eDfUeLElvolK1Jyqj8eu3wA0m7Zhy5/LdmNlpNo7vP+5uVGF72XYqkAn90E8EREAEREAEREAEREAEREAEREAEriMCaqoIiIAIiIAIiIAIiIAIiIAIiIAIiEDSJ6AWioAIiIAIiIAIiIAIiIAIiIAIiIAIJH0CaqEIiIAIiIAIiIAIXA4B73k6unzWzhOfv6NWrw9H5/eOY/f+CFd82uBk6P92HtxSPZ0LayYCIiACCYVAzm53InfPNr7Him2lTgyZjYOvj3PvcuD7bDzR3gXKJtUkAomKgCorAiIQ/wSaNm2KIUOG+Fe0atUq3Hbbbf6wPCIgAiJwPRLgGJrtpuudO/DG2Dx/sHbxbozsuRZhx88ABkiXKRXafVYbxW+Kn49sIZH9CtYthGYDWiB1Rn4cy+D0sVMI6TIbf4dsce9B8lh6bMmZTfRc+iUREAEREIHri8DltpZ9hyevX2E/w/6a73oe3Wc9lk3bA/bXtstGtSb50P6TGtAvbggUaVIczYbeRbzgbPuMv7Cw8wx3jpLbgNvC2y7edqIL/UTgOiaQKlUqdO7cGYMGDYpWN954oyNkjEHJkiXRvXt3fPzxx3juuedQo0YNpE6dGsuXL8eoUaPc+HrcuHGurHfffRevvvoqnnnmGdx7771o0qQJ6tWrd1GVKFHCrSsms9tvvx08b9S7d28kS5bsklmMoeW9ZDIlEAEREAERiEMC7EPYV9SqVQu1a9dGnTp1nOrWrYvEqAwZMsSYTs+ePbFhwwbceeedF8njuxfINyb1+S+S+IoWsQ/PmjUr1qxZg4MH+d7z6Iv77rvvcP/992Py5MngWCFjxozRJ7ZLjh8/budJY2rYsCGWLl2KFStWRKkBAwYgTZo0MW5sbPmlTJkSmTJlirZ8/k8THh5+wXJug6i2K+O4jOM1Y+JxLBQRAf6xYhzPnX/c83ivd4lxYEyWczz57LPP4v3338f48eOxcuVKtz+PGTMGzZs35+r9+vbbb529eeedd/xxUXkUJwIiIAIiIAIiIAIiIAIiIAIiEDWBS5919/JFntPgCY5Ir7dErghcNgHuT77McbJX+YpKsnMfIzLz+ZJsQ9UwERCBWBCgPfBO2tIfi6xKGgUBZ2N5IhRNox4AABAASURBVDxSvPmIJ+x5MxJvCBs8+RTeGHbG5rTUbZri+YMwb2AOpEsTjyfm7do0iYAIiEB8E0iWKS3yLPsEQUVy2VVFWAFnXh+D8AFTL7gp83xb6RJrJgIiIAJXQIB2hdnpUhyDURyDUYf3n8Do11Zhy8pDgDNREbjv9Wqo90BJZkuUqvp4JTR+/RZbd9sgO+1avgczO8/BsX3H3M25bDcZUGRC2cTwXPolERABERABERABERABERABERABEUjiBNQ8ERABERABERABERABERABERABERCBpE9ALRQBERABERABERABERABERABERABEUj6BNRCERABERABERABEYg1Ae85Orp8xs4Tn7ujVq0LR8d3j2L3/rOu7LRpkmHg23lwy83pXFgzERABEUhoBHK82ho5e7bxHpNG6JA5ONjzm3Pe5cD329DuBSqhtUP1EYGLENAiERCBq0Sgbdu2+Pzzz/1rmzNnziU+kuNPKo8IiIAIJDkCHDuzUXS9cwccV1N8b+TaxXswoudahB0/495ZlD5TKrzQrzZK3JSd2aRIAgXrFkKzgS2RKkMqREQAp46exILOs7AtZIv7n4U8KY8xeTOr59IviYAIiIAIXDcELquh7DM8ef0J+xae72efPbL3eiyZttv11zyBVrVJPrT7uPplrUuZoidQpEkJNPvybseZff7f0zdhQcefXH/PbcFt4m0fb3vRjb5ELRGBpEsgd+7cOHnyJH7//fcLGhkWFoYPPvgAb7zxBnbu3Injx4/jo48+wocffogTJ04gODgYN954Ix5++GG8+eabYFlMFxoaivj+5c2bF8OGDcOPP/6IihUrxnh1OtZjjEoJRUAEREAEroBAixYtsHbtWteHxrQYY4xNSlknnqb8+fOjSpUq2LJlC+bOnRvtWg4ePIjvvvvOpcuaNSuSJ08O5j169CjWrFlzQT6OEVasWIEMGTIgW7ZsFyxPCBGs4/n14DYKjMuSJQsyZsyI9evXY8+ePYGLnH/GjBmoW7cuPvvsMxeO6Sy2/NKmTYucOXO6Ovzxxx8XrIZ1Yx1ZV9bZS8Dts3XrVi/odxnHZcWKFfPHxYvH7r52ipeiY1Lofffdh0mTJmHJkiV48cUXkT2779w4t323bt3wxBNPRFeM4kVABERABERABERABERABERABKIhkCya+AujjS/KmEiPL6i5CFwRAQMTmd9zI4OX5VwfmYwxfmrXR4vVShEQgYsRMHYhZR3ZBkK4AvFGg0DxpiPefMSbkHhD2KBJp/DW8H/tGnzESxVMifmDciBtsC9sF2gSAREQgURNIFnGtMi97H9IUSyPa4exPcu/r4/Byf4/XnBTZqC9pN9l0EwEREAELoOAZ0PoUhyDURyDUUf2h2JM91+wZdUhWLPkdH+vm1G3bQkk9t9Nj1dCo171Yf/NBwywe/luzOkyF8f2HQfbTpEFRTYU7M9zrVeTCIiACIiACIiACIiACIiACIiACCRhAmqaCIiACIiACIiACIiACIiACIiACIhA0iegFoqACIiACIiACIiACIiACIiACIiACCR9AmqhCIiACIiACIiACMSOgPf8HF0+W+eJz9tRK9eGoeN7x7DngK/c9GmTY9DbeVDv5nS+CM1FQAREIIESyPnqncj1+j0AHyw2QOgXc3Gwx1j/M8V8xw1F+xco6CcCiYKAKikCInA1CTz33HPo06ePf5UTJkzA448/7g/LIwIiIALXAwGOmdlOut65A46nKb43cu3iPRjx+jqEn+C7I4H0mVPhhX61ULxKwvzYFttyLVWgTiE0G9gSqTOltv+yGJw+fhoLuszGtpAt7v1z5Ep5rMmd9fVc+iUREAEREIHrgUDs28i+wpPXj7BP4fl+9tkjeq/Hsul7YOwfp2q35UX7j6vHfkXKESMChW8tjmZftQFPUQIG22dsxoKO011/z23CbeNtJ2+70YV+InCdEShXrhwyZcqE+fPn46+//vK3nsdDSEgINm3ahGzZsjmlSZMGGTNmdOnWr18PpvEynDhxAuHh4UifPj1SpkzpRceL26FDB/zxxx94+OGHY12+MSbWeZRBBERABERABGJKoFChQhg9ejS+//57lClTJqbZXLoIRFiXsk48TcmTJ8eDDz7o+v6PPvoIkyZNAsfEgavbs2cPevTo4fraW265BVWrVnWL6c+QIQPGjh2LLVu2uDjOmH/8+PFYu3YtKlasiMKFCzM61goKCkKyZMlw/PjxWOe9WAaOY1jv5cuX48iRI/6kHPfMmDHDH6aHaWvXro2dO3fiyy+/xMmTJxnttGvXLnzxxRfungePiVsQw1ls+HE7NW7c2JU8fPhwHDgQeeOYjWGdWDfWkXVlnW20m7gtWEfW1UXY2fbt212906VLB9bBRsXfZHdfO8Vf+TEsuVq1avjkk08wd+7cc47DoUOH4uOPP46iFEWJgAiIgAiIgAiIgAiIgAiIgAhERyBZdAsuiI/8jzDwwsEFaRQhArEkELlb2Vz/+Wzg8qbrJBdPMorWdbKx1UwRiAEB2gOKST2Xfil2BDi+CRRPxvOmI958xBvCBn5/Cm8N/xfuOo+dlSwQhHmDsiNtcMyHUrGrkVKLgAiIwLUhkCxDGuRa9j+kKJ7HWjuOPIEzr4/Byc+nXHBTZqDdpP/a1FhrFQERSMwEPNtBl+IYjOIYjDqyPxSjXluFzasOWptkW2oHvPf3qoa69xe3gaQx3fRYJTTsVd+NM23zsHP5bszuNBvH9x13N6+QA5lQZESx5Z5LvyQCIiACIiACIiACIiACIiACIiACSZKAGiUCIiACIiACIiACIiACIiACIiACIpD0CaiFIiACIiACIiACIiACIiACIiACIiACSZ+AWigCIiACIiACIiACsSDgPTdHl8/UeeJzdtSKteHo+N5x7DlwFoiIQLo0BgPeyo261dLGYi1KKgIiIALXjkCOrq2R8/V7aMJsJSIQNnQuDnT/2v9MMd91Q9EOBsom1iQCCZuAaicCInDVCbz66qvo0qWLf738sEmnTp38YXlEQAREICkT4FiZ7aPrnTvgOJrieyPXLNqD4T3XIez4aXv+AEh/Qyq88FktFKucjdmkaAgUqFMITQe2QsoMqdy7nk4dO4kFnWdh2/y/3PvnyJfymJM/i/Jc+iUREAEREIEkTiCWzWMf4cnrP9iX8Hw/++wRvddj2fQ9kaVG4Obb8qH9R9Ujw3Lii0DhW4uj6Vdt4AZKdr59xmYseHkaTp065c5Tcht528vbfnRtUk0icN0QyJUrF1q3bo2wsDC8//77+PjjjzF69Gj07dsXEydORMaMGXH77bcjRYoUSJYsGRo3bow0adJg6NChLg3TDhw4EH369MGxY8fc8uDg4Hjh17BhQyxZsgQffvghLncdOsbjZdOoUBEQAREQAUvglVdewR9//IH777/fhmIzGZfYwFiXsk48TiVKlEDv3r2RIUMGvPXWW2jSpAm6devm+vLHHnvMjQuWLl2KGjVqoGvXrggKCnK1KVmyJB5//HH8888/eOCBB/Dcc8+5/G3atEG/fv3AMcVTTz2FVKlSufSxnWXNmtXVafz48Xj99dexePHi2BYRZfrChQujYsWKWLNmDe677z706tXL1f2hhx5C5syZkT59en8+YwweffRR3HTTTfj+++/RqlUrl558uF23bt2KZs2aoXLlyv48MfXEll+dOnXQokULrF692tWjc+fOri6sE+tWtmxZtx2M+W+f4XjtwIEDbh9knXkt7d5778Xff//tth3rENP6XlY6W5f/anNZJcRpptKlS2PcuHEoU6aMv9wOHTpg0qRJ/rDzaCYCIiACIiACIiACIiACIiACIhAtgWTRLjl/QeR/hMYYd4rj/MUKi8DlELC7U2Q2E+levpP0c/oYGXsEmqTfWLVQBEQghgRoD4y1C0xuOJNiTYA3GASKNxnxZiPvhrAB35/C2yPPAuy0LOTShVIgZHAOpE1tA9BPBERABJIegWTpg5Fr2adIWSIvnKWz9u/fN77GyX4/uIcwaB9pJ2kvA+0n/UmPhlokAiIQXwQ8m0GXok2haGOow/tOYFT31diy+rCzRbRHD7x5M+reVxzxVadrVe5Nj1VC4zcbuHayDrtX7sbszrNxbO8xdyM8eZANRVYU03ku/ZIIiIAIiIAIiIAIiIAIiIAIiIAIJDUCao8IiIAIiIAIiIAIiIAIiIAIiIAIiEDSJ6AWioAIiIAIiIAIiIAIiIAIiIAIiIAIJH0CaqEIiIAIiIAIiIAIxJSA97wcXT5L54nP11HL14aj43vHsfdgBIz9y5AuOQa9nQf1qqWN6SqUTgREQAQSBIEcXVsj15v32boYK+Dkl/NwqPvX/meK+S4HivYwUC6xZiKQQAmoWiIgAteGwLvvvounn37av3J+6O3tt9/2h+URAREQgaRIgGNktouud+6A42eKHxJes2gPRvRaj5Oh/9qzBwbps6TCi/1qoXjlbMwmXYJAgdoF0WxQKwRnCnb8zpw4jUVd5mDb/C3u/XPkTHnsuR1YpOfSL4mACIiACCRdArFpGfsGT16/wT6E5/vZZw9/ez2W/bQXxvjOkVW/PT/af3hzbFahtFdAoHDj4mg67B7YDQBj//6ZtQULO0zD6VOn3XlKbitvu3nbkS70E4HriEC1atXQrVs3lC1bFlu2bEFISAh27dqFWrVqoWvXrihYsCC8X758+dC5c2eUK1fOpWHatWvXokSJEujYsSMqVKjgJY0zN1u2bBg0aBBmzpwJ1vVKCjbGXEl25RUBERABERCBCwjcdtttWLlyJfr27YugoKALll86IsIl8Y1BfX4XEY+zm266CePHj8eTTz6JDBkyYPbs2ZgwYQI2btyIMmXK4JNPPnHiMq8axhjcf//9GDBggEvz66+/YtKkSQgNDcXDDz+MMWPGuPGAlz62buHChdG2bVs3Rv/xxx+xePHi2BYRZfpUqVLhzTffdHXk/2hTpkzBjh073LiFYxdjzh0b3HDDDa7tXbp0AfNOnToVs2bNAscjvXv3BuMvZzsbEzt+XAfXxXXmzZvXjc9YF9aJ8RwbZc+e/Zw2BwcHu/3wjjvuwPz587FgwQKULFnSbTNuO2PObes5meMiEBGBq7MHx7yypUuXxrhx49w+6+Vq164d1qxZ4wUhjwiIgAiIgAiIgAiIgAiIgAiIQPQEkkW/6Lwlkf8R8gRHpPe8BAqKQOwJcH/y5brivcpXTJKe+xiRmc+XpBurxomACMSQAO2Bd9qW/hhmU7JIAs6m8sR3pHhzEW8y4sUG3hD2+cRTeGvEWdjF4Kx0wRQIGZgdaVLF88n4yPrJEQEREIFrRcCkS42cyz5FUIm81vzZnsZ2Mv++8TVOfjYZtI+0k7SXtJvn29JrVWetVwREIPEQoN1gbelStCUUbQt1eF8oRnb/BZtXHfLfoPDAm9VQ595izJYkVfnRimj4ZgN/23at2I3ZnWYXpjqyAAAQAElEQVTj2J6j7iYbciEjiswoJvZc+iUREAEREAEREAEREAEREAEREAERSEIE1BQREAEREAEREAEREAEREAEREAEREIGkT0AtFAEREAEREAEREAEREAEREAEREAERSPoE1MI4IMDnBiQ+3yZpP9A+oH0gdvtAHJhgFXEVCXD/5uro8hk6T3yujlq2Jgwd3j2GvQftfmATZkiXDIPezo26VdPakCYREAERSHwEsndphZxv3ucqTssW9uVcHHptjP+ZYr7LgaJdDJTLoJkIJDwCqpEIiMA1JDBw4EDce++9/hr06NED/fr184flEQEREIGkRIBjY7aHrnfugONmiu9F+23hHgzvtR7hJ84wGdJnSYWX+tVCsUpZXVizmBHIX7sQ7hjUCqkypQZf/nT6xCks6jIL2+b95d4/R96Utw24PViy59IviYAIiIAIJEkCMW4U+wRPXn/BvoPn+9lnD3t7PZb9tDfyPacRqHF7PrT7oFqMy1fCuCFQuHFxNB3Wxr8ddsz8Cwte+hGnTp5y5ym5zbzt521PutBPBJIAgdSpU+Pll1/GRx99hAIFCkTboty5c+P555/Hp59+ikGDBjn3gQcewA033HBBnuzZs5+TludnmLdQoUIwJm7fZc9y//jjDzz11FMX1ONyInRsXw415bnaBNgnTZ8+HStXrrxqq+axsXz5ckybNu2qrVMrEoHEToB955dffompU6eiUqVKV9AcX99pDF3qCoqKRda0adPi6aefxvjx47F06VKsWLECixYtwuDBg1GrVi0kS3bhJ/6MMa6tTMO0zMP2t2/fHiwvcPV16tRxZT700EOB0c4f1bKgoCA8+uijCAkJcfk6deoE/nr16oU5c+agVKlSDDqXYca7iIAZ00S1jHVjHWfMmOHKnjx5Mlq1aoUyZcq4ss+vY6pUqdCmTRtMnDgRy5Ytcxo3bhwaNWoUJZeAKjhvmjRpMGDAAHz//ffImvW/87XGxJwfC+I24DrHjBnjthHrwjqxbqwj05yvdOnSgey4fbhdhw4d6raZMeb8pHEftquwU9yXe4Ulli5dGtx+3N4saseOHfjkk0/opSQREAEREAEREAEREAEREAEREIGLELjw7EB0iSP/IzQm0hNdOsWLQCwIGJjI1J4bGYy1c/1kMMb4qV0/rVZLRUAEoiNg7ALKOrINhBAL8eJpoHgBlzcXeTeE9ZtwCr1HRcAYYwWULpwCIQOzITiVicValFQEREAEEi8BkzY1ci7/DClL5Xd2EDA4++ZYnPx0knsIg/aSdpP2M9Ce0g/9REAERCAaAp6NoEvRhlC0KdShvScwsvsv2PrLYWt1ADsUw4NvVkOde4rB90u68yqPVkLjtxraBhoYO9+zag/mdJ6DY3uOuRvhyYesKLKjbDJ34zxdSQREQAREQAREQAREQAREQAREQASSDgG1RAREQAREQAREQAREQAREQAREQAREIOkTUAtFQAREQAREQAREQAREQAREQAREQASSPgG18HII8FkBKcI9KyEO4qB9QPtAXO4Dl2OTlefqEOB25pro8tk5T3yejlq2Jhwd3w/F/sMAnzfMmC4ZBr2VC3VuSgP9REAERCAxE8jepRVyvt0WJvIv/Kt5ONz9a/8zxXyXA0X7GKjE3GbVPakSULtEQASuNYGvv/4at912m78a/GDLqFGj/GF5REAERCApEOCYmO2g65074HiZ4oeEf124ByPe2ICTof/CGIMMWVLh5X61UKzifx+TYn4pZgTy1yqIOwa1RnBm3/mXMydOYXGX2dg2d7N7/xy5U9624HZhyZ5LvyQCIiACIpDUCMSsPewLPHn9BPsMnu9nnz3s7Q1YPmMfbIcNnher1TQ/2n1QDfpdGwKFGhVH0+H3wm4MGGOwc85WLHxpKk6Fn3LnKbntvO3obVe60E8EEhGBEydOJKLaXryqtWvXxvz589GvXz9kypTp4oljsdQYE4vUSioC14bA2LFj0b17d1zNY/rnn3/G888/j3377Njl2jRbaxWBREXgpZdewh9//IFHH300Duod4cqIAF3KBTUTgcRHwO6+dkqQ9S5dujQ6d+7sr9uXX36JBQsWAPBHySMCIiACIiACIiACIiACIiACIhAFgWRRxEUdFeGL1sU1HwfN44ZA5G5lC/vPZwOxn66jHDwGRes62uBqqghcggDtAcVknku/dHECzpZG2Ms2keLNRLypyLshrN/E0+g92kfUpkKZQimwcGA2BKfSzQgXJ6ulIiACSY2ASZMKOZZ/hhSl8tum+ezi2TfH4tSnk9xDGLSbtJ+0o+fbVptBkwiIgAicQ4B2ghF0KdoOiraEOrTnBEZ2/wV/rT7oe1GbTfzgm9VQ555i1hc5JXGn0iMV0fCtBu72IgsBu1fuxpxOs3B091F3Izw5kRlFhhSReC79kgiIgAiIgAiIgAiIgAiIgAiIgAgkegJqgAiIgAiIgAiIgAiIgAiIgAiIgAiIQNInoBaKgAiIgAiIgAiIgAiIgAiIgAiIgAgkfQJqYawI8LmA8xX47MD5yxSOgBiIgfYB7QMX2weis6GxMs5KHO8EuA25ErrcZp74HB219LcwvPzucew7eNbafSBDumQY/HZu1LkpLbNJIiACIpDoCWTr1BI53m4L26tbOxeBsKFzcLjbaP8zxXyXA0U7GahE33A1IGkRUGtEQAQSBIHvvvsONWrU8NflwQcfxI8//ugPyyMCIiACiZkAx8KsP13v3AHHyRQ/JPzrwj0Y3ms9wkPPuHF1hiyp8FK/WihaIQuzSZdJIH+tgrh9UCukviHYcgVOnziFRZ1nYdvcze79c+RPeduE24er8lz6JREQAREQgSREIAZNYR/gyesf2FfwfD/77C/fXI9lM/bafiUCdoYad+TD8+9VjUHJShKfBAo1Lo6mw++zm8SepYyIwM45W7Do5ak4GXbSnafkNvS2p7d96UI/EUjgBNauXYtnnnkGmzdvTuA1jVn1MmXKhJCQENSpUydmGWKRSsd0LGAp6TUjwPHE1V4518k+8GqvV+sTgcRI4KOPPsLHH3+MtGnj6n4e3/dgDIzFQVlHkwgkRgLG2L3YJNiaP/zww2jcuLG/fv379wf8IXlEQAREQAREQAREQAREQAREQASiIpAsqsgo4yL/HzTG2H8Oo0yhSBGINQG7O0XmMZHu5TkJLdfBgwexePHiOK6Wj5ExRsdgHJNVcSKQmAkYW3kTaRWM9Sel6csvv8ShQ4fivEm8oSBQvIDKm4l4MZU3hH064TR6j46w6/URLVs4BRYOyorUKX1hu0CTCIiACFxXBExwSmRf9ilSlC7g2m2MQcRbY3H6f9+7hzBoP2lHaU8D7Sv9LoNmIiACImAJeDaBLkWbQdGGUIf2nsCI7r9gy69HYIwdd1k98nY11GlT1Ob+b7oefJUfqYRGbzeCBcEJe1btwdzOs3Fs91F3Izx5kR1FlhTsz3OtV5MIiIAIiIAIiIAIiIAIiIAIiIAIJGoCqrwIiIAIiIAIiIAIiIAIiIAIiIAIiEDSJ6AWioAIiIAIiIAIiIAIiIAIiIAIiIAIJH0CamHMCXjPA9Cl+LyA97wWXelfiIEYaB/QPhDbfSDQltK2nq+YW2mljC8C3CYsmy63lyc+P0ct+TUML78Xiv1HbCpjcEOG5Bjydm7UqZLGRmgSAREQgaRDIFunlsjZ+0EYY5zCv5qHw91G+58p9vpA2stAJR0CakliJ6D6i4AIJAwCwcHBGD16NMqUKeOvUJs2beLhfZj+4uURAREQgatCgGNgroiud+7AGyPzvZG/LtiD4b1+x8mwszaZQaZswXi5X00Uq5DFhjVdKYF8NQvi9kGtEZwlDWCAf8NO4+cus7Btzmb3/jlvW3jbhtsJ9ue51qtJBERABEQgiRC4VDNo+z15/QL7CZ7vZ5/95VsbsGLWfluMgTEGtZrlR/v3q9qwpoRAoGCjYmg64j63bVifnXO2YPHLU3EyNNydp+S29Lart53pMq0kAgmNwLZt29ClSxdUrVoVgwYNSmjVu+z63H333Zed91IZjTGXSqLlIiACIiACInBRAtWrV7/o8tgv5HdiAN+Y0+ePfRnKIQIJgEBEBPiXAGoSbRVeeOEF/7KxY8di+vTp/rA8IiACIiACIiACIiACIiACIiACFxJIdmFUNDGR5zR4giPSG01CRYtAzAlwf/KlvqK9yldEApvXrFkTL730Eo4fPx5HNfMxIjOfL46KVTEiIAKJmgDtgXfSlv5E3ZgoKl+8ePE4vVHC2VCe6I4Ubx7iTUTeDWH/++40+oy2RB3MCJQrHITFg7IhVQrdhBDF5lGUCIjAdUTABKdC9uWfIahMAXfR25pRnH1rLE5/PNE9hEE7SntKu3q+rb2OMKmpIiAC0RCgXeAiuhRtBUXbQR3ccwIjuv+KLb8dtsl8Y7FH3q6G2ncXteFzpusmUOnhimj0diNrc9nkCOxdtRtzOs7E0d1H3Y3w5EaGFJlSLiUNND2SCIiACIiACIiACIiACIiACIiACCReAqq5CIiACIiACIiACIiACIiACIiACIhA0iegFoqACIiACIiACIiACIiACIiACIiACCR9AmphDAnweQBPfEbAE5/V4rMDgeKHEaTT7nk2cRAH7QPaB6LaBwJtJv20pZRnWz17SxNNP13p2hDw+NP1tg9dbjdqya/hePn9UBw4EgHYKVP6ZBj8Zk7Urhx8bSqstYqACIhAPBPI2rEFcvR5ELSLXFX4V3Nx5NVR/meK2Z9RXB4oppVE4BoT0OpFQAQSEIGCBQviyy+/RN68eV2tQkNDwY/D/fXXXy6smQiIgAgkNgIc+7LOdHnegOK4mOK5oV9CduOrXhtwMuyMTRaBjFlToUO/mih6YxYb1hRXBPLVLIjbB96J4BuCeZoGp0NPY3Hnmfh79iZ3vp7bg+L2obi9uG7PpV8SAREQARFI9AQu2gDafE/sCyj2DTzfzz576JvrsXzmPtuP2BP+dl6raT60e/emi5aphVefQMFGxXHHiPvsFopw2jlnCxa9PBXhoeHuPCW3Kbct5W1vule/plqjCERP4P3330fVqlVBNywsLPqEWnIOAR3L5+BQ4AoIsI+YP38+HnroIVSrVg1VqlRB8+bNMW7cOJw8efKcknv16oX69etjw4YN58QzELiM5zifffZZfPrpp1yEDh06uHJDQkJcXpYxYsQIrFq1Cvfff7+zAXXq1EH37t2xZ88eBP6Yh3Vi+sB4+s9fxjpwXVzGdUeXj8slERCB+CNgDL8PQ8XfOlRy0iVAWz5nzhyUKlXq2jXS7r52unbrj8Ga77jjDteHRiZF//79Pa9cERABERABERABERABERABERCBKAgkiyIu6qjI/wiNifREnSpOY48cOeI++tuqVSt3spQnNnnC9KmnnsLChQvBk7jnr5AnUnnSlCdjz18WF2FehFi+fDmmTZsWF8XFeRk8gcATzVGdrI7pdIJfzgAAEABJREFUyuKbYWA9DExk0HMjg7FyEm7i//3vfyhevLi7GTquammM8VOLqzLPL8e7yMBjLirxosldd92FkSNHIr6OtfPrdKkw68ELMC1btsT+/fsvmpzLmS6qtjHOszO8WMNj/qKFaWGcE6Btnz59OlauXBmrspmPfcMLL7wAbkNuy5o1a+Kxxx4DT6xyeVQFMp52PTAfL9LzouAnn3xyzv50/PhxV1716tWxbNmyqIo7J27w4MHuQuDu3bvPiY/LgLGFUdaJd9vAdVxt8Xh95pln0LBhQyxZsuSKVs/jOVDc9rx5yLsh7JPvzuCdr+0qaGct1PJFU2DRwKxIGWTjEsjEMQ737ajE/f5iY6QE0oREW424GGMllMZ7fealxow8/thfUvR79ff2Q7peXFQumXFf5bjCW85yWB5FvxfPNEwblWjL27Ztix9//PGCGzW8/DF1165d627sYN0C8zAc1bqjigvkRgZMQzewvPP9XvlsZ+Ay3njCG1DY57AcjrF4o8jMmTOj/F8nMO+18JvUKZF9eT+kKFsQ1lTaKhhE9PkGpz+e4B7CoD2lXaV9DbS39NvEmkRABK5TAp4NoEvRRtBW0GZQB3Yfx/Duv2LLb0csIeP0WJ9qqH1XEes/f7q+whUfrohGvRvZRvu47PtlL+Z1moWju464G+HJjyzJlGwpm9j/cg/6JREQAREQAREQAREQAREQAREQARFIfARUYxEQAREQAREQAREQAREQAREQAREQgaRPQC0UAREQAREQAREQAREQAREQAREQARFI+gTUwpgQ8J4DYFo+G0AdPHoGng4cOQ1q/+FToAL9DPt00i47iQOH40GHbJkBOmj90SscBw9duQ7ZMq5cYTh0KGodtvHxrSN2HT6F4sihi+igXXaZOmrzxVwncPRg7HTMpo97Hcexg//puPXHqw4cx4kodczGx41CDxzDlemozX9xhR04ivhWuF1H+IEjiJX22/Qx1EmbLuY6jJP7Y69TNs9p2wa6FP3UmYNH8e+hY6BLG0u764m2V7o2BLgNuGa63C6ezpw5456b+/nXcLz8QRjsJrXJDDJnTI4v3s6F2lXS2LAmERABEUi6BLJ2aIEc7zzkGmiMQfiweTjy6ihnG2kj//33X1C0n4FyGTQTgWtGQCsWARFIaAT4/rwhQ4Ygffr0rmo7d+5Es2bNEsz7Il2lNBMBERCBGBDgmJfJ6HrnDjgepvgh4V9C9uCrNzbiVPhZ8IVoN2QLRod+NVGkfGboF/cE8tYsgNsG34k0WdKCb0L6N/wMlnSZiW2zN7n3z3G7UN624nZjLTyXfkkEREAERCAxE4i+7rT1nrx+gH0Cz2exz/7izfVYPmu/K8DYXqRO8/xo9+5NLqxZwiNQoGExNB15v91SBnaG3fO24ueXp+JkaLg7T8lt621nb7vThX4icI0JTJ06FXXr1kWXLl3Ab6x41bnnnntQuHBhLyg3GgLG2GM+mmWKFoGYEmDf/95776Fz587YunWr+05I06ZNXf/B+A4dOoDf+IhpeV66oKAg1KhRA2XKlHFR/D5I69atkSNHDhfm7JdffkHXrl1x6tQpdy60YMGCmDFjBvi9hk2bNjFJrFWxYkVwXczIdXOdRYsWZVASARG4igQiEGHXRllHkwgkRgJ297VTgq85v9XlqyTwww8/YPXq1V5QrgiIgAiIgAiIgAiIgAiIgAiIwHkEkp0Xjj4Y+R/h1bqYtn79etx7773gDaQ7d+5E9uzZkSdPHqRIkQL8KPdLL72E11577ZwTtQcPHgQ/AP7zzz9H344rXMKyn3/+eezbt+8KS0qY2a8Gw8CWR+5WNuo/nw3EbkrgqXft2oXHH38ct912G1auXHnFteVJxqtFK3/+/OAFhfNVuXJlsF3/+9//8MorryTam7qTJ0+OnDlzOttC++LJszPPPPMMRo4cqY8nXvFeG7sCxo4di+7du+PEiRMxzrh37148/fTTYN/AC23lypVz+y4vyvHiGi+8n99nsHDvgiDt+uLFi10fw/2AfQ4v1I8aNQpt2rTBwoULmRzp0qVDkyZN3E2m8+bNu+i+cfToUbDMrFmzImPGjC5/fMxoDyiW7bn0JzXNnj3bXezkRdrQ0NBYN88bv9CleLMQbxriPsAbwj4afwZ9vqaFtUVHRKB8kSAsHpAFKVMYG5HwJu5T3FcDxVp6Y6RevXolWtvMdkjXL4E0adJc0C+nTp0aGzduxOuvvw5eADpw4MBlATpy5Ag+/PBD0D6fX0BUxxTrwnSZM2c+p065cuVy/QWXXYl4wwltGm9AoS3iDSm1a9fG33//jVdffRV9+/Z1N6hcyTriI69JlQLZVnyOoLKFbPG25+HU+xuc/vA71z+yLbSvtLO0t5RNCM+lXxIBEbh+CHjHPl2KtoE2gqK9OLD7BIZ3/xVbfzsMaygsmAg81qcaat1ZxPqjmK7DqIoPV0KjPo1tyyMsogjsXbUbczvOxNFdR1w/QZYU2ZIxZRO7tHQlERABERABERABERABERABERABEUh0BFRhERABERABERABERABERABERABERCBpE9ALRQBERABERABERABERABERABERABEUj6BNTCSxIIvP+ffj4XQP321xnkuicUee4LR/77T6JA21Mo9MApFHY6iaIPnkKxB06iuFM4Sli3xAN0w1GybRhKOYWidNtQlLn/BMo6HUe5+6ljKH//Mdx431FUcDqCivcdQaV7DztVvvcQqjgdxE33HkTVew+gmtN+3HzvflS7Zx9utqp+z17UcNqDmvfsQa02u1G7zR6r3ahj/XXa7EJdq3p378QtTv+g/t1Wd+1AA6uGd21HI6dtaHzXNtx6599o4rTVulatt+A2q9tb/4U7nDajaevNaNZqk1PzVn+iBdXyD7S0atVyI1o7/Y47W/6Ou1r4dHeLDWjjtB73tFiPe5uvi9Ra3Nfcqtka3G/VttlveMDpVzzY7Fc81PQXPOy0Go80tbpjFR61euyOlXjcaQWeuMPq9uV40uqp25fhaeq2pXjGaQmevc2n56z7XJOf8bxVuyaL0d5pEV5osggvNlno9FKTBXiZujUEHaw63jofnZzmofOt89Cl8VynVxrPQVeq0Wx0tXq10Sx0c5qJ1xpZNZyB7lY9Gv6EnlSD6XjdqpfVG07T8GYDq/pT8ZbV2/V/RG+nKehT3+qWH/COVd9bJsOp3iS8a/Veve/xvtNEfFDPqu4EfGj1Ud3v8DFVZzw+sfpfnW9BfVpnHD6jan+DflafW/WvPRb9a43FgEgNrPU1BtYag0FUzTEYXHM0htQchS8iNbTmSAytMQJfWn1lNazGcAyrPgzDrUZYjaz+FUZW/xKjqJu/xOibh2LMzV/ga6raFxhbbQjG3kwNxjc3D8a4mwdhXLVB+LbaQIy37nfW/a7qQEyoOsBpYtX++N5qUtXPMemmzzH5pn74wekzTLnpM/x406f4scqnmFrlf5hmNb3KJ5hemfrYuh/jp8ofYYbVzMofYmalDzGr0geYbTWn0vuYU/F9zK34ntO8iu9ivlVIxb4IqdAXC6wWWi2q8A4W3fgOFt/Yx+nnG3tjidXSG9/GkvJvY2n5t5yWlX8Ty61WlH8DK8q9gZXlemGV1epyr2N12dfxS9meoH4t2wO/Wa0p2x1rynTH2jKvOa0r0w3rS3fDhtKvOv1euis2eirVFX+UesXpT+tuKtkFm0t2dvrLultKdsKWkh2xtURH/E2V7IBtJV/GdqsdVImX8E+JF7EzUruKv4Ddxdv7tad4O+wt/jz2Fnse+5yew/5iz+FA0WdxsJhV0WdwyOqw1RGqyNM46vQUjhV5CscLP4kTTk8gtDD1OMIKP47wQo/hpFV4oUcRXvARnCz4ME5Zncz/IE7mewBhee5DaK57cHLSIgQ+g4XIH+1vpFfOVSLgMafLfs8Tnzekfv41HC9/EIb9h8/aGkUgc8Zk+OKtnKhVKdiGNYmACIhA0ieQtUMLZO/7kO854Qgg/Ku5OPzKCPdMMe0k+zOKdjRQSZ+MWphgCahiIiACCZIA35PHd7h6leN7XRs1auQF5YqACIhAgifAsS4rSdc7d8BxMMX3Rv4SsgdfvvE7ToX/a5NFIFPWVOjQrwaKls9sw5rii0DeGgVx26A7kTpLGvc/y5mwM/i58wxsm73JvX+O24fythm3H+viufRLIiACIiACiZRANNWmjffk2X/2BTyPxT57yBsbsGLWAX/uOs3z4/l3qvjD8iRMAgUaFsfto+73V27X3C1Y/NKPOBl60p2n5Db2tre3/en6M8gjAleRAN/h/Nxzz+GOO+5ASEiIf83NmjXDtGnTwG8dpEuXzh8vT9QEdAxHzUWxsSPAY3DSpEmoWLEiJk6ciPfffx+9evVy/pYtW2Lp0qUYPHiw+38yNiWnTJkSDz74IBo0aOCy3X333ejWrRtKlCjhwpzxGyJ33XWXO+Z79OiB4cOHo127du5bOsOGDXP3iyCWvxYtWoDrYjaum+vkN08YlkRABK4GAd/3YQyMXRllHU0ikBgJGOP24oRe9WrVqrnveyGyohMmTIj0yREBERABERABERABERABERABETifQLLzI6ING98SY0y8/3N48uRJDBw4EPy455NPPukumkyZMgU8acsPAPMfvbJly4L+n376yVcxO/cu+llvvE28eMz1xNsKrrBgnsieM2cOSpUqdVklsW3UZWW+jEx2d4rMZSLd2DuJJcf06dNRpUoVvPLKK+7mtNjX28fI2CPQxD7zZeUoX768u4jBiwqB6t+/v7uIUbhwYXfBhBc2LmsF1zhTrly5wAsvtC2BmjVrFvr06YMUKVJg/Pjx7gLNNa7qdbV62tnYNHjv3r1o3749fv31V7DPmDlzJj7//HO37/ICH/sPXhRjfL9+/c650LZs2TLXt+TNmxdff/2161e4LzDPokWL0KFDB7BP4j5/8OBBV63KlSsjc+bMWLlyJQ4dOuTiopqtXbsWGzdudMd96tSpo0oSJ3G0B8baBRZmOEvi+vjjj1G8eHF37Ma0qd4NBHQp9nO8WYj7Gm8I+/DbM+j7DSxFYwXcWCwFfh6YFSmCDBLq7+GHH3b7LvdXT/Pnz8dXX32FPHnyYOrUqW4sxfYm1DaoXiIQFYH69etfsG9zzO+N/2l72UfTNkeVP7o4HgtDhw7FmjVrokzy8ssvX7Be1oWJu3fvfs6y0aNHo2jRolx0ReL/McuXLwcvao0bNw4cx3/wwQfgzWEcY/3www/u/6ArWkk8ZTYpg5B1RT+kKF8YsAN6AwO88y3OfPCdG+fSvtLO0t6SPQX781zr1SQCInAdEPCOeboUbQJtA0U7cWDXcQzv/iv+XnvU0rB2xNqSx9+pjlqtrW2xMVFN12tchYcqotE7twLW5lL7f92L+R1n4cjOI/4b4cmVjMmagv15rvVqEgEREAEREAEREAEREAEREAEREIFEQ0AVFYp5Ik4AABAASURBVAEREAEREAEREAEREAEREAEREAERSPoE1EIREAEREAEREAEREAEREAEREAEREIGkT0AtjDkB3vvvPQ/AZwMo5uaTFnyGgI8S0IWNMHZm3EI7d5Od2bCJIt7YeDCz9RgY+CZDx/qNFSfjDzMpYxjBWAP7Y6T1GBtpXNCAUW5mAOP+ADDSwP7cDMb9MWhgvXYyVtZr09kJYMhwbuizHmPFyboAjDFWsD8DuMnQsX7rGtifm8EYY8WgAT0G/APg4g0AinNjfcZ6KOu4kIExFOzPwAZg3B8AG+8EA1gZY2CMAWBlXWNdJ/qtXDzjrN8YY4M+GRtnAzDG+qzop2wIFGycMQaAT8YYGGMAWFnXWJcC/VYuHjbG+o0xgPXDugaRf/RbuXjGWb8xxgYjZeNsAMYYJ/opG4LT+fGBYetnWsoYm9qKfsqY/8LGGMCWRhljYIyB72d8fhu2k88PYxcZXBC2sQDjfYL7+fzGGBeCc+k3zmuMsfE+0WuMgWGMda1jJwN6jTHWz8m6dmIko4xhwBdPrzG+sIFhpJUBo4wx1s/JuDBnxgaN4dx6YECvMYYBK+PCnBmGzos3hrF2AaxrJ9iwnazDgC/eCzPGwDDSysCLtwE7GcBOsJE+h3PYn2GUlXV9IcAAuCCdi3Iztxj25zyGSZ1sDGwIduZkAOvlHO5ni4QxvrCbc2bDkY5LAxjYKJ8AGNifm8H5uQzej/FWdnLL3MwGmMbJprNB+OMB50Xkj2kY4dLYONpZ2le6tLue7CJNV5EAuXN1dLktPPF5Q2rxL+F46YMwHDgcwc2HLBmT44s3c6JmpWBmk0RABETguiGQ9eUWyPHuI6AxNMbg1Ij5OPrKSPdMMe0l+zSK9jRQ0E8ErgEBrVIERCDhErjnnnswaNAgfwUXL17sPobnj5BHBERABBIoAY5xWTW63rkDjn8pvjdydcgeDH3jd5w+eRZ2uIwbsgej0+c1UaRcZmaT4plAnhoFcNugu5Ama1rH/9/wM1jSeQa2zfrTvX+O24nyth23I6vkufRLIiACIiACiY9AVDWmbffk2X32ATx/xT77izd/x4o5BwBerLGddt0W+fH8O5WhX+IgUKBBMdw+qi3cz27D3fO3YvGLU3DyRLg7T8lt7W13bz+g69JrJgJXiQC/QVCrVi0MGDDAv8YiRYpgyJAhmDx5Mpo0aeKPl+fiBIyxB/rFk2ipCFyUAPuFGTNmuDT8dkKWLFmcn7NUqVLhscceQ+7cubFgwQLs27eP0XGqQoUK4a677kJQUJAr1xiD1q1bg9+zWrFiBbZt2+biNRMBEUhMBCJcZX1jTJ/fRWgmAomNQEQEEssezL7TwzthwgTPK1cEREAEREAEREAEREAEREAEROA8AsnOC0cfjPyPkCc4Ir3Rp73CJX///TfWr1+PChUq4MEHHwRPzAYWmT9/frRr187Fr1692t3kE7hc/sRDgPuTr7aXvVf5siei+XvvvYfixYtj9OjRsay1jxGZ+XyxzB7HyfPly4emTZuCF9qXLVsWx6Vf2+KMMWjQoAFq166NnTt3YtOmTde2Qlp7tAR4PIwaNQqbN29Gy5Yt8fjjj7u+ITBDhgwZ0LVrV7DvmDZtGtatW+dfPGfOHNeHsE8pVqyYP54eXqhr06YNatas6fYD7wJdwYIFUbVqVWzZsgVr165l0gvEes2aNcvF33777TAm/i5g0x54p23pdytN4rN//vkHjz76qHuYhOOAizWX24LL6dJeUbwY7N0Q9sG3Z9D3G5vCwiPH8kWCsGRgFgQlt3GJbDLGoFy5cujTpw8yZ86M6dOn46+//kpkrVB1RSBqArTh77zzDgoXLgw+TLZy5cqoE0YTy7HKxIkTXf/OfiGaZFctOjQ0FOwngoOD8fTTTyNdunT+dXOMRRvHm1ZXrVrlj09oHpMiCFlXfI6g8oXsxUNrRDl/5xucef9b17fSztLe0u5StMNsg+fSL4mACCRdAt6xTpeiHaBNoGgf9u88jmE9fsPWNUcQQRNibcgTfauhVqtCF4NyXS+78cGKaPjOrZaBHbVaZnt/2Y35HWfgyD+H/TfCky9ZkzllE1u+NjE9kgiIgAiIgAiIgAiIgAiIgAiIgAgkDgKqpQiIgAiIgAiIgAiIgAiIgAiIgAiIQNInoBaKgAiIgAiIgAiIgAiIgAiIgAiIgAgkfQJqYQwJBN77z+cB+FwAxex8GiB9GiB9GoMMwbAy1g+rc90MdjnT+OQtN0gXEO/zJ3NxPr+x5Xjh/9z0aaOOT2fj06X9Lx3LSJfGF04b6bqwP10y+OKZxvpt3rSUTevirT9dmuQuTdq0kS7DjD8vnDYy/vx0DKex6dP40ydDmshwGrse+pmGSmPTpOEyW1Yaygs7N8jmSw4vPjhtZNgts/GRbnCky3T0BypN5LLAOM/PZcG2TF84CNG7QUht01HB6YJsuiB/mHGUK8cuo9/pYv7IZalcmSl8ZTGOSpsCLj6djbfhVNZ1cvGM8ylVZNhbltqmo86Jt3FuuecyT4A/ZUA4ZWR8yrQp4YtPCeZNmS4luCzQTcU4pqMboBSe/7xl/ni7nH6n9ClB11euz89winSpkMIuS2ndlC69DV/g2rj0kbLpXB7rBlmliIx3/siw32/D9DvZdEGUjWN+z+/cyHhfutRwcemsa9MGWTc53fQ2bNMld+HUSG7DVJB1qQvibToXb5e7ZXQpG898USmZWxbsyk6W3ucmt24y5rNucusms26gktswFRh3Ub81YIHLjc0fKG+Zsel88WlAN1n6NOAyk8GG3TLrurx0I8VlNp2hrB9Wzm/DsKKfthT2R9tKO0vR9lI2WtNVJOAxp8vt4InPG1KLVofhxffDcOAIt1oEsmRKji/eyomalYKvYi21KhEQARFIOASyvNQc2d99xFchaxpPDp+HI12Gu2eKaTfZt1G0q4HyZdBcBK4aAa1IBEQggRN46qmnwPdeetWcOnUqHnjgAS8oVwREQAQSHAGObVkput65A457Kb6TbXXIXgx9fQNOnzwLREQgU7bU6PhZdRQuewOzSVeJQJ4aBdBk8F0IzpLWrfHf8DP4udNP2D5rk3v/HLcX5W1Dbk8m9Fz6JREQAREQgURF4ILK0qZ78uw9bT/PW7HPHvzGBiybvc/117bLRr3m+fB8n8oXlKOIhE2gQINiuH10W7sd4bR7/hYsfvEHnDwe5s5Tcpt729/bH+ja1JpEIF4JzJ07F02aNHHfqdmxY4d/XS+++CIWLlyIJ554wh9HT+rUqd272vm+9mst1ichSsduQtwqiatOJ06cwO7du5EjRw73DZ7za8/40qVL48iRIzhw4MD5i684XKpUKXecBxaULl06cJ0HDx7Erl27AhfJLwIikCgIGFdLY+hSLqiZCCQ+Anb3tVOiqHfr1q3Bb3GxsuvXrwe/60K/JAIiIAIiIAIiIAIiIAIiIAIicC6BZOcGLxKK/I/QmEjPRZJe6aIUKVIgKCgIp06dchfyoiqvSpUqWLBgAd5++20wfUhIiLvgwosty5cvR506dfDss8+CH9dkfl4InDlzJu6//35Uq1YNzM80HTp0uODjuL169QI/JM0PhbZt29Z96Jk3q3bs2BFMz/I+/fRTV8aIESMYjFYnT57EuHHj0Lx5c5eeH41u1aqVi+OywIy8wMEPmvID1qwj0/Lj06w368+0bA/bRc2bN8+Vy7T8eDVPIPeyda9fvz42bNjA5M5lmPXkB0TZfpbLtnfv3h179uxx6TiLjiEvpHJ5fMjARBbruZHBGDuJM+HWrVvdDdDcz9auXRurRhhj/NRilTEeEufNm9eVypsrnCdyxn2Z+5u3L/N44zHAY+H8/Z5ZeGHms88+w+233+6OE6ann3FcxjSB2rZtG15++WXUrFnTHZ+PPvoofvnll8AkV+xPnjw5eGGWBe3fv5+O/3jiceYiAmY85nisBS7jMcW2/PTTT85W8Vht3LgxJk+e7HLGlpPLFMWMjMiKZXN95EI+f/31lz81t9Gbb77p+H700Ufgur2FvPBEW8P869atc9Fe3enOmDHD2RqW3aBBAzA/1+kSBswYN3ToUP92ZHu5D3BfCFxfdHaMdo0Xx2lfWSztLdfJOjAclfbt2+f6Al44v+eee1zfEVW63Llzu3ply5YNtJVeGm8bR7VfMg37Ij68QHtboUIFRoH7BvdPumQTlY0k0xUrVqBEiRIoW7asyxdfM2MLpqyTYGwD63I1xIdJKlWqhFdffRVRbQevDtz/KPalFNPymHhv3Bm8Oy6SnnUqFkuBpYMyI3nMR0feKhKUy4vKDRs2dPv6okWLzqlbTI9TLxPTX8q+eGk5pujdu7cbg/HYpS3iA0Dn2wAv/fku7Sf7xfPHX54tY10uZWMOHz6M++67z4l+bx3c5l27dnU2kGMiL57uli1b3BiSNpL7CeMuJtqLkSNHgjaT7aTbr18//5gzMK/HhLaTaTkGO38cuHPnTmdjH3nkERw9ejQwu/NzbFi9enUMHjzYhTljHdinsm9ludHZW6ZNSsqVKxfuuusud3P/rFmzzunLLtbOvXv3ur6Ldpz93cXSXq1l4eHh7n+dIkWK+C9mBa47VapULpgmTRrnJthZUHJkXdEfKSoUdVU0xsC8+y3OvDfO/R/HY492l+LxRbmEmomACCRpAt6xTpeiDaA9oDgG27/zOIb1+A1/r7X9Hu2GAZ7oezNqtix0CS5aXOHBimjUtwksNiuD/b/uxfyOM3Hkn8N+u0vOZE72FKl5Lv2SCIiACIiACIiACIiACIiACIiACCRsAqqdCIiACIiACIiACIiACIiACIiACIhA0iegFoqACIiACIiACIiACIiACIiACIiACCR9AmphbAjwnn+KzwJQfC6A+Y2dlSkQhMM/ZMWhKdlw0Ck7DkyhcmD/lBzY92NO7I3Unh9zYc+PubHbatfU3Ng1NQ92Wv0zNS/+mZYXO6y7Y1o+bJ+WH9us/qamF8BWp4LYMr0g/ppeCJupnwpjk1MR/PlTEfzxU1FspGYUw+9OxbFhRnGsn1nCad3MkljrVAprZpbCb7Oo0vh1Vmn8MquM0+pZZbF6dlmsml0OK61WUHPKY/lsqzk3YpnV0jkVsISaWxE/O1XC4rmVsGhuZSyk5lXBAqebEDKPqor586pi3vxqmOt0M+bMtwqpjtnzq2OWdWeG1AA1I6QmZiyoiZ8W1MJ0q2kLaoOaat2pC+vgR6spC+uC+mFhPUymFt2CSVbfL6oPauLiBpjg1BDfLaYaYfziRvj258YY53QrvvmZaoKxPzfB10tuw5hIjV5yO0YvvR2jlt6BkVYjljYFNXxpMwxf1gzDnJrjq2XN8eWyFhhKLW+JL5xaYcjyVhi8ojUGLbdacScGOt2FASvuQv+Vd+PzFVYr26Cf0z34bOU9+HTVvU7/s+4nq+7DJ6vux8dWH62+Hx+tbosPrT5Y/QCo9637/i+gg/dtAAAQAElEQVQP4j2rd395CH2pXx/GO06PoM+vj6D3r4/ibeq3x/CW0+N487fH8cZvT6AXteZJvO70FHqueQo91j7t1H3tM3jN6Vl0W2u17lm8uu45dLV6Zd3zoLqsa4cu69uh8/r26GTVkdrwAjqst9rwIl62emnDS6Be/P1lvODUAe1/74B2v3d0en5jJzzn1BnPbqS64JmNXfD0H6/gKaeuePIPqz+74ok/XsXjf76Kx/7s5vTon6/h0U2v4ZFN3fGw1UNOPfDgJqvNPfGAVdvNr4O6f3Mv3Ef99QbutbrnrzdBtdnyFu52eht3baF6484tvdF6ax+0cnoHLbdSfdFia180//tdNItU07/fQ9Nt7+GObe/jdqcPcNu2D9Bk24dosv1D3Or0ERpv/wiNtn+MhtSOT9DA6X+ov+N/uOWfT1Fvh9U/n6GuUz/U+acfau/8HLX+sdrZHzWdBqDGzgGovmug083WrbZrEKiquwbjpt3UEFTZPQSVd3/hVMm6lfYMRUWrCnu+xI3U3q9Q3mkYyu0dhrJ7h6MMtW8ESjuNRKl9I1Fy3yiUoPaPRnGnMSi23+rA1yhqVeTAWBR2+gaFDlgd/AYFD45DAav8B78Fle/geOQ7NB55D32HPFa5qcMTkOuQ1eGJyGmV4/D3oLIfmYRsTpOR6o6bYawt5eTZV7q0uYyTrh4BjzldbgNPfN6QWrg6HC99eBKHjsFts6w3BGHoWzlRs2Iw9BMBERCB65lAlpeaI/v7j8IZR9upnR4xH0c7D3fPFNN+8n8HivY1UNBPBK4aAa1IBEQgMRDo3LkzXnvtNX9VR48e7T6Q54+QRwREQAQSCAGOaVkVut65A453KX5IeNX8PRja63ecOQ03RM6cIw06f14DRcplhn5Xn0Ce6gVw6+C7EJw1LbhBIk6dxZLOP2HbzD/dewK53ShvW3K7wv4813o1iYAIiIAIJBoC51aUttyTZ+dp83m+in324Dd+x4o5B2z3YE9o2emWVvnxfJ/K5xaiUKIhkL9+Mdzx9YOwG5QT9oT8jcUvTkH4sTB3npLb3tsPvP2CLvQTgXggwPdL8zsx/A4Ev/ngraJhw4bgd1w++eQT5MyZ04v2u4UKFUJCkb9SCcxjjDXYCaxOqk7iInDq1CkcPnw42konT57c/82XaBNdwYLChQtHmTt79uxgP8VxSpQJFCkCIpCACUS4ukWALuWCmolA4iNgd187JYp6BwcHo3Xr1v66Tpgwwe+XRwREQAREQAREQAREQAREQARE4D8CMf/EbeR/hFfj4lnu3LlRpkwZrF+/HvwYKz/8eqn15siRw33cOW3atOAHnps3b44aNWq4j0HzpGrfvn3dB4J58ve2225DixYtwJOu/LD0888/D67jPyzAoUOH0KtXL/dhUX7omR8c5cdV+QFWpmP9+I9n0aJFGYxSXO+HH36IDz74wJ1U5jpZFj/a+t577+Hjjz/2f7CY7ePHZF966SX8/vvvqF27tmsP68GbZkeNGuXq4q2IH6slG15M4kdlySxjxoze4gvcX375BfzwLU+AN2vWDAULFsSMGTPAD/Nu2rTJpY+OoTHGLY+PWYS/0P98/qiYeBJ5mkmTJqFcuXLo2bNnjFvCfSUh0OLF9cWLF7t6B17YYP24Lz/zzDP+fZn7fsqUKcH9vkuXLjh+/LjLx9muXbvw6KOPgnmyZs3qTug0btwYYWFhGD58uGPDY4ZpqXXr1uGJJ54A112+fHlwfz527Bh47KxevZpJ4kSs47Zt25AiRQrkzZv3isocNGgQ5s+fD9qegvbY48Xe2HKKrgIeP7LKkCGDs220U8uWLcMjjzyCOXPmuKxBQUF48sknwW3F/Y42gQtop4YMGYKtW7figQceQOnSpRntFy9kv/XWW8iUKZMr+4YbbsCYMWPQvn177N+/35+O9WD5AwYMcHa3adOmzo7RnnFf4PZlm/0ZrOd8O5YnTx6Xh/bVLgbbQTtL28RwVNpq6717924UK1YMtINRpfHiuN+MHz8e9erV86Lc+lKlSoWPPvoI5BIaGupfdjFPyZIlkT9/fvz222/Ys2fPBUl//fVX7Ny50/VD3C4XJIjDCNoDikV6Lv3Xk9jHFy9eHF9//fU5zfb2Obq8yErRdnG/f/ebM3h3nLF9qy9LxaIpsHRAZiRPFn99nm9N8T83xuDmm292K+JYim1mILbHKdPTPl/Kvnhl0y5MnToVZcuWdbacxzBtNuMXLFjAZJcUxz3nj784XmNdYmJjOBYqVaoUduzY4eyat0L2E3///bcLsq/geMgF7IzhgwcPOmbGXHz7s2/ieGrgwIFgH0Rbx/1r2LBhePvtt93NZ7ZIN7HtDz74ICZPngzun7RnderUAW8WYn/4+eef2/0vAhxjVqlSBZs3b75gPMptR6bsQ71tyv6pQ4cOrk/lvsw6cCzIseyzzz7rbDTr5CqRBGccN9Gusr3crpdqIhl98cUXbmzfrl07pEmT5lJZrsryzJkzY+jQofjyyy/B9gSulNv4u+++A/+vqVWrVuCihOlPngxZVvRHiopF3T4dYTsj8+63OPPuN+6Y4H5M+0t5+6bnJswGqVYiIAJXQsA7vulSPPZpByja5H3/HMNXPX7D1nVHfbfPWKPx5DvVUKtloUuvVikcgfIPVETDvrf5bK6N2f/bHszvOANHdhzy213yJntuA8omc+npSiIgAiIgAiIgAiIgAiIgAiIgAiKQoAmociIgAiIgAiIgAiIgAiIgAiIgAiIgAkmfgFooAiIgAiIgAiIgAiIgAiIgAiIgAiKQ9AmohZck4N3r7yVkmOKzABTjI+yMso4mERABERCByyIQ4Z5hY1bPxtINlLeMrhQ/BMibJdNlH+eJzxtSC1aH48UPwnHwqN1eERHImik5hr6ZHTUqpGY2SQREQASuewKZX2iGHO8/BnZq/P/g1Mj5ONp5mHummHaUzxRTtLOBuu7BCcDVIaC1iIAIJBoCfDcW373kVZjvvurevbsXlCsCIiAC15wAx7KsBF3v3AHHuRQ/JLxy3h580et3nD511r1D54bsqdGpX3UULnMDs0nXiECe6gXQZMjdCM6a1v7LEoF/T57Bkk7TsW3GH+B24/ajvG3K7cuqei79kgiIgAiIQCIgEFBF2nBPnn2nred5Ktr+Qba/Xj7ngO0X3Oks3NKyAJ5/u1JACfImRgL5bimK28c84LYr678nZCuWvDQF4UdD3XlK7gPe/uDtH3SZVhKBuCLA9zfzuy38joBXJt/p/cknn2DmzJlo2LChFy33MgjomL0MaMpyDgG+P5/fMTknMiDAviI8PDwgJm69/J5MVCUynt+ZSZ1a9x9ExUdxIpCwCRhXPQNjXco6mkQgMRIwxu7FJnHU3NbyzjvvtHPfNGHCBHjf9/HFaC4CIiACIiACIiACIiACIiACIkACyTiLkSL/HzTG2H8OY5TjshPxY8yvvPIKbrzxRsybNw9t2rRB3bp18fzzz2P06NHuo8rnXwwoUaIEXnjhBfDj1AULFkSnTp3Aj67yhC8/fsuPWFerVg3jxo1Dr1690KNHD3z77bd4/PHHsW/fPixZsuSc+p44cQIVKlTAiBEjXPr333/f1ePuu+926fih1W7durmPO7uIKGb8MCk/vs0LP/xgNtfJdfMDxWwbP4ztfUB7zZo17iOgBW3dx44diw8++MCtl+tn3KhRo875KCzzsS78sHifPn3AuiRPnjyKWviiFi5ciLvuugssm/Xgx3x5Iy4/qDts2DDwxHd0DJMli/luglj+7O7kchw7dhxfffUV+IFWtokfEe/fvz94g3C/fv0QnRJqPNvhGhbD2VtvvYWSJUti/PjxF8lh3DJjTLwfg25FF5kdPHgQ3EY//PADChcujEaNGsH7/fLLL25f5v40ceJEty9zn+O+99RTT+Hnn38GT9R46VnG1q1bwf2R+yX3Ze7T33//PcqVK4dff/3Vf1InNDTU7Qs8Pt955x1XB6/sli1bugv+XrmX69K27Ny5E++++y7Wrl3rtgvbcrnlMd+pU6fAC8S9rO0ZPHiwa1dsObGc88WbWz777DNs377d2TzaNPKg/aDNyJo1q2O0Z88el5UXpJ955hnH6dNPP8WRI0cwadIkTJkyxV2gvv/++2GMcWm92bx589ClSxcMHz7c2U1ux9atW+O3337zb0faj6FDh2LTpk3gNub27WXbynowPW0Yj+tly5Z5xTr3fDvGhwEefvhh0L4yAW0c94eL8T9w4IC7uTNbtmwIDg5mtlipatWqeOmll3Dy5EnwOKxXrx5atWoF7oOLFy8Gt11UBWbOnNnVk/sK99HANCxr2rRp8NIELosPP7eYgXFFr1+3zu1rQ4YMAZnzOKUdpRKqvbxYvdiHuobFYMY+l/swtx/7fS8Lj2n66fJmIO6vfb85g/e+NTCGAioVT4FlA29APHZ3rMJVFY+JDBkyuOOc+yTbHZvjNLb2Ze7cudhqbflrr70G9t88dmkDuH3Tp0/vxlnkfykItO/nj794bMe07sYY1LPHMdtMO+Wtj3XbsWMHeLGd/sOHD7tF5ELbRF5lypRxcReb8YZCcqVtY/to62gf8+fPj1WrVjl7zPwsl+M9tsfrrzwmzJszZ05wbHbo0CG3H3KsSOazZs1idr9ov9kOjhtpC7kfjxw5EkuXLgX398mTJ4N1oM3iGILsyIpjTH8hSczDbcVtwG0YnY0ObHJISAhok59++mmQYeCyhOjfu3evGxOtWLHC9akcCyXEel5Qp2QGmVf0R8rKxd0+DVj7+u54nOn7jfs/g8c/91/Yn+daryYREIEkRsA7vulSPPbZJ1Ls5/b+cwxf9ViDv9cds1YCTk+/ezNqtiyEmPyU5j8C5R+ogIbv3eYYWouLA7/tRUjHmTi8/ZD7f4/MKW4DbguKuT2XfkkEREAEREAEREAEREAEREAEREAEEiIB1UkEREAEREAEREAEREAEREAEREAERCDpE1ALRUAEREAEREAEREAEREAEREAEREAEkj4BtTDmBHifP8UcdPkcAMWwsTPDmXU1iYAIiIAIXA4B456/Yk7aVtpZT4yT4p8AeXMtdLkNPPF5QypkVThe/CAch49FuG2VPXMQvnwrB2pUiP27Q7geSQREQASSKoEbXmiG7B897m/e6ZEhONrpK/dMMe0pnymmaG8D5c8gjwjEEwEVKwIikLgI8H2FfDerV+vevXu7d0R6YbkiIAIicK0IcAzLddP1zh1wfEvxvX8r5+3BF29sxJnTEUyGLDmD0blfdRQuk8mFNbu2BHLfXABNhrRBmmzpXEUiTp/F0k7T8fdPG917YrkdKW/bcjszoefSL4mACIiACCRsAl7taLs9eXadNp7np9hnD+z1O1bMOwBe4zY2U/1W+fH82xWtT1NSIJDvlmK4Y+xD4LY1xmDvgq1Y8tIUhB0JdecpuS94+4W3n9CFfiJwhQT4Dm5+D4Hftj6tKwAAEABJREFUkvnjjz/8pT355JNYsGABXnzxRX+cPJdPwBge3ZefXzlFIG3atOA79/k+/cBj1SPDeH43ImPGjMiSJYsX7f5v5LcE/BHWc/ToUfetA+uN8cTvUxw/fvyc9Awznt8KyZMnzwXLzomwAX6TxjqaREAEEgwB37lA35jS508wVVNFRCA2BCIiwL/YZLlWabneGjVq4JZbbqEX/D4cvz3mApqJgAiIgAiIgAiIgAiIgAiIgAj4CSTz+y7liTynwRMckd5L5bii5dmzZ3cfL+ZHTG+99Vb3wVZeaPn444/RvHlz3HHHHZgxYwZYn0ut6M8//3T577nnHqRL57spiHmMMfA+9soLxYwLVO3atREUFBQYFSu/d9GRH7nmP6ZeZp5cZruGDRuGHDlyuGi2JSwsDE888QTy5cvn4jjjB7vvuusuevHPP/84lzN+DLd69eowJmYXRQoVKgSW47XHGANetCpbtiz4gdFt27ax2Ksub/sdPHjAfVy8a9eu7kPmL7/8srtw9sILL4Bq3749olCCjXvllVdizXLjxo1o06YN7r33XmzatCmK/L4jj8x8viiSxHHUlClTUKVKlQvUuHFjcP8tXbq0u3mb+6m36tmzZ+PUqVN49tlnwePYi+e+17JlS/Aix5w5c8ALKNznt27dioIFC6JJkybn7M88TgoUKABeuOexxHL+/vtvkBOPzbp16zLKiWU/8sgjyJ07twvHdLZjxw633sA23nTTTc7GTJs2zV0E6ty5M1iXmJYZVToeZ+fXLTacoiqTcdu3b8eqVavAOrdq1eocfjzmyXvLli0uDdNT5NasWTOsWbMG77//Pr744gvHn8cXOTJNoCpXrgxub2N8toZpPNZz587F4cOHsXv3bvz888/gOgPtDMuhPaNd4404P/300zk2O7Z2jOWdr3379p0fFauwMQZ33303fvjhB9DuFC1aFDt37gRPJNL2cF/r1q0bDhw4cEG5DRo0AC/ccV8JvEDI/er3339H1apVwX37goxxHEF74J20XbR4MV577TXQBnXs2BEvvfRSoralo0ePjjWt77//3vXtvXr18ud1dpMnt636fH0a746DPdFtZcOVigVh+cAb7PHjT54kPbE9TmNrXziOor3etWuXs9sexIoVK2L69Ono0qULkiWL2bCTxx1tjVdGbOtepEgRZMuWDatXr3b9EcvhhXbeBHDfffeB4zIe54znsc1+pVy5cu4GAcZdSo8++ug5YzXa9/Lly7t1hYeHu+xHjhwBWVSoUAE333yzi/NmvMGAtpG8KMazPy1o+8Lly5fj4MGDjHL69ddfnU2qVasWUqVKBZYbEhICtpG2OJATy23bti14YwHtsyvgOp9xGwwcONDZ46ZNmyZ4Gqxvu3btwP9dunfvjvvvv9/aJpPg6+2voO1Tb1jRH0GVitkoX+9Eg3u6z9eu//dssV3oJoadRzMREIEkQcA7pulS7OP4fxzFccLef45hWI+1+Hv9MddeWomn370ZNVsUdOEYzJTkPALl21ZEw/dud+NaLjqwZi8WdJqBI9sP+W+EJ39uC24Tiuk8l35JBERABERABERABERABERABERABBIYAVVHBERABERABERABERABERABERABEQg6RNIUi3kNfhLKUk1WI0RAREQAREQAREQAREQAREQAREQgZgRUKrLIBB4jsHLzmcvIjjzIuSKgAiIgAjEkkCE/9krZvRsLf2eGOf55cYtAY8tXT7j5onPG1Ihq8Lx4ocncfgY3HbKljk5vnwrO6rfmDpuK6LSREAERCCJELihXVPk+OgJ1xr2cKdHheBoxy/dM8W0q3ymmKLdDZTLoJkIxA8BlSoCIpAICYwYMcK9Y9GrOt+xyHeiemG5IiACInC1CXDsynXS9c4dcFxL8f2lK+buwZBeG/Hvad/J8iw5g9GlX3UULnMDs0kJhECuavlx6xdtkCZ7Ove+ubOnz2JZ55+w7aeN7mOO3J6Ut425vVl1z6VfEgEREAERSLAEXMVosz159py2neel2GcP6PU7Vsw9YPsBe87fXuSu3yo/nn+rosurWdIhkLdeUdz29UN2O9szlHZ4tmfBVix96QeEHT7h7/O9/cPbX+hCPxG4DALHjx8H381cp04dTJw40V8Cv8syadIkDB482L2f279AnisioGP1ivApsyWQPHly9y0T68Xw4cPP+aYHv9/x5Zdfuvfs89sD/HYA0xUuXBj8Tg2/b+Ltg3T5bn1+M4BpAuW9i//EiROB0c6/du1a910R5mcE+6Px48eD8bQbOXPmZLT7bkGGDBnA7wDwXf8u0s74/QJ+K8p6z5m4Tn5XgTbpnAUKiIAIXDUCxvAbDdRVW6VWJAJxS8DuvnaK2zLjpzR/qa1bt/b7+d0uf0AeERABERABERABERABERABERABRyBmX2Jl0sj/CI2J9DAunsUTmjfeeCN69+4Nfix71qxZ6Nu3r/uQKj/YyosvI0eOdBf8LlaVO++8E8zLj6fyo6orV67Et99+C950yjKiyps+fXrw4+NRLYtpHPOXKVPGfXz7tttuw2OPPQZ+zJgfnfVOALMsnlzmR7p5wrdgwYKMOkf8KDxP+vJCk7fghhtuiNXHzkuVKuU+VO3lp5suXTrwg7Nkwg+OMu5qy8BErtJzI4MxcpJmos2bN2PTpk3RNs4Y46cWbaI4WpA/f37w5ArVokULePsn9+sxY8aAF0yYxltdaGgoWH+Gv//+e/Tp0+ccDRw4EOHh4di9e7e7+BIcHOyWjxs3DpkyZQL3w5CQEAwaNAiPPPIIpk2bxqL84vKjR4+6/ZYXc/wLrCdr1qyxvuDKMnjRJU+ePAjULbfcgh49eoAXZ3iM2OKvaCpevDi4Lq+Q2HLy8p3vbt++Hfv378eOHTvw4YcfOpaBzHkBiXnWrVtHx4n1eOqpp8A6TZ8+HeTZrl075MqVyy0/f1alShWkSpXqnGiP9b59+7B3717QZTlR2Rlm5P7CC2rcfrR3jKNia8eY53zlzZv3/KjLCmfMmBFt27YF9+tFixaB++TDDz+MLFmygPb32WefdftnYOFcd8mSJfH777+7beAtY391+PBh0GaTtxcfX66xBVPWuWq2getK6KId3bp1qxsjsM+leNHVqzeZWXMKuBmS3I/tpbyGxfY4ja19qVatmhtnDBgwAI0aNULXrl3d2Cu2F6ajGn/Ftu606+XKlcMff/zh7BNvCly2bBnYX3EsSJv222+/OTQ8fv/55x9UrVr1HDvtFkYxS5EihbMLUSwC23ro0CG3KHPmzOCDTZ9//rkLb9u2zY1lP/74Y9e/cSzqFkTO2Aey72E61onRp06dcvYnd+7cYL0ZRzu6Z88eZ7v79et3gd2fMmWKa8eff/4J5meepCYex9Sl2sUbQYcMGYJjx47h+eefv6Avu1T+q72cN6J88MEH4P741ltvoVmzZtY80VJd7ZrEwfpctd3MXxi3GW2SJ/8CeURABJIEAR7bbAhdisc8+1+K9njvjmMY1nMd/t5wDM462Nmz792MGs0LMFsMpWRRESjXtgIavX+7f9GBNXuxoNNMHN520L2wg9uA4jbhtqGY2HPpl0RABERABERABERABERABERABEQg4RBQTURABERABERABERABERABERABERABJI+gaTRQl53p9gauhSvzXtimApcTr8kAiIgAiIgAiIgAiIgAiIgAiIgAtcHAbXySgl45xVYjuFMEgEREAERuEwCxvc8m81N20pZr3v/AF0p/ggEsvbOndPl84bU/JXheOHDkzhyPAJ83UOOzMnx5ZvZUb186virlEoWAREQgSRAIFO7psj20RNgD0edGb0Axzp+6Z4ppn3lM8UU7XCgkkDT1YQESUCVEgERSKwE+JG8unXr+qv/xBNP4LvvvvOH5REBERCBq0WAY1auiy7PG1Acz1L8kPDyuXsw5I0/8O+/EbCDYGTNlQZd+lVHodKZoF/CI5Cran7c+sU9SJsjPYwxiDhzFss6Tce26Rv9HwTmtuV2prjd2QrPpV8SAREQARFIiATgrqvQXlO04RRtOs9Hsc/u//rvWDHvIGwHAAOg4Z0F8PxbFa1PU1IkkPeWorj9m4dhu3srg32LtmHpSz8g/Eiov8/nPkJxn/GUFFmoTfFH4Ouvv3bv4ua3abz3a/Od5QwvXLgQzZs3j7+VX6clG2Ou05ar2XFJgN/k4LdsVq9ejVatWrnvQPXq1cv5+c2asmXL4oEHHnD9B9fLd+7z2yVfffUV+D0QvpP9nnvuAd/hz+8LME2gChYsCH67iu/lZ9qNGzf6F/ObS3wXvVcOv+3EdEWLFsXjjz/u3tnPxIULF0bFihWxZs0a3HfffWD9nnvuOTz00EPu+wq0NUznid9j4fej+L2a119/HYsXL/YWyRUBEbhKBCIQYddEWUeTCCRGAnb3tVMiqPl/VeT36fj9LsZw/D1//nx6JREQAREQAREQAREQAREQAREQgUgCySLdSzuR/xHygtmlE8dPCn4ctWHDhuAJU55EZZgnPPkx1IutkReDR48ejQYNGqBx48Z4+umn8e6772Lp0qXIly9flFmNMf4TwFEmiEFkmjRp0LdvX9x///3uxC4/NsuTxrw4dMcdd7iPupInxQuSPDnMD8bGoGh3gpknmWOSlml4Qpnu+cqePTu4bjI6f9nVCEfuVnZVEeAH33kSnB8nf+aZZ8APbvOkNz/aGqWefx4JNZ7tsI2K1RQUFIR33nkHy5cvR5MmTaLNy5OM/3GLNlmcLChfvjy6devm1KNHD4wbNw7t2rXDhg0b3EWJ3bt3R7ke3nwxZ84cTJgw4RxNnjwZ+/btAy+ahoeHu7wHDhxw5deuXRvNmjVDhw4dwOP74MGD4IUNlyhytmPHjkjfhU7KlCnhnQS6cGnUMbly5cKwYcPAm9ED9f7774MXidKmTRt1xljGcttGlSU2nKLK78Vt27btHM4e959//tklOX78uHO92Q033ID69eu7YI4cOcALUC4QxaygvaB1frTHmraDN9wcPXoUYWFh5yfzh1OlSoUUKVL4w56HNozywpfj0mYGBwe7/epidYhN2dxetJnt27fHxIkT0bJlS/z111/44YcfzimG7WratCkOHz6MRYsWuWVkvWTJEhQqVAhVqlRxcfE9oz2guB66jz76KPhAhWdLaUephGovL1Yvbz9l22IqXpjl8Txy5EhEtf92vgvodOe/7nINZys3nsZNTx9EBOHFdCWJIB3t87Fjx8AL2DxGLvc4jal9KVGiBAYOHIjKlSuDx8GsWbPQtWtXZ2vYJ7KcmGAzxlww/opt3ZMnT46qVas6u7B582YcOXIEf/zxB4oXL+7sXd68ebF+/XrQfi1btgyZMmXCjTfeGJPqgSzPvwjvZaRNDBxPsc1se7169cALFa+88gp4AxHTRNVfsR9k+WTHseH27duxbt06sC+mrfbWQ5d9KftUz957LuJb9IUAABAASURBVPte9i3sY7kepr0SsU0UbTUVm7LYBi8v7Wps8l4s7f79+8F9m2NYjrWjSztjxgxMnToVtOW06dGluxrxMWGxc+dOt7257/Lmk6tRrzhfhzWkBys/i9Mr/rBF+4zqv51aAzS8NkaTCIhA0iRAG8eW0aVo+9nHUuyL9u44hi97rsXWdUfBsRetw7Pv3YwazQowW8yllNESKHt/BTR8/w7idYwP/LYHCzvOwKG/D7oXdnBbUNw23EYUC/Nc+iUREAEREAEREAEREAEREAEREAERSBAEVAkREAEREAEREAEREAEREAEREAEREIGkTyAJtNC73k7XuxZP93wFLmezGaYriYAIiIAIiIAIiIAIiIAIiIAIiECSJ6AGxikBPocRpwWqMBEQARG4rghE+J65iqLNOmcbBZQ4ivLY0g08d87nDal5K8LR/oNwHDkW4d7xkD1zcnz1ZnZUL586jmqgYkRABEQgaRO4oV1TZPv4CdvH0Y5G4PSoEBx7eah7pph2ls8UU7TDgUraVNS6a0JAKxUBEUjUBPiOtgoVKvjbwA9iLViwwB+WRwREQATimwDHqlwHXe/8AcexFN+jt3zuHgx54w/8++9Z9z6drDmD0eWzaihUKiOzSQmUQM6b8qHxF/cgOHs6e94nAmfPnMWyTtPw97Tf/R8E5jb2tjm3P5viufRLIiACIiACCYtARESEs+m01Z79pi3neSj22f1f34iV8w+6/tomRMM7C+C5N/77XyNhtUa1iSsCeesVRZOxD9vt7ts/9i36G0tfnIzww6H+Pt/bX7jveIJ+InAJAvyGS9u2bd03XX799Vd/an7jhR8e5bcyYvt+bH8h8lyUAI/TiybQQhGIAQG+g75Lly7o3bs3+A2AkJAQ9354fsuD8YMGDQLfKe8VxXfGf/7556hZsyb4HYEpU6aA7/5nuqjez87zmfx2zOHDh913Zfjufq8svtv/o/+zdx6AURRtGH4HVHrvPRRROkpHepfeq4AUaUIogigoBFD8LRQFRRAUEEEBQxNQBJRepEPoJYTeAoQUUiD/vHO3xwVCCCFALvku++7Mzs7MfvPM7Oxm24wfj+DgYLOOYxp07tzZjHfDsWiseLRl9OjR4Dqez3CbHPvmvffeA6WUsqIalzayX2Lc5cuXY/PmzSZcZkJACDwLArb9UUHpjVHakUkIuCIBfWxxtRacPXt2M7aOhfv333+3vOIKASEgBISAEBACQuD5ExALhIAQEAJxgECiaNtg/49QKWUucUQ7XQwijhs3DtWqVcOePXsemrpYsWIoX748/P39cfPmzYfG44rffvsNX3/9NXiBlRdVly1bBl70pXr27MkoT00pUqTAoEGD8O+//2LBggVwd3dH4cKFwcFLR40ahe3bt0MpBd40Yll8ffUNa8T+z8fHJ9JMGf7iiy8iadLn8yKcLrqxK08eN3zyySf4/PPPwfqfOHEivvnmG0yaNMlo8uTJcCV98cUXplzRnbVr1w5Hjx7F0KFDo0iizDoF/hnvM5+xnb711lto2rSpsZd1xnZ7vyEcqJgPd+/YsQORae3atShUqBACAwPh4eEBDnZcu3ZtfPfdd+CAvVu3bgUHNi5TpkyErHnDJkKA0wIf/uCAx05Bcd4bXU6PKkjXrl0j5WyxJ2PnPHhTau7cueDAyRcuXMD06dPNS1zOcSw/bzxZfssNCgoCB59+6aWXTN+ROnVqcNBqa/39Lm948aGc+8NjY9nNzc3cyDt27Bg4eHJUeW7ZsgV8yWDmzJnmYZDjx4+jcePG+OCDD8D2E1la3oxr3ry5uekXWf6lS5dG3rx5TR/PfYEPCRw6dAg1a9ZE+vTpI8sy1sOUzlHpfkE76PHOOxg7dizYB/FmI499rtyX8sYmyxVdjRkzBqwD1uvD0iilMKjZXQxsGgJov56w6/gdlOt9HXfvIl78+MAE938WpmTJkrqYCjHdTx+nf+HNaN4c54s87M95bMuYMSP4wAz3s5ie48TE9hIlSiBt2rQ4cOAAeK5z7do1cGB15lWgQAEcOXLE3NTfuXMn8ufPb84RySu2dPnyZQwZMgSHDx9Gq1atMGvWLFjHtzlz5oA23L8t8itatCh2795t+ljaduvWLdSvXx+JEyeOEL1WrVrYtm3bQ/v+KVOmmD4+QiKnBfbZmTJlMufR169fd1oT0cvzVdrA45XzuaJ1PCbbiCnuLfFYcfHiRaRMmRLp0qW7t+IJfaxT2lSwYMEoy8hzbD4YMWLECLCvttSxY0fwAQw+XMGw+4+Rj2tebLHgOUxISAjSpEkDHl8f147nHv9uOHxL90HY7uOmzwEUQgY1w91BzaGUgvyEgBCInwR4zsGS0aX4oDXPqyn2wZfO3MKPI7zgc8gfYFeg9e5X5VGxYW7IL3YJFG1fErW/agCL87UDV7Bp8CrcOO1r/tdjnVCsI9YVBf2zXO2VSQgIASEgBISAEIglApKNEBACQkAICAEhIASEgBAQAkJACAgBIRD/CUgJhYAQEAJCQAgIgYRLwLrPTtcS78db2rfihHkm2Vq24tAlNculXyQEhIAQEAJCQAjEbQJinRAQAkJACAgBISAEngcBXjuwxO0rPaO0I5MQEAJCQAjEiIAyr1sxKftXZ5d+UewTcObMd9koXjPn+4bUvztvw318CPwCFaAUsmV8ATNHZ0b54knxPH6yTSEgBISAqxJI+25DZJrYQ3elSgsIm7sB/oNmmHeK2d+y76XYLzvLVcsrdgsBISAEhEDsE+A3jvh9Vn4/j7nz3N36tiSXRUJACAiBp0mA56jMny77H4rnrxS/Wbp97SVMG3UUd++EQ5/xImP25Bg6uTzyFkrLZI8tSfBsCWQtkwt1prdBiiypTP2F63rcMeRP+Kw8bL4By3qmWO8U2wEttFz6RUJACAgBIRA3CLBvtsQ+m2IfzutPISGh+HbkEexY56uN1UdsBdRp5YY+o0roZZkSAoGc1QrgzfldoJSufChc3XwG2/ovQdD1AMcxn22GstoRXchPCERCgH0Lv6lftWpVcNwEK0rx4sXN8i+//AL6rXBxY5+AUtyXYz9fyTHhEeA4Nhxvhvsyv5/Pb8QvWrTIjA3C8T7uJ8Jv8k+YMAGbNm0y39ufMWMGXnnlFXTq1Alr19rGsrHScEyV4cOHm7gcf6F58+bWKiilwDFteM2T6zgWQL9+/cBxohyR7B6GcR3jMC7Hw2nWrBmKFClitslt26PihRdeQJcuXcy4Vow7ePBgyE8ICIFnRSDcbMh2DmnzmwCZCQFXIxAeDldswc7HWU9PTzO2i6uhF3uFgBAQAkJACAiB+ElASiUEhIAQiAsEEkXbCPt/hLzAYfdGO+njRrQGJOUFT97QjSx9SEgIbty4AV7IvX9QVOf4gYGB2LhxI9KmTYsxY8aYQVSzZcvmGDDU29vbOXqs+pcsWYI6depg5cqVxk4+5MqLtrNnzwYv0AYHB+PIkSPgIKxcx8FIOVDq/UZs3rwZNWvWxPTp0+9fFe3lkydPmkFenRP4+/uD4enTp0eOHDmcVz0zP9uTbWNPu1XZthLX5ryYzxsPvBHBNhC1fTZGZGbzRR37aa3lzYZevXqBA+/y5snPP/8M2sTtsS1z/7py5Qq8vLwYFEHnz58Hb2L06NHD7L+nT5828cqXL4+PP/4YZcuWBdsjt8F999KlSxHSM+/UqVObAY+5/zivvHnzJk6dOuUc9NT8HKSXN4WdN8C+hPuwc9jD/I/L6WH5sK+0eHB/vj/etGnTTN/BvshaR07jxo0zi19//TXefPNNcBBk3mgygffNDh48aD5E6RzMwaLPnDmDrFmzIkOGDLDsOHToEHx9+eCNc2yYOmabYP2x7BHXPtkS+/bq1aub7bKcVlu8P1e2l4ULF5o+jzfpXnzxRZAdjx+8AUjb709jLfNYwzpnu7TCLJeDWpcqVQonTpww4vEmVapUhrsV52m77A+sy7b0P+3txcX8W7ZsaY6nH3300QPm8carJZ4z0E93QJMwuDcK0v2XTqIvfO86Goqyva7hzl3Xp8j9dvXq1WbfLFmypC4gjJ9tnm09OvuptV/zpvKj+hfuHxxknfVw7tw5M3g5+/P33nsPPMZVrFgRPL+5v083hkVjZtkSXduZJfub/PnzY//+/eB5FPueXLlycRW4z3Jg+w0bNuDs2bOoUKGC47zQRIiF2eHDh02f0KRJE3POV6RIEXN8Y9sjT/K4fzN8AIF9MhmyL/nnn3+QO3duvPrqq46o7HP58hTrODKe7Mv5sNKkSZMcaSLzcD8oUKAA+CAct/WwvvPAgQO4desWyJJ9p5UX+bI9kW9k7YnxLly4AB4bs2TJAsZn2JOKebIvJ6vKlStHmd1rr70G3hy6XzVq1ACPAWTLdYwXZUaPWMmyxQaLQoUKmQc8PDw8HrHFOLj6zl1cK9UbobuP6z413Oj2gEYI69/Y/A/E9sa2T9dSHCyFmCQEhMBjErCOHXQpHlP4PxLF6ziXztzCjyO8cPrQLZ2zPr/SU9+vyqNCg9x6WaanQaBIu5KoNa4RbE90hMP3wGVsGPQnbpz2NR/sYN1QrCvWGUU7LJd+kRAQAkJACAgBIfDEBCQDISAEhIAQEAJCQAgIASEgBISAEBACQiD+E5ASCgEhIASEgBAQAgmUgHV/nS7vvVO8D0/xWYm9y09g/sB/sW/58Qfu0zMu0xGd5dIvEgJCQAgIASEgBOIsATFMCAgBISAEhIAQEAJxgkC4toLSjkxCQAgIASEQIwLhtlet7Gnl+qwdxFNyLL50eV2c4jV0ioP3/bPjNvp+FQy/AH1001PWDInx06iMKFcsyVOy6JHZSgQhIASEgEsTSNunATJ93QPhuk/ly8Vhv6zHrQHTzb1K3r9k/0uxX3aWSxdajBcCQkAICIFYJcDvSM6aNct8F4sZ8ztS/P5VdL+lyDQiISAEhMDjEuC5KdPQ5bUDiuetPIfl9YNtay5i2uhjuHvHnOgiU/Zk+GByObi9mobJYiJJ8xwIZC2TC3VmtEXyrKnM1sPv3MV/g1fi9IpDYD2zvlnvrH+K7YERLZd+kRAQAkJACDxfAuyTLbGvpth3sw8PCQnF5BGHsWMdv0HOY3Y4arfIjd4jiz9fo2Xrz5xAjqr5Ue+3znq74fqeXDiubvbB9v5LEOQbYI75bDNsO5TVnujqBDIJAQcBjinAb0wPHz7cjFlhrRg2bJgZW6Zdu3ZWkLhPkYDsm08RrmT9rAjIdoSAEIh3BJQpEcc0AGx+yE8IuCIB3Xz15HKWN2zYECVKlDB2c+wcT09P45eZEBACQkAICAEhIASeMwHZvBAQAkIgThBIFG0r7P8R2i5wRDtVjCJWr14dWbNmxR9//IFx48aBD4Q6Z3Tz5k1MnDgRW7duNf/w5cmTx6zmwJJUUFCQeRHBBNpnDLt+/bp9yebs27cPc+bMsS1Ec/7CCy+YgSw5eOujkuTNmxfBwcGM51skAAAQAElEQVRYtGgRnB9m5Q3HK1eumHxYTuZTs2ZNJEuWDJMnT8aFCxcYZMTt/PLLL7h9+zaKFStmwmIy4wCu/IfYuolCGziAKsMrVKhgeDNf8qPIizfUGfY0pRwXy9TT3EyczHvUqFEg/6ZNmz6WfdwHnzet9OnTo3///uAAvL/++iv27NljykDb6tatawbWnT59Os6cOWPCOWN7mjlzpgnjYMYcwJjh1I0bN8A2Rz/F9jl//nzs3LmTiw7ly5cPHKiX4Rzk2GrPzJvt+dSpU464T8NjDbzMejt//rxjE9euXcOCBQscy4/yxJTT/flaPGgPy09uVhwvLy8w7KWXXnL0HeQ1Y8YMcMDmTp06oWTJkujSpQsyZ84MDhZ98uRJ3P/jANTr1q1zBLNP+/HHH8HycxBlDnrMfoz9CPlzm6wPKwHbANsCB1tm22DZrXUPc9nPcl1AQACdR4r7EAenZlucNm2a6XedEzGfzz77DBs2bDAsaAfXZ8qUCXXq1DH9M2/wb9myJcKxgzy3bduGzz//3PTXtWvXZrIIYnnq1atnwnjMYttk+86ZM6cJexYz9gcUt2W59CcE8QUS9hXc/+h3LjPrxlqm31LixIlBsZ31bxKG/o2DbNE0vL3Hw1C+ly/u3LUFudrcarN8QIXnTm3atAHPRViOx91PH6d/SZo0Kdjmvb298eeff4J2cJtUYGCg2cdSpkwJ536f66Krx7Wd+XKweh4vOFD+smXLDAcORM91bm5u5jg1Ux+TeM7DvpDhT0NXr14FHzgDbLmzD2U/xb7RFhJxzhsZLO/cuXNx5MgR8PyQx1wrFvstPpTEPph9MfOz1vH8kf0t++CyZctawQ91K1WqBObHB53mzZv3QP/H/v/77783x3pu0zkjq32cOHHC9JFsb87rfXx8MGbMGHMOX6ZMmRjXvZUnj1/Hjh3D0KFDwWMV+/FSpUpZqyN1mzRpAu4L94vHPZ5zFy9e3KxnvEgziGbgs2YRTbOeXbSwO7hW+l2E7rWdQ7CvvT2gMcLcG4P9LPtbiuGWLOO4bPnFFQJCwLUIsF+mxXQpHvt5vKN4HLp0xh8zRnjB54g/o2kp9B1XDuXr59J+mZ4mgSJtS6DW+Ib6Sos+udUbunHwKja99xdunvY1x3rWEcU6Y91ROhosl36REBACQkAICAEh8CQEJK0QEAJCQAgIASEgBISAEBACQkAICAEhEP8JSAmFgBAQAkJACAiBhEjAuq9Ol/fcKd5/53MS/Bjtnj+OY+GQDeajdb8PXo99y4+bD9ZxPeMxPsX05Ge59IuEgBAQAkJACAiBuEhAbBICQkAICAEhIASEQNwgwDcDqLhhjVghBISAEHBFAgrKFc12QZut6950eT2c4vVxitfR/9kRjL7jQnArkDWikD3TC5g1OhPKFUv6HEv76E3Pnj0bpUuXjlRVqlRBjx49zMAjLO+jc4s6BvPgtxr4zZKoYz6ftY9j36FDh8Dv0Xh4eDwVY5kv8+d2nsoG4kCmly5dAtsfv9fxPM0hY7Imc8uO9evXm32C9llhruiSbe/evcFvFvG7IK5YBtqcpncDZJrUS3tt/eudeRsQMGC6eafYulfJvpj7MPtoSzqBTEJACAgBISAEDAF+V+qHH34w32RjAL/txOM//SIhIASEQGwT4Pko86TLc1SK56s8d6W2rbmEH8YcR/idcPD7ZJmyJ8cHk8vD7ZU0TBZDSbLnRSBL6VyoM6MtUmRNpU3Q/7PcDcfOIX/i9PKDEf5nYTug2C50RPkOEiGIhIAQEALPmQD7ZEvsoynrmB0SHIJvRx7Brg03oHt3balCnZZ50MfDNiigDpApgRHIUbUA3lzQVbcH3SKUwrWtZ/HfgCUIuubveKeCbYgKDw83x3q6kF+CJ3D8+HF0794dvE7PcQEsIPxO9ObNm/Hpp58iVSqeS1prxH2aBJTS+/DT3IDkLQSeOgHZgBAQAvGPQLgpkj6D1K7Nrz0yCQHXI6Cbr55cz25tcfPmzfXcNnG8Q5tP5kJACAgBISAEhIAQeJ4EZNtCQAgIgbhBIFG0zbD/R/gsbo7lypULI0eORIYMGbBgwQLUqVPHiDde6tevj9q1a5vwAgUKYPDgwWZgUpaDg3lmy5YNBw8exMcff4yff/7ZDDzJAU45QGr//v1N/LFjx6JTp07m5k6KFCnw4osvmsFEmcejlDFjRqROnRoLFy40NvJG0MPSFClSBG+++SZ27doF2s4BSDkYatu2bTFr1ixwQNSKFSua5CVLlkS3bt3g7e2N9u3bmwFJ+fJL69at8d9//6FRo0Z41ECnJqOHzFKmTAk+YNu5c2czICvznTx5MsiQ2+XAnEwaGUPeHOW6pyF7s9JZ3/PphXg9tWjRAnzBacSIETEqJ/fBuECLgwuzLAEBAfjmm29w8+ZNUx6+vNi1a1fTltnWuY9a7Z4XZQoWLIh27dpBKYU8efKA+wn3WbZ7tnmqYcOGpr1mz54dfn5+uHLlisk7SZIk4MtT3A+Zp9WeuZ1Zep9iOzcRn9KMAyXzYfWLFy+aPoT79JAhQ9CsWTPzEKHzIM2PMuFxOD0sL/Jgv5YzZ05wf+Z+TS5kzhdFWSdvvfUW8ubNa7LYsGEDfv/9d9OXtGzZ0tQB+9s+ffrg2rVrmDBhAviCmolsn7GPHD58uOHOumFZFy9ejDfeeAPWBTf2H+xH2J9wYGuGMy7tYN2wX6Nt0e3D3NzckChRIlMmloeDYNvNidTJnDkz/ve//5lysp/jMYL1wr7+3XffNf3wH3/8Yfq70aNHOwaiVkqBbahx48bgwNn9+vVD1apVwWX22dWqVQPTs77JiG0+MgNeeeUVcNDuZcuW4fTp02D7Zd1EFvdphLE/oJi35dIf3/XRRx+ZAdJbtWoVZVGVUma9Usq0K7ZXDkpN8fjfr3EY3BsHARqenrDneBjK97yGsDuI0z/2eWynlthu2T+xzbI9s3+2+loWhOV+nP2Ubfhx+hc+LJM/f35MmTIF3N+577KPbNOmjTkvY5/DczTa8rh6XNut/LnP8hyGx5BixYohefLkZlWOHDmQO3duBAUFmX7DTfc5ZkUszl599VWQx9q1a8F+cMyYMebcrl69emAY+y3n45u1aTLieSv7TT7gWL58eWuVcZVS6NKlizmHZF/MPpn9LVnzOMp00T1n5LGBeTHj8ePHO/o/qy2xH+UxPrL+j+2DxxmyXLNmDVgunqOzPdasWdMcHw4cOGCOFYynlG0/5LYeJfJhPs5i38z2zPMFnjsPGDDAnOM/Kq9nsT62WFgvuvM85/5j8bMoR0y2ER4ahiul30Xo3hM6OXtQILB/Q4T1a2j+v2I/S3Ef5nFdKVs7UMrm6kQyCQEh4IIE+P8ozaZL8VjLYxbFF+ku+tzC9BFeOH34FrieJ1l9x5VDhfq5mUz0DAgUblsSNcc3NFtiHfgeuIwNA1fihrcvWEesK4p1x/UUI1su/SIhIASEgBAQAkIghgQkmRAQAkJACAgBISAEhIAQEAJCQAgIASEQ/wlICYWAEBACQkAICIEER8C6n06X99op3nfnPXgOWrRvxUksHrYVfCpKca4UlnywGfuXnzD36RmP8ZmOYj6EaLn0i4SAEBACQkAICIE4RkDMEQJCQAgIASEgBIRAHCHAN7aoOGKOmCEEhIAQcEECtk9Au6DhLmWydb2bLq+DU7wuTvE6+todweg7LgS3Am3Fyp4pMWaOzoiyRZPYAp7X/DG2myZNGvC9emcxOb8nxffe+b7/k74f/uuvv4Lf0OD7/cw7rimu2xfXeD2JPb6+vuYbP86D3TxJfpI2/hNI06s+Mk3upQuq/3sID0fY3PUIGPCDY3At9sfsmyn21ZZ0ApmEgBAQAkJACBgC/GYgv91nFvRs586dqFWrlvbJJASEgBCIPQI8D2VudHluSvFclc/XUVtXX8LUUcdw947tek6m7Mnw4eRyyFMwNZPFXJLyuRLIXConav/YDsmzpIT+dwXhd+5ix+CV8Fl+UJ6vfK41IxsXAkJACDycAI/Vlni8pqxjdvDtEEwaeRQ71l/XGehrUXpet1Vu9BlZXPtkSsgEslfJj3oL3rYjCMfVLWfw34AlCLx6y3HMZ1uirPZF155AnARIgOMgVKlSBTNmzHCUnt/x5vUJfm+7QoUKjnDxPBsCsk8+G86yladIQLIWAkIgHhJQpkyK7+wamUWZCQHXI6DYipXr2a0t5nhH2jETx+Lat2+f8ctMCAgBISAEhIAQEALPjYBsWAgIASEQRwgkirYd9v8HlVLP5PJGmTJlsHDhQri7u4MDlPIFpXPnzuHatWsoUKAAhg4dip9++gkcKNUqQ7JkyfD222+bl6Y2bdqEFStWgC9ItWnTBoMHD0aGDBnw77//YsmSJWZQSg52+v333yNr1qzw8fGBv7+/ldVD3Xz58qFDhw7mxuHy5cuxefPmh8blYJfc7vvvv4+0adNi9erVZtu3b99G37598cUXXyBlypQmvVIKHTt2BG3KlSsXOJgq7ef6Tz/9FMyDA2iayDGYVa5c2eQdHBxsbOCgs507dwZvaD2KIR+Ii8Emo5VEF9seT9nd+Ouw3f7222+mXb/66qsxKKiNkVLqmeyDjzJQKWX2t4IFC2L//v2YO3cueJOO7b5r167gvlWkSBHwhTLuc5G1ueTJk8PDwwMcwJj73x9//GEGRi5fvrzJb9CgQeCAsYcPH3aYQ47Tpk0DBwb29vYGL/QwzpgxY8B27oj4FDxKKbz77rtmf0yVKhVWrVqFvXv34q233sJnn30Glie6m30cTlHlmTt3bvz888/g/sz+jqw3bNgAtrEpU6aAA0IrpXDhwgVMnjzZDJjcq1cvR9/DvOvUqWMett+2bZtpn6xHhlMccJl1dPr0abB+2A+xP3LuvxiP/Qj7E9rBPoNxWfdsA2wL7MuZlnEfpZIlS5r6vXHjhumvvLy8HpXEHCdmz55tjg3sQ9k3e3p6YseOHciZMydGjRpljhlc55wZ6+zjjz/Gjz/+CN70T5EiBc6fPw8eb1588UXUrVsX8+bNM/2+Uso5qcPPwZ85YDfLnSdPHpQuXdqx7ll4aJWy9wrqWWzwOW+jcePG4MVd7vOPMkUpGxGllOlL2Fdw32NbZP1a6tsoDO6NAzVFpQXsPRGGCr2uITQsHHH1d/PmTdNO2VYpttukSZOadsx9kedJbJvO9j/ufhrd/oXb4ID23333nenPr1+/bvZdnstwn+O5DftJpRSjxkiPazs34ubmZvZ/1nvRokUZZMT+m+dzXChbtixSp479h/vJ48svvzTHJfa/7JvZH/HYNX/+fLRt29acd545c4ZmOKSUAvsTts0SJUrglVdecayzPOnSpcPEiRPNsYh1zPNFnmNmypQJj3POqJRC69atzfGW+5XV/1lt6VH9H23jsZ/9O9sKz9HZFnmeW7x4cXOeyweqeC5r2R4dl8cy5uMspnv99dfNmw4c5QAAEABJREFUuSzb09OoM24jpnpaLGJqz7NIFx4Shqtl+iJs/ylAtyUFhaCBjXGnb0PzfxbbMMX+lv0u90NKKQX+lLK59IuEgBBwHQLW/wl0KT5EzYfyKZ4LX/C5hekjvHDmyC3dKygj9/EVUOHNXK5TyHhiaeG2JVFrYmMopQA93Th0FZvf+xM3Tl0z17NYZxTrkHVJQf8sV3tlEgJCQAgIASEgBGJAQJIIASEgBISAEBACQkAICAEhIASEgBAQAvGfgJRQCAgBISAEhIAQSFgErPvodHmPneL9doqDFu1bcQqLh20D+GVajSZH0Yw2v17+Y9hm7F9+wgyswfgU01PMT0fXyeLuc6q0TyQEhIAQEAJCIKESkHILASEgBISAEBACQiCuEFDaEL4WoB2ZhIAQEAJCIEYEFF+tilFKSRQ9As7Xu3n9m+L1cIrX0df8F4x+48PgH6TrQh/UcmRKjJmjMqJskSTR28BTjPU4WfM7KvxegLPWrVtnvmGSI0cO830rflfF4vE4eVtx+Y6m5Y+Lbly3Ly4yi6lN3I+omKaXdAmTQOqe9ZHx2z6A7mupO/M2IGjAdHOvkvsv+2W2K4p9lSXITwgIASEgBISAnUCXLl3Ab0XZF813UFu2bGktiisEhIAQeCICPP9kBnR5TkrxHJXnqtSW1RcxbcxxmKfp9Dlt5hzJ8eHkcshT8Mm/D8jtip4vgcyv50SdmR2QIpuuT12/Slf0zsF/4vQfB813kNgG2B7YLii2E1psufSLhIAQEAJC4NkQYN9riX0yxT6afXVwcAgmeRzFro03ePlJG6RQr3Ue9BlRXPtlEgJA9ioF8ObCrgB4Twi4tu0sdgxYioArfo5jPtsUZbUzy4X8EgwBjudQs2ZNcNyJCxcuOMo9YMAAbNy4Ed27d3eEiefZElBKPdsNytaEQCwRKFSokBnXxsPDI5ZylGyEgBCIOwT0RSRtDM8ZYbtyqJdkEgIuSCA8XLdgW3t2Nes51ljTpk0dZnP8L8eCeISAEBACQkAICAEh8BwIyCaFgBAQAnGFQKJoG2L/f5AXOOzeaCeNaUQORNqpUycsWLAAmzZtAgdO3bZtmxmotFWrVuCgp/fnXaZMGSxatMjEnTdvHtKmTQsOPMkBTpcuXWrCmceMGTPMAKtZsmQx8X/88UdYA5TyIu3atWvBi7b358+8+JDq+vXrTV6DBw++P0qEZcbntmnT9u3bTRrawXKxfM6RlbIN+jp79mzQRsbnILG1a9cGB8xk3OTJk2PKlClYvHgxMmbMyKAIepjtSimQzW+//WZs4I2ufv364X4bmBnj0V7yJsOXXnqJwU9FbE+2jJ9Vq7Jt7VnPhw0bhmPHjpmBdmO+bRsjMrP5Yp7To1JWqVLFtBO2p6jipk+f3uyPbCu9e/eGUrabdEopcKDeadOmOfbdh7W5DBkyYPjw4bD2KbojRoxAnjx5QDu4H/To0QPOP+63Vhqu535So0YNjBo1Cg/bN5zTc99hPIp+53WP8rPf4T7N/ZjlZrloH1/KZH7OzGg/43B/jyxfpaLPKbL0Vhj3Y+7PHASa22P/wT6OdaCUrU6yZcsGcuJLpK+99pqV1Ljsp8aOHQuypK1K2dJwJQft5SDQVt4sN8tPDlzvrPvtYL/NNuBsB+M/qh/jetYv07M8zZs3Z7JHijbx2PDLL7842h1ZcIDqBg0aRHrMYKZKKRQtWtQMLM365DapNWvWmMG08+XLx2hRikyYhn0s94soI8fyynCdHy/bakdfvOU8fsrNzQ1z5swBX4ouVqzYYxVSKWX6Jx5LKbZrtnsOTs1jHPVuozvo1zjQxlBfCN97PBQVe11DSCgJP9bmnmpk7qNsa5GJbZaDo3PgeJYzMkOiu59aae+Pz33q/v7Fimv157SD9llxOaD9w+yx0tJl//mw8y+uv98W9hGR9TGMS6XV54A8j2Hfxv6YYZRSCjzO0MY+ffowKFqKyj6uY37O2+Gg+HypadOmTeaYyv5lwIAB5vyN9Ui76tSp88C2K1asiC1btuCbb755aL/F/o79Ds/XmA/FPt75nPGBjB8SwOMtedA+loFiHX766ad4VP/HOmFZFi5caM5dmZb1wvNqHpcjq3ced3m8pOi3zCI7po9MPDdgXTMO910rTUxcnt+znbHOHpWecWgPt/uouDFh4Zwnt8Ft8Tyfx0HndXHNHx4ciiul30XovlP6vrfuI3WfGTigIe70qQ/2pxT7V9YV+1u2A0opW18c18oj9ggBIRA9Avw/lDHpUnx4mg/lU3ww/4LPLUz/2As+R/yhuwVAAe4TyqF8vZyQ3/MhUKh1CdSc0NhsnHXm63UZmwatxI1T18yD8Kw7inXJ9RQjWy79IiEgBISAEBACQuCxCEhkISAEhIAQEAJCQAgIASEgBISAEBACQiD+E5ASCgEhIASEgBAQAgmIgHX/nC7vrVO8z87nJDho0b4V3lj68X/gMxJQCjmLZ4L70pbazawXlQ5XWPHRVnitOAnGZzqmZz4U84X+Wa72yiQEhIAQEAJCQAjEDQJihRAQAkJACAgBISAE4gyBcG2JeUdDuzIJASEgBIRATAhYX2GISVpJ8ygC1vVturzuTfE6OMXr4qv/C0bf8aG4FWSOaMiRKTFmjc6IskWSPCrrZ7H+ibehlAK/e8FvtfAbI3/++SdOnjz5xPlKBkJACAiBmBJI3eNNZPr2XZ1cH/901xs2bwMC+0976L1K9t+UTiCTEBACQkAICAFDgN/GGjlypPFz9vvvv8vAewQhEgJC4IkIWOecdHntgOK1Az5PR21ZfQlTRx8H1/MjkFlyJMfwyeWQ5+XUT7Rde2Jx4giBTK/lQO2Z7ZE8aypWs6nvXYNX4PQyL/MdpLCwMLBdsH1Qpj1o2y1Xe2USAkJACAiBp0yAfa4l9sUU+2b20bdvh+CbEUexa+MN04fzHvabbfKg98eP923op1wEyT4OEMhWOT/qLuyq2wnA2bVtZ7BrwDIEXPFzHPPZtiirvemYOqq+oEmPKN4SOHfuHNzd3cFxDvhNaKugtWrVwurVq8Hvd2fNmtUKFvc5EOA++Rw2K5sUArFFQPIRAkIgHhNQSunSUdqRSQi4IgHdfPXkipYbm53HCvP09DRhMhMCQkAICAEhIASEwHMiIJsVAkJACMQZAomibYn9P0Kl7J5oJ5SIQuDhBBSUfaXl2hfjidOwYUPs2bMHHEQ3toqklHJQi608JR8hIARcl4DSplPaibd9w5AhQ3D06FF06NCBxXwsKWWjo5QCB6CmOCA1B6bmANUUB6um3m10B+6NAwEdV0/YdyIMb/S+hpAwyE8IPAEBSSoE4g+B8NshuFKmL8K8TrOr1AVTCBrUCHffbQD2oxT7VYr9LPtb9ruUUvf6Y51QJiEgBFyIgPUwJl2KD03zoXyKD+ZfOH0L00ccxNljgbpvUEiUOBEGTCiP8nVzQn7Pl0ChNiVQa2ITUy9KKdw4dBWbBq3EjZNXzYPwrEOKdcq6pWix5dIvEgJCIH4Q4H4t4oeLRNIOnmYbkLwTavuKH0cKKYUQEAJCQAgIASEgBISAEBACQkAIRI+AxBICQkAICAEhIAQSCgFe82ZZ6fKeOsX763xOgtq7/BSWjPjPfIiWs1zFMsF9cQsmQb8lLZGjeCbzwTqEh2PF8C3wWnHS3KdnWubD/Cjmz0SWS79ICAgBISAEhIAQeN4EZPtCQAgIASEgBISAEIhbBGxvZMUtm8QaISAEhIDrEFBQrmOsS1lqXdemy+vdFK9/U6GhoVj9XzD6TbiDgNtK14FCriwvYvbojChTOEkcKWfsmVG4cGFwcBJfX19s2rQpQsYBAQGYNGkS6tevj9KlSxvRzzCuY+TAwED07t0b33zzDRcxaNAgE2/9+vVmmYx37dqFHj164I033jDr6HKZ4VxvItpnJ0+exMCBAx1xq1SpYvJkuD2KwwkODsb8+fPRuHFjk2+5cuXQrVs3OOf7KPscmT3Ew7zat2+PsmXLgrbw+0uXLl16IDbLwbjcPu0gL9pF+2jnAwnuC2D6AwcOoFevXo6y16lTx/C3WFtJyJb50928eTNat25t7CNXsvPx8bGiOtxr166Zb0exDExL21atWoVZs2YZdszLikx7aTfjMC7L3qxZM8Oa66x4kbnMp169ejh79iz+++8/w4ztg/XA+NzX1q1bh06dOiEmnJgHxTpgXdSsWdPY/zg2Mn1kIucZM2Y42jvtY32yXlk/THPjxg20a9fOiH6GUew7PvjgA2PL7NmzGeTQqVOnQCajR4/Wt95sg0CRozPjyLblyEB7WKesW9Yxy9qlSxfs2bNHr4l/U6oe9ZBxSl8oBaO7v27E7f4/gH1zZPcqWTcU5CcEhIAQEAJCwE7Aw8MDAwYMsC8BPL4PHjzYsSweISAEhMDjELDONeny/xmK5/88N6U2/30JU8ec0FnqE1goZMmZHMMml0Hul1PpsNiYJI+4RCBTyRyoPbMDUmZPA/7PQtt2D1kJn2Ve8nwlYYiEgBAQAs+RAI/Vlni8pu7cuWP656CgYEwaeRS7N92AOWLrTrx+mzzo/VHR52ixbDouE8heOT/qeXYDdFthm/Hdfga7BixF4BU/06Z4Hsg2RlntDvpHv3ZkiocEpk6diqpVq5p7NlbxMmfOjIkTJ+Lvv/8G71VY4eI+PwJKcY99ftuXLQuBJyMgqYWAEIjPBML5Aq9RfC6llC1eEwiHS7fg5s2bI3fu3KaK9u/fj6VLlxq/zISAEBACQkAICAEh8OwJyBaFgBAQAnGHQKJom6L/KWRcuRFGCqLYImBvVjq7ez69EC8mvlC0bNkylChRIlbLw4uM8Y9WrCKSzIRAgiLA/oBioS2X/vgivpT6xRdfgINJx7RMStkeIFBKQSmFRIkSgYNSc3Bq5ktx0GqqT6O76NcowH4lPBz7T4SiYo/LCA6Nj3Qhv2dBQLYhBOIJgfCgYFwq0xehXqfNy/Hhulu8/V4j3O1dH+w/KfanFPtX9rPsb5Wy9b3EoJSiIxICQsCFCFjXgOhSfFiaD+VTfID6vLcfpo04CJ+j/uD/qtC7ef9xZVGuTg4XKmX8NvXV1iVQ6+umtr5b19KNQ1ewedBKXD9x1TwIz7qkWLesY4pELJd+kRAQAq5FgPuvSB+V9AmrcBAOz7QNSJuznW8IB8PBtY4cYq0QEAJCQAgIASEgBISAEBACQkAIRJuARBQCQkAICAEhIAQSBAHeX2BB6fJeOsX76nxOgtrzxyks9djJRySMcpfMDPfFzZnEob6LWyJXySx6WUEphT8/2gKv5SfMfXrmwfyYL8Xt6IhyfZkQREJACAgBISAE4gIBsUEICAEhIASEgBAQAnGMQHgcs0fMEQJCQAi4FoFwSD8a+zXmfF2b17kpXvemQkND8ff2YPQZHwb/IM0/PBw5MyfCLI/0KF3opdg3JqY5xmI6pRTKly9vcjx48CDIgQsXLlxAlwqHoHYAABAASURBVC5d8PPPPyNjxozgx5Dr1KmDoKAgzJo1CyNGjEBwcDD4TnbFihVRpEgRJkOFChVM3CxZsph7B0zfq1cvHDt2zAyOwnzy58+PPXv2oF+/fti+fbtJx5mXlxcYd+fOnWCejMt8N23aZMKPHDnCaEb+/v4YNGgQ+C0P3rto2LChGWDl5MmT6N27N+bOnWu2H5V9JqMoZnv37sUHH3yAkJAQNGrUCG5ubliyZInJ38fHx5GSbcoq5+HDh1G5cmU0adLEvL9O+95//33QXkeC+zxMT3u7desGfmia33li+tSpUxvWrAfWx33J8Ndffxn7kidPbuzLli0bNmzYgPfeew+XLl1yRGdaMlm0aBEyZ85sbEubNq2pw19++cURjx6yHDduHL766iskTZrUxK1fv76pa5ZlwoQJjjbC+PeL9c74KVKkQKZMmdC4cWNTl6wH5s08hgwZAm9vb1SpUgWsNyuc9RkVJ2tbbCcdO3Y0H+QuWLCgaW/M6/Lly6Y9fPvtt6burfjRccnonXfewZQpU0ybpl2sR9Yn2yTrl/WUJk0aFCpUCGfPnjVlsPK+desWTp8+bRZ3795t2oxZ0DMu+/r6mv1MKWXaAstKFiw7t8XBge5vuzqpmVje7t27Y/PmzShevLipa25vwIABYN4mUjybpepeD+m/62vqMVyXLezXDQhynwr20WTGfop9N8V6saSjyiQEhIAQEAJCwBDgOQvPocyCnvH85tNPP9U+mYSAEBAC0SfA80zGpstzT4rnojwnpTb/fQnfjzluzlv50ccsOZNh+OSyyF0gNZPFjiSXOEcgU8kcqPVTeyTPmtpct+P/LLsGr4DPMi95vjLO1ZYYJASEQEIhwGO1JR6vKeuYHRQUgm9GHsOuTTcd/Xb9NrnR+6OiCQWPlDOGBLJVyo+6C7s52o3v9jPY6b4EAZf9HMd8tjXKan/QP/q1I1M8IcB7LryGz/sEJ06ccJSK9xN4zb5///6OMPE8fwKy/z3/OhALnoCAJBUCQiCeElCmXApKu5R2ZBICrkhAKdOK7zddKXV/UJxc5jNMfAbNMs7T09PyiisEhIAQEAJCQAgIgWdLQLYmBISAEIhDBBJF2xb7/35KqUj/OYx2PhJRCDgR0M3JvqTsbvxw0qdPD77sFLulsTFSeg9UsZux5CYEhIALE2B/oHS/wCIozuKRunbtitKlS8dKiZSy0VFKQSkFDkrNwan5oisHq6Y4eDXVp3E43JsGAVDgz+vUHVTqdRW3Q/iYMENEQiD6BCSmEIgPBMKDQnC5bH/cOXhGF0dBKYXgwY1xt9eb5uMJ7DvZj1LsV9m/sp9VyhZXJzJp6IqEgBBwHQLWQ5h0KT4kzYfyKb5Id977FqaNOISzxwKg93YkSqwwaEJ5lKuTw3UKmUAsfaVVcdT6pqmpJ9bVjcNXsWXQCtw4cdU8CM86pVjHrGuKaCyXfpEQEAJxnwD32fvF/Zq6P1yWbR+REw7CITbbgOSVcNsT+1nKagM8Yjj7uSwSAkJACAgBISAEhIAQEAJCQAgIgfhBQEohBISAEBACQkAIxH8CvL7LUtLltV+K99P5nAS1e9kpLPXYye8Nm4/R5S6ZGe6ezZjkAfVZ1BK59Hp9Bd3E/fOjLfD647i5T8+8mC/zp7g9ZmC59IuEgBAQAkJACAiB50NAtioEhIAQEAJCQAgIgbhEQGljKO3IJASEgBAQAjEioKBilE4SPYyAdR2bLq9vU7zeTXFg6b+3h6DvxLsIvG3LIXfWF/DzqIwoXTiJLSCOzGPbjEyZMiF16tS4efMmgoODTfbLli2Dt7c3+vbti1mzZmHYsGEYO3YsFi9ejGLFimHv3r04ffq0eU+b3yeqWbOmSdeqVSsT95VXXsGFCxewcOFCuLm5Ye7cuSY985k9ezY8PDxgmP/9t0nH2aJFi8z2v/76a3z55ZcmnylTpmDkyJFgXe3YsQP8sf5+/vlnbNu2De3bt8fSpUtNfrSP2ytZsiRmzJiBw4cPR2kf84pK586dM/nPnz8fH3/8seFAHmfPnsW0adPAdsP0e/bsMdtjmVmGr776ysT/9ddf0aNHD2zZsgVRfTyadtLeHDlyYM6cOfjuu+9Mem6X2/PW9cA8rbrhNql///3XlHvmzJkmPrfXuHFjnDp1Cps2bWIUWKyYB/NinlZZPvzwQ9y6dQvOv5MnT2Lt2rWoVauWqTPG9fDwwLx581CiRAnD9OrVq85JIvjJwN3dHenSpTP1PnjwYPP9Kr7Lv379eixZsgSvvfYayIl1zLzpb9q0qalPcqXNETJ1WiBz2hIQEIDPPvsMbB9sU+TD8mfNmhUbN27E9evXnVJF7WWe5H/8+HFTX6wr2mXl6abb79SpU7F9+3YopVCtWjXTTvft2+fImHzZLvitAvpv3Lhh1jFvpuM+VqRIEUd9RKftMoPAwEBMnjwZzuVlnbCsZMZ7dowXH5X6nXrI8L07lC4cdfe3jQjqN9X0Gyw32bJfoNhmLOnoMgkBISAEhIAQMAR+/PFHOA/m8dFHH+Hbb78162QmBISAEHgUAZ5fMg5dnnNSPAfluSi1+e/LmPrJCX2+qqCUQrZcKfHR5HLIXSAVk8WaJKO4SSBjyRyoNestpMyRBoom6tnuISvgs/SAPF9JHiIhIASEwDMkwGO1JR6vKeuYHRQYjG88jmHPlpvQh2so/dewbR70Hl70GVoom3JlAtkq50c9z3d0y7GV4vqOs9jVfzECLt10HPPZ5iirHTIm/XRFrkvA19cXQ4cOBe99LV++3FGQChUqmPscvJeRP39+R7h44gYBpVTcMESsEAIxICBJhIAQiF8ElLKOSeGmYLbzQ5vfBMhMCLgagfBw8455ZGYrZbX3yNbGnTDne4Z8LojP+MQd68QSISAEhIAQEAJCIKEQkHIKASEgBOISgUTRNsZ+TYMXOOzeaCeViM+PQKFChcyLQXwx5vlZ8fAtsz3Z1kqrsnGIam5jRGY2X1RxZZ0QeDICVapUAV/e7NSp05NlJKmfOgH2B9ZlW/qf+gZdeANKKSh1TxycOnHixOBg1XwRlOKLr1SvhnfRv2mgKS373QMnQlGp5xUEBQtlA0Vm0SUg8YSAyxMIDwzGpTL9EHLwtL5JyD4wHLcHN8bdnvXMRxvYZ7L/pNifsl9l/6qUitDnujwIKYAQSGAEeP7DItOl+HA0H8qn+CLduVN+mDbiIM4eD2A0JEoMDBxfDmVrZzfLMot7BF5pVQI1JzWz9+XAzSPXsHnQClw/fsU8CM+6pVjXrHOKpbBc+kVCQAjEXQLWvkqX4r7sLO7fojvmw2DCQTg8pTYg7etOwm1bzv2t5WdfzKOG5dIvEgJCQAgIASEgBISAEBACQkAICAGXJyAFEAJCQAgIASEgBOI5AeuaLl3rei/vK/A5CWrXslNYNnoXoJQW4PZaFrj/3hRR/Xovaoncr2WFTgHodH+N2AqvP46b+/TMk/lb2+J2oX+Wq70yCQEhIASEgBAQAs+egGxRCAgBISAEhIAQEAJxioDtTa44ZZIYIwSEgBBwMQLWVxhczOw4aq51/ZqudW2b17kpDkT/17Zg9BkfhoAgHsGA3FkSY7ZHepQq9FJcK9FTtycoKAje3t5wc3NDvXr19C0Cc6fAbDdNmjTIkycPyJDsEMWPH0u+ffs2GjZsiGzZskWImTdvXqRMmdLcc7BW8N5DSEgILl++DNaTFV6/fn2sXr0aHTp0MEE3b97E+vXrwcFV3n77bfO9DbNCzzJkyGDi+fv7459//tEhMZ+KFi2Kli1bgu+dMxelFPhBaIbv3r0bFy9eZDDWrFkD2t27d29kzpzZhHHG99abNm2KHDlymG9n+fn5MfgB0U6ua9u2LcjFisDtcvvW9k6ePGmtMm7ZsmVRqVIl4+eM26tWrRq9YPnpuXDhAjZu3IjChQsb25knw5VSpm7LlCnDRYdYp6zbq1evIjDQ9r0SrmS9z5gxAzNnzkSWLFkY9FhivqtWrTJpOnfuDNaTWdCzJEmSoGvXrsiePTs2bNiAK1eu6NDIJ9Y9y1SyZEmUL18+QiTmmStXLtM2WYYIK6NYYD1u2bLFsCdvcrSiM7/u3bvD9BF//WXaJdtdpkyZwDbAemdc1k2KFCnQrl07kN358+cZjGvXruHIkSMoVqwYsmbNCtr/OG339OnTJn3lypVRtWpVkydntPHtt982zLgcX5Wqe12kn+oOW68M3J2/Ebf7fm/qg/0F2xXrmmKfYSm+8pByCQEhIASEwOMT+P33381gfVbKvn37Yt68edaiuEJACAiBSAnwvJIr6PJck+K5J89BqU2rLmHKmOP6/wMTC1lzJsfwSaWRK39KBsSmJK84TCBjieyoNfMtJM+eBuafFv2Py+4hK+Cz9IC51sG2wnbD9kOxPbE4lku/SAgIASEgBJ6MAPtUS+xrKfa97IODAkPwtcdx7N50wxyzw8OBhu1yo9ewIk+2UUmd4AhkrZQPdTy7O9rR9f/OYnf/JQi4eNNxzGfbo6z2SEj00xW5HoHZs2ejWrVq+OKLL8y1aJYgWbJkGDt2rLnf0rhxYwaJ4iAB2e/iYKWISdElIPGEgBCIRwSUUqY0StGlYH/mxuaH/ISAKxLQzVdPDsuVUvZ27QiK8x4+d8Pxy2jorVu34OnpSa9ICAgBISAEhIAQEALPkoBsSwgIASEQpwgkirY1yhZTKbvHtihzIfBEBBSUPb3l2hfFeSgBpZSD2kMjyQohIAQSDAGlS0ppR/oGQniElFJQ6p74gm3ixInNS8kcvJriYNZUz4bh6N/stj0+cPBUGKr0voKg4PBHbEVWCwGLgLhCwLUJhAfcxsWy7gg9fEb3hSyLwu3BjRHeoy7YT1LsNym+6M7+lP2qUkrHvyemFAkBIeA6BKyHL+lSfCiaD+VTfDD/3KlbmDbyEM6eCITe2fHCi4kwaEJ5lK2VHfKL2wReaVkctSY3dxjpd+Qqtg5agevHrpgH4VnHFOucdU8xsuXSLxICQiDuEbD2UboU92GK+zPFvlsUZvo54SAcnl4bELYJnS37W4r9L8X+mOJRw3LpFwkBISAEhIAQEAJCQAgIASEgBISAKxMQ24WAEBACQkAICIH4TMC6lkuX13kpXve1rn/vWnYKS0fvMt+Z5dfn8pTMDPeFTaKFpJdnS+R6LSuYjhn89dEWeC075rh/xe1wexS3z0wtl36REBACQkAICAEh8CwJyLaEgBAQAkJACAgBIRC3CChtDqUdmYSAEBACQiBGBBRUjNJJovsJWNet6fJ6NsXr2xQH9v5zWzDenXAXgSGauJ7yZH0BP4/KgNKFktyfVRxYjn0TyIWycrYGMpk/fz7Spk2LCxcuYP369Zg6dSrefvttrFy50ooapVu2bFmsWrUKHTt2xI0bN+Dl5YUlS5ZgxIgR6N+/P/z8/CKkr1GjBvie9/Dhw9GgQQOMGjUKmzdvRkhISIR4tOfmcD4WAAAQAElEQVTSpUsm/eTJk82gKxx4xdIff/wBvjN+7NixB9JGyOgRC/ny5UPKlCkjxOIyw319fXHu3DkEBgbixIkTJs7ixYsfsOX777/H7du3cfHiRVy7ds3Ec56xDfr4+CB16tQoVqyY8yrj5/ZKly5tynrlyhUTZs1y5Mhh3pe3liNzz549C6Zzc3Mz23COkyRJEpQsWdI5CHny5EGRIkWwa9cuvPnmm+jatSt++eUXnD9/Xt8qivl3SgICAgyDLFmyoGDBghG2yQWGFy5cGDdv3oyUE+NQ6dOnx4wZM/Dtt99yEWS3Zs0aTJgwAWybO3fuNOGPMyMftsVChQqB+d+fljwyZcpk9oOgoCBkzZrV1NXRo0cNW9bh9u3bkTt3blSqVAnkum/fPvB3+PBh0064L7BNPm7bZXzaRjZMzzwtZcyYEfnz57cW462bqltdZJjWX5dPmWPi3QWbcLvvFDPwEu+Fkj/7dIr9mCWdQCYhIASEgBAQAobA6tWrwfMps6Bn7du3xz///KN9MgkBISAEHiTA80mG0uU5JsVzTp57UhtXXcL3n56CUvr8VCtb7pT4eHIZ5MqfisliWZJdXCeQoXh21J7dESlzpgUUJ4U976+Az5ID8nwl5CcEhIAQeLoEeKy2xOM1ZR2zgwJD8LXHMezechPQx2voX+P2buj1YRHtk0kIPD6BrJXyo+7iHrbmpNvU9Z1nsbv/YvhfuOE45rMNUla7hP7Rrx2ZXIQA7y+0bt0anTt3xv79+x1W8zrCtm3b8OGHH5p7WI4V4olzBJTSJ+VxzioxSAhEh4DEEQJCwNUJKGU7Bil1z1VK2c4fdeHCEY6F624jQ6MryNjoMjI1vIQsDS8ia8MLyKaVvcE55NTKVf8sctc/gzz1fZD3zdPI96Y38r95CgXqncTLWq/UPYFX6x5HobrHULjuURSpcwTF6hxG8dqHUEKrZG0vvK5VqtYBlK61H2Vq7kO5mntRvuYeVKixGxVr7EIlrcrVd6JK9R2oWv0/VK+2HTWqbUPNaltRq+oW1NGqW2UT6mm9WWUjGlTZgIaV16NR5XVoXOlfNK30D5pVWovmb6xFizfWoNUbq9G64t9oU3EV2lb8C+0r/Km1Em9VWIGO5Zejk1bncn+gS7ll6FpuKbqVW4LuZRejR9lF6FnGE720epdZiHe1+pZegH6l58O91G8YUOpXDCw1D4O03nv9FwzRev+1ORj62s/4oORsDCs5C8NLzsRHJX/CxyV+xEgtj+IzMKr4dIwu/gM+KT4NnxabirHFvsdnRafg86Lf4Yui3+JLra+KTMa4IpMwofA3mFj4a3xdeCK+KTQBkwqNx7da3736FaZoff/Kl5j2yhf44ZXPMf2V/2FGwc/wU8GxmPnyp5ilNfvlTzDn5TH4pcBozC0wCvPye+C3/CMxP/8ILMg3AgvzfQRPrUV5h2Nx3mFYkvdDLHP7AH+4DcVyt/exIs8Q/Kn1V+73sErr79yDsCb3QKzJNQD/5OqPf3O6Y53W+px9sVFrU453sTlHH2zJ3hvbsvfC9uw98V+2HtiR7R3s0tqdtTv2ZO2GvVm6Yn+WLjiQ5W14ZemMg5k74XDmjjiS6S0c1TqWqQNOZGqPkxnb4VTGtvDO0AY+GVrjTIZWOKt1Ln0LXNC6mK45LqVrhstpmyJ0/X7dimF+SrFtK+N3tVnz5s0dJnt6ejr84hECQkAICAEhIASEwLMhIFsRAkJACMQtAomibY79HRK58RVtYhIxGgTszUrHvOfTCzJFQYD7oNCKApCsEgIJjAD7A4rFtlz6RQ8noJTSN27uiS8x82VNDl7NQawpDmpN9WhwF+5Ng+wXxsNx8GQoKve8jMDbQvvhhGWNg4B4hIALEwj3v40LZdwReviM4+PTIe83AXrUNR8zYB/J/pJi/8l+lP2pUvf6V6WUCxMQ04VAwiTA/zdZcroUH4bmQ/kUX6Q7e9IP3484iLPHA3XfALzwgsKAcWVQpmY2JhO5AIGCLYqj5qTmuv7CEa5PaW8euYotg5bj+rEr5kF41jXFumcboFgsy6VfJASEQNwhYO2bdLnfUsEhd3A7OAxBt0ONAoNCHC79saNgBAY9XQXp/EXBeB4Mbmv2j6/buB30lBWo84+riiW7gnU+8UdBCA50LYVoex9XobrdWwq7HYw7wSG4GxoG9sfsmykeNSyXfpEQEAJCQAgIASEgBISAEBACQkAIuCgBMVsICAEhIASEgBCItwSsa7h0eX2X4n1zPidB7VhyEktH74Yyf4BbqSzov7DJY/Ho6dkSuUtlg84CfKTq7xFb4bXsuLlPz21we9wuRTugf5arvTIJASEgBISAEBACz4qAbEcICAEhIASEgBAQAnGMQLi2h9KOTEJACAgBIRAjAuH2bwTEKLEkshOwrlfT5XVsite1qdDQUPy5LQR9JtxFYLBOEB6OPFkTY86o9Cj16ks6IA5OT8Gkixcv4tatW8iUKROSJUtmtnDt2jUMGzYMlStXRqNGjTBo0CD88MMP8PX1RcaMGU2cR83IfNWqVWjQoAFq1aplBk0ZM2YM1qxZg/Tp04PveDvnwW1NnDgRBQsWxNWrV7Fs2TK4u7sbG2gLbXKOf+XKFSxduhT8KLOz1q5dC9bt7du3zb0M5zSP48+dO3ek0Rlu5W9F4DK362wH/bSPdoaEhID2WPEtNzg4GDdv3rQWI3VTpkwZaXjmzJkjDXcO5DZpW/bs2Z2DHX6+Y+9Y0J7kyZPjf//7HzigDd+937dvHyZMmIDGjRubemR9sl511MeaWP4bN248NA23lTRp0oeud17h4+ODbt26oVq1auDHuYcOHYp58+aZuk6TJo1z1Gj5/fz8EBQU9NC4SZIkidBWaWvZsmXBej1x4oSpv6NHj5p2W6BAAeTMmRMHDx4E+5jt27cjbdq0KFGiRIT8mZZtg23EWWxDrC/WG+/BnT17NkI65wV+KyEm5XXOw1X8KbvWQfof+tuOibqfvjt/E273+c7s5+RE1uzbKbZPS65SPrFTCAgBISAEnj6B5cuX4+WXX3ZsqGHDhjh06JBjWTxCQAgIARLgeaTl8tyS4rkmzzmpjasu4/tPT+oo+nqNPi/NmisZPp5cGjnzRf4/m474ZJOkdgkC6YtlQ41ZbyFFjjT6fxZ9R0RPe4Ysh8/i/eb/VLYdtiO2J8q5nblEAcVIISAEhEAcJMC+1BL7Vop9LfvcwIAQTPQ4jt1b9DVX3SfrzhmN2+dBzw8KxcGSiEmuRCDrG/lQe1EP8+1DtqvrO89iT//F8D9//YFjvtU+oX/0a0emOEyA1+M9PDxQo0YNLFiwwGFp0aJFMXfuXPzyyy8oVqyYI1w8cZeA7G9xt27EskcQkNVCQAjEKwJKKSilwHEOEiVKDP50CG4GhBv5adcvMBzGpT/gbiT+e2G3dBybGHYXt3R8yl+7FP2Uf8Ad+PvftYl+s16H0WU4XcqfYXcQoOME2P3+2qXfFhZmWxegXX9Kx7W7gUxD6fiBen2gCWecMNBvpMODdLjxa5f+IP9Qs56utWxzw2DCbmn3Vqjx39ZxKVt4KG7fCtHS6+j6a79Zb3d1mtsUw+zrg3WcYPrtot8KM/5bwQjWCtHr6VphITodw0Ls62xuMCw3VIdT95ZvI9TvNkL8ghF667aWk+scpuNwfZiOE2b3Mx39trAgGPeWdv2o27hjdxl+R4ff0ekYFpnu6vV3dfw7foE6XSDov2v8Qdp/b/mujmOTDrtpl44Xbtdd7d7V4eE3AxCu3bt0/bRfh4fbXbZj0551+1ZKL9llhdGN62rRogVSpUplzFy3bh02btxo/DITAkJACAgBISAEhMAzISAbEQJCQAjEMQKJom2PssVUSkHZvDIXAk9MQDcnex7SquwgonBsjJRSsg9GQUlWCYGERkDpAit7r6C0X6boEVBKQal7SpQoERInTgy+YMsXnSm+sEn1aBiOAc1uQyfQAg57h6Fqr8sIvM0n0iA/IfBQArJCCLgqAd54vFDWHWFHz0GxELq/DBnaFOHda4P9IsV+kmK/yf6T/ahSCkrdE5OKhIAQcB0C1kOXdCnroXzrwfwzJ/0wdeRhnD8ZBCjgxSSJMGh8WZStGfmHSyC/OEugYMviqPldC7AeofvtW0evYeug5fA9etk8CM86p9gG2BYo6J/laq9MQkAIxAEC1j5J1xL33ePnwpCmaSDSNb+N9FqZWoYgc8tgZG0VohWMbK20Wt5Gdq0cLYOQ0ygQuVpqtQhAbq08LfzhRjW/hbxa+Zr7gcrf/CYKUM388HKzmyhodAOvNLuBV5tdx6tNr6NQU18U1irS9BqKNLmGok2uGhXTbvEmV1C8yWWUaHwZJY0u4bXGl/B644soRTW6gNJG57V7HmUankNZo7Mo15A6g/INz6BCAx9UNDqNNxpQ3qjUwBuV659CFaOTqFpf680TqKZV/c3jqGF0DDXf1Kp3FLW0atc7gjpGh1G3nlbdQ6in9Wbdg6hP1fFCA62GRgfQqM4BNK6zH41r70eT2vuMmtbei2ZazWvvQfNae9Ci1m60tKtVzV1obbQTbWruRNuaO4za1fgP7Y22o0ON7XirxjZ0pKpvRSejLehcfQverrYZXYw2oWs1aiO6VduI7lU34B2j9ehRVavKOvSsug69qvyL3kb/oE8Vrcpr8a5W38pr0M9oNdwra1X6G/21BlRahYHUG6swqNJfGPTGX3jvjT+NBr+xEoMrrsSQiiuM3q+4HEO1Pqj4Bz6o8Ac+NFqGYRWWYnj5pfiowjJ8pN2PtUaUXwJqZLnF8DBahFHlKE+MLueJMWV/xydGC/Fp2YUYW2YBxpZdgM/KzMf/jH7D52V+wxelfzX6svQ8fGU0F+PKzMX40r9ggtEcTCytVepnfK31TanZmGQ0C5NLab0+E99qfac15fWfMOW1H/H961ranfraDEzT+uG16fih5HRML/mD0YyS0/Cj1k8lp+KnElMxs8T3RrO0O7v4FPxcQqv4d5hj9C1+Kf4t5habjHnFJmNesUn41egb/FbsG8wv+jUWGE3EwqJaRSbg96IT4FlkPBYZjcPiIuOwpPBXRksLfwmbvsCywlqFPscfWssL/Q8rqFc/w0qtP18dC+qvVz/FKuqVT/C31upXxoBao921r4zG2oKj8U/BUfhXa11BD6x72QPrXx5ptOHlEdiotenlj7GpwMfYbPQRthQYjq1a26j8w7Dd6EP8l/9D7Mj3AXYaDcWufNT72J3vfezJOwR7jQZjX17qPezP+x4OuL0HL6NBOOimlWcgDmkdzjMAR4z642gerdzuOKZ1PHc/nDDqi5O5tXK9i1Na3rn64DSVszd8tM4Y9cLZnL1wLmdPnMvRE+dz9DC6kOMdXNS6lKM7LmXvjsvZu+GK1lUqW1dcy9bFyFe717O9DepG1s64adRJu53gl7UjblFZ3oK/UQcEZOmAwMztEWTUDrczU20RutxpcwAAEABJREFUnFkrY2sEZ2iF2+lbIChtMwSkbmI+Msf++P5zKchPCAgBISAEhIAQEAJCQAgIASEgBFyagBgvBISAEBACQkAIxE8CvM/GktHldV2K13j5AUNqx5JTWPbJHkZBuP5zK5UF/ec3NsuPO+vxe0vkLpVN5wKjvz/eDK+lx8x9em6L2+X2KdrD/C2XfpEQEAJCQAgIASHw9AnIFoSAEBACQkAICAEhENcIKG2Q4ky7MgkBISAEhEBMCCiomCSTNA4C1nVqurx+TfF6NsVBtv/cFoo+E+7idgjAY5ZbtsSY45Eer7/yEuLqL7btIpsdO3aYbEuWLKk5KAQGBsLDwwOrV69G7dq18d1332HVqlXYunUrli5dijJlypj4j5pt2LABo0aNMnkOHToUnp6e+Oeff7Bp0yaMHDkSyZIli5CFUsrkzQFV1q5di/Hjx6NRo0ZInjy52f7YsWMRHBzsSFOrVi1s27YNtD8yTZkyxaR1JHhMj4+PT6QpTp48aWxPnTq1Y32WLFmwZMmSh9rC8hQqVMgR3/IkSZIEadKkQVQ/f3//qFZHuS5p0qR48cUXcf78+SjjOa9MkSIFBg0ahH///dcMduPu7o7ChQvj6tWrpj63b9/uHD1afr7bnzZt2ofG5T7JQXYeGsG+4vLlyxgyZAgOHz6MVq1aYdasWaZtsG3OmTMHBQoUsMeMvsN6vL8tOqdmm2N/4RxWokQJsDwHDhwA28m1a9dQtmxZMC/acOTIEZw4cQI7d+5E/vz5kS1bNufkiG7bzZkzZ4R0zgvRZeacxpX9KbvUQYbpAwF9YNRdBcIXbkZwn+/AuonsXiX7NgryEwJCQAgIASGgCWTOnNmci9LVi+Z8l+e5vr6+XBQJASEgBGCdO9LltQOK59w816Q2/HUJ3489qUnpE1I9z5EnJUZMLoOceVPqpaczSa6uQyBDseyoObsTUuZKZ4xWSmHf0BXwWbxfnq80RGQmBISAEIg9AjxWW+LxmrKO2YGBIZg46jh2b7mpN6iP2Xpq0iEPen1QWC/LJASenEDWN/KhzpKe4DVKzm7sOo89/Rcj4PwNc8xnW6TYLq12Cv2jXzsyxUECCxYsQNWqVc29Dz8/P4eFw4cPx+bNm9GuXTtHmHjiPgGlVNw3UiwUApEQkCAhIARcm4BStuOPUgpK3ZNtrANb2cz5YHi4Xgg37+Vy2SyZmQk21ye5CMbQHhNTpzFxtasjmIgMt4XpmCZcB+s0lte2/t46E1evN+l1JNt6Padfi6t0bPtqHa6zM8HaBq6zpdeBesH49Upn1yTkOsqs07nZXZOKfnrM+nvrTB467GHpuUrHNqttVuklY5Ne0q4jPSOabTD8nkxCvU5H1V4drm3Q0XQm9GhHL3Cd9tkmLjtJJzIRmdJsS0emq7O0hXNZ+5hYJ9PRbQGMwzQ6QK+iT0tHMOHajZBeL+tUVlQdX0/2MO3TU8S0esmE6ZnORi8xrs7AlrcxRuelw41Xu07rTBydSkfQa/U67Tdh9jh60R5uy10vmKjOcZiK4WzblpSytXmGU0opOnFWfAanefPmDvv4HJtjQTxCQAgIASEgBISAEHjKBCR7ISAEhEBcI5Ao2gbpfx4Z1/yTSI9ICMQCAbYnWzb2BmZbkHmkBGyMyMzmizSSBAoBIZDACLA/sC7a0p/Aiv9ExVVKPXBDh4NYczBrvoRL8UVYqnuDcAxoftt2wVxfST/kHYoqPS8hIOjuE9kgieM1ASmcEHBJAnf9AnG+jDtCj57TvZ3tCBMytCnCu9UC+0OK/SPF/pL9Jm8YKhWxT3XJwovRQiABE+D/mSw+XYoPP/MhaIov0p056YepIw7j3MlA3TcAL76UGIPGlUGZGhE/msE8RK5B4OXmxVFzcgs+GWLq1O/oNWwbuBy+Ry6ZD3aw7im2BbYJiiWzXPpFQkAIxB0C3De5v3K/Zb9Ny5SeKaX0/73GAyhOig6U0q4WQ6B/eglGOkwpZULAEO1XSi9rKaVdHWYL13OzrF0TBv1TYJBSSvs5aVdPDGQQZQvVgXqClp7oMNgme4DdgVmpF5TizLGoPdaydgEdTWkBcMRT4E8pZYLMjH4oHayglE2AArSUpfvDrWWlY2k/zE+BXqW0q5dtc+2B9ilAKT0DYOacaTGIgv7pRZiV2qMn44X1swcoHaoYxkT02F11f7hetkWzr3GKB71OKR2uRT8sF7YwpRSg/RS9SvuNyxn40yFKu3rZ5nCulx3xoH2UDtcT9E9HBaW9MEGcaekJDDeuWal9tgnaAfRK40LPzaTos4Ur6J+eMQ6ll6BdI+hwLaUUlFJ6jZblQkEpm/QKPSnoAAAKOlhLwfZT2q99OlAZh3PtgYIOAmcKAGWbab9e4Drt2IIUdKCZzOzBcGXiKWVzoV0oRlV0tEe7CvpnZjpM2aTjKaXs4QpK2aQ9elIPhkOZP71CT9qvAKX0DPxpV086gJMWF5zDAYYoM4ftp7SjpSdbqN1jstR+PdnDtc9MemaSqAfCFcN1Qj0BnGkpKPCnlIJSSnttUrD/6TCl1L1w7VdKL3Oiq9eAce3L2uESbD8FRlFK2RY5p1cv68mss4JgwmE5cPwc4cqsMzOl15oMoBeVFgD7svbA+rEfZp9MsX+2wp39Vpi4QkAICAEhIASEgBAQAkJACAgBIeAyBMRQISAEhIAQEAJCIB4SsK7b0uU1Xcq638Zrvf8tOYlln+6F7VqwQr7SWdH/t0Z4kt87C1siT5nsUDoTXmJeM3ILvJYeMx+s4za5fdpB0S4dDZZLv0gICAEhIASEgBB4qgQkcyEgBISAEBACQkAIxDkCfGc4nLM4Z5kYJASEgBBwFQK2d2Rdxdq4Zqd1fZour1tTvI5NccDolVtD0HN8GIJCtOX6eOWWLTF+GZUBr7/ykg6Is1OsG3bw4EGsXr0amTJlQsmSJU3+p0+fhpeXF8qXL4+PP/4YZcuWRfr06cH3sgMDA3Hp0iUT71GztWvXgtw5UEqrVq2QO3dupEqVyiS7cuUK/P39jZ+zGzduoFevXujRowc4yErKlClRpUoVjBw5Er///jvy58+PEydO4NatW8iQIQPSpEkD2h6ZLatWrTIDtkyaNIlZx1jnzp0Dy+ucAW3z9vZGunTpkDlzZiRLlgzZsmUDy0NmznHpP3/+PJo1a2bKxTIyzFl8z51cmO/+/fudVxk/Ge3YsQOpU6c2dWQCH2OWI0cOU3e0mdtwThocHAzm7Ry2ZMkS1KlTBytXrgTfv8+bNy86deqE2bNnY/DgwWCaI0eOOCeJlj9FihTImjWraTtHjx59IA3rkfXJemX9PhDBHnD48GHTDpo0aWLsKVKkiCkfbSWrixcv2mNG32HbJ99Dhw7B19f3gYSsV9Yv65n1zQj0s02yzjgIEMNz5crFVShVqhSuXr2KDRs24OzZs6hQoQKSJ09u1rFsLCPLyjKbQKfZ/W2X26FtrCeyd4qKmzdv4tSpU85B8d6f4u3aSD9jkHmvmLPwhZsQ3Ptb805xZPcq2f9T8R6MFFAICAEhIASiRaBo0aKYO3cukiRJYuLzXI/nm2ZBZkJACCRoAtY5I13+D0vx2gHPMan1f17C92P1ube+dgCEI3vuFPh4cinkzJvyaXKTvF2MQPqi2VBjdkekzJlWtxLbNb197y+Hz6J98nyli9WlmCsEhEDcJcBjtSUerynrmB0QEIIJI45h95abpgDsiZt2yIOeQwuZZZkJgdgikKViPtRZ0ktnx5PDcNzYdQ673T3hf+66OeazTVJsn1Z71ZFBP11R3CDAa/SdO3dG69atsX37dodRvPewZcsWfPLJJ477WY6V4onzBGQ/i/NVJAZGTkBChYAQiGcElFLmWQs+w9CiUmIcnhaG/d/dxs5vArBtwi1sGe+HTVobtNZr/Tv+Fv6Z4I+1EwKwZkIg/p4QhFUTb+OvicFY+XUIVnwdiuXfhGHZN3e07mLpN+FYMikci7Q8Jyss1FowOTHmf5sYv337AuZ9+yLmfvsSfvk2CeZ8lxQ/f5cMs79LjplTUuCnKSnx45RUmPF9avygNW1qGnyvNWVqOnw3LR2+nZYBk7Um/ZAR3/yQCROnZ8aE6VkwfnpWfDU9G76ckR1fzMiBz3/Mic9+zIWxP+XCpz/lxic/5cGYn9wwemZeeGiNnJUfI7Q+mlUAw2e/jGGzC+KD2a9g6M+vahXC+3MKY/CcInhvTlEM1Bowpxj6zykO919KoK/Wu3NfQ2+tXnNLode8Uug5rwze0er+a1l0/bUcuv5WHm//VgGdf6uIjr+9gbfmv4EO8yuh/YLKaLegCtourIrWC6uh1cLqaKnV4veaaKbV1LMWGnvWRqNFddBwUV00WFQP9Re9iTcX10c9rbpLGqD2koaotbQRaixtjOpLm6Da0qaouqwZKmtVWtYCb2hVXNYKFf5ohfJ/tEbZP9qgzPK2KL28HV5f0Q6vrWiPkis6oPjKt1BsZUcUXdkJRf/sjMJ/vo1Cf3XBK1oF/+qGl1d1Q4FV7yCfVt6/e8Dt757IvboXchn1Ro7VfZB9zbvItqYvsq7th8xr3ZFpbX9k+GcA0v8zEOn+GYS0/76H1NS6IUillWLd+0i+fiiSaSVZ/wFeWv8hXlw/DC9sGI5EGz6C2vAxwjeO0BqJuxs9cGfTKIRqhWweg9taQZs/RaBWwJax8N/6GW5t+x9ubf8C/jvHIWD3RNze/y3CDk/DC1WLg886KaWglIKr/Zo3b+4w2dPTEwEBAY5l8QgBISAEhIAQEAJC4CkSkKyFgBAQAnGOQKJoW2T/308puyfaCSWiEHg4AQVlX2m59kVxHkpAKeWg9tBIskIICIEEQ0DpklLakb6BEB5TSikodU+8qcML33x5moNbUxzsmupWPxwDW9zWW1BawJHTYajW6zICgsLNssyEQEQCsiQEXI/A3ZsBOF92AMKOnzfGKyiEDm0KdK0J9oMU+0WK/ST7S/abSumYTjKJZSYEhIDLELAetqRL8aFnPvxM8UM8Z074YcqIwzjvHWTKlCRpYrw3vgxKV89mlmXmugReblEcNb9roXt7GN067ottg5bj+rEr5oMdbAMU2wTbBgX9s1ztlUkICIHnTID7oyXuq5ZoFv9TTZQoHIn0HYDEKhyJFbQ/XMtyw5FYr0+s1zOOiauARIyrw7guYjh0fOj04Vp074l5UIkUdHotnZ5pTRj9CpGHc52zFCLEYx5G2iaTt3Nc7VdaZr3lKpj00Q63p2N8ymxDAVaeSq+nHhqu11tx6epTYlD0O0spZQ9XsIXbXKUzViYPLmvpeDoIDFPa44iroMulHgy3p1XapXQSHccWj2kZRtHPdca1x7XC6TqkoNMDiXRkZeIpJLK7SgHKKdzmVyYskQnXfqVl+aN0rbys+PblxHbX2mYEl+sopqHrLHuYbuQqQhp7OG0x67j8oDRcqEjiRAh3Ss9wimlsri1P7mQMu18Mp06oPAYAABAASURBVJS2LUJ8vU1r2bjchhb9lLLW6zClxTDKEa7XW36GcxsUwygTxjhMq8Uwygq3XIZRTGuUSBvKdNq1hetlnR562ZYmkeF1b1nB+HUcZXZ6BbOs8zCuDscD4QrMSznyVICJpwCTTsHhOoWHR7bOyoPbYFxrWbsmfiThxi693mZXIr0tLR0vXMuxjuspnWfEcAXGYd62cAUu84MTsP/CwsLAcyirf6ZrXyWOEBACQkAICAEhIASEgBAQAkJACLgsATFcCAgBISAEhIAQiG8ErGu3dK17bLy2y2u81PbFJ7H0k722D8mGhyN/mSzo/2vDWMHQfUFL5C6THTpbrXCsHrEZXkuOmg/Wcdu0w7KJ9nGjlku/SAgIASEgBISAEHhaBCRfISAEhIAQEAJCQAjETQIqbpolVgkBISAEXISAgnIRS+OamdZ1abrWNWtev6b4zuHKbaHoNTEcIaHKMM6X4wXMHZUerxV8Ma4V5T57Ym+RXLZt24Zhw4bB19cXbdq0Qd68eSNs4MaNGwgKsr2XyRVMM3/+fOzcuZOLEcT3thlw/4eRyfvatWtc5dCZM2cwefJkMD8rMFWqVMiYMSP2798PDq7CurPW+fn5mQ8up0+fHkmTJkWmTJlQuXJlnD9/Hj/++COCg4OtqLhw4QKmT59u7luULVvWEf4w+xwRIvGwnMuXLzf3Q7ia9vLjzxwYplq1asiWLRuUUqhbty747jq3y7IxLsX7JjNnzgTDXn31VaRJk4bBD6h69epInTo1fv31V5w6dcqxnttbuHAhDhw4gNdeew358uVzrIuuJ2vWrKhQoQJoM21nnkxLvuvWrXugLvPqNkCeixYtArkzLsV0V65cQaJEicA8GfYwMQ7FtkMGjMd3+uvUqUMvZs2aBec2we2xHlmfrFfWr4kYxezq1avmvQcrCvOYNm2aYW2FRddleciI7MnbspnpWXesV9Yv61kpxWAkT57c1Am5Llu2zOw7WbJkMevc3NxMe2Ddk0PJkiVNOGcsG8vIsrLMtJvhVGRtl3XOumdbXLVqlaMt0kbaSpuZNiEpRefaSP/Te7rIrAut3zcjpPe35p1icmE/z/ZKsZ1b0glkEgJCQAgIASGAmjVrmvNHC4WXlxcqVapkLYorBIRAAiTA80UWmy7PISmeU/Lcklr/52VM/Z839D9/WkBOt5QY+W1p4+Kp/iRzVySQvkg21JjTGSlzpoP+bwXQ/0Pu/2AlfDz3musUbFNsX2xnFNsd9M9ytVcmISAEhIAQeAgB9pWW2IdS7FPZtwb4B2Oix3Hs2XZLd72mB0azt9zQ8/1CD8lNgoXAkxHIXCEv6iztbTJRSuHmngvY4+4J/7O+5pjPtkmxnVrtlpHppyt6vgS++OILc31g9uzZDkPy5Mlj7i0tXrwY5cuXd4SLx7UIKGU7BriW1WKtEBACQkAIxCcCSinzPwmfE+AzEhnSvAAqY9oXkSndS8icPolxM6Wjq5U+KTJqf3SVQce1KSkypItCOt8MWumjVDKkT/+g0umw6Cs50qZ/PKXR8SMoQwqkiUKp9bpHKyVSZ7AplXYfRyl1fJtSIWWGRyhjKqSIUqn1+geVPGNqRF9pkCzj4ympjh9RaZE0Y1okzRS5kujwqJQ0c3okyZQugl7Syy9mTIsXMqRB4vSpwfbNdq6UMm1eKQVX+TVu3BjFihUz5p4+fRp8PsosyEwICAEhIASEgBAQAk+VgGQuBISAEIh7BBJF2ySOGKQjy40uDUGmWCNgb1Y6v3s+vSBTFATCzacEo4ggq4SAEEhQBNh7Uiy05dIvij4BpZTjArdSyrw0y4vffAmZL5JSHPSa6lofGNDc9pI1z4kOe4eiWs+L8A8U+pBfRAKyJARcjMDdGwE4V3YAwo6fd1ge8kFToGtNsP+j2B9S7B/ZT95/k1Ap5UgrHiEgBFyDAM9naCldig8786Fnih+GOXPCD1NGHsb5U0HmwxYvJkmE98aVRulqWZlMFA8IFGheHDWmtNJXGmDq+NYxX2wb8AeuH71sPtjBtkCxbbCNUCy25dIvEgJC4PkS4P5IcT/l/soXqyyL8mZNjNC/MyFkdWYEG2XB7dVUVgStzorANdkQYJf/muzwX5sdt9bmgJ/WzbU5Qd1Ymws3/smF61q+/+SG7z95cE3rKvWvG65oXf43Ly5R6/LholF+XFiXH+fXFTA6t/5lnDUqiDPrC8Jn/StGpze8Cm+jQji1QWtjYZzUOrGxCI4bFcWxjUVxdFMxoyObiuOwXYc2lcChzSVwcHNJeGkd2PwaDmx5Dfu3vG60b0sp7NXas6U09mwtjd1GZbBraxns3FoWO6ht5fCfUXls31Ye27ZXwFajitiynXoDm7e/gU3/VcJGo8rY8B9VBev/q4J1O6riX6Nq+GeH1s7qWKu1ZmcNrDaqib93au2qiVW7auEvrT931Qa1clcdrNxdByt218VyrT+oPfWwbM+bRku1u2RPfSym9jbAIqOG8NzbEL/vbYSF1L7GWGDUBPP3NcFv+5vit31N8ev+Zphn1Bxz9zfHLwdaYI5RS/x8gGqF2QdaYZZXa6OZXm3wE3WwLX70aosZ2p1xsB2ma/1wsD1+ONQe0w51MJp66C18rzWFOtwR32l9e7gTqMlHOmPSYa0jb+Mboy74+kgXTDzaFROOaB3thvFG3THuaHd8dewdfGnUA18co3ri82M98b/jvfCZUW+MPa51og8+Pd4Hn5x4F2OM+mL0Ca2T/TBKy0Nr5El3UCNO9seIU/3x8akB+Ehr+KmBGO49EMO0O8x7ED7U+sD7PQylTg/G+0ZDMOT0EAw+/T7eo3yGYpDRBxjo8wEG+HyI/tSZYXA3Go5+Z4aj79mPjN49+zH6GI1A77Mj0OvcSPQ08kCPcza9c24Uup8fbdRNu13Pj0HXC2PQ5cIneNvoU3S+8Ck6XRiLThfHoqPWWxc/A9Xh4v/Qnrr0Odpptb30Bag2l79Ea6Ov0OoyNQ4tL49Diyvj0dxoAppdmYCmVyYaNbn6NRobfYNGV7WuTUJDrQbXJqO+0bd485qW77eo5/sd6mrV8Z0Cqrbv96h9/XvUuj4VNbVqXJ+GGjemofqNH4yqabfqjemoQt2cgcpGP6LSzR/xxs2fUJHym4kKRrNQ3m8Wyt2ajbJGP6PMLWoOSt+ag1L+v+B1o7l4zZ+ah5L+81Ai4Fej4gG/oRgVOB9FA+ajiHYLBy4AVShwIQoFLcSrQb/jFSNPFAzyxMtBi/Dy7UUocHsx8mvlo4KXIO9treClcNPKE7wMVO6QP5DLaDlyhixHjpAVRtlDVyKb0Z/IGqoV9heyhP6FzGGrkEm7gIL1Y1/MPpli/8xwy6VfJASEgBAQAkJACAgBISAEhIAQEAIuSEBMFgJCQAgIASEgBOIVAeuaLV1ey6V4bZf32ajti05i2dj9gHkWSuHlctngPrcBYvPXbUFL5CmXA9wGrzCvHbkFBxYdNh+sow20h3ZRtBP6Z7naK5MQEAJCQAgIASHwNAhInkJACAgBISAEhIAQiKME5M3VOFoxYpYQEAIuQiDcvDPlIsbGGTOt69F0eZ2a4nVriu8cLt8aih7j7iA4xMY3b/bEmDMyLUq+/GKcKcNDDYnhilmzZqFJkyYO8WPGlStXxrvvvosLFy6gRYsWaNeunb7sz6v+AAc6KVKkCA4ePIj27dvDw8PDqGHDhvjhhx+QPXt2+Pn54cqVKw6L3NzczHcuJk+ejDFjxuDIkSOoUaMGkiRJgk8++QS9e/fG2LFjjduyZUsEBgYiRYoUuHTpkvHzve+OHTsiVapU+Pjjj9G5c2cTf8iQIejUqROuX7+Ot956CylTpjR2dunSBWXKlAEHY2nWrJmxb9iwYcZeb29vNGrUCKVKlYrSPsfKh3i4rW+++cbYwjK1bt0aLF+BAgUi8CpdujS6du0Kbrdt27YYPHiwYUC/p6cnChYsGCH+/Zt79dVX0a1bN5w7d86UsU+fPia9tb1s2bKhR48ehuX9aR+1TK7Mm/Xz3XffgTaxLORLl/XjnAfr/c0338SuXbtMeyFTxmM6tiMyr1ixonOSB/zJkiUDbWb7YV3+/PPPCAkJQZUqVUyeu3fvBuuMdeuh2xb9rMeiRYua8iulHsjTCiCr/PnzY+3atY6y0MZ69eqZsMyZMz/QNq20D3MtRqzXadOmoXnz5qY9sR5ZbtYr68K5PTGvsmXLgv0L9wN+HDx58uQMRo4cOZA7d24EBQUhb968IHuzQs+UUujyGG2X9cN9J2PGjKZNWPVGu1gfbKM62wQ3Je9UC+lnvqfLHW7eKw5fuAkhvSaBfXxk9yp5PKB0ApmEgBAQAkJACJjzxUmTJjlIbNq0CTzPdQSIRwgIgQRDwDpHpMtze4rXDnhOSa1beQlTPjulzzk1kvBwZM+dHCMmlUKOPCl0wFOeJHuXJZCucFbU+KUzUuRKp9uO7X+W/R+sgI/nXnm+0mVrVQwXAkLgeRPgsdoSj9eUdcwO8A/BeI8T2L3NT5tp63ebvZUHPYe8qpdlEgJPj0DmCnlRe1lvfR+PT0SE4+aeC9jj7olbZ3zNMZ9tlGJ7tdovraGfrujZE1i+fDmqV6+OoUOH4uLFiw4DBgwYgG3btpn7NI5A8bgkAdm/XLLaxGghIASEQLwhoJQyz7IopcyzM3wOgWMgcCwEjovAe/9U0qRJ4Sw+XyFKBmEQdxg4t0/62W4ptmO2Z7ZrjutBKWVr93CxH58Lskzmc12WX1whIASEgBAQAkJACDw1ApKxEBACQiAOEkgUbZuULaZSCsrmlbkQeGICujnZ85BWZQcRhWNjpPQeqKKIJauEgBBIWATYHyjdL7DUijNRjAgopaDUPfHCt/MNHl4U58VxqmsDhYEtQxzxj/iEoXqvi7gVcDdG25ZE8ZOAlEoIuBKBO9f9ca7cAISdvAgo6J9C6LBmUF1qgP0exX6Q4g1C9o/sJ5VSUOqedEKZhIAQcCEC1kOWdCk+5MyHnSl+pOHMiVv43uMoznvfhtLlSpLsBQyZUBalqmbVSzLFJwIFmhVDjSktobt0I/8Tvvhv0HJcP3rZfLDjzp07oNhG2FYolt9y6RcJASHwbAncv/9xmbL2U8savt5i+cUVAkLg6RCQXIWAjcC9Hpd9McV+2ZItDsyHBiy/uEJACAgBISAEhIAQEAJCQAgIASHgOgTEUiEgBISAEBACQiD+EOB1W5aGLq/lUrwfzg8OU9s8T2LJZ/vtH5IDXi6XFe6/1GeSWFfX+S3hVj6nPd9w/OOxFQcWHTYfrKMttIv2UbSXES2XfpEQEAJCQAgIASEQuwQkNyEgBISAEBACQkAIPAmBJUuWPEnyh6bluxzUQyPICiEgBISAEHgEAQX1iBiuuvq33357KqZb16Hp8vo0xevVFN85/GNLKHqOv4vQMAWlFArkeAFzPdLhtYIvPRV7YjvTmOZ38+ZNnDt3zqHz589PNKKgAAAQAElEQVSbD4pXqVIFP/zwgxnshB9rtvJPnjw5PDw80KxZM/j7++OPP/7A2rVrUb58ecydOxeDBg0yHyw/fPiwlQQlS5ZEkyZNcOPGDfDcwsvLC5UrV8aYMWOQJ08e7Ny5E4sXL8a1a9cwYsQI/PzzzyhcuLCxiWmY0SuvvILp06ejUqVK8Pb2Bj+yvHnzZpQqVQpTp04FB2ZhPCpdunSYOHEi3n//fdD2FStWYPXq1ciUKRM+/fRTE853yhmXisw+hkcl2j9+/HgEBwebMvn5+aFz586GWbZs2RxJ+d56165d8f3336NIkSLYsmVLlPEdCe0epRTat2+PKVOmmPR79+416QMDA832yJxs7NEf26GtzJv1w0FtWD/M+/PPPzd1xA+pp06d2uTLsgwePNjwS5s2rWHK+Ldv30bfvn3xxRdfIGXKlCbuw2bM7+2330aOHDmwadMmsG64PdYH64v1kzNnTqxfv96sY/0xnHWcOXPmh2Vrwrn+yy+/NHZfuHDBcNqxY4dpe/Pnz0fbtm1Nmz1z5oyJH90ZGXFfYP3yPhfbPOuR9cl6dXd3B+13zs/NzQ0sB79ZULRoUceqVKlSIV++fGa5bNmysNiaAD173LZboEABTJs2zZTRW+8Xy5YtM/sf9y22UZ1lgpySd6yFdDMHQ3fmNnluQUjPSeadYtYh+30eAygeEyxBfkJACAgBISAENAGe13zyySfaZ5s4CGDHjh1tCzIXAkIgQRDg+SELSpfnjBTPIXkuSf278hKmfn7acbqZM29KjPq2NHLkScFkT12yAdcmkK5QVtT45W2kzJ3etCFA4cAHK+Hz+155vhLyEwJCQAg8HgEeqy3xeE1Zx2z/W8EY73ECe7ff0j2tAvR11uYd3dBzyKuQnxB4FgQyl8+L2sv6QPFPAbf2XcS+/otwy+eaOeazrVJst1Y7pl300xU9GwK8rt6rVy80bNgQ//77r2OjNWrUMPdAJkyYgCxZsjjCxeO6BJTSO6Lrmi+WJ1ACUmwhIATiBwGl7h2DlFLmfj6fveAzBhwPgWMjUHw2gkqaNKl5zoV+URJhkSRuMnBup2y/FNsz2zXbN5+VUSpi24eL/Jo3b+6wdNGiRTh48KBjWTxCQAgIASEgBISAEHgaBCRPISAEhEBcJJAo2kbZx67gDS67N9pJJaIQeBgBtifbOmlVNg5RzW2MyMzmiyqurBMCQiChEGB/EA7OYZ8nlJLHfjmVUlDqnnjxmxfBeTGcF8UpXiCn3n4zHANbBdsG7QoPx9HToaje8yL8Au7GvmGSoysSEJuFgMsQuON7C2fLDkDoyYumT9NdGsKGNYXqXB3s7yj2fxT7Q/aL7B+VutdfKqVcprxiqBAQAjYC/L+SProUH27mQ84UP8Tjc9wPUzyO4typIH2SGY4kyRJjyPjSKFVFHrAlt/ioAs2Ko8b3rW3/U+iDwa1j17B9wB/wPXzRfLCDbYNiW2GbocjBcukXCQEh8PwIcF+0xP2UlvAMTUHRKxICQuDpEZCchYCdwL3+lv2w1SfbV4ojBISAEBACQkAICAEhIASEgBAQAq5NQKwXAkJACAgBISAE4gkBXrtlUejyWi7F++D84DC1zfMkln5+wNxhU0qhYPlscJ/zJpM8Nb39awvkrZhL56+gN4l1o7bCa9Fh88E62kT7aCdFu3VE84wXXZEQEAJCQAgIASEQqwQkMyEgBISAEBACQkAIPBEBDnDaoUMHnDp16onyuT8x3xym7g+XZSEgBISAEIguAesrDNGN7zrxtm7dilatWuHIkSOxZrTzdWhel6Z4nZriO4d/bAlFzwl3EXoH5h20/DkSY65HWpR8+cVYs+EpZ/TY2Xfq1Ak7duyIVGvWrMH48eNRokQJ8/Hx+zPPkCEDhg8fjvXr15v0dEeMGIE8efKgSpUq2L59O3r06AHrlzx5chN/06ZNJj4/lqyUAgdQmT9/vonPNPQ3aNAA6dKlw5QpU7B06VJkz57dyga5c+c2dnF7tJ35cfCVokWL6nsRyhGPniRJkqB169bgx5iZN8X8a9eu/UCZIrOPeUSmQoUKYe3atRg1ahTKlCmD3377zZRp1apV6NevH1KkSPFAMqUUXn/9dUybNg20mbY/LL6Hh4fJn9uxMlLqwfQrVqyIdHvkz/xZv1Z6y33Yuvvrc+HChahQoYK5b0OO5GPlwffxnblyW6wnbi+yslvpnF1yY70w7bx585A2bVqzmu/4s37mzp2Lbdu2mXbBeNwe7TCRHjFjG2GbcOY8YMAAZMyYEbSR7aBOnTomFzJmXZK5CdCzhzFi2Vi/5E67mT/rk/WqlNIpI04sE8vG7TFPa61SCtxXmEefPn2s4Aguy8oys+xMTz2s7TIhBx+y9kcrLvctttHFixebsjNeQlPyjrWQbtYQXexw3Za147kZoT2/Me8UR3avkscJSseUSQgIASEgBISAOXcdMoTHERuMOXPmmHMv25LMhYAQiM8ErHNCurx2QPHaAc8hqX9XXsL3n5821w7IIYdbcnhMKoXsuR/8X5Drn4Iky3hAIO2rWVBjTmekzJ1el4Z3SsJx4MPlOL1gtzxfqYnIJASEgBCIDgEeqy3xeE1Zx+xbfsEY73ECe7b76etCvDYUjuZv5UHPwa9EJ2uJIwRijUDm8nlR64/ejnZ4c+957B+wCLdOXzXHfLZZiu3Xas/cOP10RU+XwKRJk8x9qqlTpzo2lD59enz99dfgfbKaNWs6wsXj+gRkv3L9OkyAJZAiCwEhEM8IKKXMcy1KKfPMCsdBoPgMBsdGoDhWQkIVnxVr1KgRvL29HeNGPIzFrFmzHhnnYWkl/KVYZcd2S7Edsz1TfPZHqXvtXSkFV/oVL14cbIuWzZ6enpZXXCEgBISAEBACQkAIPA0CkqcQEAJCIE4SSBRtq+z/8yll90Q7oUQUAg8noKDsKy3XvijOQwkopRzUHhpJVggBIZBgCChdUko70jcQwhNKKQWl7okXwXkxnBfGeYGcsm4+dK4HvNcmVG9RaQHHzoShZq+L8Au4a5ZllpAJSNmFgGsQuOvrj3PlB+GO9yVjsFIKdz5qDtW5uuMmI/s9iv0g+0P2i0qpCH2lSSwzISAEXIaA9XAlXYoPNfPhZio0NBSnj/lhyqhjOO8dpPd1IFmKFzBkQhm8XjmLy5RRDI0ZgfxNi6Hm1DYwFa/7ev8Tvtj53gr4Hr5oPthx584dUGwzbDsU9M9ytVcmISAEngMB532Qfu6jNMO8whrOOZdEQkAIPB0CkqsQsAjc62/ZF1PWGnGFgBAQAkJACAgBISAEhIAQEAJCwNUJiP1CQAgIASEgBIRAfCBgXbely/tpFO9/84PD1NbfT2LJ/w4A+v4ar/gWLJ8V7j/XeyZF7zSvBdwq5tKbtn088V+PzfBadNh8sI620U7aS9F+GmW59IuEgBAQAkJACAiB2CAgeQgBISAEhIAQEAJC4MkJcBDWggUL4osvvnjyzOw5KO1S2nkmE68/bNy40QxGzEFYS5cujTfeeAMdOnTAsmXLEBgY+EzseB4buXHjBtq1a4fZs2c/9uZ5rWbXrl3o1q0bypUrB3KrX78++DH8gICASPMLCQnBwIEDMXr0aHNdKNJIMQxkPf7555/YuXOnI4dDhw6ZD/M7D97rWPkID+u9d+/eaNq0Ka5evfqI2LG3Orp1Elv2Xbp0ydQ/84u9UsReTnHdPg40zrYf3X2IbZEDL7Ntxh6lyHJSUJEFx5MwDkD+6quvYsyYMU9cIvZlzIQu+xGK16cpvnO4bHMoekwIR9gdpZkqvJwzMeaOTIsSBV5kMheRmCkEHp8Aj0dvvfUWevXqBV9f3wgZ7N+/H/zAeu7cuZE9e/YI62RBCLgKgeRv1US62e9DKWjpmecWhPWcZN4pjuxeJY8TFOQnBISAEBACQkAT4HWwHj16aJ9tmjx5Mj7++GPbgsyFgBCIlwSsc0G6vHZA8doBzx2ptcsv4vsvfKDPLI1y5U2J0ZNLI3vu5M+Qh2wqvhBIWygrqs15GynzpNdFUrpNKRwc/idOL9gNtjeK7Y/tkGK71BFj/Zo78xQJASEgBFyNAPtES+wjKfaZ7Dtv+QVj/KgT2POfvymWUgotO7uh5+BXzLLMhMCzJpCpXF7UXv4ulOLxHvDbewH7ByyGn/dVc8xn26XYjq12TRvppyuKfQJr164Fn3lwd3fHqVOnHBt455138N9//4HhkF+8I6CUindlkgLFdwJSPiEgBOITAaVsxyGllDkv5BgIFMdDoDg2grM4XkJC0cWLF/Huu++a87NNmzYhKCgIUZV93Lhx5tlUHx+fKONFlYese/GJ2Tm3V/rZjim2a0opW1t31f24efPmDtM9PT0dfvEIASEgBISAEBACQiD2CUiOQkAICIG4SSBRtM0Kt8WUG1s2DjKPHQL2ZqUzu+fTCzJFQYD7oNCKApCsEgIJjAD7A4rFtlz6RTEnoJTtordSNpcXwnlRnBfIrZsOL730khkcu2PdcAxqHWLfWDiO+YSiRo8LuOl/1x4mToIkIIUWAi5A4O61WzhTbgBCT12Cdfy4M7wZVMeqpn9jP2f1eez/2A+yP1TK1jcqZXNdoKhiohAQAk4E+P8kF+lSfJiZDzVToaGhOH3MD1NGHcV570AdLRxJkyfG4K9K4fVKmfWyTAmBQL4mRVH9+9b2l9nCcev4NewY+AeuH75kPtjBtkKx7bANUeRiufSLhIAQeHYEnPc9+innretTNudF8QsBIRDbBCQ/IRAJAasvpktFEkWChIAQEAJCQAgIASEgBISAEBACQsCVCIitQkAICAEhIASEgMsTsK7V0uW9bor3vfkBQ2rL7yex9AsvQAHQN9herZgN7rPr4Vn+Os1rgXyV8ujNGyOwzmMzvDwPmQ/W0UbaS7sploO2WS79IiEgBISAEBACQuAJCUhyISAEhIAQEAJCQAjEEgH+Hz906FCULl0af/755xPnyne+qCfOKBoZnD9/Hl27dsWAAQPg5eWFokWLgh9orFixIs6cOYNRo0ahXbt2OHjwYDRyc70o3t7euHbtGooXL/5YxvMazc8//2wGBT58+DAqV66Mhg0bmjxmzZqF999/H/7+tsEzTKB9duXKFRw9ehRlypSxXxOyr4gF59dff8VHH32EgICAWMjt+WUR0zqJicUc0Ll3797YsmVLTJI/9TRx3b6nDuCJNhDueH/2ibKJ44lHjBiBYsWKYenSpTGylH0ZE9LldWiK16UpvnO4dHMoekwMR9gdmHfOCuRMjHkeaVGiwItM5joSS4VADAikSZMGVapUwa5du9C2bVsMGzYMY8eOBY8b77zzDnj+RzdlypQxyF2SCIG4QSBZh5pIO3uo6eP5/0e45yaEvvO1eaeYbZzHAx4bKB4rLMUN68UKISAEhIAQeN4Epk6dijZt2jjM+OSTT8DBZRwB4hECQiDeEOB5IAtDl+eGFM8Vec5IrVl+XPl2AwAAEABJREFUCVO/PKMvHpgJufKmwKhJryNbruRM9uwkW4pXBNK+mgXVf+mClHnSm/9Z2LoODlsBnwW7zf/kbHtsh2yPFNsnAVgu/SIhIASEQEIjwD7QEvtGin0lr/f73QzGuFEnsfc/3r/klSCgZac86DGoYELDJOWNYwQylcuLWn+8a6xiy/Tbex4HBizCLe+r5pjPNkzdvXvXnBOwjTOy5dIvenICly5dwqBBg1CnTh2sXLnSkWHZsmWxZMkSTJs2Dfny5XOEiyd+EZD9KX7VZ4IojRRSCAiBeEdAKb5bC/M8pVLKuBwPwRLHR0ho+vzzz/Hqq6+Cz6LC/gsKCsLDOHzwwQcYOXKkiblu3bqHxntYeglP/FSYsQ2TLV2lbG1bKWXqSSmbaxZcaNayZUvkzJnTWLx7924sX77c+GUmBISAEBACQkAICIFYJyAZCgEhIATiKIFE0bbL/n+fUgoq2okkohCImoBuTvYI0qrsIKJwbIyUUrIPRkFJVgmBhEZA6QIre6+gtF+m2CGglIJS98SL4rw4zkGwrQGxOTg21bEeMLB1CHRsvXGFE2fDUKvXRdy4dVcvy5QQCUiZhUBcJ3Dnqh98yg1C6Okr0J2XnhTufNQcqmNVsF+jrL6O/R77P/aDSumezkmQnxAQAi5FwHqoki7Fh5j5MDPFB/O9j/lhyqhjuHD6ti6XQvKUL2LIuNJ4vXIWvSxTQiKQv2kx1PyhrS6yMvI/eR07BiyD76GL5oMdbDMU2xDbEqUjwnLpFwkBIfBsCTjvfxH9z9YO2ZoQSGgEpLxC4GEEnPvih8WRcCEgBISAEBACQkAICAEhIASEgBBwDQJipRAQAkJACAgBIeDaBKzrtXR5j5vi/W5+9JXavPAklnzhZRsAKhx4tWI2uM+q+1wK/dbcFshbKbfetjZEz9d5bIaX52HzwTraSrtpP8Xy6Chyn54QREJACAgBISAEYoGAZCEEhIAQEAJCQAgIgdgmsHPnTrz55pvo2rUrzp8/H+PszRP9nMU4h+glvHDhAgYMGICDBw+iffv2+Pvvv/Hdd9+ZAW6//PJLs9yvXz9cvXrVxPPy8opexi4Ua/PmzciQIQPc3Nwey+pTp05h3rx5Jt2vv/6Kr776Ch4eHli0aBGaNm2Kbdu2Ye7cuQ/kuW/fPvB6Dz/O+sDKJwzgtaT7syhUqBDWrl1rbLt/XVxdjmmdxKQ8vOZGxSTts0hD26hnsa2YboODY+/YsQOdOnWKaRZPKZ2Ceko5x7VsDxw4gCZNmuCtt96Ct7d3tM1zvt7Mdkaxf6L4zuHSzaHo+bVC2B2SVHgl94v41SMtiud/MdrbiCsRxQ4hEBMCSil0794dn376KTJmzIg1a9bA09MTPB9q0KABfvrpJ1SoUCEmWUsaIRCnCCTrUANpf/nQHDeVnqvFW3Cnx9fmnWKeX/K4wGMEjxvOilOFEGOEgBAQAkLguRHgNZF69eo5tj948GD8/PPPjmXxCAEh4PoEeA7IUtDleSHFc0SeK1JrVlzCtK/OQJ9KGuXOlxKjJ5dCtlzJ8ax/sr34RyDNK1lQbW4XpHTLoAun/2PR/6sfGr4SPvN3ge2PYntku6TYTnVEeb6SEERCQAgkOALsAy2xT6TYR/J6v59fMMaNOom9O/zBY7buUdGqcx70GFQQ8hMCcYFAxnJuqLm8L5snOLu1/wL29/eEv/dVc8xnW6bu3r1rjvNs69A/y9VemZ6AwIwZM1CzZk1MmDDBPMvArPhd4rFjx2LLli1o3Lgxg0TxmIBSKh6XTooWHwlImYSAEIifBJRSUEqZwimljJ/jIlBK2ZaViv/u/PnzUaRIEYwYMcKcC8Pp5+/vb7goFZEDn23huZwV9Z9//ok0nlIR0ykly0o9XQb3t1/WkVK2bdLvikqZMiWaN2/uMJ3PUjkWxCMEhIAQEAJCQAgIgVgkIFkJASEgBOIqgUTRNsz2HTHbza1oJ5KIQiBqAvdukNobWNTRE/haGyMys/kSOA4pvhAQAoYA+4Nw26dH7XMTLLNYIKCU7eK3UjaXF8g5CDYHw7YGxubDKFTHegoD24ToreraCA/HcZ8Q1Op5Htf97ugwmRIYASmuEIjTBO5c8YNP+UEIPX0Z+p87LSB0eFMkeqsK2J9RVh/H/o79Hvs/S0rZ+sQ4XUgxTggIgQcI8P9IBtKl+PAyH2Km+GD+qaM38Z3HMZw/HcRoSJHyBQz5qhRer5TZLMss4RHI27goavzQVv+Pwf84AP9Tvtg5cBl8D14wH+xg26HYltimKFKyXPpFQkAIPF8CSm9eKc61RyYhIASeBgHJUwg4EbjX38r5kBMW8QoBISAEhIAQEAJCQAgIASEgBFyfgJRACAgBISAEhIAQcGEC1vVaury3TfE+Nz/2Sm1acBJLvzoIXuGlClXKDveZdZ5riTv80gL5KnOQOQWlFDaM2gSv3w+Zj3TQZtrPclAsF421XPpFQkAICAEhIASEQIwISCIhIASEgBAQAkJACDw1AhwQtmDBgpg4cWKMtsGn+cM5i1Hq6CXitYV58+bh5MmT6NOnDwYOHIjkySMOypQkSRJ06tQJ/fv3x40bNzB58mQEBgZGbwMuEItl2b9/PwoVKoQ0adI8lsVbt27FlStX0LJlS+TKlcuRlsw6dOhgBgrevXt3BF5k/t9//yFv3rzIkiWLI4147hF4kjq5l4v4hAAJhOMpd6PcSJzSL7/8Ah57vvjii0faxf6IkejyujPF69AU3zlcvCkU70yAvkZNiuEomCsR5o1MjWL5XmAyV5PYKwRiTIDv2NeuXRtz587Ftm3bsGPHDqxfv958aD1PnjwxzlcSCoG4RiBZu+pI+8uH+tjJfl9bt2gLwrpPNO8UW/cqeYzgcYPSMWC59IuEgBAQAkIgYRNYuXIlKlSo4IDAa0l///23Y1k8QkAIuC4B65yPLq8dUDwv5DkitXr5JUz98owuoD6P1FOefCkwZvLryJozmQ575pNsMJ4SSFMwM6rP64pUbhn0/yHQCseh4SvhM3+XvnYVZsR2yfZJsb0SheXSLxICQkAIxHcC7PMssS+k2Dfyev8tv2CM8ziJvTv82YlqAa0650GPgQXjOxYpn4sRyFTODTVX9DVtlM9K3Np/Afv6/Y5bp646jvds12zfVntnEemnK3p8Alu2bDHPO3DAWC8vL0cG7dq1M/dDPvzwQ/A+iWOFeOItAdmP4m3VxteCSbmEgBCI5wSUUub9WudiKmULUyr+unyutFGjRmjfvj2OHDniXHyH39/f37BRysaB58ctWrTAzJkzHXHoWbt2bYR4StniKyWuUs+WAeuDUuredrns6mrevLmjCJ6enrhw4YJjWTxCQAgIASEgBISAEIglApKNEBACQiDOEkgUbcuULaZSdo9tUeZC4IkIKCh7esu1L4rzUAJKKQe1h0aSFUJACCQYAkqXlNKO9A2EEMtSSkGpe+JDJxwMm4NiWwNkc7Bs6q26CoPahDjinzwbhjq9LuC6391Ytkqyi9sExDohEHcJ3Ll8Ez4V3kOYzxXdV2k7FRD2cTO80LEq2I9RVt/Gfo79Hfs9SikdmUnsrvbKJASEgIsQsB6mpEvxoWU+nEHxwfxTR/3w3ajjuHjmti6RQorUL+H9caXw2huZ9LJMCZlA3sZFUeOHdvqYwWOAQsCp69g58A/4HrxgPtjBNkSxTbFtUeRlufSLhIAQeH4EwvWmZX/UEGQSAk+NgGQsBJwJsNd1Xha/EBACQkAICAEhIASEgBAQAkJACMQPAlIKISAEhIAQEAJCwFUJWPfJ6PKeNsX72/zgMJ+V2Dj/BJZ+ddD2YThdyEKVssH9p9ra9/yn9r+0QL4qecwHavnRug2jNsFr4UHzwTraz3KwPBTLR4stl36REBACQkAICAEh8LgEJL4QEAJCQAgIASEgBJ4ugYCAAAwcOBAVK1bEP//889gb49P8j53oMRJ4e3tj1apVyJ8/Pxo3bmx/f+DBDJRSqF+/PooWLYo9e/YYMVZgYCB69+6Npk2b4urVqwxyKKp1J0+eNFzeeOMNlC5dGnXq1MGkSZNAXo4MtIeD63L9X3/9hU8++QTlypUzcefNm4c2bdqgWbNmuHz5so4Zcdq3bx+qVq2KL774wlxnibg24tKlS5dADtWqVQOvuXz00UeoXLmyo4zOsX19fc12u3btCn5IlWnTp0+PggULOkcz/hQpUph39syC0+zmzZs4dOgQOChe8uTJHWtYdjIgZ5aZop9hXGdFtLiS+7///mvqjVy4zI/yf/PNNybqoEGDDFsy5PZq1KgBDw8Ps86a8brS5s2b0a1bN8O2bNmyaN26NThAH1lY8R7mRrcemf7+uFWqVAFtZDjXO4tcrTpRSjlW+fj4ONoNbe3SpQv26PboiODkYdl27dqFHj16wGpndLnMcK5ndPKpV68ezp49C35Al3aRJTlzPdmzDlgXrBOKfoZxHeNYCg4Oxvz5802dMB5tZBtlGNdZ8SyXZWf/QLsYP7L94FH2WXk9ymV5WK6m0dxXH9ZmuJ3I1tFOlmH27NmM4tC1a9fw6aefgly5vmXLluDHhS3+johPzaOgnlrecTdjXgcfOnSo6QP+/PPPKA1lXVjifs9r0LwWvWhjKHpMVLgTrgnq/fDV3C/gN4+0KJbvxSjzi7srxTIhIASEgBCIDoGk7aoj7dzhjqhqyRbc6TbB3KvkMYLHCso6djAi/XRFQkAICAEhIATWrVuHwoULO0C8+eab2L9/v2NZPEJACLgeAetcjy7PAymeF/LaAfX3H5cwbdxZe8EU8uRPidGTXkfWHMnsYc/ake3FZwKpX86MavO6IlXeDFBKX7PShT08fCV8fttp/mdhm2T7ZDul2G51lEfeI2AckRAQAkLA1Qmwz7PEPpBin8j7BX43g/HVKG/s2xWg+09dUt2Ftunihh4DX9YLMgmBuEcgY1k31FzZz9Fe/Q9exH73hbh18oo55rNtU2znVrtnKeinK4oeAT8/P/DZiLp16+L33393JCpUqBD4PMbcuXNRrFgxR7h44j8BpVT8L6SUMB4RkKIIASGQUAgopfR5YfwXn0t1d3dH+fLlsWLFiiirl8+tKmVjwmd2a9WqhcWLFz+Qhuu2b9+eIPgpZeOhVNx2H6gkFw/gM9qVKlUypbhx4wY8PT2NX2ZCQAgIASEgBISAEIg9ApKTEBACQiDuEkgUbdPsY1fIjaxoE5OI0SBgb1Y65j2fXpApCgLh4F8UEWSVEBACCYoAe0+KhbZc+kWxR0CpiBfsORA2B8Xm4NjWQNkcNJvqUDcRBrUJsT/sG46TZ0NRp+c5+PrdjT2DJKe4TUCsEwJxlEDYpRs4XWEwQn2u6D4K+owSuPNxc7z4VlXzISH2YVafxv6N/Rz7O0opZUqllM01CzITAkLAJQhY13DoUnxYmQ8tU3ww/+SRm/h21HFc9Llt+oYUqV7A+1+9hpIVM7lE+SaBoDAAABAASURBVMTIp08gb+OiqP5DW/AQwIEFAk75YueApfD1ugC2IbYlim2LbYyiVZZLv0gICIHnR4D77vPbumxZCMRzAlI8IRCBgPy/HAGHLAgBISAEhIAQEAJCQAgIASEgBOILASmHEBACQkAICAEh4JIErPvVdHkvm+J9bX7clfe5Ny08haXjD8PcCNeXd4tUzg73H2sjLv3azWmB/NXyGhNp18bRm+G18KD5YB3LwfKwXBTLyTiWS79ICAgBISAEhIAQeAwCElUICAEhIASEgBAQAs+IwJYtW1CjRg307t0b165di/ZWn/Z7w4cPHwY/9FmkSBGkS5cuSrtSpkyJatWqmXcJ9uzZE2XcqFauXbsWHTt2xObNm1G8eHE0b94cWbNmxc8//4x33nkHFy5ceCD51KlTwUHkOHCcm5sbihYtijJlyuDcuXOIzJaNGzeC107q1Kmjr7Hoi0AP5HgvgAz4Dl3+/PnBd+qYJjg42Nh3L5bNt2PHDpw6dcp8aJU8Bg4ciFWrVqFkyZK2CE5z2nXx4kVky5YNyZIlc6zx9vY2bYBltwJZ5i5duhgGGTNmNExoR1BQEGbNmoURI0aANlnx6dKO0aNHG3Y1a9ZEjhw5ULlyZbAuub5ChQomnyxZsnDxAfF6EpkPGDAAZMC09evXx/Xr1zF8+HDMmTMHjPNAQnvA49Sjl5cXevXqhZ07d6JixYrGLtq5adMmE37kyBF7rjaH9lh1YgsBmEf37t1NvZBdo0aNcOvWLdD+3bt3W9GMS7tZNm7z2LFj4IdG2c5Yx6yXfv36gR+3ZWTyYblTpEiBTJkyoXHjxsZGvmP5OPXC63bjxo3DV199haRJk6JJkyZgvqy3L774AhMmTACv63GbVHT5RWUf84nLIj/2eUuWLIGb3m9ZB8mTJ8ewYcPw119/PSPTw827tM9oY3FuM9zn2G9269btgb6V+4llMP3sM9lGqUUbw/DO1wp3+HmE8HC8mjsxfh2ZBkXzvmAlcT1XLBYCQkAICIFoE0jathrSzBsOfQgAD6RqyVaEdR1v7lXyOEHx2GEp2hlLRCEgBISAEIj3BPjdIv6/x2sULCyPGdWrV8eVK1e4KBICQsDFCPB8jybT5XUDivs1r4NRf/9xCVPHndHnjfoqtp7y5E+BTya/hqw57l0LZfpnKtlYvCeQqkAmVJ3XFSndMvDfFa1wHB6+Ej6/7jD/s7Btsp2yvVJsv4RiufSLhIAQEALxjQD7OEvs+yj2hXxu3u9mCL4cdQp7d/qb6zy640Tbt93wTv8C8Q2DlCeeEchY1g01V/ZztFt/r4s44P47/E5cNsd8tnGK7d1q/0RAP11R1ATmzp0LPmPw6aefmnvuVmw+J8D76G3btrWCxI3nBJRSjhLK/uNAIR5XICA2CoF4SECpe31yPCyeFCkKAhMnTgSfa5w8eXIUse6t4jOTXOIzlzynW79+PRcjFZ9RjHSFBAqBWCLAZ0KtrDw9PS2vuEJACAgBISAEhIAQiB0CkosQEAJCIA4TSBRt2+zXfJRSUNFOJBGFQNQEdHOyR5BWZQcRhWNjpPQeqKKIJauEgBBIWATYHyjdL7DUijPRUyGglIJS98QPR/BDHvyAA188oTh4NtW+biK81y5M26GMTp0LQ92e5+B7845elim+E5DyCYG4SCDs0g2crjgEYWeu6r4MWgp3RzTHix2qwOq/6FLs19i/sZ+jlGJfZksD+QkBIeBSBKyHKOlSfEiZDytTfDD/1BE/fDvqBC6duQ3dMSBVmhfxwfhSKFkhE+QnBJwJuDUqiurT20Ml0scEpRDofQO7Bi7DtQPnzYf72KYotjG2NYrpLZd+kRAQAs+HQPjz2axsVQgkCAJSSCEQkYD0uBF5yJIQEAJCQAgIASEgBISAEBACQiB+EJBSCAEhIASEgBAQAq5HwLpPTZf3sCnez+ZHXfmsxMYFp7Bk3CFbwcLDUaRydrjPqGVbjmPztj+3QL6qeR1WbRq9CV4LvMwH61gelovlo1heRrRc+kVCQAgIASEgBIRA9AhILCEgBISAEBACQkAIPAmBGzdu4PDhw7hw4UK0s/n+++9RsGBBTJky5ZFplI5BaeepTdYAbG5ublDq0VtjPBpz8eJF28BOXHgMnTlzBuPHj0e6dOkwa9Ysw2HYsGHG//HHH+P06dOYMWMGeO3DOduQkBD8+OOP8PDwwLRp01CsWDHUqVMHyZIlAz9g6hyf9bJhwwa8/PLLKFAg6sErmG7Tpk2mTjJlsr1PU7RoUeTNmxfMg3lZdjAut5U2bVrzMXwrPDKXbWL69OnGvkaNGkVgyw/mZ8iQARZLpl+2bBm8vb3Rt29fw4JMxo4di8WLF5uy7t2717BhXEtXr15Fq1atMHXqVDDuRx99hM6dOzts4zrm88orr1hJIrj79+83rGnHr7/+iq+++grkO3v2bGPbnDlzcPLkyQhprIXHrcdFixYhODgYX3/9Nb788kvQLu4DI0eOBK9v7dixA9aPnO+vk8DAQPADtwEBAfjss89Mu2F7od1NmzY118ys9HTJf+HChaYcHLyAfLhNlo1l5LXCv//+m1FBPu7u7qZNksXgwYPRsWNH8H3xx6kXsuIHc2vVqgVuk/ZxW/PmzUOJEiVMX8E640Yfh19U9jGvuCrWI/fl+9s19/s+ffqYen82tiso+4ZYR1u3bsXmzZuxceNGs49zP+d+7Yo6d+6cvWSPdth/8tjDfdA5Nq8pU9wPKdab58ZQdJ8I6Evo4GGhUJ4X8NuI1Cia9wXnpC7nF4OFgBAQAkLg8QgkbVMNaX4dDvBAqqWWbMWdLuPMeRePGRSPIbD/nP32IHGEgBAQAkIggRLImTMnlixZgpQpUxoC165dQ4UKFYxfZkJACLgOAev8ji7P/SheN+Bza9SqZZcwbfw5fbqojNwKpMAnk19HluzJnmshZeMJg0DqAplR9dduSJU3o2l/eoYjH/8Jn193mv9Z2EbZXtluKbZjkrFc+kVCQAgIgfhCgH2bJfZ5FPtA3gu7eSMYX3icxP5dAewqwVm7rm54p3/U908hPyEQRwhkKOOGmn+6g21X6Zn/wYvw6v87/E5cNsd8tnWK7d7aD6B/9GtHpkgI8LkD3gvv0KEDnO/RN2zYEFu2bMEnn3zi+H8+kuQSFM8IKKUilEipiMsRVsqCEIhjBMQcIRBfCCiloJSKL8WRcjwmAT6bWKpUKQwcOBA3b96Mdmp/f3/wGbiaNWuCz4BGlZDPM0a1XtYJgScl0Lx5cyRPntxkw/bG/yvMgsyEgBAQAkJACAgBIRALBCQLISAEhEBcJpAo2sbZx67gDSy7N9pJJaIQeBgBtifbOmlVNg5RzW2MyMzmiyqurBMCQiChEGB/EA7OYZ8nlJI/+3IqpczNMKVsLgfG5iDZHCybg2ZT/KAD1a6Ownvtw7SRunbCw3HqbCjq9jyHazfu6DCZ4jEBKZoQiHMEwi5eh3fFIQg7c1UfJ9gnAXdHNseL7Subj9Cwz2L/RbE/Y7/G/o1SSpnyKGVzzYLMhIAQcAkC/L+RhtKl+HAyH1Km+GD+ycN+mORxDBfP3tZ9A5Ay9QsYOq4USpTPyGQiIfAAgTwNi6Da9HZQiZRpMwHe17F7wFL4HjgPtim2LYptjW2OYiaWS79ICAiBZ0uAZ3AK6tluVLYmBBIOASmpELiPgPS39wGRRSEgBISAEBACQkAICAEhIASEQHwgIGUQAkJACAgBISAEXIyAdX+aLu9dU7yPzY+58r72xgXeWDrhiL6DprSAolVzwH16zThdyjY/t0D+6vnsNipsHrMZBxd4mQ/WsVwsH8tJsdyMaLn0i4SAEBACQkAICIFHEpAIQkAICAEhIASEgBB4KAF++NzT0xNTpkzByJEj0bNnTzRt2hTly5eHm5sbkiZNinTp0qFQoUJYvnw5Hufn6+uLd999FzVq1DAfUX9YWr45TD1sfWyEnzx5MkbZXLlyBUFBQY+d9r///sPFixfRqVMnvPrqq470Sinwg6TFixc3TBjHsVJ7ihYtiuzZs2vfvSlfvnzInz8/du/ebfK01hw8eBDe3t6oV6/eIz9Oz0HovLy88Nprr5l37ZhH+vTpUaZMGZMH82IYRZu4LdrNwewYFpmYp4eHh0nfrVs3lCxZ0hEtMDDQ2Mt2kyZNGhNOjrTXzc3N2KyUMuGcMU6ePHnA6z+8FsQwS8mSJTMD6Cl1L761LjruqlWrTB12794duXLlciTJli0bWrZsaZbPnTtn3Ptnj1uPvJYVEhKCy5cvw/n6Vf369bF69WpwgAFrG+R3f52cPn0aR44cQeXKlVG1alUrKvg+5Ntvv/1A2zh79ixu374NDlTA8jgSaE/evHlNu6BNevGh0+PWC+uH9XT16lWwnq2MWYczZszAzJkzkSVLFhP8uPxMIhebsR537tyJwoULg32nUrZ2qpQCP/rKffrZFCncvAfFbX377begLQ0aNEDdunVRq1YtVK9e3ahatWqmbbF9uYoWLFjAYkVb/PjzgAED8MYbb4Af27UScp+k2H49N4ah6/hw3NUHn3CtQnkS47eRqVEk7wtWdFd1xW4hIASEgBCIAYGkbaoh9a8fwXYw1QeGJVsQ9vZX4DGD4vHDUgyylyRCQAgIASEQjwlwwJr58+c7SnjixAmULl3asSweISAE4jYBnuPRQro876N47YvX06i/ll7C1PFnHdf53AqkwCeTX0OWbEmZ7HlKtp2ACKTKnwlVf+uOlHkz2P9nAY58tAI+83bI85UJqB1IUYVAQifAY7UlHq+psLAw8z24G9eD8cWoU9i/O8Bc2gnX83Zd8qC7e/6Ejk3K72IEMpRxQ40/++sWrK9Patv9vS7Cq99C+B27ZI75d+7cAcX2b+0POprjXJV+EQyrTz/9FHXq1MGcOXMcSPjcw/Tp08HBZ8uXL+8IF0/8J6CUMoVUyuZygfvQodNhcNZhvfwoHTkdikfpqI5zTyE4ejpyHdPhx7xDELmCdXgwjns/Wid0nBPet/EondRxHtCpIJx00intj1qB8D4VPZ3W8e4pAKdPRZSPXnboZAB8IshfL9t05qQ/HqWzOs7Zk7cQlc7p9Q/KD+dOap24p/PaH7Vu4sKJR+uijnNPN3DxROS6pMMdOn4Dlxy6rv1GuHz8+iN1Rce5ctwXj9JVHSeiruHqcbuO2dxr2o1aV+F7LHq6ruNdP3YFUemGXh9BR6/ghtFl7dp08+hlPFqX4Hf00bql40TURdw66qQjF+Gvl/3pRqoL8D9iU4B2o1KgXm/TeQQeebiC9LoHdPgcgpx0W/sfpeDDZxEdheh493QGIYcfVKgOMzp0BqEPyEeH+SDs0KPFPteSUrZ+WCmby3Cl7vm5LIp/BPhMauvWrdG4cWPs2rXrsQu4b98+8Fnbhz3b6ZzhmjVrEBwc7BwkfiEQqwT4fDOfB7Uy5XP3ll9cISAEhIAQEAJCQAg8IQFJLgTwwXJBAAAQAElEQVSEgBCI0wQSRds6+7UepeyeaCeUiELg4QSU+Xwe1yvORNEgoJRyUItGdIkiBIRAPCegdPko7UjfQAhPWUopKKVgDYxNl4Nl8yMRHDyb4mDaVNvaCu+1DzPx9Qze58JQr+c5XLtxB/KLrwSkXEIgbhEIu+AL74rvI+zsVUCZCeEeLfBiu0rmg0TssyyxH2N/xn6NUkonAKCUzYX8hIAQcBkCfHiSxtKl+FAyH062Hsw/cfgmJo8+jsvnQ8A9PHXal/Dh+FIoUS4Dk4mEwEMJuDUsimrT2yPxC4lN2wn0uYHdA5fBd/8589JHWFiYPAj/UHqyQgg8ewJ8ZYXHgWe/ZdmiEEgIBKSMQuB+Aux17w+TZSEgBISAEBACQkAICAEhIASEgBBwbQJivRAQAkJACAgBIeBKBKz7YnT5nATl/KzEhvmnsHj8IfMht3CEo2jV7HD/oYZLFLH17BbIXyOfzXZ9OXrT6E3wmn/AfITN+T49y8zys1CWS79ICAgBISAEhIAQiIqArBMCQkAICAEhIASEwD0CZ8+excyZM9GhQwdkzZoVJUuWRIsWLdCnTx+MHj0a06ZNw5IlS7Bt2zacPn06Vj6K+e+//2L8+PE4evQoIvvxnQ8qsnWxFZYvX74YZZUmTRokSZLksdPy46NMtGHDBowdOzaCJk6ciEuXLsHX1xf3f5y0YMGCSJw4MZM6lDJlStSrV8+kYb1wBa+LrF69GrSvTJkyDIpS3t7euHnzJooXLx4hHj98z/eEN27caK7LcCW3ceXKFTRs2PChZT9z5gz69euH3bt3o3v37mjfvj2UuleLLN+pU6dA25SyhSdLlsxw4MB4adOmxYULF7B+/XpMnToVb7/9NlauXMnNP6B06dIhe/bsD4RHJyAoKAi0I3Xq1HBzc3sgCT8wu2rVKlSpUuWBdQx43HqsUaOGeS97+PDhaNCgAUaNGoXNmzcjJCSE2UVQZHVCJn5+fihcuPAD7SBjxozInz/iYCVly5YF7e/YsSNu3LgBLy8vs/+OGDEC/fv3B/OKsNFIFh63Xvgh0yJFipiP8r755pvo2rUrfvnlF5w/f97RhqzNPC4/K50ruVevXgXZu7m5ge3M2Xbuu6xL57Cn51dQTy9zl8yZ+96ECRNMP8U+01mLN+uL0JoYmSml0KpqEhRxe8ElyxnRaFkSAkJACAiBmBJI2roakrSqaj866FyWbEGY50ZzfmMdQ3SoTEJACAgBISAEHiDA/41/+uknR/jOnTtRu3Ztx7J4hIAQiJsEeI5Hy+jyeTTKeg6Pz6r9tewypk08D6WUkVuBlPh08mvIki0Zkz1nyeYTGoFU+TKi6vx3kCp/JlN03SxxdMRK+Mz9T56vNERkJgSEQHwmwGO1pbt374LisZq6cT0YX472xoHdgdBHbC2gQ1c3vONeID4jkbLFYwIZSudBjb8GmBIqpRB4+BK83Bfi1vFL5pjP81WK+4G1XzAy/XQTuhYtWgQOEPvRRx/h8uXLDhy8b75jxw5069bNESaehEFAKWUKqpTNNQt6ppRC0a7XjYp19UWxLtQ1FO9yDSW6XEWJt6+i5NtX8Jpdr799GaW0Xu+sXaNLKN35Esp0voiyVKcLKKdVvtN57Z5H+Y7nUMGuitp9o+NZUJXeOoPKRj7a9UGVjqdRlXrLG9WMTqH6W6dQo8Mp1NSq0eGkdqkTqNXhBGq3P446RsdQt71Wu6PaPYp62n3TrvrtjqB+2yNo0PYwGmo1ansINh1EozYH0biNF5poNW1zAE2126ytF5ppf/M2+0G10G6L1vvQ0mgvWrXei9at96AN1Uq7RrvRttVutGu5C+1babXciQ5GO/BWyx3o2OI/u7ajUwubOmv37ebb0MVoq3a3omuzLejafAu6Nd+M7kab8E7zTejRzKaezTbCqOkG9Gq2Ab2126fpelDvNl2Hd5usQ98m/zrUT/vdm/wD98b/oH/jtRigNZBqtAYDG6/GwEarMUjrvUZ/YzDV8G8MoRqtwvtaQxv9BaOGf+IDo5X4sOFKDGuwAsMbajVYjo/oN+5yfFz/D4wwWoaR9aml8Ki/FKPeXGLXYox+U6veYozR7if1FuFTI0+MreeJz+r+jrFan9VdiP9R9Rbgc6rufHxRdwG+1Pqq7nx8WWc+vqrzG8YZ/YrxdX7FhDrzMKH2PEysPRdfa02s/Ytxv9H+b2r9gklak2vNwbdUzZ/xndFs7c7GlJqz8D1VYyam1pilNRPTtP+Hmj9heo2f8EONH7VLzcCMGjPwY/Xp+MnoB8ysfk+zqk3DbKOp+Lka9T3mVPsev1SdgrlG32lXq8p3mKf1a5Vv8ZvRZMyvolV5MhZUnmS0sPI3oH6v/DUoz8oTsUj7F2t3caWJWFxpApbYtbTSeCyrNA7L3hiHP4y+wvI3vsIKSxW/xEqtPyt+AeqvCp9jldH/8HcF6jPtfobV5cdijV1rtftP+U/xr9En+LecVvkxWKe1vtxoUBvKjcJGuzZpd3NZD9g0ElvKUiOwtewIbCvzMbY79BG2lx6O/0p/hB1aO7Wf2lV6GHaVGobdpT7EHqMPsOf1D7C31FDsfX0o9r3+PvZr/wFK+720Drw+BF5aB18fjEPUa+/hsNEgHHltEI6WHIijdveY9h8vOQDUiRL9cdLIHadKUP202w/exfvitF0+2j1T7F2cKf4uzhbrg3NaZ4v11m5vnC/Wy+hCsZ64aNQDl7R7uWgP2PQOrhTVKvIOrhbtjmtFusO3SDej60W64s6pi7B+SikopazFCH5HoHjiHYHChQtj//79MS4Xz+8CAwOjlZ7nxGvWrIlWXIkkBGJKoHnz5o6knp6e4PPJjgDxCAEhIASEgBAQAkIgxgQkoRAQAkIgbhNIFG3zwm0x+U+6zSdzIfDkBOzNSmcULhcVNYXIJqXuXXjleu6D4fSIhIAQEAKaAPsDSnthuUpF7De4ThR7BJSy8eUA2Zb44RAOnm0NpM0Pe1BtaifCe+3D9MbDdf2Ew/t8KOr2OIur1+/oMJniHQEpkBCIQwRCz/vi1BtDEXruGnQHZBQ+qiVebPsG2D+xv7Jc9l/sx6w+TSlbP6eUzY1DxRJThIAQeAQB/r/IKHQpPozMh5L5UD514rAfJo06gYtngxGuTx5TpX0JQ78sieJlMzCZSAg8kkCeBkVQdXo7ILEybSjA+zp2DViKa/vOmgfh2c7Y5tj22AYpZmq59IuEgBB4dgTkdO7ZsZYtJTACUlwhIASEgBAQAkJACAgBISAEhIAQEAJCIP4TkBIKASEgBISAEBACLkPAuh/N+9SWeN+a969DQ0Ox/rdTWDLxqHlXgffPilfLAfdpNVymfDS01awWKFArvy4Dl4CtYzbj4PwDD9ynZ/ktHpZrSyFzISAEhIAQEAJCIFICEigEhIAQEAJCQAgkaAL8wOCyZcswePBglClTBrly5UKXLl0wd+5cXLp0KVpsUqdOjVdeeQXZsmWLVnznSAUKFMC8efOwYMECFCxY0HmVwx+ufZR2ntqUKZNtYJzjx48jOtcTvL29jS25c+cG30czCzGYbdmyBfzQ4/3y8fEBr+ncvn07Qq58/y1CgH2BdZcxY0b8+++/CA4OxoULF8CP1JcuXRq00R7toQ7jMl6+fPkixGH98EOrtPPKlSsmb24ja9asKFq0aIS41sJ///2HHj164PTp06ZdvfPOO7jf7sOHDxtuxYsXt5IZ99q1axg2bBgqV66MRo0aYdCgQfjhhx/g6+sLls9Eum9mvQt4X3C0FlnXvJaUMmVKpE+fPlppIotEPvfXIZfvr0eWa+LEiaatX716Fdz33N3dTXlZbpbfyj+yOjl79qy1+gGX70imSZMmQjjLt2rVKjRo0AC1atVC586dMWbMGPBjtiwv362MkOAhC7SL9tH+R9VL8uTJ8b///Q/t27c3dbxv3z5MmDABjRs3NnbQHtrlvKno8nNO4yp+1vOtW7ceam7mzJkfui52V/D9/shzfOONN0BVqlQJrqTISxO9UPZ3s2fPxtKlS/Haa69FSMT2OWMg0KjcXdsryeHhGDUrUCsgQjyXXBCjhYAQEAJCIGYE9LHgZqvRCF6wTh8b9H8m+mbr3ekDoJpUMP878NgRs4wllRAQAkJACCQUAm+//TY+//xzR3FXr16NVq1aOZbFIwSEQNwiYJ3f0eW1Q8p6Do/P4v259BKmTuB1On29RZ8ruhVIgc8ml0TmrEnjRkHEigRJIGXejKgy/x2kzJdR/5+iEeh/XY6OWAmfuf/J85Uah0xCQAjEPwI8Tjvr7t27oHispnyv3cbno05h/54AfT2Hnx8NR4duedC9X/74B0NKlKAIZCidBzVWDdDtWp+L6pIHHL6EA30XwO/YRXPM53krxf3B2kd0NH1+oE8O6EmAOnr0KHr27AkOxrl+/XoHgapVq5r75rx/nyVLFke4eOIvAaXUA4VTSuH+Z07MvgP90//v6Z2NHi19LNHLetJ+2/5k2wv1XAcyjY5hW6eXjV9Hs4XrYJ2RLVjH14u2ufY4hduW9Fyn03O93+pcLL8J0DO9rCedSvutyR5gd3QiM9nW6kA92eLTAC7YlvTcbsX94XpZTzq9jmw82uWS9tvKw2VKBzIXR7htWQdpA2x52+JHEm4iMVyLWWnpyRZq99BhAF2Kfsr4dTJODr/2cIvasW3b5mEUncQsmHC9oMNsy7b49GsfHbOSfpt0RD1xhU26mLpO6NfBJq7NZcjDy8k4dpmI2gy9SK927k06QE+2XO0eOoxAlzIrjYehVDjC6ZgVzNe2krbQVoZwtS4NHb2ofWYF49n8eq7Xcc4w7dV5MQrz4JJOZHMiC7cnocMc7BFtSXSgnnQqR+iD4Yzw4GpHPJtHz7VBJqp2bRmaJVMXdp/JxWaDnut4etJhXKtlFuja8tJzs84WrOPblvSck17WUXXmXNCb0wt6YhrGp7jCHsRgHYchTuJKLT3Z1mmPnkxcBtBPmW0Yjy2t3jJX63g6UE/aY1awLmzb1YF6ihjOgIiyxWcYk2tXT9yWzeHcFm7y1DOGcNsMNbIFOLzGKB2mJ7NpulSEcBPbrLbNdAQ9mSic6c3oGDrETPatMVAv2xLo1Xqy+mKlFJRSOkSmhELg0KFDupmG41k8Q7d27dqEglXK+ZwINGvWDEWKFDFbP3nyJBYvXmz8MhMCQkAICAEhIASEwBMRkMRCQAgIgThOIFG07bNf81FKQUU7kUQUAlET0M3JHsHWqpSyufZAcSIQsLFRSsk+GIGLLAiBhE1A6eIre6+gtN+alHJeskLFjS0CStn4KqUcDyzwYyX8GAc//EDxoxFU69qJ8F77MCiljHwuhOHNXmdxxfcO5Be/CEhphEBcIRB23hfelYYi7Nw1KBqlZ+GjWuDFNhXBfsnqo9hnUey/nG/4myS6z6IrEgJCwHUI8KEjWkuX4kPIfBiZD+VTxw/dxDcex3H5fIjpU62AoQAAEABJREFUG9KkfwkffvUaSpTLyGQiIRBtArnrF0G1GR2Q+MXE4OEi6MwN7Bm4FL77zpkH4dne2PbYBtkWKWZuufSLhIAQeDYE+Jzns9mSbEUIJCwCUlohIASEgBAQAkJACAgBISAEhIAQEAJCIP4TkBIKASEgBISAEBACrkGA96Ep6/40Xd6v5n3r0NBQrPvtFJZ8fUQXJtx8EKN4tRxwn1pdL7ve1HJmC+Svmd8YrkuDLWM2weu3/Q/cpycDMmFEy6VfJASEgBAQAkJACDxIQEKEgBAQAkJACAiBhElg2rRp4McGc+TIgcaNG2PcuHHYsWPHAzBSpUqFOnXqoHPnzvjggw/w9ddf47fffgM/jH7s2DH4+/vj5s2bOHz4MBo0aPBA+qgChg0bhiNHjqBNmzZRRYPSa/nMvnae2lS8eHHwo+78oOjly5ej3E5gYCC2bNkCvptWsmTJKONGtTJZsmSYPn264U72kalKlSpRZeFYlzt3bpQuXdrUw9mzZ3HgwAGwHKy7xIkTO+JF5mEdcttFixZF6tSpI0RJnjw5qlevjnPnzjnyZl1XqlQJ2bJlixCX12CWLVuGAQMGIDg4GJ999pkZzE4p1uC9qLxutWnTJhQsWBCZMmVyrCBXDw8PcBC82rVr47vvvsOqVauwdetWLF26FGXKlHHEjS2PUsq8G00Gvr6+iMnvcepRKWXKMXfuXPCDsuPHj0ejRo1Azizr2LFjDTvaE1md5MyZ86Emkuvt27cjrN+wYQNGjRoFpRSGDh0KT09P/PPPPyD/kSNHgrZHSBDJQkzqJUWKFBg0aBD+/fdfLFiwAO7u7ihcuDCuXr1q7Nm+fbtjS7QhtvYDR6ZxyJMxY0awH32YSazrh62L3XAFZc+Q/f3Fixdx/fp1BAQEmLa4bt06UOzb2W5cQexzqAG6z7EXLVrOe++9Bw700bFjxyjjT+13Bw3KhELvPkajZwdi1MyAKNPE9ZVinxAQAkJACMSAwN1w3Gw9BsG/rwd4MNUHhpAp7wKNykF+QkAICAEhIAQeh8D777+PDz/80JFk4cKFeOeddxzL4hECQiBuEOC1BlpCl8+fUbzuxufwqJVLLmHaxPM6ijk5RP6CqTB2UklkyppUh8WNSaxIuARSumVA1QU9kKqAvu6um6iecHzESvj8sl2er0y4zUJKLgTiJQEep1kwuhSP1xSP1dS1a0H4csxpeO0N0pdzFPTlHHTs7obufW3PnzOtSAi4MoH0pfKgxqqB0K0bSikEHb2Cg30XwO/oRXPM5/krxf2C+wjF8lou/QlFEyZMQN26dcHnY6wyp0mTxjz3wnvZNWrUsILFTWAElNJ7kF38BjWfq8mfLRz5slJ3kS/LXbhluWNTZu1S9rA82s2j1+XJfBeUm1nWfmdXr8ttX6abO0s4cuvl3Dp/49qXczm5Nn84cuk49BtX+3PqOFzOSb8RYPxZgBxaObNy+Z5ycFmH58iqkEP7/8/eWQBGcbRh+J0QCBDB3d2txd3dKe5S3Ev7t1Ao7tAWKBR3d2gp0EKLFFrc3d0CSZAEzT/vXPa4YE0gQOS73Lvf7Ozs7MyzO99ebmfmkgTYxNpSXLesFeZ64oROMDaRtlqJ9LqjEjOO0vEJtWzbIiFRIpsS6m0JdTjhizZhJCQw8bTOSGjCziaO8c9li4uf2BnxE0fS27VN5Gy3tnhnxNdxVLxEkU04XuLIMNLrjItrrWtrwjo+LpU4Crge11gdTqSlw3G0GEdLxU3sgjhJooDhOAxbYlwSF8TW6WPrOLsYR+m4WImjIrYOx0pisyZs4l3AuFgB2xiOqdMa6bQxtUyctgzbFA0xkzxXDB2OkTQajNVhDy1bODps4eh6m1ZSmzy0NUoSXW+PDvekruA6rbvZ5gr3JFo63t0ouknjrre563W3QHKDbd1mXZNqm8wVrvY0bjpM6bhk2lI6DdNF15Zy1XHRtVyTuoPr0ZPRatE6KJoO2+SBF23UZIzzgLHJPfR2DxPmetRkMWzh5Npqueh1KqoV1uldrDC3MZw8JkyctlF0XJRkMRFFx0fhut3GRGQTz206bLbZbOQUAVbHOSePBWfLmniua6WIhcjcpq0zxbBWpBSxEUmv26wOJw+QjnfSsscHhJ1SxIGTDjsZy7BNSq9TjLfZuKC1SYf19wQqpbYmXVxAW6TQVseBYjhA/rSM0/LX4nZam+LhuWU4Hp6ljKfj4hn7YvhZyvg6Pj6eptJW66leDyTGpU6AZ6kS4lnqhPBPk8j036M/ppRSge5KSgVeD7RRVsINgevXr+Pbb78F78nvq1Lsr/m+8pZ8hYBFoGbNmlbQ9Ne1r0hACAgBISAEhMB7JiDZCwEhIASEgBD4WASc/uvASinzQEsvTVI+sPI3IVkIgXcnwOvJlou/uc5sYVkqpQJBUIrr/iaOzGwhsyoLISAEIjgB+gN/cKlBaF+hFP2FDsv7vRNQysZaKWV/UMaHJPwxbU5gQvGHtqk6ZSLhi4ZP4O/vD+jzdeHKY1RocxE3PJ/odXkLASEgBEKOwJPLnjhT6H94fPm29jb0OFr9aiFK3YKgP7J8E30VRb/Fh/yUUs/9WsiVSHISAkLgQxDg/4k8Di07HlPshMxO+dTJI94Y2+8Mblx5pJ2CP2LEjoJvRuRE9rxxuJtICASbQPKKWVB0SgM4RY6krynA94I39nZdCc/9l0xHeF53vAafPXsGitcmD2JZhkVCQAi8XwL8ZKcUl+/3OJL7awnIBiEgBCIUAfG3Eep0S2WFgBAQAkJACAgBISAEhMBzAhISAkJACAgBISAEhIAQ+IgE+PzZUXw2zefUfF79+PFjbFp4DqvGnNQl5He4CjlLJkXnn4vr9bD7rjWjFtKWSWsfd/HvwG04vOCAPKcPu6dUSi4EhEDYICClFAJCQAgIASEgBISAEAgnBDixee7cudGmTRusWLECd+7cCVQzFxcXlChRAv369cO2bdvg4+ODdevWYcaMGRgyZAg6d+6MOnXqoEiRIkibNi1cXV0D7R+UlUqVKmHv3r0YNGiQ/f/7N+3HkcP+XLwp0TtuS5w4MUqVKoWzZ8+CP8DG71isLM+cOYP69etj+PDh4ESj3L57927kzJnTyEpHy+9jHj58yKBdZHzhwgX7OgOpU6eGr68vduzYwdVAunfvnvkBuLp164LHDrTxNSscG1e0aFF4eXnh33//BScrTZEiBbJmzfqaPZ5HX7x4ESxf3rx5n0c6hAoVKoR48eJh/fr12LRpE+7evYvChQu/dO7+/PNPDB06FHHjxsWECRPA8iilHHKyBT09PXH48GHkypXLjPOzxQLnz5838fnz50fv3r3B8sSOHRsc+/fgwQPD3kobUjZatGhIlSqVuc6vXbv2UrZsA7wupkyZ8tI2RgTnPHrpc9O2bVu0bt3aHM/Nzc0w+u6777B06VKkSZMGp0+fNnxfd04SJUoEDw8P7Nq1Cy9eZ97e3ub6Zbks8TrgtdyrVy/Url0byZMnh7u7u9l88+ZN8FozK29YBPe8rFy5EmXLlsVvv/1mxpyTb5MmTTBr1iz06NHDlPv48ePmiMHhZ3YIwUVQ26p1SD8/P/B7V2ud9ty5c+ZcMvw6sT3EjBkTR48exe3btwMl4zk8duxYoLj3t2KfheG/DhFut5cpU8b4x5EjR4L3OseKKqWMT1PKZjnOmBrf/jEqfPrIjFGGvhENmHUf302/57irhIWAEBACQiA8E3j6DF61++Ph0i1m/LC+WcD3p7bwr5zXfM7hvUIp271DKRWeSUjdhIAQEAJCIIQIDB48GO3bt7fnxu8bvvzyS/u6BITAByQgh3oFAfbBYzQtv1Oj+H0Q++FRv628jkk/XmESLX+kTueKwWNzIH7CqHpd3kIgdBBwTREHRRa2hluaeOY7LT5aOdXnN1yY86/0rwwdp0hKIQSEwDsS4H2aWdBSvF9TvFdTtz39MGLARRza/0B/ra+fjejv9hu3SomWHVJzN5EQCDcEYn+aAsV/72q/zh+cuIHDHRfB+/hVc8/n51iK7YNthWLlLctweBb7uJQvXx7du3cHn+ladW3RogX27Nlj+r1YcWIjHgGlbN/nK6Xs3/VHdYmEbaP9sXn4I2wc4of1A+9j3YD7WNPvLtb0v4dftKVW97sHalW/+1jV/z5Waq3o/wDU8v6+WEYN8MPSAC0Z8BDUYm0XD3yERQO0Bj7GQq0FA5+Amj/oKah52s41eoY5gyh/zB6kNRiYZaQwc7BNMwY7YfoQm6YNiYSpRs6YMkRraGRMDtCkoVEwaWgUTBzqgonDXPCz1oRhUUGNHxYNP1HDo2NcgMYOdwU1RtsxI9zwo5E7fhjhju9HeBiNHhkD1ChtRxrFxIiRVCwMH6k1KjaGGcXB0FFxMGS01qi4GDzapkGj42GgUXwMGK31fQL0D1C/7xOC6vt9Inz3g019fkgMqvcPSfAt9WNS9ApQzx+TgfpG22/GJMfXRinwvzEp8NWYlEZfjk0Fqoe2X4xNDaq7tt3HpUG3sVrj0qKrUTp0GZcOnX/SGpcenX5Kj45GGdDhJyoj2v+kNT4T2gWo7fjMoNqMz4LWE2z6fEJWUK0mZENL6ufsaBGg5j/nANVM22YTc6KpUS40mZgLjSd+YtRo0qdoGKAG2jaYlBv1qcl5UG+S1uS8qGuUD3Um50PtKVR+fDYlP2oZFUDNKVRB1JiiNbUQqgeo2tTCoKpOLYIq02yqPK0oqErTiqEiNb04KgSo/PQSoMppW25GSZTVKjOjFKjSM0qjtFapmWVQMkAlZpYFVVzb4rPKoZhReRSdVR5FZlUwKjy7AgrProhCWgWNKqHAbKoy8s/WmlMF+QKUd05V5J1bFXnmVEPuuTZ9Orc6qE/m1kAual5N5AxQjnm1QGXXNvv8z5BNK+v82qCyzK8DKvOCusgUoIzaZlxQDxmohfWR3qgB0i1sgLQLGxqlWdQQaRY1QmqtVEaNkXKR1uImSLFIa3FTJA9QssXNkGxJMyRd3BxJltiUeEkLJDJqiYRLtJa2QoIAxV/6Oah42sZb1hpxteIsawMq9rK2iEUtb4eYAYqxvD0oD209VnSAu1FHuK3oCNcVnYyir+yE6Cs7I5pWVKMucFmptaorohh1Q+RVNjmv6g7n1d0RafUXcAqQWt0DMPoS/qu1fvkKzwL09Jf/gXqi7eNfvwb16NdvQD38tSf8qDW94BugB9o+WPMt7lO/9cY9oz64t/Y73FvXD/fX94fvxkF4tGkYnv09CpHSJzU+WSmlH8naBHlFOAIDBgwwn2Udn6OEJAT2Wb5yxfp+NyRzlryEwHMCNWvWtK8sW7YMxwP6ytojJSAEhIAQEAJC4P0QkFyFgBAQAkJACHw0Ak4vHlkpZaKUUuaLHrOiF8pJ6SVM3OMn/mg76i7ajfJB+1He6KDVcaQXOo28g85aXUbeRtcRnuim1X3ELXwx4iZ6DL+BL7W+Gn4d/1+2FmoAABAASURBVBt2HV8Pu4Zvhl3VuoJeQ6nL6D30EnoPuYQ+Qy7iuyEX0Fer3+Dz6D/4HAYMPouBWoMGncFgrSGDTmPooFMYNvAkhmuNGHgCIwcex6gBxzF6wDF8P+AofqD6H8GP/Q9jjNbYfocwrt9B/KQ1vt8BTOi7Hz/33YeJWpO+24vJWlO+24Op3+3GtD67MF1rRp+dmNlnB2b13oHZvf/V+gdze2t9ux3zvt2G+d/+jQVaC3ttxSKtxb22YEnPzVjacxOWaS3v+RdWfPMnVmqt+mYjVn+9Ab9o/fr1H1jz9e9Y87/1WGu0Duv/p/XVWvz+1W/446s12KC18ctf8eeXv+AvrU1frsbmHquwRWtrj5X4u8cKbPtiObZr/fPFMvzbfRl2dF+Knd2XYFf3xdjdjVqEPd0WYm/XhdjXdQH2d52PA1oHu8zDoS5zcbjLHBzROtp5No5pHe88Cyc6z8TJTjNwSut0p+k402kaznachnMdp2pNwYUO1GRc7DAJl7Qut5+IK+1/xlWta+0m4Hq78bjR7ifc1LrVdhw8tW63HYs7bcfAq82P8NbyafMDfH9YCqX/YF7KtnzhujOREXShVGAmSj1fX7fzMdqOvmvEdki1N+3Rx7THDvY2+bxdWm2zywi2T8rTtNFuuo2ynVJsq18Mt7VXxzZra7fXdNu9Ztru16btXkVPbXua9ntFt+PL+HYodcnWlnV77kOZ9vy8Tfcdch79KHvbPqfb9znTvq02brXzwbqdW23dtHeHNj9ct3m2e4ptf6Ru+2z/o3T7pw8Yrds//cD32gf8oPVjgOgLKPoDij6BsvyC8Q12//DcR0zsuw+T+u6FzVfs0f5iD6ZofzFF+4upWvQZFP3GdO036Duomdp3ULOM//hX+5B/MUf7EOq5L9ke4E+22X3Kgl5/Y6H2KZTlWxYH+JclxsdstvuZZdrPGF+jreVvVmp/Q59Drf5mg933/KJ9z69Gvwf4oN/xm/FBNl+0Tvshav3/1mqftNb4I5tP+s34JOOX7L7pV7t/snzUph70U9Qq46u2aF9Ff7VV+yubz1ph91uW77L5r6XGf1k+zObHtC8zfmyx9meLtC+jFmKvg0+z+TUH39Z1Hg5qHbL7uLl2P+fo645pX0d/R9HnnehEv0fNML7vlPZ99H+nO2ofqP3fGS36wbPGD07F+Y5TjC50mKx94mTtD6kAn2j3ixPtvtH4x/YTYPOREwL85Hi7r7zZbhxuUdpfemp/SZ9J0W9S9J0U/ae39p/0oXe1vdv6e/ifvRbIkyqloJQK5DmVCrweaKOsvBMBpWxslVLgIEWKE4ZwYg3+yDbFH9ymapeOhC8aPQXAfRQuXXuCym0v4cZtxkFeQkAICIF3JvD4kidOF/4Gj6/cNnkZb9O/FlzqFDSTAlk+iT6Kor+i36KUYmpAKZuFvISAEAgzBPz9/U1Zaa0Ox+x8/OTJE1Anj3hjbP8zuHH1EaCbeKy4UfHNyFzIlicO5CUE3oVA8opZUHRqQzhFcQavLd+L3tjfbSVu779krj1ef7wWHa9N6BfXtZG3EBAC75kA7w7S3t4z5DdmLxuFgBCIWATodSNWjaW2QkAICAEhIASEgBAQAkJACJCASAgIASEgBISAEBACQuBjEeBzMEexvwSfT/M5NX/A6s8FZ7HixxNgGv4qRc6SidF5QrGPVdwQPW7N6bWQpkzagDz98e/Av3Fk/oFAz+nJg7LVXxMI6FsSsJMYISAEhIAQCBYBSSwEhIAQEAJCQAgIASEQ1glMmjQJuXPnRps2bbB79257dZRSKFSoEPhjYytXrsSdO3ewceNG9OnTBwUKFLCnC4lAsmTJMHPmTPzyyy/ImTNnsLJUwUod/MRKKdSvXx+pU6c2Zfzhhx/w4MEDk1HKlCnRtWtX7NixA9WqVcO4ceMQM2ZMdOzYEdGjRzdpokWLhkSJEuHmzZvYv3+/ieOC39OsWrUK169f56pdhQsXRrx48bBkyRIcOHDAHs/vMZYtW2bySJo0KZIkSWLf9l8Bnt9UqVKB55FlKFWqFGLHjv1fu+Ho0aPmx7DTpEnzyrQJEyZErly5TP1Xr16NTJkyIXv27HB8HT58GEOHDjXlJZ8MGTI4bg4UPnfuHLy9vV/Kw0rk5eUFX19faxX8fmfRokWBrlv7xjcEnJ2dzdb79+8b+7oFOfH8sdxXr161J7t37x7mzp0LPz8/ZMuWzR7vGAjOeXR3d0fcuHFx8OBBbN++PeA7O1tuPj4+YDl5vqJGjfrac8Lrk+eCbXj9+vX2PHid8Vo6e/asLUOHJb8n9PT0dIgBLl68aK5jsnXc4OTkZMaIkz/zdNzmFcTzkkpfgw8fPsTy5cvBell58FhsHzwGrynGB4cf03Nf6lXl4/agiOc6OG01Tpw4iBEjBg4dOgTHCYDJdPHixf95SLbzIkWKgOeG58jiyrbOc8hz+Z+ZhEgCxSFPQcgp/CVJkCABJk+eDPLOmzdvoAoqpV5a5zVGcdwxNa7dI1T8lOMRdVqdftDsB+g7/c1+JVCmsiIEhIAQEAJhkoD/k6fwqjMAD5dvtZU/khMejG0N/4p5wPuDU8DnJlql9D1Cp1LKZnVQ3kJACAgBISAEXkvgp59+QsOGDe3bR44ciSFDhtjXJSAEPgwBOcqLBPhdDeNo+T0WZfXD4/c5a1Zex6Qx13QS/ZlPf+5Lm94dQ8flRLwEUXWcvIVA6CLgljIOii5qA4+08W3fCepr9nTftbg451/pXxm6TpWURggIgWAS4H2au9BSvF9TvFdTtz39MHzABRzaz2e8CkopNPk8JVq2T8XdREIg3BGI/UkKlNzwhbnWAQW/k7dwrNNieB+7Aj4j5udZiu2EbYaCfllWB8Pd+9KlS6ZvR4UKFbBu3Tp7/T755BOw38bUqVNNnxD7BglEWAJK2e4T/I6fYv8Sa55qzp3v4uJi+tGw/0bYVlRI+YWBXANyDYSWa4B9thzLQl9Ln0v/Sz9sPYNVyuajlVIR9j4V0SverFkz8Hp5Hxw2bNjwPrKVPIWAnQD7xleqVMms838x9gc3K7IQAkJACAgBIfBeCUjmQkAICAEhIAQ+HgGn/zq0UsoMVlT6YRb0iw+qJv/ii6m/PsDUXx5gmtF9TP/lHmb8ch8zVt/FzADNWu2DWat8MNvIG3NWeWPuSi/MXXUH87Tmr7yDBUa3sXClp9GilbewmFpxC0tW3NS6gaXaLlt+A8uWX8dyrRXLr4FauewaVi6/ilXLqCtYvYy6jF+WXcavS6lL+G3pRaO1Sy5g3VItbdcvOY/1i8/jd21/X3wOfyw+iz+WnMWGxWewMUB/avvX4tP4a9EpbDI6ic2LTmLLQuoEti48gb+pBcexbcExbF+oteAo/tH61+gIdizQmn8YOxdozT+EXQHaPf8gds87gD3zDmKftnvn7cd+au4+HJi3Dwe1PTh3Lw7N3WN0WNvDc3bjSICOztmFY7N34niATszegROzduDk7H+1/sGpWf9q/YPTs7bjjNZZrXOztoE6P/NvUBdmbsVFasZWXJqxxejyjM24PH0TrlAzNuHq9L9wjZr2F65P/xM3tG5O24ib0zfg1rQN8KSm/oHb07S0vTP1d9yZuh5eWt7UlHXwmboOd6es1foN97S9N+U33J+yBvcnr8EDLX99TfGtLzPbdcaAjlBKX3FaOhih30rZOCil7Bz84Y/Jv/qC7XCKbosU2+LUX+7r9nhft8v7uj3eN+Fpul1OX30f01ffM21zhrZW+6S12qitnXqbtsp2Ss1le13lhTkrvQLarZdut1q6zbLtzl95G5YW6LBNnli44raWJxbpNkwt1taSadPLb2KJ1tIVN0zbXrr8hmnby7Rdrtu31c6Xm3Z+HSt0O6dW6nZuydbmr5q2v3rpFVBs95St7V82PmDN0kt4rovGF/y25CLoD9Zq30CfwPA67RfWaX9AS9+wXvsF4x+WnIPNR5yz+Qkdv0H7C8ruKxadwZ9aXP9L+4w/tb/4a9FpB99xyviOzTp+s/Yhm7Xf2BzgR7boMH3J1oXHbf6EdsFx7VO0tE/Zpte3079on7Jdi/6Foo/5h/5F61/tY3bMt/maHTq8M0C7tN1Fn6P9zK55h2D8jvY9e/T6HuN3DmKvsfvtfmif9kP75u7H/rn7jA5oS9EnHdA+6SA1Zy8OztljfNMh45v24LBet/zTEe2fKPop6tjsXQH+apfxWcfor4zv2oETDNN3aZ910vivf43vcvRhp2f9Y/dlxp/N3I6zWvRnRtqnndOiXzOa8TcuaL9m+bgLxr9pf2fsFuPrLtHXBcj4u+mbcYU+b8Zf2u9t0vrL5vu0/6Pvu67tDe3/bkzfiBvaB1oy/lCv0x9S9Im3tC/0pLRf9NS6rcO3A3zjHW3pHy3Z/OR6eNNXBuiu9pN3dfiutve0v7w7+Tfco3T4PqX9Jn2nTb9qP/orfCf/qr1CgIvQvkIpBaVsCogV854JKKXMEZRS5l7GDgx8aMaHZ3yIRvGBGlWnjDO+aPQU0GeNn6kuXH2MSq0v4LrnEx0nbyEgBITA2xN4fPEWThf5Bk+u3n6eyYDPEKV2AdD/WL6Ivomin6K/opR67see7ywhISAEwgIBfp5gOWn5cJuWnY7ZKZ86cdgbY/qfwY2rD3Uyf8SMHQXfjMiBbLn/eyIzvYO8hcB/EkhWPjOKTmkApyjOOq0/fC96Y1/XlfDcdzHQ4Ddem9Y1qhPaJ1tjWCQEhMD7IxDwMe/9HUByfj0B2SIEhEAEI2D7vzqCVVqqKwSEgBAQAkJACAgBISAEhIAQEAJCQAgIASEgBISAEPgoBPj82VF8Fm31leCEbX/OP4tVY0+Bz8qUUshVKik6jy/2Ucr6vg5aY1otpC2XTmevdD0VdgzehsPz9wd6Tk8uFFnphPKcnhBEQkAICIG3ISD7CAEhIASEgBAQAkJACIRZApMmTULu3LnRpk0b7N69216PTz/9FBMnTsSFCxewdetWDB8+HFWrVn1vE2d+8cUXOHHiBJo0aWIvQ3AC1lwMwdknuGkTJUqEcePGIUeOHJg3bx7KlCmD9u3bY+jQoViyZAlu3Lhhvnfgdw1JkyZFwoQJ7YdQSqFcuXLg2LV+/fqhXbt26Nu3L2rWrIlffvkF6dLxOwx7cjOpfKdOnXD//n18/vnnJv3gwYPRtGlTU4Y4ceKgZcuWZkLx53u9ORQ7dmzkyZMHp0+fxoMHD5A/f/4376C38vukHTt2IH369IgXL56OefnN8XcVK1bE3bt3cfHiRZOvm5ubPSHzmD9/Pm7fvo1r166hY8eOqFat2kvq1asXfH19sWvXLvAHuVOmTAnHV4oUKZAlSxYcOXIEDRo0APlRlStXNj/enThxYvj4+ODmzZuOu702zPydnJwMzwEDBuD48eOvTMsJN8n63Llz5rg9e/Y0x65Tpw527tyJKlWqgO3lVTunTp0aQT2P5Ni4cWN86yeWAAAQAElEQVS4u7ujd+/e5lzznH/55ZemXdy5cweNGjUybfB154QTH/Paihs3LlgnXi+09erVw8yZM+F4XljekiVLmmto4MCB9muM+3/22WfmGnF1dcX169dNmOk5cS7bAc8Byzh79mxwPTjnhWn5gwp79uwx1wB5OpaR12jBggV5uGC3g1eV79GjRyavoC6UUsFqq2wXRYoUAa9t+i/Wh+esRo0axh+w3b3p2Eopc36zZs0K+uN6+lyRB8/doEGDwHPwpv1Dbps//IOSWThLQ3/Ee0+rVq3+s2ZKKfM9M/0G2ytFn+7s7Iwf2/ihwid+Ad8v+2PQ7Hv4btq9/8xTEggBISAEhEDYJOD/+Am8ag+A3/Kt4A30mb5H3PuxFZ5VyG0+7/PewPsE7xmUUrZ7SNisrZRaCAgBISAEPgaBOXPmgN93WMfm/5rTp0+3VsUKgfdPQI4QiIBjvzJ+90vxO0/OV0T9uuI6Jv541f69QJp0rhg6LifixncJlI+sCIHQRMA1RWwUXtwGbmnjmWvX3x849d1vuDD7H/O9Jq9tXue83inHdhCa6iFlEQJCQAhYBBz9FMP0XRT9GeV5yw/DBlzAof0P9C7a6ekvdZp8ngIt26fS6/IWAuGXQKxcyVH8j+4BFfTHgxM3cbzzEngfvQKOKeH9nmJ7YduhmNiyDIcX/fzzzyhbtix+/PFH8/mH9eL3t3wmyz4KfO7POFHEJqCUsgNQSpnnw/y+n3LWz4X5fJj9MqioUaPafzyffRUox7gwEXaog5T3+fkUFsJCroEPfw286EPpZynrtwLog+mLee9WSgXy1fYVCUQYAhMmTDD9TFlh9kUsXbo0gy8pQ4YM5nMf+2Syj99LCV4RsXHjxlfESpQQCFkC7Ddu5bhs2TIrKFYICAEhIASEwPsjIDkLASEgBISAEPiIBJxedWylbF/wKKXMF/HmSx8nZZIqpUwcV5RSNHBcwqwp2DbZrAL0utICuFBKwbwCDLRVXGjZrYJe09JpdZABKKVD+q0DMC8dVlCwvZU2FFcV+DJLvY/SW6CtTXqLggnCWAWltKClLfRLaT1/c01BKaWjlLbGGMsopRindCR0nM3CGLMAzIqCTga9hM3qWB3QbwZ0nIJ5BRhoq7jQem6h17SUFvSLOxtZYVroNLYEiiG9XQEMgS+GYa3pbQzrVfBlX9UBpZSO1tLWvo0BI6WXCkqpAKuNfnPVJuWwTekt+m2MWUDpP2gpwCy5D8xLwVxnOkIpbkWEfSllq79SCkrZZGNja646BkrTUUpBvwEFgIEAKSjwZVvVYb5tKzCb9Doto6AXSikavc2ygIlQAK1SikbLZqEYbRYMQCmGTdCEzaptoSMB6M0Uo6AXSiltlI5X2gJQAHQcAqxSCvqtZbNQAGwRxiqlI/gOEIzVCxMA4LCdYaWUNgqA0n+AWeg4yyql4xWjlYniQinFCC0FpZS25g0dMgGlGKIAMKyD+g1AQSmbTBj6pSgutIWCUhSgl1qAWeg4mJeOZVjBFg39YphxJobrjEDAmoJSNjFGQb+4oHQQUFCKMiEo6BcXOk6H9FtBKQXY3jS2MOPMGjdQJhrQcdyklI5jGPplC+oA3wpKUYBeagFmoeNgXjqWYQUdrbQALpRSAAMUw3pVvwG9bla5YBj6xQ2UDoJxept+M6QFmAUjwJeCUgowb0VjCzPOrCm9TmkDvhS4SSmlVxSUXpqFCdhWlFJQSguUjlMUF9oyTm/TRr+Vlo5TgFJ6gQAxrIP6Db7MKhd6u4lj2ATMViilbIK2tihAx8G8dBzDClD6D/oVyckpkC9VSulYeX8IAkrZWCulzDmg3+aDMz5AYycGig/VaGuXcUaPxs+glDK6dP0JKre+iOu3nkBeQkAICIG3IfD4wk2cLtoTT67eNrtr9wKngZ/B5bP8sHwPLX0SRf9EP0UppQL2sVmzIgshIATCBAGrEzGt1cGYnY3ZKZ86fsgbYwecxc2rj3V9FGLFdUGvUbmQ9dPYel3eQiDkCCSrkAVFpzSEc9TIJlO/S9442G0VPPdeDDT4zfFaZUKu04qEgBB4fwQ4LOv95S45v4mAbBMCQiCiERCPG9HOuNRXCAgBISAEhIAQEAJCQAiQgEgICAEhIASEgBAQAkLgwxPgc2ZHsb+E1VeCE7VtmH8WK8ed0gXzByduzVUqCTr/VFSvh7939am1kLZcOlNPMtk56G8cmbffTFjHfiPkQj4Ut5OAZRkWCQEhIASEQNAISCohIASEgBAQAkJACAiBsEdg0qRJyJ07N9q0aYPdu3fbK/Dpp59i4sSJ4ATnrVu3RtKkSe3b3keAk2/+888/GDlypJkY+22OofROlDbv/R0/fnzD54cffgAnDz106BA4AeO2bduQLFkyfPXVVxgyZAguXryIFi1aYOfOnfp7CX9Trrx582Ls2LHImjUr9uzZg99//x3p06fH5MmTwclGTSKHRcWKFTF79mwUKlQIhw8fNsc5d+4cqlWrhhkzZiBz5swOqYMW5IT2rq6uyJEjxyuP+WIunp6eOH78OIoUKWLG37243VrPmDEjkidPjtixY6NUqVJWtLF37twBOXHlwYMHuHz58it1+/Zt3L9/HwcPHgSvw5gxY3IXu6JHj46+ffuiRo0auHfvHn755RdwwtX8+fNj3rx56N69uxm3fOzYMfs+bwrkzJnTsPTy8sLKlSsN41elV0qBk8COHj3anOMNGzZgzZo1cHNzA38MgOecYxFftS/jgnMeeR1MmTIFhQsXBs+1dW2RB9tliRIl8F/nJG3atGD75nXCPFavXm24DBgwwJxHlskSzyvjU6RIYfzAihUrTP59+vQx1x6vMZ4vMuI+nGy5WbNmSJIkCf7++2/DgfHBOS8cs9mjRw/TVniO//jjD8Pfz88P/DH24cOHG7bMlwoOv1eVj9cc8wmOgtNWlVLo0KGDqY+7uzvWr1+P/fv3o1GjRsYX8Lr9r2PHjRvX+IamTZvCx8fH8CBzXtN169b9r91DaLuCCkJO4SVJ0aJFsXnzZsPdw8PjjdVSSkEpmzjWmOJ1zHZPcUwy50X4oc1DVMrzSOeljIbMuY/vpt3TYXkLASEgBIRAeCLg/+gJvOoMxMOV26D0n7+zEx6MaQVVMY/5vMx7Au8PFO8ZSulUWhYDpZQVFCsEhIAQEAJC4I0E+P88/2+3EvF7pt9++81aFSsE3isByfw5AasfGS37l1Hsb8Z+Z+yH9+uK65g89hqUUlpA2gzuGDouB+LEi/I8EwkJgVBKwDV5bBRZ0g4e6ROY6xdQONN3LS7M+kf6V0JeQkAIhCUCvE+zvLQU79cU79eU5y0/DBtwEYcO+AL6nq0XaNY6JVq2SwV5CYGIQCBWruQosbGHrqoC9PvByZs40WUJfI5eMfd8fr6l2G7Yhijol2V1MEy/+UyQP7DZrl07HD161F6X2rVrm+e6PXv2hFIajH2LBIQAzDWhlDJ9Lfhdv/V8mM8AokSJAv4o9asU1n40XMob1fRVEw7CQa6Bj38NvOhT6Wsp+l0+d6Ufpj+mlFLGT0NeEZLAunXrMH36dHvdu3XrZvrh8rMr+1jaN+jA3bt39RKYNWtWoH1M5GsW7I/6mk0SLQRCjMBnn32GRIkSmfzYV5/XtVmRhRAQAkJACAiB90RAshUCQkAICAEh8DEJOL3u4ErZvuThFz5UtCgKQ5s9xsDGfujX0Bd9GjzAt/Xvo5fW13Xv4+t69/G/eg/wVX1ffKn1Rf2H+KK+H7rXf4SuDajH6NLgMTo3eIJODZ6iU8Nn6NDQHx0a+aNdI6CtkULrxpQTPm8cCS2bOKNlY2e0aBIZzZtEQTOtpk2joklTF61oaNQ0Gho2i25Uv7kr6jVzQ93m7qhDtfDAZy1i4LPmMVCrRUzU1KrRIhaqt4yNai3joKpRXFRuFReVWsVDxc/jo4JRQpT7XKt1IpTVKtMmMUprlWydBCXbJEWJNslQvE1yFGubHEXbpECRtilQuG1KFNIPtwsapUb+dmmQv30a5GufFnk7pEMerdztM+CTDum1MiJnRyoTcnTMhOwdMyNbxyzI1ikrsnTKhiydsyFz5+zIaJQD6btQOZGuay6k6foJ0nT5BKm7fopUXXMjpVaKrnmRvGseJO+WD0m1knTPDypR9wJI2L0gEnxRCPGpHoURr0cRxNWK06MoYmvF+rIYYn1ZHDG+KgGPL6mScPuqFFy1ov+vNKIZlYXL/7S+LocoWpG/KQ/nryvAifqmItQ3lYCeleH/TWU8+6YKnvasgic9q+JJr6p41KuaVnX49aoBv29rwlfrfu9aeNDnMzz4ri7u960LvwGN8GhIUzxrXwkvfsnIa1MpRRPhpJSt3kop8zCMbErnfIYhTR9hQCNf9NPtr0+9e/i2rpa2vereRU8d7qntN9p+zTZZ9wH+p61pl2yb9XzxldaXul32MLLa6EPTTk1b1e21m26nXbXYXim22c5ss7rtdqQ1bfeZbr82tQ9ow+0aAm212jRSeC4n3aYjge2ZasV2rdt0ywC1aBxZt+8o9vZta+MuMO28iQsaN4lq2npj3dbZ3qmGAW2+QTNX1DdyQz1t6zWndX/uA5p7oLaW8QMB/oC+oJb2A/QHNbW1+YRYMH6hVWxUbRUH9A9VtH+o0jIuKPqIytpHVNL+gX6C1uYrEmifkRDlP08Q2GfQb1Dab5RukwSlte8oRbVJGuBDktr8SNtkxo8U176kmFZR7UuoItoW0T6lsPYn9Cu0xre0T42CWgXapQ7wMWm1j0mDvPQzlPYz9DV5tJ/JbZQBn2r7SYcMxu/k0n7HpkzIqX1Pzk6ZkEMru/ZB2Y0PyoKsnbIE+KKs2hfZlDnAJ2UyPim79k05kKGzVoBvSt8lF9JR2kel1aKPStPlU+2nPtGizW38VapuuZFSK0W3PEjRLa/2WXmQzNh8xncl7a6tVpIAH5b4iwJIRGk/lpD+7IuCxp8l+KKwg08rbHyaza8VAX1bnB7FjH+LbfxbMcTUNqbxczZfF0P7Onctj69Kwl3LzUj7Pe3v6PeoaDoc7X9lEFX7Pksu2v/RB1KRddiZvvCbCsYfRtL+MJL2h05ayqgS0JOqDBjfWBn+2jc+03pqRB9ZDY+1j6QsX/mwV3XYVCPAZ9YwfvNBgO+k/7z/7We4p3W/Tx3c/06rbz086NcAvgMbGV/qnzqh3ZcqpczDGqUU5PVhCChlY62UMr6bn5/ov/kgjQ/UIkeObAY28gFbrdLO6NHkmZnghA9QLl1/jMptLuDazceQlxAQAkIgOAQenb+JU0V74fHV24C/3lNLDayNKLXyGZ9D/0O/Q19E0S/RP1FKPfdbek95CwEhEIYI8PMDi0trdSxmJ2N2yqeOH/bGmAFncePqQ+0a/BE7bhT0GpkTWT+Jxd1EQiDECSQtnxmFpzRCJBdnc809uOSFA91WwnPvRfCapHiNOl6zLATXaUVCQAiEPAF+4m8B6QAAEABJREFU0lNQIZ+x5BgUApJGCAiBCEdA/G2EO+VSYSEgBISAEBACQkAICAEhAAgDISAEhIAQEAJCQAgIgQ9MgM+XHcX+EnwOzefRnHR4w7yzWP3T6YBSKeQpmwydxxUJWA+fptrUWkhXIT2U4vfUCjsHb8PReQfMhHXkQj7kRJEdKViWYZEQEAJCQAj8JwFJIASEgBAQAkJACAgBIRCGCCxatAi5c+dGmzZtsHv3bnvJOfnlxIkTwckEW7dubY9/X4H48eNj0qRJZvLNfPnyvdNh/PXelDYf5M3xZoULFzbl52TxZPb3339j7ty5qFOnDsqUKYMVK1agVKlSxj56xB+Ehvlu4pNPPsHUqVPx77//gvuMHDkSiRMnRt++fU3auHHjwvGVOnVqjB492vxQNY/D4/Xq1QsJEiRwTAb+mDW3N2nSJFD861aKFy8OTpz7uu1WPM/T8uXLwQnxrbhX2dixY2PhwoVYv3490qRJEygJ60QeLN+bNGHCBDAtbY8ePQLlYa3EiRMHrD85MC/aPn36IEWKFIbBjh07YF2/0aNHB/PisZkvXnhxO/PieWBerGOmTJmwceNG8Hw4JldKged81qxZ5tzxOGxLPNe8HpiW+b3ueEE9j8wnefLkgc45y/f9998ja9as5hoKyjnh9cG6kY9V1pIlS6Jfv36BrjOlFBjPujAdxXClSpUQK1Ysw2/VqlXmGmXZqDx58oDXBJnNnz8fMWPGRHDOC/Pg+E22FebDYzIvHofXr6urK5MEUnD4vap8gTILwopSCsFpq2xLrA/rwLqwHfA6TJIkieHteD29rq2y3p06dTJtiHkwL+bZsmVLc03y2gxC0d8hiT+C4EffIf/QsWtMfb2OGzcOmzZtQpEiwfteXCll2iDbPMcfU7yWrbHJHJ88+nM/VMpDn695aqBD5tzDd1PvhY7KSymEgBAQAkLg3Qk8egKvugPht3KbuW/6Ozvh/g8tgQq5wfsBxXsDxfsExfuGUrZ7iFLq3csgOQgBISAEhECEIsD/67Nnz26vc8WKFbF37177ugSEwHsiINkGELD6j9GyXxnFfmbsb8Z+eL+suIGJY6+Zz4bw90fa9G4YNi4H4sZzCchBjBAI/QSiJ4uFwkvawi1dfF1Y/YWWXp7p9xsuzf5X+ldqFvIWAkIg9BPgfZqlpKV4v6Z4v6Zu3fTD0AEXcejAA/B+zTTNW6dAi7YpuZtICEQYAjFzJkOxDV/odqCrrD+7Pjh5E8c7LYbP0Svmns/PuRTbD9sJpVPqZmP7fMBwWJOnpyd69uwJ/i/N59JW+dOlSwc+5+ZzcT6Dt+LFCgGLgFK27/KVUoGeD/O7f0uRI0c2zwX4jNgKh0Fr6iDltp1L4SAc5BoIHdeAo1+1fC6fuVKOz13ps5VSNKIIRoD9M60qsx8e+9ZZ6+xzx8+xKVOmNFH37j3vs8U+pCZSL8qVK2c+5zJtrVq1wH57Otq8L1y4gIMHD5qwLITA+yLg4eERqE/2smXL3tehJF8hIASEgBAQAiQgEgJCQAgIASHwUQk4ve7oSqlAX8K3KO+M5uUioVlZJzQuDS2FhqWABqW0LeOEBmUioX6A6pVxBlW3bGTUMYqC2mWj4LOyLvisnAtqadUsFxVUjXLRQFUvHx3VjFxRtbwrqpR3M6pcwR2VAlSxggeoChVioHxFKibKVYyJshVjGZWpFAtlKsVGaa1SleKAKlk5LkoYxUPxylR8FKscH0WrJEARo4QoXMWmQlUSoWBVKjEKVE2M/FWTGOWrmhT5qiVFXq081ZKByl0tOT6tTqXAJ9WplMhVPSVy1khllKNGamQPULYaaZC1JpUWWWpS6ZC5ZjpkqpkemWqlR0atDLUygEpfKyPSUZ9lQlqjzEjzWWak/iyLUaraWZEyQClqZ0OKOtmQvE52JDPKgaR1ciBJnZxIUjcnEhvlQqK6uZCw7idIQNX7FPGNciNevdyIWy+PUZz6eRE7QLHq5wMVs35+xGhAFYBHgwJwb1DQyK1hQbg1LARXregNC4OK1qgIohoVhUujoojSqJhR5MbFQTlrG6lxCVBOjUtCNSkJp6alobScmpWFc4vyePFLRqXU6y7PCBGvlAK/dKXIxrENNimjdBuEUaNSQKPSyqhhaSc01O2RaqBtA90mqfraUvUC2iZtXR2uWyYynrfTyLq9RjFtle21Ntsrpdsr22wt3WYptlubopm2y/ZLsQ1bcmzLVXV7pqqUd4NRBTdUNnK3t+1Kpo17mPZdUbfzCpRu4xW0ytsV07T3cg5tvizbfkC7t9o+23/pgPZPH0CVrBQXJY0fiPuCP4in/UJ84xPoFyj6Bksv+gj6CvoJo6r0FVRi7TcSG59Bv1EgwG/Qf+TTYfoOiv7DpmTGh+Rx8CW5tT/JbfxJcu1XUgT4FJvNpf2KpZzVU+G5j0kF+hnK0dfQ31CWz8lqfE5a43vodywZ/+PggzJqH0TRD9mUEfRHlOWT0hmflCmQb6J/oiwflbp2FqQyygrLV9Eaf0WfpZWc0j7rue/Krn1YDuO/7D6MfkzL8mOJtR9LZNcnxqcl1D6NSlD3UyQwfu3TQP6NPi5evTzGx8XVNg6l/Zyjv4sd4O/o8yj6PSPj+/JrH1jA+D/6QMryg7Ru2ifSF1L0hzYVNj7R+EXtH+kbKZt/LKL9ZFHjI+knKctXRmlczPhKy186a5/pHOAzIwVYJ+07neg7taDjoNdVk1IBfrQMIjUvB/pS+gxKqYjtQ/GRXkrZuCulAvlwPlSLHDkyrAdttDVLOaNH02dQAX+Xrz9BlTYXce3mE8hLCAgBIRAUAo/O3cCpYr3w5Nod40n0AmrQZ3CpmTeQv6EPoviZkvcISillDqGUzZoVWQgBIRAmCLAjBQtKa3UoZudidsqnjh3yxpgB53Dr+mNAt/G48aPi21G5kCVXLMhLCLxPAknLZULhqY3gHDUKlP7zu+yNg11XwHPPBfDapHitOl67LA/XaUVCQAiELAEOMZH2FbJMg56bpBQCQiDiEaDXjXi1lhoLASEgBISAEBACQkAICIGITUBqLwSEgBAQAkJACAgBIfAhCfC5l6PYX4LPn/kcmpMO/z73LFb+dBr+/LpWK3fZpOg4ptCHLOJHO1bVKbWQtkJ6fXxdcfhj5+CtODrvgJmwjnzIibwoMtQJNSemZUgkBISAEBACbyYgW4WAEBACQkAICAEhIATCAoFjx46hadOmqFu3Lnbv3m0v8qeffoqJEyeCk1+2bt3aHv8+Ax07dsTx48fx+eefIyReSmdCaRNq3pwUtHPnzhg0aBBcXFxCRbkePnyIefPmIUaMGMifP3+oKJMUQggIgdBCQEH9Z1HCdgLec3jv6dChQ7AropSNjlIKSikzNwLHIXM8MsWJ4DknAjXqcz9UzP1QpwN0agydew99pt6FvCIOgbNnz6J8+fJo1qwZfHx8Xqo447gtd+7c6NatGx49evRSmsuXL6NSpUqoX78+vLy88ODBA7Rr1w4lS5bE0aNHX0pvRdy6dQvVq1c3YtiKnzVrFni816lQoUJo2LAh1qxZY8Y3IoK/7t+/j7Fjx6Js2bKGG/nwc/KePXvk2VFEvjYePsbtOgPht2o7lFKAcyTc/6ElVIXcZr4K3gN4P6B4j7DmqVBK2dJHZHZSdyEgBISAEHgnAtu2bUOKFCnseRQpUgRXr161r0tACIQ8AcmRBBz7j7E/GcX+Zexnxn54q5ffwOSfrkN/2tMC0mV0x/CfciBO3CjcXSQEwhSB6EljocjS9vDIkBC8oHldn+m3Fhdn/SP9KyEvISAEQjMBx/s1w7xfU7xfUzdv+GLowIs4fPAB9Fc0uioKLdumRAstvSJvIRDhCMTKlRzF//wSbBBsE75nbuF4p0XwOXLF3PP5eZd69uyZ+S6c7Qr6ZVkdDDNvPhfhD7sOGTIE/M7fKvjXX38Nftdfr149K0qsEHglAaWUiVdK6SZjE7/35/f/fD5sWYb5XIA27MkZUmZhINeAXAOh6Rp40Z/S11pSyuaLlVJ2/2wCsohQBBYsWICVK1fa68w+N/YVhwD77bz4GdZxP8fPgkuWLMG9e/fM51/mlzlzZmzYsMEhNwkKgfdDoGbNmvaMly1bhuvXr9vXJSAEhIAQEAJCIGQJSG5CQAgIASEgBD4uASfHwysV+MsdfvFO8UsgflHFL4jYKZ+DcaNGjQoqWrRoxjIssjERDkHnwGuJ1xSvL4rXGq85pWzXIq9PpZ6HuR6epdTzuiqlzEMw8iAXtj+KvMhNrrOgX2fCSliFt2vAuvfSF1iib6Afpeg3lLL5EMtnKqWsoNj3TEApG2ullBnozvNBP+7sbHvwyXNl+fOapSKjR9NnAPyNrtx4jCptzuPqjSd6Xd5CQAgIgdcTeHT2Ok4V/xZPrnkFeBDAaVBtRK2Z1z6Ymv6G9wWKfoj+iFJKmYyVslmzIgshIATCBAGrowWt1ZGYnYrZKZ86dsgbPw44hxtXH5pOFnHiuaDniOzInDNmmKifFDLsE0haLjMKT22ESNEim2vQ97I3DnZdgVu7z5tJcnid8pp1vIZZa67TioSAEAhZAvJxL2R5Bjk3SSgEhIAQEAJCQAgIASEgBISAEBACQkAIhH8CUkMhIASEgBAQAkJACAiBD0aAz5Mdxf4SfO7M58+cdHj9nLNYPeGMKQ97Q+Utnwydfixk1iPKosrkWkhXKaOprlIKu4dsxdG5+82EdeREXuRGkSUTWpZhkRAQAkJACLyGgEQLASEgBISAEBACQkAIhHoCo0aNAn8cjJOcW4XNlSsXJk6ciF27doE/aGrFv2+7adMm84OqMWPGDLFD+eucKG3k/QoC27dvR9WqVVGxYkVs3LgRdevWReLEiV+RUqKEgBCIuAT8zfjbN9Y/DG/8/fffMWnSJMSPH/+ta6EUv1mHmdtGKQWORaY4LpnzIVAcq0yNav0IFXM/NGPG+B3zsDn30HuyD+QVMQgkSJAAqVKlwqVLl3Dt2rWXKn358mVcuHABvGZOnDiBmzdvvjLN7du3kSlTJsSIEeOl7W8bkSVLFnAC6ReVLl06nDp1Cn369MHIkSPB5yVve4ywvt/Vq1fRvHlzzJw5Ex4eHqhWrRqyZ8+O/fv3o23btpg9e7Zp22G9nlL+4BHw93sEzzoD4bdquzn//s6R8ODHllDlP7XPV8E2TfHeQHGuCkqp5/eP4B1VUgsBISAEhIAQsBFwdXU13+dY36Xdv38fefLkMfckWwpZCoEQJiDZ2dsX/6dnPzKK/yexfxn74a1efgOTf7pupkPkNyppM7hh+NjsiB0nitATAmGWQLQkMVFwSVu4p0ugvyfkExd/nO33Gy7N+kf6V4bZsyoFFwLhmwDv06whLcX7NcX7NXXzph+GDryEwwd99b1d37a1a2vRJgWat07B3URCIMISiJkzGYpt/FLXX39vqduF7+lbON5xIXwOXzb3fH7updie2NS4ReUAABAASURBVLYonVi3I52YgVCunTt3olGjRmjatCl2795tL2358uXxzz//YMiQIXBzc7PHS0AIvImAUrqd6ARKKTNvvlI2y+/+XxSfC4Q5RYpkf+YtZRcWcg3INRAaroFX+VbGKWXzv0o998uQV4QkMH78eHu9a9SogerVq9vXXxXw9vY20YcPHw7UN6devXom/sXF6NGjwbRdu3Z9cZOsC4EQJ1CyZEkULFjQ5Hvr1i2sWLHChGUhBISAEBACQiDECUiGQkAICAEhIAQ+MgGn1x1fKWUGaPELIH45ZQ3O4qAsFxcX00k/atSoYJhWFBXCIGgMeM1QvJYoDvLg9cXrjNebUrZrTyn1ussz3Mcrpeztj0zIhozIiszIz5Jcd0G77oSTcApP1wDbP+tDS9E3UPQT9Bf0G5RSNl8S7p1mKKygUsqUSillOjPwfPDc8BxR9OU8Z7Q1SkXGl82gX9xH4eqNJ6jW5jyu3His4+QtBISAEHiZwMMz13GyeG88ue4FaNeh34g0pDai1shj/k+jb6GPob+h6H/ohyilmFrvFmAhLyEgBMIMAcfOwuxATLEzMTvlU0cPeuOH/udw6/ojKKUQL2FUfDsiB7LkjBVm6igFDR8EkpTNhMJTG8E5ehRzLfpd8cGhbivhufs8eK1SvHZ5DVOO13b4ICC1EAKhh4B/2BhfEnqAhVBJJBshIASEgBAQAkJACAgBISAEhIAQEAJCIPwTkBoKASEgBISAEBACQkAIfBgCfJ7sKD5j5vNmPnfmpMPr557FqglngIDnYnnLJ0PHHwp+mMKFsqNUnlQL6SplNJPQ8Tnh7iFbcXTufjNhHXmRG/lRZMriW5ZhkRAQAkJACLxMQGKEgBAQAkJACAgBISAEQi8B/uBxqVKl0KNHD3CCQJaU46d69eqFLVu2oHXr1oz6YJo8eTKKFi0a4sfjKDDFRYjnHD4y5AT29+7dg5+fn5novm7duuGjYlILIfAfBDZv3ozcuXMHWZwU2PKV/5F1ONysoP6jVmF18/fff4/SpUuHSPGVUlDquTgWmfdVjk/mWGWK45apka0foVK+R9CpoZTCiHn30WfK3RAph2QSuglEjx4dadKkgZeXF06fPv1SYY8ePWqeSVSoUAHXr1/HgQMHXkpz6NAhkyZPnjzm+nkpwVtG8HNhz5498aJmzJgBfk6LHTs2fvvtNzOh+VseIkzvxudB8+fPx5kzZ1CzZk0sWLAAvXv3xoQJEwyfmDFjgqyOHTsWpusphQ8eAX/fR7hddxD8fvkXukFCuUTGgzEtocp9Emi+isiRI9t/KIf3B0opBb6UslmGRUJACAgBISAE3oZA6tSpsWbNGn0rst1TLl++jOzZs79NVrKPEPhPAhE9Af8vIANa9h+j2J+M/crYD2/1ipuYPP4GkwC6SWbI6I6R47IjdtwokJcQCOsEoieJhULL2sM9fUJdFQWlFM71X4vLs/4x31OwHbA9sF1QbCc6oemLSSsSAkJACHwoAo7+h2H6JIp+irpxwxdDB1zCkUO+ULpQSim0apcCLdqk0GvyFgJCIGbOZCj255dQTsq0kYdnPXG800J4H7pk7vm831NsV2xjFKlZluHQpgcPHmDAgAGoWLEi5s6day9ewoQJzff7fPaRL18+e7wEhEBQCSil24kW0ytlCyulwGcAYV1Sfic5j07CQNpB6L4GlHrudxHwUkoFhMRENALjx483fZ6tenfr1s0K/qdduXKlPU26dOnMb+XZIyQgBD4iAfZNsg6/bNkyKyhWCAgBISAEhECIEpDMhIAQEAJCQAh8bAJOLxZAKdsXPEopKKXsX9RyYJYldsznwCzKxcXF3mmf66IowiPKmxk4XjO8lqzrigMA+aWwUgrWS6nnYSsuvFulbHVWStnbINlQ5GWJbY0sKYZFb77uhI/wCU/XgGO7t3wCfSn9hOVHlbL5EPpMpRSN6AMTUMrGXSnFz1NGPEc8VxSvSZ4/2molnfFlM85A6286/F658RjVPj+Hy9cfQ15CQAgIAUcCD09fw8kSvfH4upf2FzCTV0caUhtRq+W2/x9C30I/Q9Hv8N5AKfXcL+k95S0EhEAYImB1DqZlx2FL7JRPHT3ojR8HnsOtG49MreIlcEGv4dmROWdMsy4LIfChCSQukwmFpjZGpGiRzaH9rnjjYJfl8Nx9HrxmKes6puW1zYSWZVgkBITAuxHgJz+luHy3fGTvYBOQHYSAEIiQBMTfRsjTLpUWAkJACAgBISAEhIAQiMgEpO5CQAgIASEgBISAEBACH4AAnx87is+WOeEanzdz0uF1c85i1YSzpr899Ne0+SskR8fvC3yAkoXeQ1SaVAvpq2QGHxMqKOwdshXH5u43E9aRG/mRI0W2rIllGRYJASEgBIRAIAKyIgSEgBAQAkJACAgBIRAKCfDHZLt27YqyZcti48aN9hJWrVrVTII5cOBAuLq62uPDesCMOOUirFfkPZU/W7Zs5jr4+++/0aFDB3As3Xs6lGQrBEIVgYwZM2LYsGFB1ldffQV3d/dQVYcPVxh//Icb/XBFCQNHUkp/s6zF8cgUxyfTt3LMMsU5EagRrR6hYt6HsL5fHj73HnpP9gkDNZQiviuBvHnzmjkzDh8+HCgrPn/YsWMH4saNi+LFi8PDwwM7d+60XyNM/OjRIxw8eNCkoR9j3IcQPy8ULlwY9+/fx6FDhz7EIUPdMW7evGk+KydOnBjNmjUL9Jkpe/bsqF69Onx8fHD06NFQV3Yp0Psh4P/gITzrDITfL//qA+h7ZZRIePBDS6gyuQLNV0Hfz3sBxfsCpZTS+wBK2SzkJQSEgBAQAkLgHQkUKFAAjj/+wc9sRYoUecdcZXch8BKBCB1h/f9Oy35jFP+PY38y9sNbtfwmJo27buYxI6j0GdwwYlx2xIoThasiIRAuCERLHBOFlneAe4YE5vsKtoez/X7DpZnbpX9luDjDUgkhEPYJ0C+xFrSU4/2a9+wbN/wwZMAlHD70wDz34LOPVm1ToPnnKbibSAgIgQACMXIkQ9GNXwJOyrQVvzOeONlpEbwPXjT3fH4OptjG2NYo7mpZhkOLFi9ejHLlyqFPnz64deuWvVjsG7Fv3z60atXKHicBIfC2BJRS5vt+pdTbZhHa9pPyCAEhIATCBAGllN3/KqXCRJmlkCFP4Pbt25gwYYI9Y36+C87zkRUrVtj3rVevnj0sASHwsQnUqlULUaNGNcVYv3696UNmVmQhBISAEBACQiDkCEhOQkAICAEhIAQ+OgGnV5VAKdsXPUop8+UPO99T7IzPwVkUO+hTjmGuiyJDGLyZgXXN0FritcVrjFLKdt296tqMKHFKKVNVpZQZ/EYuZERZzHidOYa5LnrztSd8hE94uQbY9q26MEzRP1D0F5RSz/0I5PXRCChlnQcVyJ/znFEc5M5zSVutZGT0aOZvPnsppXDt1lPUaHMel68/hryEgBAQAiTgd+oqTpbsgyc3vI2vgHYxzsNqI2q13IEGU9O/UHJfgLyEQLggYHUKpmWHYUvslE8dPeiDHwacx60bj7VbUEiQKBq+HZEDmXPEDBf1l0qEXQJJymRCoWlNENnVxVybD6/dxaGuK+C56zx47VLW9UzLa5y1tSzDIiEgBN6egL/eVdqThvDB33JAISAEIiYBet2IWXOptRAQAkJACAgBISAEhIAQiJgEpNZCQAgIASEgBISAEBAC75sAn3M5is+UOdEanzNz0uF1c85h1c9nTTGYLn+FZOg4Or9Zj+iLihNrIm2VTPA3f8DuwVtwbM4+M2Ed+ZEjeVJkR16WZVgkBITA2xNgWxJp7+MfXiT1kOtZroH/ugbe3mPKnkJACAgBISAE3o7AtGnTwMktf/zxR3sGKVOmxM8//4yVK1eCPxZm3xCOAioc1UWqIgSEQMgQiB8/PkqVKhVkFSxYEC4uLiFz8DCXi4J6Y5llo0VAKRsppRSUUi/Ni8D5ECjOiUCN+PwxKud7DL6UXoycdw+9J/nokLzDM4E0adIgXrx4OH36NB48eGCvqqenJ44fP44MGTIgW7ZsSJ48OY4ePQpvb297Gi8vL7NfqlSpkCBBAnv8+w4opZA0aVJzGD4nMYH/WFy4cAHdunVDoUKFkDdvXjRo0AB79uxB3759UbJkSVM3ZsE6cn3q1KngZ1WmL1q0KCZNmgQ+j+F3K4cOHULbtm1NXrlz50bZsmUxduxY3L9/n1nYtXnzZnD7rFmz7HFW4FXbWJbq1auDZR09ejR4XJa1Ro0aWLduHfgcyNrfx8fHzIWWNWvWV7K3Jt2OFi2atYvYcEzA/74fPOsOgt+anbqW2oO7RIHfmFZQZXIGmq+CPp9zVVCcw4hSSqfnXgFWB+UtBISAEBACQiBECPBzzcSJE+15bd26FVWqVLGvS0AIvDuBiJsD/y9h7Wn5fwLF/1f4/xH74a1afguTx98A+FFPK2Nmd4wclw2xYkeGvIRAeCMQLVEMFFreAR4ZE0EpfcHr9/kBa3FpxjbpXxneTrbURwiEMQK8T7PItJR1v7bu2dev+2LwgEs4etgP2oFBuy+0bp8SzT9PDnkJASHwMoEYOZKh6J//g3JSUAp4eM4TJzstgveBiy/d89nmKOZiWYY/pg4fPozPP/8cderUAf8/tsrCZxAbNmzAuHHjXvldv5VOrBB4WwJKKd1mwrqk/EoJA6WEgVLCQKnQzeBtfbXsF74IjB8/HuxTwlqxLxb7qTAcFLHPzs6dfOZvS12vXj1bQJZCIBQQYN/+mjVr2kuydOlSe1gCQkAICAEhIARChoDkIgSEgBAQAkLg4xNwel0RlFJmk1LKfOnOTvgUO+U7ij8sKXKGMAgeA8driNcVpZTtWlNK2a89E4igC6Wec1BKgYwoR3Zy3QXvuhNewis8XQOOvoBh+gdKKWXu29AvpZReyvtjE1BKAboQSqlAvty6HvlghYMfaauVjIIezfxhdfy5dvMxqrc+h8vXbAPgIS8hIAQiLIGHp67hZMnv8PjG8wkwIg+tg6hVPg00mNryLS/eGwhOKbkvkINICIQlAtZnAlp2yrfEgXTUkQPeGN3/LG7deAT4A/ESuuDb4dmQKXuMsFRNKWs4JpC4dEYUnNoYkVyjmGv04RVvHOqyDJ67zoPXMGVd17S81onDsgyLhIAQeHsC8vHPxm7RokVmEixOksVJxmyxwVu+arKsV+YQEMmJtDiJFyfzCoh6reGkXdOnT8ft27dfm+ZjbmAHz3bt2oETaNy6deu9FYWsyIzs3ttB3iHj0F6+d6ia7BoiBOT/7RDBKJkIASEgBISAEBACQkAICIGwQkDKKQSEgBAQAkJACAgBIfBeCfB5saP4LNmawJCTDq+dfQ6rJp7VZbB9N1uwUnJ0HJVfr8vbIlDx51pIXy0LSIjPDPcO3Ypjc/a9NGEd2ZI197MswyIhIASCToBtR2Tr+x7uOPhLveScyjXwpmuAntLazrAfaK3QAAAQAElEQVRICAgBISAEhMD7JLBr1y7UqlULLVu2xMmTJ+2Hat++PbZs2YI2bdrY48JjwD88VkrqJASEgBD4YAT0/3ZvOpZsC0RAKX6rDCiljDh3BcXxyhy7zPkQKM6JQA1r9QiV8z2CoaxvWCPn3UPvSc/HQENe4Y5AvHjxkD59ely4cAF37tyx1+/cuXO4du0a8ubNi1ixYiFr1qy4dOkSGG8lYvjmzZvIli0bokePbkW/d8sxMZz0nNdyypQp//N4/GGdVq1a4e+//0aaNGlQpUoVPHr0CJ06dQLHFr0qg19//RWzZs1C0aJFTd1TpUpl5hWZN2+e+Qx78OBB5MiRA9WqVYOHhwdmzpyJ5s2b4+rVq6/KLshxLNfIkSPBibLJvnTp0vDy8kLv3r3x008/gc/XmFnatGnBsVWDBw8G2zPjLLEMa9euReLEiU0ZrXix4ZPAs3u+uFVnEHzX8IcAtPd2cYbvD82hSuUINF8FfT2vFYpth1JKGShK2axZkYUQEAJCQAgIgRAk0Lp1a/Tv39+e4y+//ILGjRvb1yUgBN6JQATdmc9zWXVa9hOj+H8C53lhP7yVy25i4vjr9v/rM2Zyx8ix2RArdhTuJhIC4ZJA1IQxUHBFR7hlTGjm+mT7ON//N1yesU36V4bLMy6VEgKhnwD9EEtJS1n3a+uefe2aLwYPvIyjR/z0PVun1N/Ff94uBZq1TKZX5C0EhMDrCMTInhRF/vwKysnJtJ2H5zxxstNCeO2/YJ/7kO2MbY5tj2JelmX4Y2jUqFGoWLEipkyZYj+8m5sbRo8eja1bt4Jzc9k3SEAICIGXCUiMEBACQkAICIEwQuDUqVOYMGGCvbTdunVD5syZ7ev/FVixYoU9CZ/nB2df+44SEALvkUDNmjXtuS9btgwPHz60r0tACAgBISAEhMA7E5AMhIAQEAJCQAiEAgJObyqDUrYO90opMzhLKZvlP/EiJzPYRji8GwelbNeUUjbL61Gp52GuR2QppUz1lVLSBvUDc2lv79behF/45adUYB9Bx6GUohGFEgJK2c6HUsr++YGDHTnYneIgdw6CpK1aMgq+bGFLDyjcuPUENdqcw6WrjyEvISAEIiaBhyev4njJ7/Dkpg+0GzEQnIfVRtQqnwQaTE1/QtG/WPd9pZRJr5TNmhVZCAEhECYIWJ2AadlB2BIH0lGHD3jj+wHncVt/VmCFEiSOij4jcyBjthhcFQmBUEMgUemMKDStCSK7u4A3sofX7+Jw12Xw3HnO3hHeur5pec1Dvyyrg/IWAkLgLQn4v+V+4Wk3TtT1559/msnB7t69iw0bNrzX6gU3c19fX3z11VdYuXIl6AODu7+kFwJCILQQEI8bWs6ElEMICAEhIASEgBAQAkJACHwIAnIMISAEhIAQEAJCQAgIgfdHgM+JHcXnJ5xYjf0kOOnwb7POYeXEs/A3X8v6o2ClZOg4Mt/7K1AYzrn8hJpIVz0rzIx1mtfeIVtwbPZemaQ2DJ9TKXroI0B/xVLR0l9ZlmHRM/MMPCxzkLLLOZRr4PXXgOXvaB1FnygSAkJACAgBIRCSBDjZX79+/cwPqXLyPyvvIkWKgD+yyh81TZo0qRUdLi1Hg1HhsnJSKSEgBITAByGgoN5wHNn0MgGlbMSUUlBKvTQvAudDoDgnAjW01WNUyfcYUPqtNWreXXw70QfyCp8EeM5z5cqFmzdv4vz58/ZKbt68GdGiRUOmTJlMXN68ec3EzQcOHDDrXBw7dowGuXPnNvZ9L/idxZUrVzBkyBDs3r0befLkwSeffPLGw/Lz58SJE3H//n0MHDgQM2fORO/evbFgwQI0atQIPj6vvrY9PT3x/fffm2ONHz8eZcqUAes7depUJEmSBHPmzAHjmdeiRYvQsWNHnDt3DiNHjjSc3lioN2y8ceMGLl26ZPJnXoMHD8a8efOQMmVKLFmyBIcPH37D3sDx48fRtm1bXLt2DV27dkXixInfmF42hm0Cz+76wrPuYPit2wXt3uHvEhl+Y1rAqXTOQPNVRI4cGZyrgpL5KsL2OZfSCwEhIATCIgF+XurSpYu96Pwc1blzZ/u6BITA2xKIiPvxfyLW2/G5t2M/vBVLb2LyhJvQ/8prKWTM4o5R47IiZqzI3E0kBMI1gagJPFBoRUd4ZEpsrn/of5LOD1iLy9P/fmX/SrYjArHaFcMiISAEhEBIELD8Ci1Ff8P7NcW+89ev+WLIwMs4esTPHE67K7RpnwLNWyU367IQAkLgzQRiZE+GIn/9D06RnMD7/aMLd3C600J4779gn/uQ7Y1tj22Qgn5ZVgc/2Jt9YMqVK4cePXrgwoUL9uM2adIEfNbCH4S1R0pACAiB1xKQDUJACAgBISAEwgqBCRMmgH1aWN6ECRMiuJ/3OHct96Xq1atHIxICoYpArVq1kDFjRlOmkydPmvmWzYoshIAQEAJCQAiEAAHJQggIASEgBIRAaCCgnz69uRhKKf18SplESikTVkqsUsJAqZBjwAtMKVt+DIueE1DqORelbGGlxColDJQSBkoJA6WeM6DnUMq2zrAo1BAwBVFK2a2TkxMoDnp0dnYGxQHPHAxJW6VEZPRo4Q/z5++P6zcfo0brs7h45ZHJQxZCQAhEHAJ+J67iWMnv8OSmt/YJADsERh5WB9EqfxJoMDX9CEW/Qv9CKaUMKKVs1qzIQggIgTBBgG2dBaVlx2BL7JRPHT7gjdEDzsNTf0agc0iYOCr6jMiOjFk9uJtICIQ6AolKZUSBqU3g7Oaib2bAw6t3cbjLMnjuOGvvCG9d57S89lkJyzIsEgJCIHgE+AlQQQVvp3CY+tSpUzhy5AhKlSqF5MmTY9u2ba+dcCsEqh/sLOjn6PeCveMH3CF69OhgJ9EVK1Ygbty47+3InOht48aN6Nu373s7xrtkHNrL9y51k31DgoD425CgKHkIASEgBISAEBACQkAICIEwQkCKKQSEgBAQAkJACAgBIfCeCPC5iaP4DIUTqrGfxOPHj7Fm1jmsmnweSimjQpWTo+OIfO+pNOEj23LjayB9zWyA0m+t/cO24vjsva+cpJbsoV+W1UF5CwEh8AYCbCsvin6Lou+i6L9ET+x9g8IYCyn3Ezl3cs2+fA3Qt1miv6MsX0iXyTCtSAgIASEgBIRASBBYvnw5ihQpYvoU+vr6mixjxIhhflSVPzBbsWJFExfeF/66gpQ28hYCQkAICIG3IuDPoXev21PiX0NAKf2Fst6mlIJSysyJwDHLHL/s7OwMzodAcU4Eakirx6iS/7EZMwb9+n7+XfT62UuH5B0eCXByZl4L+/btM9Xz8fHBoUOHzJidJEmSmLg0adIgXrx42Lt3Lx49egR+n8CxPQkTJkTKlClNmpBcjBkzBrlz5w6kPHnyoGrVqli3bh2KFy+O/v37w83N7Y2HPX78OPbv328+h3IcklLKpOd1X7duXbBeJuKFRapUqV7a9ueff5rxS5xondutXdiWPvvsM2TNmtXwOXPmjLXpreyL+SdKlAitWrUCP0OvX7/+tXkePnwYnTp1MulGjhyJkiVLvjatbAj7BPzv+sKz3hD4rtttfLW/S2Q8HNsSTiVzBJqvInLkyGD7pnitUkrZ2oFSNhv2aUgNhIAQEAJCILQT+OGHH9CsWTN7MceOHYsBAwbY1yUgBN6CQITbhc9tKet5Li3/L+MzcPbDW7HsFib9fFN/Z2L79jlTFneMGpsVMWJGjnCspMIRl4BLfA8UWN4R7pkSBUDwx/kBa3Fp2taX+lc6tieGA3YQIwSEgBB4JwKWP6GlrPu1dc++dtUXAwdcwpGjfub7HPj7o037FGjWMtk7HVd2FgIRjYBHtqQo9Of/oCI56Wbkj4cXbuNUxwXw3nfe3k+Y7Y5tkGJ7JCPLMvw+xWcEXbp0QeXKleH4nX6OHDnMD2TOnDkTjs8Y3mdZJG8hEA4ISBWEgBAQAkJACIQJAjt37sT48ePtZe3evTsSJEhgXw9KgPPCWunq169vBcUKgVBFoGbNmvbyLFu2zB6WgBAQAkJACAiBdyQguwsBISAEhIAQCBUEnIJaCqWUGZillFilhIFSIc8gqNdiRE2nVMgzV0ryVEoYKCUMlAo/DCKqjwzd9X5eOqWUWVFKvTTYnQN/OcidgyJpq5RwwVctdXqdVn8Iw03PJ6jV5iwuXnkMeQkBIRAxCPgdv4Ljpfriiedd0A9oj4AoI+oiWuVcgQZT039QMpga8hIC4YKA1emXlp2BLXEgHXVovzdG9T+PO7eeANoxJEoaDd+NzIEMWTwgLyEQmgkkKpURBac1RWSPqOC1++j6PRzusgyeO87ZO8Jb1zst2wD0y7I6KG8hIASCQYDDrSN6+2H9165dayYLK1++PD799FNwMi5OLBYMlMFIKkmFgBCIuATodSNu7aXmQkAICAEhIASEgBAQAkIgYhGQ2goBISAEhIAQEAJCQAi8DwJ8ruMoPjPmRGrsJ8FJh9fMOodVk8/pQ/ubidcKVU6GjsPz6nV5/xeBsj/VQPqa2TQ3aPlj35AtODZrz0uT1JI5zwHzsyzDIiEgBF4mwDZiiW2H/oqiz7JE3yV6bHxN2OQgZZfzJtfAi9cA/RvjaOnzKPpAyx/S0mNalmGREBACQkAICIG3IXDq1Cnzg6Wc9I+TXFp5NGjQAFu2bMHXX39tRUUIq3QtKW3kLQSEgBAQAm9FQHEI02v2lOg3EVBKmc1KKSilXpoXIXLkyKA4JwI1uOVjVC34GDqxFvDjgvv49mdvyCv8EUiZMiUSJkyIkydPmvE6ly9fxoULF5A1a1Z4eNjGuMaLFw/p06fHiRMncPPmTXh6eprxPBkyZECcOHFCHEqWLFnAz48UfyQnfvz45hglSpQwP5AzfPjwIB2Xn0Xv37+PzJkzg2P2TSYBi1ixYoHlD1gNZJInTw53d3d7HL83IRPyyJYtmz3eCri5uSF37tzw8fExfKz44NrX5Z8uXTrEjh0bZ8+eha+v70vZ3r59G4MGDTLx33//PfLmlWduBkY4Xfj7PMDNukPgu243FOsY3QUPx7ZEpJI5As1XQZ/O655ycnIyfl8psweUslnuLhICQkAICAEh8CEITJ8+HTVq1LAfqk+fPpg8ebJ9XQJCIHgEIlZqPq91FJ/p8n8UPufl897lS29h0s839Wc8aClkyuKOUWOzIGbMyJCXEIhoBKIm8ECBFZ3gnimRrrrSbQK4OGgdLk/72/R5Yrth+2E7cmxXDOsd5C0EhIAQeGsClh+hpehn6G8o+p6rVx/o7++u4NixR9DeCXqBdh1TolmLZJCXEBACwScQI1tSFP7rf3ByjqR3Vnh00QunOy2E997z9rkP2f6s9kirE5qxF7TvS/zR10qVKmHMmDGBDtGvXz/s3bsXVatWDRQvK0JACPwXAdkuBISAEBACQiBsEODnQD8/P1NY9nfp1q2bCQd1sX37dtNfx0rPfjJWWKwQCE0EACte5QAAEABJREFU2I/LKs+yZctMXzNrXawQEAJCQAgIgbcnIHsKASEgBISAEAgdBJxCRzGkFEJACAgBISAEhIAQCKcEXqiWUsrEKKXMoEcOfuQgSGdnZ1Ac5M7BkbSVikfBVy2Z3h/+AG54PkGt1mdw4cojvSZvISAEwjMBv2OXcax0PzzxvAvjAPyBKCPrIFrFnIEGU9NvUPQj9CeUUvQbgFI2C3kJASEQZgg4dvplp3xL7JRPHdznjVEDzuO2/kzATweJkkRD7+FZkT7z88lBwkxlpaARkkDCkhlQYGoTRHaPqm9v/nh04x4Od1kKz3/P2jvCW9c9rWObiJDApNJC4B0JRPSPg3fu3MHu3bvBibTSpUuH4sWLG6Jr1qwBB92YlRcWvN8uWrTIDIDhZFqc7GvcuHGvnPCKu3ISMk56VbRoUeTOnRufffYZNm7cGKQBPEePHgU7THKC2kuXLqF8+fKoXr06bt26xaxNHocOHULbtm1RqFAhM7lX2bJlMXbsWHBCMZPoPxZ9+/Y1eXLiMNaD9WG9OMBn/fr15hj79u1D8+bNzYRdPM7gwYPNJGJW1g8ePEC7du1MPlbZuO3MmTNgh1HuwzzJoHv37mA8t1uiP//9999Rp04dcwymrVix4kv1II+SJUuCZbb23bx5s6k37bZt2+x58Jg8NutlpbXsi+fEquvMmTPteVlpg2NfVT6WleeME9ZNmjQJPD+sHy15k11wjuGY1jrerFmzsGfPHnDyYk6qRs7ffvstrl+/7pgcZMRjM32gDXrlVdussu/YsQMNGzY056ZRo0b288d7MI/bsmVL5MuXz7AjS7aPhw8f6lzlLQSEgBAQAkJACAgBISAEhIAQiKAEpNpCQAgIASEgBISAEBACIU6A30k7is8W+CyHz2046fCvM89h1ZQL+rjsC6VQpGpydByWR6/LO6gEyoyrgQyfZYfSf3wfGLYVx2fteWmSWrKnmC/PCa1ICAiBwAQc2wbDbDPUqMW+GL3Ez+h7bakflj7EDzr8o9YPevuPRg/w4+IHGGPXfYxdrLXIpnGL7sHSTzr806K7oMZra7TQBxMc9PNCb1iaqMMTF3qBmrTACzbdweQFzzVlwW1YmqrDU+d7YuoCT0zT1qZbmD7/uWbo8Iz5N0HN1HbmvJuYOe8GZjlo9rzrsDRHh+fMu4Y5c69hroPmzb0KS/N1eP7cK1hAzdHW6DIWzrFpkbaL5lyCpcU6vHjORSyhZmtrdAFLZ9u0TNtls8/D0nIdXj7rHFY4aOWss7C0SodXzToDavXMM7DpNH6Z+Vy/6vCvM0+BWqOtTSfx24znWjvjBCyt0+F1M46DWq/t+unHQf0+/Rgs/aHDf0w/CmqDtkbTjmCjg/6cdhiW/tLhv6YdArVp6iFs0uFNUw9ic4C2aLtl6gFY2qrDW6fuB/X3lP2waR+2TbFpu7bbp+yFpX90+J/Je/BvIO3Gjsk27dR25+RdMJq0C7sCtHvSTjhqz6QdoPZqu3fiDuyd9C/2TXyu/RP/gaUDOmzTdhycqPWzTYd+3gZLh3X48M9/gzqirdGErTjqoGMTtsDScR0+PmEzqBPjN8OmTTg5/rlOjf8Llk7r8Onxf4I689OfsGkjzv70XOd0+NxPG0Cd1/b8uA04P+4PXHDQxXG/w9IlHb40bj0ujV2PywG6MnYdHHVVr18duxbXHDXmN1wP0A1tb4xZA0s3dfjmmF9xi/pRW6Nf4PmjTbe1vf3jalB3tDX6YRW8HOT9w0pY8tFhnx9WgLr7/Qrc1eG73y/HPQfd/34ZLD3Q4QffLwXlp8OU7+il8Bu9xMh31GJQjw+eMX1w6A8tBfaasiYEhIAQEAJCIHgEOKk5+8hNnTrVviN/SHbOnDn68+VcvOrHU+0Jw2nAX9eL0kbeQkAICAEh8FYE/PFaP/pW+UWsnZRSpsJKKSilXpoXgfMhUJwTgRrY4jGq5n9kxkST/A8L7qLXBC/IK3wRiBMnDjJkyIBz587By8sLHPtw7949MyYBAS9eD7ly5cLNmzdx/vx5XLlyxYyVyZw5MzgePiBZkA2/g6U4hp56ccdSpUqhZ8+eRhwrsXz5clSvXh1//vknhg4dCpbvxX1etW6lS5SIP/wXOIVSyrQBvOLFMiml7Fs45sLb29u+/qqAm5vbq6KDFefh4YF48eK9tI+7uzuiRo0KMuN3Ni8mOHXqFM6ePWvGwHAy+Re3y3r4IfDM+z5u1B0C3/W7zRiyZ1Gj4OGYFohUIjss/01LsW1SvJ4ppWzXtFI2G36oSE2EgBAQAkIgrBDgD4FwzLFV3tatW2P16tXWqlghEHQCESglP/87iv8TOPbDW7rkJib9fFP/3+6vPx8CmTK74ftxWREjRuQIREmqKgQCE3CJ744CKzvDPXNi0y64uDDwN1yesuWl/pWO7YvhwDnJmhAQAkIgaAQs/0FLWfdr65599aovBg68or935Y9B8gmHP9p3TIGmzZMG7QCSSggIgVcS8MiaFIX++h+cIjtBfyDGwwu3cbrTAnjtOWef+5Dt0GqXtDqh/mjAdshQyIlzk/EZRocOHXDs2DF7xvxxzIMHD6JPnz7muZx9gwSEgBAIGgFJJQSEgBAQAkIgDBBYt24dZsyYYS8p527lb0vYI4IQWLFihT1V/vz57WEJCIHQRuDTTz9F+fLlTbE4VwD7c5kVWQgBISAEhIAQeBcCsq8QEAJCQAgIgVBCgE+cQklRpBhCQAgIASEgBISAEAh/BF5VI6WUiVZKmYG+HADJwZB80EJxUDMHSdJWLB4FX7Vygk6qpXDz9hN81vosLlx+BHkJASEQPgn4HruMo2X644nnXVsFtctwGVUH0SrkBP0CRR9Bf0HRf9CPUErpxHovpWxWB+UtBIRAGCHg2NmXnfItcUJ76tA+b4wacAFenk/BFp4kWXR8NzwrMmT2CCM1lGIKARuBhCUzosC0pojsEc1EPL5xD0e6LIXnv2ftHeGt65/W39/WAd6yZidZCAEhECQCAc0nSGnDY6Jdu3aZCany5MmD2LFjgxOFZcqUCfzB83Pnzr1UZd5vhw8fDoph/jg/O43Nnz8fnADsxR2uXr1qfhh/5cqVSJkyJTiIJnr06GbCMHaufDH9i+sxYsRAuXLlzGRbrq6uqFixIkqXLg0XFxcz+GfevHlo2bIlODAnR44cqFatGjg518yZM9G8eXPw+C/m+ap1Hx8fsHPn0qVLUaBAARQvXhyenp4YNGgQRo0ahc6dO5uJvXh8lomTYpABByW9Kj/GHT58GG3btsXu3btRsGBBsO6c9Ovvv/828cePH2cyUw9OvNurVy/4+fmZOrIe5MR6fP3113jw4IFJ+6YFeTIt96tSpQoSJUqELVu24IsvvsD169ftu5JJu3btwM598ePHN8xixoxpBjbNnTvXni4kA48ePcKwYcPAevI8lS1b1gzmZufa0aNHm4nu3+V4+/btA+vO47DuvNbWr18PTlbCSdfeJe87d+6A1zbvsTz/5EpuXJ89e7Y5lxwoVqRIEcOS/4vy2vjqq6+CPAHeu5RP9hUCQkAICAEhIASEgBAQAkJACIRGAlImISAEhIAQEAJCQAgIgZAlwO+kHcVnxHxGwWc1HND/y4xzWDnlgnnmwCMXqZoMHYfmYVAUTAKlx9ZA+s+yc746vac/9g/dguMzd5vnGuRN7uTP82FZhnVieQsBIfACAbYNS2wvbEMTf32Kb2c8RZ+Zz/DdrGfoO9sf/WY/Q39t+2s7YI4/Bsx5hoE6PEhr4OynGKQ1eNZTGM1+giEBGqrt0FmPQQ3TdrjWsJmPMFxrxKxHsOkhRs7SmvkQo2b6BcgXo2f44fsZ2s70xfczH+CHGZbu48cZNo3Rdsz0ezCacQ9jdXjs9LsY56CfpvtgvNZP07wxfpoPJmhrkxd+nmbTxGl3MHGqTZO0nTz1NiZN9cRkbadoa9MtTJ2qNeUWphnd1PYmpk+xdAMzptzATEuTr2Om1iyt2dSka5g96SrmaDuHdvJVzJ18BfN0eN4k2ss6fBnzJ17GAqNL2l7CwkkBmngRiwK0WNvFP18AtUTbpVpLfj6PpVrL7DqH5T+fw/IJZ7HCrjNYOf4MVmmtnKDthNNYPeGUlrbjT+EXo5P4Vdtff9JWa834E/hNa81P2hodx28/HcdarXVaa8cdwzqt9T8dg9G4o/g9QH+MOwKbDmPD2CPYOFbbcYe1PYQ/x1o6qMMH8deYg9hkdEDbA9g85gC2aG0es1/b/diqrdGP+7BV62+tbUZ7se3HvdhutEfbPfjnx93494c9WrTULuz4fhd2Uj/sxE6tXT/swC7a73dgt9ae7//FHtrR2mrt/f4f7LOsDu8fvR37R/+jtR0HdPjAqG04OOpvLcv+jUOjtmr9jcPaHh61RdstODJyC45qHRm5WdvNOKatTZtwfKRNJ7Q9MeIvUCe1PaV1csSfOKV12tLwjTgzfIPWRpzV1qY/cG7YBpwfpu3w33Fe68Kw32HTelwcpjV0HS5pe4lW6/KwtbgybB0uD12LK1pXh/6Gq7RDfsM1ozW4ru31odoO/RU3hjzXzSG/4NZgarXdeg5ahduDn+vO4JUwGrQSXlreg1bAaKC2Wj6DluMuNdBm7w1cBkv3dfj+gKV4QA3UduASHV4C34GL4TtgCfwGLA7QIjzsvwiPtB4OWKjtQjzub2kBnvTX6rcAT7V92m8+qGfa+ms97TsXz7T8+86Bv7bP+szGs96z8PTbGaa/H/0gRb9ouUvHsBUnVggIASEgBITAmwj89ddfpj9lly5dAvWN/N///mf6CjZs2PBNu4frbRw7orgI17WUygkBISAE3icBZcbhveoIEhc0Akopk1ApBaXUS/MiRI4cGRT7mlMDWz5BlQKPASjwNWbhPXw7wZtBUTghwDHtefPmxa1bt3DhwgUzRidevHhIkyZNoBpmz57djI/Zt28fjhw5YrYxzgQCFtGiRTNjau7duweObwiIfsnwWHfv3kWCBAnM+JeXErwQ4eLigq5duyJfvnzgOJcxY8aY7zFeSPbSqpubm4m7evWqsW+74PE5PudN+7POb9oelG3M4/bt2y8lZRy3RY0aFZyH4MUEHN/D53AcP/LiNlkPPwSeed3HzXpD4ff7HptHdnXB43EtEal4Nrvfpv+m2K4pzlVBKWXz4UrZbPihIjURAkJACAiBsEZgw4YN4Dhvq9xVq1bFzp07rVWxQiBIBCJKIj6jdRSf4T59+tT8L8TP/0uX3MKUSZ4wHw7157wsWd3x/dgs8PBwhryEQEQn4BLPHQVWdoZHlsSAbh/8T+jS4HW4PGXLK/tXOrY1yEsICAEhEAwC9B9MTktZ92vrnn3lii8GDrqK48cfaXdEb6TQvmMKNG2WlLuJhIAQeEcCHlmTotBf38ApsrNpY48ueeFs54Xw2n3WfG5mf3C2R6t90vKQlmX4XXTt2jUzhxTnNON8ZVZeqb9BDHgAABAASURBVFOnNvNWcW6wrFmzWtFihYAQCCYBSS4EhIAQEAJCICwQGD9+vL2YRYsWRYsWLezrQQ04fpasV69eUHeTdELgoxCoVauW/bic59i+IgEhIASEgBAQAm9JQHYTAkJACAgBIRBaCDiFloJIOYSAEBACQkAICAEhEA4JvLZKSimzTSn10mB3DqTlIHcOlqStUCwKvmyl7JPY3rr9GJ+1PoPzlx5CXkJACIQvAr5HL+Fo6f544nnXVMwf/og6qi6ilc8B+gOKvoF+gpLB1AaTLIRAmCdgde6lZad8S+wMTB3Y640RA87jzu0n2iv4I0myaPhuWFakz+wR5usuFYiYBBKUyIAC05sicoxo5jPuo5v3cLjTYnj+c8beEd5qB7RsGyRlWYZFQkAIvJkA/+NUiss3pwuvW/lj6b/99hs4GRh/kJ315ERc+fPnByey4qQPjHPU5s2bsXr1ajPB16JFi9C3b1+MHDkSkyZNgru7u2NS86PuU6dOxblz59CxY0fMnDkTPXv2NLZ9+/ag7wq0wytWEidOjE6dOiFlypSIFSsWOnfubPLisY4dOwbmnyRJEjNAh501e/fuDZaLx+NxWbaHD//7ewEfHx/DYeHChRg8eLCp09dff4379+9j+fLlpp4TJkwwds6cOWbStQMHDsDT0/MVpbZFcT8e+8cff8SIESNM3ZnHd999Z+q+a9cu8MUJ2FasWIEsWbJg9uzZ5hisx4IFC8DzcvnyZZw/f55J36i//vrL7DtjxgxY+3OijrNnz5rJ2Lgz7xE8BtmQEVkx7cyZM/HNN9+Ak73hPbxu3LgBDrAiX7Ig47lz5yJ58uTYunWrmdDuXQ7LPD777DOQmVUf1o8TypEHB47hLV+8BnLmzIlZs2YZviw/2wkn2OP1lyFDBnON8FrjsVmG1q1bY/v27ZAOlC9Cj7j+9kUSsi4EhIAQEAJCQAgIASEgBMI5AameEBACQkAICAEhIASEQAgS4Hf7juLzFX7vzX4SnHR49YxzWDXtIvjISymFYtWSo+OQ3CFYgoiXVamxNZChTg5dcWW4Hhy+Fcdn7JJJajUReQuBoBCgz7LSMWz5Lfou/2fPzCbG+/vrIBfa+pveXo7r0DFct0kn0et6qd/cYnbjQm+2resczDoT2MI8BhinpWP0/jqxDjPw8jpz4XabNcn0IiA3e+TzdR3i9gCZ4+iMeUzKtoNemu06X73NLLluAnrBLGxGJ2SApWLQ2qDXGdT7vDp/breJe+kcdDK9bguYKK7pLEyYRWCYYlgn5ltLx+g3E9kOxRWbWBcjvYPJSycw6zYbEKv3NOvamhhtrXWdjQ7qY+g4bjPrzOnFdcaZjXqDDuudeBy9omvzunVu4j46lUnvsM6glj6k3mjeOmhLy8Lo5NrodabhFh3xyuPpeJ1Qv1kGndisMz+9rlf1Bq7oHIyxLXS2JhkXTKO3MmjLnxF6Xx1h1rVlHgwHEvfRSW1xOqDXzVKn1+/nx9GR+nAB6zpfs65j9NuWr97EHQJky89stKXU8YzTqfS6Xpp1HdSWh2SOTM0wxTDFsMnfJNUx+m3WtX2en95b5/PKdR3PPHQKGh5Yi2/GmEy5YraZpAH52sK2NFw+Xzdrugja6ki9tIV1DvawFc84hnWe1kFYRh2lV3Wk7a1TsRw26Si9rpf6rTPWYSblit6u12z7c92mF9eZyvKDtM+3c4tICAgBISAEhEDQCLCf4pdffokSJUpg/fr19p0qVKiATZs2YejQoYgZM6Y9PiIGzJ2Yi4hYeamzEBACQiBECPjr/3BemZFEBoOAUsqkVkrp75bVS/MiRI4cGRTHP1MDWz5BlQK2sQ78f/HHhT7oNd4L8go/BDJlymTOOccecExI+vTpES9evEAVTJkyJZImTYqjR49ix44dJsw4x0RKKaRNm9aMQ+HYCV4vjtut8KFDh8yYkDRp0iB69OhW9Bstx0Z88cUXplwc1+L4efN1O/JHdjgO6ciRI2bckGM6jkViXRzjXhfm2H+OKeF4noMHD76U7N69e+C4Gw8PD1M+xwTc5rjOMOtP+6KY/7lz516MBuO4LV26dGCbfDEBJ5Hn8Zs0afLiJlkPJwSe3bmHG3WHwPf3veY++Cx6FDwa0wKRimU1bZfXBf02xeuVcnJyMv5dKWUoKGWzZkUWQkAICAEhIAQ+IgF+buFnRqsIBQsWxMWLF61VsULgvwhEiO38X8pRfH7LvixWP7wli29h8qSbmoX+slm/s2R1ww9js8AjRmQdJ28hIARIIEpcN+Rf1QUeWZKY/6N0U8GlwWtxefIW6V9JQCIhIATemQDv1cyElrLu19Y9+/LlBxg46CqOHfUDt1MdO6VA02ZJuZtICAiBECLgru/1Bf76GipyJHaYxMOLd3C200J47Tpjn/uQ7ZJtkO2Uloe2LMNvoxkzZqBixYoYNmwYfH197Vmwzwzn+WrYsKE9TgJCQAi8FQHZSQgIASEgBIRAqCcwf/58rFq1yl7O7t2728NBDXD+0ePHj9uT16tXzx6WgBAIjQRq166NBAkSmKL9+++/+OOPP0xYFkJACAgBISAE3pKA7CYEhIAQEAJCINQQcAo1JZGCCAEhIASEgBAQAkIg3BF4c4WUsg16VEqZwZAcFMnBkc7OzqCsgZO0FYq54MvPrY9uCrfuPEHtNmdx/tIjyEsICIHwQeDBkUs4WmYAnt6+B6X/WKtoo+shWrnsZoA9fQEHUtM/UPQX9BuUUorJoZTNmhVZCAEhECYIWJ16adnZ1xIH0lEH9nph1MAL8L7zTLdxIFkKV3w3PCvSZXIPE/WTQgqB1xFIUDwD8k9rCpdY0aH03xPPBzjaZSk8t5+2d4S32gMt2wjzsizDIiEgBF5PgANKI3J74eQNhw8fNj9mzwm4LFKlSpVC7NixsWHDBnDyLSuerDhZGD9nf/755+BEX9Y2/ng9f4DdWqflpLO7d+9G5syZUb16dSilGA2lFGrWrImsWbOa9bdd/Pnnn+BkW+xUmSpVKns2/OzPsjD/vXv34syZM/ZtbwrUqFED8ePHtyfhZBecKIx1y58/vz0+VqxYyJAhAzhhGOto3/BCgJ9RHj16hBs3bpiBg9ZmDjRipzprUBH9N+Xt7Q3KSkfOgwcPxrJly8CJ36z419m8efOicOHC9s3cv3jx4madZWWAHVJ5DnlOeA7IivFKKZQvXx558uTh6nsRz1OiRInseSdOnBjZs2cHGfn5+dnj3ybA889zzjpzf6WU/RrjxCUXLlxg9FurSJEi5jsoxwzYPlj2du3aBbpuWAZe70mSJMHGjRvNNeq4X8QO0+tGbAJSeyEgBISAEBACQkAICAEhEDEISC2FgBAQAkJACAgBISAEQooAn804is8TOFEan0E8fvwYK6efw6ppnKzbXz+LAIpVTYYOgz8NqcNH6HxKjqmBDHVyGK48BweHbcHxGbtkktoIfVVI5YNLgG3HkuW/9MNik41SCt3rREe32q5alnVF1zqu6KLVtY6btjZ11uHOddxBdarrjk51PGBsXQ901OEOdWOgoxZt+7ox0V6H29fTVqudpbqx0JaqFwtttNrWi21s6/qxYaTXW2t9Xj8OWteLA9pW9eNqGxet6sfTiouW2lpq0SA+HNW8YQI0a5AAzbVomzZIiKY63LShtlpN7EqEJg0SoXHDRGik1bhhYmMbNkqMho2SoKFeb9gwCRrocINGSY2tr239xslQz7I6XLdRMhg1To66WnUsNUmB2jpcu3EKfKZl2VpNUsJRNZukgqUaTVKjRtNUqK5t9aapUb1pGlRrokXbNC2qBaiqtlWbpUOVZmlhs+lQuWmAmqVHZa1KlppnQMXm6VGxWQZU0Kqo1ys0y4jyzalMdluuRSYYNc+MslSLzChjlEXbLCjdwlJWEy7VIiuMWmZFSaNsKNHyuYq3zI7iet1ms6NYq+woqlWsZQ4UbZlTh3OgSKucAcqFwjpcuJW2n9tUqNUnKKhV6HNtjT5Fgc+1WtuU//PcyK/XbTY38rXOjbxa+Vrn0TYP8mibpw1tXh3Oi9ytqXzI3SYvPm2Tz+iTNvm1zQ/aXG0KIJdez9VWWwflbFMQObRyttXWqBCya5u9nbZa2doWgk2FtS2MrO0KI0u7ItoW0bYoMrcvoqWtjsvcrigytS8WSBnbF0cGLcum12GjDiWQXiudpfYlkZbqUBJptNJ2KGVs6o6lkLpjaS2bTaXDqTqWQSptU2qbsmNZpKDtpK1Wcr1u1Kkckmsls6s8kupw0k7lkcRBiTtXQGBVRKIuWp0rImHnSkgUYBN0qYQEXSrbFb9LFViKp8PxulRFXNqu2mrF0etGXashjlZsS92qIZZRdcTsptXVphjdauC5asKje4C61YR7t1paNeGmrVv3z0C5amtTbdA6Z0gO68XPbvwMR19Iv8h4yzIsEgJCQAgIASHwJgKzZ88G+6+NHDnSnox978aOHYs1a9aAP0pq3xDBA7YeqhEcglRfCAgBIfDWBBTUK/eVyOASUMpGUikFpdRL8yJw7DPFcdDUwJbPULXgY5NW74Gxi+6i13gvyCt8EOD4CU7O/Ouvv+LatWvIlSsXeN4daxcjRgwzXuTo0aM4dOiQCTPOMQ3DHCsSL148rFy5EpzsnN83MJ7idw4cX/Pzzz/DxcXFfH5kfFCVOnVqtGrVyiQfP348ONbIrLxmkT59ejMeaMuWLWbckfU9B8vBSdjPnj37mj1fji5RogQ4bmfBggVw3I95LVmyxDAhN5aRe5MB0+/cuTPQ+BuOG1q/fj2TvCTmNWXKFHA8jbWRdWQcx0WxDFa82IhD4Nntu7hRbyj8Nu7TPljX2zUqHo1pAediWWH5aVqKc1VQHINFKaX0DtD72SzkJQSEgBAQAkIglBDgD4Lw8xKLw8+Ln3zyiennwnWREHgzgfC/lf+3OIr/J/AZLtsK++EtXnwTU6Z4ahD8jKeQNZs7fhybBe4ezjpO3kJACDgSiBLHDflXdYFH1iT6/yLblstD1uLy5M3mvsN2xfbFdubY7hi2pZalEBACQuDVBCw/QUvRj9CfUPQtly/7YtDgazh+/KHxP0opdOqcAk2aJnl1hhIrBITAOxHwyJIEBTd9AycXZ9PmHl/xwrlOC+G966x97kO2T7ZViu2WB7Qsw0HVP//8gwYNGqB58+bgXGHWfmXKlAG3DR8+HK6urla0WCEgBN6agOwoBISAEBACQiB0E+BnyQkTJtgLyblhq1WrZl8PaoB9a6y0nFuWfXesdbFCIDQSYF8xzg1slY3zD1thsUJACAgBISAEgk9A9hACQkAICAEhEHoIOIWeokhJhIAQEAJCQAgIASEQzggEoTpKsWM8oJR6abA7f1iNg50tVSjmgi8/58c3f0C/PW8/Rp3Wp3Hu4kPISwgIgbBN4MHhizhadgCe3LnP5q3lj6ij6yJa2Wxm0gP6AQ6kpl+gZDB12D7fUnohYBHhaCSxAAAQAElEQVRgBwyGadnJ1xI75VP793pjxICLuHP7CZgmSbJo+G5YFqTL6M7dREIgzBNIUDwD8k1rBucYUc01/ujmPRzpvASe20/bO8Jb7YKW7YCVtizDIiFAAg8ePAAnhPpQ4gANHje0S/+bGdqL+N7Kxx8wv337NooXLw5OWmUdKGnSpMiYMaOZPIs/nm7F+/r64tKlS4gTJw6Yxoq3bM6cOc0kR9b6rVu34OXlhZQpU4ITbMHaoC2PlzlzZh16uzevrwsXLph8s2XL9lImzD937tzw8fHBzZs3X9r+YoSTkxMSJkz4YrRZ52S50aNHN2EulFLmuwn8x6tkyZImXa9evVCpUiX069cP27Ztw6NHjwLtGStWLOTPnx+sT+3atc2AJE6axsnL6NcDJX7DSpIkScz/RW9IYs4febzqnHCiN57DN+3/ttv4f9qrrpm3ze/F/TJlyoTYsWMHiuY1wGuM17jjRG2BEgVhxd3dHSlSpAiUkv709OnTJm7FihUYPHhwIHHiPD8/PzNJn6enp0knCxKwfb/HkEgICAEhIASEgBAQAkJACAiBcExAqiYEhIAQEAJCQAgIASEQIgT4vNdRfGbA5yPsJ8FJh1dMO4fVMy4FHEuhRI3k6DD404B1MSFBoMSPNZCxXi7Tb1UvcGj4FhyfvlMmqQ0JuJJHuCdA/8VK0tJ/UfRh/v7PGG36v7SpHBUj27liRDs3o+HaDm/nDmqYttTQ9h6wNKR9DFCDtR3cPiYGUR1sdmCHWLA0oENsUP217d8hDvpRHbXV6tsxLqjvtP2uYzxQfbTt0yk+egfoW22/7ZQAVC9tqZ6dE8LSN50Tgfpa2687J8b/HPRVlySw9GWXpKB6aNujSzJ8QXVNhu5GybVNjm5dqRTapkDXrlrdUqJLgDpr27lbKlCdtO3ULTU6WuqeBh0C1F7b9t3Top1d6dD2C5vafJEellrrcOsvMuBzqkcGtOqR0a6WPTLBUgsdbvFlZjTvoaVtM6MsaPZlFjQ1yoomX2ZFE+qrbGgcoEbaNvoqOxralQMN/mdT/f/lhKV6Olzvf7lQN0B1/vcJ6nxtU+2vP4Wlz3T4s69zoxb1TW7U/CaPUQ1ta3yTF1R1bY165kO1AFXtmR9UFW2r9CwAqnKvAqAq9SoISxV1uGKvQqhgVBjle2l9a1O5b4uAKqutTUVR5lut3kVRuncxo1LalupdHFRJbY36lECJ3lraFu9TElQxbYv1KQWqqLZUke9Kw1Lh78qAKqRtoe/KoiDVV1utAn3Lgcqvbf6+5UHl0zZfvwrIG6A82ubpVxFUbm1tqoRP+2n1r4xPApRL21z9qyCng3IMqAqbqiH7AJuyaZttQHVkpQZqq5VlYA1QmbXNPLAmqEzaZhpYCxmpQbWQwegzbT9D+kFUbaQbFKDBdZA2QGm0TTO4LlLbVQ+phliqj5RDbEqhbYohDZCcGkrbEMmG2pR0aCNYSqLDSYY2RmJqWGMkMmqibRMkHEY1RYJhARreDPEDFE/beMObI65RC21bIM7wAI1oidgBiqVtrBGtEDNAMUZ8jhgjbfIY2RqW3HXYfWQbuFGj2sB1VFv46z/j8PSCPpDy99exAdLR8hYCQkAICAEh8EYC+/btQ7169dCkSRPT99dK3Lp1a2zduhUdO3a0osQGEPAPsGKEgBAQAkLgbQjo/1detZvEvRUBpWx9ppVS+qtlZcYUcLwCxztz3DP71lMcD031b/EUVQs+Nt+Z8X/HsQt90OsnL8gr7BPg5MyZMmXCxYsXzRjA7Nmzv1QppRTy5MkDjr2hGFZKvZQuVapU5odvuGH06NEoVqwYqlatalSkSBF8+eWXuH//Ptq3b4+8efMyWbBUuXJlMJ9r166Bk6k/efLktftzfA0/j/LHdnr37m3KNWDAANSpUwdTp04Ft7925xc2cOxSy5YtcfnyZTRq1MiU38pr3LhxSJQoEfgZmONduGvq1KmRK1cuHDx4EPXr10ffvn3NPvzczDElHP/BdI5ie+O4Dv54UM+ePdGjRw/zWfv8+fPgsVkGx/RWeNasWeC4JB7DihMbPgg89byLa3WHwnfDPu17AX9XFzwa0wyRi2U147Lom3ndUPTdFP04pZStfSpls+GDiNRCCAgBISAEwgsBfh7avHmzuZ+xThzjnfkdxnEzD1EEIRDOq8n/tR3FZ7fsw8L/e9gPb/HiW5g82VN/NvTXJPyRNZsbfhyXBW7uznpd3kJACLyKQOTYrsi3qivcMifWbUf/X6UTXR68FpcnbpL+lZqFvIWAEAg+Ad6ruRctZd2vrXv2pUsPMGDQVRw7/lD7HX/TM6tz5xT6eXoS7iYSAkLgPRFwz5wEBTf1hIribNrewyteONtxPrx3nTXPPfiZmu3VEtsvi2JZht8kb29v9O/fH3xGMX/+fHvSePHigXM3rV+/Hvny5bPHS0AICIF3JCC7CwEhIASEgBAI5QQ4/+qWLVvspezevbs9HJwA5wa10rMvthUWKwRCM4GaNWvai7ds2TJwzmB7hASEgBAQAkJACASHgKQVAkJACAgBIRCKCDiForJIUYSAEBACQkAICAEhEK4IBLUyStkGQSqlXhrs7uzsDA6g5GBKqnwxF3zVOhJ0UnDheecJ6rY5g7MXHkJeQkAIhE0CDw5dwJFyg/Dkzn1TAbbvaN/XQ/Sy2cB2T9EP0B9QMpjaYJKFEAjzBKxOvLRWB19advql9u/xxsiBF+Ht9VTf8hWSpYyO/iOyIm0GtzBfd6mAEHAkEL9YehSY0RwusVzNtf7E8wGOdVkKz22nQ6QjvOOxJBy+CfBHqz+UwgpJDsUOK2UNyXLyh/H5Y/TMc8yYMWZSKk5MRRUqVMj8UD3vub/88gsePrT9L81r58aNG9zlleJEWdGiRbNv4+QQd+/eta+/GIgfP/6LUUFeZ5k4iOdNO7i5Bf3zANPGihXrTdkFexsnP/vhhx+QPn16kMXq1avRuXNnMykaJw3z9PQ0efJ/l27duqFLly7gBG8nTpzAtGnTULt2bZQqVQpz5841vt4kfsMiKDz9/PzMoOnEiRO/Mif+L/XKDe8YyeuC18c7ZvPa3TmJ26s2kgmvY35ufNX2oMQppcy991VpObHDxo0bwU6Sjlq1apXpNPno0SOQ+av2jZhxEdXjRsyzLbUWAkJACAgBISAEhIAQiLgEpOZCQAgIASEgBISAEBAC706AfSQcZX3Xze+7+d308qnnsHrGJdusqfpwJaonR4eBn+iQvEOaQPEfqiND3Vw6W9t33IeHb8GJ6TvN8xaeD04syfPjeL4Y1jvIWwhEeAJWW6Cl2FYABb6U0la/GRaFTQJSaiEgBN5MQNHf0dfpZPR/9IOWdJT9zTj7igSEgBAQAkJACGgCvG8MHjwYxYsXx8KFC3WM7Z0/f35wQsqJEyciVapUtkhZ2gkoHaK0kbcQEAJCQAi8FQHF/2Je2lMi3p6AUsrsrJSCUuqleRE4FpriuGiqX4unqFboMXRqo3GLfNDzpzuQV9gmoJRCnjx5TCWSJk2KlClTmvCLi4wZMyJu3LhGDL+4netKKdSpUwfz5s1D1apV4erqiitXrhhFjRoV5cqVA38cp2HDhlBKcZdgycXFBR06dAB/VOePP/4Af1TnTRlkyZIFU6ZMQcGCBXHy5ElwvAzHjPz444/IlCkTOIbEw8PjTVmYbUopNGjQABMmTADz3L9/P1auXAmOX2ratKmpb4YMGUxaLlhO/hgQt/E5Dcc8Xbp0CV988YWRUi/XnWUZOnQoKlWqhE2bNoGTxZMzj8ljK/XyPjyWKHwSeHrLB9frDYXfXwegGwvgFhWPxzRH5KJZzXwV9M2WON6LcnJyMn5cKdu1opTNQl5CQAgIASEgBEIhAX7Ocfwsd+rUKftn0lBYXClSKCEQnovB57GO4nfw7O/F/yfYD2/Rolv6fxtPKP7pz3lZs7njx7GZ4eYWKTxjkboJgRAhECW2K/L/0g0e2ZLqFqSzVMCVYetwZeIm6V+pcchbCAiBoBPgvZqpaSnrfm3dsy9d8sWAwddw4sQj42+UUujaJSUaN371vDnMSyQEhEDIEXDLlBgFN/WEk0tk0wYfX/XG2Q7z4L3zjJkPi5+t2W4tsR3z6JZl+FVatGiR+d7+u+++gzUHF9O1bdsWhw4dQps2bbgqEgJCIAQJSFZCQAgIASEgBEIzAX4mZD8Oq4ytWrVC4cKFrdVg2XXr1tnT16tXzx6WgBAIzQRKly6NfPnymSJev37d9J8yK7IQAkJACAgBIRBMApJcCAgBISAEhEBoIuAUmgojZRECQkAICAEhIASEQDgiEKyqKKVMeqWUGSTp5OQEDprkD9RRkSNHNgMrOdi9bFEXfNlaf4zz9wenXvW88xh1W5/C2fN+kJcQEAJhi8CDQxdxuNwgPLlzzzZxtW7X0b6vi+hlbIOp2ebZ/in6AvoF+gdKqed+I2zVWkorBISA1XmX1urYS8vOvtS+Pd4YMegSvO48MbCSpYiGfsOzIk16N7MuCyEQ3gjEK5oeeac1Q5RY0U3VHt+6h2NdluDW36feqSO8yUwWQiCCEuAnRWWGlkQ8ABzocvz4cSRPnhw1a9Z8SZzYipNtcfIspiOh6NGjgz+ozvCrxB/l52B3axsnIOMEXgHrL5l79/Tn+5digxbBSbtixIjxxsTvkv8bMw7iRqVsk7VxgrWNGzdi9OjRqFKlCsiRE2hwkl4yY3asT+PGjcEOo6tWrULPnj3NpBqctIwToHECM6Z7V0WNGhX8v4kTvb1rXqFp/wsXLryyOIxnfVnvVyZ4x8gECRKYzpG7du3Cq8Tzzsnr3vEw4Wh3FY7qIlURAkJACAgBISAEhIAQEAJC4DUEJFoICAEhIASEgBAQAkLgHQmwj4SjrH4SnMSQz2GWTzuPX2ZdBh9x6UcRKFkzOToMzAV5vT8CxX6ojoz1P9XI9ffcGvrhEVtxfNoOmaT2/SGXnMMRAfozVoeW/gz+7NENbbTVb24ThUkCUmghIAT+g4AZweLg8+gD6Qv/YzfZLASEgBAQAhGcAH+8tEiRIujVqxe8vb3BF/sWDhgwwPxIabVq1RglegUB/ntBvWKTRAkBISAEhECQCJj/Yl5MKevvSEAp/Z2yzkMpBaXUS/MisJ87xfHRVN8Wz1Ct8GNYZ2P8Ih98M/Y25BW2CVSoUMGMNZg/fz5ixoz5ysqkSpUKa9euNWL4lYkCIlOkSIE+ffqAY1KsMQwbNmzAoEGDkDp16oBUgU2TJk1MGWgDbwm8xv1/++037NixAxUrVgy88RVrHI/0/fff4++//zb7TJ8+HRkzZgSfafFzbLRo0cxeHFPBsRV9+/Y16y8ulFL45JNPMGnSJJMX67VmzRp06tQJrq6uLyY3cdxmMeAYnBo1aiBLlizgcV5VTzc3N/To0cPk/++//2Lq1KnmmEqpl/K3IpgPy/K6clvpxIYdAk9veuNavaHwXV8UzQAAEABJREFU++sAtLOFv6sLnoxtDuciWcwcNfTJljhXBcW5KiilbNeKUjYbdmotJRUCQkAICIGISKBYsWJYuHChver8TFOmTBn7ugSEwAsEwu0qn886is9s+f8K5ytiP7wFC29i8hRP2B7r+iNbNjeMHZcFbm7O4ZaJVEwIhDSByLFcke+XbnDPmsT8n8X/tS4PXYvLP/8l/StDGrbkJwTCKQHeq1k1Wsq6X1v37EuXfdF/0FWcOPFIuxh/LaBL5+Ro1CgRdxMJASHwgQi4ZUqMApt6wsnFWbdDfzy+6o2zHebBe8fpYM99yLnMWrZsibp165rv7K0q5M+fH7///jv4o69vmt/MSi9WCAiBYBOQHYSAEBACQkAIhGoC/Bx4+PBhU0b2OenevbsJB3fB/jeO+xQoUMBxVcJCIFQT4LzQVgGXLVtmBcUKASEgBISAEAgOAUkrBISAEBACQiBUEXAKVaWRwggBISAEhIAQEAJCINwQCH5FlLINilRKvTTY3dnZ2fyQHQe6U2WLRsVXbZ3BPZRe3vF+inptz+DshYeQlxAQAmGDwIODF3C43CA89XqgW7GCXiD6j/UQvXRWM5iabV0GU0NeQiDcEWBnfFaKlp3yLXEgHbVvtzdGDLwEb6+n2i0opEgVHf1HZEWadC9P6MF8REIgvBCIXyw98k5vjiixea0rPPa8jxNdl8Lz71PB7ggfXphIPYTAuxDw1zvzXqNNhHpzoBsnw6Jt27at+bF5/uC8ozhBVfny5XH//n2wIyM5cfKtpEmT4vr16zhx4sRLzBjn6+trj48bN66ZoOzo0aO4fTvwxHMPHz7EsWPH7GmDG+AkSpwszMfHBwcPHnxp93v37pkJyjw8PBAvXryXtr/vCC8vL7TVbFu3bg2WkZOFFS1aFN999x2WLl2KNGnS4PTp07h7964pZ6VKlcwAJKUUEidODHa+Y0dUTobGur6qjniLV5IkSRA7dmycO3fOlMsxC54TTuThGBdWwmfOnAHPuWN5uc541pf1fnGb4zrDhw4dogmS2BYSJUqEmzdvwuos7LjjlStXwAnkeP55LThui9hhet2ITUBqLwSEgBAQAkJACAgBISAEwj8BqaEQEAJCQAgIASEgBITAuxDg8xhHsa8E+0jwmQ4nHV429RxWzbgEM+mw/sq1ZI3k6NA/17scUvYNIoGi31dH+gafaPYavD4BR0ZswYlpO2SS2iDyk2QRm4CjX4N+HkoaSilAvyGvMEpAii0EhMB/EVAOTo5+kOkdrRVmvEgICAEhIASEwPnz59GuXTtUqVIF27ZtswOpXbu2Wf/222/BMZP2DRJ4iYDSMZQ28hYCQkAICIG3IqAc/ouxMhAbEgSUUiYbpRSUUi/Ni2CNjeY4aeq75s9QvchT2F4KE5bcRc9xd2yrshQCoYTA2bNnUbVqVfTp0wcch2IVi993bN261YyxyJw5M2LEiGFtEisEPjqBpzd9cL3BcPht4tghBXhExdNxLeBcOLOZr8Lyx7Qcx0U5OTkZv62UTq9roJTN6qC8hYAQEAJCQAiEegJ16tTBmDFj7OX8448/wDh7hASEgJ1A+Azw/xNHsR8e++CxLx774S1YdAtTp92BUsooew4PjB2XGa6ukcInEKmVEHiPBCLHjI58v34Bj+zJAMW3wtXh63B5wp/SvxLyEgJC4E0EeK/mdlrKul9b9+yLl3zRb+A1nDj5CDb/AnTrmgKNGyeGvISAEPjwBNwyJUb+Tb0QKWoUsE0+ue6Dsx3mwfvf00Ga+/DRo0cYMWIEKleujGnTpsF6RY0a1cRv374dpUuXtqLFCgEhEOIEJEMhIASEgBAQAqGXwKlTpzB+/Hh7Abt27YpMmTLZ14MTWLlypT0553e1r0hACIQBAp999pn5jSUW9bfffsOePXsYFAkBISAEhIAQCAYBSSoEhIAQEAJCIHQRcApdxZHSCAEhIASEgBAQAkIgnBB4y2oopcyeSikzaJKDJzmIkpPZUBxYyYHuVJkiLviqrTP89R/0647XY9T9/CTOnH+o1+QtBIRAaCZw/8AFHCo/GE+87psWzHbs+mM9RC+VxQymZhtne6foAyj6A0qp534iNNdRyiYEhMDLBNgZn7G07JRviQPpqD27vDBs4EV4ez0B/P2RPFU09B+WBanTunI3kRAI9wTiFUmHfNObI0psfc3rNvD41j0c67wYt7aeDFJH+HAPSCooBIJJIOBjYzD3CtvJr1+/jgMHDiBhwoTImjXrKyujlEL58uXh6uoKTsB19epVKKVQrlw583/4zJkz4enpad+XE3gtWLDAvs4Af3i/SJEi4LYlS5YYH8V43uPXr1+P3bt3c/U/pZQyx+SA+ocPn/8vX6JECXh4eIDH5TEQ8OJnhyX6eIcOHUKuXLmQOnXqgC0fzri7uyNu3Lg4ePAgOMCIdbaO7uPjg/v37yN27NiIGjUqEidODP4v8/vvv+PChQtWMv0xx98w5uBEprFveIcAz3mBAgVw5MgRLFu2DGTF7Fi+TZs2BfmccJ/QJJ5r1of1YLlYL+saYH1Zb8bzmuQ1s3PnTnh7ezPK6MyZM+A1aVaCsFBKmbbA/0WnTJmCixcv2vfi59UZM2aYuIwZM0ImrbOjkYAQEAJCQAgIASEgBISAEBACEYGA1FEICAEhIASEgBAQAkLgrQnwO25H8btufufM5wR8RrJs6nmsnnVFP6+BUZlaydGhf07I68MRKDq6OjI2yg0o88bREVtwYuq/Mkkt5CUEgkHA398kpr8znULNmizCHAEpsBAQAv9JwN/BydHnUdzJsgyLhIAQEAJCQAiQwIQJE1C8eHH8/PPPXDVKnz49pk+fjkWLFuGTTz4xcbJ4MwH+p0G9OZVsFQJCQAgIgdcTcPwvJiCVmBAjoJT+UlnnppSCUsqMjXBycjJjCKw5EdgvneOlqT7NnqJa4cf6P0t9d9PvCYu88c2Y25CXEAgtBJIlS4YcOXJgzZo1qF27Nvr27YvBgwejadOm+Pbbb81YmmbNmplrPLSUWcoRsQk8veGNa/WG4sFfBzUIfzxzd8HTsS3gXCiTma/C8sG0HN9F0U9TSim9D4z/hryEgBAQAkJACIQxAp06dTKfz6xiL168GG3atLFWxQoBG4FwuOQzWUexHx774LEvHvvhzV94C1Om2v7PZrps2d0wdmwmRI8eKRzSkCoJgQ9DwDlGNOT9tTvcsyWFv/7j++qwdbgy4U/pX/lhToEcRQiEOQK8B7PQtJR1v7bu2Rcv+aLfoGs4eeoRk4F+pVvXFGjUMJFtXZZCQAh8FAJumRIj/6ZecIoa2Rz/yXUfnO0wB17/nDLzivEzN9uzJbZvJly1ahUqVaqEr776CpcuXWKUUcOGDc0cWD169DDrshACQuA9EpCshYAQEAJCQAiEYgLjx48H57plERMlSoTu3bsz+FZasWKFfb/69evbwxIQAmGBAOdNrlmzpr2onF/XviIBISAEhIAQEAJBISBphIAQEAJCQAiEMgJOoaw8UhwhIASEgBAQAkJACIQLAu9SCaWeD5bk4EmKgyk52J3iAEsOdKdKF3HBV22dAw6n4O3zFA3anMLpc34BcWKEgBAIbQTu7z+PQ+UH46n3AzMomi3ebUx9RC+Z2QymZttmO6fY9in6AUoppobZD/ISAkIgTBGwOuvSWh14admpl9q72xsjBl/BXZ9nul4KKVO7ov+wLEiV1lWvy1sIRBwCcYukQ57pzeES1x36hoendx7gZJcluLXlxBs7wrNtQV5CQAgEIhDw+wKB4sL7ytatW3HlyhUULlwY7OT4uvqmTZsWmTNnNmn/+ecfkyx37tyoV68e9u7di88++ww9e/YEB9E0atTI/KA6P5+bhHqhlEKTJk2QNWtWTJo0yew3YMAAM6nXoEGD4OoatPt3tGjRTDmvX7+OPn36YNy4cbh79y4yZsyIli1b4vLly+Dx27dvD+Zfp04dk4Z1a926NVxcXHRpPuyb/580btwY7u7u6N27t6kzJzT78ssvDZM7d+6YMru5uSFx4sSoW7euGaDEjqLkybTNmzfHwIEDkTJlSlSpUiVEKsBykRnzZGdXnksya9q0qWH3MViFRMXIcfLkyYYz62NdA7yGWV/Wm8dhp8ZcuXLh4MGDIGtONMfrhtdp7NixzfliuqCIbaFFixY4d+6cubZ53nhsMmVnSU7CzGMopYKSnaQRAkJACAgBISAEhIAQEAJCQAiECwJSCSEgBISAEBACQkAICIG3I8DnuI6yJi+k5aTDS6eex6pZl03m/npZplZytO+XU4fk/aEJFBlVHRka5uY8kkZHR2zB8Sn/yCS1H/pEyPHCHAHLx7GPCwuvlH6Gpt8Mi8IeASmxEBAC/01AQelElDbyFgJCQAgIASHwCgLsx1m5cmWw/xr7oFlJOGklt/EHU604sf9NgHdd/pvx3yklhRAQAkJACLyagDL/xThuk3DIElBKmQyVUlBKgeOgKfZzt+ZE4FgMjpum+jT3R40iTwEFQClMXOKDb8bYfpwQ8hICH5kAr9lvv/3W/FAPr+E1a9aAYyiuXbuGBg0aYOrUqeBYjo9cTDm8EDAEnl73wrX6w+C75TDdKfw9ouPZ2BZwLpjRzFdh+V5e17yeKfpnSik6Yej9bBbyEgJCQAgIASEQBglwzOvnn39uLznHen/33Xf2dQkIgfBGwOqfYlnOV8Q+eJyviP3w5i/0xNTpd3S1bZ/xcub0wLixmRA9eiQdJ28hIATehYCzRzTk+fULeORIbrJRSuHa8HW4OuFP6V9piMhCCAgBiwDv0wzTUtb92rpnX7joi76DruHkqUdMBujb9hfdUqBRw0SQlxAQAh+fgGvGRMi/6Vs4RYsCts+nN+/hQsd58Np+8qW5D0+cOIFOnTqhWrVq+OOPP2C9smTJYp4rzJkzB6lSpbKixQoBIfAeCUjWQkAICAEhIARCK4EdO3aAc6Ja5evWrRvix49vrQbLHj9+HOy7Yu1Uu3ZtKyhWCIQZArVq1bKXlf2x+GzDHiEBISAEhIAQEAL/QUA2CwEhIASEgBAIbQScQluBpDxCQAgIASEgBISAEAgHBN65Ckopk4dS6qXB7hxkaQ245GD30kWi4qt2zoC/P9+44/UYDVqfxKmzfpCXEBACoYvAvX3ncLDCEDz1eWDaKzvouo6pi+glMpnB1GzTbN8UB1JTHEhNKfXcL4SuWklphIAQ+C8CbOtMQ8tO+ZY4kI7avcsLwwZego/XE+MbUqWJjv7DMiF12qD9eDDzFgmB8EQgXpF0yDO9OaLEcTVt4vHtBzjReTE8t5x4qSM82xPbFutvWYZFQiCsEOCPdL+PsvKTo1Jcvo/cQ2eeDx48wJ9//gl+li5evDiUen39o0ePjhIlSpiK/PXXX3j48CH42btDhw7gD/jHixfPDK5hx8mKFSuib9++4I/1mx0CFnHjxsXYsWPRtGlT+Pj4YOXKlfDy8oSjEBYAABAASURBVAInqa1bt25Aqv82DRs2RObMmXHw4EH88ssvuHXrlik7JwebMGECOLBn//79Jn/WkcebN28eMmTI8N+Zv6cUPPaUKVNQuHBhcIJedqDbtm0bPv30U0ycONHOlodnPYYOHYoUKVJgy5YtZpDSlStXUL9+fdMpNVGikBuIyLzIjIOj2EmV54TMhg0bhiJFiphz6OHhwWKFGbHco0ePNtco68NrjdfA5MmTwfpaFXFxcUH//v3N9cjPl7yWLl26hC+++MJIqde3BysPy7IttGjRAj///LO5/rZv326uv9cd29ovYtug843YnKT2QkAICAEhIASEgBAQAkIgzBKQggsBISAEhIAQEAJCQAi8BQE+v3UUJy+0xIH5S6acx+rZV3XOtu9Yy9dOifZ9c+h1eX8sAoVHVUfGxnlhzoh+tnB81FacmPKPTFL7sU6IHDdsEfD3N+X1p7UFzboswhQBKawQEAJBIOAPOjkqCIkliRAQAkJACEQoAuxf1rNnT5QsWRK//vqrve6lS5c2/TFHjRoF9s20b5BAkAjwrst/M4KUWBIJASEgBITAKwjY/otx2CDB90BAKfOtMpRSRhwPTbFf+otzInAM9bfNnqF6kSfgv5i8101c4oNvxtx+DyWTLIVA8AlwbEadOnWwfPlycEzRrl27sH79enTt2hUcRxT8HN/PHhzntHHjRmTKlOn9HEByDdUEnly7gyv1h+PBlsPal+p7nUd0PBvbDJELZjTzVXBsHf0tfTBFf0y/TCmlTN2UslmzIgshIASEgBAQAmGUwKRJk+D4IzccY8sxxmG0OlLskCUQrnJjXxRHcY4V9sPjeHL2w5u/0BNTpun/q/lPtv5nO0cOd4wbmwnRo0cKVxykMkLgYxKI7BENeX7tDvfsyXQr0/+H6cJcHbYWV8dvlP6VmoW8hYAQ4Fc05kYM655t3a+te/b5C77oO+g6Tp56pBNrYjr5F12To2GDhHpF3kJACIQWAq4ZEyHfpl5wihrFtNXHN3xwoeNceG17Pvchf8S1atWq+OmnnwIVu0+fPjh06BBq1KgRKF5WhIAQeK8EJHMhIASEgBAQAqGWAD83Pnz40JQva9asZo5as/IWixUrVtj3Yj8R9gewR0hACIQRAnymlz59elPao0ePYvXq1SYsCyEgBISAEBACQSAgSYSAEBACQkAIhDoCTqGuRFIgISAEhIAQEAJCQAiEeQIhUwGlbIMmlVLgYEqKgys5yJKyBl7yYUupwlHxVfvI0Em1FLx9nqJh65M4fdYP8hICQiB0ELi39xwOVRyKpz6+ukBKt1XAbWw9uJbIbAZTsy2zXVNs6xTbPaWU0vtA72OzkJcQEAJhhgA75LOwtOyUb4kD6ajdO70wYtAV3PV5BugmniatKwYMy4xUaVwhLyEQkQnELZwOeWe0hEs8d/A2+NTLFyc6L8atzc87wlvtiZZtjLwsy7BICIQFAuyUxx9/58RQIVlef51ZRGsP0aNHBydm4I+V582bVxN485sTcnEirjFjxoATdDE1P3uXKVMGixYtMhN1bd68Gb169TI/Hs+JsZo0acJkdrm6uqJTp05mMi/mtWrVKjDfli1bgunZQdKe+DWBVKlSYdasWeZ4a9euBdeZVCmFTz75BJyA4u+//wbzX7NmjTmeq2vQPie8bkIvlovl43Yey1GM4zamYbzFlR0/HScrS548OUaPHg0yYtlYxu+//x7sYKqU/lDDnbWUUmZC33nz5uHff/819XjV5Gc8Ho/L4+vdzLto0aIm/YvcufF12+LEiWPOmVWuJUuWoECBAmaQJM8z68P9g6tXlY9lZZm57cX83rTtxbRvWldKIU+ePFi4cKFhQXa85l51DTCO25iG54TXY40aNZAlSxZzPTpy/K/yKfXy9cd8mT+P86YyR8xt/hGz2lJrISAEhIAQEAJCQAgIASEQYQhIRYWAEBACQkAICAEhIASCS4DPqRzFyQstcdLhRZPPY9XsK+b7e8Af5eukQLs+2YJ7GEn/HggUGlkNGZrk0adFf/et38dGbsGJSdtlktr3wFqyDGcE9PM11kgp/axUvxkWhTUCUl4hIASCQkBBBSWZpBECQkAICIEIRmD+/PkoVqwYhgwZYv5/ZPXZl499Cn///XeUKlWKUaK3JCB337cEJ7sJASEgBAwB9cJ/MSZSFu+BgFLK5KqUglLKzIvAMdIU50SgOIba0rfN/FG96GOdFkaTlvjgmx89IS8hIASEgBB4M4En1+7gav0R8Nt6BNrjwj9GdDwd0xSRC2Q081Vwngr6WvpdimPlLCmlTOZK2axZkYUQEAJCQAgIgTBOgOPBy5Yta69F+/btEdJj9u2ZSyAMEQg/RXXsg8cw51ZhPzzOV8R+ePMWemLK9DsAP+Ppj3m5cnrgp7EZES2aTDMNeQmBECbg7B4NeX7rgRg5UkA3N0C3u2sj1uPq+I3m+RjbJdsn2ynbq6MgLyEgBMI1AbZ3VpCWoh+gP6DoG85f8EW/wddx6vQjKP3Hd4/uydGoQSLuJhICQiCUEXDNkAj5Nn8Lp+hRdHNVeHLzHi50nIvNE5aYecW6deuGkydP2ktdpUoV7Nu3D5zLyR4pASEgBD4QATmMEBACQkAICIHQSYBzys6cOdNeOH6GZB8qe0QwAytXrrTvUa9ePXtYAkIgrBGoWbOmvcjLli2zhyUgBISAEBACQuDNBGSrEBACQkAICIHQR8Ap9BVJSiQEhIAQEAJCQAgIgTBOIASLr5QyuSmlzGB3Dq7kgxoOtqSsAZgchFmycFR82S4y/P0B/Yb33ado0PoETp3xg7yEgBD4uATu7jmLgxWH4YmPb0BB/OE2th5ci2cyg6nZhtmeKbZxiu2dUuq5HwjYWYwQEAJhhAA747OotOyUb4md8qldO70xbNAVePs8NffuVGmio/+wTEiZOjp3EwmBCE8gTqG0yD29OaLEczdt5ImXL052XoRbm46DbYiy2hUt2xqhWZZhUcQiwB+nbtOmDcaMGQM/v9f/HzRjxgww3f79+0MFoKNHj4IdkerXr4/Tp0+HWJkCPkaGWH6S0SsISFSoIeDl5YVGjRqhbdu2uH37dqByHTx4EP/88w+SJ0+OxIkTB9omK0IgZAjY/m8PmbwkFyEgBISAEBACQkAICAEhIARCHQEpkBAQAkJACAgBISAEhECwCPB5raM4eaGlx48fY9HkC/hl7jUopbSAinVTol3vbME6hiR+vwQKjqiOjM3yAcq8cWL0VpyctF0mqYW8hMCbCLDnNkD/Zzq5vCmpbAudBKRUQkAIBImAvzi5IHGSREJACAiBiELg8OHDaNy4MRo0aIB9+/bZq928eXNs27YNXbt2tcdJIGgElFJQSgVKbPtvI1CUrAgBISAEhECQCQT+L0ZpH6tUYD8b5Kwk4X8SUMrGVill7mdKKXCsNMU5ESiOpbbUqxlQrcgT/Z2a/l5N/785aakPvv7hFuQlBISAEBACrybw5OptXKk3HL5/H9G+U9/jYkTDs7HNEKVARjNfBeepoI+lv6U4T4UlpZTJVCmbNSuyEAJCQAgIASEQTgisW7cO+fLls9eGY/a3b99uX5dABCQQTqrMPiiO4pwq7IfHeVbYD2/OAk9MnnZHfzbUFfb3R84cbvhpbEZEixZJR8hbCAiB90HA2S0qcv/WA245kuu2p/8v023v2vC1uPrTBulf+T6AS55CIAwQ4L2axaSlrPu1dc8+d8EX3w26hpOnHzGZ/iYc+LJ7cjSsn9Csy0IICIHQScA1QyLk29wbTtGjmAI+uXkPTwf/iSvr95p1LpIlS4apU6eCP1qZLZttPAz9ALeJhIAQ+EAE5DBCQAgIASEgBEIpgQkTJthLVqxYMbRo0cK+HtyAr68vHJ951KtXL7hZSHohEGoI8BmeVRj+LxWS829b+YoVAkJACAiBcEhAqiQEhIAQEAJCIBQScAqFZZIiCQEhIASEgBAQAkIgTBMI6cIrZRtEqZSCNcDScbC7NRCTgzFLFo6Krzo4g3tQPnefolGbEzh52hfyEgJC4OMQuLv7LA5WGo6n93yhFFsm4D6uPlyL2QZTs+2yHVNs25TV1pWypVfKZj9ODeSoQkAIvA0BqxMuLTvlW+JAOmrXDi8MG3QZd+89A1t4mrSuGDQ8M1Kmiv42h5N9hEC4JRC3UDrknt4CUeO7m7by1NsXp7osxq1Nx8G2RFnti5ZtjjAsy7Ao4hE4cuQItm7dGuYqvmDBAqRPnx5DhgwJkbLLhJ8hgvGNmcjG0EMgRowYKFq0KPbs2QN2TO3ZsycGDx6Mdu3a4fPPPzf3DFo3N7fQU2gpSTgiIB43HJ1MqYoQEAJCQAgIASEgBISAEHiJgEQIASEgBISAEBACQkAIBJ0An9M6ipMXWnr8+DEWTr6A1XOv6Az9wb+KdVOg7bdZ9bq8QxuBAsOrIUOzfPo88YeXgOOjtuDkpO0ySW1oO1FSnlBEgD3AAKW01W/IK8wRkAILASEQNAIKCqCvg7yEgBAQAkIgohMYMWIESpYsiTlz5thRfPLJJ1iyZAmmTZtm+sPaN0gg2ASU0vdcvReXlA7KWwgIASEgBN6KgIIK2E8phYCgmPdIwOJMa4ljpilnZ2dQHFNtqVczoEaxp/bzNGXZXXz9g+d7LKFkLQSEgBAImwSeXPHElXoj4LvtqKmAiu2GZ2ObIUr+DLB8Ki39LGXNVUFLf8ydLMuwSAgIASEgBIRAeCPwzz//IGPGjPZqFSxYEGfPnrWvSyBiEQgPtXXsg8cw51JhPzzOr8J+eHMW3Ma0GV5Q+osP6pNcHpgwLhOiRpXppcPD+Zc6hG4CkVxdkGftl4iRK6Vpg4DC9RHrcXXcH9K/EvISAhGLAO/RrDEtZd2vrXv22fMP0HfwDZw++wRK6Zu2Tvy/L5KjYb2EOiRvISAEQjuB6OkTIs/m3nB2i2racCwVDd9FK4GckRKiffv22LVrFxo0aAC2fYp+gHWyLMMiISAE3i8ByV0ICAEhIASEQGgkMH/+fKxatcpetG7dutnDbxNYvXq1fTf2CeB8xfYICQiBMEYgT548KFu2rCm1r68vVq5cacKyEAJCQAgIASHwJgKyTQgIASEgBIRAaCTgFBoLJWUSAkJACAgBISAEhEAYJvBeiq6UMvkqpcBBlpTjYPfIkSPbB2aWKBQNX3WIDHDqVX/Ax+cJGrc5gZOn/XScvIWAEPiQBHx2ncGBysPx9K4v/HV7ZIc8j5/qwbXo88HUbL8U2zTF9k0p9bzdf8gyy7GEgBB4dwJs68yFlp1yLXEgHbXjXy8MHXwVd+8+M7frNOlcMWh4JqRIGZ27iYSAEHiBQJyCaZF7RitEie9h2swTb1+c6rwIt/46BrYpympntGx7zMKyDIsiFgGe+3Xr1uHixYthruK8hvnD5bly5cKvv/761uXnJ0kF9db7y45BIiCJQhEBpRRatWqFQYMGIW7cuNhIaRPTAAAQAElEQVSwYQOWLVuGw4cPo1KlSpg+fToKFChgSjxr1izkzp07yGrXrh0ePHhg9n2bxdscz89PvsN5G9Yfbx/xtx+PvRxZCAgBISAEhIAQEAJCQAi8dwJyACEgBISAEBACQkAICIEgEuAzOkdx8kJLnHR4waQL+GXeNZ0bv1NVqFwvJdr2yqrX5R1aCRQYVg0Zm+e3PXXUp+3k6C04NWm7TFIbWk+YlOvjEmAHUV0C+kF239ZBeYctAlJaISAEgkjAn04uwOcFcRdJJgSEgBAQAuGMwNq1a1GiRAl89dVXuHHjhr12ffr0wdatW1GrVi17nATenYC/zoLSRt5CQAgIASHwVgTMfzHWnnarlIJSyr4ugZAloJSNrVLKcFZKgWOnKWdnZ1CckNpSz2ZA9WJPYF76f84py7zxv+9vmVVZCAEhIASEAPD4sicu1xsB3+3HbDhiueLZmKaIki+9fY4ZzlVB/0pxngpLSimzj1I2a1ZkIQSEgBAQAkIgnBI4cuQIEiVKZK9d9uzZwR8PsUdIIKIQCPP1ZN8TR3H+CfbD47wq7Ic3e74npsy4wye3pq65crph/NgMcHGRqaUNEFkIgQ9AIFJ0F+Re+yXcc6bQR+OTHH9cH7ke18b9If0rNRF5C4GIQID3ataTlrLu19Y9++x5X3w36AZOnX4Ebqf+1yM5GtRNwN1EQkAIhBECrukTIvemb+Hk6mLackxExegE1fFl+cbmu1l+Rmf7t8S2zqpZlmGREBAC742AZCwEhIAQEAJCINQR4OfC8ePH28tVs2ZNVKtWzb7+NoEVK1bYd6tfv749LAEhEFYJsF1YZV+6dKkVFCsEhIAQEAJC4HUEJF4ICAEhIASEQKgk4BQqSyWFEgJCQAgIASEgBIRAmCXw/gqulG1QpVIK1oBLx8HuHJRpDXYvXigavuoYRafT++j0d+8+RePWx3HytC/kJQSEwIch4LPrDA5WGYGn9/wA3Q51a0TM8fXhWiSD6bDH9sp2S7EtU1bbVoqpuZvNQl5CQAiEGQJWp1tadrygrE757Ki7Y4c3hg25inv3ntE1IF16VwwengnJU0QLM3WUggqBj0EgdoE0yD2jJaImjAHeHZ/6+OF0l0Xw/OsY2LYotjW2OYptkOW0LMOiiEMgZcqUuHv3LtiZJ6wOzN+3bx8qV66Mpk2b4tKlS8E+eWaIqD+Xwd5VdggyAUkY2gjw/6kyZcpg3rx5+Pfff7Fr1y5s3rwZnFg4RQoOnraVuEiRIhg2bFiQ1apVK7i4uNh2fovl2xyPE4ts3LgRffv2fYsjyi4fnoD42w/PXI4oBISAEBACQkAICAEhIAQ+FAE5jhAQAkJACAgBISAEhEBQCPC5rKP47NYSJx2eN/E8Vs+7ZiY984c/KtdPgbY9swQla0nzkQnkH1YNGVrkhz5t5vwdH7UJpyZuk0lqP/J5kcOHQgKOfT7ZsSUUFlGK9CYCsk0ICIGgElCm915QU0s6ISAEhIAQCE8Erly5gs6dO6NChQr466+/7FWrXr06/vnnH/Tr1w/RosmYCDuYtwgopcxeSikopWxhvWTopxW+sOkBxi9/rgk6PGH5fVj6WYd/Xn4Plibq8MRl9zBx2V1MctBkHZ68zAeWpugwf2yZmrrUG5am6fC0pV6wNF2Hpy+9A0szdHjGkjuYsfQ2Zi55rlk6PGuJJyzN1uHZS26BmrP4FuboMO3cxTfhqHl6fd7iG6Dma2vTdcxffB0LFj3XQh1euOgaLC3S4UWLroJarK3RwqtYsvBKIC3V60sXXga1TFubLmHZwktYvuC5Viy4CEet1OsrF1wAtUpbo/kXsHr++UD6Ra//Mv8cqF+1teksfp1/FmvmPddv887AUWv1+tp5p0Gt09Zo7imsf0G/6/Xf554E9Ye2Np3AH3NPYMOc59o45zgc9ade/3POMVB/aWs0+yg2zdGiDdDm2UdgaYsO23QYW2YfxlZLsw7h7xe0Ta9vm3UQ1HZtbTqAf2ZpzXyuf2fux78zbdqhrU37sGPmPuy0NGMvdr2g3TP2wNIeHbZpN/bO0Jr+XPum74Kl/Tps004cmO6gaTtw8AUdmvYvLB3WYZv+wZFpWlMtbcfRqc91TIdt2objUx005W+ceEEnp2yFpVM6bNMWnJ6iNdnSZpyZ/Fxndfjs5E2gzmlr16S/cD6Q/sSFSc91UYdt2ohLk7QmWtqAyxOf64oOX5n4B6ir2v6fvfMArJr44/j3yoaWLcjeU7aAogiI4gAXqCxF1L+A7ClDhgiyEUSWi41bka0sUbagyBIRZQkoQ6Blg0D/971HHq8sGS28tt8039wluVzuPi+5pLnf3fn1zhzsiqLZ2P3OOe2x/j3vzAK117p7R86Cz/0G/4w8p33Wv2/k16D2W/ecZuLASKsRnmYgfMQ5RVh/xIjpoA5a16/h03AoQIeHT4WnI9Z/TlNwdLjVME+TXSnKctR6XNlqjLfGLT4Zc+E23x4tr4eAMT6uxhg/e7ahphImTAiKbawptrF+9fkQ1Kh0GjYwDIDRXx1Eh0H/WJ9mERABEYjfBE7t3Ie/6g7EsR9+gysg06QAhj6PxGXzRemvguUqxbZVnoxhiWoPO+tCkwiIgAiIgAjEcQLGGKxcuRLJkyd3OT18+DDy58/v/FoAYhA7CATa4NHPvlNoh8f+VGiHN/6jfRg1PsK9GvJt7/aSKTFyWEEkSaJupWPHL6xUxiUCIckS4/Zv2iNlqVw2W8bdl7sHzsauoXNlX2mJaBaBuEyAz2jmjy7lPa+9Z/bmrUfRrdcebNp6CrDvqMYYdGyXHXVrZoQmERCB2Ecgeb5bUWZBVyQMSwY+8UMOncSOphMRvuBc34csBzyxXGAuPZd+SQRuJAGdSwREQAREQARE4OYRGDlyJBYtWuRPQOvWrf3+a/VMnjzZf2jt2rX9fnlEILYSqFmzJtKnT++Sv2TJEsyfP9/5tRABERABEbg6AgotAiIgAiIgAiJwcwmE3NzT6+wiIAIiIAIiIALxhICyGU0EjDEuJmMMvIaXgY3d2cidjd2pinclwyvNEsMYdpkLHDp8Gs822ICNfxyDJhEQgZglcOjHzVjzyACcPnwc7PwYkZFINbIOkpfPH6UxNe9Z3sOUd08bc+4+j9lUKnYREIHoJuAZ29L1DHFplE+xId0PP4Sjzxt/4fCh07ZsiES+/CnQq18hZMueLLqTovhEIE4SSFsuD0qN/R+SZEzp7qFTEcfxe/NP8c/8X13jN95rlHf/8V4kCM+lX4ofBO677z4ULlwYGzZscIN/X+k1wHCrV69Gnz590LhxYzRq1AidO3fGd999566xm0Fv/PjxrnOBQYMGXfXpz75WXvVx13mADheBoCeQK1cusJy4Ut1+++3g/2y4xulGn+8ak6nDREAEREAEREAEREAEREAEROBqCCisCIiACIiACIiACIiACPgJsI4tUKyz9URbiQ/f2YYZn+wBaBJlK7Aeq5sTL3cqDE2xh8AdfR9HwZfuAuzvZ2Dw+6CF+OOdxa4OlZ1L8/dmPX3gdUA/NIlAfCIQGely6659n9etx/KFki8CIiACFxDwtUy5YLM2iIAIiIAIxHEC77//Pu69914MHTrUn9Ps2bOD27/66ivccccd/u3yXD0BY+x/21Y80hif3xjDVdckbdn6f9H87cNo8fYhtKQ71LpWrd4+CE+trb/N2xFobdVmSATaOoVbNxzthhzAK0M8l/79dn0/2r+1Hx2c9ll3HzoO3odOb+1Dx7f+sS6117p78ergvejstMe6VoP2oItV10G74TR4F7pZf7dBu/Ca09/W9an7oL/x+pt/+dXD+nu8uRM9Bu5Ezzd3WPncN6y/18Dt8NSb/gF/ordVH6u+Vn0GbkNfq34DtsJTf+vv338L+g/YggHWHWg1oP9mDLR6s/8mvzvI+gf1/wPU4H5/4C2rwf1+t65V398xhOq3EW87/ebcoX1/wzCnDda16rMBw/ta9fkVI6i+6zGi768Y2We90zt9foFT71/wrtM6vNfbp/eduxbv916LD3qvsfK5o6x/dK/V8DSG/jdWYYzV2F6r4NPPGNfrZ4x/Y6VfE+jv+RMmWE20+tBq4hs/4kOq5wp82PNHfGTdj6key/Fxz+X4xLqfWn3S4wd86un1H/BZj2X43Gmpz319Kb5wWoIvX7fqvgSTzuqr7ovx1etn1X0RJltN6b4QTq8twlTrn/raAlDTXluIadY/7bXvMd1qhqdu32GmX/Pxdbf5+Mbq667W7fotZnU7p9nd5mF2V5/mWHdu17mY02Uu5naZg3nWnUe36xx823U2vu3i03zrftdlFuZ3noXvunyD7+h2/gbfWy3o/DUWnHUXWv+izjOx6FWrs+7iV2eAWvLqdCzpNMNqOpZa/9JXp2GZdZfR7TQNP3Sa6rS80xQs7zjVagpWdKQm40e77cdO1u04GT91/AorPXX4Cj93nISVHSbh5w5fYpV1Vzn3S6zu8AXWWP8auu2/wNoOn2NN+8+x1mqd02dY98pn+OWVT/FLe+u2/xTrrX5t/wl+tdt+feUTbLD6zWpDu4/xW7uPrHzuxlc+wu+vfIjf7Tbqj3Yf4o92E/FH24nYZP2b6LadgM1tJ2CLX+Otfzy2th2PbW2s2o6z7jj82YYai+1trFqfVZsx2NF6DHZa16n1aPzlNAp/W/fvVtZ1+gC7Wn2A3X69jz2tzmlvy/fwT6v3sLflu/jH+vdZ16nFO9hPtbSu1YEWIxHeciSca/0RLUYg3Cqi+XAcDNChFsNwmGo+DMc//taVpbCTMQbG+GRXNd8AAsYYdxZjjJ897fKphAkTgmJ/CBTbWnesb1Cj0mk2x3btxkZ/FYEOg/a6OLQQAREQgfhI4NSOf7Cj9gAcXbbBlot2TpMCZtjzSFQmb5T+KlieUl5fFXSNMQ6ZMT7XrWghAiIgAiIgAvGAwK233goOFuJldceOHShatKi3Gp9d5T0WEKDNSaBoj3X69GnQPot2eOM/2o9R4yPsi6GbcXupMIwcWgBJEqtL6Vjw8yqJcZRAgmSJUerrVxBWMof9pkWjsUjsHvgN/n57Nnjf8v7lfcz7OfD+pj+OIlG2RCDOE/DuX7oU72/e5xTv+U1bjqJb773YvPVf+8D2lQud2mZH3ZoZ4zwbZVAE4jKB5Pluxe0LuiJBWBL3zD994Ch2NpuI8O9/de/rvP9ZHnhi+UAenku/JAI3iIBOIwIiIAIiIAIicJMI7Nu3DyNGjPCfvUGDBihfvrx//Vo8y5cvx7Fj58aTeeihh64lGh0jAkFFIE2aNKhRo4Y/TZMmTfL75REBERABEbhiAgooAiIgAiIgAiJwkwnIWusm/wA6vQiIgAiIgAjEDwLKZXQSMMa46IwxYONLKrCxOxu5s7E7VaFcUrzSLIkNB9jgOHLkDOo3/A2//X4UmkRABGKGwMEVm7HqkQE4feSEPYFx916ad+oixd35LOXfjQAAEABJREFUojSm5r3Ke5fifUwZY+wxsMf4XGgSARGINQQ8I1u6ngEujfKpf//9Fz/8EIG+vXfh6NFI2JscBQqGolffgsiWPSk0iYAIXDmBtHfmwe3jGiBpptS8lXDm0AlsbvEZ9s3/1TV+4z1Hefch70nG7rn0S3GfQJIkSVC9enWEhYVh7ty52LZt239mmtfNxx9/jJEjR+Lvv/9G8eLFUa5cOXjbhw8fHsX47T8jjMYANLpr27Yt7rzzTpefK4367PgCVxo8msIpGhEQAREQAREQAREQAREQAREQAREQgbhPQDkUAREQAREQAREQAREQAR8B1sMGinVrnmgrMfGdbZj+6R5E2j/Oj9fNgZc7FvYdrGWsIlC2z2Mo8NJd/BltuiPx++AF+OOdxa6enh3W8XdnPX3g9UC/DaxZBOIHAeOz+TTGunaOG5lWLkRABETgQgIGxm6krKNZBERABEQgzhP44YcfnD1uw4YNsXHjRn9+mzdvjqVLl+Kll17yb5Pn6gkYE/WZaoyBMQZsX0bBTsbKbuQMt7AbDPgHwIaFsY5dWAfw3PO3e+uee7lw4GRjc7OxIe36eccZY7ebC7fDbge3+xZ2aawuHo5Bwb2GS0Of9Rgn41uDMdZnZTeene06jPVT1qHfyhhjlwCsS3HNwE523Rj6fDLw/YHbDGC8P7tujLEbfDJnt8PbBgNYGWO4BOwSZ/3c4vx23W2H3WL9xhi76pOx2+wKjLE+K/opuwYK3Gbl/LBL+q0YBta1W0DB+p1gACtjDIwx1uuTwdk/u80YA9h1yhhjfcZ6z8qu2RUYY5zop+wanM7f7q0bAPTDeWCMcbIbAdDvloDzG/gmA2N8umDdwO2zSwAGNpiVAeATl/Sf2w47GfjXDVe5sC4M/Nu5irPrnsudgdvPW8d/hLOxwTdZnwGMsQtwMtYPK2MXdr7YdnAyNsw51xjDFSvjthtjrJ+zde0MGHCTMQa+yfjXjd1gYOySswGDGGO44hO9dt3Odh9XuNlYP5xgJ7sGGLjJF+7sit3CddgFt1A4u7CbQNkgdjY+vwHs7ISzE8NQZ1fhdtpA3Ebh7ES/k123u+HCAXDb3Ab4Jvqt7AzKtwACw/m3W4+dQeHsxHDc4G0zxrgy1hgDYww4GeNz6ZdihoAxPsbGGMfdGAO2qaYSJkwIiv0hUGxz3aG+QY17TwOw4QGM+eogOry51/o0i4AIiED8IvDv9n+wo85AHFu+0Vcipk0BM7Q+EpXOG6W/CpajFP+H8GSMcbCM8bluRQsREAEREAERiEcE2EfA7Nmz/Tlet24dKlSo4F+Pnx7lOtgJ0M4qULTDoj0W7bJohzfuo/0YNSEC9uXQqXSpMIx8O799N9Q7HzSJwE0mkCBZYtw+qwNSlsplU2LsbWrwz6A52PX2HNlXWiKaRSAuEeCzmvmhS3nPa++ZvWnLMXTrsxebt56ywWx5YL/NdH4lO+rUzGDXNYuACMR2AsnzZsTtC7ohUcrkLiunDxzFzmYTEf7devC9nWK54InlBAN6Lv2SCMQ8AZ1BBERABERABETgZhEYMWIE1q9f706fNGlStG7d2vmvZzFlyhT/4eXLl/f75RGB2E7gySef9Gdh0qRJ2Ldvn39dHhEQAREQgSshoDAiIAIiIAIiIAI3m0DIzU6Azi8CIiACIiACIhAPCCiL0U7AGOPiNMa4DgfYGDOwsXuiRInAxu5UhXLJ8EqzJDAmEpwOHTmN+g024Lffj3FVEgERiEYCB5dvwqpHBuD0kRM2Vt5zkUjzTl0kvytqY2reo7xnKd6/lDHn7mt7sGYREIFYRMAzrqXrGd7SKJ9iQ7offohAn967cMQ+g4FIFCiYAr36FkC27MliUS6VVBEIHgJp7siNkmP+h6SZUttEReL0oePY1OJT7J+/wTV+471Hefcj700bEJ5LvxT3CWTLlg0PPvggDh06hMmTJ+PYsWOXzfTq1auxePFi5MuXD2+88QZefvllPP/88+jZsydo7Pbrr79i+vTpF1xHBw8exPbt27F27VosXLjQhZk4cSKGDRvm4unevTu6X0aLFi26bLoCd7Ij1SpVqqBRo0bYs2dP4K4L/HyzNIbLC3bF7AbFLgIiIALxksC58vatt95C//790adPH/cc6NGjB15//XW/LvdM8Pb17t0b7733HmiQumDBAmfQzXKf7zbxEq8yLQIiIAIiIAIiIAIiEHwElCIREAEREAEREAEREAERsARY/xoo1tF6oq3EhJHbMOOzveAXVGOXTzybA406FLJHao6tBMr2fgwFG95tk89f1GDT4IX4Y+QiV0/PDuv4+/NbduB1Qb89QLMIxH0CkbQXhc+mwOeN/XlWDkRABETgIgQiwUKOushObRIBERABEYgzBGhz261bN9x///2gDa6XMQ6S9c033+Dtt99G5syZvc1yo4mAMcbfTpTtzOrfdxrPVj6FuhVPoPY9x51qlT+Gmvccw1PWfbr8Uec+af1Plj+Ocy79x1HDHlP9nhOoYfdVL38CPp3EE3bbE/fQpf7F4xVOWln3nn/xmNXjFeiewqPWfbQCXeo0HrH+RyrQPY1qfvcMqlY8bUWXijzrj8TDFSPxUEX43YcqAQ9SdtuDFc1Zv8EDlQyqVAo56/r8XL/fbnO6NwT3V0qA++49K+uvfG9CeLrX+u+9NxF8SohKlRNZJUYlu62iVaXKiVHxrCpYt0LlJKDuse499yUB3fL0V06K8tR9SXG3UzLrntNd9yXHXfclw133J0c56y9n3Tup+1LgTup+61rdcX8o7jjrlrV+pyqhKHN/mE9VrGtVukpKeLrd+m+vkgq3W7eUdZ0eSAW6JR9IDacqZ90H0qCE3VbCusUDVOzBtHB6wLrUg+lQ9KyKWLfIg+lxzk2P2+y600O3oPBZFbJuoQczwLkP0c2Agtb1KSMKPGT18Fk9dCvyUw9b1yrfw5mQj25Vuj7ltdvyPpwZeaiq1rXKXTULcvtd+rMgl92Wq2pW5KSqWdcqR7VsyGmVo2o2OFXLjux2Pbt1s1l5brZqOZDtkRzIal2nR3Iii13PYt3MVp6b+ZFcoDJZ1+nR3MhkdaunR/Ig4yO5kfFR61pl8PRYXmQ4q1use8uj+ZD+0by45THrWqXzKz/SPeZTWuumfawA0lilfdy6VqkfL4g0dB8riNSUXee2VI8XQkqrVE9Y16kwUlo37PHCcHrCulahT9yGFFah1a1LPVHErhdBcus6VS+K5NXtunWTnVVS5xZD0urFkMRTjeJIUsOuO7c4ElcvjkRWiWuUQCKrhFbOfbIkElI1rGuVoEYphNB90rpWxirEyjx1O5yetK4VniyNSLpPWTdAZ54sA6enrGt1+qmyOGV1+mnrWp1++g6csu6/T90BJ7v+r9Od+PfpO3Gy5p04YXXy6XI4YdePW9epZjkcd7rLunfhWE2rWnfjeK3yOF77HhyzOlm3Ik4+ey/O1L8/ShlrjIExBt5kzDm/t01u9BEwxsfXGOO4G2PAttVUwoQJQbE/BIptrzvUD0GNyqfhmyIxdnIE2g+8fBsaX1gtRUAERCBuEPj3z73YUWcAji7f6DIUmTYFMLQ+EpfO6+9DhuUly0+K/z94Msa4Y4zxuW5FCxEQAREQARGIhwTYHn/ChAn+nLMPgMcee8y/Hu88ynBQE6B9VaBof0U7LNpj0Q5vzIf7MGpChM2Drae1c5lSYXh3aAH7bhhit2kWAREIBgIhSROh1OyOSFkqp8+qIjISe9+chV1DZsu+Mhh+IKVBBKKBAJ/VjIYu5T2v+czm8/qPLUfRpdcebN56ygazD2xbGnR+JTtqP5XBrmsWARGIKwSS570VpRZ0RYKwpPYuj8TpA0exs9lEhH+3Hnx/p1g+eGJ5wbx7Lv2SCMQoAUUuAiIgAiIgAiJwUwj8/vvvGDFihP/crVq1QqFChfzr1+oJtOGuXbv2tUaj40Qg6Ag88MADKFOmjEvXX3/9halTpzq/FiIgAiIgAldIQMFEQAREQAREQARuOgFZbd30n0AJEAEREAEREIG4T0A5jBkCxhgXsTHG3/FAYGN3NtpkY3fqnnLJ8ErzZEiQAOBRR46dwfMNN+C3jUehSQREIHoIRPywCasefRNnjp6EMbzTDNK+WxfJy+UB70OK9yXFe5VSY+roYa9YROBmEvCMaul6Brc0yqdomL9sWQT69NmNY8dolG9QsFAYevctiKzZkt3MZOvcIhDrCaS9Mw9Kjn0JSTOnsXkxiDx8EptbfIp93/7qGr/xHqS8+5L3qA3o62idHileEChfvjwKFy6MDRs2gAMoe9fB+ZnndfLjjz+6zQ8++CBSpkzp/Fzw3a1q1apIly4d1qxZg/DwcBQvXtyt830uVapUyJ49O4oVK4YKFSrg0UcfRb169dC8eXN07doVgYM+X8y/aNEiXO30/vvvo0CBAhg+fPglD+VT51L5veRB0bBDUYiACIhA/CTAUteX87feegsDBgyw/wP0Qa9evdCzZ0/06NHjP58Hgc+Izp07o1GjRnjyySdRsWJF3HbbbciYMaP9rpfAPX/4DLj77rvx+OOP43//+x86dOiAd955B0uXLsXRo/rW5/sltBQBERABERABERABEYhJAopbBERABERABERABERABFgPFSjWzXqircSEkX9ixmd7Afv51M544tkcaNS+kMDFAQJlej2GAg3vdnXvvAY2DV6ATSMXuXp6dljH64D1r9wXqDiQdWVBBC5PwNmMwmc7SvNRxP5JORABERCBixEwMBfbrG0iIAIiIAJxiMAXX3yBSpUqObunw4cPu5ylSJEC/fv3x/fffw/a2bqNWkQrAWMMjPGJbc3KF0mI/i8Z9Hn+NHpbvVH/FHrUO4nX6/3rV/d6p+D03Cm85nQa3Z7zqetzZ+CpS/1IUJ2t6xPwan2fOlm3U32DjtTz1n0+BB38SoD2z/v0inVfeSEh2vmVCG1f8JQYbV7wqbV1W7+YBK0C1PLFpKBaWLfFi8nQ4n/J0NwpOZr975ya/i8FqCYvpUCTl0KdGlu38UthePmsGlm3UYOUaPRSSjS0rk+p0KCBTy81SA3qf9b9X8M0oF60LvVCw7Tw9HzDdHi+UTrUt279RulBPWddql6jW+DpWet/9uUMeOas6r6cEZ7qvHwrnBrfitpOmVCrsU81G2eGp6ebZMHTja2s+5RTVjzZxKca1q3RJBuo6k2zoXrT7E5PWPeJpjnw+Fk9Zt3HmuXEo02t6DbLhUf8yo1qzXyqat2qzfPg4QA91DwvPD3YPB8ebJEPDzjlR5UW53R/iwJwalkA97UoiPtaFkRlp0K4t+U5VWpZGFTFVoXh022o0Mqne1oVAVXeuuVbFwV1t3V9Koa7WvtUrnVxUHda9842JUDdYV2fSqJsG5/KWLdM21Io7dftuL2tT6XaloZTu9Ioaf0l25VBCb/Kong7n4q1uwNOr9yBok53osgrPt1m3UDyDycAABAASURBVNteKQeqcPtyKNz+LqdC1i3U/m4UPKsC1i3Qvjyo/B3KI3+He5DPrwrI28GnPNbN07EiqNzWpXJ1rARPOTvei5yd7kUOp8rI3umcsnW6D56ydrofWV+9H1mcqiDzq+eU6dUH4NT5Adzq9CAydvYpQ+eH4OmWzg+DSt/lYfhUFem6+JS2SzVQaaybpusjoFJ3fQQ+PYpUXX1Kad2U3R5DmF+PI7SbpyeQoptPya2b/LXqSOZXDSR9zdOTSPKaVfcnkdjpKSTqfk4Juz8NKoF1E3SviQSv10SIUy2Y132CdfF6bVCRPWojskcdpzPWPdOjLk6f1Snrnur5DKh/rUud7vUcTllF9n0Bkf1eRMK6lZ0tLstZY3xlLjTdMALGGHcuY4z/mcc2OVTChAlBsQ02xXY87Z8LQY3KZ+wxxmn8lIPo8Katd7BrmkVABEQgLhP4d9sebK/zJo6t+MOVl0gfBjO0PpKUzhulv4qEZ8tOPtc8GcMyE77joEkEREAEREAERODZZ5/FwIED/SCmTZvm2mP6N8Qjj7IavAQC7avop90V7a9oh0U7vDEf7seYDw+dzYBBmdvD8O7Q/EiUyPfud3aHHBEQgSAgEJIkIUrN7oiUt+fy/1/2z6DZ2PXWLNlXBsHvoySIwPUQ4DOax9OlvOc1n9l8Xm/aehzdev+DrdtP2fufIQ26ts+B2k/dwhVJBEQgjhFIlicjSi18DYlSJgfsa/mZiGPY2XQCwuf/Ar7HUywfWFZQLDdgJ8+1Xs0iEGMEFLEIiIAIiIAIiMDNITBy5Ejs2rXLnTxz5sxo3bq181/PYs+ePVi/fr0/itq1a/v98ohAXCBQo0YNfzYmTZrk98sjAiIgAiLw3wQUQgREQAREQARE4OYTCLn5SVAKREAEREAEREAE4jgBZS8GCRhjXOzGGHgNMxMkSOAauidKlAgUG7tT5e9MirbNktp9ADvWPXLkNOo3+BUbfjtqN2gWARG4HgIRy/7AqsfexOljJ3h7uQ6O075bB8nvzBOlMTXvSd6jlHfPGmPcqY3xuW5FCxEQgVhBwDOmpUsjW4pGtxQN85cti0Cfvrtx1D5zGaZgwRTo3Tc/smZNGivyp0SKQLATSFM2N0qNfQlJM6d2z97Th45jS4tPsW/eetf4jfcixXuT4n0IO3mu9WqO4wSSJk2K6tWrIywsDHPnzsW2bdsumuNjx45h//79SJMmDbJly3ZBGG7PmTMnjhw5goMHD7p4GJ7X1QWBb9CGiIgI/PHHHzh06NAlz3gTXi8vmRbtEAEREIG4TeDG/T/P58/GjRuxZMkSTJ06FaNHj3adazdu3Bh33XUX2Nl2vnz58NRTT7lOuBnmUs+/uP2bKHciIAIiIAIiIAIiIAIxSEBRi4AIiIAIiIAIiIAIxHMCrG8NFOtkPdFWYvzIPzHj871gZ2ZUjXo50eiVgtAUdwiU7vUYCjWuAGP4fdxg0+AF+GPEQldPH9hhXeB1Qn/cIRB/c7Jp0yb8/PPPQaGjR4PN9jnSXRjuWvd53XosXijpIiACInBRApHOUv6iu7RRBERABEQglhOgTdKLL76Ip59+GsuXL/fnhoNkcf2VV17xb5MnegkYY9z/2MYY1z6Ubc44mCfboLFNaJIkSUDRLlpKCjEQA10D0XoNxOl7imUnxbKUZSrLVpaxXrte2MkYY5eabxQBY3y8jTH+Zx9/E4q/D8Xfi+Jv9spzIahx7ymbPPvfaGQkxn0VjvYD9th1zSIgAiIQNwmc3LoHf9YZiGM//m6/wtmyL20ozNvPIcnteaL0V8HykvKeaXSNMQ6KMT7XrWghAiIgAiIgAiKAtm3bon379n4SbI/ZuXNn/3o88SibQUqANiaBYt8VtMOj/RXt8EZP3I9REyNcXyr2BRFlbg/D+8MKIGFCvfMF6U+qZIkATOKEKDWnE8Juz8Xb1ioS/wyajV1vzZJ9pa4PEYilBPisZtLpUt7zms9sPq//2HIMXXvvxeY/7bds2o5adW2fDbWeTM/DJBEQgThKIHmejCi58DUkSJnM5fBMxDH81WQCwr/9xT3zWUZQLDMolh8M6Ln0SyIQAwQUpQiIgAiIgAiIwE0g8MMPP2DYsGH+M7du3RoZMmTwr1+rZ8qUKf5DM2fOjHTp0vnX5RGBuECAbRZoN8i8TJ8+HatWraJXEgEREAER+G8CCiECIiACIiACIhAEBEKCIA1KggiIgAiIgAiIQJwmoMzFNAFjfAb5xhjXyQsbaPKjNcUG7hQbu1Pl70yGNk2TIGFCAPawY8fO4IWGv+LXDUegSQRE4NoIhC/9HT8/Pghnjp20t5WBvRWR7r26CC2XF7zvKN6HFO9LivcpZYxxJzXG57oVLURABGIFAc+Ili6Nayka21L//vsvli6LQO8+u3Hs6BmwYChcOBR9+xdElixJoUkERCD6CKQumxslx76EZFnTgvfamSMnsLXlZ9g3b70M4aGJBLJly4YHH3wQhw4dwuTJk3Hs2DFujiI2gj58+HCUbYErfG/jO13gNs8fGhqKrFmzokiRIihfvjweeeQRsLPTZs2aoUuXLnjttdcuqu7du7vtPMaL60rdihUrYuHChRg8eDDCwsIueVjkJffE1A7FKwIiIALxlcC5ErdVq1ZgZ9edOnUCO4Lp2rUrunXrhks9Dy62nc8PPkf4PHn00Udxzz33oFixYsiePTtSpkz5n5D/+OMPfPnll+68jz/+OHLmzIk0adKAz48WLVpg1KhRWL9+/X/GowAiIAIiIAIiIAIiIAIicHEC2ioCIiACIiACIiACIhCfCdBGIlC0kfBEW4lxI7dj+ud74b6a2sWT9XKgUbsC8RlZnM17qZ6PomDje2z+7A9tl5vfWoBNIxa6enrWv54+fRq0pQm8Xui3QTXHcgL8XYNBwYfRZwNqjHXtHHzpu9oUKbwIiIAIXJyAgQFY1kGTCIiACIhAXCJAe9T77rsPY8aM8WercOHC+PjjjzFhwgTQ798hT7QSMMY+W8/GaIxxbUPZ7oxiOzTaL1NJkyaN04N0K3/6fXUN3KxrIO6eN0mSJPDEcpRlasKECcHyle1DjDH2XxsDTTeegDE+7sYY9xsYY9zvwt+GvxHF34zi7/ZK/YR4srKvfaY9ABOmRKD9gN3QJAIiIAJxjcDJLbuxve6bOL5ysy3ubBl5S0okGFYfSUrljtJfBctJis8zT8YYh8MYn+tWtBABERABERABEfAT6NevH+rXr+9f7927N4YOHepfj/se5TAYCdCOKlC0xaG9Fe2uaIc3auJ+jPnoEMzZv7Klw/D+0Hz2f+hgzI3SJAIiEEjAJEqAErM7IWXpXO4OtgvsGzwbuwZ/I/vKQFDyi0AsIMBnNZNJl/Ke13xm83m9cdNRdO2zD1v+PM1bHbDfZrp1yI7aT94CTSIgAnGfQLLcGXD7ou5ImCo5b3+cOXwcfzUdj4hvf3HPfJYVFMsOiuUIqXgu/ZIIRC8BxSYCIiACIiACInAzCIwcOdK9//HcRYsWRevWrem9brHvZC+S2rVre165IhBnCOTJkwc1atTw5+err77y++URAREQARG4HAHtEwEREAEREAERCAYCIcGQCKVBBERABERABEQgDhNQ1m4IAWOMO48xxnX0wsaabOxOsYE7xcbu1N13JkebZkmRMCFcR7tHj53Biw1/xa8bjkKTCIjA1REIX/I7fn58ME4fOwka01Fp362D0DvzwLvv6FK8Hynen5Qx5+7bqzurQouACNxsArzXmQa6NKqlaGRL0TB/ydII9O69G0ePnnHP2sKFUqBv3wLInDkJD5NEQASimUDqsrlRYmwDJM2S2j6PgdOHj2Nr80+wb64M4aMZdayNjgMec+DkDRs2YMGCBfY68Q1C4WWInd6EhoZ6qxe4LOdPnjzp375y5Urs3bvXGdodOnQI27dvx9q1a7Fw4UJMmzbNdXbKhv89e/ZE9+7dLyoO+Nzd7itfvrw/3v/ycPDm4cOHY/78+bj77rsvG5xvmgbmsmGifaciFAEREIF4S+BceduqVSu0b98enTp1QpcuXdCtWzewzPfEsv+/xOcHnyPsPHvq1Knu2bV69Wps27YNERERbsCk/fv3Y/Pmzfj555/dc2HAgAGoVasWaMx6sZ8hPDzcxcN4X3rpJdx2223gs7FXr1749ddfL3aItomACIiACIiACIiACIjAxQloqwiIgAiIgAiIgAiIQLwlQBuJQNFGwhNtJcaO2I4ZX+y1NVTGCniqfk40bFsg3vKKDxkv2eNRFGxaCfzB+atveWsBNg1f4OpR2Rk1rw/WtQZeN/RDkwjERQKRPjsEd437vLE7l0q9CIiACFyCQCStYs+WeZcIos0iIAIiIAKxiMC8efPw4IMPok2bNtixYwe8ibZPS5cuhTqM9IjEvGuM/c/aiu3NKLY/o30z26OxPagnDmZNP10piX9wb7EQC10D13gNJIl7xwWWkfSzHKVYprJsZRlrjK/MNca4At4Yn+tWtLghBIwxMCaq+PtQ/K0o/n4Uf7+2zyXAk5VPA/b/UX56mzDlINr3331D0qqTiIAIiMCNIHBy8y78WedNHFu5yRZ19gtc+lAkGPocEpfMBZaFFMtDlo8Un2eejDEuicb4XLeihQiIgAiIgAiIwAUExo4di2rVqvm3t2jRAp9//rl/PU57lLmgI0DbkkDRvop2VrS3oh3eqIn7MfrDg+7dkIkvWzoMHwzLhwQJ9M5HHpIIxAYCIYkSoOScVxFWOrf9pmVTbD9q7Rs8G7sGfe23r+Q9z/s/sDyg34bWLAIiEAQEvPuRLsX7lc9ris/rjZuOolvf/djy5yn3zLafr/Fah2yoVSN9EKReSRABEbhRBJLmyoCSC19DgpTJ3TP/zKHj+LvpeETMW+ee+SwzKJYhFMsTps1z6ZdEINoIKCIREAEREAEREIEbTuCbb77BuHHj/Odt3bq1/Y6bwL9+PZ6ZM2f6D5c9tx+FPHGMQI0aNfw5mjRpEvj/k3+DPCIgAiIgAhcnoK0iIAIiIAIiIAJBQSAkKFKhRIiACIiACIiACMRZAsrYjSNgjM9A3xgDr8EmG7tTbNBJsXEndfedydG2WTIkTmxgABw7fgYvNlyPXzccsWuaRUAEroTAgcUbsfKJwThz/F97H9k7yd576d6vg7A788C73+hSvA8p7940xoa3JzHG51qvZhEQgVhCwDOapUtjWoqVwxQN85csPYjefffg+PFIGGNQ5LZQ9O1XAJkyJ4klOVQyRSB2EkhdJhdKjmuEZNnSunvvzNGT2NbyU+ybI0P42PmLXl2qDx06dNkD+D5WvXp1pEqVCnPnznUDJgcekCxZMqRNmxYHDhzA9u3bcf7E7Vu3bkWKFCmQMmVK5M6dG+nTpwc7zDk/bEytN2rUCBs3bkSTJk2u6BSRNhSfVda5YbNOJAIiIALxlwBL3RuXe2MM0qRJg1y5cqFEiRKoVKn7Z6acAAAQAElEQVQS2rVrh08++QR//PEHdu3aha+//hq9e/cGDVuzZ89+0cStXbsWXbp0QeHChXH77bejf//+WLNmzUXDaqMIiIAIiIAIiIAIiIAIeATkioAIiIAIiIAIiIAIxE8CrHcKFG0kPNFWYszw7ZjxxV7XaVkkIvHUcznQsE3++AkrnuW65OuPoGCTSvZX5y8PbHlrATYN+951WMcOanmd0LYm8PqhP55hUnbjAwFbf8NsGmMAOyOWT0q+CIiACFyKgFEhdyk02i4CIiACsYrA3r170aZNGzzwwAOYPXu2P+0PP/wwFi1a5OyOaC/r3yFPjBIwxrj4jTEwxrh2oWyDRtFW2RPtoSm2DaUrJXLt98RBHHQNXPs1EBfZXayM9MpRlqtq34ugmozxPfuM8bn8jSjvN+PvSfFabftcQjx5f6R9VsJp4tQItO+/G5pEQAREILYTOLFpF7bVHYTjq7bAloYwGVIi4bD6SFwiF1gGUiwHvbLRe5bRNca47Bvjc92KFiIgAiIgAiIgApckMH36dJQvX96/v2bNmli4cKF/Pa56lK/gIkC7qUDRroo2VhTt8D6YsB+jPzoMY4zTHaXD8MGwfPa7sQmujCg1IiAC/0nAJEyAEnNfRViZ3IC9he1tjf1D5mD3oK+dfSVtK3nvsxwILBfohyYREIGbSsC7D+lSvE95z1J8Xm/cdAxd+x7A1u2neHuD9/frnbKjVvX0NzXdOrkIiMDNIZA0VwaUXPw6EqZJAfvIR+ThE9jVbAIi5q71P/NZfrAsoViuMKWeS78kAtFBQHGIgAiIgAiIgAjceAIjRozwn7RixYp44YUX/OvX42GfyYHHlylTJnBVfhGIMwRq166NPHnyuPysW7cOrMtzK1qIgAiIgAhckoB2iIAIiIAIiIAIBAeBkOBIhlIhAiIgAiIgAiIQRwkoWzeYgDE0+QGMMWCjTYqN3Sk27KTYyJMqd0cytG6aFIkSwXW8e/z4GbzYYD3W/3rEbtAsAiJwOQIHFm3Ez9Xfwpnj/9pgkU6flwrHmYLp7T2VyDWo5v1G8f6jeD9Sxpy7T+2BmkVABGIRAc9Yli6NaCka1VI0zF+8JAK9+uzGsWNnwJLhtttSoG/fAsiUKUksyqWSKgKxl0Cq0jlRfGwDJM2a1t2Dp4+cwLYWn2DfnHUyhI+9P+slU75s2TJ0794dHPT4nnvuuWQ4b0emTJlQrVo1HDp0CHv27PE2O5fvaKVLl3b+WbNm4eDBg87PBcv3mTNnYt++fShWrBhSp07NzTdM5cqVw7x58/DOO+8gffqra+h19rXzRqVV5xEBERABEQgSAhkzZsRDDz2ETp064csvv8S2bdvw22+/4ZNPPkGHDh1cx93nJ3XlypVuX/HixcFnT+/evcFt54fTugiIgAiIgAiIgAiIQLwnIAAiIAIiIAIiIAIiIALxkABtJAJFGwmKHY+yLm3UsD8xY9I/ACunDFCrfk40bJMfmuIPgRKvP4JCze6F/fnBxda3F2LzsO9dPT2vE14vtLEJvI7ohyYRiEsEImktBrhr2+eNzblT2kVABETgkgQinWXeJXdrhwiIgAiIQCwgMHbsWFSuXBmDBw8G/1djkmlvxE4oaS979913c5N0gwkY4/6rhjHGibbNntgmjYN90vXEdSkhxEAMdA1c1zUQJ+8hr5yky+uDrlee0jXGV86ymDfG0JFuMgFjjHv2GeNz+ZtR/P0o9odAsa12m3oJ8OR9Z9w3OH6Cmzg1Aq/03XWTc6DTi4AIiMC1Ezi5aRf+rDsIx1dtsV/d7Je3W0KRYOhzSFw8p+urwiv/WB5SfJZ5Msa4Exvjc92KFiIgAiIgAiIgAv9JYOHChShatKg/XIUKFfD777/71+OgR1kKIgK0KQkUv9F7tlW0w3tv/H6M/viQTbF9N4yMxB2lQ/HB0LwI0SufZaJZBGInAZMgBCXndUFYmTz2m5bNg/2ote+t2dg9cKazr6RtJcsBlgeB5QP9NrRmERCBm0DAu//oUrw/ea9SfF7/tukYOvfZh63bT9nvOXDq0Sk7aj6R7iakVqcUAREIFgJJc96CEgu6I0HqFK5cOH3oOHY1m4DwOWv8z3yWIyxTKJYvTLvn0i+JwHUS0OEiIAIiIAIiIAI3mMBHH32EadOm+c/apk0bv/96PZMnT/ZH8cQTT/j98ohAXCRQo0YNf7YmTZrk98sjAiIgAiJwUQLaKAIiIAIiIAIiECQEQoIkHUqGCIiACIiACIhAnCSgTN0MAsb4LPaNMQgJCXFiY3eKDdwpNvakyt2RHK2bJ0OixHDTiRNn8FLD9fhl/WG3roUIiMCFBPYv+g0rawzBmROnXMcSgEGLo9Pxzvdf4r777sOMGTPA+4zifUd596Ix5+5PaBIBEYhVBDwjWbo0nqVoTEvRMH/R4gi80WcPjp+ItKUCULRoGPr1zY9bbz37kI1VuVViRSD2EkhdOheKj2uIZNnS2XvR4Myxf7Gt+SfYN3utDOFj78/qUr5r1y5MnDgRL730EvLkyeMGJ3799dfx/fffu/1XsuCAxsWKFbtoUA54zE5L2Ui/S5cueOeddzB27Fh07doVixYtQq5cuVClShUY43ufu2gk0bgxefLkGDRoEJYsWeI6Wr2WqCMjr+Woaz1Gx4mACIiACAQzgfz586NWrVro27cvZs2ahV9//RUDBgxApUqVLkj2smXL0LlzZ9x+++2466670KNHD6xYseKCcNogAiIgAiIgAiIgAiIQHwkozyIgAiIgAiIgAiIgAvGNAG0kAkUbCYodjlKjhm3HzK/2+bDYyqla9XOgQet8vnUt4xWB4t0fQcHm9/p6srT1lFuGLMCmod+5enpeK7xuaGsTeD3RH68gKbNxm8BZWwJjDGBnxOpJiRcBERCBSxMwrpAzlw6gPSIgAiIgAkFLYOXKlahduzZeeOEFrFu3zp/Ol19+GcuXL0fjxo392+S5OQSM8T1jjTEwxievPRpdtk+TEkAMxEDXQHRdA3E/HpadnozxlavGGFfIG+Nz3YoWN52AMcb/7DPG+Mv6hAkTgkqcODEottluXS8hnro/EgZw+mh6BF7ptxuaREAERCC2ETjxxy5sqzsIx1Zv9SX9lpRINPx5JCme05V5XrnHcpDiO1Dgc40HGcPSkD5JBERABERABETgagisWbMG2bNn9x9SuHBhHDrEQdf9m+KQR1kJFgK0kwoU7ag8myr2WfTehAMY+wn7/OM7nkG5MmEYNTQfQkK4Hiy5UDpEQASuiYC9j0vM64yUZfOAH7R4Vx94ew72DJzp7CtpW8nygOVCYDlBPzSJgAjcUALefUeX4n3Je5Ti8/q3TcfQpe9+/LnzNPhZhvdzz07Z8PTj6W5oOnUyERCB4CSQNNctKLnodSRKG2rLCIPIIyewp9kERMxR34fB+YvFtVQpPyIgAiIgAiIgAjeSAP9fHDFihP+UNWrUwGOPPeZfv17P5MmT/VHQ9tu/Io8IxEECTz31lD9XkyZNwpYtW/zr8oiACIiACJxPQOsiIAIiIAIiIALBQiAkWBKidIiACIiACIiACMRBAsrSTSNgDE0C4Qx/QkJCQLFRJ8UG7hQbfVJ3lk2ONs2TI3EiIDISOH78DF5q8AvWrz8CTSIgAlEJHFi0ESurv40zJ/6190uk01d3HMIvp30dROzfvx/s/KpZs2Y4cuSI62iC9x9lzLn7MmqsWhMBEQh2AjTGZxrp0siColE+RcP8RYsj0KvfXpw4YR+kdi5aNAz9+uTFrbcm4WGSCIjADSaQ6vacKDG+IZJmT2dfcO18/F/82eIT7J+9zt/4jfcv72WK9zaT6Ln0S8FBgB2KcqDiBx980DWkr1evHkaNGoXNmzdHSWBYWFiU9Uut8P+g6tWrI3Xq1BcE4f9KderUwUsvvYQMGTJg9erV4ADIPIbb27Zte9HjLogoGjY8//zz2LhxI1q3bn3NsfHN0xgurzmKqztQoUVABEQgXhOIfeVtwYIF0a5dO8yfPx8//fQTevTogbJly17wKy5duhSvvfaa20fj8okTJ7r3qQsCaoMIiIAIiIAIiIAIiED8IKBcioAIiIAIiIAIiIAIxCsCrD8NFOtYKXY0Sr0/dDtmTt4P4/6A2i/kRINW+eIVI2U2KoFirz2Cgi3vg70kOOPPtxdi89Dv3HdlXjO8frw6+sBrC5pE4AYT+O677xDYEU60nJ4G2DYiXtuItJ7YPCvtIiACInAZApGukFNBdxlE2iUCIiACQUeA/4/17NkTVapUwaeffupPH22Fpk2bhpEjRzobXf8OeW4qAWPslxYrJsIYn98YucaIgTFiYIwYGBONDOJhXIFlK/1ScBEwJur1zTY+VMKECUGxPwRPreolxFNVfP+h8t/Uj6eFo12fXcGVIaVGBERABC5D4MTvf2Nb3TdxbPVWG8p+a8uQEomG10fiotnhlXVs08jyj2J5aIxxfcYYY8DJGJ9LvyQCIiACIiACInD1BNiOP1WqVO5AfkPNkyeP88e5hTIUFARoSxIo2k/xuqMtFfssem9COMZ8fOhsWiNRrkwoRg/LB73ynUUiRwTiAgF7Qxf/titSls3Lz1lO+4fMxp6BM519JcsDlgssHwLLC/rjQvaVBxGIDQS8+40uxfuR9ybF5/WGP47h1T77sW37KdBclGF6dsqGpx9PFxuypzSKgAjcIAJJct6CYgu6I0Ga5K6sOHPkBHY3HYeI2Wv8z3yWKyxjKJYlTJrn0i+JwDUR0EEiIAIiIAIiIAI3lMCIESOwePFi/znbtGnj91+v548//sDOnTv90bD/ZP+KPCIQBwmwTcP999/vcnb48GFMnTrV+bUQAREQARG4CAFtEgEREAEREAERCBoCIUGTEiVEBERABERABEQgzhFQhm4uAWN8jTaNMa4xZ0hICNi4k2KDT8prAHpH2eRo1Tw5kiSxx9j55MlIvNTwF/zyy2FoEgER8BHYv/A3/Fh9CM6cPGU3GBhjkHF0XbR9rw/69++PfPny2e2++aOPPkLRokXxxRdfuPvPGON2GONz3YoWIiACsYKAZxRLl8ayFI1nKRrmL1pyEG/03YsTJyIBe4sXLx6Gfn3zIWPGJNAkAiJw8wikLJUTxcc1RLIcvkYyZ47/iz+bf4z9s9fJEP7m/SxXdOY1a9agT58+KF++PO644w506tQJs2fPdr9bYAQlSpRAq1atMHPmTCxcuNDteuCBB/Duu++iePHibv1ii0yZMqFfv34XDWeMQenSpdGlSxfXoek777wDdnpaqVIl8P+ni8UXndtKlSrl8jNmzBhkyZLluqK2TyXw2XVdkVzFwQoqAiIgAvGbAEvd2EuAz5+uXbvihx9+wKJFi9CxY0f3TeP8HLHD73r16qFIkSJg+HXr1p0fROsiIAIiIAIiIAIiIAJxnICyJwIiIAIiIAIiIAIiEH8IsJ4pULSRoNjBKPX+0B2YOXkfbIWUnSNRFK1gqAAAEABJREFU+4UcaNAyb/wBpJxekkCxbtVQsOV94JdzDr+0bcgCbB4y39X38trhdUTbm8Dri/5LRqgdIhBDBNj5Td26dbF58+boOYMxLh5jrGtntxJLF0q2CIiACFyOgKGh7OUCaJ8IiIAIiEBQEZgyZQoqV66Mbt26Yf/+/S5tbFfYq1cvLF26FI888ojbpkXwETDGPnUDFHwpVIpEQARiO4H4kn5jVJ7Gpt/amKi/F99bqIQJE4Jinwhs20O35bMJ8fQD9ku0PYZ5/GRGBNr1+ZteSQREQASCmsCJjX9h6zODcWztn+CnNnNrKiQe/hySFssBlm8UyzqWexTLQWOM+quAJhEQAREQARGIXgJJkiQB+zTwYt27dy/y58/vrcYZVxm5+QRoFxUo2k15NlTss+jd8Qcw5pPDNqEGsO99d5dNidFDZYcHTSIQRwkUm9cFKe/IC3vHA/aeP/D2bOwZMMPZV9K2kuUDy4nAcoN+aBIBEYhRAt59Rpfifch7kuLz+tffj6FzvwP4c+dp8N61ty96dc6Opx/39WsGTSIgAiIQQCBpzltQYlFPJEoXarcaRB77F7ubjkPErNX+Zz7LF5Y1FMsdG9C1y6EricC1ENAxIiACIiACIiACN47AP//8gxEjRvhP2KBBA9x9993+9ev1TJ482R8Fx7egDYF/gzwiEEcJ1KhRw5+zSZMm+f3yiIAIiIAIRCWgNREQAREQAREQgeAhEBI8SVFKREAEREAEREAE4hgBZScICBjjzHxhjHGNOkNCQsBGnhQbflKswKHuKJscrZonR5LEcJ2vnjhxBi81WId169hAAJpEIF4T2L/gN/xY421EnjxlOUQ6ZRxdF6G35wTvo/r162Ps2LF49tln7T7fzMZdzzzzDF588UVERES4+9C3R0sREIHYQiDQKJZGshSNZika5i9cfBA9++zFiRO2XLBz8aKh6Nc7LzJmsA/T2JJJpVME4jCBlKVyotj4l5E0R3r3gnvm+L/4s9lH2D9rrQzhg+x3//333zF48GDcf//9KF68OF599VUsXrw4SipTp06NJ554woVbu3Ytfv75Z+d/+OGHo4SLjSv8/6xPnz746aefEJ35sf8G3igcOo8IXBGBX3/91XUm3L17d3/4BQsWoHTp0hg/frx/26U8R48eRePGjV1ZQOPXS4X7r+27d+9252N8/xVW+0Xgygj4vr9dWdjgDkUjcj6T2HnNnDlz0LJlS+TIkSNKojdu3Ig33ngDNAyvWbMmvvzyS2gSAREQAREQAREQARGIFwSUSREQAREQAREQAREQgXhCgLYSgaKNBMWORan3hu7AzCn7YewfrJ75X040aJEXmkTAI1C0azUUan2/vToM7AJ/DluILUPmg7Y2vIZ4PdEGJ/A6ox+agp7AgQMH0KFDBzRr1ixKR/gXSzjrBhnu9ddfx759+y4W5KZv+/jjj10H/n379o2GtES6ONy17PO69ZhebNu2DazbqVq1qqt3LVu2LKpXr453330XR44cuZbT+49hfer59bP8XStXrozAOl//ATHgYR7GjBmD/fv3Xzb25cuXo1y5cujYsSNYxpwfeOfOnahWrZpjNHDgwPN3u/VVq1bhnnvuQevWrXHy5EmwTpp2KhT9LtBFFh4TsiIzBqHLddaFX0r33Xcf2rRpg/Xr1/OQaNXV1MPzxN27d3d1+cwL1+leze98tefjOeKLPJa8HnhdePmmjcSlro0KFSqgYcOGWLRoEfi89I4JFjfStTQJltQoHSIgAiIgApcisGXLFrz88svO1m7hwoX+YE8//bSzVaWdLtsY+nfIE/QEjDEwRjJGDIwRA2PEwJjrZhBvypSgL+CVwAsIGBP1+mZ7GyphwoSg2B8C23TTbfFMQjxV5Qwi+T3OLj6dHoF2ff6+IE5tEAEREIFgIXD8t7+wpe5gHFuzDSy8IjOkROJhzyFJ0RyuvwqWbSzjWN5RLP+MMa6fGGMMOBnjc+mXREAEREAEREAEro9A9uzZwbpmLxb2d8A6d289DrjKwk0mQBuSQNGewbOdoh3VO+PDMfqTw/bV0P1ji7vKhGLU23lucqp1ehEQgZgmUGxeV4SWzevufftJCwfeno09/ac7+8rAciKw/KA/ptOl+EUgvhLw7i+6FO21eC9SfF7/+vsxdO57AH/uOGW/55BSJHq9mg1PPZqWK5IIiIAIXJRAkhzpUWxhDyRMm8KWHZGIPHYSu5uMw8FZq/3PfJYzLHMolj+MyHPpl0TgKggoqAiIgAiIgAiIwA0kMHLkSLCtEE+ZLFky1zaM/ujSlClT/FHVrl3b75dHBOIygVq1aiFtWt+3FrZTpOJyfpU3ERABEbhGAjpMBERABERABEQgiAiEBFFalBQREAEREAEREIE4RUCZCRYCxvgacRpjwM55KDb2pNgAlGJjUKpsmeRo1SIFkiY1MAD+/Rdo1OgXrF17yK5pFoH4SWDf9xvw01NDEfnvacDeR3aBjKPrIrRUDvC+oXgfFStWDO+99x6GDx+OAgUKwJvGjRuHggUL4rPPPvM2yRUBEYgFBDwjWLo0jqVoLEvRMH/h4oPo2XcvTp6MBOxDs0SJUAzomw8ZMiSGJhEQgeAhkLJkDhQf3wjJc90C2Hs18sQpbG/+EQ7MWmvfdf91nX7zvuY9TvGeh50813o1xxCB7du345133sGjjz7qOtRnp+bz5s2LcrZcuXKhefPm+Oqrr7B161bntmrVCkWKFIkSLravcCBldkIf3fmwT6jojvIS8WmzCMQeAhwYgh3rL126NPYkWimNBQTiZol7//3346233sK6deswatQoPPDAAxf8Fp9//jmeeuopFC9eHL1798amTZsuCKMNIiACIiACIiACIiACcYWA8iECIiACIiACIiACIhAfCLCeNFCsS6XY8TD17ts7MHMyB2H2fRd99qUceKm5Oh2OD9fG1eaxSJdqKNj6frgxgiMj8efQBdj81reunp7XEuXV0Qdec1d7HoW/sQTSpEmDKlWqgL/f1KlTcfDgwYsmgIO2cz93PvbYY0iXLh29QSmWcZ06dUKpUqXw9ddfX0cajTvWGOva2a3E4IK/wdChQ1GzZk1MnjwZqVOnxuOPP46qVas6W5j3338fdevWxW+//XaVqQie4MeOHUP79u3BjotYXlwuZTlz5sStt94K2l9ERERcEJR1WPv27XODxLHu62LX7ubNm8FzlixZ0tkGXxDJNWygbXHlypVRo0aNKHrkkUeQIkUKsDOaBg0aOPcaotchcYBAqlSpkCVLlihitlauXIlWrVqhe/fuOHr0KDcFjQyN8FjWBU2KlBAREAEREIHzCQwbNsy9t7/77rv+XXny5MH48eNduyba+fh3yCMCIiACIhBPCSjbIhDcBIyx/30GiP0hUAkTJnTfd7w23XRbPJsINR88l59Pp0egXe+/z22QTwREQASChMDxDTux9ZnBOP7Ln7BFHEymVEg6oj6SFMkOfktmmUbXK+tY7hljXP8wxhhwMsbn0i+JgAiIgAiIgAhED4EyZcpg2rRp/shWrFiBBx8M+CfDvyc2epTmm0kg0B6KftqneGKfRSPHh2Psp4ftu6GxAsrfkRKj35Yd3s38zXRuEbiRBIp92xUp78zn7n/AIHzoHOztP93ZV3plBV2WH4GCJhEQgWglwPuLEdKlaKfIe4/i83r9xmN4te8B/PnXaRvMwN6u6P1qNjz1qG9AOmgSAREQgcsQSJIjPYot7olE6cNsKFuGnDiF3U3G4uA3q6I881n2UCyHbEB4Lv2SCFwZAYUSAREQAREQARG4UQTYbo1jT3jna9myJTjuhLd+ve7x48exaNEifzR16tTx++URgbhMIG3atK7tpZdH9kHu+eWKgAiIgAh4BOSKgAiIgAiIgAgEE4GQYEqM0iICIiACIiACIhCHCCgrQUXAGOPSY4xxjTxDQkLARp8UG4JSbBRKlS2TAq1apEDSpPaYyEicPHEGjRquw7q1h6FJBOIbgX++24AfnxyK0ydOAfZ+oEHcrWPqIKxUDtfBJ+8dT7yfqIYNG+LTTz/F888/78e1e/du1KpVCy+++OIlO731B5ZHBETgphPgvc5E0KVRLEWjfIqG+QsWHcTrffbi5MlI8K9k8VAM6JMPt9ySmIdJIiACQUYgrEQOFBnXCElzpHf37Bn7XN/WdCL2f7NGhvA3+Lf6559/MHbsWDz99NPImzcvOAj39OnTo6QiQ4YM7p1p0qRJriP6t99+G0888QTY4XWUgHFkpU+fPsidO3e058b+Nwdj/6I94otFqG0icB0EKlSogB9//BHPPffcdcRy5YfyvY668iMUUgSuhIC5kkCxNkxoaKh7Ns+aNcsZhjdv3hwZM2aMkp81a9agc+fOuO2221C/fn3MmDEjyn6tiIAIiIAIiIAIiIAIxAECyoIIiIAIiIAIiIAIiECcJ0AbiUDRRoI6deoUqJFDduDrqQfgq4IyeK5BTvyvafTXc0FTnCFwW5dqKNj2ARjj+46+Y9hCbB48z19Pz+uK9TaRZ+3yPDfOAIijGbn77rtdxzTbt2/HkiVLwN8tMKtcnzt3LjiYerly5VCsWLHA3UHr//nnn1G1alW88MIL2Llz59Wn017HPIj5RyR9MSeWzQMHDsS4ceNQokQJTJ06FR999BG6du3qBgufPHkyWrRogV27dqFbt27Ys2fPlScmiEKSJcuIK0lS6tSpkTNnTuzduxd//vknzp+WL1+OdOnSoWLFiti0aZO7PgPD8FyrVq1CsmTJovWaZXy8pl599VUEqnv37uDv1KxZM1cm0pbm8OGbZ6fP9Hz77bcoVKhQIBb5bwAB1q1OmTIFgfr+++8xZswYZMmSBTNnzsQ777xzQVl7A5J2yVNEspA7W+ZdMpB2iIAIiIAI3BQCCxYswGOPPQba9vCdx0tEu3btwPehevXqeZvkioAIiIAIxHcCyr8IxAICxhj3bdkYn8u221TChAlBsT8Etu2m2+yZhHj6QS9TkfhsRjja9vrL2yBXBERABG46geO/7sDmZwbj2C/b+XUNyJQKSYbXR5LbssEry+iyfKNY3hljXL8wxhhwMsbn0i+JgAiIgAiIgAhEL4FHHnkEo0aN8kc6e/Zs10bSvyG2epTum0aANgiBop2HJ/ZZNGJcOMZ8etj3bmjrXu8uG4ZRQ2SHd9N+MJ1YBG4SgaLzuiL0jnz27D5jswNDZ2Nvv2nOlsgrM+gGlif02wM0i4AIRAMB736iS9FWkfccbZv5vP5l41F06ncAf/512p6N92kk+nbOiqceTWvXNYuACIjAlRFIkj09iizsgYTpQu0BkYg8/i/2NBmHiK9/jvLMZxlEsTyyAYPKZpTpkYKcgJInAiIgAiIgAiJwwwiMHDkSHGeCJ2SbnzZt2tAbbQrsuzFFihTIlStXtMWtiEQg2AnUqFHDn0T2R37gwAH/ujwiIAIiIAIABEEEREAERJqn9pcAABAASURBVEAERCCoCIQEVWqUGBEQAREQAREQgThDQBkJPgLG+Bp1GmNcY8+QkBAkSJDAiQ1CKTZ0p1umdAq0aJECyZKHAPawf/+NRMMGa7F2zSFoEoH4QuCf+b/ip6eHI/LUGdjbxmbbINPYuggrmQPevcL7hfLuJd5XFDutHT16tOt0sUCBAvZY38wOGbn+xRdf+DZoKQIiEHQEAo1faQxL0TCf+vfff7Fg8SH06PsPTp3yJf32kikxsG8+pE+fyLdBSxEQgaAkkLJEDhSb0BjJc2WAYQr/PYMdzT/C/q9XyxCePGJQ7KD8008/dYN758mTx3WWz3ehkydP+s8aFhaG2rVrY8KECfjtt99cI/nq1au7Dmz8geS5KgKu6Vgkl1d12DUF1kEiIAIiIALxp7zloD5vv/021q5di2HDhqFChQpRfv4TJ05g/PjxYKc3d955JwYNGgQOLhMlkFZEQAREQAREQAREQARiJQElWgREQAREQAREQAREIG4ToK1EoGgjQbETQ2rEW9vx9bQDiLR/sHVQ9RvkwItNcsVtKMpdtBC4rXNVFGj7gI2L39IjsWPYAmwZPM9fT8/ri7Y5gdcf/fYAzUFKgAOaP/7440iRIgXmzZuHHTt2REnp1q1bwcGrM2fOjIceesjZKEcJEOQrHIg9f/78GDx48NWl1DhrFBhjXTtf3cFXF/rHH3/EtGnTkDt3bnTv3h0ZM2aMEgFtWOvWrYtq1aq5we450HyUAJdZia27aNNbsmRJHDt2DJs3b46SjYMHD2LdunXInj07KlWqBNZnrVmzJkqYiIgI/P7778iaNSty5swZZV9MrfB3qlq1Ktjh059//om//tKgdDHFOrbFa4xB0aJF0bt3b6RNmxbffPPNBdf1zcyTgbmZp9e5RUAEREAELkKAndt17NjRvX/zPdELUrlyZcyfPx8DBgxwzxRvu1wREAEREAEREAERiC0EjDEw5py8dtwJEyZ07Y34TchTs2cS4akHI2FD2+wZfDEzAu166XuLhaFZBETgJhM4tn4Htjw7BCesa4s0hGRKjSTDnkOSwln9ZVmiRInAso1iWWeMcf3BGGPAyRifS78kAiIgAiIgAiIQMwRefPFFVz/nxc42kh06dPBWY6WrRN8cArR7ChRt8Dyxz6IR4yIw9vMj7v9XvuXdc2dKjB6S++YkVmcVARG46QSKzuuKlOXywxYKdjYIHzYXe/tO9dtXeuVHYLlCPzSJgAhcFwHvPqJL0Y6Z9xttmqlfNh7Dq/0isOOvc/2P9uuSDU8+kva6zquDRUAE4ieBJNnTo9jiN5AofUrAfuuNPHkKe5uMQ8TMn6M881kWUSyXYCfPtV7NInBZAtopAiIgAiIgAiJwYwj88MMPYL+L3tlatWqFW265xVuNFjewDWDt2rWjJU5FIgKxhcDDDz+MUqVKueSyreX06dOdXwsREAEREAEfAS1FQAREQAREQASCi0BIcCVHqREBERABERABEYgjBJSNICVgDM3+AWOMa/TJzgPZCJRiw1CKjd3plimdAi2ap0CyZL5jTp2KRKOGa7FmzSFoEoG4TmDvt79ixdPDcebfU6DxW2QkkGlcXYSVyA7vHuF9QvH+oXg/Ucb47hljDBo1aoRPP/0U9evX9yPjwHdPP/00/ve//4Edi/p3yCMCInDTCfB+ZyLo0giWomE+xYZ03y06iO699+Dkv2dc2VCqZCgG9MmDdOkS8TBJBEQgyAmEFc+OIuMaIWnuDO4ePnPiFLY3+xAHvl4tQ/ho/u1Ybk6ZMgUNGzZE3rx5QeOxCRMmRHn34XvUo48+infffRcbNmzAxx9/jGeffRapU6eO5tTE3+js6+iNyLzOEUQE+A6zZMkS97/GHXfcgbJly6JmzZqYM2cO+F4TmNQjR45g6NCh4IACpUuXBkU/t3GfF/bo0aNo3LixE/+X6dOnDypUqODCP/bYY/jss8/ABoxeeLpMx7fffuvOzTTcfffd6NmzJ/755x/ujqIFCxa4uNgZRuAOGt21bt0aPJZxvPDCC1i1alVgEL+f51u5cqUrcxieeaHLMojbuZ+Bea6HHnrIDUKyYsUKlw/mjXnkfoZjeP6vRn6Mx8sjB4FgGE/kSa7ky/Qx7MX4eeHlikBcI0Cj86ZNm7oBfHgvNGjQAClTpoySTRqrt23bFoUKFXLfR9iheJQAWhEBERABERABERABEYhNBJRWERABERABERABERCBOEyA38cDxbo+it//qRFDduCbGREwloGxy+cb5cKLjXPZNc0icGUECr9aFQVfecgGtleQrcTcOXwBtg6e56+n53XGupfA65B+e4DmICXAAdIfeOABZwPAAUZpV8WkHj9+HFw/efIkWM+WLl06bnbi4ObDhw9Hs2bNXL3BK6+8gkmTJoHHuAABi/PDtmjRAjyW2wOCxZiX9Ydt2rRBuXLlwHrPKzoRjUxtQHftRlpPDM2Mf9asWW4Q+6eeegqZMmW66Jk4SNATTzyBbNmyOcb8TbyArA8eNWqUv66YdaOsI125cqWzp/HCXY3LdF1pXSvjJWPakfA6YV0r63dZP7x582buxq+//opHHnkErNfdsWMHWM/L/FysztkdYBfFihVDsmTJsG7duij52LlzJ1j/XLRoUTAM67l+/vlnBDLhtcX6cNZrpUqVysZ2Y+bQ0FDX2RPLQD57r+Ss69evB1mRGdmRIevtz6/TZlz8Xciwbt26zn6Ax/BY8uB+T927d0flypUdd2/bxVyW1zwXz8lz33vvva7zqmPHjl0s+CW37du3D7169XJ19oyH8c2ePRvjxo1z9gOs2+fBvE5Yp0999913rlzh9cpyZP/+/Qzi7BD69++P++67zx3r5dG7llwgu+A1xTx2t3m1q1Hmi+1jGpg2ukwb08h1nmfQoEHgfRQlkhhYKVy4MO6//34wr4sXL/afgdcL62hvlr1CJGKwkPPnUh4REAEREIErJfDhhx+iSpUq6NevH7xnMt9nhgwZgnnz5qFSpUpXGpXCiYAIiIAIxB8CyqkIxCoCxhgYc05sy+2J7ZIotvmmmj2TGE89yP9b7X+v9nvd5zPC0faNnbEqv0qsCIhA3CJwfP0ObHn2LRxbv919VYu8NRWSDK+HpIWzwiu/6PKbPsXyLSQkxPUDY4xxMIzxuW5FCxEQAREQAREQgRgl0KlTJ7Rs2dJ/DtZDDh482L8eyzxK7k0gwDr6QNEOwBNta4aNDceYzw6DL4f2P1eUvyMUo96SHd5N+Kl0ShEIKgK3ze2K0Dvz26LB910rfNgc7O071W9f6ZUjgeUL/UGVCSVGBGIRAe/+oUvRFov3GW3jqHW/HUPHPgew/e/TNlf2iW1vzf5ds6JGtTR2XbMIiIAIXBuBxNnS4bZFPZHoFvbLY8uWk6ewt8kYHJz5c5RnPsskiuUTz+S59EsicAkC2iwCIiACIiACInCDCIwYMcLf5yrbp7HtYXSfmn04e3GyD2fPL1cE4guBGjVq+LPKtsf+FXlEQAREQAREQAREQAREQAREIMgIhARZepQcERABERABERCBOEFAmQhmAsb4GnkaY1zjTzYCZWNQig1EKTZ0p1u6dAq0aBGGZMl8x5w+BTRusBZrVh+EJhGIqwT2zluPH2uOQOSpMzaLxnUOkWX8Mwgrng3eveG5V9KYunjx4hg7dixGjhyJfPny2Th98+jRo90geF9++aVvg5YiIAI3lYBn5EqXxq8UDfMpNqT7buFBvN5nL06dBmzJgNKlUmJgn7xIlzYRNImACMQeAmElcqDI+JeRPE9G2Ndh4N8z2N70Q+yfuUqG8NHwM7LDazZsz5MnD9jx+vvvv4/du3dHiZkdYbOx+y+//IKpU6e6AbszZ84cJYxWoodAZGT0xHP5WLQ3WAjwHYYDJLRq1QobNmzAPffc4wZsOHDgADp37oyJEyf6Bzn4+++/8cILL4Dh06dPDxq6cYAOdgDMDvW7devmBowIzFtERAQ6dOiA+fPno3z58q5jYHbKzw4sPvroI39QLx0dO3bE3r17XWf0FStWdANjcBCPw4cP+8NeysPy4aWXXsKSJUvcAAyPPvooDh06BOaNAzEEHued7+WXX8bvv/8Onov5YTm0atUqNG/eHMuXL3eHZMyY0TFJkSIFOKgDO+i/6667wP/rAuPx+D3++OPuf0DmsX379vDSzrDkSa4ckKRq1apg2OTJk7sBCZh3DkTgTqqFCMQDAhx04r333sPatWsxcOBAlClTJkquw8PDwf0cUKNSpUru+wjv6SiBtCICIiACIiACIiACIhDkBJQ8ERABERABERABERCBuEqA37wDRRsJih0YUsPf2oGvp4UDtt7Jzni+UQ68+HLOuIpD+YpBAoU6VUWB9g+6+irWY+4Y9j22Dp7nr6fn9UZbncDrkf4YTJKivg4CxhhXH5k7d26sWbMGP/30k4uN9XLr169HuXLlXD2f22gXrOPr3bs3ODA76/EqVKiAtGnTgjYGrFtgvaMN5uatW7eCNgW//fYbihQp4gYIz5UrlzuW27dv3+7C3YjFsmXL3KDirIu83MDzLi2WCV1jDGBnxNDEelsOVp46dWqUKFHismdhZ0JfffUVWrRo4eo9GZh1xQ0aNHD1Nawn5SD7rFtmHenLL7/s6pCv9t5jeNY9kxPjYXysP6Wd7fl1rUwD611ZdzxkyBDw3mca7rjjDlc/zDhYX5wqVSo8+OCDrl6X9busk2WdVJIkSRjFRZUzZ05kzZoVmzdvdvXLXiDyYl146dKlXXz58+fHxo0bXX22F4bpZv0V67mMicEf0DvhWXfbtm34448/wPymS5fu7NZLO99++y34+3l16eTMdgDk/OabbzqegUd/+umn7vfnb007nhw5cmDhwoVo0qQJrvZe4m/F81D083e7/fbb8fHHH6N79+6Bp72sn9dg48aNwWszQ4YMrq49tb2eaafw4YcfXvTYLVu2oEePHrj11lvdPUk7IzJjeVOvXj188cUXID/y4HVPPtxOXheN8Co2zpo1Cz179gTTyPjTpEkD2kjQFuE/y4WrOM/FghpjcOedd7pdzCvf0Xi//Ze9Aq93d1AMLYwr5EwMxa5oRUAEREAErpQA7XSee+45PPvss/73cR5Lu0C+n/MdkOuSCIiACIiACFxIQFtEIPYRMMbAmHNifwie2BcCxW9RVNNnEqPmQ76w9iB8OTMCbXvujH2ZVopFQARiPYFj67dj87NDcHyDLYNYhmVOjWTD6yFpoazwyi26/H5LsVzj915jzpZhloAxxi41i4AIiIAIiIAI3EgCb731FurUqeM/JQfwYZ2of0Os8SihN5oA63IDxfpdT+yzaOjYcIz74qgvWfY1r+KdYRj9Vm7fupYiIALxnkCRuV2R8q4CloOxn7QMDg6fi719pvjtK73yJLCcod8eoFkEROAqCHj3DV2Kdsu8v2gPR6377Rg69YvAzt2RsHcjYL/NDOyC8kRCAAAQAElEQVSWDTWqpoEmERABEbheAkmypUORRT2R6JZULF5gTp3B3sZjcHDGyijPfJZNFMspntNz6ZdE4EIC2iICIiACIiACInAjCHz99dcYP368/1TsE5X1+/4N0eCh/TfbtnlRsR2d55crAvGFQM2aNe3/S8Zld/Lkya7tslvRQgREQATiPQEBEAEREAEREAERCDYCIcGWIKVHBERABERABEQgDhBQFoKegDG+D9jGGLCiiGKjUIoNRSk2dKd7++3J0bJVSiRPzn58I3HqdCQaN1iLNasPQpMIxDUCe+aux/KaI3Dm1GmbtUinLOPrIrRYVtcBKu8J3htsSE3x3vFkzLn7yh54wcyOST/77DOwky1v519//YWnnnrKdcgZWMHq7ZcrAiJwYwh4xq10afRKnT59GhQb0s1feBDd+/6DU6dsemzRUPr2MAzskxvp0iayGzSLgAjENgJhxbKjyPjGSJYno016JCLtc39H0w+xf8bPMoS3RK52XrBgATgoeMGCBcHO199++22wg/LAeNgZ9RtvvAEOxj137lzQYC1fvnyBQeSPZgJ8MzWGy2iO+PzotB40BNih76hRo8BBDT755BNwoAx2sk9jUW5jB/Ac6IAJnjZtGrZu3YpmzZph3LhxePXVV8EBN2jkVrRoUaxevfqC+5gDIISGhmLSpEkuLON/9913kTJlStAoNTw8nFGDAyOMHTvWpYOd3jNeiv7s2bOD71ku4CUWR48exbBhw3DkyBH06dPHDTzRtWtXME9PPPGEfR/jC9m5gzk4ADvzZx55Dp6L+WG+mX++y82ZM8cdUKBAATe4ATvkZ/h27dqBnf7zfzyWT+THMBxogPnzztuwYUMsXbrU5Z0RHThwAGR12223uQEweB4v7AMPPICdO3dewI/HSXGZgMpb/rq8x9u2bQsO7sNyhh2M8/7iPk/ff/+9G1CEA6vwfYBhvX1yRUAEREAEREAEREAEgpiAkiYCIiACIiACIiACIhAnCdBGIlC0kaDYgSE19K2d+GZGBMBPoFb/ezknXmyUE5pE4FoJFOpYFQU7VIUx9oKCwc5hC7B10Fx/PT2vO9YlBV6X9F/r+XRczBLgoOyPPfYYaEfJAbI3bdoEDradKVMmPPTQQ0iQIIFLwJ49e0C7ybCwMHTq1AmtW7fGM888g44dOzpbyl27dmHmzJn+ekQOTn7y5Ek0b94ctLlkWB5Tv359F+a3335z8c6ePRvvvfceOBh5586d0bRpU7BugoOS33vvvbicGJ+L5AoXrBdl3caIESMufURkpNvnrlmf161H94L1qAcPHgTrbtOmTXtV0bOMZ50oB5xnHSjrflnXybpR1sfmzJkTzOvV1t9cTV0rE8x63R9++AGs/2XdLNMwaNAgVz/M/DEN6dKlc9cA63VZv9uiRQtXv83riHFcTKlSpUKhQoWwY8cO8LpiGF5LvKZuvfVWMC7WXZUsWRJ79+4Fr1mG4W+2bt06pE+fHgULFsSNmFjerVy5Esz74cOHUb16ddxyyy2XPTXtjTnYBO+9999/31+XTluAO+64A6yfO/+3i4iIwOuvv+63C2A9Ou9b8lmxYsVlz3f+TtoH8Rw8F+9ppp3XDu/Dy/0ugfGQ9YQJE/z2CoyHde3jxo1z5cOl7Kj/+ecfPP300+769GwCTpw4gaFDh4L3A+P49NNPQXfkyJEgH3IaMGAAPDuJwHRcjf+7775D+/btHUPGz3ulRo0argMh3kNXE9e1hOV1QbsM/pbM85XYK2zfvv1aTnXFx0SChRwF0O6C12+1atVc2V+lShXcd999qFy5stPlyuLAfSwPWM7zXidnXlv8HXmN8BmzbNky/Prrr+B9wHLiihOrgCIgAiIQRwn07dvX2evyueplsVixYs6+bfTo0ciTJ4+3Wa4IiIAIiIAIXEhAW0QglhIwxsCYc+L3R09s903x2w/VuG4iPP2Q/d/17De7L78OR9ueO2NpzpVsERCB2Ejg2C/bsanuEBzbsAOuKMqUCsmG10PSQr7+KlhWsdxiHQvF8oz9VRjjK+eYZ2MMHUkEREAEREAEROAmEGCdNuu7vFPXrVsX8+fP91Zjh6tU3lACrAsPFO0zPLGd+9tjwjHu86PsvM+lq8IdoRg1OJfzayECIiACHoHCc7oi7K789v/ISKeDw+dib+/JfvtKr1wJLG/o946XKwIicHkC3v1Cl7bKFO8r2vJRazccQ4e+4dix67S7B+2diAFds6D6w6kvH7H2ioAIiMBVEEicNR1uW9QTCW9J5StrTp3GP03G4OD0n8D/HVguUSyjKJZZjN5z6ZdEIAoBrYiACIiACIiACNwQAmyr5J2oUqVKeOGFF7zVaHOnTJnij4vn8K/IIwLxiAD7KWe7PS/L7PPX88sVAREQgXhNQJkXAREQAREQAREIOgIhQZciJUgEREAEREAERCDWE1AGYgcBY3yNPo0xYINQio1DKTYYpdh4lCpVKjmat0yJ5MkNDIDTZyLRuMFarF510K5pFoG4QWDP3F/wY+2RgL2+7W1hM2WQZXxdhBb1Nab27gk2pKZ4z3gyhncGYIzPxSWmEiVKuE4g2RFs3rx5/aE++OADFC5cGOzM1L9RHhEQgRtCwDNqpUtjV4rGrxSNYb9dcBCv992P06eNu8fLlk6JN3vnQdo0iW5I+nQSERCBmCEQWiwbbhv3MpLnu9Xd2/YFF381/wgHZqySIfwVIGcn4N27dwc7Ra9YsaLrUN/rZN87vHjx4m5Q8cWLF7uBs9nhPrd5+6Pb5fvZjVJ0pz0m4ou0kfLZZp0YnRV58BDgABfHjh3DSy+9hGzZsvkTxgE2nnrqKbe+c+dOMMzWrVuRM2dO1/m6Mcbt44IDIuTIkQPe+xC3eeL/Q+xsnQNJeNty586NAgUKuDjZoJHbWT6wg30apvLc3EbRz7TxfyiuX0rbtm0Dy5N77rkHLF+8cLy/n3/+eWTOnNnb5FwO3nD8+HFwIA+ew208u8iVK5cb+MJL29nNF3XmzZsHDv7QuHFjZMiQwR+G52VH81myZHEDljBv5EOxg33KC8ywHGyAnfxzYAlvu9z4QIClbnzI55XnkfckOxlfvXo1evbsiaJFi0Y5mIOKDBkyBBwg5OGHH3bfSnhfRQmkFREQAREQAREQAREQgaAhoISIgAiIgAiIgAiIgAjEPQKsRwoUbSQoflOn3h68A9/MCHfDu3Lxv0Y58ELDHHEPhHJ0wwkU7PgwCnR42J6X39YjsXPY99g2aK6/np7XH6/FwOuTfnuA5iAkwMHSWafHAZk5aDsH6ebg4hy83Usu6/7279+PBx54ANmzZ/c2O1uNUqVKucFJf/nlFzAMd/L353UQHm7LIDcqDrcCd955J958803cf//9bsOrr76KRo0aoUOHDmAdHW0yP/zwQ8yYMQPffffdZbVq1SoXx9UsOOh2s2bN3IDWS5YsufDQs/Wuxtj6VztfGCB6trC+knW+1xIb62eWLl0K1qOyDpn1m148rGNmfS7t5WbNmuU6lfT2/Zd7NXWt/F3nz5/v6n1ffPFFJEmSxB/93XffjbJly4J5ZDj/jiv0GGNQpEgR8NhNmza5o/bu3YuNGze6em3vuixWrJg77/Lly12YQ4cOYfPmzY5LxowZ3bboWjAv9erVQ+nSpaOI13PDhg3x999/o3nz5uCAEcZc/sJZtmwZeK/xt2MevDSyDv+ZZ54B6/u3bNnibXYu693vu+8+d79xA3/zSpUq0YvDhw8790oWLIcXLVoEHt+gQQNXD+8dd9ttt4Fp8tYv5zK/jIf20uyMx7MfMMbgoYceQpkyZS56eLJkyVCuXDl/PhiIv+u6detw++23u/LFGMPNTuTDNPH35/ncxmtcnB8/GXi2C7yWeb1dY9TXdBjrVCnaKlBeJEwXy0LaK+TPn9/bHCOugfHHy/pg2oaR84IFC/D99987ffcf5fD5+9lR2fjx4zF06FC88cYbeOWVV8B7pFatWu7a4O/P64a2G7zmw8LCUL58eTRp0gR8/vD+uNay0Z8ZeURABEQgFhCYOXOmex/u1KmTe4/wkty9e3fQbq969ereJrkiIAIiIAIicEkC2iECsZmAMQbGnBP7Q/DE9g4U+0SgGtdNgppVDcDZHjPp63C07bETmkRABEQgpgkcW/cnNj0zBMc3/mVPZWCypkbyEc8hacEsYPnEsoriNz2K5Ri/lRpjw1rZg2CMoSOJgAiIgAiIgAjcRAKsB2c/Cl4SKleujF9//dVbDXpXCbxxBFifHijavXiiDcbbYyIw/stjAF/xrCqVC8PowbmgSQREQAQuRqDwnK5IeXdBGGMLDDsfGjkP//Se7Lev9MqXwHKH/ovFpW0iIALnCHj3CV3aXtHl/URbVWrNr0fRsX8E/tp9xh1kjMGb3bKixsNp3LoWIiACIhCdBBJnTYfbFr+BRBlTwz7ugVNn8E+TMTg47ccoz3yWVxTLLJ7fc+mXRMAjIFcEREAEREAERCDmCbC94rRp0/wnat26td8fnZ7Jkyf7o6tTp47fL48IxDcCbHPo5Znt5PS/kEdDrgiIQHwmoLyLgAiIgAiIgAgEH4GQ4EuSUiQCIiACIiACIhDLCSj5sYiAMc7kB8YYsGEoxUaiFBuOemJj0lKlUqB5yzAkT26PiQTOnI5Ek5dWY/XPEdAkArGdwJ6567G85jv2uj4DREZyRtYJdRFWNKu/MTXvAzakpniveDLG3hMWgDE+13r/c+agkp999hmeffZZf1gOXMnKJXZKyw5F/TvkEQERiDECXgUuXRq5UjTMp9iQbt73B9G97z6cOm3LBkSibOkwDOydG2nSJIyxNCliERCBG0cgtFh2FB7XGMnyZLQnjcSZU6exo+kE7J/+swzhLZHz57Vr16Jv376uQ212uP7666/j/E7xORB4y5YtMWfOHLevV69euOuuu86PKtrXkydPjuLFi98wJUiQINrzEBMRXsXr6bWeXscFCQF2Ys6O/FOmTImcOXNekKqaNWti9uzZqFChAtgxPjt95/8jqVOndh0BsxN2dojOTuq//vrrC47nBg4WcMstt9B7SfGd6o8//sCl0pEvXz6kTZv2ksdzBzv85yAI7Lj9/Hstffr0bgAQhvPE8oh546AJ4eHh4OAg7Bi+W7duYHnEuLywl3KPHj0KbwAIGr+ST6DeeecdHD9+HBwQY9++ffZdMI0bYOTPP//E008/7QZj4IAi/A34Pnmp82h7XCZw5d8D4jKFi+WNA/906dIFK1euBMsdDrRxfrhvvvkGLH/y5s2Ljh07uvv4/DBaFwEREAEREAEREAERuKkEdHIREAEREAEREAEREIE4RoDf8wN1+vRpUOzAkBoyaAdmfX0Q/PJJvdQ4J15omCOOUVB2biaBAh0eRoGOVV0SjDH4a/j32PbmnCj19LwmA69T+t0BWgQVAWMMqlSp4gZz50DUHKCZA28HJtKrh6PNATu8CdSXWOdM4QAAEABJREFUX36JAwcOgPaS//zzjzusVKlSMMbggw8+cPUG48aNAwf5ZvnkAtzkxZ133ok77rjjIqmIdNvcterzuvXoXnAQew5+fS3xcjB01p8WKlToYvW2uO2228A6YdbZsg76Ss5xtXWte/bsAdORLVs2V+8aeI4kSZJg8ODBGDt2LDJmpC1P4N4r8zNvrK9mvTGP4PXH87Fe2at/zpkzJ7JmzequK/LYuXMnWPdbtGhR0P6Ex0WXaIfPgSBoG0xVqlQJzGfSpEnRpEkTV4/Pum7aJf/XOdevX+9s/YsUKXJBUNrmsM7tmWeeibKPdexevqPssCvMs3WuaOb1QBtnXn9kd/5BJUqUAPN6/vbz1xkHf4+c9jfg7xS4n1wYT+A2z58mTRpXznjrdL3rtHTp0o4ptwWKvzntIzZv3hy4+ar9F4ufXPPkyeOuZV7TVx3pVRzAMoXyDiELlkP8/W6WvUIkYrCQ8zL6H+7hw4exePFijBw5Ei+//LKzZ+P9S9s12si88cYbYAdr5PQfUWm3CIiACMQKAtu3b0eLFi1QrVo1cNApL9GPPvooVqxYgddee821e/K2yxUBERABERCByxDQLhGI9QSMMe77oTE+l98+PPH7BMW24NTLdRKj5sMG3v/Wk745gLY9dsR6BsqACIhA8BI4uvZP/F53CI5t/Mv1V2GypEby4fWQtEBm938byyhP/C7M8ov9VRjjK9OYM2MMHUkEREAEREAERCAICLBNZO7cuf0pYbtn2jj4NwSvRym7QQT4/2agaO/kiX0WvTU6HGO/PGprWG0dq50r3hmKUYNy3qDU6TQiIAKxlUChOV0Reld+902LZczB4XPwT6+vZF8ZW39QpfumE+B9xETQZX8wdPm8pk0qtWbDMXQccAg7d52xz2yGBAZ1y4LqD6X2rWgpAiIgAjFAIHGWtCi86A0kypjaV/acOoN9jcfg4NQV7pnP8ollFcstimUXk+G59EsiAEAQREAEREAEREAEYpgA38nYx6h3mieffBKPPfaYtxptLttase2lFyHP4/nlikB8I1CnTh3kypXLZXv16tWYMWOG82shAiIgAvGYgLIuAiIgAiIgAiIQhARCgjBNSpIIiIAIiIAIiECsJqDExzYCxvgagRpjwAaiFBuLUl4DUrps7F6qVCiatUqJFKH2NdIeFhlp0LThWqxaGQFNIhBbCeyZ8wuW13rH15Aa9sK290K2iXURViSLvzE1r382pKZ4j3gyxoa3GTfG51rvFc8lS5bEhAkTMGzYsCiDWL733nuuI1UOWnnFkSmgCIjAVRPwjFjp0riVomEFjV7ZkG7egkN4vf9+nIlk1AZ3lA7Dm71zI03qhNwgiYAIxBECoUWz4bYJTZA8Xyb7FmCf5/am/7v5h9g/baUM4e1vzIG8hwwZAnZGzk76O3XqhGXLltk95+bs2bOjQYMG4LsLO1B/6623cP/9958LIN9NI+AeYTF6dkUeLAS895nQ0NCLDtRwfjr37duHV199Fffccw/YCXCbNm3w/vvvY//+/WBH9eeH5zoHIAgLC6P3kmKn/zQgvVQAHs94LrWf29nhP92Lif+XpUqVKsou5n327Nmuc2OWPfXr10fPnj1dR8dp06a9okEGvAj5Dvjtt99i0qRJUTR16lTXcf/Jkydx/Phx8HtJ69at0bJlSzA9GzduxOjRo8HO9e+77z5w0BK+U3rxyo0PBFTi/tevzO8pvEc+//xzsOObzp07I2/evFEO27JlC/r16wcOWlK9enV88cUXUfZrRQREQAREQAREQARE4GYR0HlFQAREQAREQAREQATiEgF+Vw8U7SQoftemBr+5A7O+Pgj2IsYvnw0a58ALDbLHJQTKS5AQKNChKgp0qubrpNam6a/h32PbwNmunp7XpKfA65V+G1RzkBFInTo1cuTI4VLFb/ysS3Mr5y1oT7BgwQKcr927d4Plz4kTJ9wRHIS9WbNm4ADxERERWLJkCYYOHYrmzZvjgw8+AAdsZ0DWy7300kto166dqx9kGNpjcsDn+fPn43LiIPOM42r08MMP48cff0Tv3r1dfeGFxxq3yRjr2tmtxMCC9a2sB+Xg16zfvZpTkB3rdC9+DJAkSZKrql8NjOdK61p5b9NO75ZbbkGyZMkCo4gWf5YsWUA7lk2bNuHo0aNYvnw5WI9eqFAhf/ys4+U666Z37dqFrVu3gjx5/foDXYWHZRNFu2Jjov74zOMLL7zg6udZRz9w4EB88sknyJw5M9599118+eWXrhy8ktPxPmFe0qRJcyXBXZgMGTI492ILxnex7RfbRpZ79uy52C63jbYAzKtbucyC9e28Vpj/iwVjneLFtpMtFbjvcrYJDHc91zOP95QzZ07P63c92wVey7ym/TtiwMNr9NChQ/DuGZaxN9tewcAAZ691XtNfffWV60zpm2++wZw5c5y9Bm0vqMuVxYH7Jk+ejLFjx+Ktt97C66+/DubxxRdfRI0aNZzd2u233+5s7WnTcqnrBHai/QbrpLt27eo6VePziWXmvffeiwEDBmD9+vU2lGYREAERiF0E+M7w4IMPundiL+V85xk1ahRo11a6dGlvs1wREAEREAERuAICCiICcYOAMcb+a3pO/H/ZE/tDoPj/O9WoTmLUqmpcxg0MvvomHG1f3+HWtRABERCB6CRwdM02/PHMEJz4Y5ctbWyJky0tUoyoh6T5M/v7q2D5RHllFr97GmPDWjEtxhg6kgiIgAiIgAiIQBARYN1zunTp/Cli/ZN/JWg9StiNIEA7gUCx7tgT68UHjw7HhEnH7bshrAzuvSsMowddWP8MTSIgAiJwEQKF5nRDyvKFXPkB+7/ioZHz8M8bk2RfeRFW2iQClyPAZzX306WtF10+r2k7R63+9Rg69D+Iv3afBuxnGWMXb3XPiiceSg1NIiACIhDTBBJnSYtCi99A4oy2zDH2bJGR2N90LA5OWeFs61lOscxi+UWxDLOhrtjumGGluE5A+RMBERABERABEYhpAiNHjnRtG73zsK2L549Ol+0hvfjYLi6wXsLbLlcE4gsBY4xrT+bll30De365IiACIhA/CSjXIiACIiACIiACwUggJBgTpTSJgAiIgAiIgAjEYgJKeqwkYAwtfgBjDNhQlPIajrIRqafEiROjZMkUaNoiDClSGETavzNnItG0wWqsWhkBTSIQ2wjsnv0LltV6B5FnzoBGbbyms02si7DbsvgbU/O6Z2eBFO8NT8acu2+uJ99NmzbFZ599hmeeecYfzfbt2/HEE0/g5Zdfdh2L+nfIIwIiEC0EeL8zIrpn7P1P0ciVxq7U3O8P4rW++3D6dKTr1P7OMqEY1CcPUqdKyMMkERCBOEYgRZGsKDS+MZLnv9Xd85Gnz+DvZhNxYNrKeGkIv3PnTtfJeNWqVZEvXz60atXKdYwf+LOzg/C6devio48+wrp16/Dee++5TpP5P0RgOPlvHgG+qRqYmE2AYg8aAsYY9788ByX4r0Ee2DF/9+7dMXfuXFSpUgUjRozA7NmzsWzZMtchcJkyZXCtEzv0Z6fzlzqeg3aw04JL7ef2rFmz0rmo+L7GAQECdy5cuNB1/m6MQYcOHUADPXYSv3jxYrz22mtXNWhExowZMWXKFDdwBwfvOF/snJ4DQfD8HCygXr16mDVrluP26quvguzId8iQIS4ehpPiCwETXzIaLfksWbIk3njjDfz000/gIA7VqlW7IN7Jkyfj6aefxm233YYePXpg69atF4TRBhEQAREQAREQAREQgRtEQKcRAREQAREQAREQARGIMwRoI+HJs5Pgt3faSVCD3tyJObMOA/abO+xnz0ZNcuL5l7JDkwjEFIH87R9Gwc6P8HKDMQa7Ri7AnwNnq5PamAJ+E+Nl3dorr7zibBE4gOnFVLx4cZdCYwwKFiyILl26YPDgwWjSpAnuuusuJE2aFCtWrMDEiRPdNdKvXz+8//77bkBnhm3WrBmeffZZPPLII6hUqdJlVaJECXeuK1lkyZIFY8aMwcyZM1GqVKlLHxIZ6faxnIXP69aje5EyZUpwoPrw8HCsWrXqstGz7rhBgwbo1q0bdu/eDR7LOt2LHmQ3Xkl9rg120flK61ppV0Ib3L179+LYsWMXjet6NjKP5PPnn39i27ZtzqaFHR/xd/TiNca4ul0y5GANrLNiPXeePHm8IM5Nnjw5aB/zX/Xwu3btwqFDh8A4LsfXRWoX2bJlc3XZqVKlcvX1rN+2m/9zpg0z03LgwIH/DBvdATwWl4r3Sq8d3sdsk/DXX39dKqor3k7elwt8pWm6XBzct2PHhQMC8trlNUz7cuaJ4WJCLE9ot8C4WW4ZY+gFy9TL2St8/fXXLlxMLSJZyJ0t81h233333ShfvjwqVKiAihUrOlX6j3L4/P2PP/446tevj5YtW7oya9CgQRg1ahS+/PJLzJs3z9lx/PHHHyB32p38/vvv+Pzzz92zguX+5WxNeM989913aN++vat/zpUrF2i7P3XqVLAciClOilcEREAErpfA0qVL8dRTT7k2Rb/++qs/uubNmzubmxdffNG/TR4REAEREAERuGICCigCcYiAMcZ9VzbG5/K7kyd+f6D4vzvVsE4S1Krm6xOB/9ZO/iYcbbpvj0M0lBUREIGbTeDI6q34/ZkhOP7HLpuUSJhsaRA6oh6S5Mvk76+C5RLllVX8Vm6MrwyzB7kyja4kAiIgAiIgAiIQfAQ2b94M1tcyZawbZh00/UErJSzGCbAuN1C0wfPE+szBoyMwftJx+y9opEvLvXeFYdSbOZxfCxEQARG4UgIFZ3dFaPmCZ4NH4tDIedjXc5KznfPKHLqB5RH9Zw+QIwLxnoB3P9Cl3Txd3jO0madWrT+K9v0isHPXaThTKPvYfqt7Fjz+QKp4z04AREAEbhyBxJnTotCSXkiUMbUri9j34f4mYxAxeXm87PvwxpGPI2dSNkRABERABERABGKUwD///IPhw4f7z9GwYUOw/Yx/QzR62P+pF13t2rU9r1wRiLcE2I7Cyzz7F2Y7UW9drgiIgAjEOwLKsAiIgAiIgAiIQFASCAnKVClRIiACIiACIiACsZaAEh57CRhjXOKNMW7gQDYa9RqQsjEpG7l7bslSoWjaMiVCQ8+9TjZvuAarfoqAJhGILQR2z1qHH+q8C0T6UmyMQY4Pn0FY4cz+xtS87tkIi+I94cmYc/eL7+jrW7JjWHZMO3ToUOTOndsfGTu6ZWek7GTQv1EeERCB6yJAQ3xGQJeG+VSgYf6c7w7itX77nSEs7L1ermxKDO6TB6lSJuBhkgiIQBwlEFokGwqNb4LkBTL5chgZib+aTcT+qT/FC0P4ffv2Yfz48ahRowbYIfLLL7+M8zuDZifp1atXxwcffIDVq1fjww8/RJ06dRAWFuZjpmVQEeArLp91MZkoxR08BDiIADsoP3jwIDi4wPkpW7JkCe677z53/9J47ZdfflnbwYcAABAASURBVMGdd96Jrl27omzZskibNq3rfOLo0aNu4Ifzj7/SdWMM8ubNC6Zj7dq1FxzGc3OQiQt2BGzIlCmTG3iCndifOHEiYA8QERGBLVu2RNn27bffgu9znTt3xtNPPw12nOGVS+z4nQMgRDngIivkx/MyPNmcH4SDD7D8o+EtO39n2qpVq4aRI0fa10WDzJkzu/KT6xyEhN9SLpZ/aIrDBFjqxuHsxVDW+G7BQRymT5+ORYsWoU2bNu49JPB069evx2uvvebKlrp1617wfhIYVn4REAEREAEREAEREIGYIaBYRUAEREAEREAEREAE4gYB1ht54nd1KtBWYtCbOzF71kFwQFeGe7lpTjz/v2xxI/PKRVATyPfKw8j/6iPgdWer6fHX8O+xrf836qQ2qH+1q0sc69JY77dhw4YLDuQg2gMHDsTrr78O1smxbo+DPr/55ps4cuQIWI/HwaVZn9CjRw9XL8dwrNe8ILIY2NC6dWts3LgRzz///H/HbutKGcgYA9gZMTg98MADSJEiBSZPnozL1b9yYHnad7COM3Xq1G6AetbPcADZ849jcllXyjpT1p2SPbf9lxiO4Xkcjz8/PH+vwLrWDBkyuHRwOwdGCAzPcqB///5gXSzTHbjvavysA2eeV61a5erPaYPLfAfGUbBgQaRPnx6sS//jjz+QP39+l67AMMwbbWi8uAL3eX6mmfXHXC9WrBidK9Jtt92GRo0aubKO1/z27f894FzhwoVd3TjTe/5JNm3a5LjxPuFgAufvv951j8Xu3bvdPXF+fLxPeD+fv/389SxZsjj7hK1btzq7gsD9LCc8loHbL+Xndcd08Rgee3645cuXg2kKtMlmmOPHj4PvQPR7ulh6vH2srzw//IEDB8Df7NZbb0W6dOm8oNHu8txz585112aJEiVc/Mwv7xHaJxhzcXsF3uMucAwtTEwXcleQbtqmsDOnnj17Ytq0ae73YDk0Z84cDBgwAM8++yx4718sKv7eI0aMwOOPP440adK4e4f34U8//XSx4NomAiIgAjecAN+Ju3Xrhocffhhffvml//x33XUXZs+ejbfffhsZM2b0b5dHBERABERABK6GgMKKQFwjYIz9LzVAtOP3xP4QKLYRpxrUToJa1ULg/q01wNRZ4WjbfQc0iYAIiMD1Ejiyais21RuGE5v3wBiDkOzpkGL4s0iS91Z/fxUsjyivjGJ/FcYYFx52MsbYpWYREAEREAEREIFgJcD65sA6ONYVXk398I3Ol84XswRoJxAo1id7Yn39oFERGP/VcfuuByuDyneFYdTA7NAkAiIgAtdCoODsrggtX9AeamyZAhx6dx729fzS2RydPn3a2cDQDSyX6LcHaBaBeE3Auw/o0maeLu+VU6dOuX7EVq0/hg4DDuPvvZH23jKAnYd0z4LHH0gFTSIgAiJwowkkypQGhZb0RuJMqe2pbYGESBxoMgYHJy93ZRbLLpZhLM8olmk2oGt/QVeKvwSUcxEQAREQAREQgZglwHYnXnvI5MmTg+0MY+qMgWNP1KlTJ6ZOo3hFINYQuPPOO3Hvvfe69LIPYrYdcytaiIAIiEA8JKAsi4AIiIAIiIAIBCeBkOBMllIlAiIgAiIgAiIQSwko2bGcgDE0+AGMMWDDUYoNSRMmTOgGA2QjdzYupVuiZCiatkqFsLAQsOPVM2ci0azBKvz8Yzg0iUCwE9j1zTosrf0uIu11C0S65Ob4qC5CC2Vyjal5jVPetc97wZMx5+4Td2A0Lpo1a4bPPvsMHNTOi5aDZLKTwSZNmoCdeXnb5YqACFw9gUCj1TNnzrgOcWnUSuNWas53B/Fa/wO2bLAlgy0a7ioTisG9cyFlWIKrP5mOEAERiHUEUtyWFYUmNEXyApnA91tbSGBXs4nYP+XHOGkIzw7x+d7xzDPPuM5A69evj6+++irK78b3IXYiOmTIEPz888+YNGkS/ve//4EdWEcJqJWgJHD2tTWm0qZ4g4zAfffd5wbAGDZsGP7++29/6vg/xIcffgh2Yl+0aFH/9vDwcNfZvbeB70YsE663Q/Py5cu7zuc/+eQTbNmyxYse+/btw7hx41xjYv/Gi3jY+X7JkiXBdLDDYu/9je9qX3zxRZQ4vcPZIQLj99bpsgMNsmC+uO7J+7+OHf0zTm43xuDBBx8Ev3d88MEHrmN4bqcYZuzYsW5bwYIFkSpVKjewCL+VsOP4P//8k8GcmFamg++XHMjEbdRCBETgigjcfffd4GA+HLCCg1VUrlw5ynG8rz7++GNUrVoVt99+uwvLARyiBLrOFZYZ1xmFDhcBERABERABERCBuEhAeRIBERABERABERABEYgDBPj92hO/m1P85sZv4PzGPujNvzB79iGbU59NVNPmOVH/hax2XbMI3BgC+V55GAW6POpOZqttsPudhfhzwDeuXonXqifvOvZcd4AWN4wA68W2bdt21edjHWXq1Knx/fffY/Pmzf7j+TsuWLAAHMz8lltucXWM7AyH9XEMx4GvGcY74MiRI67OMywszNl4ettjwmXd69KlS8EBoZmmKzqHMzShzVmkXVzREdcciIPH05aDg6536tQJHJQ9MDKW8+z4h7YeyZIlwwsvvIAkSZI4W49y5cq5OlfWvfI5cPY4Vx/KulLWmbLu1BjfM8HbfynXmKura+XvW6FCBf/5AtPA33zu3LmuTjZbtmx+W3Y+q06cOHGpJFywncfyOpkxYwb279+PsmXLXhAmY8aMyJUrF1g3xXpt1lHTRiYwoDG+vJHdO++8g/nz54NsvTBMO+uvpkyZ4q7fEiVKeLuuyH3kkUdwzz33YNeuXWD9GOO73IFlypRxv+HEiRPxyy+/+IPyuE8//RSsO+O1wd/QvzOaPMb4WLC+nfX+rBf3oiY/2gd465dzaW/Ea5C/NW2QPJ6811lG0E7gcscH7sufPz+KFClygW0Bw6xZswa8xlm20IaB29KlS+eurXXr1uGvv/7iJifm5fPPP3f+iy34uzNt3j5ei6NHj3ZxsE6Tg314+6LLJZcffvgBr776qruGa9Wq5a5Xxk9bhP+yVyBnho0pRZ61u4+p+K813vTp0+P+++9Hu3btMGHCBKxdu9a9S6xYscLVL7PcvNj9MXPmTLRt2xalS5d21xTt9XlP0a7mWtOi40RABETgWgnQfu+BBx5Az549wY7qGA/fRQYOHIjFixejSpUq3CSJgAiIgAiIwLUS0HEiECcJGGPcdyRjfC7/b/bE/wMpfvehGtROgppVjft+Z7/iYcqsA2jz2rn2AHESkDIlAiIQowQO/7wFvz87FMc27QK/c5psaZB8WF0kzXurq8tgGeTJK5v4ndUY48ouJs4YQ0cSAREQAREQAREIcgJ58+bFokWL/KlkXRTrpvwbgsejlMQgAb7zBer06dPwRNuGgR9EYPxXx+z/nbZW1f7jWfmuUIwamD0GU6SoRUAE4gOBgrO7IbR8Ift/p81tZCQOvTMP/7z+hbOJ8MoguoHlE/02tGYRiJcEvOufLu2wKN4jtLOjfv7lGF7pfxB/7Tltn9k+RG93z4LHH0jlW9FSBERABG4CgUSZ0qDgkj5IlCn12bIpEgeajMbBr36Ik30f3gTEcfGUypMIiIAIiIAIiEAMEmCbvcA+CVu2bAn2QxoTp2S7pcB4r7Z9WuCx8otAXCJQo0YNf3bYDtG/Io8IiIAIxC8Cyq0IiIAIiIAIiECQEggJ0nQpWSIgAiIgAiIgArGSgBIdFwgY42skaowBG5B6SpgwISg2cmdDU7rFS6RA01apEJYyBDY4uGjRaDVWrgiHJhEIVgJ/f70Oy+q+Zy9X4wQY5Pz4GYQWzOQaU/Pa5jXO653y7gG6xhhwMsbn0h/d4kB2HKDz7bff9nfYyHOwg092hjt9+nSuSiIgAldJgAb5PIQujfKpQMP82d8dRLd+B3yGr/YWL39nSrzVJzfCwhLwMEkERCCeEEhROAsKjm+CFIWy2BzbwiAyErubTcSBKT/GCUN4ln3Tpk3D//73P7Azc3YQ/dFHH7mGxTbD/rlSpUro06eP6ySbnRy3aNECHJTbH0CeWEHAXr4xmE5FHWwEaKzJe3vr1q2oW7eu6wi+e/fuqFmzJtiZ+aOPPgr+r5EjRw6w0392qM9wDENxcIH3338fmTNnxsGDB93gANeSR5YVTAcHmXj22Wddx+rslP6pp57C77//7gaWuFy87LC4cePGYMfs7Mi4fv36rkPj2rVrgwMJhIaGRjmcHerzmDfeeAM8rnfv3s7l+Y4ePYoUKVK4AS/o54HJkiVDpkyZwPx37drVdfp+8uRJ15H7iy++CPLjudghPM9PPw3+OHhAnTp1YIxxjFh+7tixA9zGsDwvB85gOnLmzAny5vkkERCBqyPA95OXX34Z8+bNw+zZs939zME4AmNZuXKlK1s4KMtLL70EDg4UuP9a/a1bt8by5cuv9XAdJwIiIAIiIAIiIAJxlICyJQIiIAIiIAIiIAIiENsJ0EbCE+sKKc9Wgp0Ovznob3wz66CvY1BEomnznHju+ayxPdtKfywkkLfdw8jf+VF/yneNWIA/+32tTmr9RG6O59tvvwXr1DiANusZV69efdUJYd0cO9s4duwYBgwYgMGDB4P2kX379sVXX33lBuSuWrUqaLNJG00OeJo8eXKMGjUKDMOwHHyd9XGHDh0C97PO76oTcgUHsI7y3XffBQehv/POO6/giIAgth6Ra8YYwM6IwYmDBNGO47HHHsPPP/8Mus8//zzIiHWzrPvt0aOHSwF/P9Ylc4XHsS6XAxO899574O/CuuJ27dqB9aKsK2X9MuuVGf5KVbp0aVxpXasxBvXq1cMdd9wB1sPyvKyXZZ1rw4YNcfz4cbD+J23atODvzOuHdc/dunUDO07iNfBf6WJ9E+uRNmzYgFtuuQV58uS54BBeY7TH3bt3L/hsLFas2AVhuIEsyOTw4cN45ZVXUKlSJTz++OMg47vvvhuDBg0CuXIf68p5zJWK9dxNmzZ1aeQ1x7qxyx2bLVs2tGnTBkeOHAFZkRnZkSFZlitXDg8++ODloriuffydeS5ec6yP57XGNNAuICIiwt3D/3UCsuI1yDr1ESNGuOuOefDsAsjkv+Lw9vM3bN68OVKmTOlsCliHz7hoN9CgQQPHiXX4vBZ4DK+Fe+65B7t27cJzzz3nbCr4u1WvXt3ZhPGaY7jzRZuDzp07u3pL3i8MP3nyZPD35z10fvirXR83bpy7pnhdUbyfmU5eG3///TeefPJJZ5dgjK9goU0H83o5e4WYvA6YP+MKOUNv0IvtAHjt8t6hDRzLGHaOxrKR98z5Gfjll19Ae/3atWu7ztl4LU2dOvX8YFoXAREQgWgn8Ouvv7p3IJbxS5cu9cdP27RVq1ahbdu2/m3yiIAIiIAIiMC1E9CRIhB3CRhjYMw58RuEJ353pNhunGpQJylqPWL8MKbNDkeb1/70r8vyi5GvAAAQAElEQVQjAiIgAldK4MjPW/FHvWE4sWU3WKokyJEOKYY/g2R5M7n+Klj2ePLKJNaDGGNgjHGnMcbnuhUtREAEREAEREAEgp4A6wi//PJLfzrZBvKZZ57xrweHR6mIKQKeDZ7n0gbPE+3wBo6KwMQpJ2Bf9pzuuzsUowZkhyYREAERiA4CBWZ3RViFQmAZw/8kj773Lfa9/oXsK6FJBKIS4HOaW+jSLtDTqVOnnI3Yz+uP4ZUBh7BrbySM/eM89PUseLxKKh4miYAIiMBNJZDo1tQouKQPEmVOY4snY9NiEN50DA599YMrw1iW8X8Qr2xjWWcDwXPpl+ITAeVVBERABERABEQgJgmwzRPbnPEcbM/F/gnpjwlNnjzZHy3ba/lX5BGBeE6AbSlSp07tKLAt2KJFi5xfCxEQARGIXwSUWxEQAREQAREQgWAlEBKsCVO6REAEREAEREAEYiEBJTnOEDCGBj+AMQZsSOqJnaBRbOTOBqd0ixZPgSYtUyE0zB4TGQnYuWWjVfh5RTg0iUCwEfh75lose+Y9lyzPWC3nx3URWuBW15ia1zSvbV7nlHft0zXGXuP2SGN8rvXG6MyOKT/77DPXcaN3InawyoEk2bEjO/H0tssVARG4PAHvfqfrGa7SiJXGrNSs+QfRrV84H2FO5e9IiUG9ciI0NMHlI9ZeERCBOEkgReGsKDi+CZIXzOzKBPt6i11NJ2D/5BWx1hB+zpw5aNasGdjJOTuKHj16NNg5eeAPyM7ru3TpgmXLloHGLR07dkSRIkUCg8gfiwjwjdUYLmMo0Yo26AgYY9xACRxggIai7DiCnZeHhoaiV69eaN++Pfg/DjvB9zqlZzkwffp0cOAOlgEfffSRGzCA//9wMIRrzSQ7oB86dKjrDH3hwoX4/vvvwUElOKAHO9X/r3i9ASfYuT3/B5o2bZr7NsHO+tnRfeDxXOd2Djjy008/gUas+/btAweAmDBhAgoXLoydO3ciPDzcHcZBIjj4RZYsWbB48WKQ0dGjR92gDByUgoOH3HbbbWBHylOmTMHBgwfBwQbef/99cHAJF4ld1K1bFxxwhOdlHjmgwl9//eX+f6PRbmBYG1xznCeg8jYmfuIqVaqA99OKFSvw5ptv4q677opyGn4X4eA/FStWBAce4v3L+zlKoKtY4f+GHBDkKg5RUBEQAREQAREQARGI+wSUQxEQAREQAREQAREQgVhNgDYSns63lXCdDr+5C7NnH3Y2gsYYNG+RE8/VzxKr86zEx24CeV95GPm7POYyYS9J7Hl3Ibb3+1qd1DoiN2bBwdU//vhjsD4tZ86cuO+++/DGG2+4erXrSQEHe+dg4bRB2LJlCxYsWAAObM3v+x07dgTP5cXPuk4Oys3B2RmGYdetW4cCBQq4gU9Z7+iFjU63SZMm2LhxoxtY/Zripf20PZDlrjM2sf6YnFnvywGsWT9Cvtu3b3cD6nuDyHNQdtZh3n///a6c99LCekzWfbIOlHUjrC9eunQpWEfKuFq0aOHqlb3wV+Jy4KKrqWtlHTbrjsmcdTusl2X9bNmyZTF27FhUrlzZf1oOlsA637Vr14Jp/eeff/z7LuUhG14/3J8/f35cqo66dOnSoL1w1qxZo1yDPM4T69jJhHY2FSpUcOFZ/7xr1y6kS5cONWvWxOeffx4lzd6xV+Lmzp0bL730kgvKejH+jm7lEguy4e/H/JEZ2Z08edLZA/Tv3x9ke4lDr3szf2faLtP+gEznzp2L5cuXo2rVqqANAuvir+QkvAZHjhwJ2gOQI/PA66Bfv35g/T/jSZky5ZVE5ewBeM0wLtoJMK5ffvkFHHiD9gL8fYwxLi5jDJh+2k6EhYXZd6DZWL16NXiv9OnTB7xuXMDzFnXq1HH527Ztm7sGeU0wjujiHRER4WwaeF1RtDtImjQpeL3xt+7QoQOSJEkSJVX/Za9A+7AoB0TzSqQr5CKjOdYbEx3tYSpVqoQePXpgyZIljj2fe6wnZlkTmIrdu3fjgw8+cNcqy5K2bdviu+++CwwivwiIgAhEC4HBgwfj4YcfBm1gvAj57vvpp5+C9nwFCxb0NssVAREQAREQgesjoKNFII4TMMa472DG+Fx+y/DEb0AU249T/6udFLUeMY4I/8OdNjscbbr96da1EAEREIErIXBk5RZsfPZtHN+yx30tM9nTInT4M0iW51bXXwXLHE9eWcRvU8YYV1bxHMYYOpIIiIAIiIAIiEAsI1CjRg3X5tFLNr/jsh7JW7/prhIQIwRoCxIo9lfkydnhjTqICZOP23Pb/zLtfP/doRg9ILtd1ywCIiAC0Ucg/6xuCLunsPs/1BY1OPLePOx//QvZV0YfYsUUywnwWc0s0PXs5unSTpL6ef1xtOt3CLv2nmEwey9FYniPLHjs/iuzVXMHaSECIiACMUwg0a2pUXBJHyTMnMaeKRIs0w40GY1DXy6LtX0f2oxojgkCilMEREAEREAERCDGCLA/5mHDhvnjb9my5SXbpvkDXYeHbaG8w2vXru155YpAvCfAtpusl/NAsJ9hzy9XBERABOINAWVUBERABERABEQgaAmEBG3KlDAREAEREAEREIFYR0AJjlsEjPE1GjXGuIH22KiUYsd1FBu5s+Ep3WIlQtG0VRqEpbSvl/YwA4OWjVZh5YoD0CQCwULgrxlrsazeBzY5xgowIQY5P66DsAK+xtS8lnlN8/qmeL17MubsMWdd3KCJHYyysdeQIUPAgSW907Kjz2LFimHGjBneJrkiIAKXIEDjVe6iS4N8ig3paJRPzZp/CK8NCAdvb97pFcqlxODeOREWmoCHSSIgAvGUQPJCWVBwYjOkKJQVLBtgC4k9zSfiwOQVscYQftGiRWjXrh2yZ8+OBx54AMOHD8f5HaGXKFHCdZDPwb/ZMTgH0WbH8PH0Z49T2WaDTT77YipTijc4CRhjwEEyxo8fjx9++MF1tv/ZZ5+hSpUq4P82XqppzNa5c2c3sMaPP/7o3G7durn/OdiJPDvpb9iwoQvOTu7Z+T4N3tKnT++2eYtL7TPGoFSpUq5TYqZj8eLFYEfFt99+OxhP9+7dvShcp/VMw3PPPeffRg87pPfSyPQwHxzM4PXXX3dxeGkxxrjBFLif4Sj6q1WrhjRp0oBpnzp1KjJnzsxoncqUKYOvvvoKPC87ck+dOrXbboxx6X7vvffcICbczwEymjdvjhQpUrgw3sIY33n5/xrz6IVt1aoVvLR5YeXGBwIsdeNDPm9OHnPlyoU2bdq4+5KG6s8///wFA3CwnOGgDPx20rJlS/z0009Xldhi9hsLD1i5ciUYD/2SCIiACIiACIiACIgAIAYiIAIiIAIiIAIiIAKxlwDriTzRToLybCXY6XD/gX9j9pxDNoORrlOw5s2zo95zWey6ZhG4uQTytHsY+bs+bq9LWEVi9zvfY3vfmeqkNgZ/FpYV06ZNQ6NGjcCBRjmw9Lhx47Bt27YLzsr6wQs22g38dv/uu++iePHidu3iM+vrmjZtirfffhsMS5cDb7NO7/wjMmTI4AbqZhiGZac5PJZ1BsY4K47zD7nmddavckBn2lRcLC1XHPHZdBlj02fnKz7uOgIaY1z9JjnNmzfP1X+y3nLmzJm4XL0l6z5ZB8pwDM96FtaRso7XmHOJ5+/N+lbW8Xp1oIUKFQJtTALrfJkFY3xpYTyMj/Feqq6V4Rn3iy++iMA0sE45d+7c3O0Xf3PWf7Me+JtvvgHX/Tsv42nSpInjwThpG3yxoGXLlgVtZQLrjC8WzhiDIkWKYNCgQTifc/v27cG67fOPY/7IjqzI7Pz9getPPvmkq9ufPn06smXLFrjrov7ChQvjnXfecXVn5Mz68Jo1ayJJkiT+8Kz3577z6+EZwNsX+BvSH5hWppnr3M5jPNHugPYHrJPnb7JgwQKwXv+ee+5x18XFzucdG+ieb7PwxRdfoFy5cq7cZz7Ij+HpkmPgNcjtgSJ/psH7bZgm/lbnX0s8hnGTFZmRD69R2kZkyZLF2SGcn18ew8G5HnzwQf+1ymMZB+Pi/v+Sx5L5YH688GTFNFxMzAvzwDKVzL1jPNeYm2uvYGC8pMR6l88mdpBGu/xffvnF1TOz3KCtXWDmfv/9d1cG3HvvvaBtP21XWLccGEZ+ERABEbhaAnwOVa1a1dnEBL57d+zY0ZVHfN5cbZwKLwIiIAIiIAKXI6B9IhAfCBhjYMw58f96T2w7TvFbEfW/2slQ69EQ2NBWwPQ54WjT7c/4gEl5FAERuE4Ch3/ajN+eHYoTW/fCFjkIyZEOYSOeRdLcGcHyhWJ5Q3llUEiILW9sYGOMO7sxPtetaCECIiACIiACIhDrCLD9YWDdIuv2BgwYEBT5UCKinwDtagJFGzxPtMMb8MFBTJhywp6Y73gGVcqHYlT//677twdoFgEREIGrJpBvVlekrHgbWOLw4CPvzcP+7p/LvpIwpHhNgM9qAqBLm3lP7F+QWvnLMbTtdwi790XCGN8dNLJnVjx6X0oeJomACIhAUBFImDE1Cizpg0SZ07oyyxiD8GZjcOjLZbGm78OgAhpHE6NsiYAIiIAIiIAIxBwBtv/hN2Cege16WrduTW+MaPPmzVHacD766KMxch5FKgKxlQDbXXppnzRpEiIiIrxVuSIgAiIQLwgokyIgAiIgAiIgAsFLICR4k6aUiYAIiIAIiIAIxDICSm4cJGCMz0jRGOMGC2TjUiphwoSg2ADVU5HiKdC4VWqEpQxBpP2DnVo3XIWflh+wPs0icHMJ/DVjDZbV+wC+SzMSJsQg98d1EZb/1iiNqXldU7zOPRlz7j64Wblo0aIF2MFlrVq1/ElgBe0jjzwCdsR65MgR/3Z5REAEzhGgQT7X6HpG+TSioFE+9c38Q+jW/wAiI23xYBf3lEuJwb1yIDRFAh4miYAIxHMCyQtmRoEJTZC8cFZbTtg3XFtW7G42AeFfrQhaQ3h2Ct2lSxfkz58f7Fz7zTffxPbt26P8kgULFnQd5bMD/59//hkDBw4EOyeOEkgrcYLA2dfYmMiL4hQBERABEYhCwPfdIMomrcQIgcceewxjxozBihUr8MYbb6BkyZJRzvPPP/+4gYM46AIHZZg4cWKU/ZdaWbt2rX8XB0wZPXq0f10eERABERABERABEYjHBJR1ERABERABERABERCBWEqANhKezreVYKfD/Qbuwty5nq2RQcuWOVHvuSyxNLdKdlwkkLvtQ8jf7XHXYR1gsOfdhdjed6Y6qUX0TvPnz0fbtm1RoEAB8Ps7B27/+++/cf5UqVIlvPbaa/juu+9w//33n7871q6nTJnS1SksXLgQFStWjIZ8RLo4WP767FTdamxYKI0icMMIhIeH49lnn8XLL7+M/fv3Rzkv6+uWLVuG7NmzI3PmzFH2aSW4CETG4UKuVKlSaNWqFWbNmoXVq1ejV69euPPOO6P8AD/99BO6d++O22+/HZUrV8bgJpcquwAAEABJREFUwYOxadOmKGG0IgIiIAKXI7Br1y688sorYFugr7/+2h+Udi5LlixBnz59kCJFCv92eURABERABEQgmggoGhGINwSMMTDmnBIkSABPiRIlAuX1i/BiraSo9Sj7RAD4XW/67ANo3WVrvGGljIqACFw9gcM/bsZvzw7FiW173Vcykz0tUo54BklzZfD3V8F+KljWeGUP+6swxlcu8YzGGDqSCIiACIiACIhALCdAO4rGjRv7c9G+fXtMmDDBv36TPDptNBPg/4qBYn9FnmiH1/+DQxg/5bj7n9L+Z4kq5UMxqn+2aE6FohMBERCBqATyftMVoZVus2UPSx7gyHvzsP+1z2RfGRWT1uIRAT6rmV26nt08XfYvSK385Tja9j+M3fvO2Psm0mlEj8x4pHIYD5NEQAREICgJJMqYGgWW9kWiLGntt2hbdtlUhjcbjUOfLwnavg9tEjXfOAI6kwiIgAiIgAiIQAwRoG33+PHj/bGzfQnr/P0botkzdepUf4zsT5E2Tf4N8oiACKBq1aooUaKEI7FlyxbMmDHD+bUQAREQgXhCQNkUAREQAREQAREIYgIhQZw2JU0EREAEREAERCBWEVBi4yoBY3yNSI0xYGWTJzY+pdgAlRVDVNHioWjSKjVSpU4Ad5Q9pu3Lq/DTD1E76YMmEbiBBHZOX4Nlz40G7PVImZAQ5P64LkLzZfQ3pk6UKBF4PVPeNU7XGHcl28N8Lm7ixMHrPvnkE7z11luug0svKcOGDXOVUDNnzvQ2yRUBEbAEaJBvHWdwT4N8ig3paJRPfTP/MLoNCIe9wTmjwl0pMaR3TqRIngCaREAERMAjkLxgFhSY0BQpbsvqygrAYHeLCQiftCJoDOF/+eUX19lw8eLFUaZMGef//fffETjlzJkTL774Ij799FOwE2K+P7Dz0MAw8sc9Ar7hBWIiX4pTBERABEQgKgGVuFF5xPxa4cKF0blzZyxduhQff/wxatWq5b5bBp55zpw5qFevHrJly4ZXX30VGzZsCNzt9/NY/8pZDzvfWbdu3dk1OSIgAiIgAiIgAiIQXwko3yIgAiIgAiIgAiIgArGRAG0lPNFOgvJsJdjpcN8BuzBn7mHXCRjz17pVDvsdTYPskoUUXARyt30Y+bo9cTZRkdjzzgJs7zNDndSeJXKtzooVK8BO6L1BiwcNGoTz7QvCwsJQp04djBkzBuwUY/78+W6g44oVK17raYPuuJMnT2Ljxo1o3rx5NKbNZ2NqjHXtHI0Rx3BUil4EbhyBVKlSoUKFCli5ciVq167t6vB69+4N1s01aNDA2WLRDQ0NvXGJ0pmumoCBAVjWIW5PxYoVc9co66QXLlwIDtrCeurAXPMZ2aZNG+TPnx9PPPEERo0ahf371W4mkJH8IiACUQnwHfuhhx7CwIED3f823JsuXTqMHDkSs2bNQrly5bhJEgEREAEREIEYIKAoRSB+ETDG2H9dzylBggTwxLbkFPtEoF6olRS1Hws5Gx6YOTcCbbpui1/AlFsREIErInBoxSb8Vm8YTmzfB1toICRnOqQc+SyS5swQpb8KljFemeP1VWGMASdjfC79kgiIgAiIgAiIQOwnMGLECNSoUcOfkeeeew5s0+jfcMM9OmF0EvBs8DyXNnieaIfX74NDmDj1uH01NE5VyodhVL+s0ZkExSUCIiAClySQ9+uuCLu3CAxD2MXRD77F/m6fujpI9qvmlVdeGea5DC6JQFwiwGub+aFLm3lPvA+oH9cdR9v+h7FnX6S9XwyMMXjnjSx49L6UPEwSAREQgaAmkDBDKuRf0heJsqSz5ResDCJajMWhz5c4e1uWc3zme2Ufy0LYyXOtV3OcJaCMiYAIiIAIiIAIxBSB4cOH+6OuXLkynn/+ef96THgmT57sj5btOf0r8oiACPgJBNbFTZo0yb9dHhEQARGI+wSUQxEQAREQAREQgWAmEBLMiVPaREAEREAEREAEYhEBJTVOEzDGuPwZY9xgWmxsSiVMmBAUG6KyoTt1W7FQNGqZGilTh4DGP5GRQNuXV+GnHw5AkwjcaAI7p6/B0udG22vRntlejJEmEnk+roPQvFEbU/M6pnhdezLm3HVvjw6auWXLlvjiiy9Qs2ZNf5r++OMPVKtWDdx39OhR/3Z5RCC+EuDzh3mn6xmm0kiVxqrU198eQrcB9rlkn1FAJCqUC8PbvXIieTJ9JiE3SQREICqBZAUyo8DE5kh+Wza7wxYcdt7dYjzCJ624aYbwmzZtwptvvok77rgDRYoUQZcuXbBmzRqbvnNzxowZUbduXYwePRrLly93HQzz/SF58uTnAskXZwnwTdbAxEz+FKsIiIAIiMB5BFTengfkhq0mSZLEDQ7yySef4IcffnADMBQqVCjK+Xfs2IE+ffqA26tXr46vvvoqyv7PPvssyjpXOPAPBxqhXxIBERABERABERCBeEtAGRcBERABERABERABEYh1BGgj4el8Wwl2Otx3wG7M/fYIaBJljEGb1jnwzDOZYl0+leD4QyBXm4eQ77UnbIaNu27/eW8htvee7jqppR2QJ++691x7gOYAAhs2bMCAAQNQsWJFlC1bFj169HCDbwcEcXbBjz76KN5991389ttv+Oijj1wHNTlz5gwMFmf8DzzwAGhTEa0Ziox00fE6hM/r1oN+oQSKwA0kYIzBSy+9hF69eiF9+vSYN28e2PHOL7/84mygx4wZg3Llyt3AFOlU10IgkoXc2TLvWo6PjceUL18e/fr1A6/VGTNm4OWXX0aWLFn8WeG795QpU9z1nSdPHnBwl88//9y/Xx4REAERWLFihf3/+xm8+OKLWL16tR9IgwYNsGrVKleu+DfKIwIiIAIiIAIxQUBxikA8JGCMsd+VzylBggTwxD4RKPaJQD1fMxlqPcY+EQgqEjPnHEDrzlu5IomACIiAI3Bo+SZseHYYTmzfB34eC8mZDqlGPIOkOW4ByxGK5Qr7qvDKGvZXYYyvHGIkxhg6kgiIgAiIgAiIQBwj8OWXX4J1SV62aI+wdu1ab/XGujpbtBGg7UegPBsl9ldEO7w+7x3EhCnH+Wpo3w8j8UD5UIzulzXazq+IREAEROBKCOT9uitC7y1iyyEbOhI4+sG32N/1kyj9ILH8CizP6LehNYtAnCDgXc90abvjic9rasXaY2jT7xB27zsDhqHe7ZkZj9wbFifyr0yIgAjEDwIJM6RC/qV9kShLOleWMdcRLcbg8GdLojzzvTKQZR3DeC79UhwkoCyJgAiIgAiIgAjECIEPP/wQbC/iRd6qVSvPGyPu8ePH8f333/vjfvrpp/1+eURABM4RqFWrln+F7RDXrVvnX5dHBERABOI0AWVOBERABERABEQgqAmEBHXqlDgREAEREAEREIFYQ0AJjfsEjPE1KjXGuM4+2eiUYkNUio1S2TiVKlIsFI1apUHqNAlggwMwaPfyz/hp2X5oEoEbRWDntDVYWn8MjDFW9qwJQpDv02cQmjcDeJ1SvG55/VIhISH+a9sYYw+APc7nIsimMmXK4NNPP8WgQYOQLVs2f+refvttlChRAjNnzvRvk0cE4hsBz+iUrmeQysYoNMqnZn57CN0GRlgsxt7jQKW7U2Jo75xIlkyfSCwUzSIgApcgkCx/JuSf0BQpimaHKzxgsKfFBIR/ufyGGcL/9ddfGDFihOuUP2/evGjXrh2WL1+OwClVqlSoUaMGhg8f7gbBpRHZCy+8gFtuuSUwmPzxgECkzSOfhdaJ9lkRioAIiIAInE+Ape7527R+owmULl3aDRayZMkSjB49Ghyo6Pw0TJ482b0rFSxY0IVt06bN+UH864sWLULbtm396/KIgAiIgAiIgAiIQHwjoPyKgAiIgAiIgAiIgAjELgKsF/J0vq0EOx3u3X8X5sw7DERGckbb1jnwTN1MsSuTSm28JJCrzcPI+1p1e93y2o3EP+8twI7e08HrmvZAnrzr33PjJayATO/YsQMjR450A2oXKlQI7du3x4IFCwJC+Lz33nsv3nzzTWzYsAFTp05Fw4YNkSmTygYfnatcBtqcmqs89iYG16lF4EYToK12lSpV8NFHHznbph9//NGVT926dUOOHDludHIueb4KFSqAaXvuuecuGSa+7jAw8TXrLt9Vq1Z1z9j169fj448/Rt26dREWdq5j8PDwcEyYMAE1a9ZEzpw50axZM8yePdsdq4UIiED8I3DixAlnn1KtWjX37PMIlCpVynUQ+d577yFr1qzeZrkiIAIiIAIiEGMEFLEIxFcCxhgYc04JEiSAJ7YtpxInTuzamz9fMxnqPJEQ9gCnr+eFo3XnrdAkAiIgAgeX/4HfnhuOkzv3OxgJcqdHqhHPIGmOW1z5wXKE5Qn7qvDKGH4HNcZX/vAgYwwdSQREQAREQAREII4SWLhwIQoUKODPXbFixbB3717/+o3y6DzRQ8CzPfJczzaJ/RVRfd47iA+nn7T/PhoYe8qHKqTEqL5ZrE+zCIiACNx4AnlmdkXYfcXAAsnYxbFR87G/y8dR+kFiOeaVaZ4LTSIQywnwWmYW6Hp283T5rKZWrDuOdgOOYu8BhgKMMXi/VxZUu/ecjQ80iYAIiEAsIZDwllTIt7QvEmVL71LMZ35EyzE4/OniKM98loMUy0YG9Fz6pbhFQLkRAREQAREQARGIfgL8fsI+nL2Yn3rqqYv2Yejtjw73m2++8UfDfqTZ/sS/QR4REAE/gfz58+OJJ55w6/w/h+2g3YoWIiACIhDHCSh7IiACIiACIiACwU0gJLiTp9SJgAiIgAiIgAjEEgJKZjwhYIxxOTXGgA1PPbFBKsXGqWykSt1WNBSNWqVBqtQJAPgGQmvX+Gf8uNTXuNVu1CwCMUZgx9TVWPL8GBc/K2WQIAT5PqmL0Ny3XNCYmtduSEiI/5o25tx17iII4kXr1q3x5Zdf4umnn/an8vfff3cd97Zq1QpHjx71b5dHBOIDAXe/24zSpREqRSMKGuVTM789jG4DIxjCqdLdYXi7V04kTarPIxaIZhEQgf8gkCx/ZuSb0AzJb2Nnm3y/jcSeFuMR/sUPMWYIv3//fnAA24ceeghZsmRB06ZNXafXgUlNkiQJ2LEwO+XngLd8N2jSpElQdYodmF75bxyBs6+10X1CxScCIiACIiACQU0gderUeOGFF9xARd9//z347eR8w/bffvsNXbp0weDBgy+bl0GDBuGTTz65bBjtFAEREAEREAEREIE4SkDZEgEREAEREAEREAERiEUEaCPhiXYSlGcr8e+//6JX/92YO/8oQJMoW4H0StscqFvnVmgSgdhCIFebh5Dv9SdhjLuI8c97C7Cj1zTw+ua17sm7Dzw3tuQvutIZHh6OiRMnolatWuB3cdoNzJw584Loy5Qpg9dffx0//fQTvv32W7Rp0wb58uW7IJw2XCWBSNqRALz+zppMX2UENyW4TioCIiACV00gUoWcY5YyZUdVErgAABAASURBVErUrl0bH374IdavX493330XjzzyiNvnLbZt2wZ2Avfggw+CA7107twZK1as8HbLFQERiOMEvvrqK9D2l/YpgQM9vfHGG+5dnHa/cRyBsicCIiACIhA8BJQSEYjXBIwx7tuyMT43QYIE8MQ+ESj2iUA993RS1H48ge8bn/3/95t5B9D61S12PV4jVOZFIF4TOPjD79hQbziO79jnOITkSoeUw+sgafb0F/RX4ZUt7LPCGF+Zw4OMMXQkERABERABERCBOE5gw4YNuPXWc/ZY7BfiBmdZp4sGArT5CJRnk8T+iqhe7x7ExOkn3ZkY7sF7QvFBn8xuXQsREAERuFkEcs/ogtDKxezXLJ/92rFR83Ggy8dR+kFiecZyK1A3K706rwhcLwFex4yDLm3mPfFZTS1fexxt+h3Gnv1nbDDfffHeG5lQtVKoXdcsAiIgArGTQMJbUiHf0n5IlC29LwO2eDvYciwOf7IoyjPfKxNZRjKg59IvxRkCyogIiIAIiIAIiEAMEBgxYgSWLl3qj5n9FvpXYsgzZcoUf8xsm+JfkUcEROACAjVq1PBvmzRpkt8vjwiIgAjEYQLKmgiIgAiIgAiIQJATCAny9Cl5IiACIiACIiACsYKAEhmfCBjja2RqjAEboHpKmDAhqMDG7oWLhqJhqzRInSYBOBkYdGiyCiuW+Bq5cpskAtFNYPuU1Vj64jh7tRkXdUjiBMj3cW2E5r6wMTWvWe8apmuM7xhjfK6LIMgX7JD3s88+w5tvvomsWbP6UztkyBCUKlUKF+vE1x9IHhGIQwQ8I1O6ngEqG5/QKJ+aMe8wug2MgO/2NqhcPiWG9s6JpEliz/0eh34uZUUEYi2BZPkyIf+HLZCiaA6bB2PLFIO9rSYi/Isfos0Q/tixY/j444/xxBNPIF26dPjf//6HWbNm2fNFnStXrgx2BLpo0SLMmDHDdcpfuHBhaBIBj8DZ8QW81WhyFY0IiIAIiIAIxB4CFSpUwKBBg7B48WIMGzYM999//1UnvnHjxti8efNVH6cDREAEREAEREAERCB2E1DqRUAEREAEREAEREAEYgsB2kh4Ot9W4t9//0XPfrsxd/4Rf3bat82OurXPdTbt3yGPCAQ5gZytH0Ke7uykIdKldN97C7Cz1zTwOqd9kCfvfvBcFzgOL2gTNXnyZGdXkCtXLtSrVw+0JSSPwGwXKlQIr7zyCr7//nssX74c3bp1c7aFgWHkv04CPqM0Z0cCc51x3bDDdSIREAERuHoCxhVy5uoPjMNH0H6/YcOGmDZtGtavX48BAwaAddWBWV67di169+6NsmXLonz58ujXrx82bdoUGER+ERCBOELgjz/+QNOmTcFO5r777jt/rqpXr441a9agc+fO/m3yiIAIiIAIiMCNIaCziIAIGGNgzDklSJDA9YdAl30iUIkTJwb13NPJUPsJ9olgLDiDb74NR5vOW6D2ORaHZhGIZwQilv2ODc+NxMmdB2DsX4Lc6ZFqRF0ky36LKy9YZrD8YF8VLE8or68KY4yjZYzPdStaiIAIiIAIiIAIxHkCf//9N5IlS+bySXuWDBkyOP+NWegs10vAszXyXNreULTNoXq9dwgfzfzXnsb3jle1YhhG9cli1zWLgAiIwM0nkHtGF4TdX9wlxBiD46PnI7zLx1H6QWKZ5pVxnusO0EIEYhEBXrtMLl3Pbp4un9XUD2uOoU3/w9gbbkO5R7bBB70yo1qlMLtBswiIgAjEbgIJ06dE3qX9kChbethP1k6HWo/FoY8WRHnms1ykWFbCTp5rvZrjBAFlQgREQAREQAREILoJ7N27F8OHD/dH26hRI9x1113+9ZjysE2oF3ft2rU9r1wREIGLEHjmmWeQIwf7gQd++uknaMyVi0DSJhEQgThGQNkRAREQAREQAREIdgIhwZ5ApU8EREAEREAERCAWEFAS4x0BY5xVI4wxYENUT2ygSrGxKhutUoWLhqJh67RIlcaAxj+RiESHJj/jxyX7oEkEopvA9smrsPTFcfZag73SImEShiDfR7URmvuWCxpT81r1rl26xpy7rqM7XTcivjZt2uDLL7/EU0895T/db7/9hmrVqoH7jh075t8ujwjENQJ8vjBPdGl0SrHRCY3yqelzD6HboAgbxD6FIoH77kmJt3tlR5LEvvve7tAsAiIgAldMIGneW5F3QjOkKJbdvXNwsbflBIR/vuyaDeFZfn311VeoU6cOUqRIgbp162LKlCkXpKlcuXLo0qULvvvuO8ybN891BFq6dOkLwmmDCPAJZwyX0cxC0YmACIiACFyEgMrbi0AJqk2ZM2d2navPmTMH33zzDWhgz++WV5LI8PBwNG7c+EqCKowIiIAIiIAIiIAIxB0CyokIiIAIiIAIiIAIiECsIMA6Rk+0k6A8Wwl2It2j3258+/1R8Asm1aFdDtSpdWusyJsSKQIXI5Cz9UPI2+OsbZytC933/gLsfGMqeL3z2vfk3Reee7G4Yvu2uXPnolWrVsiVKxc4kOjo0aPB79mB+WKHFvy+PWPGDDcYcf/+/S8YjDgwvPzXSeDsCGC87hB5nXHdqMN1HhEQARG4BgKRrpBTQXcpdIUKFUK7du3w/fffY9myZejatStKlCgRJfjixYvRsWNH5M2bF1WrVsXIkSOxf//+KGG0IgIiEDsJsPNHtt8ZMWKEPwN8L58wYQImTZqEokWL+rfLIwIiIAIiIAI3jIBOJAIi4AgYY2DMObFNOduYJ0iQAOwTgaJtMfXc08lR+4kE9jj7/6+dZ80LR+tOm3HmjN2kWQREIF4QOLjsd2yoNwIndvq+2STIkx6pR9RFsmzpL+ivguUIxXLFGOPKGkIyxtCRREAEREAEREAE4hmBP//8059jDhpUsGBB/3qMehT5dRGgrUegPBsk9ldE9XrvMD6cfpKdmdnzROLhCqH4oHdm69csAiIgAsFDINf0Lgi9vzho12E/aeHYqG9xoPNHUfpBYvkWWN7RHzw5UEpE4PIEvOuVLm3mPfFZTf2w5jhaDziKvQdsPLTntDfC6N6ZULViqN2gWQREQATiBoGE6VMi77L+SJTtFvv/iX3q27LucJvxOPTRgijPfK+MZJnJnHsu/VIsJ6Dki4AIiIAIiIAIRDsB2n1zDAdGzL6gW7duTW+MavXq1VHaglaqVClGz6fIRSC2E6BNTo0aNfzZmDx5st8vjwiIgAjESQLKlAiIgAiIgAiIQNATCAn6FCqBIiACIiACIiACQU9ACYyfBIzxNTo1xoAfvz2xwTsV2Ni9UJFQNGqTHmnSJQCPMsagY9OfsWLxPmgSgegi8OdXq7D0pQngRWYvMYQkToD8n9RBaK4LG1PzGg0JCfFfu8bwyrSHnnURS6eyZcvi888/x8CBA8HB7bxsDB48GKVKlcLXX3/tbZIrAnGGgGdUStczOGVjExrlU9PnHcZrgw+xaADsPV6lQioMfSM7kiTWJxFoEgERuGYCyfJlQt4JzZGieA5btBgYG9O+1hMR/tnSqzKE57P5hRdeQGhoKGhM8sknn4DlmY3OP5csWdJ1CsywS5YsQc+ePVGxYkX/fnlE4GIEIu3G868lu+m6Z0UgAiIgAiJwMQIsdS+2XdvOJ8Bn083WAw884AZQOHny5PnJu+T67Nmz0aVLF/eedrPTr/OzEaqk60DXwLVeA5cs6LTDEbhWrjpO92RcvAaUJ13XN+MacIWxFiIgAiIgAiIgAldMIPB5fb6txL///ose/fZg3ndH7TctgF8wO76SA3VqZrzi+BVQBIKVQI5WDyFPj6fstc33dmDf+wuws+cU8LqnvZCnwHuE/mDNz9Wki4MI81s1BxauUqUKhgwZgh07dkSJIkOGDHj22Wfx6aefYv369WAHNBxYOEqg61yhfUMw6DqzEf2HG1qOAMZY186IBZOSKAIiIALXQsDAXMth8fKYO+64Az169MDPP/8M1jm3bNkSuXPnjsKCNoFNmjRBtmzZULt2bdB+MEoArYiACMQKAvPnz0f16tXRrFkzbNy40Z9mdgC5atUq947u3yiPCIiACIiACNxgAjqdCIjAOQLGGBhzTmxjzrbmCRIkAPtEoBInTgyq3tPJUfuJhDa8Pd4Ac+aHo23nLTh9hrUudptmERCBOEvg4NLfsb7eCJzcFW7LAIMEeW5B6hF1kTRrOlc+sIxgeeGVHyxDWJ4YY1x42MkYY5eaRUAEREAEREAE4iOB9OnTY926df6sc9CgGzFwj/+E8lw1AdoVBcqzPWJ/RdQb7x7GhzNOwr7sWQHVKoZhVO/M0CQCIiACwUgg1/QuCKtSAu6/Uvu/6Ykx3yG880dR+kFiORdY7tEfjHlRmkQgkIB3ndL17Obp8llNLVt9HK0HHMG+8EjYSx+wN8GYPpnxcIVQaBIBEfg/e2cBYEX1hfHv0uwu3Z2SKiYhCAYlLR0qoP5NpBtUEEkFQQRBQOmSFJUUpBslRJAQkJKOZYvY//nuvHn7lqUlNs7s/Oace+dOfW/mnvfunZlVBWKbAvHTJEOeNX2RMEd659CkzrvQegwCJyyLFPNZTxLWnSzoWvqKKqAKqAKqgCqgCqgCqoCjANvwv/rqKychUz7zkT9/fvHu7Thr1izvBvicqDehjiqgClxXgTp16njnzZgxA//88483rQ4VUFQBVUAVUAVUAVVAFVAFVAFV4H4qoP/t7n6qrdtSBVSBCAXUUwVUAVVAFYgVChhj7HEYY8AHU134wCrhw6t8iJUUKByAt1qnRcrU8YHwcAHo9P4mrFtxAjqoAv9VgQMzf8eq/42zL6zmxCSKj/yT6iMgZ5ooD1Pz3HTPVVpjIs7j/7of0WX5Nm3aYObMmahVq5Z3l3bs2AG+zJfzgoODvfnqqAIxWQH3ZlJa3mRK+JAJb8onPyw8j48GnJOw47z0u1zp5Bj8aTapF5zrPiYfu+67KhBjFIjFO5okb0bkHd8cSYvk4NcPW9ecaDUeZ6euvuGN8HzR57vvvos0adLY2Dx69GgEBQVFUoov7OeLQBnPV61ahc8++wwVK1aMVEYTqsDNFPB8zb1ZMZ2vCqgCqoAq8J8V0N8XN5OQv9muBX/DPQj4gvWb7fPV83v27InZs2fjQeyvbvOK6n5FNdDr4M7OgWvVvcy7uo67K+kYuhLqcS30nLuzc051U930HNBz4HbOAd/6l2HETdNXVAFVQBVQBVQBVeDGCrhxk9aNv+69Evwn6N36HMMvS4NgjBGALu1zoH4dz8u9brxqnasK3FiBaDI3R8uKyPtpHXt+c5dOjVyOwz1+AM9/XgsuvEZ8YdmYBl8K36dPHxQtWhQlSpQA26p5H6DvcQQEBKBGjRoYNWoUtm7dinHjxqFu3brw8/PzLXZX/Dx58oAvsYkO3Ivj+28ihdvFec7Zm0hsSieqgCqgCsQ+BcK1krujD5UvZRs4cCB+++03TJs2DU2bNgX/AYy7Mt4/OGXKFDT1QBRkAAAQAElEQVRo0ACZMmXCW2+9hQULFriz1aoCqkA0VeDkyZPo0qULqlWrBt8XMZYuXRpLly7FgAEDkDJlymi697pbqsANFNBZqoAqoAqoAqpALFbAGPadRMBnzPnMefz48cF3IhC+E4G8UscP9V9OAIQ7v4YXLD6FNp324sqVWCyQHpoqEMcVOLvqL/zxyhCEHT0jl3444uVOg1RfN0CSLKnBeoGwnnDrDdYdrEeMMdJvZax6xjjWJnSiCqgCqkB0VkD3TRVQBe6ZAoULF8bixYu962d7cf369b1pdaKPArzHwxf3niO+r4h8Muw8xv8U5vSQym/DSqX9MbJnpuhzALonqoAqoApcQ4Gcc7rCv/xj9nct67iQbxfjTKfxkd6DxPqO83y5xqo0SxWIFgrwPOWO0Lr3zdMyVpPVm4PR6rMgnDjDUtKcK2Z0r8yo+Ky/eDqqAqoAVIJYqUCCNMmRZ3U/JMyR3lZ8vIs9sM0YnB//a6SYz/qSsA6lEK6lr6gCqoAqoAqoAqqAKqAKAF9//TVOnDhhpciePTvu5N2EduHbnPBdhu4i2n/gKqFWFbixAny+ukyZMrYQn+P46aefrK8TjwJqVAFVQBVQBVQBVUAVUAVUAVXgvioQ775uTTemCqgCqoBHATWqgCqgCqgCsUcBY5yHUI0x4AOqLnxwlfAhVj7MSvIX8sf/WqdBqrQJAFnMyKRLs9+xboXTyQUdVIE7UGD/jN+w6q3xcjbxjAJM4gQoOLkB/HOkifIwNc9J92FqnqvGGHAwxrH0Ywt86S9fEMh/GMwXAbrHxZeIPfXUU5g7d66bpVYViJEKuDeR0vLmUsKHS3hTPpm98Dy6DTxvj80Yg/JlkuOrT7MhYcLYd73bg9SJKhBNFYjtu5UkTwbkHdcc/o/l9H4XOdlqPM5MWRXpRvjVq1ejdevWyJo1K1544QUMGzYMp06diiRPrly58Oabb2LixIlYsWIFBg8ebF/SnyRJkkjlNKEK3KoCfDDjVstqOVVAFVAFVIH/ooDWuNdTj7/Xroa/3Qh/v9H6wrz7wXfffXe9Xb5h/nvvvYfDhw/jfuyjbuOy6nxZNdDr4PbPAd86lT41pCVX18dM37DSu82ZMbG4qwGtC7W6HtRTuf3zUjVTzfQc0HPAPQeurl+ZzzzWwa5lPGGaVlEFVAFVQBVQBVSBayvAWOnCGEoYV3mfBP/5ebc+x7F4WZCzcHg4urTPgXq10ztpnaoC/1GB6LR49hYVkbtHHe8unRq5FIc/mQVeB7wmXNzrxbXeBaKxs3//fnz11Vf23oJHHnkEnTp1wvr16yPtMe99LF++PAYOHIjNmzdj5syZeP3115E+vV7vkYS6rwnnnjRjxMp4XzetG1MFVAFV4D4qYGAA1nXQ4U4USJ48OWrVqoVvv/0Wv/32G9h3XbNmTfCZG3d9R48exYgRI1ChQgXkz58fbdu2jfJdwC2rVhVQBR6cAhMmTEClSpXQq1cvBAYG2h3x9/e339H5z5xKly5t83SiCsREBXSfVQFVQBVQBVSB2K6AMUZ+2kbA9lb32XP+PiN8JwJpVNsPDWolhLGiGCz69Qxad9qDy5f1/nEriU5UgVikwNmVf2H7q0MRduycPaoED6VHmmGNkCRz6ijvq+C7KgjrD2MMjDF2GWMcaxM6UQVUAVUgmiugu6cKqAL3VoHnn38ekyZN8m5kypQpaNGihTetzoNXwL2XyLXuvUa8D498MjwQk+Zeku96AL/lVXkuAKN6ZoYOqoAqoArEBAVy/tAVySo+AednqkHo6KU403FcpPcgsd5z60DXxoRj032MWwrw3OQR0/KeeRfGarJ6cwhafx6Ck2fDwXjNsmN6Z0LFZ/3pKqqAKgBARYi9CsRPkwy5V/dDolwZpA40AhDUdhwujF8aKea7dSfrUqrhWvqKKqAKqAKqgCqgCqgCcVmBNWvW2Hc+uxqwDT9t2rRu8p7ZEydO2GdJ3A1Ur17dddWqAqrATRTg81dukenTp7uuWgAqgiqgCqgCqoAqoAqoAqqAKqAK3F8F4t3fzenWVAFVQBWwCuhEFVAFVAFVIJYpYIyxR2SMAR9UdeED78T3Yff8hQLwZsvUSJk6PsLlD0KX9zdh3YoT0EEVuF0F9k3/DavemsDTCPZmskTxUXByPfhlSxXlYWqei3yY2hhjz1NjIs5bxOKBL/2bNWsWXn75Ze9Rbt++3b5srF27dggODvbmq6MKxBQF7PUuO0vr3ljKh0p4Uz6ZvTAQ3QYGSoSRQjKWL5MMQ3pmQ4IEznUvWTqqAqrA/VEgTmwlSZ4MyDu+OZI+ltMeb7hMT7Uaj22fT8HHH3+MwoULgy/yHDRoEA4fPixzI8ZMmTKhUaNG9oW+fOEnX9zboEEDpE6dOqKQeqrAHSjAiGfsYxl3sLAuogqoAqqAKnCbCpjbLB83ivP3Go+Ulri/3Wj5+43w95sL/ymT699re+6c81I+7t/tcOTIEbz//vvehx3v9X7q+i+p1pdUA70Obu8cuLouZV1LWPe6sE4mrP9cS/8/EuMWd4+dlrj6UC+ed66lT67WlnnK7Z2fqpfqpeeAngNXnwOsa11YD7M+JgwqrqWvqAKqgCqgCqgCqkCEAoyRLoyfhPGUcZa/Wz7ucxyLl/M+IKfN8sOOOVCvVrqIFainCvw3BaLd0tlbVESennW9vaKnRy3HkU9mgdcDrw0X97pxbbQ7ENmhkydPYsyYMeALW3LmzIkPPvgAS5YskTmRx1KlSuHTTz/Fpk2bMH/+fPty+Ny5c0cupKkHo0A47xYBeJ55b1p7MHuiW1UFVAFV4J4qYJ//8NR593RDcWDlWbNmRZMmTcCXTm3evBm8v7Bs2bKRjvyvv/5C//79UbRoUUvPnj2xZ8+eSGU0oQqoAvdXgd9//x1NmzbFK6+8gnXr1nk3/uqrr2Lr1q32O7o3Ux1VIGYqoHutCqgCqoAqoArECQWMMTAmAr4XwX0Gne9EIIkSJbLPqTes5Yf6NRNYXdgKuOjXM2jTaS8uXWLKZutEFVAFYrgCZ1bsxLZXhyLsGJ8zCEf8vOmQ5uuGSJwpla0HWB+wXnDrCb6vgvWGMU49wsM3xtAoqoAqoArEFAV0P1UBVeA+KFC/fn0MHDjQu6Uvv/wSvXv39qbVeXAK8N4OX9x7jHgfHuk+LBATfr7ovf2jchl/jPw004PbYd2yKqAKqAJ3oECO2V0QUOEJWZJtWOEIHbMUZzuOkzatSxa37vOtD+nLAjqqAtFCAfd8pOU98y6M1WTV7yFo8VkQTpy5YmN2uEzH9s6EiqX8o8X+606oAtFEAd2NWK5AgjTJkGtVPyTImU5qQec+9sA2YxA47lcb71lfMua7dSjrVEriWvqKKqAKqAKqgCqgCqgCcVWBoUOHgt+TePyPPfYYWrVqRfee8/PPP3u3wedC06RJ402rowqoAjdWgO9rT5YsmS20aNEirFq1yvo6gUqgCqgCqoAqoAqoAqqAKqAKqAL3WYF493l7ujlVQBVQBQCoCKqAKqAKqAKxUQFjnIdSjTHgA6sufJCV8KFWPtxK8hdOhv+1TovUaZ0H3o0x+LDZJqxbfhw6qAK3qsC+aZuw+p2J3uLxkiRAoSn1EZA9TZSHqXkOxo8f376QgeemMRHnq3cFsdjhS/9mzJiBvn37ImPGjN4j/fzzz/H0009j3rx53jx1VIHoroB70ygtb5QgvLmUN5mSmfPPo9ug84Bc5jKi4nPJMaRndsSPzxR0UAVUgfuqQNzZWOLcGZB3Qgv4P56b1Q848f9iKXZ9ORN///03fIeUKVOiZs2aGDJkiH1h//jx4+3LQLNly+ZbTH1V4D8pYB/B1Jdt/ycNdWFVQBVQBW5dAda6t146LpXk7zYX399u/OdLLmFhYSBu+l7bMmXK3PZHwHbNQoUKoUaNGihQoID951H3ej91/RdV54uqgV4Hd3YOsE4lvvqxzYztZ6yL3XqZ9rYrxOsuELNmuMdOS6gL9aFOLq5+1JK4abV3dl6qbqqbngN6DvAcYH1K6Luw3mUdzLrYhXUzI4tr6SuqgCqgCqgCqoAq4LyIi/GRuHGTcZTxlLH1w97H8cuyIOcfTyMcH3XMjro106l0qsBdVCB6ripb84rI3bOeXCSyf9I/emrkMhzpPtO2L/IaceG144uUfuBjaGgopk+fjkaNGiFDhgxo0qQJfvjhhyj79eSTT6Jjx45YsWIFli9fji5duqBIkSJRymnGA1bA955UvU3tAX8YunlVQBW4lwoY3hh3LzcQR9ddsGBBNG/eHAsXLsSaNWvQo0cP8P5/XznWr1+Prl27Im/evChbtiz4wrlTp075FlFfFVAF7qEC/C3+2WefoWrVqhg9erR3S4ULF8bMmTMxduxY5MqVy5uvjioQcxXQPVcFVAFVQBVQBeKOAsbIr1wf+Ow5n0UnvHeY8J0IpGFtfzSsldD+KjYi0S9Lz6Bt5724dEnvIxc5dFQFYrQCZ5bvxPbGw3DxuPNceoKH0iPN1w2ROGPKKO+r4LsqCOsLYwyMMfbYjXGsTehEFVAFVIEYoYDupCqgCtwvBVq0aIFOnTp5N9e5c2d899133rQ6918B3/uH6Lv3FvE+PPLx14GYOO8S+A2PVH0uAKM+zXT/d1S3qAqoAqrAXVAg++wuSPbSU7ImY+u10DFLcbbDWGnTumRx60DWh77IAjqqAg9UAZ6P3AFa9tW7MFaTlb8Fo+XnwTh9TkpJu4wRM75PJlQo5S+ejqqAKhChgHpxQYH4qQOQZ01/JMqVEcYYAQhqOxaBY5fYeM96kzHfrUtZt1IX19JXVAFVQBVQBVQBVUAViGsK/Pzzzxg3bpz3sFu2bCnfo4w3fS+dWbNmeVffoEEDr6+OKqAK3FyBdOnS2fe5uyVnz57tunHc6uGrAqqAKqAKqAKqgCqgCqgCqsD9ViDe/d6gbk8VUAVUAagEqoAqoAqoArFWAWOcTipjDPjgqgsfdie+D7vnKxSAN1unRaq08e2Lh8PDgQ+bbcLaZcehgypwMwX2TfsNq96Z5Ly4VwrHS5IAhafUR0C21HDPM1qed8R9mJrnpDER56ksGqfG9u3bg528/Id17oH/8ccfeOmll8B5ISEhbrZaVSBaKuDeLErr3kjKm0p5cymZOf88un8ZKHFFdl/iSsXnkmNIz2yIr60fIoiOqsADUCCObTJxrvTIPb45kj6ey35H4ffb7gmLoWr8nEicODEqVKiAvn37YtGiRZgyZQreeecd5MuXT+osqbDimFZ6uPdHAc/X3vuzMd2KKqAKqAKqgCrgowB/s7lJ+vz9xt9uHUeG4Il3g/HU+yF4+v1QFGsWhuIfCM1CUbxZCEqQ94PxjIeS7wehlIdn37sAUvq9QJSxnMdz7wnvnsfz756zvPDuWZAXxb74zhmUFcq9cxqk/DunQPZe6Yk0T85DmifmIa1lLtI9ITz+MzI9PR85nlmMh8osN8yKigAAEABJREFUR+Fya/FE5U0o8fI2S7rCM3A6YR+s3/c6Xv7fEeEwav5PePMwar15yFL7zYMgdcTWeeMf1BXqvXEApP4b+0EavL4fDV/fZ2kkttHrf+MV0nQvXrXswWtNHRo33Y0mHpo22QXyepO/8IZlJ95sIjTeif813mF5q/GfIG+Lffu17XhHePe1P0Dee20b3ievbkOzV7daPhD7watb0Jy8shktLL+j5Su/o5XlN7RuJLzyG9o02oS2lo1o10houAHtGwliOzRcD9JRbMeG69BJ6NxgLUiXBmtAujZYjQ9J/dX4yLIKH9cnK9GtvlBvBbpbluOTesvRw7IMn9Z16Fl3KXpZfkXvukKdJejjoW+dxSD9xPar/Qs+q/MLPq+9yNK/9kIMILUW4ovaC/BFrQUYaJmPQbXIPHxZS6g5F4M9fFXzZwyx/IShL/+Ery0/YtjLZA6GvyzU+AHfeBhRYzbISLGjqs8C+bb6TJDvqs/AaFJtBsZUm24ZK3ZstWkYZ/ke46sJVadigjDRMgWTqpLJmFxlMqZYJmFqFTIR31cRKk/ANA/TK48HmSF2ZqVxILMqjQWZXWkMfiAvjcGcl0ZbfhT740vf4SdS8Vv8/JJQcRTmCvMsIzG/glBxJBZUGIGFlm+wqAIZjl8qCOWHYbGHJWKXlP8avwpLyw0FWVZuCMjycl9hBSn7FVaWHWxZJXZV2S+xmrw4CGssA7H2xYFYZ/kC619w2PDCAGy09MemF8jn+O0F4fnP8fvzn1k2i938XD9seb4ftj7X17LtuT4gf4jd/lxvbC/TG3+W6WXZIXZHmZ7YSUp/ir8sPbCrdA/stnyCPc867H22O/62dMO+Z4VSH2O/hwOlPgL5R+w/JT/EQeFQya4gh0t2wREPR0t2xtFnOuPfZzpZjok99kxHHCclOuCEpT1OlmiPU5Z2OF28Hc5Y2uJscdIG54oLxVrjvIfAYq1ALogNKtoSJLhoC5CQos0RSp4W+3QzhDz5PkKeeA/Bb/YH62LWyayb4Rl8fU/W7ZsYuASPm1APQm0elxj15HshPnEqVGJVqMQoQWIX49QzPjHKjVPPvn/BE6MuIGqcOmdj1PMSm14QbIwSyxhFykmcKm85hQoSqyq8fRIVPbz09gmQSmIrvXUclYUqbx0DqfrWvyDVxFZ/6yiq/+8oaliO4OVIceqQjVGMVd4YJXGqrsQo4sSoA7AxSmJVg0hx6m9cHade84lRNk412Y2mTXehqcSp1y1/OXFK4tObNk7tsDGKscoboyROvSMxirwrceo9y7Xi1BZcHacYo0griU2EcYoxirS9Ok5JjGovsYkxirgxyo1TXSRWdZE41ZVIbIqIU6skVq26ZpxijCI96kl8IhKnelquF6cWR8QoiU+fMU4Jn0uc6m9Z6IlTC2yMcuLUfIlV8yPFKd8Y5cSpnzC0pmBj1E8Sq368YZwaKTFqZI1Znhg1yxOjZiIiTk23MYqxijGKME6Nr/q9jVOMUWSijU9TMKnKFEyuOhk3i1PTJVZNl/jEGDWj8jhPjBrniVFjERGnRtsYxVjFGEUYp35mnBLmSnwi8yQ2zScSpxijyI3ilG+M+rX8UE+MGuqJUUMQEacGIyJOfQk3TjkxapCNUU6c+gLrXxQkTjFGkUhxSuLTb5bPImKUxKctjFPCVolT2yx9wBj1B2MUKdPLxijGqh3iu3HKiVGf2hjlxKlPsKe0IHGKMYpcO059FBGjSn1oY9RBT5w6LLHKG6ckPjlxqpONUYxVx57phGMlOto45cSoDjZGnSzRXuKUxKgSgidGnbExqq3EKolRkeJUK2+MulCspY1RQRKrnBjVAhFx6gOEPtUMwYxRj7+LsGVbbJxi3ewSA8OL7rIqoAqoAqqAKnDPFHDjIy1/wxD+juF9EhcvXkTXXsexZEWIfcGEMQbdOuVA3ZfT3bP90RXHUQWi8WFnbV4BuXvVg1wEMADOjFqOo91n4qJcH7xWXHgN+SJFH8g4f/58e79AxowZUbt2bUycONF+H/bdmYIFC6JZs2aYN28eNmzYgN69e6NkyZK+RdSPbgrwJhHZJ55jCBdHR1VAFVAFYqkC4VrJ3fNPtlixYujatSvWrl2LBQsWoF27dihQoECk7f7yyy94//33kSFDBtSsWROTJ0+ONF8TqoAqcHcV+Omnn7zP3Bw8eNC7cl6rv//+O2rUqOHNU0cViPEK6AGoAqqAKqAKqAJxTAFjDIyJIF68eODz6Hwunc+ok0SJEoHUr+WH+rUSOr+MpT3wl19Po03H3dIWrQ2Ccey00cONRQqcXrYD2177GqHHzslRhSPBQ+mR5usGSJoplb3uee2zHmCdwLqBsJ4wxqk3ZCFbh9AqqoAqoArEKAV0Z1UBVeC+KtCrVy+88cYb3m2+/vrrmDt3rjetzv1TgPd0+OLeU8T78MjHX1/ApHmXAPnNx196VZ7zx8geGe/fDuqWVAFVQBW4Bwpkm9UZ/i89IVWb1GxSv4WO+RVn24+J9A+BWR/61o/078Gu6CpVgVtSwD3/aHnPvAtjNVnxWwha9g/FqXPhcl7LKuW8Ht83E8qX9JeEjqqAKhBJAU3EGQXipfJHztX9kDBXBqdulN6soHZjEThmcaSY79aprGMpjmvpK6qAKqAKqAKqgCqgCsQlBYYMGeI93BdffBGNGzf2pu+1M3v2bO8m6tWr5/XVUQVUgVtTgM9kuyVnzJiB8+fPu8m4a/XIVQFVQBVQBVQBVUAVUAVUAVXgvisQ775vUTeoCqgCcV4BFUAVUAVUAVUgditgjLEHaIwBH2B14YOthA+58mFX8lDBAPyvTXqkSZ/AebhVlvm4+W9Ys/QYdFAFrqfA39//hlXvToKcNAIQ3y8hCk+pB/+sqeCeX7Q834g+TI1IA18KOHPmTPTp08e+9M+d+dlnn6Fo0aL2pcFunlpVIDop4N4kSuveQMqHR3hTPpm5IBDdBl+AWzdUeiE5hvbMhngGOqgCqsADUiAubjZxrvTIM6El/J7MbasjatA9UTHMa/4ZJk2ahHfffReFChWCW4+xTmMZ19JXVIG7pUB4+N1ak65HFVAFVAFVQBW4fQX4/caF3334+43pnQfDsfMg8JdYl12HAJfd4juEg3bXIVqHPT7+blme7Dl0BXskf49rD0pa2CtpwnxrmSfE98uN+EnzCLS5kcDjJ/DLA5MoBy4iM4IupsXZC8lx7HQSHPw3HvYdvIS/D162dp+14v/jQeYxb79r/7mE/UTSzKN/gL7kHRD2H7wI5h/45yIiIfkHhH8k3yEMtAcO0Doc/Mex/9AyXzj4TyiY77UHJC0cknxyUMo4NnL+IZY5EILDPvbwP076sOQfEmjJkWv4zDuyPwRHDgQLITi6nzbYWq8v8+j/K/NoLQeCcFT4d38QoiD5xySf/Lv/AiIs/WtzfH8gjkvZ4/toyQU4/gWc4Lx9blrmSRnmndh/Hifo73NtIE5K2uG89U/IvIg08xxO2fzzoHU45/h/iyX7zuG0cEqgPc084fS+szbfsWdx5m9JC7SROYOzNj/Cnvmb/hlZ5oydd9amz4p/BufEt+wVf+9pT95pm3/+b7E2X+bRF5hnkbLnCfPEBno4v/cU6J//m/b6XJByDidxYa+wx4P4QQLzaIM8+UF7TyBI8oOsFX+PQ7CkLZIOthyHtXuPI0Sw/h7xPfNCxIbYNPOOI1T80D3HHLv7GDgv1OYdRxit5IXuZrljtkyYpMOkvLWuL+mL4pOw3f/iovhhe8QSmxbf10r+pd1HcUnyLllLP4LLvnm7juDSrqO4vPuIIFbS1qcVrkjZKzLvipS5wrQL83YfhpMXYcNlfrjMC991GOHiQywJv8q6eeF/HUT4zkOgvbLzH7AOZl185coV6zNNbr+Gj7pETMrxPWb6hJpQm2Onr0iMCr9mjJKPxBOXEMkyFjFe7ZZY5MseiVMWyd9DmLb2CvZKPNrjxinXF8t8xiyLxBum/xbr5dBlWfayjUnMY/z5W+KRRWLN3wLz9tFK/j4bdyReSXq/9S/B5kms2c88iTs2n/M8HJC8AzLvgJRh3HLsRScmcZ7k/yMwn/YfG5M4P0zKRHBQ8g9KDLLW+qGwaRt3xPfGKfE9eYdoJRYd4jyJPUwzDvkSkRdq44/vvMMSd2x88rFHZT3MO+qJRUdca8sEe+PWUUmzzL8Si+hfHaOOSXxy8yL7FyReReU4Y5MPxyTOHGdMktjEWHRcrMXmB4J5kZB44xuLTki5kzYvUOLUecG19M9J2rGnpExkznnj1Om/z4vPdASnGaOIJ26d8cSrMzYWSaySNP3TnjR9y74zEpfO2rhzRmKRE5vO2DR9xibasxJnrC9x5hxjkk2fljjlgXky77ys45zMO2/907BWYs15yQuUmMR0INOcLzAvkPMkj/kuF/ackrgUQaDEngtS5oLEoyA776TMj4BxyiLlgojEGdpgsSTIE6eCPGnmWRijZB7jTrDEG1ovMs/ryzzGpRCJNaGW4xKrjtmYZNOMUTbuHJe8Y3Di078RVpa5KDD/Ist5uCgxiPnW0vdwSawvFyXOOOmjNg5dsumjNjbRZ8y6LDHIWpl3WWILcWLTEVnmCOjbPJnnxCXJk7jDfCd9GIxDDkc8vmsPy5d8Z77zZZ++fNn/Syxj1F+MUeQgGKcuX74cpc2U8YX1NK2iCqgCqoAqoArEZQUYD134+4UwdvI+Cf5z8869jmPJyhCRKNz+3uveKTvq1EgraR1VgburQHRfW9bmFZG7V32wi1SuBpwetQxHPp6Oixcv2pfW8boh7vXk2vt1XCtXrkTbtm2RLVs2VKxYEcOHD8eZM2cibT5Hjhz2he/Tpk3Db7/9hsGDB6NChQqRymgiGitgnJvUjBErYzTeU901VUAVUAX+kwIGRpYnYnS85wqUK1cO/fr1w9q1a8HvCG+//TYyZ84Md+DvAj4X0KBBA6RJkwb8hzELFixwZ991u3jx4ru+Tl2hKhCdFdi/fz9atWqFatWqwffaqlSpEjZt2oQePXqAzyxF52PQfVMFblcBLa8KqAKqgCqgCsRFBYwxMCYCvheBz6Xzux6fVSd8JwJpUMsfDWsnAoyMwpJlZ9Gu8x6EhV2BDqqAKhCzFDi9dAf+aDwMF0+eh1QBSJAvPdJ+3QBJM6YCr3fC6591AesEwvrBGCPljT1YYxxrEzpRBVQBVSAGKaC7qgqoAvdfgZEjR6JKlSreDbOdmfeGeDPUuecKuPcKuZb3ERH2t5GPvr6ASfMvAfyKJ9/zqj8fgFE9MkIHVUAVUAVigwLZZ3VBQOWnAanfDAwujluGc+3H2HsrWQeyPiRuHela6KAK3GcFeO5xk7S8Z96F5ylZ/lsIWvYPwelz4VJMzmYDTOyXCeWf8ZO0jqqAKnC1ApqOWwrETxWAXGs+R+I8meTADYwxCG4/DoGjf4kU8926lXWtFLTPIdEqqoAqoAqoAqqAKpzHX7MAABAASURBVKAKxBUFxo8fj59//tl7uC1btvT699pZtmyZfa+Ku51HHnnEddWqAqrALSrA/jb32tm9ezd++umnW1wy9hbTI1MFVAFVQBVQBVQBVUAVUAVUgfuvQLz7v0ndoiqgCsRxBfTwVQFVQBVQBeKAAsYYe5TGGPBBVhc+4Er4sCsfeiV5C/jjzdbpkSqtfDXlf6gUun2wCWuXHocOqsDVCvw9dRNWvjfJvqgXcq6YJAlQeHI9+GdJBfe8ouV5RvRh6qsVjEh36NABs2fPRvXq1b2ZW7duxUsvvYSOHTsiJIQvB/fOUkcVeKAK+N4k6t44yodGeFM+mT4/EN2+DISnckDl55NjSI8skDD0QPdbN64KxHEF4uzhJ86ZDnkmtITfk3kcDcKBFINX4OzE5XojvKOITu+DAvxFZgyn92FjuglVQBVQBeK8Alrf+p4C7u835tEn/B3H33C0zLeKcSIwXFlkhiRhf8iJY2DAwYg11pGpHY3kAMaINYA4FgPPn803gKSJEWu5Ot9NGyklPuxgQNcY46asBQyYZYyBd6AryGjnMZ8+OBFktK4zkbmeDCMZRpLgusQxMHBGQyO+ESCDWE6lnOEcsdZwIhgjuQLEh1hJAZApfYE+oSu5nANjDJzBiA/BgIMxYmUEDKwrEwPAyB9HyGAIJ7SCzZe0jNblhD4toU8g64LjgNbIxEAG33ybNDLHOgDnwQCCMQbGGACCWEMrGCOeYPMlDY9PY4yBMxibbYxYyXCm4kA8I9abT99BsmBxkoAt5zXgwKyIfOO4spCMACdGDIz8AZC0jAAMOBixBJIpo2QZizFGsgxk4gDxBWMMjDEAjP2DHcQ3gDEyAQexMkoGR4EJJ98WkaSMMPLHXBI5X3KMA/MtThLwJDgbMhjwj46BuDIaQVwpJyMdgaOTD8k0xgBwMGItkmeMASRNjDEwxohrHAsDCE4WfZuCMxj45gPGjpBMGWngDkzDnc1M8WmYR5gk9IlxJjK1HsAVGDGQCQBjDAxkEEvHyMQiaWMMZwBiDQwgGGNgjAHgYIwRT6AVYAemAWMMOBjjWMCArjFiAdipgR0kC8QmOGG+IKM3nz44EWRkKfvwj1sXsz5m/WxnyMTXl+TtjjGyPI+ZUAvqwjZG+fnuORZRTUaI0B7jyQezZGJHcJ4zAayVDCOOgQycCIZpAxhjYCCDWDqGE5v0emAWUxYpZ4wBbKaBMQIEWsHm27R4kpY5MMbAGYz4EAw4GBhw5IRFjJE0IFliZRSHIzzZsINvPjMkLSPAiSCjdcGFmIBM7GjoSTkjcBQLwBgjAHYivjgAmOdAn0gKuFY+lxFkhDEGzmDEhyAWgDOFDOIZwBiZALBTTiQtIywAmGUn4shoXchA3ybEMeIYyRMDLmcnkmHAP5nBTCNW0s7UOF6kfMmTtDEGcIH4gjEGxhgADpzSN8bAGANnECujZHAUmOAcIz4EsQCcKexgFzWQPAfXYb4FsFnwJKQoCHOt9eYbm2+MWANALMQamRjIIGlj6DkYm28AyTNGLByMMTDGABBcKz5dYyQPYIoTgJ5kGSMTcBArIyTtMcy0SBYgmTLSWB8yXDNfChkpxXnWSjk4CTDtJD2eTz5zjJGpsSUA+jD2D/QFyQQgeeLLFMbIVIAdHN8Y46asBQyYZYwBBwMDjpC0eGI4hTPQFWQEcSYyiwlBRidLlnUcZ56RhBEXnnwDwxSMMTD0xHocpmCMsQBGRiNTD775zJW0FACNMQaAA11jjJMSCztI2gDGyASAkT+O1jMyJXAG1sWE9TJhHU2cuTpVBVQBVUAVUAXirgKMhy6MkYQxk79hwsIuolPP41i6KtQjkMGnXXKgdvU0nrQaVeCuKhAjVpblgwrI3bs+jJEvm7LHZ79bgaMfT4/UT89ryL2uXCtF78m4efNmdOvWDQULFkSpUqXQv39/HDx4MNK20qdPjwYNGmD06NHYuHEj+ML3WrVqIXHixJHKaSIGKBAebneS55VzD5tN6kQVUAVUgVinQLit5Jw6L9YdXDQ+oOTJk4PfEYYNG4a1a9fiu+++s98hAgICvHt96tQpm1+hQgXkypULbdq0wfr1673z/6vTsGFDvPbaazhw4MB/XZUurwrECAVGjBhh/xnTwIEDbV8rdzpDhgz2OztfEvf4448zS1EFYpsCejyqgCqgCqgCqkCcVcAYY9uWjXEs34vA59P5nDqfWSd8JwKpV9MPDWol4iPuolc4liw9jXad9yDsov5eFkF0VAVihAKnl+7AtsbDEHbSeS49Qb70SDesIZJkSAle57zmCesA1gWE9YIxTh3BgzTG0CiqgCqgCsREBXSfVQFV4AEpMGfOHDz99NPerT/xxBM4cuSIN63OvVOA93L4wvuHCO/DI12HXsCk+ZdkB+R3nYzVnw/AyE8ySFpHVUAVUAVijwLZZnZGQOWnnLs+wsMRNnYpzrUb/cDur4w9yuqR3C0FGKu5LlreM+/CWE2WbQpG88+CcfpcuLTNSsCWs3li34woV8KPiymqgCoQVQHNiYMKxEvpj+yrP0PC3Bm8dWVIh3EI/G5RpJjv1rGscymTa+krqoAqoAqoAqqAKqAKxGYF+PtyyJAh3kOsU6eOvV/cm3GPHf4vCHcT9evXd121qoAqcJsK8Pkqd5GZM2e6bly1etyqgCqgCqgCqoAqoAqoAqqAKvAAFIj3ALapm1QFVIE4rYAevCqgCqgCqkBcUcAY56FVYwz4QCvhw6180JXwoVc+AEvyFgzA/9pmQJr0CQApT7o134g1vx6DDqqAq8DeqZuwstkU8Mwi8f0T4dGp9eGfOSXc84mW5xfh+cbzzhgDY4xdjTGOtQmdoFixYpg1axb69OkDvkzYlaRv374oXrw45s+f72apVQUemALuTaG07g2jvg/STZ8XiO6DL8j+yfUtY5UXU2Dop1m9173M0FEVUAUeiAJxe6OJcqRDrvEt4PdUHkDqJiOTM20n4OyE5XojPHS4HwrYR9XCOb0fW9NtqAKqgCoQ1xXQ+vZ6Z8DVv+OuXLlsi1KxT1/3w5ZRqbB5VGr8Lmz+Ng1+9/Dbt2mx6TuSDhvFbvguHRzSY/3o9Fg3OgPWfZcBa7/LaFkjdvXoTHBZJf6qMZmxUlgxJguWW7Ji2RhhbDYsE5aOzY5fLTmwROyScTmwWPhlXE5YxufCIktuLByfGwvG58F8MiEv5gnzx4sV5k54CD+PFybkw0+W/PhxQn7MmVjAQ0H8MNFhtthZkwpi5qRClhmTCmPGZGHSw5g++WFMm/yI5fvJj+L7KY9g6pRHMcVLEUye8hgmTXWYOOVxTCBTnxD7BMaLJeOmPomx5PunMEYY/f3T+I5MKypWmFYM3wqjhJFkenGMmCZML4ERwjfTn8FwMqMkhllK4esZpTB05rMYQjuDlpTGVzNKY/DMMvjS8hwGzSTPi30eA2e9gC8sz2OA2AGzX0D/WS/i89kv4rPZZcWWFVsOn/1QDv1+KI++Qp8fKqCP2N5kTgX0FnrNqYie5MeX8Omcl9BjTiXLJ3Mqo7vwyY9iLVXQ7ccq+PjHqviI/FQNHwpdf6oOy8810MVDZ7Gdfn4ZpOPcmnCohQ5za6H93NpoR+bVQVtLXbQR23p+XVjm1UMrS320nFcfLebXR/P5DTw0FNsQH8xviGYLGuL9BY0s7y14Be8tfAXvLnzV8o7Ydxa+hrcXNsbbixrjLeF/wpuWJnhzkfBLU7whvP7L62hKFr+BJuSXN9HYw2tiX1v8P7xqeQuvLH4LjRa/jYZkyTtoKDRY8i5I/V/fRT3Le6j763uo8+v7Yt9HnaXNUNvyAWot/QA1lzbHy2RZc9Tw0gLVl7W0VBNbdVkrkCrLWqPyctLG2krL24C8tLwtKq5oiwor2lnK065sj/JCuZUdUNbSES+KfXFVR7wgPL+qExw647lVwuouKCOUXt0Vz1o+RKnVH4r/obUlV3+EZ8iaj1HC0g3F13RDsTXdHdZ+gqLC0x6eWtcDT1o+FUt64ol1PfH4+l54zNIbRdb3xqMbeuFRsY9s6I1HNvSxPLyhLwpb+qHQhn4ouOEzD5+jwMbPkN/yOfJtFDb1x0Mb+yPvpgEevkCeTcJvA5FbyCXktAxCjt+E379EDiH774ORjWz+Cll/FzYPQRYh8+ahyOS19L9Gxs1fI8PmYUhPtgxHOss3Yr9B2q0jkGaLIDa1ZSQChrcC61zIwDqZbWpsX6PvIrP+4xhzF3c1oCbUBp7fUOGi2laJUTZOfZvaxio3TjFGkU0SmzZ6cGPUhu/S+8SpjE6MGp0Rq7/L5IlRma1dNTqzjVErJT45cSorlo/NKnEqmydGZYM3To3LbuPUYhujcjgxirHKxqhcnhiVGwsm5PGJU3kwb3xezCWMU5Z8Nk7ZGHWNODVb4tMsG6cK2Rg1U2IUmSHxiTFquidGTWOMEqZ649OjEquKYMrUIk6ckljFGEUmTHnCxqcJEpfcGDVO/GvFqdGMUwJjFIkUpyRWfSMxaoTwDWMUsTGqpBOjGJ9mlsIQYagnTtkYdY04NXCmxCgisemLWc/bWDVA/P6znRj1uSdGfT67nI1T/SROMUb19cQoJ05VQC9PjHLi1EvoyTj1YyUwTjFGOVSBG6ecGFUlSpz68Ko4xRhFbIySWOXEqJoSq2pdM07ZGCVxqs1VcYoxirS4VoyycaqRjVGMVYxT79rY5Map1/COJ065McqJU02cGLWoqTdGeePULxKnhMYSm1x845QToyROLYkap+pLrLpWnKojsaqOjVHNJFZ94MQpiU2R41QLiVdOnGKMquYTo5w41UZilEMliVMvrWiDilHiVHsbo8pLXHLiVEcbq15c2dETozrieRunOuP51Z3xnMSpMjZGdYFvnGK8KiWxqqTlo0hxyolR3VBsbXcPEXHqKYlVV8epJ9b3xOPXjFOMT70lXvWxMeoRiU8PC4UlPjFGERunJCYV3PC5J059LrHqc4lT/fEQ45QnRjE+5WWM2jQQeSQ25Za45I1Tvw+ycSq7jVFfIjtjFGGcErJIbCKZxToMlXg11BOjJE5tGRYpTqXd8g0sEpvSbP0GacQyTqXaOhIJihWUGhd2YD1MWCe79bOdoRNVQBVQBVQBVSAOK+DGRFrGSMJ4yRdMhIZeRKeex/HrqlD5KcNffuH4tEs21KqWJg4rpod+bxWIOWvP8kFF5OrdwLPD4Tjz7TIc+WgaeO0QXkeE15YvngX+s9m7dy/69++PokWL4rHHHkP37t2xY8eOSOsNCAhA9erVMXjwYKxbtw4TJ05E48aNkSaNXsORhIppCc+9qcYYQEbooAqoAqpALFXAaCX3wD/ZrFmzokmTJvY7BL9LDBo0CJUrV460X/v27cOAAQPsd5IiRYqgZ8+e2LNnT6Qyt5uYOnUqDh06BH5vud1ltbwqEJMUWLVqFerVq4e33noL27Zt8+76u+++i61bt+KNN96ADqrTXROjAAAQAElEQVRA7FVAj0wVUAVUAVVAFYjbChgjv3p94PPpfE6dz6vz2XXCdyKQerX80aB2QkDKk6XLzqBdx10IDbsCHVQBVSB6K3B66Z/Y2ngYLp4KhJFdTZA/PdINa4Ak6VOA1zevdcJrn3UAYX1gjIExRpaA10IHVUAVUAVipAK606qAKvAgFWDfTo4cOby7kDlzZs/9X94sde6yAr73B9HnfUOE9xGRrkODMGWh89wrYFDjhQCM7J4eOqgCqoAqEBsVyDqjM5JVLQpjnN+3F8ctw7m23923+ytjo6Z6THdHAcZoron2ypUrcGGsJss2haBl/zCcDeS5K8g5PLlfRpQr4cfFFFVAFbimApoZVxWIn9IfOdcOQOK8mUQCqTNhENJxPAK/XRgp5rt1LeteKai/TSmCogqoAqqAKqAKqAKxXoGvv/4aa9as8R5nq1atvP79cPh/INzt1K9f33XVqgKqwG0qwOc93EVmzJiB7du3u8k4aPWQVQFVQBVQBVQBVUAVUAVUAVXgQSgQ70FsVLepCqgCcVgBPXRVQBVQBVSBOKWAMbzhBzDGwH2wlQ+58oFXwodf3Qdh8xQIwBttMiBN+viA51X/3ZtvxJol/0pax7iuwJ4pG7Hy/Sn21OBrq+P5J8QjU+rCL1MK+J5HPK8IzzP3nDMm4jyM6zpe7/g7dOiA2bNno1q1at4imzdvRsWKFdGpUyeEhoZ689VRBe6nAr43hbo3ivo+SDdtXiC6fXVBdon/liscVV9MjiGfZJG0jqqAKvDAFdAdQOIc6ZB7Qiv4PZlHvt3yGwxwpu14nJuwXG+E1/Pjvijg+Rp8X7alG1EFVAFVIG4r4LQ7xG0Noh79tX7Pef6vMqiYkWnhnAngUkj8a5MQhXI6FBTrJVdCFLyKApIukCsRbkZ+KROZxMifK4J84t+Mh3Inwc3IK2UiSIq8uaOSR/KujR/y5HbILTYKefyQ20Musbny+ONm5JQyEQQgZ57I5JD0jUmG7HlvTjYpE0FyZMsblaySd21SIGtehyxio/BQCmTxIfNDKXEzMkmZCFIh00ORySjpG5MaGR9KjQwkn9jrkF7yHdIgfb5rk07yr01apMvnkFbsdcmfFmmFNPnT4WakljIRpEfq/JFJJenrkwGp8jukFJuyQAZcjxQyL0WBjLgRyWV+VDIheYEIkol/XQpmQjIhoGBm3Ax/KRNBFvgXjIyfpK9PVvgVdEgq1kuhrEh6FUkknaRQNtyIxDI/MtmRuFBkEkn6xuRAwsI3J4GUiSAnEhR2gAxG4Mh6me1qbGOjz7y7Qgxcie/x06cmBJ4fUQYGaVPEu4UYlcAboxirCt6FOJX/JjEq/y3EqHy5bh6jGMPy3iRO5blujErqjVF5ro5REpPc+OTaXJKXS2LQjYiIT/5w/ACxkblZjMqRJ9ltxqnkdxyjGKuixCjGrUgxKsVtxqiUUWJUptuJUbcUp9JcN0alv4UYle56MUpiE+MTSSN+GolBNyMiRqWLEqNS3zBGpY8co+5JnMoUKUYxXl03RjF+3WKMYgzzvwtxyhuf3FglMenBxCmJT4UEiUE3i1XXilGMVZDBCBxZDxPWy0z7cq083/nqqwKqgCqgCqgCsVEBxj8XxkjC33R8gWFIaBg69T6BpWvCwJ8xxhj06poDtaqmiY1S6DFFFwVi2H5kblYBufs2lL024N/50Stw9KNp4DVEeD0R9zpzrSxwR+OxY8cwfPhwvPDCC8iTJw/atm2L9evXR1oX72UsX748+vbti9WrV4Mva2nWrBl8X+oeaQFNxEAFnPtCeD7BcWPgMeguqwKqgCpwcwV4t+7NS2mJ+6VAwYIF0bx5c/z444/2RXQ9evRAqVKlIm1+y5Yt6Nq1K/LmzYsyZcpg6NChOHXqVKQyt5Lg9yeW+/XXX/HWW2/RVVSBWKXAuXPn0L17d1StWhVTp071HlvRokWxcOFCe+2kS5fOm6+OKhArFdCDUgVUAVVAFVAFVAEYI63KPrBtl8+r87l1PstO+F4EUq9WABrUTgiEy69lYenyM2jfaTdCQ6+okqqAKhBNFTj165/Y8uowXDwVaJvyE+RPjwzDGyJJuhTgdc1rnPCa57VPWA8Y49QNPCxjDI2iCqgCqkDMVUD3XBVQBR64Avv27UOyZMm8+5EyZUqvr87dVYD3cPjC/i7C+4dI5yEXMGnBRflZF25/29V4wR8ju6e/uzuha1MFVAFVIJopkGV6J/hXKWp/F0urFi6OW4bzbb+7Z/dXRrPD192JhgowVnO3aK9cuQIXxmqydGMImn8egjPnJV57ztwp/TKgbHE/LqaoAqrA9RTQ/DitQLwUfsi+uj8S5skoOkj9KWNox/G48O1CXLx40cZ9/jZy61zWwVLQ+W1ER1EFVAFVQBVQBVQBVSAWKsBnQAcPHuw9snfeeQclSpTwpu+18/fff2Pv3r3ezbz00kteXx1VQBW4PQUKFCjg/V8qbD+aM2fO7a0gNpXWY1EFVAFVQBVQBVQBVUAVUAVUgQeiQLwHslXdqCqgCsRZBfTAVQFVQBVQBeKeAsY4D7EaY+A+4MqHXfngK+FDsO4DsXkKBOD11umRLmNCAAbGGPRo+RtWL/4XOsRdBfZM3ohVH3wPOSEEIL5/IjwyuS78MjoPU7vnD88lnlM8v9xzzRgDDsY4lr5ybQWKFy+O2bNno3fv3kibNq23UJ8+fcB58+fP9+apowrcDwV8bwZ1bxDlzaLsVCXfzwtE9yFBUjXw+jao9mJyDPkky/3YNd2GKqAK3IICWsRRIFH2tMg9sRX8n37IZhhjcLbdBJwdv8zeBM/6jHWbW8/51n12AZ2oAv9BgfD/sKwuqgqoAqqAKnA7CmiNez21+N3Ghd936LMsFQu3D1gzpagCqoAqoArcSwVY53L9rIOvxs2nvVNi6nJXa8E4hXBXrZh6VLrfqoAqoArEXAVYD19dNzMdc49I91wVUAVUAVVAFbhzBRgDXRgjCfsT2a8YHBKGTr1OYenqULsB/ozp1TUbalZJbdM6UQXulQIxcb2Z3q+AnH0bSku0tEbLxXLuu2X496PvI/XT89pyrzfX3uqxBgUFYeLEiahevToyZMgAvvBlyZIlURYvVaoUPv74Y6xcuRK8/659+/Z4+OGHo5TTjNigAO9hg3Mvm+NCB1VAFVAFYqMCBgYwAnSIbgoUK1YMXbt2xfLly7FgwQK0a9cOjz76aKTdXLZsGd5//32kSZMGNWrUwOTJkyPNv16iYsWKkWaNGDEC/fr1i5SnCVUgJiswbdo0VK5cGd26dcOpU6fsofDZJD5Ls3btWpQtW9bm6UQViO0K6PGpAqqAKqAKqAKqgKOAMUZ++kbA59X53Dq/I/I5dsLn2kndmgFoWDcxZAFwWLb8DNp32o3Q0CtMKqqAKhCNFDi1ZDu2vDYMl84EQa5wJMyfHumHNUDitMnB65nXNuG1zmue8Po3RkoLPBRjDI2iCqgCqkCMVkB3XhVQBaKHAm5bNPfm3LlzyJs3L13lLirg3gvkWt4nRHgfHuk05AKmLrpivxsamb78YgBGdkt/F/dAV6UKqAKqQPRVIMv0TkhWvZjUfgYywcXxy3C+zbd37f5K6KAK3KICjNMsSst75l0Yq8mvG4LRYkAYzl7guSrICTv1s4woW9yPiymqgCpwAwV0lioQL4UfcqwdgEQPZYFt2pZJaKfxCPp2ES5evGjjPn8juXUv62Kq5lr6iiqgCqgCqoAqoAqoArFJga+//hq7du2yh5QsWTK0atXK+vdr8uOPP3o3VbRoUXufgjdDHVVAFbhtBWrVquVdZsaMGV4/rjl6vKqAKqAKqAKqgCqgCqgCqoAq8GAUiPdgNqtbVQVUgTiqgB62KqAKqAKqQBxVwBjeNAkYY+A+6MqHXvkALOHDsO6DsXkKJEPT1umRNkN88OYf8mnLjVi9+F/oEPcU2D15I1Z88L2cC3Ls4eGI55cQj06pA/+MKWwnJc8dF55TxD3HjIk472RpHW9RgY4dO2LOnDmoUqWKd4nff/8dfHFf586dERrqvETcO1MdVeAeKMC6n6uldW8M5U2ivCmfTJ0biO5DgqRuCLdUK5sMQz7JwkUUVUAViB4K6F74KJAwW1rknNASfk/ntXUW67Zz7cbj7Lil9iZ41mus49z6jvO5uGvpK6rA7SrAb8IG5nYX0/KqgCqgCqgCd6SA1rdXy3b19ximXViWihmNU5RCUQVUAVXgHisQUdu69TDtXdxojF8V9SD8TQ5Pn0KMPyg9AFVAFVAFYooCJvKOsj52iTxHU6qAKqAKqAKqQNxRwI2FtPydQtiPyP7E4OAwdOp9CsvWRty30/ejbKhZOXXcEUiP9EEpEGO3m/n9Csj12avyk9+Af+e/W4F/P5waqZ+e1xivOV9udMA//PADGjVqhOTJk1vL9NXln3zySbRv3x4LFy7E8uXL0a1bNxQvXvzqYpqObQqEh9sj4rkEx7VpnagCqoAqENsUCGcl56nzYtuxxabjKVeuHPr162e/i0ybNg1vv/02cubMCd9h9uzZaNCgAfjyutdffx0LFizwnR3Jnz9/fqQ0Ex06dMDMmTPpKqpAjFVg+/bt9vqoU6cOVqxY4T2OunXrgvN4nnsz1VEFYr8CeoSqgCqgCqgCqoAq4KOAMdKq7AOfW+fz6+47EfhcO9+LQGq/7I8GdRLZpfmTedny02jXcRdCQq7YPJ2oAqrAg1fg5OLt2PzaMFw6E8TWLcTPnw7ph9VHkrTJI72vgtc4r3XC694Ypy7gERhjaBRVQBVQBWK6Arr/qoAqEE0U4PeOQ4cOefdmz549KFWqlDetzn9TgPdu+ML7gwjvwyOdhgRhysLL9t0f3NLLL/pjZLf0dBVVQBVQBeKMApm/7wT/asVgfyiHAxfHL8P5VqP+0/2VcUY8PdC7ogBjNVdEy3vmiW+8/nVjCD7oH4Yz5+UElYZXlvv+s/R4sVhSLqaoAqrAjRXQuaqAVSBecj9kW/05EuTNJDE/XH4DAaGdxiNo5AJcvHjRxn3WvayDCetaLuha+ooqoAqoAqqAKqAKqAKxQYGdO3di8ODB3kP54IMPkC9fPm/6fjh8fsPdTv369V1XrSqgCtyhAnzOO2vWrHbpdevWYd68edaPYxM9XFVAFVAFVAFVQBVQBVQBVUAVeEAKxHtA29XNqgKqQJxUQA9aFVAFVAFVIC4rYIzzUKsxBu4Dr3z4lQ+kEPdhd9rc+ZPh9bYZkS5TQhjD5Qx6ttyE1b/8Cx3ijgK7J23EqubT5ByAJX5AIjw2tS78M6SI9DA1zxmeS8Q9t4zhecPlHAsdbksBvnB4zpw56N27N9KkSeNdlulnnnnmhi/48xZWRxW4QwXcmz5peTMo4c2hfIiOTJ17AZ8MDYbhn1zrNcolx5DuWe5wa7qYKqAK3BsFdK1XK5AoW1rkmtga/sXywRgDmeB8h4k4N26pvQme9Rvr7/uO5AAAEABJREFUOtZ5hHUgZHCtuDqqArelQLiU1vNHRNBRFVAFVIH7ogBr3fuyoViwEUcrTsPtGwFiwSHpIagCqoAqEK0ViFzb8jeCy93Z7dixFmpijyScEQoSoRxr83SiCqgCqoAqcO8UkOpWRrt+1sXEJnSiCqgCqoAqoArEUQUYC13YX0jYf8h+xODgMHTofQpL14TaF27x50u/j7Lh5Uqp46haetj3V4GYvbVM75VHjr6N7O99tpSc+245jnWdGqmfnteae/251veolyxZgnfeeQepUqVC9erVMXHiRHAZ3zIFCxZEs2bNMGvWLKxZswZ9+/ZF2bJlfYuoH9sV4L0gcozG8J4QcXRUBVQBVSCWKmBgYumRxc7DSp48OWrVqoVhw4Zh+fLl+O6779CwYUOkTh3xWyIwMNDmV6hQAVmyZEGbNm2wfv36WxKkcePG2LZt2y2V1UKqQHRT4Msvv0TVqlXxzTffwB3y5MmDSZMmYcqUKXjooYfcbLWqQBxRQA9TFVAFVAFVQBVQBa5WwBgDYyLg8+t8jt19JwKfbU+UKJF93r1OzQA0rJdYykMwWLHiDDp02oXg4MvQQRVQBR6sAid/+QNbG3+Dy+dC7PWZsGAGZBzeAEnTRn5fBa9tXuOE17sxzvXPvTfG0CiqgCqgCsQCBfQQVAFVIDopkDlzZmzatMm7SytXrkTt2rW9aXXuTAH33h/X8h4fwvvwSMevgjBl0RX73dAYg5ov+mPkx+nubGO6lCqgCqgCMVyBzNM6IaBGcUB+9kqViEuTliOw9ajbur8SOqgCd6AA4zQXo+U984TxmvAfUi/ZEIIPPg/D+SCA5yYn0z/PgBeL+UEHVUAVuBUFtIwqEKFAvOR+yL72CyTKlwUS8sFJWJcJCB61EKxz+TuJ9S/rYsK6GTK4VlwdVQFVQBVQBVQBVUAViPEKDB06FCdPnrTHkSNHDrRu3dr692sSGhqKX375xbu5l19+2eurowqoAnemAO/vqVmzpnfh2bNne/244+iRqgKqgCqgCqgCqoAqoAqoAqrAg1Ig3oPasG5XFVAF4qACesiqgCqgCqgCcV4BY+wtPzDGwH3wlY3kfCCWuA+70+bKF4CmrTMgTcb4APjq/3D0bLUBqxYdlbSOsV2B3ZM2YkWLafaT5yR+QCIUmVIbfumT25ch8Bxx4TlE3HPKmIjzLLbrdK+Pr2PHjpgzZw4qV67s3RQfHuML/jp37oywsDBvvjqqwN1QwL3Zk5Y3gRLeFMqbQ8nknwPRfWgQOJ/UKJcMX3XLfDc2retQBVSBu6mAruuaCiTMmgY5J7aCX7GHvPXYufYTcG7sr5EefmPdR1jPcUWupa+oArejgOdr8e0somVVAVVAFVAFVIF7pgC/0/Afk3EDbLkxMHQVVUAVUAVUgXuswPVqW6deZt/Lf9iBWLQo9YDnR5SBiUVHpoeiCqgCqkD0VkBr3Oj9+ejeqQKqgCqgCtw/BfibxIX9hMS9VyIoKAwdep/G8nUR9+j075YdNV5Kdf92ULcUtxWIBUef6f0KyPnZa/ZIjDE4P2Y5jnWZEqmfntecex3Srlu3Dm3btkW2bNnwwgsvYPjw4Thz5oxdhzvhy17eeOMNTJw4EatWrcLgwYNRvXp18F5Yt4zaOKSApxOE5w/veY1DR66HqgqoAnFMgXCt5GLsJ541a1Y0adIEEyZMwIoVKzBo0CBUqVIl0neXw4cPY8CAAShatCgeeeQR9OzZE0WKFLnuMZ8/fx6NGzdGSEjIdcvoDFUguimwaNEiVK1aFS1atMDevXvhDu3atcO2bdtQv359N0utKhC3FNCjVQVUAVVAFVAFVIFrKmCMgTER8Dl2Ps/OdmD3GfdEiRLZ595r1QhAw3qJnWfG5Pfz8hWn0aHTLgQHX7nmujVTFVAF7r0CJxb9gc2Nv8HFc85z6QkKZkDGYfWRJE3k91Xwmua1TXidG+Nc99xDYwyNogqoAqpA7FBAj0IVUAWinQKPP/445s6d692v6dOno1mzZt60OrenAO/Z8IX3AxG+r4i0HxyEKb9clpVKr2d4OGq+6IeRH6eTtI6qgCqgCsRdBTJ93wn+NUpIm5ZoEA5cnLAM51uOvOH9laxrpbSOqsAdKeCeP7S8Z54wXhP+I+olG0PRrH8YpDnHnpdyWmL65+nxQtGkd7S92LBQYGAg3n77bdSoUQMnTpzwHtLYsWPx1FNP3TLLli2zy9JyuW7dutn09Sbu+mmvV8bNd9d5K2XdZdT+NwX4+fEe9z///DPqiq7KCQoKwrvvvhvpHOJyXJ7ruar4PUleuHAB3333HU6dOuVdv543XinuuRMvWVJkXTMACR7KbF/tzbo1tPN4BI+YD9a9/L3Eeph1MmEdzZ1yLX1FFVAFVAFVQBVQBVSBmKrA6tWr7XOf7v43b94cadKkcZP3xS5cuNC7HW47Z86c3rQ6qoAqcOcK1KtXz7vwjBkzcOjQIW86Tjh6kKqAKqAKqAKqgCqgCqgCqoAq8MAUiPfAtqwbVgVUgTingB6wKqAKqAKqgCpABYxxHnI1xoAPwBI+DMsHYwkfeOfD7rS58ifD620yIW2mBACM/evTehNWLTwCHWKvArsmbsSKltPl84YlfvJEKDKlNvzTp7AvQeC54cJzh/A8MkbOEQEyGGNkquPdUKBEiRL48ccf0atXL6ROndq7yt69e+OZZ57BggULvHnqqAL/RQH3Jk9a3vxJeDMobwolU36+gE++DrabMMagZoXk+OrjzDatE1VAFYheCujeXF+BhFnSIMeEVvAvnl++5zjfV853mIizY5ZEeviNdSBhnci1uZa+ogrcqgLhfNLiVgtrOVVAFVAFVAFV4B4pwO8xxHf1DFHh4NQ3V31VQBVQBVSBe6GAb217dX38X7cX05enHsQ9jvAr7ouWfVVz56pVBVQBVUAVuBcKuDWuWx+79l5sS9epCqgCqoAqoApEVwUY/1zYP0jceyWCgi+ifZ/TWLo21L7AkMcwoFs2VK+Ykq6iCtwXBWLLRjK+Vx45PnsV9mKSL6LnxyzH8S5TIvXTb9++Hd27d0fhwoVRrFgx9O/fHwcPHowkQfr06dGgQQOMHDkSK1assJbplClTRiqniTiogHHuATFGrIxxUAE9ZFVAFYgjChgYOVIiRscYq0DBggXBF9fNmTPHfqfp0aMHSpcuHel4tm3bhq5du2LLli2R8q9ObNq0CY0bN746W9OqQLRT4PDhw+jYsSOqVq1qn49xd5AvM1+1ahX69euHJEmSuNlqVYE4p4AesCqgCqgCqoAqoApcXwFjDIyJgM+z87l2950IfN6d70UgNWsEoGH9JJDSlpUrz6BDx78QFMR/MHn9begcVUAVuPsKHF+4DVuafINL50Nk5QaJCmVExmH1kSR1skjvq+C1zGua8Po2Rq5gQRaCMYZGUQVUAVUg1iigB6IKqALRU4GKFStizJgx3p0bMmQI2HfjzVDnlhRw78Gjde/Bc+/D4zuL2n8VjO8XX5F18TueQe2y/hj5UTpJ66gKqAKqgCqQaWpHBNR8BpAqUkZcmbQcF1qOjHR/JetU1q+sZ12ggypwmwrw3OEitDyfCM8twn9AvXhDKD7ofxGBQeDpCGMMZvbPgBeeToq4OlCrcePGYePGjVEk8Pf3R5YsWSKRIkUKW4726nl6T4SVJk5MottBBgcHo3379pg9ezZ43Ue3/Ysr+xMvWVJkWzcQifJnAeM9Ces6EcEj5oN1MH83sT7mZ+RCbVgP0SqqgCqgCqgCqoAqoArEVAWGDh0K9zvN448/jtatW9/3Q5k1a5Z3m/Xr1/f66qgCqsB/U4D/H6VUqVJ2JceOHcPPP/9s/bgy0eNUBVQBVUAVUAVUAVVAFVAFVIEHp0C8B7dp3bIqoArEMQX0cFUBVUAVUAVUAa8CxvB2H8AYY+HDsHwolg/IEt+H3XPmC0DTtpmRNlN821HGzrLerTdi1cKj0CH2KbBr4kasaDkd/B9w4XJ48ZMlwuOT68A/XfJID1PzHOE5Q3j+GOOcS7KIPadolburQKdOneyLzipVquRdMW8IrlChArp06YKwsDBvvjqqwO0qwLqdy9C6N33yJlDeDEom/RSI7l8Hs4ilZvlkGPxRJuvrRBVQBaKdArpDN1EgYZY0yDGxNfyK5/OUDEdgh4k4N2ZJpIff3PqQdSMLupa+ogr4KmCM8U1anznGcGqTOlEFVAFVQBW4pwpE1LfGGG2XuAWtjZQxMDLVURVQBVQBVeDeKmDuZW17b3f9Qaxd4rizWeMYnaoCqoAqoArcWwWkupXRuw1t//RKcVOHWinh3vtHVAvVQs+BiHPgphWIFoh2Cviev27foHuvxIWgi2jX6xSWr78IY4wAfNE9G6pVSBntjkN3KFYrEKsOLuN7FZCjf2PAcDQIHLMc+1qMwqBBg/Dss8+iSJEi9gXqO3bsgO8QEBCA6tWrY/DgwVi6dCkmTpyIN954A1mzZvUtpn4cVcAYA2MM5AuqVYB1O+9/tQmdqAKqgCoQCxWQXyByVLzLX4yOt6UAY0R0pGjRovZZgF9//RXz589Hu3bt8Nhjj93WsU2dOhVdu3aVcChnSLgSHT/nuL5P/MdJVatWRd++fRESwn/8CPBl9/yOv2jRIhQvXlzP3/t07d5W5aKF76cCui1VQBVQBVQBVUAVuIkCxhjbDmiMY/lcO59vd9+JwGfeEyVKZJ+Dr1kjAA0bJJFmQuf386pVZ9Cx018ICrp8k63obFVAFbhbChxfsA2bG4/ApfP8DRiOhIUyINPw+kiSKsBep7xmCa9hwuuZ17UxzjXO/TDG0CiqgCqgCsQmBfRYVAFVIBor8Nprr6Ffv37ePfzoo48wYsQIb1qdGyvg2w9y9X14/EeW7b8KxtRfLntWEo46Zf0w8qN0nrQaVUAVUAVUASqQcUpHBNQsKW1asFyauAwXWo685j8E9q13uayiCtyKAjxvWI7WN17z3nnG61/Wh6LZgIs4HxRuz0G2rs7qnx7PP5WEi8VZ1q1bh/Hjx1/z+GvVqmX/oTr/qbpL48aNbVlaN8+1vEfIztRJbFfglo6vYMGCWLx4Mbp163ZL5f9LIfe6v3odpUuXxoYNG8DfQ1fP0/S9USBeQBJkWTMACfJlsXUtwsMR1mUCgofPixLz3c+NltybPdK1qgKqgCqgCqgCqoAqcG8V+OmnnyL9pmrRosW93eB11j5r1izvnAYNGnh9dVQBVeC/K8D2EXctM2bMcN24YPUYVQFVQBVQBVQBVUAVUAVUAVXgASoQ7wFuWzetCqgCcUoBPVhVQBVQBVQBVSCyAsY4D70aY+xD73wolg/H8iFZwodmCR94z/lQAJq0zYT0WRJBCkOWQN82G7Fq4RHoEHsU+GviBqxoNQPyAVsSpkiMx6fUhl+6ZJEepuZ5wXOF8LwxRs4IATIYY2Sq471SoESJEmDHda9evZAqVSrvZpguVaoUFoV+UvcAABAASURBVC5c6M1TRxW4VQXcmzppfW/Mv3Tpkv1H2BN/CsQnw0PBusHIpHbF5Bj8USbooAqoAtFVAd2vW1EgYebUyDGpDfyfKSDFDaR6Q2DHiTg3erGt+1gH8gElt15kHQkZXCuujqoAjJFzx6ODMcamjTE2hw+y6flipdCJKqAKqAL3QQHWupE3Y4yx9XLkXE05j/w703DncUAVRRVQBVQBVeCeKnAva9t7uuMPZuXhTkxX1R6M/LpVVUAViIMKSLUrYxw88Ns/ZLbzKRKhJVarDqqDngO3fw7cfq2jS9wvBXzPZ7dPkP2D7CcMvBCGdr1PY/n6MGlMcz73gd2zolr5lPdr93Q7qoBHgdhnMrxbHjn6N5YWarm25PDCp21CYI/Z2LRpk6QiRt6XWK5cOfTp0wdLliwBX7LSrFkzFCjAPv6IcuqpAl4FpG+IvjEGkBE6qAKqgCoQSxUwPpWcMZLygYdsjKFRRAHf7/wxxS9btqz3+8/333+P5MmT41aHnj17YsyYMYgpx6r7Kd+H40B72/r16+1Lwps0aRLpOz/Tf/zxB9577z09Zx/weXCrdYyWu9cK6PpVAVVAFVAFVAFV4FYUMMbAmAjYjszn3K9+JwLfi/By9QA0ahDxj6lWrTqDjh3/QlCQ+w8nb2WLWkYVUAXuRIHjC7Zhc5MRuBzE59INEhfOhMzD6yNxyoBI76vgtUt4LRNjjL3GuU1jDI2iCqgCqkAsU0APRxVQBaK7Au3atUObNm28u/nWW29hzpw53rQ611bAt8/n6vvwLl68iHZfhWLq4iuysHzHk+95dcr6Y8SHaSWtoyqgCqgCqsDVCmSY3AHJapeC1JiA1JmXJy1DcMuRUf4hMOtb3/oXOqgCN1GA5wuL0PL8IbxvnjBe/7IhDB8MvIzAYCkl5x7PwdkD0uO5pyLaWGVOnBtPnTqFQYMGIV++fOA/a49zAugB36ECupgqcGMF4gUkRbZ1A5Eof1ZAKlypdnHxw4kIGT4vSsxnve0LdFAFVAFVQBVQBVQBVSCGKTBkyBDvHvNZicaNG3vT98vZsmULTp486d1cyZIlvb46qoAq8N8VaNiwIfz9/e2K5s2bhzVr1lg/9k/0CFUBVUAVUAVUAVVAFVAFVAFV4EEqEO9Bbly3rQqoAnFIAT1UVUAVUAVUAVXgGgoYY2yuMQbGGPDh2Ksfdk+YMKF9mDbnQ8nQuG0mpM+S0Hn5ang4+rbeiJULDkOHmK/AXxM3YkWrmfLZyrGEAwlTJMbjk2vDL20y+/knlPPAhecI4flijHPuyFL2HKJV7r0CnTp1wo8//oiXXnrJuzG+HK18+fLo0qWLvXnPO0MdVeAGCvCmTs6m5U35hDfl84X2ZOJPF/DJsFD7QntWELUrJsOXXTNyEUUVUAWiqwK6X7esQIJMqZBtQiv4lcgv9ZwsJt9vAztOxLlvfwHrQMI6kXUjYV0ppezLRmkVVYAKGGNoLMaYSN+JJYnH3zqNJ/53Gk+KffJ/p/CU5SSe/h85gaL/E948gWJvHrcUF1v8zWMoQd74F88IJd84ClJKbKk3juDZ14+gtOUwyrxODuG514WmB/G8hxea/gPyotgXmx5AWdJkP8oJ5S37UKEJ+RsVGzu81HgvKln2oHJj4bU9qPLabktVsVVf24Vq5NW/UP014dWdqCG8bNmBmq861HrlT5Dar2wHqfPKH6hLGv2Beo22WeqLrd9oKxqQhlvQ0LIZjRo6vCL21Qa/g7zW4DeQxg02gTQR27TBRjStvxGvWzbgjfpkPd6sL9Rbh/95eKveWpC3xb5ddw3eEd6tuxrkvbqrQN6vswrNxG9WZyU+sKxA8zpkOVrUEWovR8vayyytxLaqvRStSa1f0UZoW2sJSDux7WotRvuai9HB8gs61iSL0Kmm8PJCdPbQ5eUFIF3Fdn15Pj4kNebhI+Fjy1x0q+HQvfrPIJ9U/wk9LD/i0+pCtR/Rs9ocSy+xvar9gN6k6mz0qSZUnYW+HvpVnYnPqghiP68yA6R/lekgA8R+UWUavqg8DQMrf28ZJHZQ5an4klSagsEevqo0GWSI2CEvTcJQ4euXJoIMe2kCyHCx37w0Ht9UHI8RlnEYWZGMxaiKQoUx+NbDdxVGg4wWO7r8dxgjjC3/Lci48qNAxpcbhQniTyg3EhMtIzCpHPkGk8sJZb/BlLLDLVPFTi07DN+TF7/GNGH6i0NBZoid8eIQzHzBYdYLX2G2ZTB+eEF4/kvM8fCj2B+fH4SfLAPx8/PCc19grod5zw3AfA8LyvQHWVjmc5BFZT7DL6T0Z1hcup9lidglpfviV/JsHywtLTzbG8s8LH+2F5aX6oUVYleW6gmyqtSnIKvFrinVA2tK9sDakp9Y1oldV7I71pNnumGDh43PfAyySeymEh/hN+H3Eh+CbC7RFWSL2K0lumBr8S7YZumMP4qTTtheXCjWEX962FGsA8hOsTuLtsdfwq6i7UB2i91dtC32PN0We8XufboN/ra0xr6nSSvsf1p4qhUOPNXS8o/Yf55qgYPkyeY4JBx+8gOQI2KPPNkMR59w+PeJ93HM8h6OPyE8/i5OeDgp9uTj7+CU5W2cfuIdAAbu4LZVuGm1VyvgaMWp8dHt6lKaVgVUAVVAFbh7Cpi7t6rIa4qNKf6IkuMyGqNEBR1VAVVAFbg/Cpj7s5kYuxW2CV+N21Z8db6mw23bueqgOsT1c4B1BHF1YAXo6zOtRA8F3M+Flp8ZYb8g+wfPB4ahXZ8zWLEhTHbWiZZf9siGquVSSlpHVeA+KxBLN5f+nfLIMaCJ0wIgl1m9BA+hQ8In7dGWKFECnTt3xqJFi/Dzzz+jbdu2eOKJJ+x3DVtAJ6qAjwLGGBjj4Nz4IdPwcNTtfg5PSN88eVL65slTb56UfvoTeFr654tKvzwpJrb4G8dASkjf/DOWoygpffMlpU++lOWw9NEflj56cghlmrJvnrj98/84ffNNDuBFoaz0x7NfvlyTfShPpD++goeK0h/PfnlSSfrjK1t22z75KtIXzz75qtIfX02oLv3wpIb0w79MXtmBmtIXTyL1x0s/fB2hrvTBO/3xW1Ff+uHrSx98A6GhZbPti3+l4e94xdMP/6qnH/416X9vLDSRvnfSVPreX7esl354od56vOnpf/+f9Lu/VXctfPvf3/H0v78r/e5O//tKvC/97s2kz/0DUlv63qXPvbnQQvrbSUuxrWotBWktfe7sd28j/e3sd28rfe3thPbS1046iO0g/e0dX16ETtLfTjqL7Sx97V2ErjXmg3wo/ezsb/9I+tk/JtXnopv0tZPu0s/O/nbSo9qP+NQyx/a195Q+dtvXXnU2egt9qs4CYV87+9n7sZ9d+tg/Ez4X+kv/Ohkg/evsY/9C+tadfvapYB/7IOlb/1Jw+tgn46uXJmNIpUlw+9eHXt2/Ln3qw4VvpE99BKkwFiM9jPL0q38r/enflR8N3371MZ5+9bHSnz5OGC996WSC9KVPJGWlT1360icJk6Uf3dun/uIwTBW+l7509qdPk3706UT60WcIM1/4SvrUv4LTnz4Ys593+tJ/kD50pz99EGxf+nMD8ZPws6cPfa70n88j0n8+X2Af+gJPH/rCMp9hkfSf/2LpZ/vQF0vfue1Dl/7zX4Wlnr7zZdJn7u0/l77zFcJK6TNn3zlZLf3m7DtfI33mtv/8me6wfefSZ75e2CB95cTpN/8ITr/5h9J37uk3Ly795sIW6Stnn/lW6SvfRop1kn5zQfrKtwtOn3kH7CjaAewrJ39Jf/lf0k++S9gt/eRkj/SRk73SR/43kf7xfR72P9XS9pMfkP7xf56UfnKL009+SPrH2U9+WPrHjwhHpW+c/Ct948fI4+/huPSLE6ef/B3YPvLH3sYpIZw383rqQmOMrQc9yUi+mxcXLb/n+8Lv+8Q3L7r7yZIlw8svv4xz587d1kfYtGlTrFy50n53iu7HqPsnV3N47OXChQvo06cPqlevjvHjx3vP40cffRSzZ8/GyJEjkTFjRj1XH8A5cL360PshqfNgFNCtqgKqgCqgCqgCqsAtK2CM81vYGMfy3nE+754gQQK4z8AnSpQIpEb1ZGhQP7H8kg6XhkNg9aoz6NBhJy5cuHzL29OCqoAqcHsKHJ+/Db81/gaXLoTKdReOhIUyINPw+kicwt9el+51ymuW8BomxjjXNLdmjKFRVAFVQBWIfQroEakCqkCMUODzzz/HK6+84t3XatWqge9z8maoE0kB3/4etj+Ty5cv23d1XLx4Ee2+CsXUxZelP4CLhaNuWT+M/DAtE4oqoAqoAqrAdRRIP6kD/GqVlLqT/cnApUnLENTiG/tOQd7nzHqW9S3xrYevszrNVgXsuUQZeL7wvCE8jwjj9aL1oXi//0UEBjntqNKgitkD0uO5J5NwsTgL9fnmm29w4sQJfPDBBwgICIgRWvBz5vdX/vO9okWLomTJkmjVqhUOHDiAqwfe2zF48GBUqlQJTz31lIU+8zjPt3xoqHyvmzoV/H7Mslw3722aKnmc51v2Wn63bt1Qo0YNHDp0CNSV70vlemi/+uorBAUFRVmM2vfr1w8vvvii3Tf3WPbu3Rul7LUy/vzzT7zwwgsYO3YsNm3aBFeT0qVLo2vXrvj333/hOyxbtsxuh+V98+nfaF5wcDAGDBgArpe61K1bFwsXLgSvNS57Pdz9oza+ZajFuHHjvFrf6Lh5DD179vRqxO1f/blwO1WqVLG/aw4ePIiKFSvaz4L6Xu+4+PmPGjXKe24UK1YMb7zxhtWR55i7v9zXd999F+To0aPo3bu31YGfLc8Vnh+MXW55tREKGP8kyLz2CyTMn1Xa0pkfjosfTkDIsLlRYj4194WlFVVAFVAFVAFVQBVQBWKCAryHfO7cud5dbdGihde/n86cOXO8m/P9Xw7eTHVUAVXgPymQPn161KxZ07sO32vOmxkbHT0mVUAVUAVUAVVAFVAFVAFVQBV4oArEe6Bb142rAqpAnFFAD1QVUAVUAVVAFbieAsY4D8EaY+xL3/iQLB92J+5DtLR82D1H3gA0bpsJ6bMksmW5zs/abMLK+YfpKjFUgZ0TNmBF65l2741ME6ZMgscn1YRfmgD7MDU/e8LzgOcF4XlijPGeB8YYWVLH+6nAM888Y19yzBsvU6RI4d10r1698Oyzz9qbP72Z6qgC11CAN3Mym5Y3ChPedM6bZcmEHy/gk+Ehcp1LKbnE67yUDF92zSgJHVUBVSA6K6D7dnsKJMyUGtkntYF/yYJghSfVHS50mYTz3/4S5UZ41pOsMyGDa8XVURWQU8d44fdkV5Ldhy5j855LwkVs3i3scdhCX6C17AnDFpm3ZbdYYasvMo/pbTYvFI4Nw9bdoR7fsds8ado/xLfsCsUfu0IE2lBsl3zCvO2eebTbd4fgT2G7lPXlz13B+FPyHEvfYYfk7/grGNaK/+euIMf/Kwg7hR3hTl3lAAAQAElEQVSS3insEJ9pL7sugPk7/xIr/OUi+X8RT3qX2F1/BYLzaXd50rS7JX/XzkAQ6/91HrQWyd+98zz2SBkLfcnbY+157JWye4ik9wrMp9371zns3RmVv3ecg2XnWfwt8/+29iz27fAg6X0C82n37TiD/Zy38wz2EUk7eWckX5C8/WTHaZs+INbhDCLb0/iH8/4U++cpO++fHadsnrU2X+Z58g5KmYPiWyv+IY9/iL7lJKy/g9bh8J8R9vD2E2D68J++9gSOMF84IvkOx0F7dPtxWP4UKxxhWizz/qW//Zgz39pjYN6/4v8r8/71scfEt/xxDMe2/ytE2OOcJ/nH/2C+IJb+cSlnrZsWe+KPozjhtfQdTko+OeHabUfA9Mk/juCUQEtOMV9gnsNhmX8Yp7cdximB1ssfh3Fm2yHhsMynPSTWzXPSZ2QZp4yTPivlz247iLNbD8FaprcexDmx5yT/HH2Z5/Ul77zA/PN23j9w/H/A9PmttBEEStrhACLsAVzY6hDo2i2StuzHBdqtYoWgLWIFWgvzyJZ9YDpYbGT2w02HuPM2/w3Hd2zIFrGb9yFE8kPFD5VyofQ374Vj/0aY5BOmwzzzaMO27MVFIUzK+nJR0g57cHFzBJd+3wPieZrNVr/GRNTJNkMn11QgXHLD+fS1WB1VAVVAFVAF7q0CrHPvxRZi5TrDVa1Y+bnqQakCqoAqEAMVYPvv1bB9mP1orqWvXIZqoBroORD5HGAd4eJbj7AqZJpWefAK8LNwcT8vnsu8T+J84EW07XMGy9eHwfmJEo6vemRD1bIR9+U8+CPQPYhLCsTmY03/Tnlk+6KJ08QvTQJ14+fF4sodwZc7dOjQAXxR4OXLl+ValNZsuSDd6zY2a6LHdusKGOP0B3EJYwycfnoDDsYY6X+Xfvq9l7Fl7yXxL2Or9Ns7/iXxLwqupX8R2/Y6dqv022+7ij8kTbZJn/0f0s//h/Th+7Jd8rdLXzzztu8JlX75MCHC/inz/pT8P6VP/k/6YncIf3qgb5G++R3CTsknzLNW8pz8YDC9U/rod0p//E6xf/nYvzzpvySP7BJL/pK++F30bb97EHbZ9AXsFmuR/N1E0nsE60t6j5dAbx/8XvbF72L6vPS/Bwq0Dn9LX/zf0g+/lzYS58B5+6Rffp/k75O+d4uk9wvWl7z9LpLHfKYP2LyzOCD98pE5g38k7x/pfz8g0HqRfvp/hIM7T+OgzDsofe8HmRZ7SHDyT8P6kqYlLEdLDkuf+yEP9CM4afvWj0h/+2Hpfyf0fTkq+eSI9LMflXJHd5yAtTZ9Av+KJUc9lv4x6W//16aP45jYY5L2In3nx6Wv/dif7E8/huNiLTb/GE5ImhyX9Alf/vzXzjspfewnbf6/cPx/cWr7UY9/FKekr5396Kek3CmbL3linb5z+tK/LunT0sceie1HcEZw887I/MgcxlnmSf/5WSJ97Wf/OCR5zD8k/eWHBabFl/xztv9cfI89/8dBnJd89p2fl7zz0oceKNAS+l6kX53+BZnv2gvSj35B8i9s+wckSNJB7DuXdNC2AwhyreQxP1jygsWPYD9CbHo/mBcifehXE+rJow2VPneL5IVu3Sf94YLYUOkrDxOYF7o1op88zNNfflEsYZo2gr3Sb/43LknfuUX6yy8RSV8mOw8CUtdBBmOMuA6SjPOj+33B17rf+Wn53SIm8e67797RZ9qkSRMcPXpU223ku2RM+rxj077Onj0b1atXR5cuXey56J7IH374oX2ZOF8kHpuON6Ydi1sf0vrWl67vfl5q768CujVVQBVQBVQBVUAVuD0FjHF+CxvjWLYP8rn3BAkSgM/BEz4TT16ukRyNGiQFDEDWrD6DTh13IjDwEnRQBVSBu6vAsXlb8VuTb3AlOAxyeSLxw5mQZXg9JE7uZ99XwWuT8FolvHaJMUbKG7szxjjWJnSiCqgCqkAsU0APRxVQBWKOAvxnm+XLl/fuMP+J5j///ONNq+Mo4LYr07LNmbDNnPfhXbx4EW2/CsX3S67Y73r8mlevfABGdE3jLKxTVUAVUAVUgRsqkGFyRwTUeVbqUBYzuDJ5BYJbfHPd9yCxLiYsragCvgq45wUtYzVhvCaM1wvXheL9AZdxIcRZijF7zhfp8dyTSZyMODxdunQpfvrpJzRu3BgFChSIMUpMmTIFzZs3B9vfatSogRw5cmD58uV477334Pud9siRI2jatCn43Tdt2rT2H/XxO3BwcDDGjBmDjz76CKGhofa4+f2uf//++Pzzz5EkSRJ7T0ilSpXs/H79+uGLL76w9ynZwjeYhIWFoW/fvuA/AS1SpAi4PZ6Ho0ePxoABAyKtY/v27Xj11Vcxbdo0pEmTxm7z0UcfxapVq2z+4sWLb7ClyLN+//13dOzYEdx+1apVkTNnTixYsABvvfUWdu/eHbnwbaa4/9Rg+vTp4O+GsmXL4vjx4/aemREjRtj74G9nlYGBgWjXrh0GDRoE6l6lShV7Tz2P+5133sEff/zhXR19avTDDz8gX7589jMsXbo0jh07Bu7TkCFD7Pb5jtoKFSogXbp08Pf3Bz877mfixIm96/J1eG7873//w9dff23PI+4D32u7Y8cOcB94zrBO8V3m7Nmz4P3/S5YsQalSpfDcc8/h5MmTdj8mTpzoW1R9HwXi+SdBlnWDkLBgNtigL5XwpY8mIuTrn6PEfGruC3RQBVQBVUAVUAVUAVUgmivA77NfffWVdy/r1q0Lfrf0ZtxHZ9asWd6t1a9f3+urowqoAndPgTp16nhXNmPGDFy4cMGbjq2OHpcqoAqoAqqAKqAKqAKqgCqgCjxYBeI92M3r1lUBVSCOKKCHqQqoAqqAKqAK3FABY5yHYY0xMMbYl2HyYXfCB2ld+LB79jwBaNw2M9JlSQD37auftdmAlfMPS1rHmKbAzgkbsbz1LHuDXrjsfPwUifHE5JrwS5PMPkzNz5yfP2/k5PlA9GFqESoajZ07d8bPP/8M3lzp7tbatWvtja18aRpvDnXz1aoCrgK8iZM+LW/KJ7wpnzdI8JwZNycQn3wT6lTzUrBuxeT4sktG8XRUBVSBaK6A7t4dKJAgYypkm9QGfiULgt+HOAnsPBHnv/0lyo3wrC9Zd3IzrqWvxC0FjDFRDtgYY39H8bsyZGAJYwyM+BALcYxMjCdtDD1BrLH5MqUvQNLEGMmjLxYEBhDoGkPfpuAMBswyxjhJiJURkpaRxpMvxuYDHgPv4MnwGLgFjJEcOxqbBZ80ZGCuEeubbyB/Uk5GgBNBcgDIlL5An0gOc2GMeALsQB82D8ZjwcGARYwxTMDIn3VkwixjjHieka7ALMJcScIuIo6M1nUyAJuQTCOOgQxcSBxjOIHNFU8cmcooDjgYd44t56TAPEkbY8R1MJInCRgjnkCfGACGf0aszYcMBnSNibCSKaObBgxgcSbiS4YUBwdxYfPFkRGR8yXHjgYGMnhnSsqOxpvvzDKAOAb8AyC+BQYQjDGcimssRlLiwBjxBHBwLZgHGGPgDEZ8emLFGGNk6ozWlQlzxAB0ANC3ALBZnAgy2gwjuQYyeAoZT9oYelHzwXwBMJ7RiGfENzDGAHAwxohnJOlBUpKAZAuSBwNjDJzBiA/BwBnEyggYsIgxBs5gbBoGHC1wB8ljhseAPrGLSqaMTEq+eHaUCSB5RgDAgkYMjPyJlbSMdCzMJZBMYwwAByPWInnGGEDSxBgDYwxdx4KDER+CAQcDQyMY2KKcSMqORqaSltHOk5Qz2nzAY+AdPBlG5hhm2gUBYyRlRwMDGTxpOClwuLrdwhhbkrNgTIRvM+LwhEoYmDisgB66KqAKqAL3SwFzr2rb+3UA93c7Gqvvr966NVVAFVAFjEpwIwXY/kvYJkzYj0bYl+YL+9WUi7YtXXVQHeLqOeBbJ9BnXeHC+oN1CWGd41r6yoNRgJ+BCz8fws+Ln925wIto0/sMVm68BGOMZcin2VD5xeQPZmd1q6oAEOs1SP92eWQb2BQwdkSqX/7GyU4T7QsLeV3y+iTudeta6KAKeBRg/zxh/5CcRjbXOU/EDQ+3977ZtCThpsUP540hMpt5jpGpjFzAlmdZlhGum2YZwc6XdXJdUlxGu3ZZlazQGZ1Z9G15znLKcCpZMp+e5HNpybDr9FiZKWuX+W5aykiGZDPPepxEpGU7LOIxXKkgZaWUndoZ4onldmRBZ36k9XO+g8yUJWVq54sr1lm/zJckfSKro5GCkillZJRVS66M4nAUbELKybJSgNsXL3L6mvlcLUuKtfN9ra/vKcM1yqZutn5Z0u4Ty9En9GUT4nIFNLJOcaWgJOzItXscmcfDlRyOLOMsbxdw5sjKmOdZQIrIMpInjmQ5PpNOWrJkRVw6Iu3kSbY4LE9jS3jW76RljhSRqayM27sutpRnGVmNLCHriUjLbEnY0bp2wnVKKVtWluG+SZYYSTiO9blNd0n6xEnLVMrJSEfgaNdGxyJrspuyEykoo11nlLSTYedFrF/WJQvYtFiZKaUkj1NJy0hPkE1JQkYpIvNlo5F9yfMcpzdflmIu1x2Jq/MjpWU7TNv1y9JiZYPMlFwayZCRedYw1zos68B5tqTsCLdLn9An9J0yAOs/1oPGGBhj5AgiRmMipyPmxE7P0UbU8ejG7/qE3yUIv1v4EhN+w37//fd39GHt3bvXvqA7Jhyj7mPsak/auXMnWrRogVq1aoEv9HZP4MqVK4PPt/BF3/qZP5jP3Lf+o896kbCeJKxDifuZqb3vCugGVQFVQBVQBVQBVeAOFDDG2N/CxjiWv4/5O5nPwvOZeMLn40n16snwSiM/+dHobGjN6jPo3HEnAgMvOxk6VQVUgf+swLF5W/Fbk5G4HHzRXmuJH86ETMPqInFyf/u+Cl6ThNco4TVLjHGuYe6AMYZGUQVUAVUgtiqgx6UKqAIxTIH58+ejSJEi3r3Onj27vVfWmxHHHbYpu7CdmbDdmW3Q7AtoPTgUU5dcYW+ofD8MR71yfhjRJXUcV00PXxVQBVSB21Mg/aQO8KvzrCzEG0uAy5OXI7j5cBuPWN+y3mX9S9w6mVYW0FEVsAq45wMtzxPC84YwXi9cF4b3v7iMCyFyjskoQRs/fpEeZZ649j8FtyuNIxP+A/Rhw4ahaNGiqF27dow6av4j9u7du2PMmDHg+0nHjh2LatWq4ejRo1i/fr33WObMmYN9+/ahWbNm3rK9evUC/zHmI488gs2bN2P//v22PO9FWrx4MfhP4/nP3D/88EN069YNkyZNst+Z+Y/hT5w4YcveaMJ/TM/9mDJlCj777DNwexMmTAC/a69YsQIHDhywiwcFBWHw4ME4d+4cuC2Wp+U/pOc/1ff397fLc7/sAjeZcN38HCdPnmzXR2143PycR48eDV4TN1nFdWcHBweD1xbX/fnnn/OYQI1y5sxp7datW6+77LVmcFneY1OjRg3MnDnTeWcRpQAAEABJREFU6jxgwAD07t0bFy5cwPDhwxEaGmr3mfozj/OoDT9v7gP3JWPGjOBxnz59GpkzZ8YHH3wA7lOqVKnQvHlz+7knS5Ysyi5Qi1GjRmH37t146623MGPGDLsP7nq5Du7DunXrIi37119/ISAgwJbn58ryLJc8eXLMnTsXZ86ciVReExEKGL/EyLR2IBLkzyrVcLj8hgrHpY8nImToT1FiPutzXyLWop4qoAqoAqqAKqAKqALRT4GhQ4eC323dPWvZsqXr3lfL3yobNmzwbpP3tXsT6qgCqsBdU6Bq1aooXLiwXR/bCX766Sfrx+KJHpoqoAqoAqqAKqAKqAKqgCqgCjxgBeI94O3r5lUBVSBOKKAHqQqoAqqAKqAK3FwBY5yHYo0x9qF3PjTLh90JH6h14cPu2fMG4LU2mZEhW2JZsVP+87YbsXLeIUnrGFMU2DF+A5a3meXZXYOEKZPgqSm14Jc6wD5Mzc+anzsfpOZ5QHheGGPsOcIFjTE0ygNW4JlnnsG8efPQs2dP8GZHd3d4E2Tp0qWxaNEiN0utKgDevEkZaHnjMOFNt3ywgzfmj/8pCJ+OCIO9umVS76Xk+LJLBi6iqAKqQLRXQHfwThVIkCElsk1sA/9ShcCvNwYGwV0m4fyoRVFuhGe9yTqU23ItfSVuKmCMnC0CvycTfmde0PMSfuoegh8+vIAZXc5jWsezwjlM7XgGkzs4TBI7SfIndjiLCR3PeTiP8R2FTucxThjbKRBjLBfECp2DMFr4rnMwviVdQjDKh5GdQzGCdAnDN5aLGN7lIoZ1ueTQ9RK+tlzG0K6XMeTDK/jKEi6WAIM/BL78yGDQRxAMBor/hTDwo3j44uN4GPBxfEv/jxPgc0tCaz/7OCFIv48ToW+3ROhjSYze3ZKIn8TaXt2TgPTsnhSfkk/80MPij08+IQHo/onQIxm6CR97SY6PepAU+LBHCnTtkRJdyKep0MVDZ7GdPk2NjqRnGnSwpBWbFu17pkM70is92vZKJ6RHG/Fb984Al1a9M6JV70xoKbTokwnN+2RGc/Gb986MDyxZ0KxPFrzfJ6vlvT7Z8F5fkh3v9s2Od8R/R+zbwlv9coD8r19OOOTCm/1y4Y3PclteF9tUeP3zPGgqNPk8LxqTzx7Ca+TzfHjVwytiX/k8PxqR/gXQUGjQvyAsAwqhvqUw6g0ojLpCHfLFw6hjeQS1v3gEtQY+ippfCAOL4GXLo9bWEL/6wMdAqg18HKTqwCdQZRB5UuyTqDxI+PJJVBL70pdPoeKXT0cwuCgqCOUHF0M5D2XFvvhVcZQVXvyqBF4gQ57B81+RknjuK4cyYssMKYXSwrNDngUpNbQ0Sg4pjVJDy6Ck8MzQ50BKfP0ciotf/OvnUczyAop+LQx7EU9byuKpYWXx5HCBVnhieDk8MawcHh9WHo8NL48iwyt4qCi2Ih4dXhGPfFMRD3/zkqWw2MIjKqHwN5VRaERlFLRUQYERwsgqyC/kG1kVDtXw0EhhVHXkFfKMrIHcozxY/2XkGvUyco6qiRzk21rIbqkttjayfVsHWcl3dZBFyPxdXZBMo+vBoT4yjiYNkGF0A6Qf0wDphPRjGoptiLSjG1nSjHkFqT2kGvMqUo11SCk2xdjXQJKPbYxk4xojYFwTsU3ENrX4j2sKv/FNkdTyulhhwhtIIiSe8CYSWf6HhBPIW9YmmPAW4lveRrwJwsR3YARMfBeWSe8h3MMVsZcnvY9LZHIzXLJ8gIuTP0DY5OYIJVOaI8TSQmwLBE9tiSAypRUuWFojcEprnJ9K2lh7bmobnBXOfd8OZ6cJ0zvgnHB+ZmcEzfkQoXM/weWFva75Dw6MMdDBVcA+fQ1O+eifm6tWFVAFVAFV4F4pcK9q23u1vw94veGMUJA45dgHvDe6eVVAFVAFYr8CUt3KGPuP8zaPkG2+vrA9+NS5Szh9/jJoT569CHLiTBiIr3/iTKjkheKk2P/MaVmPcOq6hODU6dvjtJS/M4Jx+nRUzkje3eSsrO/s6SBck1OSfxuck7I35wLOnbo556XMfycQ5085BIq9a5wMxIUonJe8OyPo5HncHuek/LUJPnkOd5OQk2dxU05ImVsgVMrcmDMIPXHrhElZclH20eXSqXO4fPq8fZEX6xG3XrnNKkmL32UF3M+Blp8LuXz5sv1H42fPh6F1r9NYuSlMtupEyKGfZkHlF5JLWkdV4EEpEDe2m/7t8sj2RVNpD3DaBILGLseJ9uPttXnp0iX7gkJeq7x2fYkb6uhRXksBY5x+H2MMjDFw++m/bX0Fcz8JxZyPgzDrw0BM63zO8n2ns9JXfxaTpX+effSTpH9+ovTLT+x0HhOkP56M73QB4zoHYqzYsdInT8ZIn/xoIn3y3wnfdgmV/vlQfNtVrDCyaxhGWC5K//xFDJe+eIfLGCb98V9/eBlDLVds3/zQj8IxRPrhvxIGSx88+VL64Qd9bDBI+uLJQOmP/6JbAgywJET/bkL3RPhc+t/JZ2L7dUssffKC9L/3FfpI33tvIn3vvYSewqdCT+mD/1To0SMAn/RIZuku/e7dPk0Ol48/TYGPeqbEh0T63Lv2TIWu0ufehfRMg849U6OT2I6kV1p0FDpIn3t7S3q0k373tr3To43QVvrf2wit+2REK+lzJy2l371F38xo0TeLkBnNxX4gfe6kmfSxv2/Jjvf7Zsd7/XLgXQ/viH27X05YPsuFt4T/SR/7m+TzPHjDA/vcX++fF037P4QmQuP++aTvneTHa/3z41XpXyeviG00oCAaWgqJLYQG0rden0jfej2hrsvAR1BHqC397OxrrzWoCGoKLw96DC97bI1Bj6O6UE361h2eRFXpV68ifepVpE+9sthKYl8i0qf+klBR+tIrEOlLLy+Uk770crRDSqCs8KL0q79gKYnnh5TEc9KX/tzQUtaWkT710kOfxbPSp+5QxtOv/hxKSn/6M9KPTkqILT7sBTi8iGLSn15U+tGftpTD09KP/pTwJPmmPJ4QHpe+9MeI9J8/JhSRvvNHPTwi9mH2o0v/+cNCYek/LyR95wWl75wUkH7z/KOqwaE68kn/+UPSd56XfPsy8hDpM89Nvq2JXEJO6TvPYamNHN/WRnbpM89mqYusYrOMrovM0neeRcgs/eaZxkjfufSXZxQySJ95+jGNpA+9IdKPbYR0QtqxryCN5VWklr7y1NJXnspDSrEppb88hZBc+swt0keeTAgY/zr8yYTX4Sf95CSp9JOTJNJPnnji/5Bo4lvC25aEE99GgkmC9JHHF+JJP7kR4knfuBEgfePhZPL7uCJclj5yy5QPcEm4KH3jYZYWCJ3SEqFTWyBE+sdJ8NRWCPq+FS583xoXpD+cBH7fVvrIBbHnyLT2sH3jMzoicFZn6R//CCE/d8elBT1tHch6kBhjbL2IODz4flfg93225dxam06YtOmQULGhd6dtx7d9SNp3Tno4Jfb6hERq7zl3/hLixQ+4LeJL+fz5H0PKlJnQv/9QadMJuQOitgO5bUN3sy3oWus6e6P2IbfdSNp9zt4h52S5W+PCLbUb+bYtnb8rbUgXpA3JJVD8CO5ae9LVbVNR2paubm86jwvSZnQzvvlyGBrVaoAxw79DUpPYkitTDgwd8BW+GzoSuTJml3ak83fAOVnmxtzNNqhrreumbVLSJhSljLQ/hdwioVLu5py5rfaqUGmvImFiL8r+0RL6xG27omV96Vt/0o/DoeQBHbpuVhVQBVQBVUAVUAXuVAFjnN/CxjiWv4/5TA+fieez8SRRokT2efmqVQPQ6BU/57ezAdauOYsuHXfivPz2utPt63KqgCrgKPDv3C34rclIXAm5CLm8kPiRTMg0rC6SJPe31x+vRcJrk/BaJcYYGGPsSoxxrE3oRBVQBVSBWKmAHpQqoArERAV+//13ZMyY0bvryZIl8/px2WE7sgvbmMllz314fGdRq8GhmLY0HPyGRxpU8MeILmnismR67KqAKqAK3LEC6Sd2gH+9MmClamRyZcpKBH8w7LrvQXLrZ+gQ5xXguUARaBmrCeM1YbxesDYU731xGUEhkDPLcIKfB6ZH6ccTI64Ply5dwnfffSdtx+fx/vvvI3HimKXJs88+ixdffBHGyOcqHybb45577jnxgMDAQGuDg4Oxb98+5MyZExUrVvSW5cwUKVIgR44c9lkYni+QgZbnEP9xZlBQkOQ4I8vyn8WPHj0aGTJkcDJvMq1fvz4yZcrkLcV/Tv/oo48iLCwMISFyQsoc/jP5bdu24cknn0T58uUj7R/L1q5dG8ePH7f/4F6K33TMlSsXuAy1YGFjDGrWrImHH34Y/EegBw4cYPYdwXbON998E9myZfMsD3t8zKPOK1as8ObfzDlz5gyWLFkCavL6669HOvdKliyJokWL4ty5c2C5s2fP4siRI3jsscdQvHjxSKtOkyaN3R9+ZiTSzJskjh49itWrV+NqzbgYj5HHxTpk/vz53neZch7bfxs3boyAgAAmLblz50b+/PlBHXhd2UydXFOBeH6JkWX9l0hYKLvM57VrcLnbJIQM+TFKzGe97ossoKMqoAqoAqqAKqAKqALRToFjx45h8ODB3v169913UaJECW/6fjr87upuj99P+X3ZTatVBVSBu6sAf2u7a5w9e7brxlKrh6UKqAKqgCqgCqgCqoAqoAqoAg9agXgPegd0+6qAKhAHFNBDVAVUAVVAFVAFblEBY3jDD+yNbsYY8KYyPuxOeGOVCx94z543GV5tkwkZsiVybsAKD0f/thuxYu4h6BD9FdgxfgOWt5FOkHBnXxOmSoKnp9SEXyrnYWp+xvy8ebMiP3/C88EYY88PLmWMoVGikQKdO3fGzz//bG9YdXdrzZo1KFeuHLp27WpfjOzmq42bCvCmTR45LW/MJby5mjfH8qbacT8Gocc3od6XatevlAyDOqfnIooqoArEBAV0H/+TAgkypETWSW2QtFQhqQfDBSCoyyQEjloU5UZ41p+sS7lB19JX4pYCxjjfh40x3t9OBbInwON5PTwUYYvkjY/HHkp4XYrIvAgSochDkXlU0tcnMR55SMh3fR6WeQ/nS4LrUVjmRSYpCueLoJD4UcifFIWEgvn9cCMKyHwHfxTIH5X8kndtApAvvw8FxL+KhyT9UIFkuB55ZV5kkiNvgQjyiH9dCqZA7puQS+Y7pESuglHJKXlRSYWcBVMhx9UUkjwfshdKjeuRTeZFJQ2yFXLIKvb6pEWWQkLh65NZ5jmkQ+bCUckkeVFJj0yFHTKKjcLD6ZFRyPBwBtyI9DI/MhmR/uEI0ol/bTIh3cOZkPYRwbX0fUgjvkNmpHkkKqklLypZkPoRh1Rio/BoFti8R7Mi5U1IIfMjyIYUj0YmuaSjkh3JH82OZC5FxL8GAZIXUCQHroe/zItMTvgXcfATe10ey4mkj+W6IUlkfgS5keSxyCSWdFTyIPFjDonEerY8eKgAABAASURBVHk8DxJdRUJJJ3w8L64mgSyX8ImHkEDm+RI/UUJcqw0DOngUMNZyamCsrxNVQBVQBVSBe6vAPalt7+0uP7i1y28rbtxojKIMiiqgCqgC90UBc1+2EnM24tvWS5/twOxHW/xbGDLVC0KWBiHI3jAUORuFIvcrYcjzSijyNArBQ2LzvRKC/GILSLpAo2AUFAo1CkKhhhdQWHi4YSAeER5tcB5FGpzDY8LjDc7i8fpn8ITwZP3TeEp4ut4pFK13EsXqn0BxoVi94ygulKh3DM8IJev+i1J1j+JZoTSpcwRlhOfqHMbzwgu1D+HF2gdRtvY/KEdqHUAFy36x+1Cx5j68VOtvVKq5F5XJy3tQtabw8m5Ue3kXqr/8F2oIL9fYiZqWHagttnb1HahT/U/Urb4d9YT61f6AwzY0rCZU3YpGVbfglaqb8arwWpXf0djyG5pW2YSmlTfh9cob8UblDXhT+F+l9XjLsg7vVFqLd14ia/DuS2vwnvB+xdVoZlmF5hVXWlpUXIGWFZejldC6wjK0EdpWWIp2FX5Fu/K/on35JehQfjE6knK/oJPQudwidCm3EF3KLkBX4cOy8/GR8PGL89DtxfnoLvaTF+fikxd+Rg/h0xd+Qk+h1/M/orfQ5/k56PP8D+jz3Gz0s8zCZ8/NwudlZqJ/mRkYIHxRZjq+KD0Ngyzf48vS32Pws1Px1bNTMOTZyRhKSk3GMMsksZMwvOREfFNyAkaUHI+R5Jlx+NYyFt89MxajS4zBmBKjMbbEdxhHin+LCZZRmFh8FCYVG4nJxUZgSvFvHIoNx/eWYZhWbBimCzOKfY2ZRYdilmUIfigqPP0V5jw9GD8KPz39JX5+ahDmWgZi/lMDMe/JLzD/yQFYICx8sj8WPfE5fhEWP/EZlpDH++HXx/ti6eN9sExY/lgfrBBWPtYbq0iRXlhdpCfWFPnUsvbRHlgnrH/0E2wgj3THxke6YdMjH+M34feHP8JmYcvDH2Lrw12xtXBXbCvcBX8U7oztwp+FOmGHsLNQR1gKdsRfBTtgV8H22C3sKdAOe4W/C7TFvgJthNbYX6A1DhRohX+Eg/lb4pBwOH8LHMnfHEfyfYCjlmb4N18zHHvofRx/6D2cEE4+9C5O5n0Hp4TTwhnhbJ63cS7PWzgvBOb5HwJzv4kLQlDuNxAshOR6HaG5miIkZxOE5myMkOyvIjTbKwjJ2hDBmesjpMu39p9Wsy5hnQLP4Ot7stTcBwWouws/E8I6nvdJnDkXhta9z2LV75dlT4z0+RgM65kVlZ5PDh1UgQeqQBzaeLq3yyP7oDekRUC+oUr7QPCElTjZfry91433NPF6Je517No4JJEe6lUKGGNgjAPva2Xf0BPS586+el/7mPTdPyb516KI5Ecmkbef/tGHEuF6PMK+eV+kL/4RDw+LjSAJHpZ+eJfC4l+bpCiU7/oUlHmW/H4oeBUFJB0VfxS4bh+8P9g3n8+3H971pe+d+Q+JjSBZpL74yH3vyaTvnSQXmxx5Clyf3DIvd4EUsEgfe+6ryCXpCFIil/Szk5xir0eU/na3/71QKuln9yW1pCOT7Tr97VkLpcGNsP3shdJG6W/P7O1fTwvHTyc2gkzX7F9Ph4yF018f9q3L/Gv1rad/OIP0oV9NRslzSPdwRuk7j0payU/LvnRfHsnk9LGLTROJzEjzSASpxb82WWD7yx+5tk0p/ekOWXF1f3qKSP3nWSP1n0ftN88m/eYO3r5ztw+dVvrLkwkBXnIgQPrIfYncX55D+stJTrE5cd3+culLT0qkTzxpkVxR+s2TSH5kcnv7yxNfs588t/ST50Yi6eu+JrZvPI/0jbvkFd8hgSyT4PG8uJqEj+S2/ePGOHUiZDDGyDRujfxu4B4xfff7/vRlYZ42nWBkl/acHEIuadPJLW04bNfJKzaiXSdE2nZCUEDaeNy2nYJs2yHStlNYcNt3Hml4Ho8KRaR95zHLWTwu7TxOG88ZeNt56p9CUctJFKtPTog94WnrOY5I7T31jqJU3X+lzedfsM2nTN0jyPH0auR8epUl19MrkVvI8/QK5HlqBfI+tRwPCfmeWoZ8Ty5FfqGA5VckSD4Cf+77ANN+fM5p/5G2nypE2n+qCtVsG9AuVK/xV5R2oFo1dsBpB9oBpy3oT9Stth31BKct6A9pE9qGBt72oK2eNqEteLXKZrxWVbBtQr+jSZXfpF1IsO1CmzxtQxvxZqUNYNsQeavSOrwtRG4fWmvbh96ruAZsIyLNKq7CB4LTTrQCvu1EraSNqLXQRtqJ2FbUlm1FQnvbVrQEHdhWRKStqKPQSdqL2GbUmW1GQlfbZrQAH0qb0UeC227UTdqNbNvRC3PB9iOn7ehnXN1+1Nu2H80B25D6SjtSX982pOdmRmpHGmDbkaZjoLQjkUHSjmTbkkpPvWZ70tfPTrZtScNKTRI7EcNLCdKmdHW70iifdqXvnhmD0YLTtjTa27403rYtfSttTKNs+9LE4iMxSZhcfAQcvrHtTFNtG9NwaWsa5tPONAwzirKtiQzFLGlnmv30EPxgcdqbUgw8hVZnq2FI2tYYmrYVvha6XaoP/17/eNqcvrBtTgue6A+2Oy0Uu0janX6RNie2PS2WdqclgtP21DdK+9MKaXtiG9TKIr2wSlht26B6Ys2jn4JtUW471Dppg1ovbLDtUN09bVHdnLYon/aozdIeZdukCneV9ijSRdqkumB7oc7409IJUdulOsLbNlWgPfYUbAenfaot/nbbp/K3wf78rXFA2qj+kfapf6RtymmjagG2UR1mGxXJ9wHYTsU2Kou0U/m2VZ146F2wvcptq3Lbq87keRu+bVbn2WYlXMj9JoIsb/i0W72OEJ+2qzBpvwrN/qptvwrO0gBBmeoh7JdN2n7lBpAHaXXbqoAqoAqoAqqAKvCfFDDGeNsKjTHSzxPP/lbms/F8Rp7weXlStWoAGjXyAx8Y4+/HNWtOo0vHnTh/7hJ0UAVUgTtT4N+ft2BT45G4HHJRLq1wJJJ2yCzD6iJJMj/wuuM1SHhNErbpE2Oca5dbNcbQKKqAKqAKxG4F9OhUAVUgxirAf6rJexJ4AKGhociZMyfdOEt4eLh9zxwt++QI7+nh/T28F6/l4DBM+zXc+d0lKtUv74dvOqcWT0dVQBVQBVSBO1Ug3YT28K9Xxv7uZgV7ZcoKhDQbdt33ILGOJne6veiyXFhYGPiPqKML0UWXW9kP9/OnZawmjNeE8Xre2lC8+8VlBIVIzLZnVjjmDkyHZx9LfCurj/VlFi9ejJ9++gn8R+f8B+Yx7YDTpk1r28ivtd8HDhyw2UmTJkWvXr0wdepUpEyZ0v4j+WXLlmH48OFo0qQJ5s6da8u5kxw5cqBw4cLYtGkTXnrpJbz++uuYMGECDh8+bL8buuVuZtlOmDVr1psVs/vDfxr/1FNPRfon+O6CRYsWBY9h7969btYNbcGCBZE6deTvpAEBAShUqBBOnTplt3fDFdxgZvLkyZEzZ86IEh6PeZy3a9cusD7zZN/QHDt2DMePH0e2bNmQKlWqSGUTJ06ML774AqNHj0aGDBns8YwaNQpDhgyx5fjZ/vLLL7ZME/kMN27caPNvd8Ltnzt3DtfSjOvieZAuXTqrGT8j5pEUKVKA+fSVO1PAJE2ETOsGIVGh7LIC53fX5W6TEPLVnCgxn/W7L7KAjqqAKqAKqAKqgCqgCkQrBYYOHYrdu3fbfeL34pYtW1r/QUxmzZrl3Wz9+vW9vjqqgCpw9xVo0KCBd6XTp0/Hjh07vOlY5+gBqQKqgCqgCqgCqoAqoAqoAqrAA1cg3gPfA90BVUAViPUK6AGqAqqAKqAKqAK3o4AxzkOyxhj70DsfouWDKIQ3zrnwodtseZLh1baZkTF7YluW2/mi/Uas+PkgXSWaKvDnuA1Y3vYHwAAkYaokeHpKTSRN6W8fpuZny8+ZD1Lzcyc8D4wxMMaAgzGOpa9ELwVKliyJ+fPn49NPP0WyZMm8O9ezZ0+UKVMGixYt8uapE7cU4M2aPGJa3pRPeFO++yDduB+D8emIMMiFDl7hDSsnx6BOGaCDKqAKxBwFdE//uwIJ0qdEtklt4V+6sK0LjTEI7joJF0YtinIjPOtR1qncqmvpK3FLAWMMjHHg92bC79L8Tk2SJEkCX/gAkZLUPkilOqgOeg7oOXAn54BvncqHFJmmZd1L2JbBNgxijPEGJWMifG9mHHbcx7HjsAR66KqAKqAK3DcFWOfe7Y3F2vWFu2q5NtYeqR6YKqAKqALRRgGtca/9UbC9l7ANmLA/jSXtL0tOvL8xjadtEBBPAOzkjuY7i0YsbwBJGGMgIwxgsRObITlijTGQ0QuMlPPJMIYZzCMe3ykkGTJKFmSwxTiReUYAfQPICA42yYnkGAH0DSAjONgkJ5JjBNA3gIyATG2SE/qQgb7MlJEJ2CQnMPLHLAM6MgXE4SxjDD0BgPgw8AwGNikT8WCYK77j2ASMMQ4Q62RBXDiD5F1jvmQ5s6WgMQZiZDQCwIkxBs5gYIwB7GhoHJ95NiV59I3NtjmcGCMZdARjxHdGSQGcGCMZdARjxHdGSQGcGCMZdAAYI74zwsgfZHCsEQ+S41pfn3nEN8/xmWtkKaZgB+NMxRhjZI4DxIexs+zEJmViJJNAfBg7y05sUiZGMgnEh7GzZGJgkzIRD0ZyID6sYxOwSZkY8E/yjAcxYB7nEfqQ4Zbms5CU5TJcVpKGvpMFSB7sILniywjxBMk0hBOxkmOM+HaUiWSFX7ni/QdqrEtYrxCZpeN9VoC6u/CzIKzb+QLDM+cuolXvs1j12yVAfpPEiwd8/WkWvPRcsvu8l7o5VSCqAnEtJ+1b5ZB10BtyLcqRy/UYPH4FTrYbB97XRHjdEvd6dq2U1jEOKWCME2d5yMYY+8+82CfEfnr2EbGPnrDviH1IvtxJv5Quk1T79pOqBnodPPhzwLcuo896jrB/nPUfYV1ojIExBnF1cL8b0Lrf+S9fueyRg7oYq48xRvIcjDE2DzAyGpk6QPJhJEsmYmCMESCDAexoaMQ3AkdzVZp5iBiMuIKMnnLXSMsc2QyIzJXRWN8YsU5KphwlbSDzZAIOxvrGGCYEE5FmHoGJnG/TgDEG/INYGEnLRIw4MrWjkRwmxRoA3nLiQoYoacmT0S0qrjPaDMBjPI6BXZwTcLh+2shsAyNTjgbGOAAGEIwxMMYAEMQasQTiW2DAwRgDGcU1AmDsHwBmGjEw8gcgSlqyAJsNIxagcSa+aTiDXZwTmzSwrp0AkuJEEM/QyAQcDFjEGCMJB2MM+AdaAmPnGWNgjLE+YGAMAcSxSAoGMkg+HcOJJOFJA8YzGnrWp8OUgQycCDKCi0iOHelbJGVgwJGIJ4ZTyGBgy3AiKeCqNPNJpHwD2LSBMQaAgxFLwDyBvoW+gQx2IrMNjKQg+RDHyMRcKy35zLZGCshoXTuRhIw/Rr9fAAAQAElEQVTWtRNJ2NWJtctIpptmlpE0R8jEyTdwBoOoaeYZeGYAEF8wxsAYA8DBGANjDADCqRHPiEPEOCkYYwTIYAA7GhrxjWBHTxqgI7k08A6eDBrm8TcW60zC+pMwX7m/CujWVAFVQBVQBVQBVeC/K2CMgTER8Hcyfy+zzZC/nwl/S5MqVQPQ6FU/W55bXrf2DLp03IHz56SviBmKKqAK3LICR3/ajE1NRiE8zLl+kjyaCVmH10PiZH5R3lfB65HXJjHGuV65IWMMjaIKqAKqQKxXQA9QFVAFYrYC/AeY7hHs378fxYsXd5NxyrIN2YXtyoTtzLyvh/fitfgyDNOXeu5Ol695jSr4Y0Tn1HFKIz1YVUAVUAXulQJpx7dHQIPnZfXGtmuFf78SIe9/fd33ILn1tSwQo8dDhw4hOnD27NkYoyM/e+4sLWM1YbwmjNfz1obh/YHhCAlzziXAYP6gdHj2scTQAfjnn3/w5Zdf2nd1Vq9e/YFLwu9Z3Am2rdHeCunTp79uMXd9LHDy5El07twZzz77LKpWrYrWrVtjxIgROHXqFNKmTcsiXvz8/NCnTx80bNgQbHvfsmWL/Ufz1apVQ+XKlbFgwQLwnPMucB2H9yL6vhf1OsXsP8G/3jzm8x5htvvTvxVy5859zWLUiteIry7XLHiDzICAAPvP+N0irk2dOjU4LyQkxN4L7+bfyPI65f6kS5fO3rt7o7Kcd+DAAbzxxht47rnnULNmTXTo0AGTJk2y20uRIgWL3Db87RMcHHzd5a6nPe9rvJXP9ror1hlWAZMkETKuG4SEhXPAGKeevvLJZIQM/iFKzOc154tdgU5UAVVAFVAFVAFVQBWIBgrs2LEDgwcP9u7JBx98gHz58nnT99uZPXu2d5O1atXy+uqoAqrA3VegYMGCtp2Aaw4NDcWPP/5IN1aiB6UKqAKqgCqgCqgCqoAqoAqoAg9egXgPfhd0D1QBVSCWK6CHpwqoAqqAKqAK3LYCxhi7jDHG3vzDh2l5wx3hDW8ufNg9a+4AvNI2M9JnS4hw/oWH44t2G7Di54N2HTqJXgr8OW4DlrX7gZ+UfVluwlRJUGxqTSRNEfVhan7ehJ+/Mc65wKMxxtAo0VyBLl26YO7cuShXrpx3T1etWmXTXbt2tTdoemeoE+sV4E2aPEha3uBLeLMvbzzmjfnjfgxGj5GhUjdIKanHG1VJjoEd00tCR1VAFYhBCuiu3iUF4qdLgSwT2iLps4Xl+5J8ww0HgrpMxIVRi6LcCM/6lHUrN+1a+krsV8AY5zuxMcb7m4nfm/nQFOFvJj60wt9MtHxQhVZJDNVANdBzQM+B/3oOsE4lXA/rWRfWv1e3YxhjYn9QuoMjpCoG5g6W1EVUAVVAFVAFbk8Bcy9q29vbhZhU2hu3TUzaa91XVUAVUAVirgJS3coYc/f/Hu0523ld2P7L/jRabk6aipEsqRGAAD8jiE1KPD7zZH4AoU/oC/7iEztP0s7yBv7i+yeNB38/YuDOZ1lLpPnxpDzhcq51fD9ZB+F6/LguSfvLsn6yXab9JE38ZV5EOj78/Eg8+CUVyzIyP6ngR595dn58JBU/KfMkbeezjPVlno/l+jg/qU/e1X4SvwSIyHP8JFKeMD9ifgLQZ36EjR85z1/KEFknyyUWn9C3y0g6iZBY5lvoC0n8Etr1sKwl0vyESCzzEwmJ/cWX8ok5X/xE4icSy3zXJvbkMZ3I4yeWMomikAiJ/ElCsQmR8BrzE8p8Jz9RpPnMs/MCJF/genzT1ueyMi8hET+BYH1PmmUSiE+s752fGCybwF9sAEkkabEyn2UTuHm0LCPEFz8+18UyknbKJEZ88S12PtfhED8gCeIz76r5tqw/5xEuL1bKxJOy8biM+PG985OAee48x08i603iyb+WTXrNeUbWbQI4j3A5xxpPvkmWBCZZUhhPGeszT9LMM/Q98520lJW0XMB2GelZAofLV67Y+zJYh7j1CvMJ07TKvVeAWrvwsyCs23mfxOmzF9G67zms2XwZ/PGWIIHB8E+z4KUyyaCDKhANFIiTu5D2rXLINvhNgG0EBgiZuBKn2o2z9SnvceL1S9zr2rXQIc4pYIyR08SAffTsGyLsJ2I/faJEiSL1SSdJkiRSmv1LSmLVJLFqoNdBzDoH3LrMreNY37HeI6wLiTFO3QgZjDEyjXuj+93A/d5/5fIVR4TwcKc9R9pK5Kedx4f8jDOCWGk/YX6AZ75jDfwln7hp254jZfw9uPksQyLS8ZxlpS2F7T4BYjnPX9pTLJJmvvWZx7TH+rm+pOkTbznJo888Qp/Qt8h8P19kXcy3ZXzzrR8f3rK2XHxpr4knxPfkR6STSvmk0nbDdfmJpU/8JN/PJ82824VtOO4y9AnTtF784yOJkFTaZyLNk3YY5ieRfFuWadmfxJJOLDZSvp2XADaPvmDLibV5XEb8xIQ+oS/tN4ktCWx7URJve1FCm07sm7blEoJtSsRZzkl7fU8ZplmGWF/yo7YlybLMl22wXEL614D5bOtxl4+cTuRpY3KsLRfA9UakmeeQEAmlvcfxZb74CaTtx03TJ0wnkHm0hD6hT1jGImWYb31ZTwJp7/H6TEu7j00zn2WvStu2JJ98N+20JyWGXZ8s6+RL2i6fRNqKEjtIOn6AT9qWlTTbmoidJ2kfG8/XlzLxBK6D+VfDfMIyV8/zTRtZJ/HNu5bPMiSetDvFS5ZU2pikfcqzrAmQtOQbb35SxGOa+baMzHctyxA7LylsheemXSvz2NYNGbz1pbRjuXUorczS8f4poFtSBVQBVUAVUAVUgbukgDHGthka41j+VvZtN+Rv6UTSdkiqVEmGhq/I9yXZNr//rFt7Bl067sC5c5ckR0dVQBW4FQWO/LgZm5qMwpWwS/a59MSPZkTWYfWQWH5z8DojCRIkgAuvSWKMc41yG8YYGkUVUAVUgbiggB6jKqAKxHAF/Pz8sHfvXu9RrF27Fk899ZQ3HRcc/nZyYdsy4T08vJ+H9+I1HxSG6Uul9VlG6tGwvB++6ZSKrqIKqAKqgCpwlxRIM64d/BqUgVsfh3+/EiHvDb3ue5Dccndp87qaGKAAP3PuJi1jNWG8JozX89aG4d0BlxEcGu49j+YPSotSRRJzMUUU+Pvvv3H06FEsWLAAxYsXt9/5+L2vdOnSWL9+PQ4ePIiKFSuiRo0aOHHihCxxZ2PatGnBf5Z+/PhxXO+frfNz3Ldvn91A1qxZrb1bk6CgIHTr1g2LFi2y7yQdOnSoPeY1a9bghx9+wNNPPx1lU/7+/mjdujV+/fVXfP/992jevDkKFSpkdejevTvWrVsXZZk7zeA/wL/Rsvwngjynb1TGd96BAwd8k16f+ew7SJIkiTfvdp3AwECcOnXKXcxr+dmeO3cOKVKksPfremfcwGGfBttQuez1zgt38WPHjqFdu3bYsWMH6tSpgzFjxng/w/HjxyNv3rxu0duyyZMnR9KkTv/JtRa8Xe2vtQ7Nu7ECJkkiZFr3JRIWzuGpq4Ern0xG6OAfosR81hO+3HjNOlcVUAVUAVVAFVAFVIH7owB/X7jfkXPmzIlWrVrdnw1fYysrV66036E4i/cuPPLII3QVVUAVuIcK1K5d27v2GTNmeP1Y5ujhqAKqgCqgCqgCqoAqoAqoAqpANFAgXjTYB90FVUAViNUK6MGpAqqAKqAKqAJ3poAxzkOzxhj70DtvCOONYYQ3q7nwAdysuZPh1XZZkTFHYkhpQJYZ2H4jVvx0EDpEHwW2j9uAZe3nwMguGZkmSpsURae8jCTJ/cDPkfBzZYckP2fCz90YKS3IYjDG0CgxRIGSJUvaGzI//fRTBAQEePe6Z8+eeO655+zNt95MdWKtArw5kwdHy5vyCW/Kdx+kG/tjMHqMDJMiRq5x4NWqKfBFh3SS1lEVUAVilgK6t3dTgQTpUyDr5HbwK/Ow1I1GVm0Q3HUSLoxcaG/iYh3KupR1KmEdK4XsTfO0StxQwBieG7DniDHG+88F+H2a36sJv2O7uC9Pd9NqE0E1UA30HNBz4HbOgevVo6xvWfeyHYOwLYMYE1FPQwePAs4bVDgNt6/a82SrUQVUAVVAFbhHCtyL2vYe7Wp0WG04IxQkQjk2OuyS7oMqoAqoArFaAaluZYzVh/hfDo5tvoTtwITr4q/MMkUS4cyP6Synf0yPUz9lwEnhxE8ZcZz8nAnHhH9/zoyjwpG5WXB4blbLobnZcHBedvwjHJiXA/vJ/JzYJ/w9Pxf2zs+NPQvyYLclL3YtyIu/Fj6EncKOhfnwJ1mUH9sXFcAfwrZFBbH1l0LYYimMzb8Uxu+/PIzfhE2LH8HGxY8KRbBhcRGsX/IY1glrlzyONeTXJ7BaWPXrk1j561NYsfQpLF/6tFAUy5YWxdJlxfCrsGRZcSwmy0vgl+XPYJGwcLn0QS8vhflkxbOYJ8xdURo/Cz+tLIMfVz5nmbPyefyw6gXMFmatehEzyeqymCFMX10O01aXx/drymPqmgpCRUxZUxGT176EScLEtZUwgayrjPHrqmCcMHZdVYxZXw2jLdXx3frq+HZ9DYwSRm54GSM21LR8s6EWhm+sjWHC1xvrYCjZVBdDhK821cPgTfXx5W/1Mei3BkJDDPytIb74vREGCP1/fwWfk82v4jOh3+bX0HdzY/TZ0gS9NwtbmqKX0HPL6/hU6LH1DXyy9U1L963/Q7dtb+Fj4aNtb+ND8sc76Cp0+eNddBY6bX8PHbe/LzRDh+3N0P7PD9BOaPtnc7QhO1qg9Y6WaCW03NEKLXa2RnNLG3ywsw2a7WyL94X3/mqHdy3t8c5fHfD2rg54a1dH/G9XJ7xJdnfGG8Lru7ug6e6uaLKnKxrv+VD4CK/t+Qiv7v0YrwiN9nZDQ/J3dzQQ6v/9Cer93QN19/VAnX2fCj1Re19P1NrXCzWFl/f3Rg1LH1Tf3xfVDvRDVaHKgc9QmfzzOSoJL/3THxWFCgcHoPzBLyzlDg5E2UOD8KLwwqEv8Tw5PBjPCWUOf4XSh4fg2SNDUOrIUOFrlDzyNZ45OgwlhOJHh6OY5RsUPToCT/87Ak/9O1IYhSf+FY59i8eFx459hyLCo8dH45HjYywPHx+LwifGoZBQ8MR4FCAnJyC/kO/kRDx0chLynpqEPKcmC1OQ+9QU5Do1FTnJ6e+R3TIN2U5PR9Yz05HlzAxkPjMTmcjZWcgoZDg7G+nJuR/g3+sNsK4AB/l+y/rD7UdinUI4S7k/ClBvF34OhJ/JxYsXcfrcRbTqew6rfr9kf4MkTGAw/NMsqFgm2f3ZOd2KKnBTBeJugTT/K4csX77p9L1LXRo8fjlOtR0D9tETXsfEvb5dG3cVi3tHbowTbY0xMMZE6qdnfxH7jVzcfqjr9TG589Vqn6WeA3oORNdz4Fr1l1vHsc5z+8eNcepEyGCMkWncHfndgN/9LeFXHCFEk5efTYyzP6Z12nR+uL4XjAAAEABJREFUSo/TwinhpLTrkBO2XSejbddx23ac9p0suLp959C8bJHaeJx2npzeNp6/Pe08exfklrae3LatZ5e085C/xF6zvWdhftve423z8Wn32WzbfCLafX6Tdh+37WfD4kexYUkRafshj123/WeV2wZk24Geljagp502IJ92oF+lDchpCyqBX5YJ0g7EtqBF0hZk24NWXLs96GdpD2Kb0E9um9Cq5/GDT7vQbGkTsm1D0ibEdqEZ0i40XZgmbUPke9s2VCFS+5DTRlQJbCOauLaytBNVljaiyraNaJy0EbGdiIxZV822FbGdiLCt6NsNNTBK2oqithfVsu1FbpvR15vqSLtRXW+b0VeedqPB0m705W8NpN2oAQaKtW1HvzXytB01Qv/fX7lG+9FrThuS244kbUlOG1JT9Nwa0Y7ktiV1l/ak7tvYlvQ/25Z0o/akztKexDalTrZN6X2nTcmnXamdtCk5bUvSrvSnIO1K3ralG7QvvS9tS2xjeu+v9tLO1B7vSPvS27adqaO3ncm2NUkbE9uZ3pB2pteFptLO1NS2N7GtiXwUqb3pFWlrYptTo73dpd2pu7Q5fQK2ORG2O9WTNqe6Atue2O5EbNvT/l5g2xOpsb+PtEG57U99bfuT2wZV5Z/PUFnan9w2KKcdagCcdqgB3naococGoqy0R73oaYt6gW1RRNqiItqjvnLapA4PkfaooRbbJnVVu5TTNvWNtEsJ0i71tMC2qSelferJY9I2dY32qSLSPsU2qkd926hu0E6VX9qpvG1Vtr1qsrRVkSlR2qtyeNqrsp+WNitpr8pqmXHNdquM0mZl266k3Srd2R+Q7twcJHruMbiRgr+tCOtO4lSaOr2/CujWVAFVQBVQBVQBVeBuKmCMgTER8H5y/nbmb2j397TbBlClanK88qq/t/z6tWfQtcMOnD178W7ukq5LFYiVChz9cTM2NR2F8EuXAQMkKZIZ2YfXQ2L/JN7nxHjdufBaJMYYGGPAwRjH0ldUAVVAFYj9CugRqgKqQGxQIFeuXFizZo33UDZu3IicOXPi9OnT3rzY6rD92MX2wV25ArYt8z4e3ov3wZcXMWO5HD2/4gmvVPTDiE6pJENHVUAVUAVUgbutQNpx7eHf6AXn97XUuZi+CqHvDQXrY9bLrJ/dutqtu2nv9n7o+qKfAu7nTOueAzwfCM+PuWvC8M6AKwi9yBMH9hxa+GU6lCqSGDpEKJAhQwbUrFkzCtWqVUO6dOng7++PSpUqoWzZsrf8T90j1h7hpU2bFilTpsSuXbtw+PDhiBk+Hr9n7ty5EyybLVs2nzn/3d2/fz/++OMPFC9eHB9++CGKFi2K1KlTg+15QUFB+PfffyNtZPbs2Shfvjzmzp1r79nld+PXXnsNY8eORdu2bcF/Cs99jbTQf0hkypTJ/hP6DRs22HVfvap169YhODgYuXPnvnrWNdN79+5FYGBgpHlMM5/HnSVLlijzImVIYtu2bTKNOvKf/B89etQzI8Ls27cPnMd9ZD9FxJzre+nTp7fnGc+J8+fPRyrIa7tfv36oXLkyNm/ejB07dmDPnj2oXr26/QwKFy5sP0O2w/LYrrVPkVZ4nQTP8+TJk+PPP//EqVOnopTieXP8+HG4n1GUAppxdxRInBAZ1n2JhA/nBGttYwyufDIZoV/OjhLzeW74cnd2QNeiCqgCqoAqoAqoAqrAnSmwevVqDB482Ltw8+bNkSZNGm/6fjv8LeNus379+q6rVhVQBe6hAo0aNULmzJntFlgnLFiwwPqxa6JHowqoAqqAKqAKqAKqgCqgCqgC0UGBeNFhJ3QfVAFVIBYroIemCqgCqoAqoAr8BwWM4S0/gDHGwpu6eBMZSZgwIYj7sHuWXAF4pV1WZMyRCM4QjoHtN2D5j/84SZ0+UAW2j9uAZe3mAOF2RKK0SVF0cg0kTe7nfZianydvvuTnS/h5G+N89tx5YwyNEgMV6NKlC+bNm2dvGnZ3f+XKlShXrpy9+ZY377v5amOXArwpk0dE63tjPj9z3pg/ek4weowMc16aLRXEq1WSY0D7tFxEUQVUgZimgO7vXVcgftrkyDKpHfzKPCzrDrd1ZXDXibgwYkGUG+FZx7KulYK2HK0SdxQwxnh/L/E7NL9Lu/D7tfs9mz5hWnF+T6oOqoOeA3oO3M45wDrUFy7LtFvn0rIeJsYYG4iMcaxN6EQUcPTg1MBIWkdVQBVQBVSBe63AXa9t7/UOP8j1e+K20Rj1ID8F3bYqoArEMQVMHDveGx2u277LMvQJ231dbD4n0p9mjU5UAVVAFbiOAuGe/Cvh4WAdwvqEeLK1H8kV4h5bau7Cz4G4LzA8dfYiWvY+hzVbLttfH4kTxcM3n2ZGhWcD7vFe6epVgdtQII4XTfu/csj61VuignxjlfaC0IkrcarNaPB+J8LrmbjXuWtlAR3jiALGyLkhx2qMgTHGvlCU/UPsK2LfEXH7kei7ME/R/kk9B/QciEnngFt/0XK/aVnXubDuI8Y49SHi4MDvATxsWl/4G+DK5SucJbi/1MTVURVQBVQBVcCrgK0rr1zRNiyvIg/A0U2qAqqAKqAKqAKqwF1XwBjnN7IxjuXvZv6O5m9q/rYm7nsRKlVJhoav+tn+u3CEY/260+ja4U+cPXvpru+XrlAViC0KHJmzGesbj8SVS5fl2gGSFMmE7MPrIpFfEu/7KtzrjZbXIDHGuSapgzGGRlEFVAFVIO4ooEeqCqgCsUaBYsWKYcuWLd7j2b9/P7JmzYqtW7d682KbE6X/TdqUec8O79/hO4uaDQrD9GX8RSX9cTI2qpAU33RMFdtk0ONRBVQBVSBaKZBmbDskbfi8/C6X+jdc+H4FQt8dct33ILl1ebQ6CN2Zu6oAP2OukNbtA2a8JozXc9dcxDtfXEHoRb5/VAK2FF70ZVqUfNR9X6xk6GgVyJ8/Pzp37hyFtm3bImfOnEiVKhX4DyybNWuGZMmS2WXuZMJ/sv7ss8/af7Deo0cPHDhwINJq+I/X+/bta//BO/+xu/uP8yIVuguJM2fOIDg42Lsmnj9Tp07Fxo0bvXl0cuXKhdDQUMycOdP+U3vmEZbnP4Nn+1/GjBmZdVfIly8fHn74Ybsf/EeBPLfdFfP7+LRp0+w/yi9VqpSbfUO7bds2zJgxw9abLMj95jqYX6JECbj7zs+F//x+/f/ZOxMAnar3j3+PFsvYCVFRSkr5t6BSKUIokTalxRJaKEobJaVFkjatEpLdT0h7KQnZ2hftC62SpWwzav73c1737Z2Zd5hhlndmnpn3uecuZ/3cc8+559zznLNkidatW4dVL99++62Ihz9It8GvkSNH6vfff49eWbFihUaPHu3j2Lx58+j5He2UK1dOTZo0Ee6feuopP24+dPPZZ5/p9ddfF3b23Xff8LT++OMP8ayHJ7hPTz75pPcjPIfpnPNjrSkTsKNM/mABk++++04w4r0/tBrGi+8sp556qh+/HV4zM+cJuOJ7qNqSh7XH4bX+y7uDJyv5oZkZ6nyekVjJ+diYj0bACBgBI2AEjIARyBqBESNGRC0effTR6tu3b/Q4P3ZmzJgRDfb888+P7tuOETACuUdgjz32UIcOHaIBzJo1K7qfcDsWISNgBIyAETACRsAIGAEjYAQKNIFiBTr2FnkjYATyjIAFZASMgBEwAkYgvwg4F1Gidc75gVYMskPZHaEzHeXbPffc0yvl1qhVWp2u31fVajKoE/vSwzcu07znV+RX9C3cgMCnzyzV29fPDu6fvBSvXFLHTGqvkmVK+fvG/QvvJfcV4T47xz104s+5iMm+ScEkcPzxx+u1117THXfcoVKlSkUTwXHTpk31xhtvRM/ZTuEgwGBMUoLJIGGEgboMqGUQ7pjnN+uOUSlYCcoGp4vbltXw6yv7Y9sYASOQfwQs5MQisFvlsqo+oZ9KnXy4Im9DTptvmaSNI1/NMBCecpYylxSEJvsmhZuAc9tyRmA65+Sc8wovvE/zXm2ym4yBMbA8YHkgL/IA5S7iXKQsVvDnnAu29otHANXsVLGNd9XOGQEjYASMQE4SyKy0zckwCo1fqUar0NxLS4gRMAJGoAATCPt2MWOFJEVamZEtxyZGwAgYgXgEnFzkdPB+SzkSfj9iP3LBtrlNANahwB8Jx0msXpuiq4f8pXc/+ocZDFV8T6cnB1dXyxNK53a0zP8iSsCSvfMEKl3aQjUe6RF4EOnN3jJhvtZcO8ZPZsgzzRgoJHzeQzNwYL8iQsC5SJ3rnJNzLvqdnu9FefFtysKwb6CWBywP5GceoKxDnIuUgc458edcxGS/qEr4TkA7IPIWAQm4IOybGAEjYASMQEggLDNDk/PsY5pkj4DZNgJGwAgYASNgBBKLgHPO9xk6FzFpQ9OOZz4EdOkR9OqR004vqwsvKa3AppdlS9bplhs+17rgm1JipcpiYwTyn8Avsz7Q0s6jpH9T/fNS4ojq2u/xc7RnyeLR+SrC54xnjmcPcS54wgIhBc45DBMjYASMQIEkYJE2AkbACEDg8MMPF4thso9s3LhR9evX18svv8xhoRL6i0Ph2xvCWB3G7TBn0ZUPJOu5eS54N1QgThe1LqWRN1aQ/RkBI2AEjEDuE6j0zHVKurC5L39FW/t/C7TlshGZzoMUlue5HzMLIa8JcG8JE5O6GqG+RqivX3w3RT3v/1fJKU7yP6c3HqqsxoczT6zsL58IOOd04YUX6rDDDtMnn3wiFsZr2bKl2rVrJ0yEOUHr1Kmjfv36qXjx4jka05o1a6pevXpiUfkLLrhAgwYN8nL66aeLxeyrV6+u9evXa9WqVT5c7LZu3Vrvvfeej2P//v01ePBgdezYUWPHjlXDhg3VuHFjbzcnNsyR2rt3b5UtW9aHc95553nz8ssvV/fu3bVhwwZ16dJF+++/f5aCK126tE/XJZdc4v0599xzxcKkBx54oLp16+bnxcKjAw44QEceeaQ+/vhjnX/++Z7JFVdcoYsvvlgVK1ZUmTJlsJZG+N7w888/izjChfsFlx9++MHf46zGEU+dc7rooot0zDHHaPr06Z4vnPGzR48e2rx5sy699FIfl7p166p27dqaM2dO1B7ht2rVyp+rUqVKmntYsmRJ7b333vrtt980cOBAn/6//vqLYNMI/bowgc2TTz7p8+agIH8QB9L1/fffC35HH310Gnd2kEsE9txdVRY/rD0Oj+R1FwTz7+BJSnlwZoY6n3ogVgKr9jMCRsAIGAEjYASMQJ4SeOGFFzRhwoRomFdddVV0Pz926Mf/6quvokE3b948um87RsAI5C4B2shhCLRvf/nll/AwoUyLjBEwAkbACBgBI2AEjIARMAIFm0Cxgh19i70RMAJ5RMCCMQJGwAgYASOQrwScY7iP5JzzgrItA7QQBp7tvvvuUcXc6jWT1Om6fVWt5p4KBwE9dOMSzXt+hewv7wl8+sxSvX397G33QtqjUm8oeFgAABAASURBVAkdO7m9SpQuGb1n4T3kfiLcX+ci95oYO+cwTAoJgQEDBuiVV17RKaecEk3RO++8Iz5E33LLLWLgdvSC7RRYApS/RJ4B+aFwb0NFutGzNumOUcmBldRApIvbltHw6yr7fdsYASOQrwQs8AQksFvlsqo+8XqValp/W+xStenmidr45CsZBsKHZS4Ww7KYfZPCTcA559tJpNK5yH7sO7VzLs1iA1wzKWZMihkDew4sD+xqHnAuUuY6FylnnYscK/hzzgVb+2VGADpOLrPLdt4IGAEjYARyjIDLrLTNsRAKlUdWfxeq22mJMQJGoAAQcAUgjgkQRfp5EaLCV7VUseXIxAgYASOQkQAlRFhO/Jsa7AWS0ZadyS0ClNexEn63Y5wE8seaFF095C8t/vgfKWh/lCzh9OQd1dXi+CTZnxHIJQLm7S4SqNituWo80lMu+Ffw3G6ZOF9rrhktnmmEsVBI7LPP/i4Ga84LEAHnnI+tcy7IIs5/g3Yusu9c5HhXv0eZe/umaXnA8kCi5AHn0pZvzkWOFfw5999+cFjkfmH9H2uyn/ovrbQAR9A24zjYs58RMAJGoMgTCHqsor3clI1IkYey6wDMByNgBIyAETACRiABCTgXaSs7FzFp36M/z3wI6NQje+65p9ezb31aGV14SengPSnSjly2ZI1uvuFzrV2D/m0CJs6iZATygcDPMz/Q0i5PK/Xff33oJY6orv0eP1t7lizhnyOep/D54lnjmUOcizyDOHLOYZgYASNgBAoqAYu3ETACRiBKoFatWmKRz/322y96rnXr1nrqqaeix3mxs2XLllwLhr7jUMJxeIzRYbxOSkqKrnggRdPfcdF21MWtS+nJG8rnWnzMYyNgBIyAEchIoOLYfip1UTiHYNCv9b8FSr5sRNx5kMIyHTOjT3Ymtwnk1iJn4f3EjK2vqbOpr2cvTFaP+/5RcooidXaQTeY8XEmND98zt5Ns/meBAAu0P/HEE7rtttt08MEHa8OGDfrpp5+0bt061alTRzfccINGjx4tFm3PgnfZslKqVCm/uP2ZZ56pv//+W7Nnz/aLxh977LF+wc5rrrnGj8ddvny595f+vn79+un6669X+fLl9frrr2vmzJl+QfpevXpp6NChKl26tLebU5tDDz1UY8aMUbt27bR69Wof3qeffqrjjz9e48aN84vQO5e1/sYTTzxRw4cPF+/PxHv9+vW65JJLNHLkyDR8ixcvrttvv91f470XLitXrtS1117rxbmM4ZUsWVJDhgzRaaedprlz52revHmqW7euHnvsMV1wwQV+bHN2mMDx3nvv1RVXXKGNGzf6dC9cuFCNGjXyPJo1a+a9I/9gj7RRxpCupUuXel5TpkxRx44d/b1dseK/+Z87deokuH788cf+nv/xxx/er/Qb8hxsYBRyIA716tXT448/rquuukr0Bad3Z8e5Q8DtubuqLnlYexy+f7Qs/3fwJCXf/1yGOp/6IFZyJ0bmqxEwAkbACBgBI2AE4hMYMWJE9EKLFi108cUXR4/zY+ell16KBtu4cWMxpiF6wnaMgBHIVQInnHCCeO4IhDbriy++yG6iicXHCBgBI2AEjIARMAJGwAgYgQJOoFgBj79F3wgYgTwhYIEYASNgBIyAEch/As5FBp055/xgMpRuGZCHoOiO8CELqV6rtDpdv6+q71/S2w1caMSNSzVv1o/5n5AiFINPxi7V2ze8ILngF9y34nuVUuMpZ6pEUkn/0ZF7xX3bfffdxX1EuK/OOTnnxJ9zEZN9k8JDgI9gDKAdPHiwGDwapuyOO+5Q06ZN9cYbb4SnzCyABMLBlwzKZx+TQfkMpGVg/tOzNumO0VsVPOiSnDq3K6vh11WW/RkBI5AIBCwOiUpgt0plVH3i9UpqVl8Kyk5ekTYPnKSNT7wcdyA8ZS9lMCL7KzIEnHNyzkXT65zzx86Z6ZwxcM4YOGcMnDMGzuUOg7DwdS7if3hsZnoCqf4E21Sx9Ye2MQJGwAgYgVwjkFlpm2sBFmyPUyN1k1Er2LfRYm8EjEABIhAUu8GvAEU476NK/y4ShuyCHScXbO1nBIyAEYhPgBIC4SomZUgonGMf0yTnCYRsMRG+1SGMk0B+X71FV9/ztxZ98o/vFStZXHry9r3VonFSzkfGfDQCUQK2kxMEKnZroeqP9pToNwheYLdMnK+1fUeLZxthTBTCsx8rORG2+VEwCDjn5JyLRtY554+dM9M5Y+CcMXDOGDhX+BiEhZ5zkbSFx2byyhC8MIQg3LYdz2nbvhlGwAgYgSJOwIn//yCE7aj/zthe9gmYCyNgBIyAETACRiBRCTgXvPvECPrz6NGjU49uPYKePdLqtDK68JJwgSKn95au1S03fK61a1ISNXkWLyOQZwR+nvm+lnZ9OvhUkyrnnEoeUV37PX62ipcsEZ2vInyueMZ41hDnIs8gEXXOYZgYASNgBAowAYu6ETACRiAtgb333lvvvfeemL8pvNK9e3cNGjRIa9asCU/lqsliniwAumDBghwNJ+w3xmQMHsLYHMbpMGfR5Q+k6Ln5Lng3VCBOF7cupSeuLyf7MwJGwAgYgbwnUGFMPyVd3CIIOFIua/oCJfd8OMM8SJTllOuhBA7sl4cELrzwQj344IM5GiL3Eg8xub8I9TVCfT17YYoue0BK+ddJwU/B31sjKum4w/YM9uyXXQKlSpXyC7rPmDFDlStX3q5zFrlkIXbM7VoMLhYvXtwvHD9+/HjNnz9fuFu0aJEmTJigc845R1wPrGXp16RJE+8+XrjhNd5VQ88qVaqkAQMG6O233/buMAcOHKiaNWsK+4sXL1aPHj0U/tH/d+655+q5554T14jrrFmz/KKeSUlJobVMTcKeM2eODjnkkAx2MrtWtWpVH0fmRCU84jh8+HAdcMABGfzY3gnnnBo2bKjJkyf7tL766qvq3bu34sU7KSnJX8MOYZLGM888U/Xq1RPxj+Ubxhu/+/Xr5+8h92/UqFE66qij5JyLRiteHoIFfuJP1GKwg92uXbvqxRdf9PElb9x///0Z0r3ffvuJ81wnrsS5T58+Po8ST+5Ty5YtAx8jv/3331/PPPOMv38vv/yyOOZe4xb7EVuRLWxgFBuHJ598MkvpivggkY7HHntMWXluQjdmZkJgj92115KHtUf9IO+TrQJJvXOyUu6fnqHOp16IlUx8tNNGwAgYASNgBIyAEchRAuPGjRPvmKGnV199dbibb+bMmTOjYXfs2DG6bztGwAjkDYEOHTpEA6IvIXqQMDsWESNgBIyAETACRsAIGAEjYAQKOoFiBT0BFn8jYATygIAFYQSMgBEwAkYgQQg453xMnHN+UBnKtyjiIgzMi1V237tmaZ1/3T6qVqu4dyOlasSNS/X2zB+2HZuRmwQ+GbtUc298IaAeCWXPyiV0/JT2Kl6qRFSZmvvFfeP+IdxP5yL3FlfOOQyTQkzg5ptvFgM2TznllGgq582bp+bNm4uBuAzmjl6wnQJBIHbQJfvhwPxQkW7UrM264+mtQZGc6idb6NKutO67tlKBSJtF0ggUCQKWyIQmUKxiaVWbcJ1KNq3vy9Bgo80DJ2njEy/bQHjZXywB55xvLzlnpnPGwDlj4JwxcM4YOJc3DGLLY9uPR8D5k2ydnN+3jREwAkbACOQugbilbe4GWXB9D94XiLyzOgoMJkbACBiBPCHg8iSUghcI39jixTrVn4xs/a5tjIARMAJxCISlRGjGsWKncphAWG5jIoyTQBgngaz6M1l97t2oxZ/8E7Q2nJJKOD01eG81b5yUwzEx74xAOgJ2mGMEKnRtruqPXa7gIean5Enzta7v6DTf6RnnxrNPORCK7K9IEXDOyTkT54yBc8bAOWPgXNFgUKQK+mwm1r8P/Bu2zEIzm56YdSNgBIxAISWQWalI2VlIk5y7yTLfjYARMAJGwAgYgYQm4FykjyDUn8dEnx7denTskT333NPr3bc6rawu7Fw6SE/wxhT83l+6Vrfc8JnWBN+agpP2MwJFksBPM97X4s5PK5V+ltRUlTiiumo+cbaKlyjunxuen/B54tniGUOcizx7QHPOYZgYASNgBAo2AYu9ETACRiAOgUqVKvlFOdu2bRu9etttt+nYY4/VI488Ej2Xmztvvvmmjj/+ePXp00d///33LgdFP3EojMNBGJPDOLyUlBRd9sBWPfdOEEzwboi9S1qX1JPXlwtOJN7vjz/+0KOPPioWbG3UqJEaNGigNm3aaOjQofrtt98SJsIbN27U5Zdfrvbt24s4E7HPP/9czZo1U/rFYLkWT95++22fPhZ0jXc9K+e41yzStWzZsqxYz7ad1atXq3///j6/ci9YBGzTpk3Z9ic/HOQE36zEO6/CyUpc4tlJhPhRzvXs2TPN8xLGlTJpyZIleumll8JTO21u2LBBDz/8sFg0mfxKOdujRw+99957Ipyd9jiXHJYffa1KXtw8iFsQQFA+a/oCpfR8KM34Sp5xhPiHEthO+N/UqVPFPX/ooYe0efPmTONLHUWZf9lll+mVV14JWASde5nazp8L1NUnnHCC3nrrrV2OAPcQTzC5rwj1NQKL5xekqMfwf5WyNbAFikDmjqisY+vtGZywnxEwAtslYBeNQIIScHvsripLRmiP+gconGA69c4pSr7vfxnqfOqHWEnQJFm0jIARMAJGwAgYgUJCgHboiBEjoqnp2LGjTjvttOhxfuwkJyf79RbCsGP78MNzZhoBI5C7BDp16qQSJUr4QF544QUtXrzY7yfMxiJiBIyAETACRsAIGAEjYASMQIEnUKzAp8ASYASMQK4TsACMgBEwAkbACCQSAeecj45zzk+WiRIuCrlIqKCLsi6yd83SuuD6fbX3AXS0Oyn4Pdp/md6e8YPsL/cIfDxmqebe9CK4FdwmFd+rlE6Y2kF7lvxPmZpJCbhf3DeE++icC+w7HzHnIqY/sE2hJsCg8Ndff12DBw+OfhQjwRw3bdpUc+bM4dCkABCIHWzJfjgwP1Ske2rmZt05OiV4zoPEBM94t/ZldN+1lYMD+xkBI5AoBCweiU9gt4plVH3S9Sp1yhGiQOWNKXngJG18/CUbCC/7MwJGwAgYASNgBAoKgdQgoqmhVl+wbz8jYASMgBHIPQKUuel9t+NMCDDBjL9k1DwG2xgBI2AE8oCAlbiZQ+ZbW/qr9AdLka3szwgYASOQCQG3rZxwmVy30zlLICyvMRHGSSCMk0B+W52sq4Zu1OJP/vEBJ5VyeuqOvXXKcUn+2DZGIDcJmN85S6BC1+aq/ujlvmeb99gtE9/RX9eMyfCdnjKA8iCUnI2F+WYEjIARMAJGwAgUBAK8B/h4Rhtm7CD+rG2MgBEwAkWeQLwSMVp2Fnk62QdgLoyAETACRsAIGIHEJ+Bc5A0IPfpQ0KtHxx5de4Q5EZBT25TVhV3Kyn/yC9x9sHStbr3hc635M0X2ZwSKGoGVz73Nx6vzAAAQAElEQVSnJV1HyznnpeSRNVTribO1Z/H/5qsInyOeqfD5ci5iH17OOQwTI2AEjECBJ2AJMAJGwAhkRqBMmTKaNm2azjrrrKiVL7/8Ur169RLzOU2ZMiV6Pjd3HnzwQdWpU0dPP/30TgdDP3EojL9B/vnnHzEOj0WcLnvgH82YH7zf8Y4XSOc2pfTEdeV2Orzcckgapk6dqg4dOmjMmDE+mDZt2qhdu3YqXbq0v1/nn3++3nnnHX/NNhECkyZN0s0336wNGzZETuTglnsyatQov+hWzZo1/b1p1qyZSpYsmYOhmFeFnQD5aNy4cVq2bFncpC5cuFBXXnmlVq1aFfd6Vk/+8ssv6tKli8aOHauyZcv6sqN+/fr68MMPddlll4k4EJes+pdX9iqM7qdSnVsqaMArKKnlpi/U1p4PFfjxlS1atFD16tX12WefaXuLhJEvPvroI9WtW1dNmjSRc1BQwv3Nnz9fTZs21RVXXKE///xzp+IX5j9M6mqE+hqhvn5+4Vb1fEDa+u82BoExd0RFHVtvj50KzxwZgaJGwNJrBBKawO67qfKSEdr9iAMi0QzKeHf3VG0dPj1DnU89ESsRB7Y1AkbACBgBI2AEjEDOE3j00UfTtNmvvvrqnA8kmz6+8cYbURfVqlVTrVq1ose2YwSMQN4Q4NnjO00Y2uzZs8PdhDAtEkbACBgBI2AEjIARMAJGwAgUfALFCn4SLAVGwAjkMgHz3ggYASNgBIxAwhFwzvk4Oef8QFcUclHMRUJFXRTdkWr7ldb51+2ravsXV2T21VQ92n+p3p7xg/fDNjlL4OMxSzX3phcD1pFl3IrvVUonTGmn4iX/U6ZmMgLuE/cL4f45F7mXxMY5h2FSxAighPPqq6/qlFNOiaZ83rx5/njgwIFioHf0gu0kHIHYQZbsc78YlB8q0j01c7PuHLNVrKHFJNjd2pfRsGsqJVw6LEJGoIgTsOQXEALFKpTW3pNuUKlTjoi83kracuskbXzsRRsIH7CwnxEwAkbACBgBI5D4BFwQRScXbO1nBIyAETACuUvAxSttczfIgux79NuEK8ipsLgbASNgBAoOgaC4DX4FJ74JEFO+sUW+widAZCwKRsAIJCSB2HLC7/OBPiFjWjgixdgIUoKJME4CYZwE8vvqFF197yYt+fRfKWhvlEnaTaMGV1OzY0rJ/oxAHhCwIHKBQPmuzbX3Y1fIv8cGmy2T3tFffZ/O8J2esoByIZRciIp5aQSMgBEwAkbACBQEAjTMiCdtM4R9EyNgBIxAkSdgvdw5nAXMOyNgBIyAETACRqCAEHAu6FQO4uqcEzr1CPr16Nqjc48wJwLSsnUZXdi5jFAao2n5/rK1Gnj9J1qzOln2ZwSKCoGV09/Tkm6RxVL53lLiiL1V64mzxTMSCs8NwrPEM4U45+Sc85ici5j+wDZGwAgYgYJNwGJvBIyAEdguAd6Ppk2bpgcffFAHHnhg1O78+fN13nnnqX379nrzzTej53Nr55dfflG3bt3UqlUrLVu2LFvB8M4XK4y9iZ2zqOf9/+i5+bSQEKlLm5J68rpy2QojryxPmDBB9957rypXrqzx48frueee06BBg3TLLbdo8uTJuuuuu8T4wttvv11ffPFFXkUrW+EccsghmjNnjo93thzugmWY7ILz7TrdtGmTvvvuO1WtWtXfm/79+6tdu3bbdZNIF5s0aaKlS5fq4osvztVo5VU4O5uI/I7f4sWL9eyzz2YaffIwZVemFrJwgXJw4sSJ+vbbb8XiVJMmTfJlx2OPPaaRI0eqfPnyGjNmjJYvX54F3/LeSvmnr1XJzi3p0vKi6Qu0tfuDGcZXks5YyfuYZj1EmJ9xxhmiD++1117TH3/8kcHx77//rpkzZ6pMmTK+zi1ZsmQGO4l2gjxVp04dPf7449mKGvcNB5jkd4T6GklJSdGsBSnqfn+qUv6J1Nds542oqGPr7YkzEyNgBHZMwGwYgYQn4HbfTXsteUR7HFFbVPipwSb1rslKGTYt0zqfRFF3YJoYASNgBIyAETACRiAnCfz22296+OGHo15eccUVOvbYY6PH+bUzY8aMaNAdO3aM7tuOETACeUvg3HPPjQY4ffp08a0geiJ/dyx0I2AEjIARMAJGwAgYASNgBAoBgWKFIA2WBCNgBHKVgHluBIyAETACRiAxCTgXUbp1znlFXJRyUdBFGCyLwi4KKki1/Urr/Bv2U/XaJRRYlpP0eP+levu574M9++UUgY/GLNHc/i/JAw7uS8mqSTphSjsVL1kiqlDNfeH+cJ8Q7ptzTs458edcxGTfpOgROPHEE/X6668LJaXixYtHAQwePFhNmzb1ykHRk7aTMAQYVBkr4cB8FFMYmD9y5mbdOWareLp5xLufWUbD+lbM0fi//fbbatCgQVw5/vjj1alTJ73wwgvasmVLjoZrnkkoGjZr1kyff/55ocDxzDPP+HyEub0EkW7yHHkvtMc+57gWnotn4jf2MGOv447z+BOeZ59z8WRn8zbKRCjpZvTzv2eoZcuWvixeuXJlGBUzAwLco0TJ78XKJ6naxOtVqvkRomx1QfxSBk3WpsdezHQgfFhWB1btZwSMgBEwAkbACBiBfCKAqrbX40ONL5/ikL1gaUe+/PLL6tq1q3gH5z2aiSKuuuoqvffee+IdK3s+5q5tlBJoa2zcuDF3A8ph38O2D3HPYa8LrHe5eS/Jt6+++qqYeII8fcwxx2jBggXZZkVfAG0k2krZdrzNAXFZsmSJXnop6Ffedi6RjESP345ZoTad3pYdZ0pg2+I7Ri1TQnEv8Jx88sknGjBggOhTolxBTjnlFF1zzTXiGnbiOs7GSfqdqZOzOxFcGAT91Xx7oNyi/ArPs8854pwVCcu8sO4Kj0P/0pvUbfiLmf6aHWedAHkoJ+qurIdoNvOEQNA8CH55ElRhCYR+YCdXWJJj6TACRiAXCFBCIHgdmuyb5DwB3k/wFRPhfRXhvRP59Y9k9Rq6QYs/2er7j8qUchp1exU1bVQKZyZGIA8IWBC5RaBC1+aq9vgVCjq5vWyZNF/r+4zK8J2eMoHyIZTcio/5awSMgBEwAkbACCQwgbBhFg7wS+CoWtSMgBEwAnlHwFkvd47CNs+MgBEwAkbACBiBgkTAOeej65wTuvUIevbo3KN7jzAnAtKyTVl16lpGgVUvH763Trfe8Jn+XJ0s+zMChZ3Aiv8t05LuY+W2/Zc6uoYOePKc6FwVPCM8Lzw7PEM8S4hzgYtA4OOcwzAxAkbACBQSApYMI2AEjEDWCKDv+O6772rgwIEqX7581NHMmTOFzkT37t01e/bs6Pnc2nnllVf8nC033HCDH0+zo3AYW4MdTOSff/4Rwjg85izqfv8/mrGQ97uIdG1TUk/0K4uThJNvv/1Wzz77rOfPXFkHHXRQmjg654SuDbqqf/75p8aNG+fTmsaSHeQaAdoRsfOZ5VpA5nGhI8Dz+uCDD6pOnTo65JBDci19q1at0rx581S9enV17txZtHvDwOrXry/milq/fn1Cz/FVftS1KtW1VdCij8TczViorZc+4OsDynXKd4TyHsFWaLKfiAL7Ro0a6ffffxe6bYwNDeNJWtB3XLNmjZo3b66aNWuGlxLeXL16tS6//HL/jrBw4cIdxje8T5gwQEg/Qn09c36Kuj/ggnpNwf2nzpbmP1JRxxy6p+zPCBRVAtQZc+bM8XM0Zo2B2TICBYTAbsVUackj2v2I2tEy3w2Zqq33TktT51NXUG8gpCw02TcxAkbACBgBI2AEjEBOEHj00Uf1zTffeK/KlSunPn36+P383tAnH8bhnHPOCXfNNAJGII8JtGvXLtqf++mnn/q1KfI4CpkEZ6eNgBEwAkbACBgBI2AEjIARKAwEihWGRFgajIARyEUC5rURMAJGwAgYgQQm4FxkkKdzTs45r/COoi7C4GUG3aPEi1Tbt7Q6Xl9Tex9QfNvcq6l6fMBSzZ3+vexv1wl8NCZg2f/liEepUokqpXTilDNUvERxr1DNvUC4L9wfpFixYv6+Oee8O+cipj+wTZEmcMstt+i1117zg8NDECymgxLTrbfeKgb0yf4SggCDKWOFe8OgfBQuGJj/xHObdeeYrdvKXan7mWV0b5+KuRb3UqVKqUaNGmmkRIkS+uKLL0TeQWER5YNci4B5bARyiUBu5O2kpCS1adNGHTp0iMg2k4XaSMasWbOE4ijPD8cmiUegWPkkVZt0o0o2PzJazibfOkkbH3kh04HwYZmdeKmxGBkBI2AEjIARMAJFg0Ck74etk0v4JPMu3KlTJ91888364Ycf1LhxY//ufNhhh4nFhy+77DI99NBDog2cCIlhEgmU7bOiaJ8I8bU4ZE4gt+/lt99+q2HDhmnt2rVq0aKFzj33XNWqVSvzCOXiFfLrlVdeKSYnycVgdtrrRI9fVhKWobTNiqOiamfbNwpXAOqoRLlFf//9t68n6UN6/fXXVblyZaH8Qn/Tvvvuq/nz5/v+pXvuuWeX68tJkyb5sDZs2LBTyWeCnXiT1fHtau+9907Tp1ylShX/zbF48eJ+0qTYPmeU/nYqAuZolwgkUt21SwkxxxkIuAxn7MT2CASf4YPLkW2wYz8jYASMQFwCYSkRmnEt2cldIsD3NjzARBgngdBHhPzyR7J6D92kpZ+lyjmncmV209ODq+nkRqVwZmIE8oaAhZKrBMp3aa69n+wlBS+0wU9bJy/Q331GZfhOT9lAORGK7M8IGAEjYASMgBEoWgRSw+RGd8ITZhoBI2AEjIARyBkC5osRMAJGwAgYASNQ4Ag4R6+y5Jzz45PQs0ffHt17xjEhzImAtGxdVp26lFVq0KxEPnhvrW69/lP9uTpZ9mcECiuBlf97T0u6PyOUJVODTcmjquuAx89W7LPBPs8Mzw7PEOKc888VXJxzGCZGwAgYgcJDwFJiBIyAEcgGgUqVKum2227Tu+++K/S1Yp0+9dRTatu2rdD16NKli6ZOnRp7Ocf3hw4dqjp16mj8+PGZ+s2YGi5iIoy1QRiHh3S//x/NWBC8HtIoCt4Pu7YpoSf6lcVJQso777zjdeSaN2+uQw89NG4cnXNiTpeDDz44aO+lauPGjVF7pJ35ti644AIdc8wxatCggZo0aaJrrrlG6FRELQY7gwYNUvv27fXTTz/pySef9H5iH79HjBiRxt/Auv/9+OOP6tu3r44//ng1atRI5IMPPvjAX4vdfP75537OL8KIPc89mTJlis444wwft6ZNm4qwNm3aFGstuo/+z8MPP+zntSFuCHPccI5rWCT96MSip8sxacUe84xxjJD2MN5cI42xfmAnM3nmmWc8wyVLlmjlypVq1aqVTxtpxA3xGDVqVDSOcO/WrZvee+89f3+wg4TxJK5vvfWWZ4DdXr16CV1Q7KSXWDewHzx4cJQ99zgMY86cOTr77LOjTLmfW7ZsiXoHC9JNWsKTYV5BL5R7tOehdQAAEABJREFUyfX0bEO7v/32m+68807PAXvc/x49emRIY/pwYuP/66+/6u677476QR4gL5AnwnAweY5JTxgvwurfv7+WL1/u8yv88Be72ZWciF92w8T+P//845+xP/74Q71791bp0qU5nUYGBc8jeZeT5GU4h/eLa82aNVOY57ATSvpr69ev9+1fdNirVq0aWouazKHGQcmSJTESVso9dY1Kdm0VPENB+R3E0s1YqH8ufcDrFpJnyL8I+QUJrAR2gw4wdhJQ6H/g+ULfcMGCBX4euzCaLBy2ePFi1a1b1z8fzjl/iXn3KCsGDBignj17irxPvfjll19mSGt6u8xdwPyLuOea9zAXN2+++aafP4FyljJxe0Fxv0LhHvJ8EMcZ87eq+4NO//yTGtTW8rLg0YpqdMge2/POrhkBI5CegB0bgQJEwO1WTJWXPqrdj6ztY039oCFTtHVoIFu3+nqfeoL6AvHXA5uhGezazwgYASNgBIyAETACu0SA/ib6CENP6Lc56KCDwsN8Mz/66CPRHxdGgDkLw30zjYARyHsCzIEWhso8++F+vpoWuBEwAkbACBgBI2AEjIARMAKFgkCxQpEKS4QRMAK5RsA8NgJGwAgYASOQ6ASciwx4dc55xdxixYqJAbMIyrso8aLojlTdN0nn31BLNQ4s4e2StidvXqq5079j12QnCXw4eonmDng56rrk3klqMrWd9ixeXHDnHiDcD+4Lwn1yLnLPcOicwzAxAlECJ554ot544w3dfvvtPh+FFzhGAYiB4+E5M/OHAIMoY4UBlgy2RNGCgflPzNiiu8b9o6DAFU94jw6ldW+fisrNPxReZs6cqVghH02fPl0ot7BA41133aVYRafcjI/5bQRyikBu5O0KFSroqquuEspySCg8I88//7xXnkPRcNy4ceLZzqm0mD85S6BYuVKqOukGJbU8ype1bLbePlkbR8zOsLhAbJnNfs7GxHwzAkbACBgBI2AEjEDWCaCGH1HhzrqbvLb5xRdf+MkYfvnlF6Eoz8Qp9957r39/fvTRR8UixAceeKCfgGby5Ml5Hb244dEuR+JeTPCTTESzdOlSXXzxxQke07yJHvcRya3QmNiH9l7Hjh39xCvXXnutX+A6t8Lbnr/0I+VmWrcXdlauJXr8spIGytxYe7a/HQJ+QrDtXLdLaQjQx3rrrbfqlVde8RPUoOQyYcIEX2/SzzRmzBg999xzftIy+md3tb7keUwTgWwcMNkXinvxypuwPo/tU77vvvv8hEz169f3dX7sNSazyUbQZjWHCCRS3ZVDSTJvjMBOEXDeVWTrd21jBIyAEYhDwPGxKDjvArFfzhMIv7FhIrxj8i2V91Xk51XJ6jV0k5Z+/m8QeKrKlS6mp2+vopMblgyO7WcE8o6AhZT7BMp1PkXVnujlJyqlvzt50nz9ffVTGb7TU05QXoSS+zGzEIyAETACRsAIGIGEIRBtmLGDJEzMLCJGwAgYASNQSAhYMoyAETACRsAIGIGCScC5SBvROSd07RH07tHBRxcfQTcfadmmnC7sWkaBVeHqo/fX6dbrPtHqP5Jlf0agsBFYMW2ZFvd4JpqsUkfX0AGPn+UXP+R5QHg+eFZ4Znh2EOecnHPenXMR0x/YxggYASNQSAhYMoyAETACO0Pg4IMP1ogRIzR//nydd955abxYuXKl0Pc499xzVa5cOWFOnTo1jZ2cOvj+++914YUXql27dvr444/jehuOqWGMTexYvK73/aOZC51/13POqdtpJfVEv7Jx/UiEk8nJyXr//fd9O++EE07w8c4sXtWrV/d6qXfeeafKlCnjrTH+cMiQIbrpppu0du1atW7d2nOrUqWK3n77bV155ZVCN8Zb3rYhzHvuuUfPPvus/u///k8tW7b0Y5fGjBmj4cOHp5kn5tNPP9Wll16qBQsWCF2Ztm3b6q+//lKfPn18vLd5malB/IYOHSqE/dNPP11HH320Jk6cqEGDBmVwh15uly5dxHw1lStXFovsEL9NmzZp7NixGjhwoJ/7ifd7FsGqV6+e9+O4447zdqtWreqP58yZo4suuigab/ypVq2a97d79+4iHG8xkw06Q2eccYb22msvJSUlqU2bNjrttNN83sctfjz22GMiHqSJ+c5YPOyyyy7zYZA/Y73+7rvv/FxoxOGUU07xOpk8R7F20u+vWLFC+Ldw4UK1aNHCc/vmm288A+b3gUWtWrX8/cPtk08+6RmxH0+IE/d8wIAB2rx5s08Tz1ipUqW8uxtvvFEbN270Tkkji5+9+OKLft4t+MGY/MD5efPmeXvb26xbt0433HCDmOuNvH3yySdr9erVPi+gRxa6JV7cb8JHBwid4ZNOOkmk+4orrtCqVatCqzlqZjV+Oxvo3Llz9cILL+iSSy5R3bp143pz5JFHCq5cJC/DmbzHcXYEN1OmTBH5gnZvrFvu5csvv+zzHM977LVE3C/71DUq1b2NHJELNm7mQm3tOtwvBkwZQnlPuU++QbCWyEI5RtlB3NGh3LBhg9avXy/2S5Ysqfbt2wuTNFDOPfLII758JJ3kjaOOOsqXV/fff7+fUzFMM9e558xZQJ/H8ccfr2OPPdaX5ZSv1M9wwt/clgceeEB16tTR6NGjMwRFfEMhPghxh8eMBf+o+4NO//4rOefkJL37WEU1rLtHsGc/I2AEskPA7BqBAkegmFPFJY9ojyMPlHMuIkOnaes9U3ydT11BnRHWIZgFLo0WYSNgBIyAETACRiBhCdD2XrNmjY/f/vvvr0SZC4h+OB+pYEMfbGDYzwgYgXwkcMEFF0RDZ/6zL7/8MnqcXzsWrhEwAkbACBgBI2AEjIARMAKFg0CxwpEMS4URMAK5RMC8NQJGwAgYASNQIAg453w8nXN+4A/KugxgRhhcz8BWlHqRKvskqeMNtbR37RLeTapS9eSApZo7/Tt/bJvsEfhw9FK9NeAVhQOqSlQtpSaTzxCsEdgj3AfuB8L9cS5yrwjNOYdhYgTiEggX2WvWrFn0OopJHLO4UJj3ohdtJ08IwD1WGGDJQEsG5aekpOjx5zbrrme2KihivfTsUEb3Xl0xT+IWL5D99tvPL2h3wAEHeKWuZcuWxbNm54xAgSOQg3k7TdqLFy+us846S2XLltVnn30mFN7SWLCDhCJQrGwpVZl4g0q0PMqXuZS9W2+frE0jZnulLspmymjK6tiym/2ESohFxggYASNgBIyAESgyBFyQUicXbBPzx4LGTJLBRCk9e/YUE3zQnxUb23333Vcsbly6dGmxoPHPP/8ce9n2jUCBIED+LRARtUjuAgGXvrTdBb+KgFP7VpGtm/zGG2+IiZ6OOeYYMVlXOLlWrCfVq1f3E1JVqlTJT2jz559/xl7Ok33qdRT36Odispw8CdQCyTUCVnflGtr88djlT7AFOdTUIPKMbwgM+xkBI2AE4hKILSfYj2vJTu40gfDbGibCtze+wSF8j/vp92T1GrpJ7y2P0K9QdjeNHlxFJzUoudNhmkMjsJMEzFkeESjX+RTtPbJ30P/iRLfC1ikLtOHqpzJ8p6e8oNwIJY+iZ8EYASNgBIyAETAC+U0g0jSQUoMenUDyOzoWvhEwAkYgEQgEJSLDnBMhKoUhDpYGI2AEjIARMAJGoAATcM752Dvn/OKQjFNG/x5dfHTykVBHv0Wb8urUrWzkPSpoX378/joNuv4T/bFqi+zPCBQWAj9OXabFPcYF/SiRFJVqUEO1HztL4bMQPg88IzwrPDOIcy74RuO8I+cipj+wjREwAkag8BCwlBgBI2AEdolA48aNNWnSJLHoUO/evXXggQem8W/9+vWaOnWqzj33XP9exfwlxx9/vDp27Kjrr79eDz/8sGbMmKFly5bp999/T+M2OwezZs1S/fr1xRxSoTvG0bCPGY6twWQ8Xtfh/2jmQkXbQd3alNAT15bFesLK5s2bxYJT6DxUqFAh2/FkXpdXXnlF6OhMmTLF6+nAi/vTrVs3rVq1Su+++24af7knv/76q9dvvffee3XXXXdp/Pjx4j6+8847+vHHH739jRs3asSIEdqwYYOfe+mxxx7z94K80b59e784p7e4nQ1zfT3//PNp4jds2DChh1umTJkMLrH7/fffq1evXho7dqzXxSV+5KfDDz9cH374oX744Qc/R91FF12kU045xftxzjnneLsHH3ywVqxYoeHDhwue+EG80ellHza4HzVqlMgz3nGcDc9Av379VKtWLe/PVVddpWuvvVboQOH266+/Vo8ePcTCP+hGkSa4YP+JJ57Q4sWL0/j6xx9/iDhyjfQQH9ooaSylO+Ae1a1bV9OmTfP39dFHH9WFF14ozs+dO1f4Rbj499RTT6lixYpaunSpuG/pvPKH5DM41qtXT+PGjfN+woN4t2zZUj/99JNni+U333xT3IcBAwaIcIkvYZEfuG/kKZ477GYmLIhEvoYRccQ9cUZP66WXXhJ62Lj99ttv9eyzz3rWxAV72CfdtQL+6HdhL6clq/HbmXB/+eUXPf7442rUqJHOPvvsTL1o166dzxdYIC/DmbzHcU7IF198ocsuu8znmT59+qh69eo54W2u+1H2yb4q0a11pDBPlVxQsG+6cIgvz3iWVq9enWY/PMf5RBCeNcX8HX300b4u++6777Rw4UJfJq9cuVLNmzdXzZo1vU3qtFdffVWff/65L9fuvPNOde7cWd27d9dtt93m62Hq5LB8Jo+99957atCggS+XL774Ym+fZ7p27dq+HGfOL8ap7woT5gP0EdzBhrkSunbtqtatW/u6H+ukCRNhH6HcRZ6bv1Xdhqfq339SxXlk4aMV1ODg3bFuYgSMQPYImG0jUCAJuGLFVHHpo9r9yAN9XRBspHumaOuQSf49nfqC903qiDCBsfvhOTONgBEwAkbACBgBI5AdAgsWLPD9naEb+vzoUwuP89Ok3y4M//zzzw93zTQCRiCfCBx66KG+r4vg+UbywgsvsJufYmEbASNgBIyAETACRsAIGAEjUEgIFCsk6bBkGAEjkCsEzFMjYASMgBEwAgWHgHMRpVznnFcoQWmXwfEIyryxCr571UhSxxtqqcZBJRXYVrDRyJuXau7/vpP9ZZ3AB08v0Vs3vwK+QJxK7p2kk6ac4RUrQkVquMMf4V5wX5wLqAdCSM45DBMjsF0CTZo0EYsJMYidvBRavv3229W0aVOhbBKeMzP3CTBwMlYYWMkASxQFGOz/2HObdde4f4OIOPGIX352aQ29OvvKaYEHOfrbe++9vTINcXz99ddFGsIASANKUShBoAyHUgQLPKIUF0+BiHNcww52cYPCHAoVsf7if3q7KPWceeaZwj3XsLM9QUGsffv2XimsU6dOXikIRS4Un3CXlbgnJyerb9++atWqlVAiwV0oKGiRBp6n2LijYMVgkcsvvzxTpbDQD0zSgmIYymD4h4nCVzyFst9++00oqKC0hN14TFAIgW/nzp2F0nO3fowAABAASURBVChhxAoDbo477jivDBieJw5wxR3+bu++hG4Kg7m9vJ319GW0ycJsKOGRx5BYG+Q/8hTKu7DmfqO8y2CGWHvsp7dLmX7NNdeI81yPFdzjD/7hL/4TTjy75FeeOZQpsRfa55jzXA/9RpmU6yi83nHHHV6plDBQFMYOdslTPMfkG/IkSsqvvfaa0qcd++S1rOZ37OeFFCtbSlUn3ahSrY6WnII/p62DJ2vTw89nWFyA9MZKYNl+RsAIGAEjYASMgBHIIwKpPhy2qZHpV/xxom14/3z//fe1//776/TTT5dz/gUrQzQPOeQQnXTSSWKiCxTosYBSfrNmzcTkH08//bR4V+UdmIlMaDtjJzfee3nnpc3HZAFLliwRYca253iH3ZX2Em07/KN9yiQKpCOUeNdCDs8884yYXCJ81+Z9m/0PPvggdO5N4s87O/b9iW0bJjGgTQBH3Pbs2dNPWBC2lcO4hOFxfpvTqJHZNd6JaTsQH/wmfNqTcIJX1IPt7NBeoN1A+4F2BH60adPGT27EfU7vlLwVpge7tEtoA8XahcX27mV6P8Nj/CDfET5+kybSRhpJK/bgxT2kTcbxQw895CeGiMeN66Hgfs6cOX4yJ9LJ/Rg8eLDwL7QTa4ZcLrjgAt/+Ij7kScKFQWiXcDnHcRiX2DxAmuATpgl/2Occ13AXCveMe8c9xB7xzKz/hfTABT5wwj7ucI8/oZ87il9oL7HN9KVtYsc232OXSg2loIaKmPkenwSOAGU/k3Hx3Yc+S/qQMosu9emJJ56ocuXK6a+//kpjjWeOZ49nkGeRZ5Jnk2eUZxXLhEUdRDnBMeUGdikvOd6RMFEUE25deeWVBWKCI/rZY5lQfjJhGUx4x6BsCtPMPuU66eM+UPbF9h1TVu6obsCvkDF+pS/b410L61bKbOJFeU/YxPXmm28W/b/4GyuU/7F1IHa5l5yPtZd+n/gQL+xyjXzA/SftYTxIY7z3LvLQJ5984ie5ou7CXby6F3/JT1zHpM5jYi6OiSf84cBESdR/+EV6u3Tp4t9zcG+ykwSC4jb47aTjoumMlomTK5qJt1QbASOQJQKUEAiWQ5N9k10nwLsFvmAitH3p60F4h1v5W7KuHLpJy5YH7bCgbVGxXDGNHlxFTY4uiTMTI5DHBCy4vCRQ9pJTVGVkbwWPfiCpSp78jv7u/WSG7/SUG5QfoeRlHC0sI2AEjIARMAJGIJ8IhA2z4Htz8MunSFiwRsAIGIHEIuCCPm6XWFEqwLGxqBsBI2AEjIARMAIFnYBzkTcj55zQvUcYj4UONbr5SKir36J1eV3YrawU2FXg7OP31+m26z/V6lXJsj8jUNAJ/Dh1mZZc9qzI20hSw31U+9EO0fkqwueAZ4NnhGcFcc7JOSf+nIuY7JsYASNgBAoXAUuNETACRiBnCLRu3VqMxf/qq6/06quvqnfv3jrwwAOV/m/FihVi3o3Jkyfr3nvvFQsnoZ/F2PqqVav69y/nnDcPOuig9M53eMxcH3Xr1hV6HlhmHE1oMraG8Xidh23VzIWRMFxw8dLTS+qJa8sEe4n9Yy6jtWvX7nQkuTe0A8877zzF6ug451SvXj3vL2MV/U7MpmPHjmLOmfBU9erVVb9+fTHP0ObNm/3pH374wes+oNuDPqw/GWx4x2ZOH9wEh5n+uE/vvPOOsN+9e/c08SNu6F/EOt60aZO+//571apVy89z5Bx3MmID3aKaNWv6eVy435Gz8bfoyf76669iLijyTWjLOSfmKyKdCxcuFHbCa1k1cYNbdJ6IP2kL3e6777669NJL/fgv5qgh/eG1kiVLirmOnPsvTeG1zEzua8fgPpUqVcpbcc7p//7v//z+scceKxYg8gfBhnsJt99//z3TuZ54VhB0mpHAmf+RhrvuukvTp08Xus+cJM9g95dffvHMOYcceeSRevnll3X99df7PgnOZSbE/5JLLklz3w844AAdfPDB4l4TBm6ZG+7PP/8UujYw5BzC3EXwxB+Oc1rwNyvxy264pGv06NFeFw6dtOLFi2fXixyx/+mnn/oyG9bDhg0TumU54nEeeVJ25DUq2f00KXhkXLAp/tIyvVm7nfbbbz+v50eep37Za6+9hFSuXFmJIocffrhi/8hr1ImUY7NnzxZC2YTumXPOW0WX76OPPvJpo+6lH8NfCDZly5ZVixYt/LMd6thTDlLGUH+gZxlY87+kpCT/fN54442qUKGCKK92hcu8efO8v1ndUD5Q9xM+zwLuiCdCmYI8N/8fdbvfKTW4rwrS75zT4scqqGHdPbBuYgSMQLYJmAMjUIAJBHVAhaWPavejaSM6+f+h07T17kn+HZR6gzoklAKcUou6ETACRsAIGAEjkCAEmOs8jArt1z59+oSH+WquXr1aixYtisaB+W2iB7ZjBIxAvhE455xzomE/99xz0f382bFQjYARMAJGwAgYASNgBIyAESgsBIoVloRYOoyAEcgFAualETACRsAIGIECRsA552PsnJNzzg8uZwAswgB1BtCi5IvsVSNJ591QS9UPKiGlKpBUjbx5id6a9m1wYL8dEfjg6aV66+ZXA2upHl+JvUvppElto8rUsEbgjqBIjTgXuTeBQ3+PME2MQFYJDBw4UCh7NG3aNOpk7ty5XjGBxV4Y2Be9YDu5QgDGscKgShQJGKiPMtqj07fornH/+jI12Ojys0rrnt4VciUuO+MpihUoQ7CoULjYFHEfOnSorrvuOqFAhlIFCzyG51lY6O+//44Gxz7ncIMd7KIYhp8sRDVhwgQ/oTcOuH7fffcJBZoSJUqoXbt2YqE6FC5wf//99wt+2N2erFmzRmEexz3KK1WqVBH+48+O4k69h/IViyUtX748GhQKeygBcoLFkmIVu7788kvPA3ehEhn24glKQihsPP74414RECbkkzFjxggFTOIZukOx6KKLLhILr9epU0cdOnTwC1OifEZaHnnkEc+PNDKQ5ptvvsmwUDzMXnzxRV/noMyG39m5L9gvbBIvb2crjXEsszjWqlWrvLJnbB5gASzuIYq7KERyD6tVq6Zx48YJZU0U/0LvuN+XXXaZli1bpsaNG/v7Xa9ePc2fP98vvPXFF1+EVoU7FPnGjh0rnlOeFxQfWcAMpVHCDS2TvwgPv8nDKJkSj9q1awslJxSOcRfaD80nnnhCc4N6AyWpWrVqaf/99/f5Db/69Okjng+UVnnOeO4GDBigZ5991tsJ/chOfg/d5JVZrExJVZl0k0qeenQQZPCCG/y2Dp6szQ8/75VLeRZ5fii7YRgrgQP7GQEjYASMgBEwAkYgDwg4HwZbJ+f3E3FD+2j9+vXiPbtixYqZRpE+x1tvvVXjx4+PTogRWn7hhRfEori0MQ877DD/7on93HrvZYID3mNR6meSAxZS5h2cfrn8bC+F7+e0wWkrMqnHxx9/LNrVcA55xTNpTzCxB+0H2hG4Z0Fhzn344YfxnGT5HO/CtANoU4TtANogtJ9pmzJxCdy25yF+0F6g3cBkOPDHD9pPtGtoJ7NYcOgHbZqstKW2dy9Dv9Kb5CvaY4899pifSAdWtG1IG2kkrcSXSUaaN2/uJ5nBD7jSlqLtz3E8wR3uSQ9tRNzTBiM99Eek50S7Y8iQIbrpppvEpBO0v+BCPwaLKjPZCX0ohEW4tPvYD+MSTh5FmmgjEjYTUxBPlFpok8GXfkL6V3BLmFntfwnTAxf4wIn4xbv324sf4RYUcbERtf3tEwi+X2DBJXAdRfwSQVauXCn6ZGoF/SuxE03Fi5tzTv3799eTTz4pJukK7VB+UB9Q7vIcU3bF62elLqNOo5zALeUGZQLlJcfbE+oSyozTTjtNxx9//PasJsQ1OMADoe6k3GvUqJH+97//+f5rysD0EaUPK17fMeVoVuqG9P5l55h6nvqBfua2bdv6ydmYDLBHjx76+uuvo15xHyh3s9JHGHW0bScrdVe89y6+SdJX361bN/HuweRolPf0O5InqGNgtC2YqDFq1ChRt/M+RZ5k4jz8oW6j/593kFatWokJmkgXdeHPP/8cdW872Sfgsu+kSLsIunyD9Ee2wY79jIARMAJxCYSlRGjGtWQns0WAtiQOMBG+tfHNDeEdbuXvyeo1bLPe/zKwFVRulSvsrjG3V9GJR5YITtjPCOQDAQsyzwmUu+QUVR11lRS0gZ2c/pm6UBt7P5nhOz3lB+VIKLI/I2AEjIARMAJGoHATiDbMojuFO72WOiNgBIxAFglYqZhFUDuyZteNgBEwAkbACBiBQkHAOefT4ZzzcyIw5oXxxoyZQkcfYXwjZvPW5XVht7JK9S9Uqfrkg7W69bqP9MfvW2R/RqCgEvhhylItuuxZ+dkqgrxdqkEN1X7kTK87TL4P8z/PBM8GzwjinJNzzifbuYjpD2xjBIyAEShsBCw9RsAIGIFcINCiRQs99NBDXifk3XffFToBdevWzYWQ4nvJHCMstsJYfGyE42gYV3PJvVs1cyFnFbR9UtX9tBJ64poykRMJvi1ZsqTQn9vZaJ511ll6/fXXdcIJJ+jPP//0c7RMnTrV65LcfPPNcb3lnXmfffaJey32JLoT6Mui/8N7dew19PaYpyX2XPp9dFnQI6pUqZLihXfEEUeIuITuYHHXXXdpypQpKl++vJ9LBr1C5nth7piXXnoptLpd86OPPvLX582bJ/yLlQceeEDomsLqp59+8vays1m1apVgcsghhyieDjE6TOiVwI70h35XqFBB1atXDw+zZKLzC4d4ltGldC5tmyb9PUrvjjgw19KPP/4onqULLrhAjz76qL777ju/wGqs/WOOOcanD71Tnn2ed/IZOl2x9ra3X65cOcFie3aSk5OFvjA6O7Vq1cpglXTuyI8MjrJ4Iivxy6JXaayhP4u+EvrMBxxwQJpreXVA/r7zzjt9cMxRho6ZPyhgmzJP9lWJ7qdF2v5B3NupikbpsGCv4P2YD41nCZ1ydN7at28vyrwwJSz0h64fuuUsJsb8A7GycOFC8YxTpjIGHf1Inhn0NNFrHzp0qK8LmCOO+jH0N7/Me+65R6T3hx9+8FEgTsj0d7aq87B/fF0d1NjBtVQtfqyCjj54j2DffkbACOwUAXNkBAo4AeecKi59TLsffVC0zk+9Z4pS7pro6wvqD6SAJ9OibwSMgBEwAkbACCQAgdmzZ2vixInRmFx11VXR/fzeee2116JRoH+R/tToCdsxAkYg3wh06tRJ9MMRAb430EfOfr6IBWoEjIARMAJGwAgYASNgBIxAoSFQrNCkxBJiBIxAjhMwD42AETACRsAIFEQCzkUGtDvnvOIuSrwMeEVQ7kVZAGVfZK8apXXuDftrn4NLKbAsJ+npgUv11tRvgj37ZUbg/VFL9NYtr8oDCzalqifp5EltvTI1XGGMwBvhHiDOOTnnxJ9zEZN9EyOQHQIsnIeCxG233eYHs4duOW7atKneeuut8JSZOUyAgZPUzDDaAAAQAElEQVSxgvJcOKF9SkqKHpm+RXc/+69c8K/gGb/y7DK6p3eFHI7FrnmHMhDKQmvXrhXKQ/iGktjMmTPFom4oTtx7770aNGiQ2EfJYtGiRX5xqjDtLDzHORSgZs2a5e2iJDZt2jShlMYCQSwgh98saEd+ZXE8Fgm65ZZbvH0Gi7DgEPZQuMDu9mTDhg3ebxaPJG7EkYWHshP3hg0b+kXVlyxZ4gfDEh4KaV9++aVXpEOxDcUzziNLly71iwZmRfmH+w/XSZMmadiwYT6NLKK033776b333tOKFSvwUuQX0k567r77bqEgxuJfuMFttWrV9M477whFFuec4IaySvoP48QVRT0Ysngk9yY798VHppBt4uXt7CQx1i7PBgOHyGfU3yj8lSoVvCsFlriXw4cPFwqB3OPwHrJP/kZhh2eAex1Y98/Rli1b9OCDDwr/uN+4ufXWW73iIPlMwR/3+eGHH/Z5pV+/fkIRFf/IG88++6xQGsUd9z6w7hU8eeZQYuLZ4hnE7/AZIU+SBuzGCml7+umnfR5l0bnDDz/cLwBGnPGLfEiYPGf4xTnC51kO/cHvrOT30H5em650Ce016UaVbNXAB02ZvHXwFG1+aFaGxQV4dmLFO7CNETACRsAIGAEjYATygEBqEEaq2AY7Cfj79ddffaxo0/idndigpM+ECrR9mDwDBffcfO+lbYQyAu/qvMfyXn3RRRf59l5+tpdo41144YWaPHmyeMen7XDFFVf4yVGY/CIztExuMGLECNF+vOOOO8TkLrjHH/qGaJtk5jYr51mwmHYA3Gj/0w7Af9oELFrMJArTp0/frle0XWfMmCGULWBMOyL0gwWbmTjmh22TGhDfrLaliFO8e0m/a7wI0f4iLSy0TNyJN3EhTaSH/AC/xYsXq0yZMurVq5ef2AW/WGibthQLInMcT+i7GDNmjPAnbH/RBmOfZ4T+oVh3n332mV555RUxOQyT9BAXuNDOYxFm+iKYHAo3hEubk/0wLo0bN+ZQzz//vL7//nsfX/IN8SRcmNOWYwHmkC9ttqz2v2Tn3m8vfj6SBWQTW9oWkCjnXzQjMyMH4Ru1AMJ2f9SV9LHWrFnTly3btRznIv0RlJ1Z6Wel/KNOo5zAK8oNygTKS44zEyajog6mX4nyke+EmdlNlPOU1ZR/9MnSZ025R3kOK8pw+qXSx5W6kn5p+rIoc+mDY+KgrNYN6f3LzjH1/Nlnny3qG8p6ymvqGfqZqTuooxT8UddmpY8wsJrhR7rxk/vORfIB958ymmMk3nsX9RcMatSoIfr3yAvEkboJ/6hjYEu88CMUzsOQvkh4Pv74434SvhdffNH30cemlbT//PPPIqzQvZnZJ2AlbvaYOW89svW7tjECRsAIxCHg5PzZyNbv2mYXCPDuinNMhHYw7zkIfT0rfkvWFUO3aNkX9Halaq/yu2nMbZV1wpElcGZiBPKFgAWaPwTKXnyKqo66Ogict9xUpUyZrw29nsjwnZ5yhPIklMCB/YyAETACRsAIGIHCSiDaMGMHKawJtXQZASNgBLJHwErE7PHKzLadNwJGwAgYASNgBAoPAecib0jOOaHLhzDWCf18dPURxlAhp7Qur4u6l5e2fRP89MP1uv36T7Tqt82yPyNQ0Ah8P3mpllwxwedmF2xLN9pHBz5yZnS+CvI8+Z9ngWeCZwNxLrAdCOl1zmGYGAEjYAQKLQFLmBEwAkYgtwmg/4X+4+eff65169YJvbBXX31Vo0eP1uDBg9WzZ0+dfvrpfiw9c5rkRHzQs0S3jHH7sf4xlubpa5zOOJaxN5JzTiNf2Kyew/9SQfgrXry4KlasKHRZ0DvMbpwZjzh+/HihM4FuIuzvueceoXez7777xvUO3RF0LuJejDm5cuXKmKO0u7x3lytXLu3JdEfoev7+++/pzv53SByIy39nJPQ80P048cQT1bZtW11zzTUaOXKk/vzzTz9/TKzdHe2Hup7oTcbKjz/+6Mdmbd6c/Tbx+vXrtWnTpkyD5n7SHklvgTYJkv789o6ZH4q8sT072blG+6hv3766+uqrxb1j3ijm0UHvhvxDPiI/4Se6V+jFHH300T5vMn/TjTfeqGbNmgldTxhib3tSokSJHeqOER73gbSi45zeP5gh6c/nxHFW4pfdcNAHfuihh3TSSScpVn8pu/7sqn10hr/77jtRJqDHvKv+5Zf7v3rcr80jXwiCj7ThZ+p3ddMnwXHWf+SrvBbmlooXw4MOOkjMw1W9enUxV1o8O+hdzp8/X8wNFyvMw8bzwvxXmCWC5wu9R+ZY4xn55ptvhC72gAEDdNNNNymcJ46+kfTpjxduTp4jvEceeURvvvmm0CUP/aa+bnec06i+8nV1sJXk1OjyNVr2xVbZnxEwAjtHwFwZgQJPIDVVaxpcrq3vfSXnInV+6nVnq9gN54q6A4lNY/rj2Gu2bwSMgBEwAkbACBiB7RFgTrrwOn0mzEcUHue3yTxBYRw6duwY7pppBIxAPhPgO0iHDh2isZg9e3Z0P693LDwjYASMgBEwAkbACBgBI2AECg+BYoUnKZYSI2AEcpiAeWcEjIARMAJGoMAScC4y6Mc55wcAMbCVgesIA1kZXE+nO1KlRmmdc0Mt1TiopF92jMFAT9+yVG9N/bbApj83I/7+qKV6c+CrAatUBRuVqp6kkyeeHlWmhi0CZwT2iHORe0HcnHMYJkZglwgMHDhQb7zxhpo2bRr1Z+7cuf6YRVmiJ20nRwhQNsYKk1GHE9qz6NAj07fo7mf/DcIKyoagcOh1TmkN6cVEIsGpBP6RBpQPieIll1yiSpUqsesFZayuXbsKZYt58+aJBepQWESponbt2urcubMo57zlYIPbTp06eYUnFBeCU8J/WP3xxx9CoY1zCApULD7EIkhVq1bl1A4FpbbY8PA7O3FnoSOUKULFSwJkMcK//vpLDFjhPrK4EeeJ68cffyzSecABB3Bqh9KlSxfFKg3CrX79+kLhBCUtPIAfiz+xINWxxx7LqajAD/fwQrhw6KGHqlatWl4ZBSU+ziEs8sfCSieccIK4T/ibnfuCHyYSSpqtWrVSgwYN0kjjxo29EhCKQrfeeqsvV0NeKAaxwNvFF1+sunXrhqf9+xaKgNxzlCexw0X8IA+gzEkZwjmkTZs2QjGQZ4ZjlN9QUmrYsKHOPPNM7x/nkf3331/t27cXSmnY4RxxJ1+hLLz33ntzKirYRymQsKMnt+0cdthh/pnedugNniMUMy+99NI0eRh/WcQLSzwrmKF0yUJ+D+3mh1msdElVmXyTSrZuGJTIkXJ56+DJ2vzQLK/AChvKEJ417kus5Ed8LUwjYASMgBEwAkag6BGgZ8jJJWzCeX/d1cjxXkqbKtafvHrvjQ0zv9tLMDjjjDPkXOR+O+fExEBMfMBkNrFxjd3/4Ycf9MUXX4iJRZgkw7mIe9qAYVs91n529+lToq1y+eWX+0V9Q/e0u2l/0IaeM2eOmMglvJbe5H0agTESXscPFmxmMplDDjnEn85uW8o7yuKG9hftMPIcbRjCD53SzqatQ5v/lVdeEe/+4bWsmsQdDrSDaCeF7tjHb/p+w3OYX331legfPu+880TbjHOIc07hJCO0STiXmdBGo4+CPgHarc5F7j/26VNhwXHY067hHCbHWel/yYl7T5gFR5zcf5G1vR0RiOY1o7YjVOF1Jpnh21t4jEnfIuVrgwYN0vQ5cfzMM89gxU8Ml5v9eZR3lMMfffSRn9AqJyfK8gnIhQ1l2Ysvvuj7nJm4h7oyDIY+2gsuuCA8zGCm7zvO7bohjED6usc5JxSe6INbunSpwonAKPepd3nH4t6E7tP3EYbns2sSD945Yt3RR0/9hVIk18Nr1FvUl8Tx/fff17ffpv0efNRRR6lRo0ahdT+xHPUOE9LxjhDWs845n7+xSF8lpslOEAiK2+C3Ew6LrpNIby/bosvAUm4EjMD2CVBCpAZfh7DFPqbJzhMI310wEdqevLchvOP8+Guyrrh3i97/KtW3vapU3F1jb99Lxx9RYucDNZdGYNcJmA/5SKDMRc1U5em+QQycnHP6d9pCbbzy8Qzf6SlPKFdCCRzYzwgYASNgBIyAESiMBFK3JSo12EG2HZphBIyAESjaBMLeq6JNIQdSb14YASNgBIyAETAChYyAc86nyDknxrcgjMtirApjMpkPITSbtSqnC7uHizOm6pMP1+r26z/Rqt+2yP6MQEEh8P2kJVp8xYTo2OakhjVUe0T7uPNV8CzwTCDOOf8NhnQ65zBMjIARMAKFmYClzQgYASOQpwTQYUAXrkWLFurcubNuvvlmPf7443r++efF2PtQHyAc74IOWXYiyNw6I0eOFPN7xI7ZT+/Hk1f9q9MbbfXvisFXNj01e5N63rc+vbWEO+a9lXQxLuidd97x8c8sklu2bNENN9yg3r17K+Q4efJkPfjgg0Jn7/bbb/fc0btBevbsqV3522effTJ1znhI5m7J1EJwoVSpUml0MINTaX6kB/3F8CR6RYMGDfJzypCfHn30UX/f3333Xc2aNUvMKxPa3ZFZsmRJPfXUU0JHJTNp0qTJjrzJcJ38jt8ZLmw7kT5N204njIGeLXNFoTMK0/79+3uusCcfxS42hk7SE088IebO4l6cf/75XleGuZtuvPFGxc7ntLMJpP8CHTN0htesWbOz3iSMO+Y3QjeL8or5sdCJQ8hr6NuiR4TeK3pG6LTmVsR5Nnm2qlSpkltB5Lq/f3Ufrk0jX/BzVbLZenpDnf7r6z7fMedZmEbKIspPJKxnYk3yaV7LZ599ttN80I1/7LHHxLMXT/r27SueGQLAPOecc3wdQNmJbl6tWrW0du1ajR07VsuXL9dxxx3nmcUyiOWzo/1mzZoRVJaFeufLL7/UFVdckambtsek6rErt8h53YVUX+81uvxPLVmekqkbu2AEjECmBOyCESjQBFL//Verj75cKcu+Cqr7SJ2Qck17pfY7q0CnyyJvBIyAETACRsAIJB6BcePGif6wMGZXX311uJsQ5owZM6LxaNeuXXTfdoyAEch/AvSLh7FgTrLffvstPMxL08IyAkbACBgBI2AEjIARMAJGoBARKFaI0mJJMQJGIEcJmGdGwAgYASNgBAo2AeecT4BzTs45r/COogTCgHEU3RGU3veqXlrn3nSA9jm4lALbCjYaPXCJ3pryjezvPwLvjQqY3PpagAdKTkn7lNbJE06Lq0wNYxSpEecC+4Hgk3MOw8QI5AgBFoBjMTYGrpPXQk9vu+02nXzyyXrrrbfCU35BIRYOSxSJRqwA7KQf4I+iBEoTTGiPksgj01N09/hUOcfz7dT73DIacmX5hEwZcUfCyG3YsEEo3KAoWKdOnfB01OT8oYce6vPP6tWr9csvv4gPtCwcNGLECLGgX6zMnj1b1DMo2LGgEQsDsbgdi5a3bt1aLFI4fvx4/fzzz15pIRrQDnZYXAi/R4my5gAAEABJREFUYq1lN+4on6EsiBIRzwF+odxWvnx5nRw8L3vttZeWLFni4/XDtoUWWQQJd9jdnlCfVqpUKa6VWOUsFtoaNWqUHnnkEW+XBaBYeO/+++8XCqDLli3z58MNcWvatKlfKAplFM7DFQWp6tWr64QTTuBUtu+Ld1TINuRrJDvJSkpKEotsdejQwS/MhZIk+RfuKIS+9NJLatmy5bZnO+Izi6axh2JfbN5n/4EHHvDPB8pCP/30E9aEAhDl84ABA3TaaaeJ8nnBggXiPnoL2zYrVqwQSm3kz/vuuy/Ds0XexOqnn36K4RfhIh+gkLh27VpxHgXEgQMHikFYPKPeYroNzzlpDE9v2rRJKN6Rz2vVqhWejprnnnuuVyRFCS88mdX8HtrPL9MlldBek29SqTYsWOb8ffz3jina8tCsDIsLpC/n8yvOFq4RMAJGwAgYASNQFAik+kSyTfUK3f4w4Tb77bffLscJP2jLxXqUV++9sWFmtx0b6zYn9qtVqyYmeMmuX8Sb9/ojjjhCTEYS6z5sq8eey84+k5h8802k3xelCdozscLEREwaQX8BfQGZ+V2hQgUxeQdtWyZXYGFmJkChjZG+fZbdtlRmYcY7v2rVKsGKCZZod6e3Q78EbX6Y0gZKf317x7QVvv76a2XWZjrooIOUPsyzzjrLT85Dm532IW39qVOn6rrrrvMTP20vvPAak+dwT6ZMmSLaqMSdyYqY6IL+A9qroV1M+kxI5476X3Lq3hNmwZHY0rbgxDrfYrpt8R2jlvU7QHlHWRHrwjnny4YaNWoolHLlysVayfX+PPqKxowZozPPPNP3I6UJPEEPmLSI+ol+1niTq9FXm/7dgqRwjnKQ/VBys24Iw8CMV/eULl1a9KlTB1B+Yy+rfYTY3RlJ/97F9wvqZ+qvww8/PIOXxJGJt6g/YRVrAf58O449xz55OP2EWXwL5ZrJLhAIGgbBbxc8KHpOXZBkJxds7WcEjIARiE+AEgLhamiyb5J9AuF7LibCuy/vGQhjJX74JVlXDEvW+18GtVnwq1KxmMbeVlmN/6949gMzF0YgRwmYZ/lNoMxFzVTl6T5+/A3lxz/TFmjjlY9n+E5PucL1UPI73ha+ETACRsAIGAEjkAsEwoZZ0G9uXTq5wNe8NAJGoIAScFYk5sidM0+MgBEwAkbACBiBwkjAOeeT5ZzzcyKgk4ceHGNUEMa0oNeG2axVeV3Yo3zwboUbp88+Wqfbr/tIq37dLPszAolO4LuJS7Sk1yQFWT0Qp6SGNXTgiPZx56vgGeBZQJxz3j7pc85hmBgBI2AECjkBS54RMAJGoPAQ6N27t7788ktdeumlyuzPOeff95xzevSKFLVttFXBGSk4HvXiFvW87y8l+h+6htWrV9ebb77p5zHJLL4ffPCB3nnnHf3+++9ChwGdN47Roxs8eLCYB2bvvfeO6mV+//33mXmVpfP4hX4Fcwxt2bIljZt169ZtN65YRtcPPRfmW+I+ci5WOBert8icRej1wOOWW27xej3oINK2Ja34E+s+s/0DDjhA+Lt48eIMVpjLqHv37jrvvPP07bffZri+oxPoW8Lk888/F/ov6e0Tf/RNYEf601/Pz2PuI/P3PPbYY8Hj4USe69Chgzhm/ibaUR9//LHQkWUOnrPPPlvMAUR/AvNOXXvttXruuefUuHFjP+dWVu/H9tKM3+iaoqcTL7+SR3IinO3FISevocMM0/RyxhlniLwTztfUvHnzDPrP8eLB/Gzpn73MWMW6Z64j7vfFF18ce7rA7K/vPlybRr2kIKMGIqWc3kgpj14ZHAale1C2O+dU2P4oV8gfPAdr1qzJkDzuJ/NiscgYF+fPn69+/fpp0aJFngtlzqmnnqqbbrrJl2/kHeYmwG5eCOU2c8GhZ1+5cuW4QTrnfFydczq9UapGXLYp6Mv879xxV6zRkuUpcd3aSSNgBDIjYOeNQAEm8G+q1jS8Uv988I2vHySnLX3a6Z++Z8q5/+oH55xi/5xLexx7zfaNgBEwAkbACBgBIxCPAHNYP/TQQ9FL559/vu9HjZ7I5x3m2aY/jmiUKFFC8ea64ZqJETAC+UPgxBNP9PNFEjr9bS+++CK7eSwWnBEwAkbACBgBI2AEjIARMAKFiUCxwpQYS4sRMAI5SMC8MgJGwAgYASNQCAg4FxnY45zzA4BQ7mWAOoJCAIruCAPIK++dpHNvPEDVDy65LeWpGj1wid6c/PW246JtvDdqqd4c+LqfmBYSpWok6eTxbeIqU8MW1ohzEfa4cc5hmBiBHCdw6623as6cOTr55JOjfs+dO1dNmzbVoEGDtHbtWn+eRdsSQXxkCsgmnGQ6NJl8OpzQHgWBh/+XrLue/Ufh9avOK627ryiXsKljgXEWUmKhHhYgZABHmD/iRZr6goET6a+hpDVr1iyhTBEr5EO4MOiCSf8JY8iQIWIRQPxiwT+UpVDoQZnq1Vdf9ezS+5/+2Dnn67HY8zsTdxY1Il7EAyU3FM5q166tWrVqqU6dOl6pDT4oqHEdZa3YMDPbR1mNhabiXSfPEGZ4jYWXunXrJp5XFJ1uuOEGTZw4UdhhEaXQXmjygRz/X389UgfxkZx4169fXyhMhfYws3pfsLsrQn4nXdRz1HnZ9Yu04mZn3OIunqTP2/HspD/HYpVXXXWV+vfvr/6BoMw3cuRIkS7y7dtvv53eSfR44cKFGfI/zwL3N3wGsMz9e+CBB3z+Io7PP/+8CJPzhEmZjL1QcI8/6YXwsIMSJib3gOeH5wiFuEsuuUQosqJEhOIn73fYSy/pmeMP95JFv3CX3n68Y/JjVvN7PPd5ec6VKq7Kk25SyTYNfFlDercOnqQtD87MsLgA12IlL+NpYRkBI2AEjIARMAJFiYDziWXr5Px+Im5QkCdevJ9i7ozwXu1c/DTib/p3Xo5z6r03Xnzzqr2UPmzaefS9pj+/o+OVK1d6K+nf4TlJ+zpeW51r2RHaLrTjYR8rtPfhRbub9n1mfhKPvn37iskWSCeTkDz99NM655xzdMopp2j8+PG+rRvrnnscG1a4T54gPtsLL9af2H0m+qANH3sudr948eLKrI0Uay/ePv7CIt41ztE2Sn8vaPOSdhi0bNlSPXv21D333OMnoNh3331xliWhvUi7kfZj27Ztdc0114g2KxPqpJ84Irv9L7DelXufpQQkkKVoSZRAcUrYqGwrt10C11GJwq5atWpiYjHKL/oTY+NF38mdd96pmTNnRoW+m1g74T5lDOVuWB6GJs8ozyrlIuVKaD8rJpOP3XfffapZs6boh3TOZcVZrtkJ4x+vTosNFHuUu0zelr5sxZ5zTs45dtOIcy7D+dysG2IDZzK12ONwn/53+txIE+coy7PTR4ib7Ej69y4mxSIfbM8P+gPjXd9vv/3inbZzuUjA5aLfhdHrVJ+oyNbv2sYIGAEjEIdAWEqEZhwrdmoHBPhmhhVMhHcbxkkgvON8/3OyLh+WrA++CigHlVm1yrvpmdv3UuP6xXFmYgTyl4CFnhAESl/UTHuNviZorxEdp3+nLdCmKx7L8J2e8oVyJhRsmxgBI2AEjIARMAKFiEDQZIikJroTObStETACRsAIGIFdJWDujYARMAJGwAgYgUJLwLng41OQOuec1/FjXAzjVRl7hDAmlzGhmE1PLa8Le5aXlOr1xj77aJ1uv/5j/f7L5uCc/YxAYhL4buISLe410efZ1KDLJKlhDR00on3c+SrI+zwDiHMu+O7ifKKci5j+wDZGwAgYgcJMwNJmBIyAESgEBE466STNmzdPLMxUtmzZaIqc+++dzjnn3/V47wuFd8EHe25WmwZbtr07pmrUCxvVY9j6qB+JuFO9enWdd955Qi+uX79++uqrr9JEkzFCixYt8nNhoTODrk3sPCfolKxZsyaNG+YHevbZZ9Ocy+4Buh9HHnmkli1bJuZpIR74wXjIadOm6bvvvuMwU3HO6dRTT/Xt1LFjx/r0hZZxO2nSpPAwjcl8TqQpPMlYqSlTpvh4hOdCkzYv+xs2bMDwcsIJJ2ivvfYScYSDPxlsiD/6Rx9++KH22Wcf1ahRIzibvR96Uccdd5xPO/7DIvSBeY2eeuopr5NJup1z4aWEMMlnPCOvvfaa0OsKIwUX8h5jXbGDbhJ8vv/+e7388suCf2h348aNQvcI3Rp0Y8Pzu2IyzxvP+ejRowXD0C/CIQ+T58NziW4efPDBfh4m9FtjheeaObrC+Zp69eoldGxJD3mYMiycF4lzCM8fzwG6xdwjzmG++eab+uKLLzgslLK+233a+NRLQa9VkLygAyD5tAba8lAPkXfhFIpzztcBgS3/c855s6Bu0LesX7++LydZRCw23/N8vvDCC+IZPeSQQ3wSKYuwQ13Jc+lPBhvyCLpxzjnF1hPBpVz5oaM9fPhwkU+bNWuWIQznIvfFOefvF/ePe4mcfoz0YPcNwflIH2XQ3aPjrlijxZ+nZPDHThgBI5AJATttBAoqgX/+1eoGlyvl/a+j7bZNV5+urVef4et86gnqDOci9YdzrqCm1OJtBIyAETACRsAIJACBRx99VEuXLo3GhDnfogcJsMNc22E0zj///HDXTCNgBBKIwFlnnRWNzYwZM6L7ebZjARkBI2AEjIARMAJGwAgYASNQqAgUK1SpscQYASOQYwTMIyNgBIyAETAChYWAc5GBPs45Oee8IgGDgRAGTaPojqDsXmnvJJ17Y23tU7eUJOxLzwxaqjcnfa2i/LfsqSV689bXFeALxClpn9JqOr5NXGVqmDLQCnEOhs6jcy5i+gPbGIFcIIDSF4oNgwYN8vk0DOK2224TCjcvvfRSeMrMLBJAESBWUORBgQClJRQHHvpfsoZMSA14KxCnq88rrbsvL6dE/vvkk0/EglR16tQRigeU/ShOZBZn0ssiU+mvs+A4SnUM/ognLKSO/7hLSkryi9S99dZbmjp1ql/8/NBDDxWLoZM/Fy9ejLVsy87E/cADDxQLGH322WdicS2UtFDSI64oj6DY9e2333oFShREsJ/tiG3Hwe+//67rrrtOy5cv9wsiotiHcuC7774rlLXihYci02GHHab333/fxxmFQu5hmzZt/ADf2OCyc19i3cXuo7zGMSww4wmKVb/++qtQZEMpK7TDAoQoZsEWO+H5WJNnCu6cC8Nif1clfd7Ojn+xdskHN954o1cWGjJkiD799NPYy36fRdxQVoyX98NzTZo08Xadc2rYsKEmTJggFm5D2adt27b++ePe33XXXWJBLm852HTt2tUPqgr9SW8OGjQosCWfR3l+nHO64YYbhHImdcD8+fN16623ijh6izvYOOf8uyEKdH/++acK458rVVyVJw9QydOP8WW1k9O/d0zRlgdmZFhcgPwZK4WRh6XJCBgBI2AEjIARSAwCqUE0UiNq+8Fe4v3q1q0r3u8//vhj7eg98X//+58uuOACsXhxVlOS1++9xIizyCsAABAASURBVCsn2kv4k1fCJBiERR8EZqzwzkofRey5ndmvWrWqX5g6fbsjPKYNE06ikJn/xYsX10UXXaRXXnnF5wEm86ANxEQLDz74oPc/dEs7JattqdBNVkwmRcHvzOzS5qIfJ7Pr2zuPv0ySk5mdeH5PnjxZpH3vvffW7bffLpRT3n77bSE9e/bMzKs05+FH++/1119XixYthAIObUj6D3jWYJzGQXCQnf6XnLj3QZAF5keZS2RNskAg1WhlgZK3wkRQ9DMyUdf333/vz+3MJjfqp59//lk//PCDqMdPOeUUNWjQICqzZ8/2E1RRdjMZzeeff74z0fZueFfIyb5Avq9R7jKZT7w+aR9oFje5WTfERiGzPlTO8+2VycKw71z2+ghxsytC/byjCcjoD9yVMMytEcgvAs4HHNn6XdsYASNgBOIQcMG3IE47NibZJkC/A44wEfogGDeA0E/x3c/Juvy+ZH3wdarv3dq70m56ZlAlHXd4cZyZGIF8J2ARSBwCZS5qpsqjrwkiFOlv+Od/C7TpikczfKennKG8CSVwYD8jYASMgBEwAkagsBCINszYQQpLwiwdRsAIGAEjkN8ELHwjYASMgBEwAkagcBNwLtKGdM55vTf09cM5ERhjhF4pY3MwT25ZXhf2rCDnAjeBfP7ROg2+/mP9/utm2Z8RSDQC301YosW9J0fza5lj9tFBD7eLO1/FbrvtFs3/zrmImyBBzrlgaz8jYASMQNEgYKk0AkbACBRkAszjM2LECDHPzgknnJBpUpyLvN855/z7H++BtHsQ2j0P9Nis0xulbHsfdBr94mb1uHe9EvnvvPPOU8+ePfXTTz+pU6dOOvfcczV48GChK9ehQwf17t3b66z26tVLrVq18klhzh84oavHwlX9+vUTc7FcfPHFuvTSS4XeHDyYD8g7yOYGHYvLL7/c68wSl0suucTHqWPHjmLeH+bO2ZGX6OZgn7l/zj77bKFHSTwvvPBCrVu3TsQv9KNmzZqqV6+emNsI3VvSjpx++ukaOXKk0Elav369n0ModIM+Ke1f8g1x/OKLL8R8Q/DasGGDunfvLtIAF+KPvUqVKqlbt24ifaE/WTXJa7hlnqMnn3xS3BviSJpIJ7pS3Lujjz46q17mmT34kc9WrlwpFhMjznDp0qWL7rjjDsGSeX2IUPv27VW7dm0xDxbpgS33DvfcH+4leqDY3VVBL7tz586CHXmf+aUIq127duJ+xuaRXQ0rEd2jZ4Y+17Rp0/y8RwsWLPDR5NlGR3f06NEi73IP4H///ffr8MMP93Yy2zzzzDNeJ468mZmdRDy/tuswbRr9SlB2S07SltMbaMuDPXw5QfmO8AzyzDuHDcm5iKkC/uec82U7z8M777yjW265RWPGjPFlH8/nL7/8osaNG4u570jq/vvvr2OOOUZfffWVBgwY4O1x35lT6+WXXxb+UJ5iN7ekc/Dcfvnll+rbt+92g3DO+fvEfUO4h9xL5LRGqXqw+wbtVkxykpfjr/xTiz5Lkf0ZASOwYwJmwwgUSAJb/9HqBldq6wffBuW+k3NOm65uq61XnRGt86krihUr5tt6zkXsOOcKZHIt0kbACBgBI2AEjED+Evjtt9/08MMPRyNx5ZVX+vZ09EQC7MycOTMaC/p+oge2YwSMQMIQoN+a8XZEiHkMmWuS/bwSC8cIGAEjYASMgBEwAkbACBiBwkUg+DxeuBJkqTECRiBHCJgnRsAIGAEjYAQKFQHnIgN9nHN+cBADgRgQhDB4lMHhCJ3vlfZO0tk31tY+dUuJtV6YWHXsoCV6c9LXhYpJVhOz7Kkg7be+LmDAo1SNJDV9tnVcZWpYwhZxLsKacJxzGCZGIE8IsPAzC7SdfPLJ0fCWL1+e5kN99ILtZEqAsi9WmGw6nNCeReMe+l+KhkxgQntE6nNuku6+vFym/iXCBRQgUJJBcevEE0/0UULJrVq1amIwB4oI/mTMhvMoLLFYEIpfCPuc41qMVb/LYnQnnXRSNL8xAKNly5Z66aWX/ABUlC5QsEPRAgUqlO9QUvKOs7nJbtzxvkKFCl5JjjBZNG/t2rVC0YNrhx56qJ9kfNGiRYLFkUceKRSIuJZTwrP4zTffCOUs0o+CScWKFT0bFlz69ddfMwTF/WrdurVXbkSxhUXeWVwsjDcOsntfcJOZoJiGQhULhGW20Cd5CYUzFgzEfugXylgooqJUw0Jj4flYc82aNV4xDbv77rtv7KWd3ic+6fN2NjzLYLVp06Y666yzvNLosGHDvLJlaAkFyU2bNmnx4sXhqajJPURpksFGKI6Svy677DL16NHDL6yG0meTJk1EOf2///3PKwmSH/766y+f1+DO4Af8iXq6bQeFSRZs45niFOU85RLKS+ecc47IEyy4xrVVq1Ypnh9cSy8sqrb//vv7+MXLfyjUEe5TTz2V3mmBOnYl91Tlyf1V4vRjfLwpuf+9c4qSH5jhn3sWK6GMh2ls2c++d2AbI2AEjIARMAJGwAjkMAEX+Ofkgm1i/ni/ZEISFjWmDZJZLGkz8G6LPd7xM7MXnqeNldfvvTnZXiId9AnQlmU/FNo5LPQbHueEGbL64IMPFC882rXxwmHBZN5tY699//33/p0/PEc7gLYcbYdPP/00PB01ac+deeaZvi1DuyZ6Id0O7ZfTTjvNT37inPMTzzDRC5OhMPkGfc+0LRX8ZactFVjP1i9kxSLW5Mn0jkkjaSXNpD399e0dO+fEJDZMqBOmJdY+C2zHhrlx40bRdqdtzEQkbdq0EeEyCRHuuBeYOxL8Jd7HHnusn+CiUaNGov+A/mfCSN8nQ1sxK/0vpJ/4wAP/08cjq/c+vbvEPnZhaZvY0UyU2AV5PlGikujxoJ+HMpB+oieeeCLLfTFhunK6fgr9xaT/lrhRJqcX6ni+BzZr1kzYwS5udkao+ynvcqovkL4tJjlbvXq1mIQrfZwohymP05+Pd7yzdUN263n6ANP3w3HMecrtGjVqiLo0q32E8dKyM+eog7nX8IJbej+II/U472WwSn/djvOQgMvDsApJUCwdS/9uIUmOJcMIGIFcIBBbTrCfC0EUai/Db2OYCN/O6GdA+J723c/JumxYij78xgVtLacae+2uZ2+vrGMPL16ouVjiChQBi2yCESh9YTPtNbafgkIj+Dml/m+hNl/+SIbv9JQ3lDuhyP6MgBEwAkbACBiBwkEgbJilBj06gRSORFkqjIARMAK7RiAoERUWj7vmU5F2bYk3AkbACBgBI2AEigAB55xPpXPO616it8+YGMZRIsyHwDgozJNbllenHuUj8wBI+vzjdbq934f67ZfNwZH9jEBiEPh2/GItumpSEJmgVRD0k5RuVEMHPXRG3PkqyOvkecQ5J+dc4E5RU/ZnBIyAESgaBCyVRsAIGIECS4D5RZizhkWYtpcI5/57zwvf/TB5H6TdE7Z57u++Wac1oH1D73KqRr+4Sd2Hrtue1/l6jbh369ZNEydOVIsWLbxOBbpvs2fP9jqOp59+uqZMmSLmHiK9YWSZp4V5eNC3eeutt4QbGAwfPlyPP/64qlWrJnQ40YcI3WTHREeQeVuY7wcdv+eff963N9EBDOdg2p5/3Bfu6Z133unnh3n99df9vDPoDw4aNEjo7YXu0SXkHDqaxJe0M0cMuoITJkzQNddc48NmDqLQzRFHHOHnIkIHhbSHun/4P27cOB1//PHi3PTp00X8SceYMWPEXEmhH9k10TMcOXKkLrnkEjFGlHguXLjQz8sE86uuukrcz+z6mxf2L7jgAg0ZMkToIc2bN09wQTfy/PPP16OPPup1OolHlSpV/DH3Aj1g2L7xxhtiviPy1oUXXphjbS3nnC666CIfL/Lr3LlzhfAckG/II+hxMY8UcStsgg4xC0iRl1544QUxXxFp5Pwjjzzi8zBzLJHP0CFDH++EE07ASqGStV2GadOYV6PfA7ec3kDJD3T3CwFTpvFMUZ5Q/jnnfFng3H/1gQrBH/e3V69e4nkkzczxtmzZMpH/L730Un8eBiQVDpT/HTt2FPqa2Js/f74fY8pzi04ezw52c1qOOuoovfjiixo9erTQAczMf+ci94frzjlfZhB/hPtJGpE2jaT7u/8d3NPU4P4HdXbwO6HXn3r30xScmhgBI5A5AbtiBAocgdSUrVrV4AqlfPiNL/Mp+Tdefbr+uaqt7/OnXqCOoK5AqO+cc9F0OvfffvSk7RgBI2AEjIARMAJGYDsE6FthHhusMM9Pnz592E0Yob+Sud/CCDGnd7hvphEwAolDgG8CzEUWxoh+3HA/D0wLwggYASNgBIyAETACRsAIGIFCRqBYIUuPJccIGIEcIWCeGAEjYASMgBEofASciwz0cc75AaQMBGJAEMIAIQYKISi7V6qWpLNvOlD7HJKkwLKcpHGDlujNiV8Fe0Xnt3RkkOZBc6SAGZK0T5KaPdvaD6yCE7wQ+CEwRZxzgXUn/pyLmOybGIG8InDyySeLBfoeeOAB1apVK6+CLTThhJNJhyaTTIcT2rMA0IPTUjRkQmrwnEsu+L+mY2nddXk5Jeof6WARphtuuEEM2Dj11FN19NFH++hSB7BAHAdjx44Viyuxj7DA4NNPPy0UnFBWYyEghH3OcQ072EV++eUXsUg4ijgsTMc5FhbHznPPPecV8TiHwJTF5igzUVriXHYlu3HHf+ecUIj7/fff9eyzzwpFrfAZqV69uli0CsU3OGDPOYezHJc//vhD5KnQYxihKLhixYrwVBrz//7v/7wyIop8LPLIguwsIBVayu59Cd3FM1GcOvLII4XS1D333OMXwY+1h0IkCowscNiwYUOvXBNeD+PBNexgN7yGyXn8xO969er5xSE5v7OyvbyddT8z2nTOqXPnzqpTp45YIAvuhIVNlMdI57Rp0/TRRx9xygvXUQj88MMPtc8++3jFHhSSyFP4gZIjdrzlYMPiWxs2bBD3sUSJEgq5f/LJJ8JvnpHAmv+hhMk53j0OP/xwf44N5RF5lf1QyEMjRoxQrPvwWmYm+QllJ9zxHIf2UCQdP368Nm/erNhww+sFzXQl9lSlSTepRNtj5Fzk2f73zilKvv85r/hF2cVzCTvuVawUtLRafI2AETACRsAIGIFEJpDqI8c2VWz9YcJtaG8x0UT58uXFJBZMasF7UmxEf/vtN91yyy1iMhoG3IftwFg76fdz+72XNibCYsy83xE+7+/ZacfiJp7wzszgZdqyvPeHdghn1qxZgkd4LifMgw46yLdflyxZItrUvJ/iL/eB8L777jsOo8LENkx+QJuCNnt4gTbD1KlTw0NvOudE3wD9mrTjaUf4C8GG9DDxC+fq1q2bps0XXE7zox1NXnnttdf85DnhReJKuLxfY4fz2WlLYZ/7iMTeS87HE/oVjjvuOMGEthNpCO2RDtJIWkmzc5G2QHg9K2YY90mTJvkwQjekkb4U2mbhudAk3kwIEx5j0oYpwz5EAAAQAElEQVSkL4L9WAn7lWmDxZ5nf+3atcIv9hHuPxMcMYkFx6Hsv//+om+BvEJ7MzyPffIsLOHkXPbv/fbiF4aT2GZY2iZ2LBMmdqmRusmoZe2OMFlW+/bttWjRItH3Glv+hj5QJr311lui7A7PYe5M/cTziFv6lDAzE8rea6+9Vv37988g9evX95OKdenSRdjBbmb+7Oh8mAb6/HKiL5A6hb5qmNFXGlueUZ5Txu8oTuF1yrzs1A07W89T79InSN1H2JS7xJPzhE88stNHiB85JU2bNlXZsmWVvv6KjSP9wLyf5VSY5s9OEAiK3eC3Ew6LrhPe5pxc0QVgKTcCRmCHBCghECyGJvsmOyYQvtNgIrw30LZHeEf77ucU9Ry2VR9+E9ReQduhRpViGndbRTWqt+eOPTcbRiDPCFhAiUggqVNTVR7TT5QtQfGhf/+3UJsveyTDd3rKnYidoGcCi4mYGIuTETACRsAIGAEjkD0CYcMs+EYV/LLn1mwbASNgBAopARf0cbtCmra8S5aFZASMgBEwAkbACBQVAs5F3pycc2IcJMIYI8ZRIejaMT4U8+RTK+jCyyoGb1tSYF1ffLJed1z3kX77eZPszwjkN4Fvxy/W4j5T5IJ/BVLm2H1V56Ez4s5XQR4nryPOBS4CUfDnnAu29jMCRsAIFCUCllYjYASMQMEjwBw1r7/+up544gmhb5HVFDjn5JwT74C8D9LeQWjvhHJf9y06reEWSdiVxr68Wd3vWadE/kNX4c4779Srr76qpUuXennjjTc0cOBA1axZM0PUSfO5557r9W+wj67OqFGjhG5f1apVvY4l8xyVLl3aux00aJDmzJmjQw45xB/HbjK7hj8DBgzQ22+/rcWLFws9vWbNmum2227TjBkz/JxD+IOf+I0/HIfCPWrRooV3h3v8wT/0V7F/8cUXh1aFvifXsEN6MMO0N2nSxIffo0ePqP1SpUoJ+/Pnz/esYhfhgSV6vvgR+oVd0hP1YDs7+P3YY4+lSWNoPSkpSb1799aLL77owyV8dHqOOuooOedCa9qeH1FL6Xa25wYGpCWWGc7juYln1zkn7h3zAZFX8Iu8xuJnzPODX6GE94L8hz3sh3mLexraSx9OvLiEdjO75lwkXuQt8gg80e9Cv4exceRfnvPQn+yYORG/7IQXz25m6cYuzzD6amE+7devH6e9kIfvv/9+wSPkf/DBB4v7z7PDM+ctpttwnXuW/llMZy1hDtd2vlebnnlNPDlI8hmNtGV4N4VlOSacEPIB+c85J+dcwqQhKxGhDKdM6tu3r5gzK54b0nryyScLncPHH39cCPexQYMGGdILC/TgQrvUo9Qf6IRn5n+8MLN6jvCGDBki9LRbt26dJWfOOR9v55yvr7l3+MO9REgv0rqh9ECPjdpjNydFfmrSe7UWfpoi+zMCRiAzAnbeCBQsAqnJW/VHg17a+tF3PuIuKPA39Wmrf3qdnqHOp66gznAusLVNvCPbGAEjYASMgBEwAkYgGwQ+//xzPfTQQ1EXV111lQ488MDocSLs0C8XxoM+LMbxhMdmGgEjkFgEzjvvvGiEmDOLeQujJ3J1xzw3AkbACBgBI2AEjIARMAJGoLARKFbYEmTpMQJGIAcImBdGwAgYASNgBAopAeecT5lzTs45P5CUgUFI7CBSPpJVrFpKZ99UW/sckuSXI0uVNG7QEr054ctgr/D/lo4M0nrbnCDtpFxK2idJpzzbOq4yNewYXIU4F2ELIecchokRyDcCV199td59913ddNNNPu/mW0QKUMAoy8TKv//+q3BCexZ0u39qsoZMTPVlA3NNX9MxSXf2LJswKZwzZ45YeCpWTjrpJJ1//vn67LPP1LhxY/Xp00eUW2GkGRyB/ffff19nnnmmrrvuOqEwwT4KaocddpguvPBCX28459SlSxc1bNjQK3ZhB7soG11wwQX6/vvv1bZtWx199NHe+3r16glFh/fee8/HC3soW3Ts2FEskoc/xMlb3olNduIeek+cWMSSBblQBkJRi2uYHLPYOfvY43xOCosn1q5d2ysRwgAWMGnVqpU/V6VKFbGwFYvzxYbLIpMoJcKX/IjiZ+x157J3X2Ldpt8vXry4UBKsUaOGUF4jbm3atPH3j4XiURJkAavjjz/e23Puv7rOOefzCnkGO9hl0S7yFyaCnyysj6IWYaUPP7PjncnbmfmV5nwmBxUrVhRlKHFkkawPPvjA20SpDOVFFlrr3r27Lr/8ct1111265JJLNGLECK+E2a1bN+GO96uLLrpILPJ1yy23eDvY5RlDyWzNmjWeFwp62Ce8ffbZx/uDYir5A07cj3Xr1nm7+++/v48Hioi4ueOOO6JxIC5nn322Nm7cqKSkJP32229+3zvYzuaII44QcSZ/8RyTJ3muicOSJUvSPNPb8aZAXHIl9lSlyQNU4vRjFRTkwS9V/945RcnDp2dYXCC2LmC/QCTQImkEjIARMAJGwAgUAALOx5Gtk/P7ibqhfYSCPBNL8G5K26B///7+/bdr167ifZ+JFmjT3XjjjWnamZmliXfY3HzvDRfvpf3LO/i4ceP8e1522rGZxd05JyYLQAGfCV14/+a9GQ6zZ8/WQQcdlJnTnTpPu522x7777ismQqDNwX3gPZ3JRZgoI9ZjJgViophff/3VT3rBvaLtQbudRfpo48TaZ5IE7iPtANqntD3wn30GZdNuoy/BuczzafXq1cVg7pUrV/p+B/ygzQNv2iq1atXy7QnCzU5bCvvx7mVycjKXMghtL9o0KKYwuQz3hHtDfEgPaYRb2FeRwYMdnCDu+E8bi/4R/IUv7a+vvvrKt/9CL7gvtN8Z1E5exy5MaANeeumlvq1GHvr2229DJ35iIJ6zadOm6dZbb9WCBQv8JEb0S5CXaaeRHuT000/XyJEjBfvY/gPsZrX/Jbv3nglv0scvGvkCsuOIp0nWCGx75l2C11FZS0zu26Kspq+VsobJhNq3b+/7V3leefavvPJKP5kUZcGKFSt8mXnWWWf5iDnnstXPiiPKVb5D0QdFmf3FF19wOt/EOef7q3KyL5D+XvqXmeSKcpbyFn4wptzLamKzWzc4t3P1PP16lMux9TT3hzqJuoN4IFntI8xq+rJij75o4vDTTz/5+3TFFVf4SZOoE4kjfc70O/J+lhX/zE7uEXC553Wh9Dny5T6yLZQJtEQZASOQIwTCUiI0c8TTQu5J+C0MEwnHSfBtmn6Fb39KUY9hKfro21Q557Rv1d317G2V1OjQPQs5GUtegSNgEU5YAkmdmqryuOuCMiQSxdTpC7Wl5wjff0s5Q3lD2YNQDoUSsW1bI2AEjIARMAJGoMASSA1jHt0JT5hpBIyAESjSBKxU3MXbb86NgBEwAkbACBiBIkXAucjICuecnxOB8VOMx2HsFsJ8CIzLxDypZXl1uqyCIn3M0vJP1mnwdR/qt583yf6MQH4R+ObZRVp09ZSoLmPpY2qozoNtvc4/+Zb8i5CfydvkccQ5J+ecj7ZzEdMf2MYIGAEjUFQIWDqNgBEwAgWIAPpk6P8tXLhQzMmSnag7F3nXc8759z/eBRHeDxHeFXlvRO7rnqzTGm72bZ5go7Evb9SlQ9ZmJzizawSMQC4SQC+XMmDWrFlpQkHXlGvMU9SoUaM01+yg8BBYc8m92vjM60H7P1V8C9zSrqG2DOuSpv1PuY5QziPORcp+KDjnMExymQB6819++aVuuOGGnQrJOefra+ec76ukL4e6GqGuRlo1SNV9l/6t3YuRExTkCenkXqu14JOU4MB+RiCxCDBu++WXX9ayZctyJWJvv/22mNfgmWeeydz/HVzJyTgyv0Pfvn3F3InEi3qb+VSYQ2IH0bDLRiBCIHmr/mjYS1s//i5yHGw3XH2a/rnytLh1PvUEdT7inAtsy9cjsj8jYASMgBEwAkbACGSDAPPDMB81TpjPvE+fPuwmlDB3fRgh5gcK9800AkYg8Qi0b99ezC9JzD766CO98MIL7Oa+WAhGwAgYASNgBIyAETACRsAIFDoCxQpdiixBRsAI7DIB88AIGAEjYASMQGEm4Nx/g3+cc9FBpAwQYnAwA0kRBpJWrJqks26srf3qlZZ3FWyevX2p5oz/UoX5b8mTS/Tm7W/6JDrnVHq/0jplXKs0A6tgBC+EQVWIc07Ouag7v2MbI5DPBKpWreoX57v//vvzOSY5FzyLn+Wcb//5FJnYI1WhycBfJpjeunWrn3D6/mkpumdyYD94zIOf+p1fWnf2LBucSJwfC3+zoE+sELujjjrKLxiI0iCLtnEuFMqx66+/XgxEZvFxBk2/+OKLfgE7zj/xxBOqUqVKaF0VKlTQAw88IK6xOBB2X3/9dbHYIH5wHj9xQN3CAk2cK1++vLA3c+ZMbd68Wb169dLQoUPFIknY3RkhHPwm3KzEnTCIZ/ih+dBDDxVx5Dwmx+wffvjhqlatGrs5KnC89957xaKMv/zyi2DB4mDt2rXTlClTxECVv//+WywIFhuwc04sIEjd83//939iIc7Y6+xn575gf3uC/xMmTNBVV12l/fbbT6tXrxZ5ivtWv359f98oU+LdO9JInmFBTPxBAQ23DBiCOwowo0ePFgtMbS8O6a/tTN5O70e84+2dQ3GORdlIw0MPPSTSgP02bdpo3LhxfiD/p59+KhTtvv/+e3Efx4wZozAfYRcGTz31lL9/2MHuggULdPTRRwtOTZs2xZoXWOMvC4aRXvLHvHnzxGJdjz32mC644ILoewZ5iIXeatas6RUoGPDEfRo4cKCPG3GA+9q1a73f29s458QiZJQP++67r9544w3xXHN/ebZ4xnjWtudHQbrmiu+hSlMGqGS74+SCf36pd09VyvDpvqynzKfspw4I64PQLEjptLgaASNgBIyAETACiU0Ale2g9ZnYkQxi17BhQ02bNk3du3cXbUneFXmnZcHhevXq+bYh7UOuBdaz9MvN996SJUuqc+fOqlGjhubPn+/fa3m3zqn2Em2Ehx9+WCx0/N577+m1117zA5lZ+Jd3/ywByIYl2k20BWhr0J54/vnnVaZMGT344IM65JBD0vjknBMLTfP+jp1XX31VH374oV/w9+677xYTCcU6oA3ctWtXPf744+JeMsEQbRAWV6ZNQpoIP9ZNvH3aKUOGDBFtE9ov5I+ff/5ZTILw6KOPpmn7Zactldm9jBcHzhFX4kzceaefPXu2SBNpI420b3elXUPbkHtP+4x0zp07V0cccYRo49PPQBxCOe+880RfSKVKlfTWW2/5tv8ee+zh+2WIS7Wgv+HHH38U7X/cHHDAAerUqZOIN4PhaTNyvwYNGuQXEsce6ZkzZ46OPfZY0V6/5pprfL/+8uXL8cL3bRAm97/8Dvpfsnvv48XPB1qANqmSClB0sxxV8leWLWfVYmpIKzSz6rDo2uN55fmjb+/MM88UfQr0q1Aefvzxx758ZEIIyuXrgSwLBgAAEABJREFUrrtOSUlJUVjZrZ8od6gT6O+hzKZfKupZPu3kdF8gZTVlGVKiRAnBjclDKN8p+0gmYWLuSLJbN+xMPU8fHX1qTMbFPcmsHuU9Iat9hDtKV1avO+d8fyLvEtSHvBcQR96N4El9Qryy6p/Zyz0ChbXEpe2QG9Sc9zSy9bu2MQJGwAjEIeD4+BOcd4EUpt8rr7ySK8nhOxgeYyJ8I+O9FqGt+s1PKeo+LEUffRuptfarUkzPDqqghofsiTMTI5BQBCwyiU0g6YKmqvjMddFIpj63UFt6PpzhOz3lEOVRKFEHtmMEjIARMAJGwAgUPALRhhk7SMFLgsXYCBgBI5AbBKxE3DWq5toIGAEjYASMgBEoegSci7xBOef82En0+RkLyVgjhPkQGKeJeVLLCrro8ooKrApXX366Xnf0+1C//rRJ9mcE8prA1+MWaXHfaUGw5Eap7HH76uAH28adr4I8Td5GnHNyzgXuFDVlf0bACBiBIkbAkmsEjIARKCgEGJv/5ZdfCr2RnY2zc/+9+znnvJ4Y74e0d2jrILR3kGHdk9X2mGQFL4pywf+zr27WpUPWyf6MgBHIfwLHHHOMn0OLeXo6d+7s53sLdUSZE6h58+Z+7qH8j6nFIKcJrLl4qDY9+4aCYjkQp5T2jZR8b5dM2/+U8c4FpXggCv6cc8HWfrlN4LnnnvP62ehM70xYzkXuk3MuTR8l95O6GqGuRlo1lO7rvkF77C5F8oXUrPdqLfg4RfZnBBKJwKRJk3TzzTeL+fXyK147Cjen4sg8DcyxxzwOzKGIrjY63pQNnE8Efe0dsbDr+UsgdUuKVjXspZRPvpMv2yVt6ttWqb1Oz7TOt/7+AJL9jIARMAJGwAgYgV0iwBx6zOEWetK7d28/J3x4nAhmcnKyXnrppWhUWrduHd23HSNgBBKTQIcOHaIRY17L6EEu7pjXRsAIGAEjYASMgBEwAkbACBQ+AsUKX5IsRUbACOwiAXNuBIyAETACRqDQE3Duv4Gkzjk/mJRBpEh65Y+KVZPU4cba2ufQJIm5nAMZf/sSvTn+SxXGvyVPLtGc2+fITyAbJLj0fqV1ythT4w6sghUDqxDnnJxzHolzEdMf2MYIJAiB/fffP0FisuvRYME4FFx23af/fPDPfGpq5NkPTCaTDie0T0lJ0fCpKbpnUmA/KAODokH9LiitO3qUCU4kxq9JkyZaunRpXHn77bf15JNPCjuUW/FiTDnWokULr6SwaNEiLV68WAxMPvfcc1W8ePEMTjjHNexgF2GRK/zAr1gHhBlrl3jOmjVLF198cZoFr2LdxO5zrxk8nX5xw9AO4REuCxZlJe4oSdx///2eFXEI/cHkmPixeCF1Iud2JNuLH9fwD/ahPyx2SfgMpOEai1j16dNHlStX9kxg2bJly9B61GzcuLFfvJCF6OEfvRCzw/lY1viV2X2JcRZ3l8XI4MFin3AlrsT56aefVrNmzfy7Q1yHwUnicdppp2n8+PF+0U3c4gf36JxzzombpwJniscLdriPJ1nJ2/ibXmCNctyMGTM89/TXw2PnnFhYjLBHjx6tcuXKhZeEMg+LexEHrmMOGDBAVatWjdoJd7jnsXbhSB447LDDou8OoV24M6iKheLwF26jRo3SUUcdlcauc87fB+4v9xlhH+4oFrCwF89Z9erVvdchR+6pP5Fu45zTCSecoGeeeUaEGfrHs8UzFlrnHmX2PHKNOBNWaD9hzT13V4XJA1TijONEmY78e9cUJQ/7X4bFBdLXDwmbJouYETACRsAIGAEjUKAI0HPk5ApEnHlH7dmzp9K3DWhn8g4Z+75Igmi78c7I+yHH8QQ/c+O9l7AaNmzo27O8m06cOFHly5fntG+H7Gp7yTnn3815R+e9mXf7YcOGifdu0ks7g/YGAW6PQ7xrvEcT5/Tv7JUqVRJtDdocvKfTNqlbty5BZBDaYqSRtgB+0d7s0aOHatSoIeJGHGMdORdJD/eStIRuuDfco1i7me07F2mb0N6DSehH2M5N7y47banM7mV6P8Nj4kzcw/YUaSJt6dtT2M+MN9fiiXMRVrH3nnbd0UcfnYHt7rvvrtj7ABfc8bzQZqQvhbZ16dKlfVDY79Kli7jH8GMhcQV/sfee81wfOHCgatas6ft4yA/cX237wx/CxX+u4Ya8QJ6CzTZr3nAukh74wAm75Bf4pbeLv/Hi5z0qEBtHaVsgYprdSK5fv14NGjTQyy+/nF2nmdsP8kbkoosYts0yAZ7Nm266STx34TPIcztu3Dh16tQpTb9SrKdh2R0+u7iljyd9nwxuSpUq5euE8LmNVabhelaEuoB6mrpoe/a5jj36mAh3e3ZJA31S2e0LzMxPyh3KM1hSPr355puivOM8bsqXL4/hZUfpoUyjbMtK3eCcy3I97wMPNs45UV9NnjzZ9zdnVpYGVpWdPkLsp5d4dVd4n+CQ3j7HzkXSFFvewwImsMFOKPH85xr3n3wwY8aMDH2pmbnBnUkWCQTFbfDLouWCZe3hhx8W7YhVq1blaMQjn+nY5qi35pkRMAKFiAAlRPDV36eIfb9TSDbr1q3Tscceq9dffz3HUsR3MDzDRMJxEuFYia9Xpqj7sK365HtqLKea1XbT+NsqqsEhe+LMxAgkGgGLTwEgkHRBU1V69gZFO2yee1cpPR/O8J2e8ohyKRTZnxEwAkbACBgBI1AwCYQNs9RgBymYqbBYGwEjYARymEDYe5XD3hYd7yylRsAIGAEjYASMQBEl4BzfqyTnnNdrZPwy+p+MKULQGQ0X2TqxRQV1uqwi6mJeb+zLT9frzus+1C8rN8r+jEBeEfj6mUVa3Heaz4Nsyh63r+rcv/2FgMjXzjmfz4mncw7DxAgYASNQFAlYmo2AETACBYLAgQceqDFjxnjdvV2NsHPOvwc6FzF5NwzbPLR1ENo9yNBLk9X2mC0KvsD5OZKefWWjLr177a5GwdwbASOwiwTQ40V/54wzztCKFSs0ffp0ocODHultt92mW2+9Vejo/PHHH2rfvr3XC0Q3MCuCjtrORm/jxo26/PLLsxUecw/tbHhFzd2fFw3VxvFzgmQHpXLwS27fSMlDO8edr5JynfLduUhZ71zEDBzbL5cJvPDCC/6529VgnHPeC+dcmj5K7i11NUJdjbRq6HRvt7+0R7EgY/hfqppd9Yfe+XCL7M8IJAqBrVu35ndUdhh+TsTxzz//1FNPPeXDuvvuu4W+7C233CJ0uXv16qW1a9dqxIgRos70lmxjBNIRSN2crN8b9FLyJ9/R3e9lU9+2+veKNlmq8/HOuUgdwr6JETACRsAIGAEjYASySoD31NAuc9tcffXV4WHCmMwJFEZmn332Ua1atcJDM42AEUhQAsyFFkaNfuyvv/46PMwt0/w1AkbACBgBI2AEjIARMAJGoBASKFYI02RJMgJGYJcImGMjYASMgBEwAkWDgHORQUDOOa8AwsBgBpEiKLszkBRhIGmFKkk666aDtE+9JMn5n8bfvkRznv1Chelv8ZNBmga/JQVMkDI1y+iUMS3jDqyCEcwQ51xg3Yk/5yIm+yZGIJEIMDHyo48+6hfbYFE2jjOLH4tH3XHHHWJg6vvvv5+ZtXw9j2LLoYce6pVddjUi4WTRoQmbcEL7lJQUDZ+6VfdM3hZK8Ihf36m07uheZtsJM4yAESi4BCzmRZmA23N3VZwyQCXbN5aCsj34SfdMVfKwaRkWFwjrh9CU/RkBI2AEjIARMAJGYKcJpHqXbG06b4/CNkbACBiBXCZAaZvLQeSj98uWLVPr1q3VtWtX/fzzz7sek22L7xRuaruOyXzIPQLDhg1TmzZttGTJkjSB8M1i2rRpSkpK0mGHHZbmmh0YgQJNIGgYBL8CnYTtRZ7J6+rUqaNHHnlke9aydY1+XEeHbrZcZc9yVibUa9mypW6//XatXLkye57nkW0mHGKSvvbt24v05FGw0WC+++47tWrVSp07dxZlePTCth3OcY3JCvv27avk5ORtV/4zfvrpJ5122mk6//zzxURKYZqaNWumzz///D+L6fZIb/v27dU+EPbDy0xCSHiZyfHHHy8UVZlkMScmhwrDLUwm3OFP3uJ+hGnbHtsmTZqoR48eeuedd8Q3+NBNbpou8BwJjFwuLQgh72XRokVq0aKF5/r777/vUgT47oUHmAj3iHESCM/BVytSdOmwrfqY+amCtkKtasU0YVAFHV13T5wlhGSWL3MrcoMGDRLPAeHmdBj4id+EkdN+Z+YfzzLPdPoyMzP7iX9+12MIf+4D92PXfcuaD7/99psoS7kfWXOR0daGDRv08MMPi3cU6jrqNcrf9957TzzfGV3k75lS55+siuOu3xaJVP07faGSezyU4Ts95RLxD2WbAzOMgBEwAkbACBiBgkQg2kALdoJfbkaddzje5XjH3ZV3q9yMo/md9wRYCIN3ZN65cyN08hp5blfbVTnRLsiN9IV+Zid+IXPaV6H7eCb3JP29oT8Plgj78dxxLrPnPZ6f4T0irHhCO4q+3h9++AGv80hcoey3yiN4kiwkI2AEjIARMAJGoCgTcM755Dvn0iywtfvuuwthPoRwXoQmLSvooisqSoFdBc6++nS97rruQ/26cpPszwjkNoGvxr6rxdf+T9qW/8o23ld17j9N5FGEfIqQb5nXg7kqEOdc4MSJP+ciJvsmRsAIGIGiR8BSbASMgBEougScc/6dkPdDhPdF3ht5f0R4n0Tu6Zasdscle7vQGv/qJnW7ey27JkbACOQjgapVq2rAgAF64403tHTpUi1evNgvLsy4+OLFi/uYlSlTRtdff73uueeeLEvdunW9253ZEO6ll16a5bCI14knnrgzQRU5N39eNFSbJr65Ld1OyWc2Uso9l2Sr/b/NsRm5TKBEiRI5FoJzzvvlnEvTR0mdTV2NUFcjrRoW0309NmrPPRT8Rdy16POn5n24JTi2nxEwAlLeMPjkk0/09ddfq2nTpjrppJOigfK+3aFDBzGXKbpwjI+JXrQdI7CNQOqmLfq9YW9t/ewHueCf36Zr2yr1ijbbrfOdC2zHyDbvzDACRsAIGAEjYASMQJYJzJ49W5MmTYra7927d3Q/kXZmzZoVjU7Hjh2j+7ZjBIxA4hJg7q5TTz3VR5C5X1544QW/n3sb89kIGAEjYASMgBEwAkbACBiBwkigWGFMlKXJCBiBXSBgTo2AETACRsAIFCECzjmfWuecnHN+MCmDSFH8QBhIijCQtHyVUupw00Hap16SwoUIJg5eojnjlqsw/C1+MkjL4LeCpASpC35lapZW8zEt4w6sgg2D9hDnIuwCh54hpokRSEQC5Ne2bduqbNmyWrBggb744ou40WTS5DfffFMrVqzQcccdp/r168e1lwgnmbztrLPOEh/4GVy7M3EivbjDRJg8OpzQPiUlRcOmpGjI5FSFBd8NnUpr8KWlcWJiBIxAQSdg8TcCe+yuCi/vriQAABAASURBVFNuVon2x0eK+aC415CpSrl3WobFBagjEKCFJvsmRsAIGAEjYASMgBHIHgHnrbN1cn7fNkbACBgBI5C7BFzuep8Qvo8ePVp16tTRAw88sGvxCb534IGzOgoMJvlAoHnz5tq8ebP69OmjK664QnfddZf69++vdu3a+Ymvzj77bNWrVy8fYmZBGoHcI+Byz+uE8Hnt2rXq1auXnxxn3rx5uxwnunCjH+122bfte5CUlKQ2bdqIiXxihQWhcIkycteuXTP95oqdoipMXLj//vtr5cqV+vXXXzNg+Omnn/Tjjz+KsShffvmlVq1aFdfOn3/+qUMOOUTlypXLcH1nT1CPxN7PcP+ggw7ykzkNHDhQw4YNE9+LdzaMouqO+1SjRg3FCixYfJq6fdCgQWLBNc7ltkTKirwqLXI7NfH9HzlypG8DjBgxIr6FHZwNv3VhIuE4CfL+1q1b9eWPKep231Z9+oMTzYTaNXbXxNsr6qiD99yBz3bZCOQjgQIYNHXd5ZdfroULF+507H/55Rd16dJFY8eO9WPCaD8x1uvDDz/UZZddpnHjxonnfKcDyCWHpc5vqorjbwx8j5Qzbsa72trjoQzf6SmfiH8ogQP7GQEjYASMgBEwAgWJQNhAi4zOK0gxt7gagTwjkBPtgtyMbKLHL6tpR5emSpUqafquqlWrpnXr1om+3gsuuEDPP/98QrafsprGImPPEmoEjIARMAJGwAgUeQLOOc/AOefnROBdL3ZeBOZD4Fs05gnNK+jCKyr6D4epQdv0q8/W645r39cvKzbK/oxAbhH4csy7WtRvepDjghBSU1XmuH108PDT4s5XQd4lDyPOueDbrAscKWrK/oyAETACRZWApdsIGAEjUEQJOPff+6BzLkObh7YOQnsHubtrss44Ntm/e9LmmfDKRnW9c43szwgYgcQmULx4cTVu3FinnHJKloXvXDubKtqeRx99dJbDIl7oAuxseEXF3epO92jDhDmR74tB+z+5wzHaes8l1v4vIhnAuf/qbPp1EJ41hLoaoa5GWjZwGnbpBhXfIzKIhjq7ZZ/VevuDLUWEliUzKwSYS7NZs2Z65pln9MEHH/ix4Y0aNdLxxx/v9WtXr17t9XHQH2natKkaNGggdG2ZS5Qx1rFhbNmyRVOmTNEZZ5zh7R1zzDHq1q2b0O0J7aLbwxj2hx56yDu95pprvN23337bH2MP+z169PBxIDziwjHnue4tbtuggxIbJnEkrps2bdpmI62xYcMGPfzww2rTpo0PF//R4eMc17C9ozhi57ffftOdd97p6zj8gNmZZ57p0w8H7CDorZUpU8anheeUc6EwpzDPKucxw/NmGgEI/Ltxi35r2Fspn/3AoW97bb72DKVe1nq7db5zzvfzOxcxvWPbGAEjYASMgBEwAkYgmwR4Pw6dnHrqqbrooovCw4QyZ8yYEY0P7+PRA9sxAkYgoQmcc8450fjFPsfRkzm5Y34ZASNgBIyAETACRsAIGAEjUCgJFCuUqbJEGQEjsNMEzKERMAJGwAgYgaJGwDnnk+yc8wOFGEiKMCANYSApwqC0ClWS1OGmOtrv8DKBXe9Mk+5YqjnPLI8cFNDtoieWaM4dc7fF3qns/mXUfHSLuAOrYAIfxLkIMxw65zBMjEBCE9hnn33EAjoMln3xxRcVb3Ds119/rTlz5qh69epq1aqVGJSa0IkKIjd58mQ/uT2LAQWHWf6Fg4gxESaNDie0T0lJ0b1TUjR0ihP/wUY3dkrS4G6ls+y/WTQCRiCxCVjsjIAnsPtuKj95gEqcebw/pMx390xVytBAgrqAOpO6gTqCugLBYmiyb2IEjIARMAJGwAgYgewSQEUbBe3sujP7RsAIGAEjkH0ClLnZd1XwXDCpQd++ff0EQG+++ebOJSC1qNDaOTzmKvcJHHHEEXrqqafEpCKffPKJpk+frjfeeEMHHHCAhg8friuvvLJAfLPIfVIWghEoeASYAKhJkybq3bu31q9fv9MJcN5lZOt3c3FToUIFXXXVVX6ipP79+0dNvkeyEFT79u3F4lcsqksfci5GpcB5XapUKdWuXVtr167VN998kyH+TEzFt9jWrVuLyZY++uijDHaoB7DTsGFDOZdz95wJCWPvZ7g/ZswYjRw5UhUrVtRLL72kTz/9NEOc7MT2CVxyySWaOXNmGpk7d65Gjx7tF1ZjfMLjjz8emeRw+17t8lUn5/2IbP1uodywQB3l6kknnaR58+ZlOY3hNy5MhG9glGMI38WW/5isbvdt1Wc/QDBVtavvpgm3lteRB+2R5TDMohHIDwIFMUyeP2Rn484zPHHiRH377bfq0KGDJk2apFtuuUWPPfaYr9fKly8v6rjlyxNzbGfJjierwoQbg7pBgQQ95s8t1NbuD4p3AMojyiX4kM5Y2Vle5s4IGAEjYASMgBHIBwI0K3yw7CD+wDZGwAjEEOCdF4k5lVC7xA1JqEjtRGRKly6t++67L03f1ezZszV//nwxkT1eDhkyRIsXL2bXJIEJWNSMgBEwAkbACBgBIwAB5yJtTOdchgUxmQOA+RDCeRFOaF5BF15ZSeHfN8v/0l3Xfaiff9wYnjLTCOQYga/GvKvF1z/nv1iTS8sev6/qDj8t7nwV6O4zVwXinJNzzsfDuYjpD2xjBIyAESiiBCzZRsAIGIGiTMC5yPugc86/I/K+iPD+SHuHtg5Cuwe5q2uy2h2XrMC2go0mvb5JXe9cI/szAkbACBiB3COwutM92jR5blDsUvo6pZx9nLbefZG1/3MPeUL67Jzz8XLOpemjpM6mrkaoq5EWDZzuvXSDiu+haL5p1Xe15r6/RfZnBGIJvPLKK173jjHUbdu21d57761XX31Vt912m9AfRy8H/RF0rVasWKGbbrpJH3/8cdSLv//+24+BGDp0qBiLffrpp/vF8Rlrfvnll2vChAl+zDbvlY0bN1a9evW82+OOO86PRa9ataq/jq7cZZddpq+++kqExzh19MQ++OADH7/YsRWEQ3gI+4R59NFHizHugwYN8v7Hbn755Rd16dJFhFG5cmUfbsuWLf18qGPHjtXAgQO1ZcsWbS+O+Ife10UXXaRZs2b5+UeJI7qLv//+u4jLI4884tOC3bPOOsvrKaPHxnGsvPvuu16H7Mgjj1S1atViL9l+ESeQunGLfm90lbYuXyHnImX+ln5nKLVnq+3W+c45b9+5iFnEMVryjYARMAJGwAgYgZ0kwLsxbYHQOXNehPuJZNIe+fnnn6NRop0RPbAdI2AEEppAp06dtNdee/k4vvXWW349En+QCxvz0ggYASNgBIyAETACRsAIGIHCSaBY4UyWpcoIGIGdJGDOjIARMAJGwAgUSQLOOZ9u55wfMITiB8LgN2SPPfYQwkDS8nuV0pk3HaR96iWJpWCQSXcs0ZxnEnOiWJ+w7WwWPbFEb9zx1rZBeqkqU6u0mj/dPO7AKljABXEuwgqvnXMYJkYg4Qk458QA1YMOOsgPrGXCsthIb9q0yQ9mZfDvGWecoUqV/pvYItZeIu4z0fOAAQPEAkEvvPDCDqOIfSxhMikdQroZQMxE0vdO2aqhUyLPdmpQ2t3UKUm3dyuNExMjYAQKBwFLhRGIEnC776YKU25RiQ4nBCU+pX5w6Z6p2jp0aobFBagvqDsCG9veH9kzMQJGwAgYASNgBIxA9gjQ2nRy2XNkto3ANgIspskiXjNmzBCKzdtOm2EEjEBcAq7IlbYLFy5Us2bNxGQMq1evjksl05NB/3Gm1+yCEcgjAgcccICGDx+ut99+W0uXLtWiRYs0atQonXDCCX4ynDyKxnaDOeSQQ7zi0qBBg7Zrzy4agR0SKIJNghEjRvhJdZ566qkd4olngbEJqUEvbrxreXmuePHiYvKfsmXL6rPPPtO6devyMvgCEVajRo18uc2ESrER5nssEz3Rljn55JMFwyVLlqTpb09OTvYTUGGnbt26sc5zdf/www/39c2GDRv0ySef5GpYRcVz55zgetddd6lixYp6+eWX/SLVuZn+2HKC/dwMK1H85r2JcSC9e/fOcnnEty6E7148lwhjJZb/mKJLh6fq8xUR9YqD9tldEwdV0BEH7ZEoybV4GIHMCBTJ86tWrdK8efNUvXp1de7c2U90GIKoX7++2rdvr/Xr1+vzzz8PTyecWfK8k1Vh4k1ybtvL8Yx39U/3B9N8p6eMosxCSEBosm9iBIyAETACRsAIJDiBsGGWGvToBJLgsbXoGQEjUAQJoCN2/vnnq2fPnr4dMn78eD+RfG6iCErEBOjlzs0U5qrf5rkRMAJGwAgYASNgBKIEnIv0Kzvn/Ldp9P5ZXIt3PIT5EMJ5EY5vXkEX9aos/ngf+/rzdbqr3/v6+ceNnDIxAjlC4MvR7+rd654TL/x0iSxL/lqL/++PuPNVkFfJs4hzLvqdxDmXI3ExT4yAETACBZyARd8IGAEjUOQJOBd5L3TO+XdF3hsR3iNp79DWQWj3IHd1TVG745L9uyjvo5Ne26gud/xZ5DkaACNgBIxAbhBYfcEQbZgUzlcppZx9rLbedaG1/3MDdgHw0znnY+mcS9NHSZ1NXY1QVyMtGhTTvd03aM/d//X6M4yFbd33D7313hbZnxEICXz11VdiYc+xY8fqlltuEfp3hx56qBYsWODHiU+ZMkXotDLPxLXXXiv0n9DBxT15aty4cV4f94ILLvBziWIXfZ5p06b5uTnR012+fLkvs1g8/5RTTsGpzjnnHPXv318HH3ywfvnlF2G/Vq1amjBhgnDPtWeeecaHzfycr732mnfHBn2W559/Xsccc4zC+A0bNkxPPvmkypQpg5U0gt3vv/9evXr1EunEb8Jg3gz0jz788EP98MMP240jY8snTpzo03/33XcLHvhDuJMmTVK1atX0zjvvaM2aNWnCjj2AF/GFc82aNXXllVeKZzfWju0XXQKpGzbr14a9lfL5j0GZHTS1UlO1ud8ZSu1xqs+blOuU8QhtNPIObTbnnG/DORcxiy5BS7kRMAJGwAgYASOwKwSYZ+Hhhx+OesH7fZs2baLHibTDvAFhfDp06BDummkEjEABIFCiRAnFPrdZWc9jJ5NlzoyAETACRsAIGAEjYASMgBEopAQiM9QV0sRZsoyAEcguAbNvBIyAETACRqDoEnDO+cQ75/zAIQYRIQwqQhhghDDgqFzlUjqz/8Ha7/AycrgKNpPvXKI5YxN3sliimV7efXyJ3rjz7SANTs45lalVRi2ebh53YBUM4IE4F7GPf845DBMjUGAIlCxZ0n9cY7E4BtEy2DaM/Pz588UA4OOOO05MBB2eZ8DtW2+9pQEDBvjJzVg8aujQofryyy/FINbQHmZ6u5dddpkfSIx7rmEnN4XBu6effrouueQSrVixIm5QYZwxkXBSeya0R4ZO3qqhU50vF/BgwEVJur1baXZNjIARKDQELCFGIB2B3Yqp/JRbVPKsE+VpFe/kAAAQAElEQVSCS845uaHTtPWeKaJuQFD+oM6g7kACaxnqQc6ZGAEjYASMgBEwAkYgcwJM5yfmUQkksp+5XbtiBIyAETACu06A6Xp33ZeC6MPjjz+uOnXq+IkLshz/1EjdVHSpZZmUWTQCRsAI5AyBoNgNfjnjVwHy5bffflP37t3VsmVLLV68OFsxd4Ft53twg518/lWqVEmlS5cWfcZIbHS+/fZb9e3bV8cff7waNGjg04qiNRMrxdpjP73dJk2a6JprrhHnuR4ruGeyJZS08ZfJkbp166b33ntvu33VH330kU466STdeOONop871k/2mbCoUaNGevXVVzn0smXLFnH+jDPO8GnIaljecbCpXbu29tprL33zzTfauHFjcCbyW716tb744gs/KRQTM+23335+UeJ169ZFLATbtWvXenf777+/qlatGpzJm59zTvvss48PjG8CfmcHG9Jz5513ivvGPYEXHMeOHeu5MZEVXsCAb+wI382xB9NevXrpzz8jk6z+8ccf4hs8E2jhF/mHfJQ+L7CIc7NmzfzEWfgdK/GuEQf8wyRuhM0x4QwfPtxPeBXrR27sM+FY8+bNfVoZk5AbYYR+umAHCYwEKS2ISd7IiBEjfBtg5MiRmQbI961YofxCyPOf/5Cirvf9q89+CPqugrbBQfvspom3ltP/Hbh7pv4l4oXY5+3XX38VE7rFPqOUbaQ3fdw/++yzNGU3zwp2KQ/T2w2Pw7BYZJ1nODyPmdk1+M+ZM0fnnnuuKHt51gcPHqz07vEDwT7lPOU95QbPb1bihttY+fHHH6PpI9wuXbrogw8+iLWSZp+yhzKI+BEm9XZO1GVwYWJB0oC/+E84hJcmAsEB57iGHexmFgfKtwYNGgiTyQ1j2eKetAfepfmlL7/PPvtscV/gncbitgPeXyjvKTuJCwzPPPNMX1fG5pGwHGaCQ+q78L5x79iPZU58W7VqpZUrV2rJkiW+LqGegBHPJWO6wrQQJvV/+nuwfv16MZ7zsMMOi1tnMgEDSWCsGGaiSsnzTlb5Cf2D6PF2HPRKPLdA/3S733+n590FHgj3BwksKjTZNzECRsAIGAEjYAQSmEC0geYUNLsTLqLZ7WvhvT07bXfeC3mfZ9K9RkHfC22Tm2++WbxfZhUG70Fz587VxRdf7CfK5t2Q9+n07RUmzebaSy+9lMFr3lmZHBx3P//8c/R6dt+5X3nlFd1xxx0+Hryfz5o1K+pXvB3CJZ6ES9zC92KYxHufg0tW3rvDsOhDeuCBB3zfG/7DF/f4E9oJTcLjvTu8F7QzMmsvhG7Sm7QtcINb7meX7bSrCI909ujRI9pHiDuOOc91/N9eu4Dr3H/aBsQbfmE64/UfhnZ31I7AXyQr939H8cOfwiDOOaF/Qn/kJ598ou+++y5XkxWUiHK5GkJh9tzSZgSMgBEwAkbACBiBtASci7xZOefSLLDFfAAI8yHQj47Z+JQKurBX5eBdzHn59ou/dHe/9/Xzjxtkf0ZgVwl8MfpdLbphhoKs6OX95K81fP1zGjNmjB8jQT5EyJfhQkDFihUL7Ab5EUdBBJxzwdZ+RsAIGAEjIBkDI2AEjIARgIBzkfdD55x/b+T9EeF9kvdK3i8R2jvIHV1T1P74FMkFv0CmvLFJXe/IfMFT2Z8RMAJGwAhkm8Cqjndrw5R5cs55STnnOG29s1Pc+Soprym3Eeci9gnQOYdhUogIOBe5p865NH2U5AHqaoS6Gml+dDEN67lZJYrL5yHnnE675g+99d4W2Z8RgEDt2rXVokULnz84Ll++vA444AB2ddZZZ3k9Nn8QbBg/XqZMGTGeJTgUelmM88CPzp07i3dGziPowHXq1El///233nzzTU5lKoxt37x5sx9Hsffee6exx7gKdOlCfQzGv7DQPmGhK8i10EG9evXEGP3wGHPTpk36/vvvVatWLbVq1SqaTq6VK1dONWvW9Hp6jB/Xdv5IK3OnHnHEETr22GPT2CSt++67r/eHsTRpLm47IN7oNAwbNkxwZIx++rRus2pGESTw79+b9Gujq7T1i5UKMqmcpM39zpB6nLrdOt85J+f+k8CZ/YyAETACRsAIGAEjsFMEHnnkES1btizqFj2A6EGC7cycOTMao44dO0b3bccIGIGCQeD888+PRnT69OlatWpV9DjndswnI2AEjIARMAJGwAgYASNgBAorgWKFNWGWLiNgBHaCgDkxAkbACBgBI1DECTjnPAHnnB9AxOBhhIF1CANJEQaSlqtcSu3719G+9ctIqYGzQCbfuURvjPksOEj838LHg7jeNTeIaGoQ/VSVqVVaLZ9uHndgFWmHA+JchE3g0DPCNDECBY1ArVq1xCIPTHz3wgsv+IUeGMzKBHEMQmWCaQaQky4GzPLxf+LEid7ecccdp6OOOkrYv//++/XGG29EJ1Vm0CwT9U2aNMlPMM1EdQyOTUlJEe6nTp3qB8Xib24LkyaywNV9990XNygG4CIM0EWIOzJkUoqGTnU+TVwfcFEp3daldFw/7KQRMAIFmIBF3QjEI1DMqdzkm7VnhxOj9YAbOlVbh0wWdQRCnYFQRyDxvLFzRsAIGAEjYASMgBHInIDzl9g6Ob9vGyNgBIyAEchFAoHXRbm0/fPPP3XFFVeoadOmmj9/fkBjB7/g+wc2nNVRYDAxAkbACOQJAZcnoSRmIHyXZNGqfv36iYmBshLLVG8psvW7+bhhISgUGPm2WqpUqWhMWDz4oosuEgsQ169fXx06dFC1atXExEBMZsQ31tDyp59+qssuu8wrYTdu3NjbZYIj6m3Os3BwaBd3uH/sscf8JEwsSHXiiSdq+fLl3g/8z6zP+sADD9Shhx6qjz/+WL/++mvopTeZvOnll1/2cWTSIk5yjkXEWNCOSZkIiwWPWRSMhYknTJjg+9Cxm5nstdde4lstE0mtWfPfBKJM1EQcWCStQoUKfqIkJofifOgX+7A9/PDDFcs2vJ5bJgsusxAc40L4nr6jcLgn8HjuuedUpUoVtWvXTkyuNXDgQI0fPz6ucxYPu/322z1vmFavXl1MUvXZZ5+JfDNt2jQx2RR+kX/IR5wnX8X1MBsnWaRv8ODBPo74D3/uZe/evcUChtnwKttWnXPRSbVIK99bsu1JNhyEpURoZsNpgbf6+++/i8UEmfRt0aJFadITW0awz/cu7gXP+ec/bFW34alavsL51sDB++6uyYPKq37tPdL4UZAOmNTthhtu8BPUnXDCCTr55JPFou+UbeT92LTwjFHG8szx7PGMUBZglzEnMIq1v7P7cKe8vvHGG70SfPPmzf3YHcK/7rrr/IR6sX6H9qkTKO8p94kb4/aI2/XXX5/BTaz7cJ/65tJLL43WTW3bttVff/2lPn366P333w+tRU3iQ9kT8sipuoz6hXQ++OCDfmF36hfeBQiHNBLPMBLZiYN3E2wo52BL3UEaqaPnzZuna6+9Vr/99ltgI/ILy28mF6G8J3246d+/v/AjYuu/LfGCx6xZs3zdhv0mTZqI5437wJgq7tV/LqQPPvhAlK9wJp0HH3ywr4epXz///HNvtWrVqmrTpo2SkpJEvXnGGWeI9wHGaz377LMaMGCAf0fCDvedOI4dO1akkToLT6jjGad11113CXecC4V0UsdT1/zf//1feDphzRLnnaTyEwcE8XNyLpBZ7+qfrsN9XqGsQuAcSmDRfkbACBgBI2AEjEBBIBBtmEV3EibWvC/RDshqXwvtWd4Ls9N2572Q97fk5GTxjsr756uvvurbbV9//fUOWdAW4Z2T92j6S3gP5f0yPM/7Je/ZeER7oWzZspo7d64f68i5UOhj+vDDD0V7h/dQzu/MO/cTTzzh/W/durVIC5N641c8IV7Ej/gTX+JNX0hm/UvZfe/m/tH+5d2ZdPPOXLduXfGez7s412PjNXnyZDH5IXpB7du39xOG017gO9qKFStircbdJ35ZbVfxzkrbj3bOV1995dt9tCOYYJ08QfwWL17sw+F+8M6fvl1APOE2ZMgQ3XTTTULnA+6kk34oJmy/8sorBU88IkxYZKUdgf2s3v/txQ9/CpNUrFhRhxxyiNavX68ffvgh15OWeKViric5ZwIwX4yAETACRsAIGAEjEIeAc86fdc6lWWCL92qE7yrhvAiNT6mgTldW8nMK8B79zfL1uvva9/XTDxtkf0ZgZwksf3qhFl0/Q0pN5adyx++rdw+LfJuizTly5Eivb09+5HsO3yER55z/JkK4zjkMEyNgBIyAEYCAiREwAkbACEQJOBd5T3TO+XdH3iMR3it5v6Stg9DuQQZ3SVG7xlv8e2nQ8NHk1zeoy+A/o/7ZjhEwAkbACOw8gVXn3aWN0+YFHtD+T1Xy2cfqnzsuiM5XSTlMmUz5TDlNeY04FynDA4e+LMcsSMI41UQQdHISmZtzzkfPOZemj5K8QL5AyCPIKUc5De2+UcX3+Deos/lynKrTrlmlN5dtlv0ZAcYuFC9ePAMIxsYwNj72gnMuTbnCWBnGzDPuYcSIEWJ8eazMnj3bjzdnLAtjmWL9it1H34vxTYyTYrwKY2YYj4Ou1NVXX+3HVYT2mZ8UnTD0oPbZZ5/wdNQ84ogjfN9oeKJkyZI+Xox/L1++vJ/HlDEwjEnq3LmzXnrppdDqdk04jRo1SozjxyK6a8yFypyo+LNs2TJOZyqM2yHMhg0bCn0R4p+pZbtQpAj8+9cm/dLwKqV8sTJSRgf9/luubyfX49RonU+ZjsTW+c5FnkfnImaRgmaJNQJGwAgYASNgBHKUAHMwPPzww1E/e/XqJXRwoycSaAd9bebECKPUrFmzcNdMI2AECggB1iehbUx00Vl68cUX2c1ZMd+MgBEwAkbACBgBI2AEjIARKLQEihXalFnCjIARyDYBc2AEjIARMAJGwAgoOpjPucgAIgYRIwwyQhhwhDCQtFylUmrf/2Dtd0TZwKH/adpdS/XG6M+UyH8LHl+iOXfNU5BCL+UOKKuWo06JO7CKNJN+xLnARSCkzTmHYWIECiQB55xf9Gnffff1k04zqd/rr7+uDRs2iAmlw8GoTGLBQFwmn2bSvTvvvFMMbmXCw9tuu00MzufDHINfAcEA4Pfee08NGjTQLbfcoosvvtjbZ7927drCHpOsM2ncJZdcIgbz3nrrrWLQ7JgxYzRjxgy99dZbO5SsLgKCPRYNYbACi4gQR9KEibCPhBPbD5n8j4ZOC7oJAj7OOd1ycZJu61IaqyZGwAgUMgKWHCOQKYFixVR+6i0qcXYTBVVBYM3JDZ2mrUMm+4lxqTOoO5Dgov/F7vsTtjECRsAIGAEjYASMwA4IRNSx2e7Aol02AkbACBiBXSKA47C0/eOPP7Ro0SItXLhQCxYsEEpE77zzjljcoyAKC82QvqzIW0Gf6wknnOD7Y1lwJVM3qSGt0MzUpl0wAkbACBiBHCIQlrh8i3v33Xd9PRXWUQW5nkJhN6uImCinjeEvggAAEABJREFUTp06euaZZ3boxHkbka3fzYcNkxzx3fHee+/1E3Odc845YkFeosLE7cOHD1eFChXEAr0sIMdiwuzzvZSFo5hgiAVssf/cc89py5YtevDBB4V/2MUN30/pi166dCnWfN807lgYjoXNpk+frkGDBmnYsGGaNGmSatWqJSYeYgIi7yDdhvg1bdrUL37M+1DsZRYJ++abb8S7ApNB0d/NAmXYu+CCC8Rix4TFpE8scHfEEUeIuCxfvjzWmwz7jCc58sgjtWrVqjQLZjEx0/+zdx6AVRRdFD43VJEOijTBigICKqIgAoJiF1GkiwJ2fxDFCoKgYkGlqth7LwgqVhCkN7EhKhaQ3qQntCTvnzOPfXkJIRBIIMk7m3d3Znenfru5O21nOGETF9OiJ04MRQY///wzD70EYbPP2Z/I5h3zvGzZMjzyyCP4/vvvwY9UTznllAxjpR9y4oes/Hiek0/xHvNec1G2TZs2peufZVI+M7xfZMp7zvzzY3xOssUwuCAdTT4LXAiAC8Dx+eC9SjfQvTzJMuFdd93ln02Gz2eHi8+RPZ+pvQxmn50ddthh4KRjHC/APO9zQHvh0WDe1epVq1LVAahXKbmx/M80B/8bPnN72HH8xxlnnIGePXuC4yYC53x2A6Geofy2KAmdByXjt0XOlXsxVTsyH967vwROOjq/O5F7f/Pnz0fRokXB55v/b9SZ/N/jc8iJ4davX+8zx///IUOGgP9r/J/j/x7/R7hwIseafPrpp9idfvUBZGLHe/jqq696vf3222/7yeuYNtqPPPJI8H5EB/fjjz96nVutWjXwncE8MG38/+X7gPVb5i/aT1p7QkICOIEfxwNRzwX5YxiXXXYZuKBktJ/sepcxDuaT7xfGy/zw/cL3JtPF9PH+UD9kNg0MmzJhwgT/fiTjgBPHQC1YsMC3AdAN38F8jy1cuBDU39Tb1MU0ufBn2ntA9++8844fT8V0kh/d816QIScUpV5Zt24dg48Iz3Xs2BGBTg/Cp64fM2aMd8f7ygVIWW6o6t7lHN/EiRLJguOnatSoAb5r+vXr58dgMb7mzZtj6dKlqd6tPrA0Oy7wysVGOeFLjx49UKFChTQucuZh4TZNUOLd3gjrKZfG0dOQ1PlJ/5zy3lB4zV3xv2i7P6GdCIiACIiACIhAjiLgE2N+73a0UJw1B/xYzmO5cG/bWliu3pe6O8uFrVq18u03LKOyXMhyKMfbs9zKdCCDje0onECbbSwsQ7N9gOVD2lmuZvn6+eef9+Wno48+GjVr1gTrERyvHx0s2x3ZpnXhhRf6ibz3tczNMF5++WVf7ma8J510UnQ0ETvLaSzLMn17075EDpkpd9M9J/AOyvVBuwzrFOTL84yf6QgSxfYIfvvAe8AyPdsiWV9gmXnWrFmBs3RN3v/M1Kt4f9mOxnI+60Gs9wVx8v7t2LEDbF9kZLurF7BtjX2BX331lZ+0kXmkXz5HH3zwAbp27erb3XhvGQ7rJHtbj8jM/c8ofYw3rwn/j5gntmnSzE7JORoxO3OpsEVABERABERABETgwBEwC5ewzMz343M+AC6uxfkBKCxjB9LgnNLo+L/DYGZe/vljEx694wcs/Tce2jJPINZ9/P7SNMy85xPAALhnqmTDyjjh8fPBxbCwc2M9jvVRPpN8Nilm5pybd2EWNv2BdiIgAiIgAiIgAiIgAiKQhoBZuLxoZr4MyfIkheVL1nc4BxwlqPM82DkJLRvuAMz/8OG4BHR+4D9oEwEREIH9IRDrfle1fhgJH01xGJxydQp2R5sGSH6ofWS+Supg6mQK9TP1NMXMYGbOHyImctHGfJUoUQI5RXI6OrOUe837T+HzQOG7mkKmlGanxOGJ67fikELMlYF/l/Rcg29nb+UJSQwT4Hc3/OZqfxBwzAO/BeN3BtHCeT85ZoXfl6T9hiA6Po634byjF110Ec455xxwrtAHH3wQ48aNQ+nSpcFnOXDPMTWrVq0KDncxixUrhrT54TeHHEdz1lln4ZJLLsHtt98Ofsexdu1alC1bdpcwdneC46M4fqZJkybgt1F33303OP6IeaPe2p0/nuf3ORyXzrzxmxOek4hA8sYELK93K5L+XOZgOM3s9Pr2uy8Drj038s7n80+Jfuebhd2ahU3nWT8REAEREAERyLUElPCDT4Bj5Pk9LFPC7045bz/tOVHGjx8fSVbt2rURrGUQOSmLCIhAriDAb56ChLI9IbDLFAEREAEREAEREAERyLsElDMRyCoCcVkVkMIRAREQAREQAREQAREQgbxCwMx8VswMZhb54J2DjSgceEThQNLipQ9Bi3uPR+VaxRACvHzw8CyMe2WeO8p5v6nPzsK3D0906Qz5yc6KH10MzV9sGhlYxTwxb8wnhYNoKWZhFsyRmdGQHBgCiiWbCHBS8yuuuMKHzonLOcle/fr1UatWLX+OO04qzQn/ORH0BRdc4Cf943kK/Z977rngAFxOFshznFCPg3c5UTon5eY5CidK52IC99xzj1/wYsmSJX4Rj2HDhuGBBx7wA3A7d+6Mli1b4uyzz96jrFy5ksHutXAydk6Cfd111yEYLMx0UjgIl/LIu4l47P1Ai4XQt1MR9Lvm0L2OQw5FQAREQATyEAFX1ivxQV8UatXYZWrnu+Gx95H4yLt+4Q2+N/gOoTgH+omACIiACIiACGQNgZgKhS1LBoupPCuzIiACInBwCFhE23IhQLY/ctIBthU2a9bMt0Py4/7GjRujUaNGuUq4sGxmmbI99vjjj8crr7ySvldXHw5fsLChvQiIgAiIQPYScOrW/XwcnPi7RYsWYH8c+9+aNm2K4B2VG99TXNzMZ2wvd1x06pprrgEX3WLf5O68hVtrud+di6w7z/7M888/H1yEPloaNGgAvoc5IdD999/vyxNBrFwsjIuGderUCSeccEJwGmYGlj3YD8vFmumGFxkGF05j/2V0ezMXY+Pi3R06dKAz0D39HXXUUeAHlBzH4C+4XeXKlXHttddix44d4IJg0eG4y5EfF7XnREgsE0X34/JeMQ0NGzb06eRiaFxc7phjjgHvSXRc/PCaadq8eTOiP8qORJLGQgacrOzHH3/0V7jo8dy5c3HkkUeiYsWK/hzj4QRVP/zwA5gO9jfPmzcPRxxxBKpWrerdZOWO5aHo+0k72fDZI78mTZr4/us9TeDEhdzIrnr16n6iKI4pYTrNDHxuGCaP0wonrmKfvJlFLs2fPx9z587FqaeeCpZTzVKu8ZnhPecEXIwv4mkfLGnD573lPeZYAN5P9vHvQ7A5zgs1RAjcA19/840fg5BX6gDUOZkFPmjQILAOwIUNA7/UExT2d/26MBFXP56IPxa75879qlfNj/f7lUTNo/MHznOtybFfaSdk40J+XLxwy5YtoA5m5rhY4rJly7x+5f8cz1GoB6jzOPlbMGEGz++P8D1BXdi5c2eUL18+EhTt1OWBLgkucJI86sabbroJhx9+eHAa/P/lYp/UpZyIj2FGLqax/Pvvv/jjjz/ACfJYpgguM4xABwTnaDKNfO9k9buMOoa6hjqnS5cuKFTIz1jJKHHmmWeiXr16YD7oLrNp8IG4HcPg+8xZ/Y95pF7nAd9dNDlh4Pfffw/qbzI0cw++u2BmXp9zwVR3GPnxvUidX6dOHZxxxhmR87Twvcj3MP+XKDwXCN9vfLeYpYR/+umng2OtgrQEbtOaDIvCuCnBdeaHC4dyIsYTTzwxOL2L+euvv6Jbt27gc/7EE0+A5cpdHOXgE4VbN0bJ9/v6cgng+I2ehsRrntiln556DNpEQAREQAREQARyMoFw2sLVMyDkLJTw2YO+Z5k3M20t+1p3T9uWY2aRcufs2bPBiah3B4NtJJxMm9dZt2H5k3YKy9MsV7N8zQmp2W7Acyz/rlmzBixT0x2F5eypU6f69hi21fAcr5PB3pb76YfC8jLjpD0jYTk2M+1LdJ+Zcje5kR/Tw3aToC5lZrj44ovBfLK9jd84BOlknYjtc2aujOlOsnxNXs6KPZXRM1uvYrsiJ0tnWljfYxyB8JlgfTOokwbn0zP//PNPP2l6mzZtQD+BGzNDjRo1/GEQDusQFLKk+Itux3ymrUfs6/13wemXZQRCO1uvsixABSQCIiACIiACIiACIuAImIXL+2YWmROB/dUsF1PYd8T5Ayj1m5VCx26Hueqqq68C+OePjXi05w9YujDeHemXCQIx7fS3F6dixr2fOAbuOXK/kg0r48THz/fzVXBy+/vuu89dC/+eeuop/Pbbb/7ZNDOYmb9gFjb9gXYiIAIiIAIiIAIiIAIisBsCZuFyo5n5siT7RihBnYf1HQrrO5T+1ySi5ZnbfVt0yIX54bgEXNP/P2fTTwREQAT2iUBMe1p15cNIGDllJ4MQdrSpj9AD7Xz9nzqXwrYnCvUy9TPFLKyz6dHMaEhigIBZ+F6bmW8H4rPA54LCdzWFzwzl7FPi8Pj1W3FIIfYfuze2+7W4YzXGzdoKbSKwPwTOOecccD5Rjq1JT0aMGIEiRYrsNgqORerfv78vd959993g2HV+BzBlyhTwmxZ+FxV4ZjjR3zkE5wOT36/xe7fgmGN5+vXrB34zx+8nn3nmGXB8FL/p4CKDu/sWK/AfmBwXdOedd+L333/HlVdeiddeey0SDudTPfbYYwOn6ZocK8R8FCtWLN3rOhl7BJI3JmB5vVuR+OdSV49yCtntt999GdD1nMg7nzqcEv3ONzP/v2IWNmOPnHIsAiIgAiKQxwgoOweZwLx588B5EIJkdO/eHXsq2wZuD4Y5atSoSLRt27aN2GURARHIXQQ4lwLrOUw12wDmzJlDq0QEREAEREAEREAERCDvElDORCDLCMRlWUgKSAREQAREQAREQAREQATyEAEz87kxMz+wiANJKWyMp3AAEoUDSYuXLoIW91ZDlTolYM6X84KPHpmFcS//6o5yzm/KiFn49pHJLkHm0mkocUxxNH/h7MjAKuaFeQuE+aWYOfdOnEeYGQ3JASOgiLKTACc25yIV8fHx4MIK559/PjhYPIiTE1+vW7cOHDT78ccf46233kolnPyQ7jlRHSeQK1euHKpWrQpOOHfXXXdh4MCBfqAtJxPMCRMvv/jii3jyyScjE3MwTZR5/yZh9LRwrg2G6lXyo1XjQuET2ouACIiACMQsgUJXNnZ5NyAo/7mXRdK8f/17hO8PuC0wnVU/ERABERABERCB/SIQK55DPqPch8C9P9ROBERABEQg2whI26ZFywVd2EbK9t6011yF158SNY9BOxEQARHIfgKuSuB+2R9PLorhs88+8315XLQsvWS71lqY+0vvWlafO/TQQ3HhhRf6Rdkuv/xycBIh9ouWLFnSLxD/xRdf7LJY+88//+yTwcmOuLBWtAwZMgQrV67E2rVrsXTpUu+OC/JyPELv3r3BBco5QRIXZONiz97Bzh15cLE2LvZbunTpnWdTDHAp/H8AABAASURBVC74xb5eLpTGxX5TrqTYuOg+F7vn5Ebs2+UVLrLMtDLcYNFrhsF0Mj5OQB+dB9p5j8iB/cFp08kwo4X9xkcccYTvO6Zb5nvRokXg4mzFixf3Tpnu448/HlxIj/lk//Qff/wB9mNHL2znHWfBjqx4PylchC2YaOrss8/G6NGjff/23sRLhkwv8xjkJUgeF9yrU6dOcJjKLFWqFNIulEfmvG+8P/SbyoM7qFevHjix1D///OOO9v2XXvhly5bFMcccA+aFE2Dte+h79sn+FMqeXe6fC3PeKc44QNqCMeVsWbx4MZ544glwQrQgpbwXlI+nJOGPJeZbqbgWZ6vGBVGjar7AWa42S5Qo4cfB7CkTnBSDupi6Ka1bjqf58ssvwY/X017L7DF5//XXX6DOqFq16i7ejzvuOETr+ISEBPz999/eHSfCoA6OlmeffRZcUJJ1POpO7zCdHXUMdXr16tVTjQei00AH0B5Idr3LqGOoaypXrgzqwiA+mtR9gwcPxquvvgqOO8psGhgGpWLFin4MIO27E45f4vuP94D3ItodF9Qkp+hzvCcvvfQSnn76aX+aC42OGzcOTO8111yD77//3p9Pu+P7r0gGEyOmdR99TD5nnHGGXwyWExK2b98enNxwwYIF4IKe0W7T2lnOGDBggD/NNPId4g9y2a7QlY1QqFUjl+pwaTnk+ukTR052zRauxcIpK/4/uYv6iYAIiIAIiIAI5GgCOxMXqaA5i/vtPHvQDZZNWU5mmwjLfGkTxPYDtlmwPM06e2CmV7emX5a70qu7pxd+UO5k2Y3h0n96wrH9LO+zjMy2k7RueJ7l1w0bNiCoE7AcyXaHyZMngxNo0w/bgtjW0qxZs0idY1/L3EwH24UYbkbCfGWmfYn3IDPlboZPfkcffTTIMzotDOv111/39WC27wXXWP/ZXdpZzg/cpWcyPj4v5J02DIbLtpVof3weODn5VVddBdY/fv31V9/u1LdvX9x6661gWNHud2e/4oor/HcYDRs29G2KrH988MEH4ATm0YtI0n9m6hH7ev8ZT14Xfg9zYPJoarc6MKAViwiIgAiIgAiIQAwSMDOfazNLtcBWMGdAMCcC5xI4o2kpdOx+GLiZGRbM34hH75iDJQs285RkrwjErqN5L0zFzN6f7QRgKNXoSJw48DzfV8Xni88a62/169f3bjgmYvjw4TAzLzxpZjQkIiACIiACIiACIiACIrBXBMzC5Ucz82VKjnmjsO+CdR6WQSksj1L6XZOEy8/aAWPozs/I8Qm4pt8aHklEQAREIJMEYtf5qisfRsKoqYDTo5TEtmcCD7SL1P+pb6mDKdTHFOpmM3PODdzMwibtktggYBa+52aWqo2Szwff1RQ+O5SzT4nDwOu3oginOvTeDJfduRrjZm6FNhHILAF+C8VvKPh9BMftpPXPsSyNGzcG2ynTXos+/vbbb/2YdX7rxrHs/B6tWLFi3gnHXG3enNKGzvFSlSpV8t/LsQ3UO4ra8RzHXgWn/v33X3AcDcc49enTBxxjw7E+1KP8fiK9dAd+o02Oh+K3Fi1atMAdd9wBjvViONTBTB/HXEW7T2vv168fmE+O7Up7TcexRyB5QzyW1+uBHX8t35l5w/a7LwO6NIu886m7KXxWqc/5rJmZf9+bhc2dnmWIgAiIgAiIQC4moKQfbAKc1yEYZ37sscf6cecHO00Zxc95GYLrF110UWCVKQIikMsI8Nt8zr0SJHvMmDGBVaYIiIAIiIAIiIAIiECeJKBMiUDWEYjLuqAUkgiIgAiIgAiIgAiIgAjkLQJm5jNkZn6AEQcbUTj4iMKBSBxESilepgguufd4VK5THH5maOfzo0dmYdxLc53t4P+mjHBpeWSSnwiWCSxxTDGc98LZkYFVzAPzFAjzSTEL5505MDMakgNJQHFlKwE+4xy4ykiqVKkCDuClPa1w8rkpU6Zg4sSJqWTOnDngRGdcsIFm4cKFcf311+Occ87xg885QJYTzXEg77333otZs2b5/8EmTZqAE/UNGjQIwWR2V199NTiYltf2JIwnbRr3dNy8eXMf/2OPPbaL0xMqG164NQnHV0z26Zu3MBGt+2/E3AWJu7jVCREQAREQgdggsPX977Ch9QMusyH/bkiuVhHJL/aAnVDZndNPBERABERABEQgywnETIDhtiXuDRYzuVZGRUAEROBgEtidtuXEqlzM8cwzz0Rukv1lef/992Pu3Llo2bLlrkHt7AMxvaN2ZaMzIiACIpBNBGw34fIdRclN7yimdTfZ2avTtWrV8gthvfbaa7tdsHnnErB7Fd7+OuKiWd27d0evXr28jBgxAi+88ILvA3300Ud9n+nu4pg2bRpGjhy5i3AxsR07dvgFm+n3rLPOwpAhQ8DF07gg8aeffgrGyfOMN1i8jR9rR094RL/RwoWTOXYj+lxaOyeXYX9p0O/L65zUaeHCheDESWkXS+OkTFwsPG0+OMFRkAf2DzOc3Qn7nrmQP+NgvL/99hs2b97sJ2gK/HCcxsknnwzGx4mcli1bBrJIb0G1wE9GZnJysp9oiv3glLRumzVr5u8n+XLCpo8//hiXXXYZxo8fD95XTvSU1k96x1u3bgU5cFG99K5z3El655kmSvQ15j36OK19b+5vWj/pHVetWnWX0+TPCb7ILSkpaZfrWXmCE2ht2rTJ/39zkq+sDDttWGFdwZFBqa9Qr1Kor3KTpM5F5o8efPBB/PTTT7j00ktTeQ6FQri7dRzubBXyNQBWBx54PQH9Xo1P5S63HnBcSTDRXEZ5oC6jDqTez8jd/l6jHs/o/51pZZrTxkNdQ92bVh9TRzM8jtehTkrrLzhesmRJYN3FDHTALhfciax+l1HHUNdwEdW91QF7mwaXXP87/PDDvZnRju8Y6qLduUkvDL6/u3btCo5l4iQGd999N9555x0/Xoo6NL2weJ5807u2p3N8Z992221+ghaGw4kPX375ZXACRb7H3nrrLR93euH89ddfWLBgAfjOD8aDpecuR59zumnDlQ9g24ffuWQazAwh9tO3qA/qLYq7oJ8IiIAIiIAIiEBOJxCkL7SLJThxUM3MtrWw7J1RgndXdz/66KPT9cZyJ8vHrI+k68CdZFmf7SnOmu6P5ca0dYjy5cujbt26vh/on3/+8eWnCRMm+O9l2P6TNqDMlrl3196RNtzgmNxYd0lbn2Edh3Ud1mUCBpkpd9MP+XGC8SCuPZlkvjs3DG9313g+s/Uqllk5aTonMuQ3FfxGgnXzcePGgZON76kdj3FSmC6W/1kPYBn/hhtuAL+DmDFjBipXTj2Olc9DZusRmb3/TFNWCvPH8DL7XNEPGVPYzmZmPLXfwvAWurZSBsTJ6WlKREAEREAEREAEREAEcicBs3AZ0cx8/z7LjSwzs+xJYZmcbfiUM5qWRsdbD/P1J86LsGD+Rjzacw6WLEhZwAjadk8gRq/89sJUzOj9afi5cQ9OybMq48THmvv6N58rPmMUPm8DBw6MUGJ/z6uvvuqPzcLPqT/QTgREQAREQAREQAREQAT2koBZuBxpZn5MDes7lKDOw3Ioy6SB3H91Elo23O7LriHXbzdyfAKu6bdmL2OTMxEQARHYSSBGjZVXDMDmj6c6HeoAOCWa2O5MoH9bROta1v0p1MMUs7B+NjPnCV5XQ1tMEjBLeQb4rqbwGaHwGaLwfU3z7FPyYeANW1GkUCjMyhkt71yNsTO3ho+1F4G9JMBx+vwejd9lsS1y27ZtEZ/Lly/Hiy++6Meg16tXL3KeOowH8fGpvyHhuJ7gmzZepyxevBhckJRjdnhMMTOcd955vi2e3wNG++GY9nfffZfOdhGOieL3FcEFhvn+++/j+++/D05FzN2lkQ74bQC/U6Cdwjw///zzYFp5LBGBPRFIXh+PpfV6YMdfy5xTp4Ddfsc9l8G6NEu3zZ96nDrdzPx73ixsOm/6iYAIiIAIiEDuJ6AcHFQCnPOfc1kEiejWrRuy+5vnIK59MadOnYpgTgZ+G33SSSftSzDyIwIikEMItG3bNpKSUaNG+XlUIidkEQEREAEREAEREAERyFsElBsRyEICcVkYloISAREQAREQAREQAREQgTxHwMx8nszMDzTioCMKB8QFwoGklOKli+DSXifgyFNKeD/OA0Y+NhtjX5wbPj5I+8nPzMK4R6e45ITzUOq4Ejjv+SaRgVVMe5AXmswfxSzsnsk2MxqSA0xA0eUMAqeeeio4EOC5555DesIJ44JJBGly0umhQ4eiX79+4OTXXEyAA245QPf3338HJ9zr0qUL6K9///5+YQtOXMAOPi6usCcpV67cXoM54ogjwIHHX331lZ/UcHceT6gch+e6JeL4SslwygK/L0pC2wc24dcFSdAmAiIgAiIQWwS2vf8dNrZ9iK8Dl3FD8vEVsePZbrBqldyxfiIgAiIgAiIgAtlBINbC5Kd/IXAfazlXfkVABETgwBMItG2rVq3AiQvWrl3rPyJiG+R3332HiRMnYtKkSZg8eXKuEC4+QRk9enSmYF522WX49ddfcf/99+/eXyigtXsnuiICIiACIpA9BD744AOsXLkS7E9LSEjAhAkTIu+o3PieatGiRaZAcQGsH3/8EZdcckmG/sI99uF9hg6z6WKtWrVwzz33gJMDcbF4vlvTRsVFjdk3OXv2bOxOGjVq5L2ZGU477TS8/fbb4MJngwYN8gyKFCkCLhL28MMPg5MPFS9eHAzXe0pnRzecXCmdS6lO1axZE0cddRS4uBcnZ2L5hx9VN2vWLJU7HnBxMi4mtrs8sO+Y6aTb3QknteHEUJxQiYu4zZw5E5xQ6phjjknlhVy5UB6fgXnz5vlrPOctO3fMP/3yY/B169btPLurwbg2bdoE9iez33pXF6nPMN4ePXrg9NNPBz+OHzZsmJ/QKrWrXY8YNidbY/ly16uZO8N8ZeRjb+9vRmHwWnqL1XHCLC7GxzEzzBPdZYew/MpniWHXqVPH9b9k7/+xwRgVOnbokKfqAO+9957P197uOG7jjz/+wH333Zehl9tbJqFHi+3wTVWuSvDg6/Ho90rqCdwyDCCXX+Q4sT3plqzIYqDHdhfW7v7Xqc9Y/+P/UHrC98eJJ564u2CR0aKFfJ9xwc20npnWrH6X8Z3AsXjUOdQ9aeNMe5yZNKT1m9Fx2bJlwXff7tzwWYi+tmrVKtx5553gWCf+T3HcE9/R06dPx5tvvoljjz022nmW2fl+uuqqq8CxTlwwtVevXr7MwHIix2PxmUgvMt5PlgkyWtw0PX855pxrl9jQ5iFs/XAinBVU59tG3Axccjq0iYAIiIAIiIAI5C4CkdRaYKOFEhwfXDOzbS37Wndne0h6OeV5titkVBdnXb1kyZLpeffn0ivPmxnYpsMy96xZs8A2FE6MXbt2bVSrVs37C3bZVeYOwqfJtOxN+1Jmy92sx7F+QY6MJ7sls/Uqtuf2798UiW9IAAAQAElEQVQfZoa7774bI0eOBPsl2fbEfjqy35s0sx2A5f/y5cvjgQcewKeffurbjNm3ecMNN+wSRGbqEUzD3tb7doloDyeCeldG9T+2FS1cuNCHFM2X7Y2sz7Buxj5d7yCd3YoVK8A2QP5vMi/pOMn0Kf6/sB2F6a9atWqm/cuDCIiACIiACIiACIhAziJgFq6DmplfeIh1CPZVsD5BYZ2M9S7K6WeXxlU9ygHOi7ndv39twsA7fsDifzZDW8YEYvHqvBemYsZ9n7knhU+LodRZR6L6Y80j81Xw2aLwOeMzx7EIffr0iaBiPe+vv/6KHMsiAiIgAiIgAiIgAiIgApklYGbei5nBzNKt87CuE0jfa5JxRaMdzi3cZvh4fAKuuX+Ns+snAiIgAntHIBZdrbhiABI+me50pzkBEts3BO5vDdb5A/3Kuj+F9X+KGd2GhczMjIYkhgmYhZ8BM0v1vubzwmeJwueJZpOT82HgjdtR9BD4Zw7O6xV3rsI3M7ZCmwjsLQEzQ+fOnf2Yc87l2bJlSz8HKMeht2/fHhynwe/2OJ9oECbHR7D9/KmnngK/7eO4iaZNm4JjUB566CHcdNNN4LdtNPmNPseyH3roof4bSNoZTt26dcGFAn/44QfQDeO744470LFjR2zYsMHrTrqjVKlSBTVq1AC/HWOa+vXrh35OLr74YrzwwguoUKECNm7cCI45oXtKemk84YQTwG/T+C0F42baGe/555/vv8/j2JO04TAsCtPN/DDdHIPDc5LYJJC0bjOWnt4Dif+sAPUu3P/Qjl4tYZ2b7rbNn/8vZuacpgi0iYAIiIAIiEAeIaBsHFwCw4cPjySAczN07949cpwTLV988UUkWSyTRw5kEQERyJUE2IYQfC8/Z84cjBkzJlfmQ4kWAREQAREQAREQARHYMwG5EIGsJBCXlYEpLBEQAREQAREQAREQARHIiwTMzGfLzPyAIw4+onAAciAcSEopVuoQXNrrBFSuUxx+JtYQ8PFjszDuxbk+jAO9m/yMi/vRyS7akEtOCCWOKYbmzzaODKximoM80GS+KGbhvDqPPs80JQecgCI8yAQ4wSEH23Lg7rp0FlLg5OK33nqrn5iOSeXEdBx4y8n6zAyccO68887DvffeizZt2oCTTC9evJhOD4hwwML8+fPRtWvXVPGZmT82SzHNDNUqGZ65aRuOr5Do9AXw27870Lr/esxdkOjdaycCIiACIpD3CWx9bwLWt33IvQdYdgQSj6+Abc/chLhqlXyZ0MwiJmmYGQ2JCIiACIiACIjA/hGIOd8sQRgs5vKtDIuACIjAgSdgMa9tjz76aLz99tv4+OOPUb169Yxvgeq4GfPRVREQARHIagKW1QHmvvC4kC4nB9rT4tRBzkLO4lpu3f7g/c4++2xcccUVWLt2LZ544gk/GVGQGr53ucDazJkzg1MRk4tWXXfddb7P9J9//sH69etx44034vrrr/eTExUtWhSNGjUCFwH76KOP/EREf//9d2QhK/bb/vbbbz7eSKA7Lb/++quf3Ih9sxkteFW6dGk0btzYT5Q0bdo0UDjpUfQiW2XKlEGJEiW8m5UrV+6MIcXgoscMI/pD8pSru9q4KDUnJPvxxx/x77//4vjjjwcX5op2ycmYmAbmj+xo57loN2YGfjSanJyMyZMn+zb86OuBfe7cuZ4ZJ3LigmHB+YxMsu/Zs6dP16hRo8A8ZuSe1ypWrAjyZD86J4XiuUC2bdsG9qMHx3syg/tGP/Sb1j2Z8Lni8xV9bevWreBif9Hn0ktPcJ0TZKV1zzEA7L8/4ogjwHsfuM1qk3GPHTvWM65Tp05WB58qvGg9QXuqizFywP+z999/HxTad5dtM4OZ+QkFb2uZhB4ttgHmfk4GvBmP+1+ORyxsrCdRt6S30Ab18EUXXQQutMjxLrvjwWtp/3/5/xW9GKVZWI9RZ/zyyy+7BPXvv/+m0vHU59QPnLyOej6th2XLloEf1PM9wndK2uvBMcPgOyQ9HcMJ9RYsWBA49SZ1DXUOdY8/EbXbn3cZJ9Gj/me6uUhjVLBepw8cOBBk/dNPPyEzaYgOZ2/sXMixZMmS4DuH7/JoP7yHv//+e/Qp8JjPQYsWLcDxUJxwkPqfYwvJg4tOpvKQBQe8V2QxYsQImJmfyPDyyy8HjwcPHgxO/JneM8SoWZag/06dOvEwd0lyCOtbP4StH07y+bY4w9anb0Lo4tNB3hQzC19zZu7KnFIrAiIgAiIgAjFHICXDoZ3WkGvRcbLz6KAbLJuynJxeuZCJYxmcZXGWp4OyOU2WtVhupJtoYfmZ5WiWZaPPsw2I5cboczzmeZYr2b4QfS3azvH7rK+zfYZj4aOv0c7zrG+zHSe6Tl+zZk1Uq1YNEyZMwNSpU8Eyf8OGDf3E3PRHYTqZXqabx9HC9EW3YUVf21s708N0MX1MZ1p/bHuJbl/KbLmb94X8li5dCk7KHR0+70+PHj3AScLZ5hF9bV/tjI/PS3r3P716FScXZz2zd+/eYPvnkUceiWLFivno+VyRsT/IYMd8sQ2spKu/cJLyCy+80H+XEbR3sQ0o2jvTtrf1iOy+/0G9688//wTrgNHpDOysM7NdmG4rV64cnAb/z9g2yHou2xMjF6IsIadLmF+eqlWrFo39Fob52Wef+f8X1vt4z/c70AwCcBoRgXrMwJkuiYAIiIAIiIAIiIAI7CcBM/MhmFmknZlt7JxHgMJ+bM4vQKnXpBQ63no4wJKaK6wtnL8RA3t+j8V/b3Ln9NsNgZg7/evzUzG992eub4tZD6FUo8qo/ljzyHwVfKYofL74rLFvg9KvXz8Ei2r9/PPPYH8PQ5CIgAiIgAiIgAiIgAiIwL4SMEup75iZr/OwDEpheZTCuk4gfa5OxuWNdsDXedz+4wnxuLrvamfTTwREQAT2SCDmHKy4/CHEfzKdrURObYaQ2L4h7P7WYJ0/0KvUsxTqXYqZpRrbaGYxx00ZTp+AWfhZMDP/vmZbEZ8ZCp8pCp8rmo3rxOGR67aiSGHXQOn6xd0ere5aha+nb4E2EdhbAqVKlcKQIUNw1113+bFCn3/+OYJveQYMGODPU38F4fH7Ho6T5ziN0aNHg2OmzjrrLHCsSpUqVfD9999j1KhR+O+//9C3b1+88cYb/jt1jtmhH4bD5/mWW24Bw+eYLMbHMUkc68K2UY4FoTsKx73wHL+D4PgZjtXgOJszzjjDfwd/++23+/8VjiWie0p6aeS3CY8//jiY1uXLl4Np51gS5oXf0XABUoafVWOHmA5J3iKQvG4zlp5+G3b8s8K/753aReK9LWFXn51hm7+ZRd75Zpa3oCg3IiACIiACsU5A+T+IBD799FO89957kRRwLv3IQQ61jHL1hCBpnHcjsMsUARHIvQSi/5fHjBmTezOilIuACIiACIiACIiACGREQNdEIEsJxGVpaApMBERABERABERABERABPIoAbPwICMz8wOPOJCUwoF8HDxKkwNJKUVLHoJLe5+IKqeUAMz/MOqxWRj3wq4TGCMbt0lPuzgfmwq4NMNtpY8vgfOfaxwZWMW0Mt2BMD8UM3NezPlAxIS2g0BAUR5sApw0jhOjcfAtB/Jy0vIgTTzHzjguEsCFG3ieEw3SzaRJk1JNqMdJ0TjBnZn5hRDoNjulSZMmfuGHoUOHRibMSxufmfn/b/7PUziImHJ8JcOwG7agWsUkf/2PRUlo038jfvknMW0QOhYBERABEchjBLa+NwEb2j0Mc/kyMyRWq4CtT90AO76SX0iB7wm+M8wMZmFxTvUTAREQAREQARHYbwKxFAA/t4b/8D/k97GUd+VVBERABA4GgdjWtvfccw+4KEy7du32Dj6/UHcuY5uaA6CfCIiACBwoAq564H4HKrYcFQ8XIfvggw/2uDh12kSbO2Ewtz94PzPDNddc4xey5+K7b7/9NtgXyhRxMTVOVvThhx+Ck7bzHIXXR44cCS5qzAWsuLgbF/3iAlcMY9q0aZEw6J6LQ8fHx/t+1cKFC4N9sPXr1/cLUDHsxMREOvPCyYhefPFFP6HceeedB7OM+TCN9MhJl5YvX46LL77YT+rEcxSmnxMgcXGul19+GVw0jecpdM+4GH+9evV4ao/CxbLKlSsH9iuvWLECJ598sh+vEe2xRIkSYH8zF92bO3eut/NctBvamXamjxMzvfPOO2A6eJ7CRdXGjx+PZ5991ueHeeD5vZWjjz4a1157rXf+zDPPgFz9wW52wT3hQna8t4yfTnmvv/vuOz/JFY/3Ro4//nhwcT5OjMUF8BhG4I/PEe85883883ywiB5Z8T7xHIX99/y/oj09IR+mLbjGe8t7zDCaNm0KLmQXXMsqk1xmzJiBXr16Ye3atWjTpg2OOuqorAo+3XD4H0DhxcCkPVbkvvvuAxfQ4wKD0Xk2S6FhZl5XsM+Lwv4vjpvq3iIR3S9JcPrItV25usHDb2xG35c2RweTJ+2nnXaa17Nvvvmmn7AuyCR1DCfN4OKMNWrU8Ho2uBaYnIyOeo5uqOOD8/T7ySefIO1Cl/w/5v/zu+++63V64J7/v6+99ho43iY4Z2agXueYPOreaL3E8F999VWvq0444QSkpzODcKjfqHvT6hiGQf3CxUADtzSDNPIadRDPUaibqO+Yz315lzGNjRo18mlmfhg/w6VQl3KiP7rhwo+ZSQP9Z0bIn+8I5pt5DNLB/FEHk1N64a1ZswYcHxVcow59/vnnfX6Cc/ti8n+QwsVXg7RUqFDB901/8803WLRoUSRYppHPCtNBN5ELecGSHML6Ng9h60cTXW5cCdk9//HDr0fyhXU9CzIKxMycG3g9Bm0iIAIiIAIiIAI5lEBUssKvbriXN3/IKVtQr09bLmT6WPZmmZVlcZbJzcy3A2Wm7s5wKKy7sxzNshyPWU9mOZTn2dbDdPB8esK6WvPmzf0l1hdYFvQHbsfyaFCnZ/mW5Vx32v9Yv2/QoAEWLlwI1hsYB8vY/uLOHY/ph2nZU7l/p5dMGQyb6WKbA9PJ9AYBZNS+tLflbtYbTjnlFN/+wjwEfBnHlClTMGvWLLCuxsm+eW5/JbP1KsbH+l30PeM5PltPPfUU+BzwOJCgrBtdLwiu8dy6deuCQ2/ynrEO6w927lhH4DOzN/WIzN7/jNK3M/pURnD/2RbECeGj6zV0yPOPPfYY/v77b7C+zbTzPMUsXBcuVKiQb+dje1Y0L9ab2C7I9kHGw0ne6W9/JCEhAfwfe+6551C0aFF07tzZty/uT5h78mvg355c6boIiIAIiIAIiIAIiEBWEDAzH4yZ+UWDWL5l2Zl9YxTW/TjPAKXe2aXRsccRcE4B523RX5sw8I45WPx33u8vwz5tseXp1+emYGafMTAzL6UaHYnqj57rxz/w+eGzROFzxWeMzxrFLOz+ySefjAAbMWKEX8wqckIWERABERABERABERABEdgHAmbmfZmZL6OamR9n52KB/gAAEABJREFUw/Ioy6UUllUD6XN1CK2aJMI5hvOB0d9twdV9V0ObCIiACGRMILaurmj5EOI/m+n0JLwkdjwL1vdKP4Y40KfUrxTqW4qZ06o7BW4zM7fXTwRSCJiFnwkzS9VGyeeH7UkUPl80G5+cD4/dsB2HHgL/DMJtre9eha+nbXE2/fIyAX5T9e2336Jfv367ZJPneI1uoi/ymOd5Pfo8x1y0bt0aH3/8MWbOnOnl/fffx7nnnuufwWi3RYoUQe/evcHxNrNnz8bll18OMwO/MaKfaP8XXXQRSpUqBbZv8luJ6PEebAtl+IGfiRMn+nA5fohp7NSpUyRafhPFOOmGcdLs27cvqlSpAn5vwDivv/56BFt6aeS1I488EoMHD46knd8C9OjRA/xWj/ExnGDsFd0HwvCYB8bN+ILzMmOHQPLazVhy+m1IXLACxmy7XWLvlrCrm2TY5m9mMEsRepWIgAiIgAiIQN4hoJwcTALDhg2LRH/BBRegQ4cOkeOcaOF3CvweIkgb6w+BXaYIiEDuJRCtez766CP8888/uTczSrkIiIAIiIAIiIAIiMBuCOi0CGQtgbisDU6hiYAIiIAIiIAIiIAIiEDeJWBmPnNm5gcgccAdJRhIyoHJHEhKKVryEFzc+0RUOaWEX84s5HyOemwWxj7/s7Nl/2/S07MwbuAUFxFjDqHUccVx3ohGkYFVTCPTy0GvNJkPilk4b86jzyNNyUEioGgPOgEzw/nnnw9OGD558mT06dMHnAzwhRdewEMPPQROwsdJArkoARPLyfpPP/10/Pnnn37wLd29/vrr6N+/P7788ksfDidqo9vsEA4O5oIMnOztzDPPTDcKM4ucNzP/f87/feox6gLqhGqV4zD0hgQcV36H018h/LFoB9r0W4+f/06M+JVFBERABEQgbxHY+u4ErG/3sNf7LD3uOL4Ctg6/AXHHV/If4/EdwXcF3xlm4fdHQMDMAqtMERABERABERCBfSEQU37C5QbuDRZTOVdmRUAEROBgEYhFbXvhhRdizpw5eOSRR/wEXnvNfmf91vSO2mtkcigCIiAC+0vA9jeAXOif/Y2///47WrVqlenUs+0WrhU30x6z2EPp0qVx6623+oWguIjzjz/+6GPgYmDdunVDfHw8rrvuOtx00014+OGHcfXVV4OLe3GSoq5du3p/bG++6qqrUKxYMd8HSzd0e+edd4ITDXFhr44dO/pFp+iW/o499lhwsWFOqMQJmu644w60bdsW/FCakzOdeuqpPh0Z7apVq4batWv7Ra65CBoXr4t2b2Z+kSsuiD1q1Ci0bNnSTyDFBdzbt2/v47rkkkuwN3ExXC7mzEmluMBZYmIiatWqxdOpxMzA+NavX4/1Tmg32/W/g33RnTt39n4HDRqExo0b49JLL/XCSaHIjuxvvvlm1KtXz7vLzO7iiy8Gw1mxYgVGjBgBLii2O//BPalatSrYP837wAXNeB9pcsKs3flNe56TR/G54QJ99NumTRvQ5PPD54h5Yr6Zf/rl4mZBOvms8N4w77xXTDOfT7pLK4ceeqjvw2e4fH7onveY/ep8ptK6z+wxF0pr0aIFAuG9YTpvueUWP67giiuuQLt27WC2673NbFx7ch/WFcgB2mJPKc266+TNBQD57GQUqpn5e8D+LgqfZQr7wSjdLk1C90u3wLmC2+HRt+LR58VNyMsbF468/fbbve7mRHHUreTI/2su1MlFObnoZ3oMzMILE3KcCcfFBP9f/J/67LPPcNxxx6XyxvcE9fnKlStBHc+4+D/MdyLH2aTVHXXr1kWXLl287mV66D46bRyrs6f/K4bJdHEiO/oN9BTD4/8tFzeMTiTTSJ1E3UMdRL98P9Hf/rzLzAx873FMEbkyfqaHeSL3rVu34tprrwV1WGbSEJ32vbGbmX/P8v3Hd2qQDuZvwIABoK6MDofjpY455hhw4sHALe8Zx1LxHN+lGzduxOrVq6O97bX9kEMO8QuTzps3z5cH3njjDT/pIN8FS5Ys8XqTjHgP+C7gWC2+e/guTi8SjtHic0M9n971HHkuKRnrWj+IrSMnu+QZEBeHzcOuReiCurv001NvmRnMzLnVTwREQAREQAREIMcSiE5YKDiIWIIT2WaybsSyW1A/TWtycmfWg1g239u2lszW3YPMsbzNsfQsb7L8y/YblqsZL+NnOgK36ZmcZJrp/+GHH3wbDev/LOsFdXqWa1m3MEtdPmrWrBlYx2ObEdtiypUrlyr47CxzMyKzzLUvZbbczbyx3sKyMXmSL8vMrL/ce++9YBsL+bI+xPTsrzAchr239SpOYkg/LL/TX5A21v0SEhJ8vYP1QtqZtvTqBcxjw4YNsW3bNt8OGdQL2BbEuhPrLqyLBpOqcVL1va1HZPb+p5e+7du3M+npipn5Oi+fT07uyDoyJ1Tns0yTMm7cOLBOy3yRVXRAbHfk/8rmzZvBZ75Jkya+vYltd2zHYrsg/3d4jXmJ9puRneH17NnTh8W0UNinyvD5HDFM1vey81uX6PQdOK0YHavsIiACIiACIiACIhCbBMzCdSYzc03QcV5Y/mO5m8KyNecboJzWpBQ69HB1KFdgcz8s+msTBvac7U1oS00gho7mPjsF0/t+7vufQ6EQSjWqjBqPnhuZr4LPEIXPE58t9mdQzCzSp8HxDXfddVeEGhem+vfffyPHsoiACIiACIiACIiACIjAvhAwM+/NzHzZ08z8N0Qsl7J8SmFdh8Iya+9OIbRqHJ5HiSMsR0+IR6f7VkGbCIiACOyWQAxdWNbiQWz+bCbVo28DSOzYEHF9WvlxjNSjFOpVCvUsxSxF/xKVmdGQiMAuBMzCz4aZ+fZJth3xGaLwHU3hM0ZpVCcfHrtxOw49JARurjkKre9Zha+mbuGhRAREQAREYD8IJP23CYtP74EdC1b69z01bWKvlojr1CTDNn8zi9S5zGw/UiCvIiACIiACIpBDCShZB43Aq6++irFjx0bi5xj5yEEOtXAceJA0frfAOm1wLFMERCD3EjjppJNwzjnn+AxwrpsxY8Z4u3YiIAIiIAIiIAIiIAJ5iICyIgJZTCAui8NTcCIgAiIgAiIgAiIgAiKQpwmYhQcdmZkfiMSBpJRgICkHKHMQKaVoiUNwce/qqHJqSRipOD+fPD4bY5/7mUfZJhOfnoVxj08DXHyU0seXwPkjGkUGVjFtTCc7CJlupp9iZs65gZtZ2KRdcnAIKNacQYCLTvzvf//zk0rzf2b69On4/vvvUaJECT/5NicT5/8RU8v/I04ex4kTOWkh3U2ZMgU7duzwEw/eeOON4CRwdJvVcsMNN2D+/PngRHl7E7aZ+f93ppnCPFCoG6gjqlXOh2E3bUW1iklwLvHnkiS07b8eP/2VuDfBy40IiIAIiEAuIrDl3fFY1/5hn2Lq/KQTKmLr8OuR7/hKvvzIdwOF7wm+MyhmzqUT70k7ERABERABERCB/SIQi575IWDIfxIYi7lXnkVABETgwBKgzj2wMR682CpWrAh+3MUPKE4++eTMJ4SzgXhfsUTNZ1g7ERABEThoBGJJ43JBpV9++QUPPPDAPvM27zO899aDuOMC81zQnAskDxs2DBs2bPCp4aJRXLyXi1H9+uuv4CLHXGyN+ed7unr16t4dd9WqVcOLL74ILuZFN3Q7depUcJGr5557DmeffTadeSlfvjyCBeO4yDsXlp42bRq4INWzzz6L7t27+4XdvOMMdlxQi/HRCU2GS3u0lCpVCkOGDAEnn6f7zz//3H88zoXnuTgyz7PNPNrP7uxm5hf35/VKlSqBC7PRnla40BsXUaPQnvY6j80MXPzr7bffxqWXXuoXS1u2bBkohQsXxnnnnYd33nkHHTp0gFnmnxPm9ZZbbgHzyY/lv/76a0a7WyG7ESNG+EXDVqxYgdGjR4MLtz322GM466yzfL84F5zbbQBRF/hc8Pngc/Lff//5sPj88Dni88R8m4XzZGZgOnkf2JfPdP70009+YbVHHnkEXJQwKuiIlf36XCSQiwjw+eE9ZBgDBw4E+/YjDvfRwv+BpUuXIpDgvnCxQj67d999N8h4H4PPlDeDeffhvbfm2R3/p958803/zPDD6owyapZCxMz85IHs++KzQOF4EI6V+N8lieh+aYKfwJK7x96Kx30vbEJe3rg4I59TMqRu5f8zFzPcm/8Rvg+GDx8OLmw4Z84cfPPNN34RQ4ZHPZ+WG98ddE9dN2nSJHz33XeoU6cOHn/8ca9/ot3z/nTp0gXU89T3Qdo2btwILnDJOKiLov2kZ+fios8//7zXVwsXLsSnn37q7z8XIKW+Susnu95l1DXM58033+z1JTkzT2RIHcj7EKQlM2kI/OytyXcN7wEZkiXTsX79etx+++3gmKfocA4//HB/b8hp+fLl/n9t9uzZnuX7778Pjo/iIpKLFy+O9rbXdo6huuaaa8D6PMdX8Z3Ld0n79u3x6KOPokqVKuBzwjIC9Sp1+TPPPIO9ue97nYiD6DCUmIS1rR/ClpFTwAVzQnGGzUO7wi48zffTUy9RP1HS66M3S9FrBzEbiloEREAEREAERCANgVSHkdc1LZRUV7PlYNu2bb6tIKifpjW3bt3q42WZimVqlgv3pq0lM3V3H4HbsRw5aNAgME0sd7L8yfgYL+N3TjL8sRzEegnbY9iuMnHiRLDMyPo1z7P9iGXWtIHQLescLE+xbM26RVo3PM82B7Y9sA2CZU7WF9g28eqrr4L5TesnM8eZaV9iHlhXIK+9LXeTH+s5rVq18m0RTD/zwTajrEh/2rxmpl7FfLC+xfI8v6UYNWoU2N7Tt29fkDnZ8rlkPYTx7K5ewPrJHXfcgTJlymDChAm+PsJ7ymeK9cQjjjgCixYtAuskDCcz9YjM3P/dpY9x7k54T/l89u/fH6wbsw2VeWb70fHHHw+2E73yyivp1m343LOt8+WXXwbblZhn+mX7G1mwneyDDz5AdB1yd+mIPp+cnIxVq1b554XhUdasWQNy7NixIxgmJ6wzOzC66sDEEk1AdhEQAREQAREQARGIbQJm4RKYmfk+ErY5s67E8ieF5U72k1FOa1IaHW4rt7PHEVj89yY8ccf3WPTnRmhLIRArtl9GTMGMfl9EnoeyZ1dBjUfO8f0YfF747FD4HPGZ4rNFMTOYmcdkFjY5loB9fjzJ/qbBgwfTKhEBERABERABERABERCB/SJgFi5vmpkvg5oZWDalsJxKYdmVwrJrr04hXHl2EoCw+88mbUGn+1ZBmwiIgAikRyBWzi279AEkfDEbTjV6Sb7qLMTd1wrUm9SfFOpTCvUrxSysR80M3MzCJu0SEUiPgFn4GTGzVG2UfJ74rAXC5+2s2vnw2I07UKxICGYGA9D23lX4cuoWZ9NPBERABERgXwgkrdmIJaffhsR/V8GpVlC3Jt13OeI6Ncmwzd/MYJYi+xK3/IiACIiACIhATieg9B0cAmGspHcAABAASURBVPzGgN+5BrFzfoQLLrggOMyxJsfGB4nj97WBXaYIiEDuJ8BvWIJc8BuowC5TBERABERABERABEQgbxBQLkQgqwnEZXWACk8EREAEREAEREAEREAE8joBM/NZNDM/IIkfI1OCgaQcqMxBpJRDixfGxb1PxJGnlgS4eEwI+OTxWRj73M8+jKzeTXzahT1wqovKReTiK3VcMZz/zFmRgVVME9PHwa5ML9NNMQvnhekxMxqSg0tAsR8gArVr18Zzzz0HTii9uyj5/9KkSRNwMjpOGEfp168f6tat63VAtD/+X3ExisAtw+bEg1xwoXDhwtFOs8Rev359jBs3zk94zkm69yZQM4s4MzM/IJ7pDnQD80s5rmIchtyQgOMr7gC3v5YkoW2/dfjxz/Axz0lEQAREQARyN4Etb4/H+vaPRjKReGJFJAy9DvmOq+g/xuP7gML3BCUoNwYezFLeKcE5mSIgAiIgAiIgApkiEJOOWYIwWEzmXZkWAREQgQNLwGJG2952222YP38+uHDMPjOO1HFtn4OQRxEQAREQgUwQcOrW/TLhIXc6rVq1Krg4NT/mrVmz5n5lIuR8h8C9s2TTj/2NTCuF9t1FY2Z+oWBOys7FqkqUKBFxevTRR4MLcXFRNl6n2bt3b5QrVy7iJrAceeSRqdxOmTIFnOSdrMxSPyGHHnoounXrBi70xnDplgudnXLKKTBLccsF4EeMGIHd5YGLZNE/F4ozS/EXpIkmF5Kju48//hgzZ870woWOzz33XN+3Sjd7K/zYfPbs2XjnnXdQsmTJdL0dddRR+PLLL73Qnq6jnSe5eBoXTPv666/BfFDYX8w+abLf6SyV0alTJ++WZqoLaQ7o/4svvvD55UJoaS7vcshFx3hveY+Zjg8//BDsvw6FQiBD3gt6opnRPaEbPh8Mi3lhWAyTzxHTxOvRwrB5fz755BOfL7K4/vrrUbFiRX/f2Zcf7Z529nGwzz54fuiXYTAsXt+TnHjiifj222/BfDA/gXsyZXrTE+aFeeCYBPavBH6y06SGCPQE7dkZ18EO+8477/R1AE7qkJm0mJnXGWbm/5/5bESPleC4qpsvSUL3FgkA6BZ44p143Pf8JuS0Lb3nks8nn9P0dGBG17gAI8fCTHF6mM9zev8j/N/i/wHjDViYGaiHX3rpJcyYMQP0/8QTT6BChQqg+7TpMNvVPfX+qaeemu7/r1nYPfU9w2ba+D/P9wHfC0E69mQGOoa6hXqdOp2LJXIxxrRpZFjUPfz/pXvGSZM6iuHwerRk5l3Ge9ClS5dU7zLmn/FFh0k7z+1NGrggJNNIfUR/0bK7a2RHhmRJv8H97tq1q9d10feY+WMao/n36NEDLCcwTvJs3ry5j5b++Izw3vsTUbvdXTvttNPA9y3TEbwrzcwvZvn222/754rXmNYg3qhgU1mZHrpNL/5UDnPCQWIS1rV9GFtHTYXLLpAvDvFDu8IuqBvpp6duolBPUeLi4pxbi0hOyIbSIAIiIAIiIAIisAuB1CeCipmrJ4OS+mqWHgXlLZaHMhKWEYOIg3JhUFdmmY9lb5bxzSxwFjFZHma5mPVdxsFyMsusLLtGHEVZzAws77333nuR+jvLoYw3ylmGVpaB2B4TlA1Z/mT5MaM6Pev6w4YNw7Rp09CgQYPdhs90M/3MR5Af5o/5jPZEZrzO8mb0+T3ZmQ6mk+lluimsizA/zFe0/8yUuwN/JUuWBNu3ou9H2vRnlPbg2t6Wn8mF4ZNXkJf06lVm4fI880p3FNovuugilCpVyretsA7CemOQFz4n5ETOQb2AZWHyo1ueZ52Tdc+GDRv6dka6f/nll1G0aFEfjFk43uBZoZ+M6hF7e/8ZeHrp4/mMhPefeX7rrbd8XZnpYR6YviuvvNK3ne3Ov5mB7aN8PoP7S//8X+U9571Izy+fUbqjGVxnPZTtBDyfVnhvyJd1rd2FGYSTtWbQepW1oSo0ERABERABERABERCBjAmYhet5Zub7yFgvYdszy94UfjvGfjLKaU1Ko8PtR4Abq7aL/t6Ex3t+j0V/5bz+MqbxIEhMRPnzM5Mxo98X4DAVPgdlmhyJ6gOaRear4DND4fPDZ4nPFMXMfF8GIZkZjYiwnhMcDB06FBxjEBzLFAEREAEREAEREAEREIF9JWAWLneamS+LmhlYRqWwvEphXYfCMuy9V4Vw5dk7XPeda692fXifTUxAp/tWQZsIiIAIpCEQE4dLL3kA8V987+v/bANIuuosxPW+IlL/p+6kHqVQr1LMUvStWdgeE7CUyf0mYGY+DDNL1UbJ54rv6ED43DWsnQ+P3LAdRQ9Jdu9suGc0hHb3rMQXUzjG3x3rJwIiIAIisNcEklZvwKLTb8OOf1d5neqqQUjs3RJxHRtF3vmBDg7e+UF7f2CahXX4XkcqhyIgAiIgAiKQewgopQeJwNNPP405c+ZEYu/evXvEnlMtO3bswGeffRZJ3jnnnBOxyyICIpD7CXDOitKlS/uMjBs3DhMmTPB27URABERABERABERABPIEAWVCBLKcQFyWh6gARUAEREAEREAEREAERCAGCJiFByGZmf/4g4OTKMFAUg5e4iBSyqHFD8ElfWqgymmlAIPfPn18FsY++5O3Z9Xuu6dcmI9Ph5k5AUpXK4ELnjkrMrCKaWG6OMCK6WR6KWZ0bz4ZZmHTH2h3EAkoahHImAAnP+QE21OnTvWTXmfsOv2rZuZ0haUaDB/oCOoLyvGV8mPojVtRrVISuP29LAnt+q/HD3/u4KFEBHIdgfj4eHAhmrVr1x6wtCcnJ/sFW77//vtd4mR6hg8fDk6IX7duXZx55pngAiUciMTFUXbxoBMikIUEtrwzHuuuehQw/0NS9crYMvQ65D+uYqT8yHIj3w27KztCmwiIgAiIgAiIwH4SiDXvnP4PnAPASdgeawSU36whwEUFWIfq169fhgG+/vrroDuagcM1a9bgsssu80J7cD6t+dtvv/k2l5tuugkJCQmRywxrd2HyfFqpV68eLr30UgwZMgQZxReJQBYRyFICIadvszTAHBdYs2bN/AIunBiWC1jsVwL5xboLIO9Tc5nUL0MCI0eORMuWLbFqVeYncVu5ciW4ADMXzuE7ge1+bP9jO+DuIuUCK3THd8/u3Oi8CORJAq5K4H55MmtBprgY0/z588EP/YJz+2O6plzXnMv9/oQivweHQN6Kdf369ejYsSNuvPFGpO1z++WXXzB9+nRw4brohdzyFoGcmxtqCApTGJi05yU577zzMGvWLAwcOBDsx8pM3szCVMws3XESDI/jJCg3X5KM7pcm7JzcKoQn3t6E3s9thDYREAER2F8CoR2J+K/1AGz5eIoLyrVCxMUhfmhXxF1QN1U/PXVS0E9vZjALi/OknwiIgAiIgAiIQI4lkCZhtvPYvccR2HeekiECIiACsUvApBJj9+Yr5yIgAiIgAiIgAgeZgJn5FJjZLn1l/HaM7dLsJ6PUbVwaHW4vhzjnlr6WLNiMJ3rOxr9/qr8MQJ7ffn56MmY+8BXc7QfcA1D27CqoMaDZLv0YfG6Cvoy9ma+CY+SiJ+3nN/LLly+HNhEQAREQAREQAREQARHYXwJmruDqAjEzmIWFZVUKy60U1nUorPvccxVw5dmJ3q3zhjGTEtCpd+a/H6FfiQiIQF4lkPfztfSSB5Dw1RzAAEryNY2Qr9flvv5PXUmdSf1JoT6lmBnMUgTaRCCTBMzM+zCzVG2UfL743AXC569h7fx45IbtKFEUcA8ef+hw7yp8MTnlm39oEwEREAERyJBA0uqNWFz/DiQuXgMqUmrhpD4tke+qxv6dT30b6N7gnc/2/kDgNjP6chb9REAEREAERCBPElCmDgaBFStWgPPwBHFzHAHnaAuOc6r57bffRpJWtWpVVHUSOSGLCIhAridwyCGH4IorrojkY8yYMRG7LCIgAiIgAiIgAiIgArmdgNIvAllPIC7rg1SIIiACIiACIiACIiACIhAbBMzCg5HMDGaWajBpMJCJg5oohxQthIt6V8eRdUsi2D59YhbGjvgxONwv87unXFhPTHNhhMAFg0tXK4ELnm4YGVjFNHBQFdPFga7BoCqzcNqdR58HmpIcQEBJEIEMCDRt2hRcLKRHjx4ZuMr4kpl5B2bm//epE6gbKIGuoN6gHFsxH4Zcn4BqFXf4VRr/WZqEdvevw5z57tiHop0I5A4CW7ZsARfbGT16NJKTkw9Yot99913cd999SLvIFycn6dy5M1577TUUL14cLVq0QK1atfDTTz/5BVPeeOMN8J1+wBKqiGKKQMLb32Jtx0e9XudqkDuqV0LCkC7If2yFSPmR5Ua+E/huoPBdYRZ+bxCWmdGQiIAIiIAIiIAI7A+BmPMbLj9wb7CYy70ynPcJsNx8xBFHoGLFihEpW7Ys+NHJm2++ifbt22PmzJl5H4RymKMI5GVt+9xzz2Hs2LE444wzsob5znqu6R2VNTxzaShJSUleV1erVg1lypTJVC7Ybn/NNdeA7Y/8UO/yyy8H3wts52M7INsD0wtw9uzZ4ALJfH+kd13nRCAvE7A8nDn+bz/22GOZXpw6IyQhfzG891btcg+BPJbSEiVKoFGjRpgzZw7atm2LXr164eGHH8ZNN92E6667DomJid4sWpQzreWxzOeC7ARaIjBzQZL3OokvvfQSvvzyS9StW3ev/aR1aBZ++5gZzMyP9WJ9nn1i7BujcJwE5aZLknFriwTvzu0w6N3N6P2sFjWBNhEQgX0nsCMJa9s+gi2fTPNhhPLlQ8Kwrog7/9RU/fTURdRNFPbTU8zM+zELm/5AOxEQAREQAREQgZxFIG1qIhWziCWtCx2LgAiIgAiIgAiIgAiIgAiIgAiIwAElYBZuYzYz30/G9me2RbOvjML2afaTUeo2LoP2tx0BbvzGcfHfm/DE7bPx7/wNPBW7ksdz/vPTkzHjga+AEOerAMo0ORI1Hmq6Sz8Gnxc+O3yGKGbmulTN0zELm/4gze7JJ5/EMccc489OnToVQ4YM8XbtREAEREAEREAEREAERGB/CZiFy6Fm5sumZgaWWSksv1JY16Gw7nNPJ0Ors3fAlXxd8TeEMRM346peK6FNBERABDyBPL5bcnF/bP5qjteBbofkqxsh3z0tff2fOpK6knqTQj1KMUvRr2aWxwkpe9lJwCz8/JhZqjZKPmd8/gLhc9iwTgEMuH47ihdJdu1VcFsIHd37+vNJCc6unwiIgAiIQEYEklZtwL+n344di1aFdahr90/qeznyd2zs3/nUs4HODd75bO+nmKXo6ozi0DUREAEREAERyPUElIGDQmD48OFYuHChj5vz+nTv3t3bc/puzJgxkSRyfoXIgSwiIAJ5hgDniAwy8/HHH+O///4LDmWKgAiIgAiIgAiIgAjkZgJKuwhkA4G4bAhTQYqACIiACIiACIiACIhAzBAwSxmcZGapBpNyIBM/Ti5tAAAQAElEQVQHNXFwE6VIscK4+L6aqHJaKcB5M7cb8+RsfDPiR+zPNmH4LIx9coYLwryUPbEkLnjqzMjAKsYdpIUDXDmoimJmMDPnBxET2nIEASVCBDIi8PLLL/vFgDJyszfXzFL+/83M6y/qCEqgM6g/KMdWyo/BN2zFCZWTAOdt4fIkdOi/Hj/M3wFtIpBbCHCimeTk5AOeXC5ykjZSpuWdd97BP//8Ay4E9u6776JPnz4YMWIEXnjhBZQsWRKvvvoqfv/997RedSwC+00g4a1vse6qgU6dO4XufonVK2Hr0GtR4NiKkfIjy7B8F/CdQFHZcb+xKwAREAEREAERSJdArJ7k8gacGCVW8698510C5cuX93W50aNHI5DPP/8cEyZMAAd2r1+/Hvfff7+vC+ZdCspZTiNAnZvT0pQV6bn00ktx/fXXZ0VQKWGE8iqtlCzKtmcCK1aswC+//IJ69er5yd727CPsIikpCa+//jqo6x988EG89tprfjFkmv/73//8x4effvpp2HHUfuPGjZg5cyZq1qyJ4sWLR12RVQREIDcTGDVqFE499dQsz4JrznVhhvfOol8uIpDXkmpmuPbaazFgwACULVsW48aNw8iRI/Hrr7/ioosuwiuvvIL69evntWznmvyY6wFiYo27PCStW7dGly5dsiRHZmE6ZgYzi4yVYN8Y+8goHCdBufGSELq34ASB4frC4Hc3odezG6FNBERABDJLILQ9EWvaDEDCqKl+Ar1QvjhsGd4VceedkqqfnjqIffSUuLg4r6PMzEdnFjb9gXYiIAIiIAIiIAI5jsAuCYq8ummh7OJCJ0RABERABERABERABERABERABETggBMwC9dRzcy3QbMtmm3S7CujsJ2a/WSUUxuXRoee5Z07c/1qwNIFm/FEz9n4d37s9pchD28/PT0ZMx78GjAA7vko27QKaj7UdJd+DD4nfGb47FDMzDk3cDMLm7SnJ/Q7aNCgyKXBgwfjk08+iRzLIgIiIAIiIAIiIAIiIAL7Q8AsXB41M19GNTP/XQjLryyLUljXobDuc/dVhjbNkuBcA87tF5MTcNW9K6BNBERABPIygSUX9UfCNz/CXCbN7ZO7NEa+ey7z9X/qRupI6ksK9SfFzLmMEudVPxHYLwJm5v2bmWt7DI+V5bNGCZ7DwDyzdn48fGMiShSF2+jP0Kn3Snw2Md4d6ycCIiACIpAegaSV6/HvGT2RuGSNu2xw6hbJ91+B/B0aIdCvNCnBO5/t/RQzc37g/IRNaBMBERABERCBPExAWTvwBObNm4fhw4dHIu7WrRuOOeaYyHFOtowaNSqSvEsuuSRil0UERCDvEGjSpElkrqC///4bnD8y7+ROOREBERABERABERCB2CWgnItAdhCIy45AFaYIiIAIiIAIiIAIiIAIxBIBs/DgJDPzA5U4cInCgaQc0MSBTRzUTClSrDAuuq8GqtQtBS7+y+mhP39iFsY+8+M+IRs/fBa+eXK6D4szw5Y5oTguGN7AD6ZmfJQgDUwP00UxC6eVkZoZDUnOIaCUiMABI2AW/v83s4j+oq6gBLqDeoRybKX8GHzDFpxYOQnUXQuWJaLd/esw548dByy9ikgE8gqB1atXY9KkSahQoQKuueYa8P8tyFutWrVw2WWXgYt//fbbb8FpmSKQJQQS3voWazsNjISVWL0ytg27FgWOqRApP7LsymeS7wKKyo4RXLKIgAiIgAiIQFYTiNnwzOXcYG6vnwjEBoEiRYqge/fuvq7H+uCHH34Itg3HRu6Vy4NLwKRtM3MDXBtpZpzLbd4kwI9vtm3bhhNPPDFTGdywYQNWrlyJk046yS94bGbev5mhWbNmOOyww/DDDz8gIYGLx/pLfrd06VIsWbIE9erV88faiUBMEQj/m8RUlvc3syEXQMj30jmLfrmJQJ5MK/sOzj33XLz99tuYMWMGZs+ejYkTJ6Jv376oUqVKjslzo0aNfNo6deqUY9KUnQmJ1hO0Z2dcuT1sM4NZivCZZr8Y+8jYV0bhOAnKDReHcGvLrXCuAedn6Hubce8zG6BNBERABPaWQGjbDqxp8zC2fDIdMAAF8mHrU9ci7tyTU/XTU/dQF1Golyhm9ACYhU1oEwEREAEREAERyKkEdk1XUDELuRYdJ7s6yJtn2L7+7bffol+/fnkzg8qVCIjAfhEIuTbuQD3uV0DyLAIiIAIiIAIiIAIisF8EzMJtzmaWaoEt9pVR2F7NfjLKKY1Ko/3tR7h2argthGULNuPJ22dh4R8x2V/mGOTN349PTcaMB78OZ84V2ss2rYKaD569Sz8Gn4+0/RhmKc9TOICM95deeimuv/5672jHjh0YMmQI1q5d64+1EwEREAEREAEREAEREIH9JWBmrv6SWliGpbA8S2Fdh8K6z50dDa2bJe6MNoQvJieg4z0rdh7LEAERiFECeTbbiy/sj83f/Bj5vjm5S2Pkv6tFpP4f6EbqSupNillqnZpn4ShjB5yAmfk4zSzdNsrgeaTZoFZ+PHTDdhQ/NBlgn3MohGvuW4lPJ2x2x/qJgAiIgAhEE0hcsQ4LTu+JHUvWuNOuwd/pzaS+lyN/+7Mi73zWhSjBO5/fLVDMUnSz86yfCIiACIiACOR1AsrfQSAwfPhwbNq0ycd83HHH4dZbb/X2nL6bO3cuFi9eHElmgwYNInZZREAE8haBK6+8MpKhTz/9NGKXRQREQAREQAREQAREINcSUMJFIFsIxGVLqApUBERABERABERABERABGKMgFnKYCUz22UwKQc4cRApzSLFDsGFfWqi6uml4X253eeDZmHsMz8gM9u3w2dh3KAZMDMnwGEnlsSFwxtEBlYxPg6qYpwcSM1BVRQzujcflVnY9Afa5RACSoYIHFgCZmE9YGZOl5jXX9QZlECHUJ9QjqmYH09en4ATj0xyboF/VyShQ791+P73HdAmAllFID4+Hi+99BIuvPBC1K1bF6effjq6du2KOXPmRD4gYlxcLOumm27yCyiuWcOBxjwblrTXfvvtN1x88cWYNWuWX1Dr/PPPj/jjYiSMh+bXX38NTiDCYy7MNWjQIDA94VDDe05K2rRpUzDM8JmUffS1IA3Dhg3zDm6//XafH8azceNG8P1cs2ZNlCtXzl+P3hUuXNgfHnLIId7UTgSygkDCm99i7dWPO/1tPrjEmpWxfdi1yH90+Uj5kc8ldT/fARSVHT0q7URABERABEQgmwjEYrD8OJCfVVPC9likoDzHJgGWs9u0aYPSpUtj2rRpWL16dQTEypUrMWDAAHBhStZHzzzzTD+xZdp6cMSDLCKw1wRCkLbda1ju5RSmJWqZYJYHnc6cORP8SJALF//8889o3Lgx7rnnHiQlJe2S2/fffx/16tUD2xSp31944QU8//zzKF68eCq31PlsDyxRogQKFSqU6hrbGIsVK4YTTjghcj4UCoGLI7Vu3dqHz/dCr1698Pvvv+Oyyy4D20TZ9kgPbGvku+Orr77CQw895NtSmzdvjk8++YSXkZycjO+++w5c9JjtrHTL9k+mfdu2bd5NsItu2wzOBWbaa4yf6aAsWrQITB/TyTgYF9thmY/AP02970hBkoqAU7vul+qUDjImwJZdg2XsSFdzIAElSQQOHAFqCApjDEzaJekTMDOYpQj7xdg/xjo8+8woHCdBuf6iEG5tuSXcX+3Ka8Pe34R7nl6ffsA6KwIiIAJRBELbdmB120eQ8Ml0p0Nc80O+OGwd3hVx59RJ1U9PnUMdRImLi/Pjt8zMh2QWNv2BdiIgAiIgAiIgAjmUQDrJCl7h7l3ufuk40CkREAERiD0CBv7FXr6VYxEQAREQAREQARHIiQTMzCfLzHybNNum2UbNvjIK263ZT0Y5pVEZtO9ZARbn/Jhh6cLNGNRzNhb+vgGxteXN3P44fBJmDvgmkrnDmlVBzQea7NKPweeCzwifFYqZwcy8P7Ow6Q/2YsfvditWrOhdjh8/HoMHD/Z27URABERABERABERABEQgqwiYmS+vmoVNlmUpLNdSWNehsO5zR0dDm3P4zQjdAl9NTUDHu5dnVVIUjgiIQK4jkDcTvPiC/ogf95PTjXBiCHVtgvx3XrpL/Z+6MhAz6sUUgTYRyGICZuZDNDOwvSkQvqspwbuaZoNaBfDwTUkoWRRwDzEAQ5e+q/DphM3QJgIiIAIiECaQuGIdFp5xB5KWrXVakjrWkHz/FSjQ/iz/zmf9JxDqWb7zA91rRveAWdiENhEQAREQARHI8wSUwQNNYPLkyXj22Wcj0Xbr1g0lS5aMHOdkC+cVCtLHuYACu0wREIG8R6BDhw6RetHIkSPx448/5r1MKkciIAIiIAIiIAIiEFMElFkRyB4CcdkTrEIVAREQAREQAREQAREQgdgjYBYerGRmvoE+GMzEgU0c4MTBThxESilStDAu7FMTR9YrBb8CTwj4/MlZ+OapOXsF7tvhszF20AzvlTPDljmhBC4YVt8PrGL4lCBOxh+kxSycNkZiZjQkOY2A0iMCB4GAWVgfmFlEf1F3UAJdQr1COaZiAQy6fiuqVUp06ieEhcsT0f7+tZj92/aDkHJFmdcILF++HNdddx1GjBgBPnsXX3wxzjrrLL+41Y033og33njDP3eZzTcX1zrvvPNw2GGH4dBDD8WFF16Ic845J9WCW1wk68EHH/QDgFq0aIFSpUrh7bffBgcFrVmzJrNR+vQ3aNAANWrU8H7r16+Pyy+/HOXKlcOxxx4LLrL18MMPg/9n3sHOHRl8+eWXqFChAmrXrr3zrAwR2D8C8W+Mw39XP+7/f7j4WmLNI7F96LXIf9QRkfIjy6r8v+MzSWH50Sz8XmDsZkZDIgIiIAIiIAIikFUEYjKccHmCe4PFJAFlOrYJlC9fHscccwxYx1y2bJmHwTog652ff/45atas6euNrD/++uuvvj46adIk7047EdhXAtK2mSC3s95rekdlAlrecrpx40bMnTsXJ510EooUKeLb8KpXr45ffvkFK1asSJXZzZs3g214RxxxhNffqS7uPEhMTMS0adPw0EMPwcy8jmeby87LSEpKwsyZM1GtWjWUKVPGn2a7DdtA77nnHixduhSNGjVC48aNfTg333wzVq9e7d2l3T333HP47rvvcMEFF6Bq1ao46qijwPgHDhyIO++8EwsXLvRhsb01OH/77beD+UgbVmaON2zYgD59+vj0MZ1sy/3777/Ro0cPfPTRR5Gg9L6LoJAlDQFLc6zDjAmE/OXw3lu1yx0ElEoROMAEAi0RmAc4+lwXnZn5sppZ2GT/GMts7DNj3xmF4yQo114Uwm1XbAMMfnv6g82456n13q6dCIiACKRHILR1O1a3eQRbPp0Bp2ZgBfNj21PXIq5ZbVCvUKhnKNQ9FOohillY2ZiFzfTC1zkREAEREAEREIEcRCC9pEQqZhFLeq50TgREQARijoC0YszdcmVYBERABERABEQgijHBTAAAEABJREFUBxMwC7dBm1lkgS22VefPn99/G8n2a7ZlU04+qzQ63FHBtXe7El0ohGULN+HJ22di4e8bEDNbHszoD8MmYfqAb/w3h8xe2aZHouYDTXbpx+AzwWeDfRgUM3PPgtFLxPQHe7njN76DBg2KuB48eLAfjxc5IYsIiIAIiIAIiIAIiIAIZAEBM/PlVbOwyTItheVbCus6gfTsYGhzLudRchG7Os9XUxPQ8e7l7kA/ERCBmCOQBzO86Px+2DzuR7gGAPcLIblrE+S/45Jd6v/UkYGYhXWnWdjMg1iUpRxCwMx8Ssws0kbJ9ie+qyl8VwftlPVPyo+HbkxEyaKujRIh9zwDXfqsxCfjN0ObCIiACMQ6gcQV67DwjDuQuGytQ+F0JPVkvytQoF1D/84PdClN6le+86lvKWYputh51k8EREAEREAEYoOAcnnACQwfPjwS5+mnn+7nVoucyOGW0aNHR1J45ZVXRuyyiIAI5D0ClSpV8nOEMWecG2zMmDG0SkRABERABERABERABHIrAaVbBLKJQFw2hatgRUAEREAEREAEREAERCAmCZiZz7eZ+Q9AOKCJwgFOHOjEAU8UDig95NDCuLDPSahyRhnA+DN8NXg2vnlqDjLaxg2bhbGDZjgv5uWw6iVx0bD6fmAVw6UEcTFexk8xc+6dMGwzoyHJgQSUJBE4WATMwnrBzGBmfjA8dQgl0CnUL5SjK+bH4Bu3oXqVJOcWWLwqCR37rcOs37ZDmwjsKwF2ar/00kv466+/cP3112PkyJHo168fnnjiCbz77rt+4SouZMVFsTIbR4UKFfzgnqpVq6JUqVLo3r07/ve//6FYsWKRoCZMmIC77roLr732ml+0inFefvnl+Pnnn31aIg730sL/lauuugrNmjXzPjhIp1evXn5BL38ind0ff/yBG2+80S8o1qNHDzDd6TjTKRHIFIH4N8ZhbecnQYXtNDySa1XBjmFdkb9quUj5keVT6nrqfIrKjtAmAiIgAiIgAtlOIJYj2PlJdSwjUN5jlECRIkVQrlw5bNmyBRs3bvQUxo8fj4ULF6J379545plnwHoj68FPPfWUr7NOnz4dycnJ3q12IrAvBKhz98VfTPoJBbQCMyYpxHSmqY+XLFmCunXreg7U22effTZWrlyJGTNm+HPB7p9//sHff/+Nhg0bonz58sHpiPn666/jjDPO8G2S69atw5AhQ1CvXr3IdVoY7rx58/x5tsfwHMN98803fVso2yf5Tnj44Yfx4Ycf+nPbtm2js11k+/btePnll3176vPPP4+TTjoJEydOBD8iPPnkk/Hxxx/j8ccf99dpv+yyy3ye6DYUefZ3CXaPJ+bPn4/ChQv79DGdTC/D5ATNZLBs2TIfht53HoN26RCQxk0HSganzF8L771Vu1xBQIkUgQNNwGA+yvDeW7XbAwEzg1mKsJ+M5TP2nbEPjcK+X0rXC0O49fKtPkS+x57+YBPuHr7eH2snAiIgAtEEQlu3Y1Xbx5DwWbg+GSqQD1uGdUa+ZrVT9dNTx1DnUKh/KGbmgzILm/5AOxEQAREQAREQgRxNIN3ERV7ltFDSdaWTIiACIhBzBKQRY+6WK8MiIAIiIAIiIAI5nIBZuIRmZv6bYrZTs82afWUUtmOzn4xSp2FptL+jIvLl53RlhhWL4jGo5yws+C02+suQx7Y5Qydh5iPjYPxz9/+wZlVw0gNNdunH4HOQL1++yPNh5nw4IQ4zo7FP0rp1a3Tq1Mn7jY+P92PsaPoT2omACIiACIiACIiACIhAFhEwM5ilCMu2FJZzKazrBPWe29vHoV3zZDgPMADfTE1Ax7uWO5t+IiACsUQgr+V14Xn3I378L4DThZTQtWejQM+Ld6n/UzcGYmbOaYpAmwhkMwEz8zGYWaQNiu2UfFdTot/XZ5yUHwNuTETJoiH3nMKJ4dq+KzH6283QJgIiIAKxSiBx+VosPOMOJC5f5/Ui4PRq/1Yo0PZM/84P6jzUqRS+86lnKWbOLQCzsAltIiACIiACIhAjBJTNA0vgk08+wfvvvx+JlHOCRw5yuGXt2rV+/p4gmU2bNg2sMkVABPIogXbt2kVyxrm7uGZC5IQsIiACIiACIiACIiACuYqAEisC2UUgLrsCVrgiIAIiIAIiIAIiIAIiEKsEzMKDl8zMD2TiwCYKBzpxwBMHQFE4oPSQQwvjwj41UeX0Mgj5P+DLQbMwdvicdPGNGzYbYwfP9Ne4IEfZE4vjwqFn+IFVDI8SxMH4GC/FLJwWejQzGpKcSUCpEoGDSsAsrB/MLKK/qEsogW6hnqEcVSE/nrxhK044MhEIhbBoZSI63v8fZs7bflDzoMhzL4EVK1Zg2rRpOOqoo9CqVSvwmQtyU7lyZVx77bXYsWMHvvrqK/fIhYJLWWaeeuqpaN68uX/2GSjjv+aaa1ChQgVwgar169fzdLbJr7/+6hcE40KQXChLg3qyDXVMBRz/+lj81/nJ8P+M09VJtatg+9CuKFD1iEj5keVSPu/U9RSVHWPqEVFmRUAEREAEDh6BmI7ZXO4N5vb6iYAIJCYmIjk5GcuXL/dmQOTkk0/Gl19+ibvuustPVhCclykCmSNg0raZAebaRMPOLWxoH3MEfvzxRxQrVgxVq1aN5P20005D2bJlMWHCBGzbti1yfvLkydi+fTsaNmwIs12fGer3Fi1agP43b96MHj164IMPPgi30ewM5a+//kJCQgJOPPHEnWeAcePGgR//de7cGWwTDS6UKVPGt4+yHSc4F23WrFnTt2MG5/jh0Ndff+0Pr776atC/P3C7QoUKoUuXLt79pEmTsHr1and2335MT9rwa9So4dt3ly1bhunTp/uAyUPvO49Cu2gCBrgftO09AfaMcEzB3vuQyxxAQEkQgQNKIFpP0H5AI8/lkZkZzFKE/WXsN2MfGss8FI6ToHS9ELjtim0w5tn5GfHRJtw9bB2PJCIgAiLgCYS2bMeqto9iy5iZ7thgBfNj+1PXIn+z2qAeoVCvUKhrKNQ7FDNzfgCzsAltIiACIiACIiACuYFA+mkMKmYhZ6Gk70pnRUAERCDGCKiVO8ZuuLIrAiIgAiIgAiKQSwiYhdukzcyPWWV7Nduu8+fPD7ZlU9i2TanTsDTa9ayAuHz+s2IsX7gJg26fiQXzsvfbSxz8LU+l4PshEzHjkbF+ZgvXcoGyTY/ESf0b79KPwWcgX7584DNBMbNIH4aZ7TeTQYMGRca28bthHu93oApABERABERABERABERABNIQMDNfjjULmyzjUljepbCuE9R7erQ3tD03yZWVXZ3HhfPNtHh0uHOZs+knAiIQIwTyVDYXNu+LhAm/uDyx9u/02rWu7t/z4l3q/9SJgZiFdaVZ2HSe9ROBA0LAzHw8ZhZpi2J7FN/VlOj39eknFcCAm5JRomiy/16TT/h196/EqHGboE0EREAEYo1A4rK1+Of0O7Bj+bqwTgyFEOp/OQq0aeDf+UFdh7qUwnc+9SvFLEX3xho35VcEREAERCDmCQjAASYwbNiwSIwXXngh2rdvHznO6RbORx6kkfOWly5dOjiUKQIikEcJXHHFFX59BGZv1qxZGDNmDK0SERABERABERABERCB3EdAKRaBbCMQl20hK2AREAEREAEREAEREAERiGECZimDmcwsMpiUA5448IkDoSgcUFq4SGFc0PckHFW/LLiZGb4aMgvfDP+ehxEZO3QWxg4JTwrLk4fXKImLhp7hB1YxHEoQNuPhoCqKmfmPUOjHzGhIciwBJSy7CBQtWhR16tTJERK9aE925Xd/wjUL6wkz87qDeoQ6hRLoGOobylEVCmDQjdtRvUqSd7tkVTKuuv8/zPx1+/4kQX5jlAAXmtq4caNf8Cq9AS1cOOqwww7ziyJu2bIlyynVrVsXXPwqOmAu7nXMMcf4RbBWrVoVfSlL7VzUa8CAAT7MwYMHo169et6unQjsD4HNr43Ff10GuyDC+jypdlXsGNoVBaqUi5QfWR6lbqeOp1Dnm4XdO49et9OUiIAIiIAIiIAIZDWBWA2Pn09j5+QnYXusklC+Y5NAKBRCcnJyqsyffvrpYB14xIgROPfcc3HPPfdg7Nix2Lx5cyp3OhCBfSMQ8jp33/zGoC/3P8pcixopxJ5s374dP/zwA6pVqxaZUJgUjjzySLDd8Pfff8eSJUt4CuvXr8ekSZN8O2atWrX8ubS7Ll26oE+fPqB+f/nll1G4cGFvZziB25kzZ6JSpUqoWLGiP8U0/PbbbyhevDiqVq3qz0Xvjj32WLB9NPpcYD/++OPBtp3gOD4+HitWrEC5cuXAa8H5wOT56tWrY8OGDfjvv/+C05k2GU564depU8dP/j1v3jwfpt53HoN2aQm4KoH7pT2r4wwImLtmMLfXL/cQUEpF4MASoIagMNbApF2ydwTMDGYpwn4zlrHYl8Y+NQrHSVA6Xwj0aLXNNXS5t5n7jfhoE+4aum7vIpIrERCBPE0gOWEbVrR9FPGfzfQT6KFgPmx7qivynX1Sqn566hTqGAr1DcXMPBuzsOkPtBMBERABERABEcgFBHaTxOCVznd7YN+NU50WAREQgdghYLDYyaxyKgIiIAIiIAIiIAK5ioBZuKRmZqnmRGA7Ntu0Kewno9RuWBrtelZE/gIGM8PKRfEY3HMmFsxbj7y75Z2czR4yETMfG+/vnbuDKHdOFdTq33iXfgz2k/L+sw+DYuZcOyEJM6Ox31KmTBnwe9ogoCFDhiB68vzgvEwREAEREAEREAEREAER2F8CZhYuA+80WdalsNxLYV0nqPf0aB+Hduclw3ZGOm56AjrcuWznkQwREIG8TSDv5G7BuX2RMHGeyxC1mZPrzkbB2y/epf5PXRiImcEsRZxn/UTggBIwMx+fmUXaKNkuxXc1he/rQOrVzI8BNyWjdHGAvig39FuJUeM2QZsIiIAIxAqBHUv/wz9n3ImkleH+GTOnDR9ohYJtzvTv/KCOQx1K4TufepVi5tw6UGZh01n1EwEREAEREIEYIqCsHkgCr7zyCsaNGxeJslu3bhF7brB88sknkWS2a9cuYpdFBEQgbxNo1apVJIOff/55xC6LCIiACIiACIiACIhAbiKgtIpA9hGIy76gFbIIiIAIiIAIiIAIiIAIxDYBs/BgJjODmUUGk3LgEwdAcUAUhYNJCx9SCOf3rYWq9cv4iV+5zszXg2fhm6GzwW2sM8cOmYXwaj0hHF6jJC4eeoYfWEX/FIZFYfgcVEUxC8fNMMyMhiQnE1Daso0A/y9ykmRbRrMoYLOwvjCziP4K+AX6i3qHUrV8fjx503ZUr5LoYg9hyeokdLx/DWbM3eaO9ROBvSewceNGbNmyZbceChUq5BeN2q2D/bxQtWrVXULgM16iRAm/QGNSUtIu17PqxF9//YUFCxagefPmqFGjRlYFq3BimMDm18biv66DXdEx5CiEsKPWkdgxtAsKHKpJPeoAABAASURBVHm4Lz+yzEihTg/0u8qODpV+IiACIiACInCgCMRsPOZzzr3BvF07EchOAomJiT54lnu9JRO7kGugpQTl5Ex43a1T1nlXrFiBYsWKoWzZst5dtWrV8Oyzz+LUU0/F5s2bMXbsWNxzzz1o2rQpunbtikWLFnl32onAvhKQts0EOdcWStemdxQxxJysXr0a8+fPR+PGjcG2kgAA7WyzW79+PaZMmeJPz5s3DwsXLsQZZ5yBokWL+nMZ7djed9lll4Htnz/88IN3SvvcuXNRr149FC9e3J/je2vr1q0+zFKlSvlz0Tu+kyjR5wJ72nfd9u3bwTQH19OazFfhwoXTns70cfny5VGkSJFd/PFdd8ghh4B54kW970hBkh4BS++kzu2WAFt7dw4Y2K0bXchhBJQcETgIBMK6QtpiX9GbGcxShOUvlp1Y3mLfGoV9yJRrLgBua70dMP/D8yM34c4ha6FNBEQgdgmEErZhZbvHsOXz2TBzyqFQfux4+lrka1LT99NTd1CPUKhbKNQzFDPn3qEzC5vOqp8IiIAIiIAIiEBuIbC7dAYVNEQsu3Op8yIgAiIgAiIgAiIgAiIgAiIgAiKQIwiYhduozSzVnAhsz2bbNoVt3ZTaDUujze0VkC+/+ZrvikWbMfj2Gfjn13XIk1seydT3QyZi5mPfutyE/HwWh59TBSf1a7RLPwb7R/Plyxd5Dsws3PfhfJqZ22fd76qrrkLr1q19gGvXrsXgwYMj4878Se1EQAREQAREQAREQAREIIsImJkv15qFTZZ5KSz/Rtd3WOe5tV0c2jRPdOXm8HjMcdPi0b7n0ixKiYIRARHIsQTySMIWnNMX8RN/dTqM4xWc3HA2Ct524S71f+rAQMzCutEsbOYRFMpGLiRgZj7VZhZpm+I4W76vKdHv7Ho1C+CBGxNRqphr60J4u6HfSnw8dlP4QHsREAERyMMEdixZg7/PuBOJK9f7fhqf1QeuQMHW9f07P9CX1J0UvvOpTylmKbrW+9NOBERABERABGKNgPJ7wAhs27YNw4cPj8TXsWNHnH/++ZHj3GAZPXp0JJmcfyhyIIsIiECeJtChQ4dI/kaOHOnnGouckEUEREAEREAEREAERCB3EFAqRSAbCcRlY9gKWgREQAREQAREQAREQARinoBZyuAmM4sMJuUAKA6E4sAoCj/8KFS4IM7vUwtHnVkWzim4+2bYbHwzdBbGOuEx5fCaJXHxkNP9Isj0R2EYDI/hclAVxcyccwM3s7BJuyTnElDKRCAnETAL6w0z87qEeoU6hkJ9Q71D/UOpckR+PHHjNtSomgTnGsvWJKNTv7WYMXd7TsqS0pLDCXChKy4KtbtkcuDOjh07dnd5v88vWbJklzC4OCMX/+JznhULYu0Swc4TXNiLeTv88MN3npEhAvtOYPOrY7Gm6xAfAHVyUu2qSB52LQoeeXhkYD51OHU5dTqFOt7MuXZCj2ZGQyICIiACIiACIpBNBGI92JADkPIZtTvQTwQySaBs2bIoVqwYWF9jvS0976FQKDJgulKlShEnRYoUAetemzdvBieJjFxIY1mxYgU2bdqEww47DBnVVdN4y/Bw+fLlPk1HHHEEKlSoEHF79NFH47nnnsOkSZPwzDPPoF27dmAef/rpJ9xzzz0ZpjMSiCwisBsC1Lm7uaTTaQk4vZH2lI5jh8Cvv/6K5ORknHDCCbtkumbNmjjqqKMwbdo0xMfHY/Lkyf491KxZs13c7u5EEG5iYqJ3snDhQrA9sm7duv6YO7bVsA2S76h16/ZvImy2Z5YsWZLBpitJSUlgm2S6FzNxcuXKlemGw/QzH0WLFo2EpvddBIUsIrDPBMz7DO+9VbscT0AJFIGDQcBcjz3jNe4k+0TAzGCWIuxHY38ay2vsY6OwvEW5+nzg9iu3+8myWP96YeQm3DH4v32KV55EQARyN4Hk+K1Y3vYxJHw+y2XEtYAXzI/Ep7sif5Oavp+eOoP6g0KdQqF+oZiZ8wOve6BNBERABERABEQg1xHYbYLDr3h3mRaKs+onAiIgAiIgAiIgAiIgAiIgAiIgAjmcgFm4DmtmqeZEYLs227gpbPOm1G5YBm16VkT+Agb+rVwcjyG3z8Q/c/dv7BNy4JYXkjR78ETMGDjeZcWcAOXOrYqT7j9rl36M/Pnzg/ebfRgUM4OZeT9mYdMfZOFu8ODBOPTQQ32In376KQYNGuTt2omACIiACIiACIiACIhAVhMwM1++NQubLPsGUqBAgVTzud3aPj/an58MYyLcbvzMBHS4YxmPJCIgAnmUQF7I1j/N+iJh8jyYmRPAbmyGgrdesEv9P9B9NM3oNkWgTQQOMgEz8ykws0gbJdup2G5F4Tub7ZOUejUL4sGbklGmBEfzA/R5U/+V+PibTdAmAiIgAnmVwI4l/+Gf+ncjefVGUPEZdw+0QsEr6/t3fqAnqTMpfN9Tj1LMDNzMwibtEhEQAREQARGINQLK74Ej8NRTT+GHH37wEZoZunfv7u25Zcd5hjZs2OCTW6pUKZx00knerp0IiEDeJ1C7dm00bdrUZ5RzXY4ZM8bbtRMBERABERABERABEcg9BJRSEchOAnHZGbjCFgEREAEREAEREAEREAERAMzCg5vMzNs58InCgVAcEMUBUhQOJC10SCGc16c2qp5ZFuBiMyHgm6GzwxNFu+PDa5TAJYNP9wOr6J5CvwyH4TFcilk4LrjNzNxev1xAQEkUgRxHwCysP8wsor+oayjUO9Q/1EOUKkcUwBM37kCNquEFjJatScRV96/B9F+257h8KUE5kwAXVSxevDh+++23dBc35CJc7PAuX748ohdf3LFjB7Zt25YqU1xgatGiRanO7elg3rx54MJX0e4YzuLFi3HEEUegTJkykUvpxblx40a/kGPEUSYsjRo1wuzZs9GpU6dM+JJTEdiVwKZXvsGaa4e4C64Q6faJdaogaVgXFKh8mC8/Um9TqMOpyykqOzpQ+omACIiACIjAgSUQ87GZI2Awt9dPBPaNQNmyZVGyZEn8+eefWLYs/UlzWJ/7448/QLeVK1eORMT6ZKVKlbB+/Xr8+OOPkfPRlpBrh2Udjedq1apFY78lMTER7733nq/vnnbaaShRogS2bt2Kvn37olWrVli6dKkvs9erVw89e/bExx9/jAYNGmDFihVYuXLlfsevAGKVgEnbZubWuzbQzDiX27xDgHp/+vTpqFq1KsqVK7dLxkqXLo3GjRuD7Yf8OI9ywgkngO+TwPFPP/2EFi1aoFevXru0MTL84L3CNlD64TuoWLFiPk4eU9jOftxxx2F37Yzz58/f63cCJ0NmmybfIfTH8KOF55kfvo/2p93zv//+w5IlS6KD9va5c+ciOTkZNWrU0PvOE9EuXQKW7lmdzIAAW31DfuRABo50KScRUFpE4IATiNYTtB/wBOShCM0MZinC/jT2q7GPjX1tFJbfKFedD9zeejuM+Xe7l0dtxh2D/uORRAREIEYIhOK3YkW7x7Hly+9djp0iKFQASU93Qf7GNSOTghfYOUE4dQmFeoVi5tzT107TWfUTAREQAREQARHIXQR2n9qgYub6HtlOvHuHuiICIiACsUOAbdyBeoydXCunIiACIiACIiACIpD7CJiltF2zLZvCtm1K0N7NfjJKrTNLo03PishfMOxn5ZJ4DL59Ov6Zuy73ZXz3Kc71V2YNmogZA8cjPOwkhHLnVkWt+8/yY5d5Hwvs7MdgfyjvM+85xcxgZj7/ZmHTH2TxrkKFChg8eHAkVNqnTJkSOZZFBERABERABERABERABLKSgJn5cq5Z2GQZOJCgbMxyMqVbu3xod35SuCztGri/nb4Z7XsuzcrkKCwREIGcQyDXp+Sfpn0QP3nezuq/U1o3NEXB7ufvUv8PdB5Ns7AuNAubuR6CMpBnCJiZz4uZge1UgbD9isJ3Nt/VlNNqFsADNyajdAn3ynaPPudvvbn/Coz8eiO0iYAIiEBeI7Bj8Rr8dcadSFy13qk7p/TcDw9egUJXnuHf+YF+pK6k8H0f6FCzFN2a17goPyIgAiIgAiKQCQJyeoAILF++HMOGDYvE1r17d3DetciJXGD56quvIqls27ZtxC6LCIhAbBBo06ZNJKOffvppxC6LCIiACIiACIiACIhAriCgRIpAthKIy9bQFbgIiIAIiIAIiIAIiIAIiIAnYJYy2MnMIoNJOSCKA6M4UIrCgaSFDymE8/vWwVENDwe8N79Dhdql0WJoeGAV3VHoh/4ZTvTAKrOwH7OwCW25gICSKAI5k4BZWI+YGczM6y/qHAr1D/UQ9RGlSvkCeOKmHTjpqGQAhhX/JaFTvzWY9ss2aBOBPRHgglT169fHggUL8OGHH4KLIwZ+Fi9ejBdffNFPjH7eeefBzMBFG8uXL4/Vq1eDC2wFbunvk08+2WUxLDPzz++OHTuwbduuz+T48ePx3XffIdjo5uWXX/aLSTZt2hTFixf3l44++mhs2bIFXOgrmJSVJv1zcUnvKGrH/xMexsfH05CIQLYR2PzqN1hz/TDA4DZD0ilHIXlYVxSodFhkYD51Np9J6nAKy49mBjNzfhAxoU0EREAEREAERCAbCcRy0PxyEH7iAE7oHcsklPf9I3DYYYfhrLPOwtq1a/Hggw9i0aJFqQLk+cceewx///03atSogQoVKkSumxlYryxUqBCeffZZsC6XnMx2jLAT1infeecdjB49GoynTp064Qv7sd+wYQOefPJJjBo1CkceeST4MYeZoXDhwqhUqRIWLlyIL7/8EtHpSEhIwMaNG1G0aFGUKFFiP2KX19gmIG2bqfsfCnnnouYxxNSOevq3337DSSedhCJFiqSb94YNG/rzb7zxBviR4cUXXwy+S/xJt6tcuTIOPfRQ374Y3cboLmHy5MkYM2YMjjrqKJxyyinYvn07fvjhB1SrVg1lypShk4icffbZvh3ylVdewWLXJhpc4DvhzTffBNs2g3MZmWz3ad68uXfy2muv4b///vN27qLbPfk+5fuO5zPb7kk/bPN87rnnsHnzZh56+fnnn337bpBfve88Fu3SI+DUrvuld0XndkOArbgG281Vnc55BJQiETjwBKghKIw5MGmX7BsBM4NZirBfjeUs9rWxz43CcRKUq8433NZmu2/4Yt/xS6M2oueTKWWwfUuBfImACOQGAsmbt2JZ24GI/2K2n0AvVCg/djzVGfkb1/RjXKgjqC8o1CEU6hOKmfksmoVNf6CdCIiACIiACIhALiOQQXKDV7x717tfBg51SQREQARih4CBf7GTX+VUBERABERABERABHIzATPzyTcz/00m27XZxk1hmzeFbeCUWmeWQeuelZC/YJwr8QGrlyZg6O0z8PfcdcgbW+7OxcwnJ2LmExMAdy/hbmv55kehVt+G/nvDggUL+v4M3k/2g/L+8l5TzAxmBm5mYZP27JLrrrsOl156qQ9+xYoVGDwvPmQZAAAQAElEQVR4sLdrJwIiIAIiIAIiIAIiIALZQcDMfHnXLGyyLBwIy8cUlpcp/2ubH+0vDAHGn2HCjHi0v30JtImACOQ1Ark7P3837YP4qb/DzGAuK3ZTMxTqfv4u9f9A19E0M5iliPOmnwjkKAJm5tNjZpE2SrZbsR2LEv2+rlujAB64MQllS4bf2XBeb3lgJT76aiO0iYAIiEBeIbBj0Wr8Vf8uJK1xus3pRubLHmqFQq3Cc1QHepE6ksL3PfUmxcwpRufBLGw6q34iIAK5iAC/V5SEwt9thWTuzbOQix7vg5BURXmgCAwfPjwyL1zZsmXRrVu3AxV1lsXD+eKCwFq0aBFYZYqACMQIgQ4dOqBkyZI+t1999RUmTpzo7dqJgAiIgAiIgAiIgAjkBgJKowhkL4G47A1eoYuACIiACIiACIiACIiACAQEzMKDncwMZhYZTMqBURwgFQyY4ocfhQoXwkUPnIqjzyoHzg5doXZptBgSHljFBUXolkJ/9M9BVRSzcNjOk4+DpiSXEFAyRSAHEzAznzoz87qF+oa6h0I9RH1E3UU58ogCGHjjdtQ8KhGhELBiTSI69V2DqT9v82FoJwK7I8DnqWvXrjj22GPx/PPP4/LLL0e/fv1wxx13+MURuSBi69atceqpp/ogzMwv2sjnr3///rjpppu8e/r77LPPcNxxx3l3we6QQw5B+fLlsXLlSvTt2xdPPfUUNm3aFFz2C3T17t07Ek7Lli3BwTZnnnmmT0vgkIt9cVEsLsJ19dVX+8Um27Rp4ycU4SJhgbvArFq1qn/nMz4uTPnHH38ElyLm66+/jrp16/r0R07KIgKZILDp5a+x6rphrtgY8ro3+ZSqSBrSGQUqlvUf4/H/hEKdzf81CnW5WVivMyozoyERAREQAREQARHIbgIxHX64vMG9wWKahDK/fwTMDB07dkTNmjUxd+5cX2dr3rw5+JEETcq4ceNw/PHH+zol21OjY2S9kvXLzZs3484770STJk2834svvhisAw4aNAgsM/Pa0UcfHe01Q/vy5ctxzTXX+LCYFgrT0qxZM3zwwQcoU6YMWM+tUKFCJJzLLrsMxxxzDEaMGAGmifXGXr16gfXMefPmoVWrVr4uG/EgiwhkkoC0bSaAOd1C16Z3FDHElLDdkW2GbJ/bXcarVauG2rVr49dff8Xhhx/u30GI2kqXLo2bb74ZfOfce++9uMa9Dx5++GF06tQJPXv29O+VW2+9FeXKlcPq1asxf/581KtXz5+PCgYnnHCC98s08SMgvov4XuA7he2KbN+Jdp+RvVGjRv6d9MMPP4BtnQyL7yHa2e7J9yjfp2bmg8lsuyc9Mb+//fabf4cxbLbRciLmrVu3+nZW5pfu9L4jBUl6BMJPX3pXdC49Aq7bzZ0O751Fv5xOQOkTgYNEINASgXmQkpFnojUzmKUI+9fYZsA+N5bNKBwnQel4nqFn2x1wHuB84NXRm9DziTXQJgIikHcJhDZvxfL2jyPhqzlw//hA4QJIfroLCjau6RfLoW6gnqBQd1CoRyhmBm5mYZN2iQiIgAiIgAiIQC4kkFGSIxWziCUj17omAiIgAjFDQFoxZm61MioCIiACIiACIpAHCJiF27DNzH8fyfZttnVT2PZNYVs45aQGpdGmZyXkKwDAFfpWLonH0Num45+569yJXP7Lxcmf8cR3mPnEBP+9IXdHnFsVJ/U5039vyPvGe0hh/2e+fPki99nMYGY+52Zh0x9k827w4MGRMXUfffQRhgwZks0xKngREAEREAEREAEREIFYJmBmvtxrFjZZJg6E5WQKy82UW9rkQ/sLkl11x1V4HLQJM+LR7rbFzqafCIhAniGQizPy19l9ED/1d5+DECd8u6kZCnU7b5f6f6DjaJqFdZ9Z2PSetROBHEjAzHyqzCzSdsV2SrZnUaLf13VrFET/m0IoWwK+jZK7bg+uwIdfbnQn9BMBERCB3E1g+7+r8ecZdyFpzSaqNy9xA65EoStO9+/8QB9SN1L4vqe+pJil6NLcTUGpF4HYI8DyPYU5p7k7SU5OhiS2GOzuWeD56OeFdkkaAjo8IAQ4N8/w4cMjcXXr1s3PsRY5kQss//77L3766adISps2bRqxyyICIhAbBA499FA/v2WQ2zFjxgRWmSIgAiIgAiIgAiIgAjmdgNInAtlMIC6bw1fwIiACIiACIiACIiACIiACUQTMUgY/mVlkMCkHSHGgVDBwigtmFCxUEBc/dBqOO7sCWj3V0C8awvN0Q6F7+uOgKoqZ+Y9K4DYzc3v9chMBpVUEcjoBs7BeMTOva6h3qIMo1EfUSxR+uHbkEQXw+E2JOOnoJDjHWLU2CVffvwZTf9oGbSKQEYHy5cvjhRdewNVXX43ExER89tlnmDZtGmrUqIFnn30W3bt3B5+3IAwuksVBPVysas6cOfjmm2/8Ao8Mg4tyBe4Ck4tmVa9eHb/88osPe82alAUX2rVrBy5SxUE2jJfx3HXXXRg4cCCKFi0aBAEu/vj000/7RSH//vtvH06xYsXw3HPPgYtkRRzutNSpU8cvtLV+/XqMHj3aLxK285IMEcgSAhtf/hqrbxgOY2huF6p7NJKGdkHBimUjA/Opn/lMU2dTqMPNDGZGXxHTH2gnAiIgAiIgAiKQrQQUuP+OMDLRiXiIwL4SOPzww309rH///mD9Lz4+HkuXLsWGDRt8vfDuu+/GK6+8AtYz08bBsjHrly+//DIaNWrkF+Oi3xUrVqBMmTJo3bo1PvjgA2T2o4ukpCQwDIYVCNNTtWpVX5999913UatWrVTJYT6eeeYZtGzZEuvWrfP1xnHjxqFy5coYNGgQOnbsqPJ6KmI6yCyB8LRSmfUVo+45uY3Puqh5DDG0+/nnn1GuXDn//thdttk/F7T90Uzv/cLzfPfw/fHPP/9g5MiRWLhwIS6++GK8/vrrkbZDtinyA+qTTz55l+jMDFdddRUeffRRHHHEEfjuu++8nHvuuRgwYAAOOeQQlChRwvcZ7uI5zQm+79i+SX+VKlXCxIkT8fnnn3u/PM/2TL6HAm+Zbfekv8MOOwxsn2Ub6BdffAGybNCgAV599dVU71HGo/cdiUnSEpDGTUsk4+OdrbkZO9LVHENACRGBg0XAYD7q8N5btdtPAmYGsxRhPxv721jeYh8cheMkKO3PM/Rsu8O1fTHSEF79ZCN6Pp7SJ82zEhEQgbxBIHnTFixtNxCbv/ze/c+7km2hAkh+ugsKNKrh2xupEwoUKODt1BkU6g+KmXkIZmHTH2gnAiIgAiIgAiKQKwlkmOjIq54WSoaudVEEREAEYoaANGLM3GplVAREQAREQAREII8QMAuX4Mws1ZwIbPcO2sHZJk6p2aA02t55JAoUinP9a8DqpQkY0mMa/v5lLXLzllvTPuOJ7zBr0ETA3UJ3+1D+vKNQq8+Z/ntD3q/g/rHfk/eTfRgUM4OZgZtZ2KT9QAjHsA0ePDgSFe2zZs2KHMsiAiIgAiIgAiIgAiIgAllNwMx8+dcsbLJsHEhQZmb5mXJzm/zocGHIJ8HMMGlWAtr1WOyPtRMBEcj9BHJrDv5qch8Spv/hkm9OgLhbzkHh/zXfpf5P3Ra0AZhZKt3nPWonAjmYgJn51JlZpI2S7Vh8pil8Z/NdTTm1egH0vzmEsqXgtrC/Wx9agQ+/3OiO9RMBERCB3Elg+8JV+LvBPUhauzmcAafe4ga0QqHL6/l3fqAHqRMpfO9TT1LMnGPnyyxsOqt+IiACuYBAKBQChUmlybkpApN2Cuc4CoTHkmTEEoPg3gdmkPfgOaEZLXyWJGEC2h8YApyHZvPmcNnl+OOP93OvHZiYsy6W8ePHRwI777zz/HeikROyiIAIxAwBrmUQZJbrCnCeyOBYpgiIgAiIgAiIgAiIQM4loJSJQHYTiMvuCBS+CIiACIiACIiACIiACIhAagJm4cFPZuYHQXNgFIUDpThgKhhAVahQIRQuXBiXPdrAL8bBY14LhO7pj2IWDosxmRkNSe4ioNSKQK4gYBbWL2YW0V/URZRAf1FHcSB85XIF8PjNiTjpqCTw87VVa5PQqe9qTPlxa67IqxJ58Agceuih6Natm1+Mavbs2ZgyZQqef/55nHLKKf65i06ZmfnzL730EmbMmOHdPvHEE6hQoQL69euHUaNGoWzZshEvRx11lF9sa+bMmfjyyy/B4+Ain2MOquEiWIz3k08+8Ys+8v0buAnMYCIRpo3xMn4uONmpUyd8++23OPHEEwOnKFKkCHr37u3TxnAvv/zyyLXAQn+8xjQH52SKwN4Q2Pjy11h9w1Nez1LXJp16NJKHdEbBCmUiA/Opl6mj+YxTVHbcG7JyIwIiIAIiIALZRkABOwLmhXtn0U8E9oMA62sXXXQR3nrrrUidi3W0t99+G1deeaVvU91d8GaGmjVrYtCgQRg3bhxYJ6OwTnjXXXehXLly6XoN6m80Awesd7L+Sf9phen58MMPQfclSpQIvKQyy5Qp4+uNQTroh/XMhg0b+okIUjnWgQhkioDBMuU+xh07vRAmIGphDrGzp45+5513ULJkyQwz3bp1a/++4HvCLP3npEqVKnjkkUcwceJE75Zm3759UalSpUjYjRo1whdffJGqbTJy0VnMDE2bNsX7778PtmOyDbJXr14oXry4/1C7aNGiYBuPcwqGxXcP88DjtMJ2oHPPPRd8N/L9wvA+/vjjLGn3DOLiO/Phhx+OtM9y0uWjjz46uBwx9b6LoJAlIOD+jdwvOJK5FwTYBhzyrcF74VhODjYBxS8CB4VAtJ6g/aAkIo9GamYwSxGWs1gmYx8c++IoHCdBadfc0LPdDkfCuYfh9U834baBq92xfiIgAnmFQPLGBCxt9zjiv/7B/Ze7XBUuiNAzXVDgrOp+IhfqAuoFCnUFhXqDYmbOA2AWNqFNBERABERABEQgNxPIOO1BxSzkLJSMXeuqCIiACMQIAbVyx8iNVjZFQAREQAREQATyGAGzcJu2mflxrWzvZts3hW3hFLaNU2rUL43Wd1RG/oL0E8KaZQkYett0/PXzWuTSLVcme/rjEzBz0MTwKBPXNFH+vKNQ674G/ntD3ifeMwr7O3kfeU8pZhbpwzCzg5J3flvcvHlzH/eiRYswZMgQb9dOBERABERABERABERABLKLgJn5crBZ2GQZORCWmyksR1NuapMfHS5K9t92uKI2Js2KR9tbF2VX0hSuCIjAgSOQK2P6s/F9iJ8+H0EDQNwtzVD4lnN3qf9Tp7ENILrubxbWebky40p0TBIwM59vM4u0UfKZ5rNNiX5fn3JiAfS7MRllSiSDWygUwq0PLccHX2zgoUQEREAEchWB7QtX4c/692DHfxt9ujnyJm7AlSh0eb3IO591FepCCt/71I8UsxTd6T1rJwIikCsIsOzChNKkJCcng5KUlIRAEhMTvZ2mJBGxzCDtM8FjPi8UPj+U4HmiKYEQTQGoMgAAEABJREFUHAACkyZNwnPPPReJqXv37nuczyfiOAdZRo8eHUlNmzZtInZZREAEYosA5wCrU6eOz/Qff/zh10vwB9qJgAiIgAiIgAiIgAjkZAJKmwhkO4G4bI9BEYiACIiACIiACIiACIiACOxCwCxlMJSZ+cGkHCxF4cApSvRgUg6q4nEgdEcJBlaZpYQHbbmQgJIsArmHgFmKvjGzXfRXoKeotyodXgADb05EraOTQF9r1ifh6vvXYPIPW6FNBERABERg/whsfOlrrL7xKThVDOrY5FOPQmjINShQvrQfmB/oY5YrWW6kqOy4f8zlWwREQAREQAT2n0Csh8ApTcLzCPCjwlinofyLgAiIQPYTkLbNFONQ8J4Km5nyK8cikEUERo4ciWbNmuGTTz5JFeK2bdvAa/Hx8ahXr16qazoQgVxLwKlb98u1yT8YCWc7sPnW4IMRu+LMHAG5FoGDQ8BctBRnSFsQQhaLmcEsRdjvxv439sUF/XIcJ0Fp1zwOt7fbEZ7k19U13vx0I257bFUWp0jBiYAIHAwCyRu3YGn7JxD/9Q++sTu5UH7gmS4o0PBEUBdQB9CkUEdQqC8oZuaTbBY2/YF2IiACIiACIiACuZjAHpIevPL57g/se/CiyyIgAiKQ9wkYLO9nUjkUAREQAREQAREQgTxJwCxckjMz/00x273ZBk5hmziFbeSUGvVLo82dR6Jg4TjAuf9vWQKG3zYdf/+8Frlvy30pnjZwAmYNmewTzrtW4YKjUKt3ff+9Ie8P7xWF/Zy8f7yXFDNzt8vC/pzdWw7SbvDgwZGY3377bTzzzDORY1lEQAREQAREQAREQAREIDsImJkvD5uFTZaVA2H5mcLyNOXG1gXQ8WLAuXQ7w5Tvt6DdrYuhTQREIDcTyH1pn9/oPiTM/BNwegsG5Ot2DgrffO4u9X/qMrYBRNf9zQxmBm0ikNsImIWfWzOLtFHy2eYzTol+X59SvSAeuMVQthR2Pu+G2waswPufb4A2ERABEcgtBLYvWIU/69+DpHWbd+oyIP8jrVG45Wmp3vnUgRS+96kXKWYpOjO35FfpFAERSCEQCoX8d4nJyckIJCkpCYmJidixY4dEDHZ5BvhsUPicUPjcBM8RzZSnK9Ztyv+BIDBs2LBINPXr18ctt9wSOc4tFuraUaNGRZLbtGnTiF0WERCB2CPQpk2bSKY/++yziF0WERABERABERABERCBnEpA6RKB7CcQl/1RKAYREAEREAEREAEREAEREIH0CJilDIoyMz+oioOlOHCKA6g4kDSt8Dyv051Z2I+Z+eDNwqY/0C53EVBqRSCXETAL6xszS6W7qJ+opwLdxQ/XKh1eAANvTsJJxyQhFALWrEvC1X1XYdIPW3JZrpVcERABEcg5BDa8+BVW3fiU16scVJlU92iEhnZGwfJl/MD8QA9TJ1Oon6PLj8yJmdGQiIAIiIAIiIAIHEgCMR9XuPzBvcFinoYAiIAIiMCBICBtmwnKO+vJpndUJqDJaVYTOP3001G0aFEMGDAA11xzDR5++GH069cPLVu2BD8OPOecc9CwYcOsjlbhicBBI2AHLebcGbHrZnMJD++dRb+cTEBpE4GDSCDQEoF5EJOSJ6M2M5ilCPvf2A/H/rigf47jJChtm8fhjg5J3j1geOuzTejx6CpoEwERyL0EkjYkYEm7xxH/zY9w/9bAIQUR9+y1KHDmCb6fnv/7gS6gbqBQT1DMDNzMwibtEhEQAREQAREQgVxOYE/Jj1TMIpY9+dB1ERABERABERABERABERABERABEcjRBMzCbdxmFllgi23hlKB9nG3llOpnlEarOyqjYCEDv31bsyweQ2+dir9++g+5astliZ028DvMHDLZM2eLRPnzqqBWr/rgPaEE94n9m7xv7MOgmBnMzOfWLGz6g4O0q169OgYOHBiJfciQIfj5558jx7KIgAiIgAiIgAiIgAiIQHYQMDNfLjYLmywzBxKUpVmuptzQOj86XJwcLnuHQpg8ezPadl+UHclSmCIgAgeCQC6LY36j+xA/80+w7u8UEeL+dw4K33hOuvV/tgFE1/3Nwjoul2VZyRWBCAEz83Yzi7RR8hnns07hO5vvasrJJxbAAzcDZUvxvyXk/l1CuH3Acrw/ZgO0iYAIiEBOJ7Dtn5X4o/7dSFy/2b/z2deS/5ErUahF3VTvfOo+Cusu1IcUsxRdmdPzqfSJgAikJsD/9eAM7cnJyUhKSsJNQ7d4+d/wbeg2bCu6D9uCW4cl4DZn3u7MnsPicYeTO4duxl1DN+HuoRtxj5N7h2xAryHr0XvwOtznpM/gteg7+D/cP2gN+jnpP2g1Hhi0Cg8+uRIDvKzAI08sd7IMjz3h5PGlePzxJXji8cV40smggYsweOC/GDJwIYY6GfbYAgx/7B889djfePrRv/HMo39hxKN/4tlH5uM5J88/8gdeeOR3vPjwb3jJycsPz8MrA37FqwPm4jUnrz/0C9546Ge8+dBPeJvy4I9498Ef8N6Dc/C+kw8e+B4fPjAbHz0wCyP7z8LH/WdiVP8ZGN1vOj5x8mm/afis31SMuX8KPnfyxf2T8WXfSfjKydd9J+KbPt9hbJ8JGOfk2z7jMf6+bzHhvnH4zsmk+8ZiUu9vMKX315jqZFqvrzC915eY0esLzLz3C8y693PMvncMvncy557P8MM9n+LHez7BT05+vns0frl7FObe9TF+dTLvrpH47a6P8PudH+IPJ/Pv/AB/3vk+/rrjPfzt5J873sXCnu84eRuLejq5/S0suf1NJ29g2e1vYPltr2PFba9h5W2vYpWT1T1ewZoeL+O/Hi9h7a0vYd2tL2L9rS9gQ/fnsdHJpu7PYXP3ZxHfbQTi//cMEv73NLb87ylsvWU4ttw0FFtvHuafGz4/fI6in6nAHrOmMp7tBEaNGoUPP/wwEk+3bt0i9txkGT9+fCS5xx57LKpUqRI5lkUERCD2CHTo0CGS6ZEjR2oMU4SGLCIgAiIgAiIgAiKQQwkoWSJwAAjEHYA4FIUIiIAIiIAIiIAIiIAIiMBuCJiZv2JmqQaScgBVIMGAquCYg6oCMUvxD225loASLgK5kYBZiv4xM6/DAj1FvcWB8BQOhK94eAE8dlMSah+bDOcUazeG0OX+NZg4Zwu0iYAIiIAIZI7Axhe/xqqbnwEVKjVx8mnHAEM7o+ARpf3AfOpeCnUxJbrcaEYf9Bo2oU0EREAEREAEROCAElBkYQI7P5EOH2gvAiIgAiKQrQSoc7M1grwUeEi08tLtzK15qVixIp5//nlceumlWLx4MfjRz+eff46iRYuif//+uP/++1GkSJHcmj2lWwREYD8JhFt1w/v9DEres5mAgheBg0nAYD768N5btctiAmYGM/NjJMzCJsdKsF+OfXQUjpOgtD43Dre33wH46baAt8dsRI9HVrlj/URABHIbgeQNCVja4UlsHvuj/48OFS4APNMZBRpUS9VPTx1AnUCJ7qtnfs2MhkQEREAEREAERCCPENhjNiKvflooe/QhByIgAiIgAiIgAiIgAiIgAiIgAiKQ4wmYheu4Zub7y9gWzjZxCtvIKewno9SsXxZX3nkkCh4SBzhva1duwfDbpuPPH/9DbtlyUzqnPjYBM4dOJmqXbEOF86ugdu8Gvh+D94P3hsJ+Td4v3juKmcHMnB9ETOSA7c4770SjRo18Sv78808MHjzY27UTAREQAREQAREQAREQgewkYGa+XGwWNll2DoTlaQrL15TrryyATpfCu3d7TP0+AW27/QttIiACuY9AbkrxH43uQ8Ksv5zuAQxAvlvPxSE3Nsuw/m9mMEsR500/EcjVBMzMp9/MIm2UbOdiuxcl+n1d+4QC6H8zcHgpRP4Pej68HO+N2QBtIiACIpBTCWz7ewXmN7gH/IbB4P4MyP/olSjUom6qdz51HoV1FupBiplz7DJmFjadVT8REIFcRiAUCiGQ5ORkJCUlYcGKZLz2DSUJb4xLxlvjQnjbSxLeGZeEd8cm4b2xiU524P2xO/DBN5Tt+PCbbfjom+1OtmHkN1vx8ddbMcrLFoz+OgGffBWWT7+Kx6dfbcZnXzpx5udfbsLnX27EFzvlyy824Ksv1nv52pnfUD5fh7FfrMW4z8Py7ef/YfznazBhjBNnfjdmNSaOWYWJn63CJGdOHrMSkz9bgSljVmCqM6d9thzTPluG6U5mfLoMMz5dipmfLvEy65MlmPXJYsx28j1l9CLM+eRf/DD6X/zoZSF+Gr0AP48Kyy+j/sHcUX9j7sd/41dnzvv4T/y2U3535h8j/8D8kfOd/IE/nf2vkb/jz49+x98f/bZT5uGfj+ZhwUe/YuGHTj6ai38/nItFH/6CRR/8jMUf/owllA9+wtIPfsQyJ8u9/IAVH8zByvfnYNVOWf3+91jz3mwv/zlz7XuzsPbdmVj73kysd+b6d2dgw7vTvWx6Zzo2vjMNm96Zis2Ut6ci/u0pSHh7MrZQ3pqMrW9Pwra3JmG7l4nY8dZ32PHmd0h0kvTmBCS/OT4sr3+L5NfHIvm1b5A04Sf/3PDZ4TMUPE+57F8hW5KrQLOfwPDhwyORXHTRRWjXrl3kODdZvvjii0hyc2seIhmQRQREYL8JVK5cGS1btvThbN++HWPGjPF27URABERABERABERABHImAaVKBA4EgbgDEYniEAEREAEREAEREAEREAER2D0BM4OZeQdm5u0cPEXhYKpAeEwxC7uhB7MUO48luZKAEi0CuZaAmfm0m1lEdwU6iwNCORCewg/XKh5eAI/dnIRaxyQBoRD+W5+ELn1XY9KcrT4M7UTgYBHgJCCzZ89Gp06dDlYSFK8I7DWBDS98hZU3P+30qPPidGlyvWOAoZ1RsFwpPzCfOpdCHUxh2ZFiFtbTzpfX1zQlIiACIiACIiACB5yAItxJwJxpMLfXTwREQAREIHsJmLRtZgC7unNmnMutCGQXgXLlyqF3794YN24c2G45c+ZMvP/+++DHjYUKFcquaDMVbpEiRTBixAiMGjUKZcuWzZRfORaBCAGL2GTZSwIh5y7kl5t1Fv1yMgGlTQQOGoFoPUH7QUtIDERsFn6RsR8uEI6VYP8c++ooHCdBaX1uPvTsmARW0Mzt3v18I3o8vBLaREAEcg+BpPXxWNz+CWwe+6P7L3b/yUUKwZ5x/fQNqkX66fn/zv996gJKoBvMzGfULGz6A+1EQAREQAREQATyAoE95yGomIVci46TPXuQCxEQARHI+wScRlQrd96/zcqhCIiACIiACIhADBAwC7d5m1lkgS22jVPYVk4J2s2rn1EGV95VBQUPiQMXFvhveTyG95iKv378D7lgyzVJnProBMwcOsWll6VuoML5VVCnVwPfjxHcC94X9mfyPkX3Y5il3E8XQI76DR48OJKeV199FS+99FLkWBYREAEREAEREAEREAERyC4CZgazFGEZOhCWqyksZ9vw+vAAABAASURBVFOubVUAHS9Odklh52AIU79PQJv//euO9RMBEchFBHJNUn8/qzfiZ/0V6W/Ld+u5OOT6phnW/80slU7LNZlVQkVgDwTMzLsws0gbJdu82P5FiX5f1z6hIO6/GTislGs7CzkBcMfDy/Dup+udTT8REAERyFkEtv61HH80uBdJGxJ8vwr7VvI/ciUKX1o31Tufuo7Cugr1H8UsRTfmrFwpNSIgAntDgP/vgTvak5OTQUlKSkLI2f21cPMDeJ3iKwfuHO1hgbtG8SdT7PTMU84D3fHQWd2PJ8PlI1dMcqejjt2RC8ntd17faeNROAxnc57c3jlz/hiaM9wv1bHz5tLhXDm3zom75n7O7sOgYye0h4XXKP5kij8fiDvvAqA7Hjqr++105064ILl3jlxcYdvOfXBMc6d4xzvtLhQXkXfL0y5EH4bbhU/zirvg4+VFJ7RT6JVCe2qhJxfC7vy5y96f3zEddBuc3HnMw8h1nksR59pdDY5pdYlybl107sBddRY+N3x+gnT5C27HY2fE6k/5zmYCL7/8Mr799ttILN26dYvYc5tl9OjRkSSff/75EbssIiACsUugffv2kcx/8sknrpzA92/klCwiIAIiIAIiIAIiIAI5h4BSIgIHhEDcAYlFkYiACIiACIiACIiACIiACOyRgFnKgCkzSzVo2iz1MQMzMxqSXE9AGRCB3E3ALKyLzMzrLQ4A5WBQCgeGciA8hR+uVTisAB67OQm1j0uGc4y1G5PRue8qTPx+K7SJgAiIgAhkTGD9819i5S0jnCPqWyB0xrGwodeg4OEl/cB86loKdS+F+phiRvfm/MGp3rAJbSIgAiIgAiIgAgeBgKJ0JRgPgUNW+QmJP9BOBERABEQgGwlI22YKbohvKL6twmam/MqxCIiACIhA5gk4det+mfcXwz7YumuwGCaQW7KudIrAwSNADUFhCgKTdkn2EDALUzazyKSB6Y2T4FiJ1ufmR88OSZxGxQnw7ucbceuAldAmAiKQ8wkkrduMRe2fxOaxP7HRAKFDCgBPX41CDU6I9NPz/5x99NQBFPbTU8xS9ETOz6lSKAIiIAIiIAIikDkCe+E6XBQAXJnA/aBNBERABEQAMP8HbSIgAiIgAiIgAiIgAnmAgJn5XJhZqr4ytpPz+zYK289pVj+9DFrdWQWFD80PM8O6lVswvMdU/PnDGuTsLXekbsqjEzBz+FTHluk1VLqwKur0qu/7MYJ7wPsQ9GWwD4NiZs6P0VPE9Ac5aHfKKafggQceiKRo8ODB+P333yPHsoiACIiACIiACIiACIhAdhEwM19ONgubrOsEwvI1heVtyrVXFsRVl5pLijk/wPQfEtDmloXY+ZmSO6+fCIhAziaQC1LnFMrvZ92HhO//gbnkUvL3aI5Drjs7w/q/mcEsRZxX/UQgTxEwM58fM4u0UbLdi+1glOj3de0TCuL+m4HDywD0ZW5/16PL8e6n66FNBERABHIKgW1/rcD8M3sjaeMWnyQzQ2/MxnUfDMFTTz2F6dOn+/PUcRTWUaj3KGbmr5mFTX+gnQiIQK4kEHLl/0CSkpJAiXyP7/7FR9xeDCN6FsczPUvgKSfDe5bE8DtKYegdpTH0ztIYcmcZDLqzLJ688zA8eddhePyuwzHQyWN3lcOjdx2BR+4uj4fvroAB91TAQ3dXwoP3UCqj/72V0e/eKri/VxX0vbcq+ji5r9fR6OXlGNzb6xjc0/s43O3krvuOxx1eTkDP+07AbX1ORA9K3+q4tU91dOtbE/9zcsv9J+FmL7Vx0/21cUO/Orie0v8UXOuka/9T0cVJ5wdOwzVe6qHTA/Vw1YNnoOOD9dHhofpo/1ADtHuwAdo+dCbaPNQQrQechVZOrhjQCFcMaIzLH26Clk4ue+RstHi4KS55pJmXix85Bxc+ei4ueLS5l/MePQ/nPXY+mj92Ac4ZeAGaPXYhmg28CGcPvBhNHr8YjR+/BI2cnPX4pWj4RAuc+cRlaPDkZaj/REvUf/JynP7kFag36AqcNqgV6g66EqcOao1TBrdGncFtUGdIW9Qe0g61nJw0pD1qDm2P6kM7oPqwjjhx6FWoNuwqHD+sE44ffjWOG34NjhnWGUcP74yjhndF1aco16LK09ei8lPXo9LTlBtQ4ekbUP7pm3DEMzeh3DM343DKiP+hrJMyI7qhtJNSz96Kks92R4nneqD4sz1cCReRLTExEcnJyV6C5ylyMWYtynh2Eti6dSuGDx8eieKqq67CeeedFznOTZa5c+diwYIFPsksZzVo0MDbtRMBEYhtAq1atUKVKlU8BNbNxowZ4+3aiYAIiIAIiIAIiIAI5DQCSo8IHBgCcQcmGsUiAiIgAiIgAiIgAiIgAiKwNwTMDGbmnZqZt5ulmLxgFj6mXZIHCCgLIpAHCJiZz4WZeb3FAQocFErhAFEOhKfww7XyhxXEIzclodYxic5PCOs2JqFzn5X4bnZ4sKk7qZ8IiIAIiEAaAuuf/xIr//esO8shuCEkn34sMPhqFDispP8YjzqWQp1LoR6mmIX1svPo9TNNiQiIgAiIgAiIwEEioGgdAXMCcG9+D20iIAIiIALZTMCyOfw8FbyrQzM/pncUMUhEQARE4IAQsAMSS96JhK3D8MtG55085cmcKFMicJAJhHVFWFuYSdNm9+0wCzM2s8ikgemNk2A/3pXn5sedVyWHaxzO2/tfbkT3B1dAmwiIQM4lkLQ+Hos6DEL8tz8D7v/cDi2EuBGdUah+tUg/PcdCsY+ewv9/9tNTzNw/OuC8hU1oEwEREAEREAERyFsEMsiN2c73f1BBU3tOBrR0SQREIBYJRNRjLGZeeRYBERABERABERCBPEbALFwHNrNUfWVsL2f/GIXt6DSrn14GV9xxJAoeEudqyiGsXZmAp3pMxZ9z1iDHbrkgYZMfGY+Zw6e4lIbAhRsqXlAFte85w/djBOzJP71+DLOU++cCyLG/Pn36oF69ej59v/76KwYPHuzt2omACIiACIiACIiACIhAdhMwMz/2xyxssq4TCMvZFJa7KV1bFUDHS5N9udztMP2HBLS5ZQGSk9Uqnt33SeGLwH4TyOkBOD3y21n3IX7236B+oVbJf9u5OOTaJhnW/83CusssbOb0bCp9IrCvBMzMezWzSBslx/GyPYwS/b6ufUIh3H+T4fAyri3NtVLyd/ejy/H26HXQJgIiIAIHm8C2P5fjtwb3ImljgksK3/jAXdunYcy2BZg6dapvG7/yyitxySWXoG/fvvj888+xadMmr/vMUnSh86yfCIhAHiDAfr9AkpKSEEpODufKqYfKh8fh2ouLoCvlkkPRxUnnS4qCcs0lxXA15dLi6OTkqktLgNLx0pLo0IJSCu1blEI7J21blEbby0qjzWVl0NpLWVx5WVm0uuwwtGp5GK5oeTgu91IOLS8vh8suP8JLi8vL41IvFXDJFRVw8RUVvVx0RSVc6OSCVpVBOb/VkaCc16oKml9ZBedeWdXLOVcehWZejkbT1kfj7NbHeGnS+lg0bkM5Do3aHIezvByPhm2Ox5ltq6GBlxNQvy3lRJzR7kSc3q466nmpgdPa1UDd9jW9nNr+JJzipRZObl8LdTrU9lK7Qx3U8nIyTup4Mmp2PMVLjY6nojrlqro40ckJV52Gal7q4fhO9XBcp9O9HNvpDBxDubo+jnZy1NUNQKl69ZmoQrmmIY50Uvmas0CpdE0jVOxMaYwKnRujfOcmOILSpQnKdTnby+FdmuIwJ2W7NEPZrs1Qpus5KO3lXJS69lyUvLa5lxLXnofiXs5HsevOR9HrLvBy6HUXooiTAo1qsXgLbnx2kt0zQ6GdEpynGbOijGcrgeHDh+PHH3/0cbANtXv37t6eG3fffvttJNlt27aN2GURAREQAdbJAgqskwV2mSIgAiIgAiIgAiIgAjmIgJIiAgeIQNwBikfRiIAIiIAIiIAIiIAIiIAIZIKAmaX6AMQs5TgTwchpLiCgJIpAXiFgZj4rZub1FwfBc9AFJRgIHwyGr3BYQTx2SzLqHBceSLZ+czK69F2FCbO2+DC0EwEREAERSCGw/rkvsfJ/z8H8KUOo/nGwIVej4GEl/cd41K0U6loK9S/FzGBmYV87TX+gnQiIgAiIgAiIwEEhoEhTCISclZ9FO0M/ERABERCBbCZAnZvNUeSd4EMBrcDMO1lTTkRABEQgpxKQxt39nTELt+1GuwifCe+jz8ueswgoNSJwsAkYzCchvPdW7bKZgFmYtpn5ibPYT5feOAlO8nvFOfnR86ok+NlU3Ivwg682otuDy6FNBEQg5xFIWrsZ/7Z7Epu//TmcuCIFYc9cg0JnHB/pp+f/NfvoKfzfD8QsRS+EPWsvAiIgAiIgAiKQ1wjsKT9mrjzgfmF3tFDCR9qLgAiIQKwTSE8jmqV3NtZJKf8iIAIiIAIiIAIikDsImIXLcmaWqq+M/WX83o3C9nSaJ55eBlfcWQWFi+RzvZqGdau24KnbpuLPOWuQE7ecnqZJD4/HrKenu2TyHhgqXXQU6txzhu/HCJiTO/sxeD+i+zHM6AcwC5vI4dvgwYMjKXz++efxxhtvRI5lEQEREAEREAEREAEREIHsJGBmvtxsFjZZtg7K2CxvU1j+pnRtVQidLjM4D3B7zPppC9r9718kJYegTQREIOcSyNEpS0rGvLPuQ8KcBfCKxemiAredi0O6Nsmw/m9mMEsRaBOBPE7AzHwOzSzSRsm2ML6zKdHv61onFES/W/KhXBkAYW/oNXA53h61DtpEQARE4GAR2Dp/OX47sxeSN28FdZO53RcNC+O3ithlmzlzJoYMGYJWrVqhadOm6NatG9555x2sXLlyF7c6IQIikPsIhCJzngC0JycngxJpWTDmye9okYhAKgKuOBw55nND4XMUSORijFqU7ewjsGzZMgwfPjwSAcsndevWjRznNsuoUaMiSW7ZsmXELosIiIAIdOjQIQLh448/xqJFiyLHsoiACIiACIiACIiACOQMAkqFCBwoAnEHKiLFIwIiIAIiIAIiIAIiIAIiIAIisAsBnRCBPEXALDwYzMxgZn4wPD9eowQD4YPB8EeULYhHbk5G7eOSAISwYXMSuvRdgQkzE9yxfiIgAiIgAiSw7tkvsKLbc84aHnobOuNY2OCrUbBsiVQf41HHUvjxEcUsrIedR6+PaUpih0Aw0FZmyA9gFwdx0DOgZ+BAPgMZvG10KYqAObvB3F4/ERABERCB7CVg0raZAezq0mHnFja0FwEREAERyF4CTt26X/bGkUtDN0ufDFuJXS0/l+YqZpKtjIrAQSUQrSdoDxJjFtYrZmEzOC8z6wiYhdmamR8nwf66tOMkgrESV5xTAHdcnQxW2Ohr5Feb0O2B5dAmAiKQcwgkrduMfzsORvyEue5f1f2nHloI+Z7tjEKnH+f76YP/Z/bRU/g/H4iZc++yYhY2nVU/EdhnAgeyj0skdaiOAAAQAElEQVRxudpWSKLnIG8/A/usjOQxPQK7PWeWUgYwV5LwDp1+AcUfaCcCIiACsU7AvW93g8DMdnNFp0VABERABERABERABHI6AbNwWc7MUvWVsb+MbeoULoZJ88TTy+CKu6qiUJHwlGfrV23BU7dOxvzvVyOHbTk6ORMHjMesp6ch3OYQQqWLqqLO3af7foyANXmzH4P3IbofwyzlfuXoTEYlrkGDBujVq1fkzODBg7FgwYLIsSwiIAIiIAIiIAIiIAIikJ0EzAxmKcLydVDWZrmbwnI4pfMVBdGphSuquwSxD37mj/Fof8tCJCZFj+p0F/UTARHIKQRybDpCicn49aw+SPiB9V+nQ9yvwO3NUaRrkwzr/2Yp+srMcmz+lDARyGoCZuHn3cwibZTBO5vv7ej3dc3jC+D+W+JweOlk17zm+rDd/1evgcvx1sdroU0EREAEDjSBrX8sw7wG9yJp01ZXkXAKyf0KPH4l2jx3P6ZOnYopU6agT58+OPnkk3dJ2s8//4xnnnkGXITyrLPOQufOnfHiiy/in3/+2cWtToiACOQeAmxPYGppRiQ5maecnqDhFAUNiQikIRAMV+dzk+yeGZqUNM5i9VD5zkYCw4cPx+LFi30Mhx12GLp16+btuXG3bt06jB8/PpL0pk2bRuyyiIAIiECdOnXQuHFjD2LFihUYM2aMt2snAiIgAiIgAiIgAiKQYwgoISJwwAiEv4Y5YNEpIhEQAREQAREQAREQAREQAREQgRQCsolA3iNgljIQ3sz8YHhOEMFB8BQOhKfww7UjyhbEozeHUOc4DigzbIoPoUvfVRg/MwHaREAERCDWCax/7kusvPUF/zEwYEiufxxsyNUoWKZ45GM86tVA+NERxcxgZuBmFjZpl+RtAhxgm5FwIK4kGWIgBnoG9Axk5TOQkd7d9a2jM2EC4Q+IuA+B+/BZ7UVABERABLKLgLRtpsju/JpR1DJFTY5FQAREYN8JuCqB++27/xjwaWa+rdfMfG65NxieGbXFSQJGjEqRZ0fFI5DnnP25jzfj+Sh54eNNCORFZ3/x4414iTLSmSM34OUoeWXkelBedWZY1uG1jwJZi9c/SpE3PvoPgbzp7G9+uAZvRcnbH65GIO84+zsfrsK7lA+c6eS9D1YikPed/f0PVuCDiCzHB+8vx4c75aP3lyGQkc4+8v2lGPneUnzsZQlGvZcio99bjEA+cfZP3l2ET6Pks3f/RSBjnH3MuwvxOeUdZzr54p0FCOTLd/5BIF85+1fv/I2v3v4bX++Ub97+C4GMfftPjH07LOOcOe6t+fg2Ssa/9QcCmeDsE976HZTv3vwdYfkNE98MyyRnTnpzHiiTnenljV8xZadMfWMuApnm7NPe+AXTXv8F03fKjNd/RiAzX/8Jgcxy9lmv/YjZUfL9az8gkDnOPue1OaD88OochOV7/J+9swCwovrC+HdAuhRsRVIQQSQVBJGUbhCUv0gIKA2S0iAqCFIGYQe20iANIiihdCglKd0d+z/fnTdv3wNUctldzjDfnHvv9I8398ycM+/t4o88LVG75KOFoJaqXfrRAiz9cAGWBbT8w/nwtULLKz78FdRKtSs/+AWrwjQPqz/wtEbtmg/mgvrj/bnw9DP+fN/TWrVr358Dap1ap/d+wvqANqjd8N5sUBvVOo2Yhb8C2jRiJnxt1vLmETNAbVG7Zfh0UFvVepqGbcM9bVe7ffhUUH8PmwpPU7BjmKedancOmwxql1qnoT9id4j2DJ0EX3uHTgS1T+2+dydi37sTsD9EB94dD+qg2oPvjgN16J1x8DQWh9/xdETtkXfGgDqq1unt0dpDwAk6CKX9hwhLWrHxmhMQ8ViLiHtPgnk7/10J/x0J31YpFg9tap91EbIInX7/40E07bENNhgBI3D9CZzeewgbn34Th6YvBRgrSJIAN71bFwnyZnR5ev86PjdPz2teJLIfuP5nYkcQkwn8Ww7qaua6bFtn7R2Cs8Ygtl4H/9aPxOT+Mboeu8j59wAi2qajO+ZA2YvpHPvvuA5jO6MO42LiO4zxUP8c5zng4jyM9VB+rOej7/eFxHv2BeM9nwTiPp+q/VRjPZSL+Wj5s5CYz+eB8kiN9/j6QsuedobFf77UmI8f/6Fl/MeXiwN9zXjQ9rA4EONBfhyINhgLCosHbdW40JZzYkJbgjEhxob8uNC/xYYYIxofiA+N/9KLDU3Q+NCEkPjQP8eJ1ofFibx40dpgrIgxIz9WROvFi/7EtM+pPy4qbjQzGDda7eJHfuyI9qeQ+NFPIfGjOYH40YXiSIwnBWNJGk/yY0m/fLI0GEv6x5jSBeJKCzWW5MeVaH/T+m9+bEnt7xeILy0OiS8tcfGlhbhQnInxpuUaX/IVGmtawVgTpbGmc2NOfrzJt2sCcac/NPb0xwXiTn+6uNPPLu7E2BO17r05ODf+tF7jT+s17sT4E+XiT1rf+N4sbGQMSu1/xaIi41EzzolHTdd4FDVNraft/xGXupT41O6Q+BTjVHu17knjU8E4lZZD4lT7tXxAY1S+DmrZ0zgcDMarxrm4lR+zoj0SErc6EoxbjcFRjV0dU0GjV5Hdo0DEE2wwAkbACBgBI2AEjIARiPEERMSdg4iE5cqYL2NsneJ3iqkHHkmFqu3TIUGSuOCwf/dxvNNqLv5YuItV038QmNV7Bha++wv0htopddl0yNHuEZfHIF+yppjLIH/mMCgR0VUE0EFEdBqzxt69eyN79uzuoH///XcMGDDAlW1iBIyAETACRsAIGAEjYASigoCIuPtpEc/yHtu/5+b9N8X7capO1fh4rrK3HI9twZKjeKbJRpw+bW/Pk4fJCBiB/yYQceoMVj3RBceWbAwsLIjfpiQS1y30r8//Il7fIyKgAiubMQI3DAH/c09LX+2LPpsK9dfZMsVH92bxcOetikc8dX5jOz77Ya9WbDQCRsAIRA2BY6u3YlXBTog4ekKfN7hP9fn9aiBRmZxBn58lSxa0bdsWP//8s/vDuu+88w5KlCjBhcO0du1afPTRR2jQoAEKFiyIp556CoMHD8by5cvDlrOKETACMYMA3wX3j9SVhTcs2hIwWrLRCJxHIPTj4T435y1hDbGRwPU+J95rDBkyJHgYzZo1Q/r06YP1mFaYPn168JDz5cuHlClTButWMAJGwAiQwNNPP03jNG7cOGdtYgSMgBEwAkbACBgBI2AErjUB2370IxAn+h2SHZERMAJGwAgYASNgBIyAETACRsAIxHACdvg3OAER79UfEYGIBH+wgy/BU3wRnuIX1+64NT5eaxKBHPefAV8SOnTkDOp1+RvTfz0KG4yAETACNyqBve9OxPbmw12/yL7x7GMZEXdgbSRIlTz4Yj77U1/+F45EvH6X3ESExnQDEOBnhKdJ6yv0B8rPnDljP1pvP1pvnwH7DNhn4Bp8Bs7tX/0+ONSyf47lusTT8+5POBXIJa5rixsBI2AEjMDlELDe9hKoBZ6jxXzUJUCzRY2AETACV0ZArmz1WLm2iEdFRCASKZ4sf/Jx3LwTaDb4EJoPPqxSO+ggWgTUUm2rgQfQauB+tB50QKV24D68FFAbtW0H7EXbAXvQTm07Z3ejvdr2A3ajg6rjm7tAvaz25Td34uX+O9C5/050enMHOqu6aL1L/7/Rtf92dFN17bcd3Z22qd2GHv2prejZbwt6qWhfUfvKG5tB9Vbb+41NePWNv/CaivZ1ta/33YjX+25AH7V91Pbtsx5v9NmAN/quRz+qzzr0U/XvsxZvUq//iQGvr8WAPn9iIKX1ga//gUGvr8Fg6rU1GOK0Gm+95msV3n5tJd6hXl2Jd51WYOiryzG0t9reyzHs1WUYTvVehhGq93ovhdMrS/H+K0tUi/GB2g9fWQzqo1d+h1Ov3/Fxr9+cPlH7ac9FoD7rtQif9VqIz3ouxOc9FziNVPtFj/mgvlT7VY9f8WWPX/B1iL7pPg/Ut2q/6z4X33b7Gd9T3dWqfug2Bz9ofZTa0d1+wqiuszGm608Y002tamzXWaDGqR3fdSbGdZmJCU4z1M7AxC7UdEzqMg0/qiZ1nobJTlPVTsWUTlMxtdMUTO08GdOoTpMxvdNk1Y9OMzr9iJmdJmHmyxMx6+VJmNVpImZTL0/AbNVPqjkvj8ecjuPwc8fxmKs2UmMxr+NY/NJxDH7t4Gl+h9Fwaj8aC9qPwoIOo7Cwww9Y1N7Tb+2/h1O77/F7u++cFrf7FksCWtruGzi1/QbL2n6t+grL236FFQGtbPslVmp5ZZsvsarNF6qRWK12zUsjQf3RZiT+VP3x0uf486XPsDagda0/BbVe7YbWn2C9akPrj7ExoL9afQRqk9rNrT7EppYfYLNqS6sPQG1t+T62BbS95XvY3mKE6j38rZba0WI4dmp5p9pdLYZhV/OhqmHYrZba02wo9jZ7F3ubv4t9zd/BvmbvYL/T22rfxoGmb+Ng07ecDjUdAupws7fAvoJ9hnYiOnr9iKvbJEoIiIjbj4gE35PgH9Xwc3p8R8J/V6JysXhoVycCov84jppyCE27b4MNRsAIXD8Cp/ccwsZnBuDwrBV6WQqQNCHiDauLBHkzuDy9f/3617Sfp6cV0eX10EU8q0UbjcAlEwjNMYWW/fz/Gcv9W87zGuQ8/c+X2bOx6vN1bn8R2qf45UvupGyFiyYgIhBRQQLrROCTycfRVOM5zVxc59AF4zotNZ5DtRq4H601xtN6kFpKYzqh8Z02A/eCYpynXTDGs0djPLs1vuPb3eg4YJcnF+fZhZcZ61F10lhPZ1UnjfW4eM+bf6OLlrv0/1tjPn+7mE83jfF0C8R8uvXbpnGfrcG4T49+W4OxH8Z/er2xxcV9vNjPJvTuqwqJ/zAG5KRxHy8GtDEYA3JxII39+HEgFwtyMaB1gVjQOrypMaD+Klo/HuRiQi4W9CcGOvsHBmssKDQuFBkTWo23NT709mur1K7CO6+uDOrdV1dobIha7uJDw1x8aHkgPqRW40OMEY3wY0S0GhuKjBMt1liRpw/9OFHAMlbEOJFvGStyYqwoRIwZMV7kW8aMfH3J2FHPX/EVFYgdfRWw32jcyJcfQ/qu+1xQ33f/GdQPan/Q+BHlx5FGawxptMaPaMcwpqTlsd1maSxptmoWxmksifGk8RpLop3g4kgzNKY0XWNKkfLjSj9qTIma3Hkqpqgmd57irIsthcSXpjO2pHGm6RpXmqHy7UyNLXmaCMaZZmu8ydMEMMZEzWGsSWNMcwJy8aYO4zCX0rjTPI01Ub+o/UXjTRTjTn68aT7jTefEnRZq20IXe/rexZ0Waczpt0DsabGWf2//LRYHYk9LnP0mGH9aGoxBfY1lbb7SONTXXhxKyytcHOpLeHGoLzUO9YXTasaiqEA8ak2bz8GYlBeP+tzFpFxcqvVnGo+iPlX7qcajPsUGjU2td3GpT7RMaXyq1cf4q/VHLjb1F+NSwfjUyzxTDQAAEABJREFUh4H41IcuPrVFY1NejOqDQJzqPTBOtU1jUoxVMUblaTh2tByusSpfw+DFq4ZprIoaqlalsSoXs9J4FWNWexmzolzM6h0Xs9rf7O1A3OptF7di/OpQsyFg3IrxqxNj5wX6RkBEwgQdRESnNhoBI2AEjIARMAJGwAjEVAIi3v2ciITlypgvY4zdF3NmmfOmRNV2aZEgSRwwybl/5zG83XIO/li4Czb8M4FZvWdgwTu/ICJCl9FJ6rJpkaPdIy6PQa4+Y+YyyJ05DEpE3P03gKDVLcS4ccCAAcFj5h8R+Oqrr4J1KxgBI2AEjIARMAJGwAgYgWtNQMS7rxbxLO+1/Xtv/16c9+XUc1Xio3Zl97ijjzwRWLjkCJ5psgGnT/Nm/lofqW3fCBiBmEzg7IlTWFGoKw7/vkGf/7XP0Of/+G1KInGdx//1+V/E65tEnI3JCOzYjcAVERARt76IhMUo6bMp+mz6aipbpvjo1uwm3HkrnNPWKw5d3tiOT7/bqw02GgEjYASuLYHjq7dhVYFOOHPkhOuD9MEB8ftVR6LSD4f5fPZdFGP+d955Jxo1aoQff/wRhw8fxtdff42aNWu65UOPdvv27fjmm2/QokULFCxYEOXKlcPrr7+O+fPnhy5mZSNgBGIAAb737Q5Tnws866Y2MQIXJMD72QvOsMbYTOC6nxvz9keOHHHHkTlzZjRv3tyVY+pkwoQJwUPnfVawYgUjYASMQIBArVq1kDx5cldjnzFnzhxXtokRMAJGwAgYASNgBIyAEbiGBGzT0ZBAnGh4THZIRsAIGAEjYASMgBEwAkbACBgBIxCjCdjBGwEEfwRCRFyZX1yj+BIpxRfhKb4If0eq+Hi9KZArcwRXxJGjEXi+y9+Y9ov3EgdsMAJGwAjcQAT2vjsRO1qOgOg5i+i0QCbcNPA5xE+Z3L1oz37T70dp2bdSIgIR0bUQtLAh1hPwX86mpUJ/kJ0/5n369Gn4lmXTaRgDY2CfAfsMXK3PgN+/0ob2v+yPKToh37IcO3V5Z6VPfojQf5e3tq1lBIyAETACl0KAfe6lLH9DL+t/6fWGhmAnbwSMgBEwAtGJgIiAsV8KOrjoLyfarlUdxcWCWdUSRFvchA0sa0VEoCN0qtJGoThRqy0iAh2hU5W2CSDCCaAFHb2ya9IiVCJucuH5gC4SMl9r0MFfRYva4s+HVwbgzdd2AKL/4BpYhhtclRNwrgAs08AbXJUTiPsHlgXQERxcVSeiLRJsgNagg0BnqdSCYpNAi/AGweXM5zr/vD7cNuEGbl/ABgH/AWoQvr5om8D7B2gB589nM5cAIDoGFxCIiDZwFAh00ImITlxNICKAN9J4Zba5mkBEvDbAtUAHcSXRErTkW6/Mmmgra3CDBKei7aI1UQsn6CAqgLsUEQig0qmWtQB4E7iqTnQORP9ByxAEB1fViWgjBS1DgrPhqjoReP+gZcjFzhe4xXWiJQhX07JXcBWIiCeo9ZqgRXiDtl3WfPFW1w2JaNmNojVtFkBEJ+AgXlkA0X/QIY7OY/8hoi0BaTNEhMZ0DQmIeIxFJNiP84e2mNejmOvz35WoWDQe2tQ5G/ixrgiMnnIQTbttgw1GwAhEPYHTew5hY60BODxzhV6TGlFJmgDxhmqePnf6YJ6e1y+vY4p9rC+RyOs+6o/c9hhbCPg5JVrKzz0xD0Uxv+Vblk2W87TPgH0G/u0z4PcXtH5/Qsv+hWLf6VuWTVdOQCTyfkBEvGeBuP5XtzlP9HkMKgHgSUQgIgBUakUtBS1D2CpqVFrXURtExVG0HQAbRQ1E/wEI1rUIDsIJQKPS0RXdRCs6gqsgMIggpC6uLKIWgDeFDloSQEQn4CBahkrgDeLKOoUWPEEAlYhARAB4ErUU2CZsFQh0uEDdNbkJdBlRAQjWtQgdRKUjDWdp0Y2uzEatOcOJNuqom2BFZ0Dwb3URnc/FoJZlFbRMiXhtUEtpDRRC6uAQqAMCDqJWXEGnbhRt0Qa3HLSsdUFwEBHoCNEWyi+wTGmzG90ynLgawKKIv4RaHbX1vHYuIsKZnlgUiC7qSbTspDNEBNA6JSIQES16EvAfANemBiF1cBBok46iAnDecgBEx4AQGNxibNO6GnAZimURTuEGFkX8uoBFEQF0BC04iCuKiFY8iYi2SWQd4v5B2ymvplOt6xi5nFZEa1wGWhCdyIXq2s5mZ3QBHV3RTbSioyu6iVZ0s6DcOjph2YllcAEtqHVtnLB6wbpARAAdQQtXgIg4BWa4srYAEB1Fp56gy0G0SSdqICIqwE1EDUT/AdB2iBqARideRafgLPiDa/Ar8PrKOHF0GYlstJIRMAJGwAgYASNgBIxAjCcg4t3fiUjwno+5Moo5Ml+MuWfOmwpV2qVDomQ3Abrawd3H8W6rn/HHgp2w4XwCs16ZgYXv/gpF65S6XDrkaJs3LI9BvsxjkHccvd+mRESXF7dBEc+6SgycFC1aFK1btw4e+cCBA7Ftm+VXg0CsYASMgBEwAkbACBgBI3DNCYiIu78W8Szvuf17cN6PU3zeoWpXToA6VTQODgHHRcuO4pkm63HqVARsMAJGwAhciMDZ46ewsnA3HFv6l3Yb4pSgXSkkfq5g8Pmf/Qzl9z3sh0R02RABF9q6tRmBG4eAiLiTFREXoxQRMF7G64biNURfTZv1/vjo2iQu7rwN7prjmt36b8en3+2FDUbACBiBa0Xg2OqtWFGgE84eO6l9j+5FO58E/Z9C4tI5wnw++yyKfRh9PiWiC+sqSZIkQfXq1fHFF1/gxIkTmDp1Kho3bow777xT50aOBw4cwPjx49GxY0cULFgQRYoUQZcuXTBz5szIhaxkBIxAtCQQ9q534NoPdhrR8ojtoK43Af9j4h9H2GfIbzQbywhc39OZPXs2hg8fHjyI5s2bI0WKFMF6TCyMGjUqeNjFihULlq1gBIyAEfAJJE2aFFWrVvWr7nkrWLGCETACRsAIGAEjYASMgBG4JgRso9GRQJzoeFB2TEbACBgBI2AEjIARMAJGwAgYASMQgwnYoRuBAAER7yVREYGIuJfh+fIoXyal+AI8xZfhb0sZD72bRCBnpjPgcPhYBBp03YFpvxxl1WQEjIARuCEI7H13Iv5u+Z77c7j82m5EgfsRd2BtxL8lWfDFfL//PPelfBFxjEQ86yo2idUE/BdraSn+UDd/uJvij3yfOnUKJmNgnwH7DNhn4Np/BtjnUux/2RezT/ZFR8QybazUZZ4U71YEcplr22pGwAgYASNw8QTEetuLhwXY8zRsMAJGwAhEKQGJ0r1F+52JRAIREXVLnphXo54rdga1ipzEM0+cRM3Hj6NGoeN46vFjqK6qVvAYqKoFj6s9DtqqukwVStsqFzyByo+fQKXHT6o96WylQidRkXr8FCpQhU6hfKHTqKAqpyr/+GmUowqdQVmns2pVT5xFGaqQWlXpJyJAlXoC8FVSy76eLCygShSOA1/FtewpLooV8VS08E1wKnITijjFUxsPhYvGd3qiSHw4ab2QUwIUKpoAjxdN6FRQrVOxhCjglEhtIjxWLHFQ+bWcv3hi5CueBPmLJUE+qnhSPBrQI2qpvCWS4ZHiyZCXKpEceQLKrZbKVSIFcqtylbgZuZ68GTlDlEPLOZ68BdTDT6bEwyU9Zdcy9VDJVPB0K7KVjFRWLVMPlroNnm5HllKRekDLVObSd8Cp1J3IRJVWq7rf6S5kLBNQ6buRgSqjVpXe6R6kK+PrXqQtoyrrKzXSlKXuw31l79PyfUit9r5yaqmyaXAvVS4t7lHdq7pbdU/5tLi7fDrcXS4d7qLKp8edAd0RtBlwR3lPt1fICOo2tZG6H7dW8JSqQiZQKdVGKjNuqUg9gJsreEpR8QFEKguSV3rQKVnFB0El1bqnrEhaKSuSVMrmlFgtlahyNnh6SO1DSFg5u1MCtVT8KtnhVPlhxKeq5EC8gG5Se1PVHIhbNSduqpITcamquRAnIFFLoWpuSNU8oEW1PIgI6Kzas9Xy4ozqbLVH1KqqezqtdepU9UfhKZ/afDj5lKcT1fPhRPX8OP6Ur8dwvEaBSNUsiBNPF8LJ/xXGmdrFgLhx4OeSRMT1K7AhygiIiNuXiATfk+D/B/N8FN+R8N+VqKj9Wtu6EcH/ozFTD6JJly2wwQgYgagjcHr3QWx4ZgAOz1oJ8PJNlhDxhj6HBLkzBPP0vGZ5/VJxAn8wh1aEK+hqAQsbjMAVEGBOyRdzTsw9MQfly/J+1z7vZ4yNcWz7DPj9B/sT9iuU38+wu2KZ1nT5BES8ewFuQUQgIsFngDgSB7U1pvO/wozpnPBiOhqvqaHxnKdU1VxM56jGc46hWoFjGtPxdRxVNKbD2E5lXZ5lxneqMMZTkLGdE158R2M9lVQVGeMpdAoVtVzBxXlOB+I8p5wtr7Gd8hrvKac2VGUDMR5nWS6kcZ5AvCd1qmU48PeXnnZ8hQPU32pV+//+Gvtod6hV7VUd3jcK8eP8hDtSLccDGbchf95jKF44rioOigfiP4wDFXXlm1DUxX/8OBBtPBQuSmksqEi8kDhQAjyhz0xeHCg+PJvAxYMeD8SGChZLhIIaDyqotkBAjxVNpLGhxC4ulF9jQo+p8jMmpLEhzyZxsaFHLxQfYmyoRFIvNuTiQ8lcmTGivBofos3tbAqNESUHY0WhCsaKSmjcSMU4ka+HGTcqeYuLGWXXuFF2jRVld3EjP2bk2WwaK8pWKhUYL8pW8jZnH9S2B7XsxY5u0xjS7U6RMaQ78EApT5lpA3GkTIwhURo/yuR0F2jvL30XMqp8m5GxJErjSBlU6TWOlD5o7zkvrpQuEFdK42JK9yJNGY0tqe7T+n2MKzmlQWqNLd1bTi1jS5SW7y2bVmNMaVS0VDqNL6VFWJypXHrcqbrrAjEmP9ZEezvjTOUzwllXvh+3aj0y3nS/xpuoTGojlbJCZtzCGJSLO2lZ7c1OD+Dmc2JPjEMlr5QFyVTJK6rVGBTjUcnOiUElZRyqclYk0dhTEpYZi9JyosoPIXHAskwl1DhUqBJUeRi+4muZMal4IXGpmxiTohiT0tjUTRqTohibiqPluBqTihMQY1NSTWNT1XJ5sSmNU7kYFa3GpvxY1VktR7gYVR6cVXuGqp5X41V5cVrjVU4uXuXFqk4GYlYnNUbF2BXtCS2f0HjViYA9/pTGq0JiV8e0fuwpxq8K4njNx51OPvMETv6vCM4+Vxx8pqJEvP5TROAPIpFlv82sETACRsAIGAEjYASMQMwhIOLdz4lI8L4vbty4Ln/JeLsv5swy502Fym3TImGSuO77dPt3HcM7LedgzfydsCGSwMxeMzB/6K+OUUQENIefFjnb5g3mMciSOQzKZx16v80tiQjAQgxXnz59kClTJncWv/zyC958801XtokRMAJGwAgYASNgBIyAEYgqAiLi8oIinuW9N+/FqdDnHd6nP1s5PmpXEXg38yBkEAoAABAASURBVMCipUdRq8l6nDylN/ZRdcC2HyNgBGIEAf4B4JVFuuPIkr/gv8+RoF1JJK5dMPj87/cx7G/4/M/+R0TC+iR3sjYxAkbAXRfEICIuRikiLj7J64fi9URfTZs1UwJ0aRIXd94W4blsDcB167cNn3y7BzYYASNgBK42gWOrtmDFY51w9tgJr8/RHSTsXwOJSj0c5vPZV1G+z/f9vi4e7ONY9sU/UPv2229j+/bt+PXXX9G5c2dkzZrVn+0s35GdOXMmXnnlFRQpUgSPPvooXnrpJUyYMAF839QtZBMjYASiHQH3fKD3J+7AXDjBTVzVJkYglID/MWGb+9ywYIrdBK7z2Q0ePDh4BI899hgaN24crMfEwrx587B371536LfddhuyZcvmyjYxAkbACJxLoFatWsGmMWPG4MCBA8G6FYyAETACRsAIGAEjYASMwFUnYBuMlgTiRMujsoMyAkbACBgBI2AEjIARMAJGwAgYgRhLwA7cCIQSEBFXFRH3wihfIKX4UinFF+Apvgx/e8r4eK2pINcDZyG61pFjZ9Gg69+YNu+o1mw0AkbACMRuAnvfmYi/W70H7S4h/FcwM24a+Bzi35w0+GK+32+e+1K+iICDiGdZNt0YBPiCLcUf6KZWbzqN/71+DM/2OY7n+pxAnb4n1R5H3b4nVMdRr6+n+mrr9zmG5wNq0OcofDXscwRUo9ePgHrh9cPwdAgvvu6psdrGrx1Ek4CavnYAVDO1zV7bD6r5q/vR/NV9aBHUXrR81VMrta1670HrV1W9d+OlgNqobdN7F9pSr+xUuxPt1FLtX9kBXx1e+Rsdev2Njmo79tqOlwPq1GsbqM5qO/fcis69tqKLWqprzy2guqnt1nMzuvXYjO5qu/fYhB4B9ezxF6heant134hXeqjU9nbagN7dN+DV7uudXuu2Hq9p+bVu6/C601r06eapr9q+Xf/EG91Uavt1/QO++nddA+pNtW92XY0BXXytwsAungapHdRlJQZTnVdiSOcVTm+pfavzclBvq3278zK808nXUrzbydNQtUM7LcEw6uXFGB7QCLUjXv4d7zn9pvY3vN/R0wcdF8HXhx0XgvpI7UcdFuDjgD7pMB/Up2o/7fArqM/a/wrq8/a/gBrZfh58faHlL9rNxZcBfdXuZ1Bfq/263Rx8Q7VVq/q27U+gvms7G9T3ap3azMIPTjMxqo2n0WpHt5mBMdRLMzD2pelBjXtpGqjxase/NBUTWvuagomtPU1SO6n1ZPxItfoRkwOaonZKq0mgpqqd2moiprX0NQHTW3qa0XI8qJlqZ7YYh1kBzVY7u8VY/OQ0Ru0YzGnu6efmo+FrbvNRoOapndfsB/wS0K/Nvgc1X+38Zt+BWtD0O1ALm34LalHTb+DrNy3/1uRr/O70FRY38bRE7ZImX2Ip1Vht4y+wLKDljUfC1wotr3jxc6x0+gyrXvS0Wu3qFz/FGuqFT/HHC58E9ecLH4Naq3btCx9hXSNfH2J9I08b1G5o9AE2Ug3fx18h2tTwPVCbG44AtaXBCHgajq0NPG1rMAzUdrXbnx+KvwPa8fy7oHaq3fn8O6B21X8H1O76b8PTW9hT39NetXvrDcG+gPbXGwzqgNoD9QaBOlh3EKhDdQeCOlx3AHwd0fKROm/iqFN/HKvj6bja43X64YTqeO03cOK5N3D82T5Ox/73Os6cPAX+8YSIiAj35Xra2OyRLv3cvC8QcaqELn11W8MIGAEjYAQukYD1tpcETP03lzdqpGAyAkbACEQBAX0w0DEKdhTzdiEiEBH3A1OMBZfPFxd96gOv141A7+dO4xVVz2dPoYfTaXR/9jS61fbUtfYZUF1qnwXV+bkIUJ3UUi8/B1AdnxNQHeoIOtSJg/YBtasTF1TbujeBaqO2Td14eEnV2ik+WtVV1UuAlgG1qJcQVHO1zesnQjOnxGha31OT+klANVbb+PmkeNEpGV543lOj55OjUYPkaOiUAg0aeHq+wc2g6qut3/AW1HNKiboNPdVpmAp1GqXCc063onYj6jY828jT/xrdjv+9cDtqqZ554Q5QT79wJ6iaL96Jmi/ehRoBPfXi3aCqN74H1V+8B9XUVmt8L6oGVKVxalCVm9wHqpJaqmKTNKAqNEmL8lTTdCgXUFm1ZZumRxmqWQaUDqhUs4ygSqot2fx+POmUCSWaeyrePDOoYmqLtXgARZ2yoEgLT4VbPIjCLR/EE05ZUagllQ2Pt/RUsOVDKNjqIRRwyo7HWlEPI38rVeuHka91DqdH1T7aOiceUeV1yoU8L3nK/VJuULleygMqZ5s8yNkmL3IE9HCbR0Blb/MoqIfaPoqH2uZDtoCyts0P6sF2j4HKovaBdgVAZVabuV1BZKLaP477A8rYvhCoDGozdHgC6Z0KI10HT2nVpu1YBGmciuK+jlQxpO7o6V61975cHPc4lcDdL3u66+UncVenJ3GnU0nc0Ykqhds7ebqtU2nc1rk0bnUqg1SdqbJI2VnVpSxu6VIONweUokt5UMm7VACVrGsFJOtaEUkDStK1EqjE3SqDSqQ2UbcqSBhQgm5VQcXvXhXxu1dDvIBu6l4dcakeTyFOQNKjBiioRY+aiKB6Po2zAZ3p+QyoUz2exuletXD6lf+pnsWZV5/D2dfqIKJPPcTt19D9QB1z8xR0EBGd2hhVBEQ83iLi+nT+P7BfZ76P4jsS8eLFc3nACkXjo4328/6v/I6ddhCNO2+BDUbACFx7Aqd3H8SGWoNwaPZKuJhA0gSIP/Q5JMydwV2f/rXK65bitexLJPI6v/ZHanuIzQRC80ksM/fPfNP/XvNy/7X7nMBz7h2A45r3P6E67nL/zPlTz2u+n2LOn7n+hi7Xf1jz/YfDc/2a3/fy/Ac013/A5fibvqb5fZfb34/I/P5euNy+5vRbBdS6925QL6lt88ouUG01l0+1e2XH+bl8zeFH5vK3eXl8zd13VnXRnD3l5e8DuXvm7wN5+x6ar2fevmf3jWDennql+wb0DuhVzdVTr7k8/Tq8rvl5l6vX3Dzz9NQbmqOn+qnt32UNqDc1N08N0Hx8ZG5+JQZpTn6wk5eXH9J5OZiTf0tz8W+r3tH8O+Xl45dg6MtLMMxpMbxc/O9gHn6E5t7fC+j90Px7B82/qyJz7/PxiebcP2k/H59qvp36TPPtFHPun7ebh5Eq5tqpLzW/Tnm59jn4WvPr3zh5OfZvNbfOHPt3mlf/XnVefl1z6mOcpsPLrU8Dc+rjWk/DeM2nUxM0h05NVDup1WRQP2r+nJqsufMpVMtJmKr5c2qa2mmB/Pn0FuMxQzWzxThQs1qMBeXlzsfgp0DOfE4wZz4KzJfP1Tw58+XUL5ojZ66cmq85cmpBIEe+UPPiLkfe5BswP079rjlxarHaJZoTp5ZqTpxa1ngkXE78xZFgPpxaGZoT1xz4aqdPsCaYC/8YzINTaxt9BC8P/iG8HPgHYP57Q0PNgWvue6Pqr0De2+W+Nee9WbUlkO/eqnlu5ru3PT8MzHdTXs77XTDfvUNz3DtVuzTHTQXz3PXewl6nIfBy3IOxX3Pb+zWnfSCgg4G89qG6AxDMa7t89ps4qnlsL6fdD8c1l32s9htgLvtYMJf9Gk4fOgr2LxEaC/cVm/vW63FuIhIW06ldIi761gderxca0zkJL6bjxXYY1+keiOt0C8R1GNvpGojtXCi+0ykQ3wmL8WishzEe6tw4j4v11LkJ58Z6GO+hWmush2pVLz5aabyHeu/N3NizoTd2B7RL7a6Nr2JnUK9hx0Zfr2PTHz2x+JeWmD7xOXw7sgKGv/04HnpgcTD+wzhQI8aAVF4MKLnGglIE4kA3uxhQaBwoMhZ0SzAWVJexIMrFglLhORcLuhWMCT0biAfRMh5EMSbk6Q4XFwqLDWmMiLEhqsY58aGnNE7E+BDjROfHiO51MSIvTpTaxYkqB+JElQJxIi9WlAYVmqZF+aDSITJmlB6MGVH/FDfyYkf3o2Sz++HHjp4MxI5KaMyIsSMqPH70gIsjFQmNIV0wjpQ1GEd6XONJBTWGRBVQ6yk7HnPxpOxePEljSvkoF0vKgUcDljElX3lb50LeQFwpTyCu5MWWcrvYUmh8KTLG9IiLL3kxpkeQnfEljTUxxkRlOyfO5GJNGnN6UONMjDVl0RgTY02+GG+iMrUviEwab6LuV3u/xpoyBhQed3oC6TXeFBl7KoK0HVQu9sQYVNFA/KloMP7EONS9GnuivBhUcdwTiEHdrfYuxqFUd1IuBlUyEIsqGYxF3c5YFOViUaVxq4tFlXExqZRaTsmYlIoxKermQFzq5kBcKoXa5IxNubiUF5u6UHzKxai6Vv6HGFUVF6O6UJwqnsaobgro3HhVHI1TSUCMVzn1rIkIp/PjVqc1fuXiVhq7OhXQmd61cVoV8XpduPhVhfzB+JWI14dej/7b9mkEjIARMAJGwAgYASNwbQiIiNuwiITlypgvixcvnovB+zZT3lSo3C4dEie7CVzr4J4TeLfVHKxZsBM2ADN6TseC4fOVjaiANOXTIVfbvI4h8xgUcxgU+VIiumxAZCgiNIgNE57ngAEDgqfC8qhRo4J1KxgBI2AEjIARMAJGwAgYgaggICIQiRTfJ+K9OO9X+axD8V6derZyAtSpFgcQHVW/LT+K/zVZjxMn7W162GAEjIAjcPboSawo0gNHlm6CiDglbF8KiZ8tEHz+Z79CsZ9hf8N+R8RbVsSzbmMAzBoBI+AREBFXEBEXoxQRl6PmdUTxmqKvps2aKQG6NL0Jd98u7hrURdGj/3Z88s0e2GAEjIARuFoEjq7cghUFuyDi+CndpPY3Ok30Zg0kKpk9zOezj6J8n+/7fV3c9VG0/6ZHHnkEvXr1wvLly7Fy5Uowjv7444+ft8r8+fPx5ptvomzZssiZMydeeOEFfPvttzh48OB5y1qDETAC15kAb054CMKJyQhcmIB9PC7MJTa3Xs9z++GHH/Ddd98FD6FZs2bBckwtTJ06NXjoTz/9dLBsBSNgBIzAuQSKFSuG7Nmzu2Y+c02YMMGVbWIEjIARMAJGwAgYASNgBK4FAdtm9CQQJ3oelh2VETACRsAIGAEjYASMgBEwAkbACMRQAnbYRuA8AiLeq0Ai4l4c5YukFF8upfgCPMWX4W+9JR56NxHkeuCs+237I0fP4vku2zB17pHztmsNRsAIGIHYQmDP2xOwvdV7iIjQrk+FxzMh7oD/IX6KJMEX8/3+8tyX8kXEYRDxrKvYJNYT4A9x+yfJMsU/AEB999MZfD/nLL7/+Sx+UI2eG4EwsU01Zu5ZeDrj2Z/PYGxA45w9jXE/R2q8lp3mnMb4OacwwdVpA2LbnJOYqHaSsycRan/UtklzTuDHnwIKlCerdfrpOCaHaIqWp84+jik/HcNUlW+nzT6KabOPYdpPtCpa1fTZRzBd53mW5SOYMUs1+zBmqmaonJ11CDNnHcYeAPD3AAAQAElEQVSs2YcwS8vOuvJBV5896yCCmnkQP7n6AWfnzFKrbXNmqtXynJn78bPan2ep1baftT5X5du5M/Zj7sx9qv2Yp9Zpxj78MmMf5s3Y6+wvM/fiV0rrvzrtwa8z9mD+9IBm7MZ81p3djQXTd2OhasH0XZF2xi4s0rqnnVpWTfP02/Sd8LRDrWqap9/VLlY5O/1vODvtbyzxNVXLU7cH6tuxdFpA2rY0oGVTt4FaPi1gtb48oBVTtsJpqlqnLVihduWULQjVqimbsWqqSu1qFeu0qydvArVmyiY4aZ32j8l/IVwbXf3PyRuxVhW0P27A2h+9tnWTN2Cd1oP2x/VYr/X1YZZt67BB2zb+qHbSOmxUbdAy639p+S8t/zVpLf5i2dm12KTW059ajtTmiX9ii2rzpD+wRbV5ome3TlyDrVr27Bpsc3Xa1a68bSKtasJqbKcmrsLfqu0T1IZox4SVCNXOQJ1254QV2Dl+pWoFdml5t2rX+BXYPX45fLtHy3vGL4NnlwfsMuzVNqdxWqbGL3Vt+8YtxX5VpF3i6vvHLcGBMC3W+mIcHBvQOLXU2N9xKKDDYfY3HB77G44Etcgrj1GrOjp2EZzGLMRRrR9THdUy7XFnF+L4mAU4pmXaE2pPaP3E6AU4MXo+TmrZieUQndKyp19xevSvOKWipc5o+cyoX+A0Wq3qrNY9zcPZUZGKGDUXET/MxdkffsbZ7+fgzHc/4fTp0+6PJvh/OCG0r/bLschexql49yucCuQy1rdVjIARMAJG4FIJWG97CcQCz9ViPuoSoNmiRsAIGIErIyBXtnqsXFvEo8I8GsV4sB8bZh4tQYIEoBImTAiTMYiiz4B91qLx9ZYoUaKw/x/2D+wrKPYd7EPYl4gIRCTYb4pEloONVrgmBEQ81iLifjSQ/x/8f+H/D8X/K/9difJF4qNNPS4v7v9rwoyDaNxpC2wwAkbg2hE4tesg1tcahEM/rYTobiRZQiQYVgcJc6UP5ul5jfJ6pXgN+xLhGoCIZ2GDEbhCAsz5+2Keibn/XQciwNw/8/6jNO8/Zh4wZl4ExrBMaXkspeVxc89irIp23NwzoB2vlprw8xmX35+g9QlzT7vyRM33T/z5FCYFrFdm/SR+1Nw+Nfnnk3ByOf2TmKJ2ypzjao9jasBOUzuVuX3VNM3rU9PVejqK6T8dxQzN4ztpeaaK5Vma35/pcvhHNHfP/P1hzNa60ywtay7/J83jU3NmH8QcljV3/7NqjtZ/nn1Ac/UHVQcwV3P2oZqn+XvqF83d/8I8/ax9+FXF8q9a97RX8/ABzdyD+aoFmpenFqqlFqldpHn6hSpa5uN/01z9b5qfd9IcPXPxv2tOnlqs1tMOLGFZ8/FLNBe/ZPoOLFUblObkl6qWTd+OZdq+XHPx1ArNu5+rldq2UnPwq5hrn7pFc+tbVbRbsFrr1BrNwa+ZshlrtL5Gc+9rpmzCH1r/Q+2fKto/pvyFP7X8p9q1mnOn1k3ZiHVaXzdZrWq90wasn7wBG1S0G9Vu0Nw6tXHyelAub87ceUCb1Pra/KOXQ9+iefTNk/7EZrVbfvwT1FatR+oPbNM8OrV90hps1/J2zZ3/rWL970mrNU/uaYfm0D2tAu1OzZ9TuzR/vkvz5DsnrsRuFcu7te5pBfZontyT5sMnLNe8t6d9Wt43YRn2a858v+bH92lOnHa/5sMPUFo/MH6J5r2Xgvag5sOpQ+MX45C2Hxq3GIe1zbO/a/l3HBkXIs2HH1EdHfcbqGOaCz+mee/jF9AJbTuhOe6TqhNjF+AkFchxn1JLnVZ7esx8nB6juW1a5rNHzwfz2mdd+VecZU5by7QRmtumMHoeIjS3HcF8tstlzwH7FfYvFPsbv9sKLfttZi+dgIh3T+DfK/j3/byX4H0/n9eoaPwsH/Z8yePMnTv3pYMIrNGrVy8UL178vG1yuyaLadln4Mb9DLAfpNgvsn/kcxb7S7/vZBci4vWnLJuMgBEwAkbACBgBI2AEYj4BEe/+TkTCcmW8D+T9oH9vSJspbypUapcOCZPFBeMVB3cfx7stfsKa+TtwIw/Te0zHguELgAiOEbivfFrkbJMnmMcgO7KkyJUSEZe/EBGHTsSzAFw9NkzKlCmDxo0bu1M5e/as++NFe/fudXWbGAEjYASMgBEwAkbACBiBqCIgIsF7bxFxzz28J+f9OePgFO/ZqVqVEqBO1Tj6vAPw/v63ZUfwv8brcPzEWW2w0QgYgRuZwNkjJ7CsSHccWfaXYojQfiICCdqXQuL/PRZ8/md/QrF/YT/D/JpIeB+kK/ujWSNgBEIIiIiriYjz1SICXke8niheW/TVtA/enwCdmsTFXbfptQgOEejx5jZ8/PVuVkxGwAgYgSsicHTFZqwo0Blnj5/kI4FuKwIJ36yBRE8+FObz2TdR7Kvo8ymRyL5MV7ykMUuWLGjZsiVmz56NzZs344MPPkDFihXP28by5csxbNgwVK9eHTly5EDt2rXx6aefYseOGztPcx4oazAC14sAf6CU+9acIY3JCFyIgH08LkQlVrdd15MbMmRIcP/lypVDzZo1g/WYWhg9enTw0PlOQrBiBSNgBIzABQjUqFEj2Dp+/Phg2QpGwAgYASNgBIyAETACRuAqE7DNRVMCcaLpcdlhGQEjYASMgBEwAkbACBgBI2AEjECMJGAHbQQuTEAk8uVREXEvw/OlUr5kSvEFeIovw996Szz0bgLkynIWuiiOnYhAg65/Y8rcI7DBCBgBIxDbCOx5ewK2v/QB2OG5nrJQZsQbWBvxUyQNezGffeS5L+WLuDV0Vc/ChhuKAH/Qyhd/rIjij3UTAj8RIqKfDa2phUBHUanVuogArsapaEmlbSICaI0SEYiIFsWzEEDlNbHsavAGQWg7IG6ENupIAw4CAUdKSzQIDoGGgIGbqRURToJVLfh1tYAuJioAweUEHETENbkJyxBtFoh4AgRQia9z2/266FJahhsELIqo1bo31QK0JICITgC4KScqNlHQQatwM7WgoyvCHwINoq3CNq7EQsDKue1a9xYLzAlZDjpPRNtVLMO38NpEBNAyxaJo2VlOwEFbRK3WPcOp1oPLQUuUtusIHXRRUFqEa+JEpSPY7qybqSVvhBpAZzoLnbpRWPLaBTrohMtQWoNaJ2i7SkQgIjpH5VsIRDzpDB0F2gBAoM0qgTeIlrWkjeIMp1qAQJvAiQCgvImWtcJ5arymQIGGDbQUy5ToRACICAQ6qGVBdCJahdZ11JKrQfx/2igigXaBiCct6Cjnt0PcP52ho5YFENEJOKjVURs4qlgJbQfYIm4KbxA1Kh291kDBbVLLOgbataQjvJpORQWAC4oaiP5Tq3UdWXDyWlnUkjcD0CW15k21TUQArVEiAhFh0bPgIFqGSi0AbwodtCSAiE4QGFjUuo7a7rWxCZyodHRFb45OAw2iraJVNfCkNTeKq8JtEDqIyhvZD1Psk/0+2psTG6eXf078soj/tefL34qtaQSMgBEwAhdDgH3uxSxnyygB/0uvMGpKw0YjYASMQJQQsB43HLOI93wpIvrIKS6Xxpiwn0djDo1/HIl/IMu3LJtu3D+YFTX/98Y3JnBmn0Cxn6CYU2LfwT6EOXkRr18REdgQ9QREPO4i4vp2/p/w/4b/R5T/f0Zbvkh8tK0H9+OdfESZMOMAXnx5M2wwAkbg6hM4vesg1tcaiEOzV+pFBxzCKQx98ADGrVuE3bt3u1y935/yWuW160sk8rq++kdmW7zRCDCf5J8zy8wxMddERUScdbMi1CnoGPQPLnylDV67ZlxcWRcNWDX6ufbb1eoK7vmLM7Sgo2txVU60pivoqHO8UVt0PZZD5nN/OoOjijO5ilqtaSl4fLqma3ETXZ/1yPne8pxGzndzA+tzDqVtNFxfrdu3ruC2pW1a1NHVdD0uqwtpi5a0rmU3evPZ7K2vjLTCsreJyPm6EmeqtE1numW4rLao0c1qu5Y5dfN0GW3UFp3qvriMZ3Sq87iMzvFGV9eim+UmfsVZLquLuENgmdtixSu7PbomTtxy3l51EZ2nDTrlLLctFnQParSV81Q6w62hK7hi5Hythsz39qdturSu7QquTbfGCstc3F/fa+aSgRadqaOuzaXVuGadr41uXV1BazpTZ3ijW0hn66Fxjiet6DJu9NbgslxIa2zltlgMLM0mXUUXYqOK87l46HxdQPfFUVt1po5cUqVtblVtd0W1OlNHV+MCrqwTHXUzurAWuA+tBPatxmvWpmAh0KhGN6KtOk/Luq5O3bb9begedQnXpMuwpmVt4Xwnlr0mt6rbFtt0W5zPRrbpyizqHBrdTsh8rk6xX6HYz3Bdiu2mq0dARP41psPnNip6Pmee//w/ceLEy4LTsGFDNGrUCDHlPO04z/+/NybG5Fp8Bvz+j5YxEP95izESPmuJeH0oOx4RoTEZASNgBIyAETACRsAIxBICIt79nYj8Z67s/jypULl9BiROcZM+Y2vsfu8JDG05B6t/3YEbcZjWYzoWvrfQO3XFmKZ8OuRqk9flMHhfTTGHQfHemhIRZeeJK4oITUCxy/Tt2xf33XefOyn+4aJ+/fq5sk2MgBEwAkbACBgBI2AEjEBUEhCR4D24iLjnHt6b8z6dsXCK9+7UM5USoE61OIC4EUtWHMWzTdbj2HHv/RDYYASMwA1H4MyR41herCeOLee7wto5aAeRqGMZJKmVP/j8z36EYr/C/iU0tyYiEJFzuFnVCBiBcwmIeNeJiDhfLSLg9cTriuI1Rl9N++D9CdC5WTzcc4euo8uJCHoN2I6Pv94NG4yAETACl0vg6IrNWF6wKyJOntZNiPpvINGAmkj85ENhPp99EsU+ij6fEhFdB7qOZ3EFw7333ou6deti1KhR2L9/P7755htXT5EiRdhWN2zYgE8//RS1a9fGww8/jGrVqmHYsGFge9iCVjECRiDqCAT6AriuwE2ibt+2pxhDwP+YxJgDtgO9QgLXb/X3338fM2bMCB5A8+bNg+WYWti0aRMWLVoUPPyiRYsGy1YwAkbACFyIQK1atYLNP/zwA5YvXx6sW8EIGAEjYASMgBEwAkbACFw9Aral6EogTnQ9MDsuI2AEjIARMAJGwAgYASNgBIyAEYiBBOyQjcC/EBDxXhYTEYiIexmeL5fyZVOKL8BTfBk+1S3x8UoTQe4sZ/mLpDh+/CwadN6GKT8fhg1GwAgYgdhCYPdb47H9pQ9cP8dfYI54PBPiDXgW8ZIlPu/F/HNfyhcRh0HEs65ikxuSAH+Q++zZs+CPdJ8+zS95eB+p9HfFweedkmGk6vNOyfFZ5+T4tHOKgNVylxT4pMvN+DhEH2n5o663gPqwS0p8EKquqfC+6r2ut8Kp260Y4XQbhnejbsewbqrut2Mo1e0ODFW92+1OvEN1V+t0F97ufhfe6nF3UEO0PKTHPaAG97gXg3qqaFUDnVJjQM/7PiUjowAAEABJREFU8KZqQM/UzvbvdR/690rj1K9XWvTT8htq+6re6JUOfVV9eqWHp3R4/ZX0Tq+9kgFOvTPgVVXv3hnh6X680pvKhF5qe/XOhJ5OmdGjt+pVT91ffQDdqNeyoJvTg+iqtsurD6LLa1RWdH6NyuZsp9ey4WXq9YfQUfXy69md7dAnO9qrOvR5WK3q9Rxo9/rDaKf1tn1ygGrTJyd8vdQ3J1r3zRVQbrR+IzdaqVr66psHLfrmRfM38qLFG3mcbablZv0eQdM3HkGzfo+iqZabqG1M9c+HxqoX++fHC2pf6KeW6v8YGqka9i/g2TcLoIGWG7xZENTzbz6O+lquP+Bx1FPVH1BIbSHUffMJ1HlT7QC1ToXx3ADVwCKoPUCl9tmgiuJ/g4qh1qCiqDWQYrkYnhlYHE8Poko4W3NQCdQcrFJbY/CTeCqg6rRDSqK6qtrgUqhKDfFtaVQZUhqVh5Tx9FYZVHIqq7YsKr5VDhWot9Wqyr9VHlS5tyug7FsV4KyWy7xdEU7vVELpgEqpLflOZXiqgiffiVSJd6uixDtVUfzdakEV03LRodVQdGh1pyJDn0IRLdMW1vITQ2uAKjS0Jp4YVgOFhtXE46qCTk+j4DDV8KdRQPXY8GfgqRbyD49UvuH/w6PUiGfxaECPqM07ojbyqPK+9xzyBJRbbe4RdZDrPaoucr4XqRzv18PDTvXVesr+fn089MHzATVAtg8aIOv7alVZP2iIB4NqhAc/bIgsHzbCA6rMH76g9gVk/vBFZProBdz/0YsBNcb9HzZGRlWGj9R+1AQZVOmpj5sivSqdKq1TM6T9WPVJc6RR3fdxc6R2tgVSf6z6pCXuDegetfd82gp3O7VW2xp3fdoad1KfvYQ7qU/b4A7V7b4+a4vbnNqpbYdbP2+HVE7tkfLz9lruoLYDbhnZHjePVPt5R9wcUIrPX0bykR1VtC8j2chOAJ24Tjme1n6YfTL7ZoptvmU5VukKTkZ0XYHo1EYjYASMgBG4tgTEettLARx8vpZLWcuWNQJGwAgYgcsloN2tjpe7dqxeT0QgIsE8GmPDzJ9RzKFR/CNJVGiZdVMCGIOrzCCBbS86f6bYB1A8RlqKfQVz7xRz8ZSI169ABxHRqY1RTUDE4y4iYf07/58o//+OtmyR+Gj3fBznCwDBpFmH8OLL/GFP2GAEjMBVInBq5wGse2YgDs9ZDb3McAgn8cLJmRg2azTatWuH6tWrOzt27FgcOXIkeN36fSp0EPGuay3aaASuCgHmk3wx18T8P+vcuIjgiy7JMVJz/p+r/axLCnzW5WanT9V+qjn+T1Qfd02Jj2m7pcSH3VLhQ83tf6g5/Q/Uvk91uw3vBXU7Rmhef3j3OzBM8/jD1A7tcSfepTSf/273u/FOj7vwtuby39Zc/ltUz3swxOleDNa8/aBeqUENdHn8+zBQc/YDVG8G1P+VtOj3SjqnN9S+0Ts9+lKas+/D/L3m61/XfD31muboX331flC9X82EV1S9X8uMXpTm6ntpjr7nq1nQQ9Vd8/OeHtSc/YPo+jqVFV1ez4bOqi6al++ktpOzD+Flzct31Dx8B7UdaPvmQPuA2qltq7n4tpqLb6N6idIc/Euq1pp3b0X1y4OW/fIG9AhaaN69uYo5eCfNtzfp/yiaOpsfjd98DC8G9ILaFzTnTjVS21Bz7Q00z049r7n2+lp+fmAh1FfVG/gE6g0sjLpq66ito/n15wKqrba25tefdSrm8u3/G1wctVTPaD6depq5ddXTmk+vObgkamgOvYbm1J9SW11V7a3ScNJ8elXNp1fVPHqVt8qisqqSqrLmzys6lUfFt8ujwjvlUf4d5tArah5d9U5FlHWqhDKaNy/9biWUfreyqgpKvqsaWhUlh1bBk8ydU0Orobjmx30V0xx5UVWRYU/BUw3Nk9dEYc2PP6EqpPlx6nHNjRcMqhYKjKiFx0b8zym/2vyaD2duPJ/mwx9VPfJebTyiufC8mgfPQ71fB3lUud+vi1xO9ZBTc+HMiefQHHgOzYE/rMoe0EMfNkA2zXc/FLBZNedNPah5b+bAs2jO+wHNeVOZNc+d+ePGyKS6/+MmyKjybYaPmyKD5rjTa1473SfNkFatpxaa81Z92gL3fdpS896tPGl+m3nuezSvTd2tee27VLR3ftYGd37e1ukOzWvfrrpN89m+btWc9q2ax06lSqm565Rqb/miI26mRr6MmzWHneKLTkiukvjx2I04WS7bYbgmExFx2xURiHjifQNjOrzf53Maxft9Pr9RoWXWr7v+4fnfndglTEqWLIk33njD4jP/wDO6/j9fznGtXbvW/p9vgP/ny/lsnLtOaH/HMsU+kWI/yf6SEvH6z0vocmxRI2AEjIARMAJGwAgYgRhEQETc0YpIWMydz82Uf59ImzF3SlRslx4Jk90ERETg4J7jGNpiNtb8ugM30jC1+zQsHLEweMppy6dF7jZ5wHtpcqLIjuK9NSUiwdgEVxQRmkjFslKSJEkwYMCA4FkNHDgQEyZMCNatYASMgBEwAkbACBgBI2AEooqAiATvxUXEPffwHp3367yHp3gPTz1TKSHqVIvjvpUcAWDJ8iOo3WQdjh07qzUbjYARuJEInDl8HMuL9sKRZZsCpx2BhB1KIskz+cD+gmL/QbE/Yb8SmlcT8fqewMqRxkpGwAhckICIuHYRcb6a1xOvK15fFK81/7rLkjEBXm4SF3ffHqEhSnrsCLwyYBs++nI3bDACRsAIXCqBo8s3Y9ljnRFx8pT2Kbq25j4SDaiBxCWy/avPZz8lEtl36ZpXdUyRIgWqVauGDz74AHv37sWkSZPQunVrpEuXLmw/O3bswHfffYcXXngB2bNnR+nSpV1sfsWKFWHLWcUIGIFrTED7DrcH3pq4qIKr2cQIhBHwPyZhjVaJvQSu05kdP34cgwcPDu79ueeeQ4kSJYL1mFqYPn168NDLli3r3s0INljBCBgBI3ABAmnSpEGFChXcnKNHj2L8+PGubBMjYASMgBEwAkbACBgBI3BVCdjGoi2BONH2yOzAjIARMAJGwAgYASNgBIyAETACRiDGEbADNgL/RUAk8mVSEQm+DM+X4Cm+CE/xZfhbb4mPno2BPFkB6GonTwINu2zH5DmHYYMRMAJGIKYT2D1kPLa3+UhPQzs4HfFEZsQfVBsJkicJezGffSO/MMQX8ikRgYjoegha2HDDEuAP/vviHwGgfBj8mNQsmhA1ztFTRRPhXFXXtupFE8NXNS1XK5YYnpKgarFwVdF6lWJJEarKWveUDJWLqYonQ6UwJUfF4uGqoPUKxVPAV3ktly+RAp69GeVKnK+yJW5BqMpo3VNKlCmhejIlSp+jUk+mQqhKar3kk7fC15NaDqrkrXiy5G0ocZ5uR/GS4SqmdU93oFipO1C0pIo2oCKl7sS5KqxthUvdBV9PaNmp9F14ovTdKHQBPV76HoSqoNY93YuCpe9FAaqM2oAeK5Ma5yq/tuUvcx9ClU/rntIgX9k0ePQcPVI2LUKVV+ue0iFvWU951DqVS4c85dIj9znKpXVPGZCrnKecaj1lRM7yGZHjHD2s9YfL3w9f2bXsKROyl/f0kFqnCpnwkFNmZKsQrqxaz1rhAfh6UMuRyoIsFVQVw/VAxQcRqsxa95QVmSt6yqQ2U6Ws8JQN91cKV0atZ6z0EHxl0HKksiN9JVXlcKWr/DDOVVptS1s5B3yl0XJQVXLivnOUWuupq+RCqO7VuqfcuLdKbtxTVeVblqvmwd3n6C6t31U1L3zdqeWgqj2CO87R7Vq/vdqjCNVtWveUD7dV83Sr2lur54On/EhVPVwptZ6y+mPwdYuWg3qqAG6pXgA3qw1ViqcK4lwl17bkTz0OX8m0nKzG4/BUCElrhCuJ1pPUeAKhSqx1T4WRuEZhJKp5roogYc2AdD4g8Af2w778tthqL++83LeI3NeIItz08rZiaxkBI2AEjMDFErDe9mJJueUC32Y0ao6GTYyAETAC156APh7oeO33E8P2IOI9Y4oIRMTl0eLGjQuKsWJfzKVRzKfRmuK5L1Ibh6vPwZhGf6bn9gPsJ9hnMKfkWxEBBxHPsmyKegIiHn8Rcf27/3/E/zPK/7+kLVM4Pto+z+XVW+qzyqQZB/BiR/8HPmGDETACV0Dg1I79WPvMIBz8ebWLUh+PB7SJNx+rzu4NbvWvv/7CRx99hNq1a6N48eJo164dfvzxx+B8EV6fwaoVjMBVIxCa+z9z5gxY58YZr7olmXi5/yLeOwBPFU0YzPtXd/n+RJrvT4RqzPX70px/VS37+f4qLs+fxOX5Kwfz+0k1v58UlTTHH5Tm+Ss6JXc5/gour5/c5fVdLp95/YDKFb8Zfl6/bImbNZdP3aK5+1ClRGnN5fsqpfn8Upqzp0qqjdStCObtNYdfwuk2l7svrvn7SN2OYsFcPct3eLl65utVRUrdEczTF3b5+TvhWc3J+/l5tYVK3Q0nzdE/HtQ9Ljfv5ePv0Xz8PXD5eObkVY9Rmnv38/H5tezpPuQL5t+98qNlNAdPaR7+Eae0wfx73pDcex4/5642N6U59twB5VKbS/PrlJdjzwDaHOUyIiiXX894gfz6/XA59fKZgjablrNV8PLqXj498wXz6S6Xznw6pTn1B5wedLn0zCE5dJc7Z/48oPsrZgvmzzO6vHk2lzfPcKGcOfPmqnSaO0+nuXHKy5E/rDlyKgeC+XHNld9XOSecNC/OXHlqtZ5yaS48VLlxD3PiAd2teXE/J36Xy4Xn0Vw4lRd3huTC76iquXDK5b8f0fw39ajaRzXnHSmX92buO6BUmuf25eW8818w530z892U5rxTOBUM5rqTuxx3QZfjdvlt5rhVSSnNZ/s57iRaTqK5bMrLZz+h+ewnkEhz1kFpbjuhUxGX09a7SXYjTuxXQnPZfh/jZtrkigmIePcHInLB+/1zn695339u2/Wsh+577dq1GDFiBGrWrOnOBRc53H///Xj//fctRhMv+scSQv+/L6e8ceNGPPbYYxgyZIj9f98A/9+X8xkJXSe0v2P8w1fcuHFd3JvxERFx8XB2NyJCYzICRsAIGAEjYASMgBGIhQREvHs9EXHPm7wXpPx7RP/ekfb+3KlQuUMGJEp+k7tXPLzvJIa2+Amrf/kbN8Iwrft0LHr/N8BDhnQV0yHXS3ncMxj5UD43/95aRCDiCTqIiE7Dx9hYq1KlCurVq+dO7dixY+6PDh05csTVbWIEjIARMAJGwAgYASNgBKKSgIgE78lFxD338H6d9+5+3Jz38tTTFROi7lNxIdBBl1268hiebbIWR4+d1QYbjYARuBEInDl0DMuK9sTRFZsB7QegHULil8sg6TP5w35viP0H+xH2J4yjUCICEU+4wGBNRsAI/DMBEXEzRcRdR7ymeH3xOqN4zdFX02bJmBCdmsbHPXdwFdGJoPegbfjoy91attEIGAEjcK0QhVAAABAASURBVHEEjizbhGUFuiDiNO/1tS/RMdHAGkhcPNt5Pp/9EcW+iRLRhXU3Ip7V4jUbub+SJUuif//+WL9+PebMmYNu3bohd+7cYfs8fPgwJk2ahNatWyN79ux44okn0Lt3byxYsCBsOasYASNwDQj4fYFcg23bJmMNAft4xJr/yos6keu10ODBg7F06VK3ez5HNWvWzJVj+mTcuHHBU6hatWqwbAUjYASMwL8RqFWrVnB2aD8SbLSCETACRsAIGAEjYASMgBG4QgK2evQlECf6HpodmREwAkbACBgBI2AEjIARMAJGwAjEMAJ2uEbgogiIeK8GiUjwRXi+/MmXNyi+AE/xZfhbb0mAno2B3Fn4U8YROHEyAg07b8OPPx2+qH3ZQkbACBiB6Ehg95Dx2Nb2o8ChRQCFMiPBwGeRIFmSsBfz2See+1K+iLj1RDzrKja5oQic+wPcrFOhP9JNIPrJojEZASNgBIzANScQ2ePyjyawTw6Vv3u2+eVYYC/zFLz7F04FcpnbsNWMgBEwAkbgUghYb3sJtALP2WI+6hKg2aJGwAgYgSsjIFe2eqxdW8QjIyIQEfcDkMyjUYwX+3FjlinWTTfBGFwTBsb1pujPlf0AxWuA1hf7DBGvHxER2BA9CIh4/xciEuzf+X/G/z+K70j470qUfiI+2jbwvuohIpg86yBeaP8XbDACRuDyCZzacQB/Pj0Ih+etAa/GOCkSIeUnjfD1ktn48MMPUa1aNffHcxAyLF++HIMGDUK5cuVQoEABdO3aFbNmzQpZwopG4MoJhOaQWKaY/48IpKBEP7Fy5buxLRgBI3ADEgjtO9ivUOxjqFAc59ZD51n54gmIeMRFBCISvOfn85l/30/ri88A0UTYsWMHPv/8c9StWxf8Id82bdpg4sSJ4GcGFzGICD744APcfvvtFkuIAbGEK/3c8fPCj0Xnzp1RunRpLFu2zP7fb4D/98v93Ph9Hi23Qct+0ZeI12fyMyUiNCYjYASMgBEwAkbACBiBWExAxLvnE5Gw52beK1KhubIMuVKiUoeMSJQ8LoAIHNp3HENbzMaqedu1HnvHqd2mY8H7C/WMNUCsY9oKaZGrdW6XvyAfiqwo3l9TIuJiESLiwIh41lUiJ7G21LdvXxeT4AlOnToV/fr1Y9FkBIyAETACRsAIGAEjYASinICIBO/NRcQ99/CenffvfC+Q4j09VbNCQtR5Ki6Yq6WWrTyK55qsxZGjZ2CDETACsZvAmYPHsLTYKziyYov2AXquERFI/HIZJH06X9jvDbHPYP/BfuTc3JqI6IoXHK3RCBiB/yAg4l0/IuL8Nq8vXme83ihee/TV1AMZE6BTs/i45w5uVIN1Or46aCs+/GIXG0xGwAgYgX8lcGTpX1hWsCsiTvMeXzsQjfwnHlgDSYpnO8/nsx+i2CdRIuK2LeJZV4nCCb830b17dyxcuBBLlixxcfcSJUqEHQHfLZw9ezb4DtkjjzyCvHnzolOnTvZdizBKVjECV5GAPje4rbE7cQWbGIHzCdjH43wmsbjlupza1q1bMWTIkOC+mzVrhty5cwfrMbVw+vRpjB49Onj4RYsWDZatYASMgBH4NwJPPfUUUqdO7RaZM2cOJkyY4Mo2MQJGwAgYASNgBIyAETACV4mAbSYaE/B+FS4aH6AdmhEwAkbACBgBI2AEjIARMAJGwAjEFAJ2nEbg4gmIeC+VikjwRXi+dMqX4KnQF+FT3RwfvZoK8jzovVJ06jTQqMs2TJp96OJ3aEsaASNgBKIJgV2Dx2Nb24+hvZ87IimcBQkH1Ub8pIndi/ns/yj2hee+lC8i3joB6yo2MQJKgF/s9qVV/XxB5X1eYIMRMAJGwAhcYwKR/S37Yn5J7RrvMBps/soOgU92EeD0yrZjaxsBI2AEjMB/E7De9r8ZBZfwv/QabLCCETACRsAIGIHrR0DEe9YUEYh4Yh7NF2PHprgwBteagW0/Jn3G/P6BVkTcD8eKCDiIiOtLWDZdfwIi4g5CRNz/E//P+FljbpDijwUyV0hb+okEaNsgDhh35PPdlNkH0ajdRthgBIzApRM4+fd+/PH0QBz+5Q/+nSAgeSIkHPosEmZP4/L0ZcuWxYgRI7Bz50588sknqFChwnk7+eWXX/DKK6+gcOHCKF68OF5//XX89ttvsMEIXA0C7Ou5HVpf3odVpxq3oh/gfJMRMAJG4FIIhPYdft/i20vZji178QREIu/3RcQ9i/Ge3xfv/aOLjhw54n6ormnTpihWrBgaNGiAr776Crt37w6ecKJEiVz8JdjwD4WPPvoIjz32mFs2upyfHce1i+ts3749+EmYNWsWHn30UfTp08f+/+NeO+ax5fPs94W0Il4fKSLu8yTiWVexiREwAkbACBgBI2AEjECsJiDi3fuJSDBXxntE5sko5sj8XFmGXClRsUNGJL45HkT/Hdl/EsNb/ITV8/5GbBymdJ2OhR8y78CzFaSvlA65W+eGz4NsyIjynxNEdNmAyEREaC6g2NuUKlUqDBgwIHiCLE+dOjVYt4IRMAJGwAgYASNgBIyAEYhKAiICkUjxeYf377yP5709xXt7qkaFhKhXI64uzyMULFt5FM81WYfDR/gHQtlmMgJGILYROL3/CJYW64VjK7e4a1+7CyTpXBZJaz4afP5nP0Gx32D/wX6EEhGHQ8SzrnLexBqMgBG4GAIi3nUkInotiotT8nrjdUfxGqTorzNnSICXm8XHvXcJoCMnrw/ehg9G7oINRsAIGIF/InBk6SYse7wbIs6cBbSv0QmSDKqJJMWyuu8usH9hP0Ox/6Ho7ykR19noap7FdR6yZ8+Ol156CZMnT8b69esxbNgwVKtWzd27hB7awoUL8eqrr7rvWmTNmhWtWrXCxIkTceaMPd+EcrKyEbhsAoG+Aa5rcJPL3pStGHsJ+B+T2HuGdmaRBK5PaciQIdiyZYvb+e23345mzZq5ckyfzJgxA6dPn3ankSVLFqRJk8aVbWIEjIARuBgC1atXDy42YcKEYNkKRsAIGAEjYASMgBEwAkbgygnYFqIzgTjR+eDs2IyAETACRsAIGAEjYASMgBEwAkYgBhGwQzUCl0hAxHt5TEQgIu5FeL58ypfgffElVSplivjo2USQJyv/TGQETp2OwAtdtuPH2YdhgxEwAkYgphDYOWgctrX7WA/X68ukyANIMPBZxE+SyL2YzxfyKfaB576ULyK6Hlx/CRuMgBII/UFulrXJ/QEYZ3Xit2nRRiNgBIyAEbimBCL/bILf99JS13S313PjV7hv3tUI5Aq3YqsbASNgBIzAfxMQ623/G1LkEoHn7sgGKxkBI2AEjMA1JSDXdOuxYuMiAhFx5yIirixiVsQYiEQRA9tPjL7uXOehExHRqY3RjYCI9/8iIsH3JJgbZI6Qih8/vssd0pZ6IgHaN4oLriEimD7nEBq13QgbjIARuHgCp/7ejz+eHoQjv64F9DqSmxMj8fDaSJQ9TfBa8/P0CRMmRI0aNfDdd99h7969GDFiBEqUKIFzh2nTpqFjx44oVKgQKlWqBP6Azdq1uv1zF7S6EbgEAn5uidYXVxcRGpMRMAJG4JIJhPYe7FcueQO2wmUREBG95RC3roi4skj0sDyoKVOmoH379ihSpAj4Q1PDhw93P8zLeb4qVqyIkSNH4siRI3jmmWf85gvarl274tlnn41W5ykSPXiLxM7j8H+4MfQD0aVLFzzxxBNYsGCBfRZi6f+7yNX/PPMzJOJtl2WTETACRsAIGAEjYASMwI1DQETcyYpIMFcW+r1i5sh8ZciZEhXaZUCiFHHB4ciBExjWYjZWzd3OaqzR5C7TsPDDRcHvhaWrmBa5WuVyf0DHZ8E8IsW8IiUiwWcwghARmgsrlrcyfkHxNA8cOICBAwfaHxUiDJMRMAJGwAgYASNgBIzAdSEgIsF7dRFxzz28h+f9PN9Rovz7/KcqJEK9mjcB8L6nvHzVEdRpshaHDtsfyVQoNhqBWEXg1L4jWFq8N46s2upd8RFAks5lkLTGI2HvMbKPYH/BfoPxEkpEHAsRz7rKhSbWZgSMwEUTEPGuJxFxfpvXGq87Xn+8Dn3RZ2fOkAAdm8bHPXfq5iMiNIYH9Bm8Fe9/vlMbbDQCRsAIhBM4suQvLCnQBWdPn9XbfPYZEUg6uAYSF33wPJ/PfodiH0SJiNuYiGddJRpN0qVLh4YNG+Kbb77Btm3b3DuGdevWxR133BF2lCtXrnRx+jJlyiBjxoxo1KiR+37GoUOHwpazihEwApdAQO9B3NL6HKGdiyvaxAicS8D/mJzbbvVYSOA6nNKyZcvc9yf9XTdv3hy8N/DrMdlOnjw5ePg1a9YMlq1gBIyAEbgYArVq1QouNmrUKFzo+zbBBaxgBIyAETACRsAIGAEjYAQuhYAtG60JxInWR2cHZwSMgBEwAkbACBgBI2AEjIARMAIxhoAdqBG4HAIi3kumIhJ8EZ4vofovwtPyJXgq5c0J0LNJHOTNGgFdGqfPRKBRl22YNPvw5eza1jECRsAIRCmBXYPHY3uHTyEi0AniFH0QiQY+i/iJE7oX8/0v/rDfO/elfBFdB9DVPAsbjMAFCPCHuil/VuBj41fNGgEjYASMgBG4agQuf0MRblVOI7yfJ3B1mxgBI2AEjMC1ImC97SWRDXyb0ahdEjVb2AgYASNw+QT0wUDHy1//BlpTRFxsWMSzN9Cp26leZwK2+5hHQMTrJ0Qibcw7ixvniEXEnayIuB/45XsSzBEyV0gxdxg/fnyXR3yyUAK0bRgHzAPx0WXaTwfRqM0G2GAEjMB/Ezi5fR9W1xyIw/P/1Ki03oEmT4jEw55Foofuc9cXrzNeb7zuKF6Lvm6++WbUr18f/BEX/ujCwIEDkT9//rCd8o/ijh49GvzRmgIFCoA/1vDhhx9i165dYctZxQhcCQH2/1eyvq1rBIzAjUtAPV/w5NmXUH5DaNlvM3t1CYhItInp/PLLL+jVqxcKFy6MUqVKoV+/fli8eLE7YX9SqFAhvP3229izZw9++OEH+D9e9/HHH/uLnGeffvppdO/e/bx2a4jdBPjjzRc6wzlz5iBfvnzo0aPHhWZbmxFwBESiT9/oDsgmRsAIGAEjYASMgBEwAteNgIi4fYtIMFfG+Dxj9RRj94zhUxlypUKF9hmR5OZ4AARHD5zAiBazsernbYgNw49dpmHRx/qcrixEBOkqpkXuVrkQyoBMKOYTKRGBiCcyEBGaf9SNMOONN95A8uTJ3amOHz8effv2dWWbGAEjYASMgBEwAkbACBiB60FARIL37CLinnt4L8/7et7rU3zeoaqVS4j6z+jzji6na2HF6mOo2+RPHDp0BjYYASMQOwic2nsYy558FUfXbIPoKVFJupZF0qcece8x+n0CLfsJ9heMk1AiXBoQ8Sz+ZbBZRsAIXBoBEe+6EhF3jfGa4/VH8Xr0RX+dKX0CdGqeAPeXxHZBAAAQAElEQVTezWV1P7rOG0O24f3PdmrFRiNgBIyAR+Dw4r+wpGA3ICJC+xW2CZIOronERR50Pp/9id+3sK+h2PdQIsIVdD3Puko0ntx6663g+4MffPAB/vrrL4wdOxbNmjXDAw88EHbUGzduxPDhw1GtWjVkzJgRzz77LPh9i3Xr1oUtF9WV06dPIyoV1edn+4uFBAJ9BGJGFxEL/wNixinZxyNm/D9djaO8HtsYPHgwjh496nadJUsW5/ddJRZMRo0aFTyLEiVKBMtWMAJGwAhcDIFcuXLh8ccfd4tu3boVfGfJVWxiBIyAETACRsAIGAEjYASukICtHr0JxIneh2dHZwSMgBEwAkbACBgBI2AEjIARMAIxhIAdphG4bAIi3qtCIgIRcV9c48uofDGVL6ryiyl8aZW6JUV89GwaF3myngV/gPT06bNo1GkLJs46BBuMgBEwAtGVwM6B47C1/Seu32LfJUUeQMIBtRAvUUL3Yj77Oor9Hfs+9oGUiNcv8rxEhMZkBM4jwM/UeY3aEBGhExuNgBEwAkYgSgmwT6aidKdRv7NL3qOIfx/jWU4FcsnbsRWMgBEwAkbg0glYb/vvzEQiCUkc7xUqMR/179BsrhEwAkbgKhKQkG2JCEQkpMWK/0RARBwrEbMixkDkmjGwz1kMZPtP/Ya1R18CIuIOTkTC3pNgzpBi/pDvSVBPFkqIdi/EBQddHDN+PoRGL21g1WQEjMA/EDi5bR/W1ByEIwvW6RICSZEISUfURqJsqV2entcWrzNebxRz9L5ERNeB84fQ4Z577kGLFi0wd+5crF69Gr1790b27Nl1TuS4c+dOjBw5EvXq1cOjjz6Khg0b4ttvv8WJEyciF7KSEfgPAuF5psjPoVf6j5VtthEwAkbgHALWd5wD5DpXRcTdW4hEjV21ahX4Q3vly5fHY489hm7duuGnn34Ko/DQQw+5+xr+mO6sWbPQuHFjpEyZ8rzjvOuuu8LWYyVPnjz4+OOPz1tWJGrOT8T2I3J9GGzZsoUfgX9Ujx493GeO984i1+cYRWy/ItGTwT9+cGyGETACRsAIGAEjYASMwA1JQETceYtIMFfGOD1j9hRj+IzlUxlypUL59hmQ5JZ44Peljhw4geHNZ2PVz9sRk4dJnadh4Ue/6zlFOKWrmBZ5WuVC6LmTBcXvHFIiEnwe57mLCM2/6YaYd/fdd2PAgAHBc2X53FhIcKYVjIARMAJGwAgYASNgBIxAFBAQkeC9u4i45x7e0/P+nvf8FJ93qKplE6L+0zdBnwwAna5YfRR1mvyBQ4fOaN1GI2AEYjKBU3sOYemTr+LIqq28vPUKBxJ3KYNk1fO69xj9voB9A8V+gvERSkTcqYt41lX+eWJzjIARuAwCIt71JSLOb/Pa43VI8fr0RX99f7oE6NgsAe65U3cU4S5pvPHWNrz36U5tsNEIGIEbncDh3zdiccGuLtbPPAaVdEgNJCmSxfl89iN+n8I+hmKfQ4mIwyfiWVeJQZMECRKgXLly7n1Fvrc4Y8YMvPzyy8ibN2/YWfD7Fp999pn7vkXGjBndO2bt27fHuHHjcPz48bBlr3VlyZIliCpF9blda3a2/etEgJ0Kd633IDQmI3AhAvbxuBCVWNkW5Sc1c+ZMvPfee8H9NmvWDMmTJw/WY3JhxYoVWLt2rTsF3q/lz5/flW1iBIyAEbgUAs8880xw8fHjxwfLVjACRsAIGAEjYASMgBEwAldAwFaN5gS8X6+O5gdph2cEjIARMAJGwAgYASNgBIyAETAC0Z2AHZ8RuDICIt5LpyISfBGeL6XyBVW+sMovqPBlCOrm5PHRo2lc5M0W4ZY9exZ4sfNWTJx56MoOwtY2AkbACFwDAjsGjsPWjp+5LYtoH1c0CxIO+B/iJ0roXsxnH0exn2Ofx76PEtFlVVxRRGhMRuCiCfATI8LpRa9iCxoBI2AEjMBlE7jR+ttLAyVyPp8I3YT3QyRasNEIGAEjYASuKQH2uf4ORCL7ZJHIsj//RrMi5zDwv/TqfkbnRqNh52sEjIARuD4EfD8lck6ffH0Ox/ZqBIxAGAGrGAEjEFUERDw/KCLuB36ZJ2TOkLlDinlEvidBlXg8Idq9EBf+MOPng2jYeoNfNWsEjEAIgZPb9mF1zUE4tHCde9KPc3MiJBtRG4mypnZ5el5TvL54nVG87nj9USKR12XIJoPFzJkzux+k4w++LVq0yJUzZMgQnM/Chg0bMGLECFSvXh3847itWrXC5MmTOctkBC6KQISLVXlPTSx7pYta1RYyAkbACAQJWN8RRHHDFDZv3owPPvgATz/9NB599FG0bNkS5/54VJo0afDSSy9hwYIFWLp0qbuXSZ8+/b8yeuqpp8Lmp0iRAh9//DF4PxU2wyo3BIGtW7f+53n+8ssvKFiwILp06fKfy9oCRsAIGAEjYASMgBEwAkbACNzYBEQiY/KM0fti7J7isydj+lT6nKlQvn0GJEkZD9D1jh06iREtZmHVnG2IicPETtOw6JPFeirilKFSOuRpmdM9b/N8KTKgmMegRLxlRSLtf5/7jbNEvXr1UKVKFXfCu3btwoABA1zZJkbACBgBI2AEjIARMAJG4HoREIm8dxcR944g7+15n8/nHYr3/lSVsglR/xl93oG3zuo/jqNO4z9w8NAZ2GAEjEDMJHBq9yEsefI1HF2zHXppOyXtWhbJq+d17zH6fQD7BIr9gx8bERFwEPEsy/8um2sEjMDlEhDxrjMRgYgE/TWvSV6nvuiv70+XAB2bJUDqe3RZAAKg/9vb8N6nO7VkoxEwAjcqgUO/bcDiQt21TxAVICJI9lZNJCmcxfl89h9+X8K+hYrNPr9w4cLo3bs35s+fj4ULF+K1115D0aJFce4wb9489O3bF+XLl8fdd9+NihUrol+/fvj999/PXdTqRsAIaL/iIAinbsKCyQiEEfA/JmGNVomFBKL+lIYMGRLcaYECBfDiiy8G6zG9MGPGjOAp1KxZM1i2ghEwAkbgUgjUqlULSZIkcauMHTsWc+fOdWWbGAEjYASMgBEwAkbACBiByydga0Z3AnGi+wHa8RkBI2AEjIARMAJGwAgYASNgBIxADCBgh2gErgIBEe9lMhFxL6/6L6fyRVW+uMovqvAlVurm5PHRs9lNyJPtrNvz2bMReKHTFkyYcdDVbWIEjIARiA4Edgwch20dP9ND8X5OWYo+gEQD/4cEiRK6F/PZt1Hs39jX+f2eiNcP6oquP6Q1GYFLIcBPHP8IwKWsY8saASNgBIzA5RJgr3u568bA9S7zkEVC7m90G1rTqY1GwAgYASNwbQmc39uKSHCXIpHlYOMNWhBRFpQ7fy07axMjYASMgBG4pgS0u9Xxmu7CNm4EjMAVELBVjYARiFICIp5XFBH3g4HMGTJ3yBwixXwi35Ogij+eEO1evAkcdHHMnncQDVquY9VkBIxAgMCJrXuxquYgHP5tg8u3x7klMZKNqI2ED97r8vS8lnhd8fqieL2JiLv+RCKvR1zEkCtXLvfjdGvXrsWsWbPQvHlz3HHHHWFrLl++HAMHDkTJkiWRL18+dO7cGfyDqGELWcUI/AsBEe9z+S+L2CwjYASMwAUJWO9xQSyxrvHAgQP49ttv0ahRI3evUb9+fXz55Zc4fPhw8FxvueUW8A/gTZ48GRs3bnQ/kpsnTx4guMS/F3gvE7rExx9/jAcffDC0yco3EIEtW7Zc9Nm+8soryJs3r7tXvuiVbEEjYASMgBEwAkbACBgBI2AEbjgCIl4UQ0RcrJ65MooxfIoxfcb2qXQ5UqF8+4xIeks88C3+owdPYnjzWVj501bEpGHCy1Ox6NPF7pD5/a/0ldIiT8ucCD1XnjvFPAYlIi7vIeJZt/LFTG6wZd544w2XD+Jp//DDD+jfvz+LJiNgBIyAETACRsAIGAEjcN0IiHj38CKe5fMO7/F5v89nAIrPO1SVsolQv9ZN4HMCtfqPY6jX+A8cOHjmuh2/7dgIGIHLI3Bq10EsKfk6jq7Z7m1AAxlJu5ZF8mp53HOrf+2zL6DYL7B/oETErSPiWVf5r4nNNwJG4IoIiHjXm4i4GByvRV6XFK9XX/TX96dPiA5N4yP1PeJilPTZ/d/aihGf7LiiY7CVjYARiJkEDv+2EYsL9QA7hAidqMtHsrdqIskTDzifz37D70PYp1DsYygRcSct4llXiWWT3Llzo0OHDpg2bRrWrFmDYcOGgX8cM3Xq1GFnum/fPowZMwZt27YFv6OROXNmPP/88xg5ciT27NkTtqxVjMANSSCCvYueuTNuohUbjUA4Af9jEt5qtVhHIIpP6LPPPsP3338f3GuzZs2C5dhQ4P2Hfx7ly5f3i2aNgBEwApdEIFmyZKhevXpwnfHjxwfLVjACRsAIGAEjYASMgBEwApdFwFaK9gTiRPsjtAM0AkbACBgBI2AEjIARMAJGwAgYgWhPwA7QCFwtAiLeS6giEnwRni+p8oVVvsDKL6zwZVYqRbL46NksHh55iHv3XoZ/sfNWjJ9+kA0mI2AEjMB1JbBjwFhsfflzQDgK4hR/EIkH/g8JEiZwL+azT6PYr7GPY19HiQhEBBxEPMuyyQhcKgH7+FwqMVveCBgBI3C5BG4sf30xlETCmYhI4P7G+wIRp6s2n8Fzrx/Cc68dRJ2A6r52AFQ9tfVe2w+q/qv74Wkfnn/VU4NX94JqqLZh7z1oFKIXeu8G9WLvXaAav7ILjbXc+JWdaBJQU7VNX9mBZk5/o/krql6eWvTaDl8te20D1Uptq55b0Tqgl9S+1HMLqDZq2/TcjLY9fG1Cux6e2qtt3+MvdKC6b0THEL3cfQOoTmo7dV+PTt3Wo7PTOnTp5qmr2q7d1qIb1VVt1z/RPaAeXf+Ar55a7tllDXp1VXVZjVcC6q22d5dVoF5V+2qXlXits68VeL2zpz5q+3Rejr5Up+V4o9OyoPp1Wgqqv1qnl5fgTafFGPCyp4FqB778OwZRHdV2/A2DAxrScRF8vaXltzosxNsdVWrf6bAA1Ltq3+0wH9RQtU7tf8WwgIa3/wXUCLUj2s/De1Q7te3m4v2APmj3M6gP1Tq1nYOPAvq47U+gPlH7SdvZ+JRqo1b1WZtZ8DQTn7fxNFLtyJdm4IuAvlT75UvTQX310jRQX7eeBk9T8U1rT9+2ngLqO7XftZqM71uraFU/tPoR1Ci1o1pNAjVa7eiWEzEmoLEtJ4Aap3Zcy/GgxrcYD2pCi3HwNbHFWFCT1E5qPgY/BjRZ7eTmo0FNaT4K1NRmo+DpB0xr5mm62unNvscMqul3mNlMRaua1fRbULPVzm76Daif1P7U5GvMCehntT83+Qpzg/oS8xp7+qXxF/D1q5Z/bTwS86kXP8eCgBaqXfjiZ6AWqV304qdY9MKn+M3pE/z+gqfFahe/8DGWUI3UNvoISwNa1uhDUMvVOjX8ACuc3sfKhp5WqV3V8D2sphqoHI67DgAAEABJREFUbTACa4Iajj8aePpT7Z8NhmEt9fwwrHt+aFDrn38X1Aa1TvXfwUant/FXfU+b1G6q/xY2U/XU1huCLQFtrTcYvrZpeVvdQdge0N91B4LaoXZH3QGgdtYZAGpXnTfhqT921/G0R+2e5/phbx2V2n3PvQFf+5/rC+qAWqfafXAwoNM/LQX7XL/vFhFXFPGsq9jE+SgRZRL4NmOEUms37Mh/+qn6r/k+av95PupCfor+iXpRfRV9FNWYfsppZ4if2oGgn6J/uoCfon+inI86z09tCfdRIX6qnfomX+3VP1Hn+qmXu290PirUT3V2Pmq9+qp1IX5qLSL9VKSPoq8K81Hqn3rSTzmd76depY9S//SqyvdTvo+i7UM/pf7J81PLQnzUMuejIv3UkoCPovV8FH3VuX5qcMBH0Q5R30Q5H6X+6S31T287LXA+6h3noxZE+qj28zE04J/op+iffI2gn6J/CvipSB811/moC/upn5yPurCfmhXwUbPCfdR5fmp6wEdN93yU+irPR00L+qhv1DfRR1FBP6X+6XvVD+qbfNE/UaNbTsJ/+anx6qvoo6hzfdSF/ZTvo0Y7HxXqp3wfRUsfRQX9lPqnmapZTr6f+sbzUU2+wU/n+amvEOmnvsS8Jqpz/NSvAR/1K30Upb7pXD/l+ajPQD/l+ahPgz6Kvoo+ivL8VKiP+sj5qEg/9QGWOx/1gfqq9//BT43A6qCPGnGOjxqOP9U/rXUaGuKjhkb6qPrvYsPzvo+iffsf/ZTvo2jDfFS9QdgW8FHb1TfRR1G+n9qpvmqn81NvBnzUm0EfRV8V9FPqo/aG+ag3nI9yfqp2X9BP+T7qYO3XAz9o4jkiEQn2xyLiNdrUCBiB60rAdm4EjEDUExDxfKCIIE6cOE5x48YFc4kU84p8T4IqVjAh2r4YF3yMidDJT78cRIMWa2GDETACwMmt+7Cq5iAc/m2D4tDISIpESDb8WSTMco/L0/Ma4vXE64ridSYi7poTEXAQ8SzLl6JChQph0KBB+PvvvzFhwgTUr18fSZMmDdvEr7/+it69eyN//vwoXrw4+vTpg5UrV8IGI/BvBCI0XvVv822eETACRuCfCKgn/KdZ1h7DCZw9exaTJ08Gf+w2X7587oeihg8fjm3btgXPjPc5lSpVwpdffom9e/fi/fffR4kSJYLzWbgUZc2a1S3er18/VKxY0ZVtcuMROHXqlLvfvZQzX7hwIQoXLoyOHTteymq2rBEwAkbACBgBI2AEjIARMAI3GAERLzYvIi5m7+fLGMunGNtnjJ9KlyMVynXIiKQp44NrHT98Eu+1mIWVP0U+FyMaDxM6TcNvny/VY+fRC+6vkh55WuRA6DnynCk+31MiApFIXcrp3WjLpk+fHgMGDAie9sCBA8H8TLDBCkbACBgBI2AEjIARMAJG4DoQEIm8nxcR99zDe33e9/NZgOLzDlW5TCI8/7947hkAOqz+8xjqNf4D+w+c1pqNRsAIxAQCJ3cexOKSr+PoH9sBgRuS9yiH5FVzu/cY/WuefQDF/sCPhYh4K4h41q18ERNbxAgYgSsnIOJddyICEQn6a16jvG590V9nTJcQ7ZsmwH33cFno8sCAd7Zi+Ed/wwYjYARuHAKHFm3A70/08E5YAB2R/K2aSFIos/P57C/8voN9CXUj+/xMmTKhYcOG4B8S3rRpE2bMmIEePXqgWLFiLkeCkOGPP/5w7zzWqlULt956KwoWLIjOnTtjzpw5IUtZ0QjcQAT03sSdLTsaV7CJETifgH08zmcSG1ui8px27tyJDh06BHdZuXJl1KhRI1iP6YV9+/ZhypQpwdMoWrRosGwFI2AEjMClEuCzi7/O2LFjcejQIb9q1ggYASNgBIyAETACRsAIXDIBWyH6E4gT/Q/RjtAIGAEjYASMgBEwAkbACBgBI2AEojkBOzwjcFUJiHivDokIRMS9CM8XVvniKl9k5RdX+FIrlTxpPHRvGhd5H4pwfyyGv3DfuPMWjJt2ADYYASNgBK4Xgb/fHIMtL4/Ufsnrm6R4FiQeUAvxEyQA+y72ZRT7M/Zt7OMoEa/f43GLCI3JCFw2Af30Xfa6tqIRMAJGwAhcCoEbqse9FDBuWRFxz3UitF5qWnTOZ1OOI6ipx/H5lGMq32p58jGMpLT9iylH8YWWab+czPJR0H45+UiIPYKvJh9WHcHX2v7Vj2p/PKzlw/hGrZPO/+bHQ1o/hG99O0nL1I8H8V1A36v9ftIBfD/poIr2AH7Q+g8/0u7XsqdRk/Zj1MR9GD1R7aR9GB2iMRP34kIaO3EPxqmCdoLWVeMn7oanPZ6doPUJuzBB7QRnd2Fi0O505UkTdmLS+IAC5R/VOo3fgR9Vk32N+xtTxu3A5PFqVVNVU1RTx21HqKaN34Zp47dj2rhtmK7y7fSxW0HNGLcVoZo5dgvCNG4zZo3bglljN2P2WC2rZo/V8phNmK36Scs/jdmEn8YGxPKYvzBH7c/O/oWfx2xUeXauludq+9zRGzF39AYV7UbMG7MBv+i8edr2i8q3v4xej19DNH/0OlefP2odwjR6LRZQo9ZiYYgWjfpT63+C1tMfWv4Dv/0Qqd9ZHrUGv6sW/7AGnlYHLOurseSH1Vj8/Wpnl/6wCku0vPT7VaCWqfW0Ep5dheXfr/T0XaRdoeUV36/AStWK79Q6LcdKtau+W45wLdP6Mqz+dhnWfLfMs1pe/d1SrS/FH9/6WqLlSP357RL8+Y3q28VYq/rzG8+u/eZ3rNPyOmdZ9rT+m98Qqg1f/wYnbd/4zSJXpv3r60XY+PVC0P4VYjdp2ddmlr9agM1fLcSWr9Wqtmjd03xs+Wo+tgb1K7a5Mq3qy1+x/atfse3LX7Cd+kqt6m8te5qHv7+M1I4v52Kn1j2r5S9U2rbri58RrjmuvvuLOdij2q3znR35E/ao9mrb3i9+wt6Rc0C7j20jZ4N2n7OzsV/bWN4/cpaWZ+OAth/4fBaog9p2QHXw85lg2VktHwpqBg5/PgOHVLRH1Dp9Nh1HqM89e/SzaTiqddpjrjwNtMc+nYrj1GdqnabguFr2udrtur7Yf+5k/UaXiEdGRIJstOCwaAs+Dfipz9V6Ohbmp5yPUt80kj5KNTLgn75Q+6XTEfVRkfpKfdBX9E9OhxHmpyYfUt90WHUo0j+pn/pW/dG3tEE/dcD5qu+1/btJB9VHUQfUL4Vqv6vTR/0wSf3TxIBCfZSWxzg/tS/oq8Zq3dMejA3xU+PUD41XPzUu6Kd2Oz81wfmk3eqndoVporbTPwVtwE853zRhB4JW/dOP6ocmq/VFvzRZ22gp+qqgj1LfxPI0tU6hPkrLzkeN3aa+a6vzUzMD/mrm2C1hfor+adY/+qnNkf4p4KfmqA8K10b8PPYv0FfNHaNlnU/r+6l52kafRD/l5HzUevyi9lf1T7+MWu/8EsvUfG1zGrUuzE8tGL0WC0evw4KAj/Ltwh/+VL8Uqd9G/eHqoX7KldVH/U4F/dQa0F/RHy1Wn0Q/5WkVaOmffNE3LVW/tEy1XH3WcmdXRvop9UP0Uctp1Uet/H45PD+1POCjVmDVt8uxSv2R76tWa3m1+q7V9E0BrVG7Rv3UH6o1YX5qacA3LYHzU/RV9FGqtc43LUbQfvu7+qvf1Tf5+s0rq3+iv3I+Sssb1EfRP21w/mlRiI9apL5qYVCej1qATeqbNqlP2uyLPurr+eqzFgT9U7ifmu981jb6Jop+SuX5qV/xt/qo7SrPR/0C30ftcL5pHmjP9VO76KvUDzk/9eXP2KWiX/I0B7vVJ/naE/BNzrryT9g78if1T7MvqP30TSNnBfyU2s9nBf3UwZEzcVDrBz+fqf5oppZnOkvfRB127Z6/Cvoq9Un0U0fpp1RHte5pmvqraZ6PUn91TH3ScfVTzmr5hOr0r6sgrucFRMQJgUEkvB5oNmMEjEDUEbA9GQEjcJ0IiIjbs4iEvSfBnCLF/CJzjVSxgonQvon/I7+COb8eRoMWa/nKBGwwAjcqgRNb9mJFjYE48vtfDoHcnBgp3quNRFnucXl6Xju8jng9UczVi4i73kQirz9chaF06dJ47733sGvXLnz99dfux21EvH34m582bZr7EZy8efOCf0T33XffxZYtW/zZZo2AEvA+MwL+06qNRsAIGIFLJCCXuLwtHv0JzJs3Dz179kS+fPlQsmRJ8I/xr169OuzA+cNzvK/YvXs3fvjhB3cfErZAZOWSSsuXL0ejRo3w0ksvXdJ6tnDsInAl96uvv/46cuTIAd4Hxy4qdjZGwAgYASNgBIyAETACRsAIXC0CIuI2JSIuds93HinG9CnG+Bnrp9I+nArlOtyPxClvcvmxY4dO4b3mM7Fy9lZE52H8y9Ow6NMlQATHCGSsnAa5mz/s/rANz4viuVLMY1AiApFIXeL53ZCLN27cGGXKlHHnzmfZAQMGuLJNjIARMAJGwAgYASNgBIzA9SQgEnlfLyLuuYf3/Lz/5/MOxWcCqlKZxKhXS5939OEhIiICa/44ivqN/8C+/adhgxEwAtGbwMkdB/B7yddx5M+/eQUzAIDkPcohWeVc7j1G/1rntU+xH2D8gxIRd3IinnWVi5vYUkbACFwlAiLe9SciLibHa5PXKcXr1xf9dcZ0CdG+WQLcd4/o9a4HoDG/Qe9uw7APt2vFRiNgBGI7gUOL1uP3J3pGnqb2AcnfrokkhTI7n89+wu8z2IdQ7FMoEXHriXjWVW7ASeHChdG1a1dMnToV27ZtwxdffIEXX3wRWbNmPY/Gzz//jN69e+Pxxx/HrbfeiqpVq2LEiBHYtGnTectagxGIlQQ0NuDOS/saZ21iBC5AwD4eF4AS+5qi9Iz4vYWtW713MO6++2688cYbUbr/a72zGTNmBHdRsGBBpEyZMli3ghEwAkbgUgkUL14c2bJlc6stW7YMEyZMcGWbGAEjYASMgBEwAkbACBiByyBgq8QAAt5fWYgBB2qHaASMgBEwAkbACBgBI2AEjIARMALRlYAdlxG4+gREvJdSRST4IjxfWuULrP4LrXy5lUqeLD56NIuHRx/W49DlIUDTrlsxbuoBbbDRCBgBIxC1BHa8ORZbO38BdkeAYG6iveiTbI17yfzYsWPuB3nYj13oi3gi2oEBEPEsbDACl0mAnyCBXObatpoRMAJGwAhcGoEbqb+9RDJ6TyMiEBH3YyR8poMO7ssinFBa5zeaWaRYdmK7KkIrrl2tNwZqETrHFd3ELakT8Bcc+YMmWvCqupIu6U11Ha9dW1imAks5w6V0c976XFIrboYur9Zv1yJnOnEJyrVxwopKR90aG8IVbA8ruE15y/OYOM+r6dTbt7cEt+Vm6mlquytyEikeI+UtH7mMtwSn3ja4G90IK24frsCSLuLmaYMWvc34ZbXBkTNVOupaXivLrqIFHV3Rm3jzOdUj8pq4Ey7k1fRQOEeXuGA7F6R0vltel4r6yCMAABAASURBVNXlvPMMtGmdB0sT2s66btxfiwurdFs6RrZ7TTplEzcTWF5b3HKuSSveyCZ/AZYp1j2rU28MLOxX1GqLHjkX1Q1qyTVxwjKlC3Cud9Ba8dq88/GW00YdQ9u16tZRq+u5pdRqTUet6RicrS3B8dz2QN3N17KOXE2PU1tYUcORRcrN1IIeCZuVm5a07lZQqzXXrjM4alkb3ZRztKzHGHperqxtuoiOOl+n3Bab3Dytc001Onolv10buKgq0O4aAhNuSqWjO+RAq2e0UUevPVgIzgq06wwdvVbdhbZ6VZ26USc6k8fCY+USkXIz9Py5jCd/GR4p19EldNSam80J1/asK2nRX06XYpMu7xmd5cpuwopKRz1C1+JNAg00bBCRYF8s4vXN0EFEdHpjjiIS7qO8/yQPBsGpdPxHrpwXPjPk/4czKW9rbjFX5T68gpvD/2NXdUtw/UBNl9NRl2HdF6v6aXAzvDYWtUXX9qa6hI5adrM50arO5ei2rk3cp9fKCkuc48mr6VRncZ2AiZwZaAgYr50VXYWj7pmrabs26qgFNrtrwavqVMewdp6Et5Yuy5m6FW3zj9Mtq3VamtB21nXjbm1dS9fnqCW3GU64lraxqNKRi2vD+e2u0Z+4Bb1lWOQO3L44Xxt0ZJMuoCUdtcA52qb7ZokLh7ZrXUedo42uoJZLa9k7H6+uC+io29Cq165VXY4jD1yb1XDqtevqbtds0bXY6Mlr8FZjS0g9pOrW5UKczXYqWNYCt6nG7dPtiwvrQmxXo+vrXB214FV1vjdPp8F2lj25hXQZb3m2acnbsM5yKzjLUuT5uyYuGFxTW7zRLaiztMaimshRG3R067gJK4G5LFJ6Yt7Kfrsei2t3K3BWoMZ2V3QTnetZru8dJ+s8H5XO9dZkGzesbSzqNljjPN+yyVufrbqQjpxHQ7HsxIpKR7d118ZJoCFguBG2BhXWzkpgbT0ir+QOgIu7mXo6OscV3USXoWUb5S+nbVxP57rRL2vFK+qyuqg31UJIe6AWOE5dwt8UZ6iY++HzAiUi2hI5ioTXI+dYyQgYgWtHwLZsBIzA9SQg4vk+EQk+x9FXMrdIMc/I9ySoIgUSol3jePpsAx0iMOeXQ2jQYi3OntWqjUbgBiNwfPMerKgxCIcX/8U7UcgtiZHivWeR6IG7w35Aj9cRxetKRNx1JhJ53eEqDwkTJkT16tXx5ZdfYufOnfjwww9Rrly5sL0cPXoUY8aMAf8YTa5cufDMM89g5MiROHToUNhyVrkRCejDk542nx+9klZsNAJGwAhcAgHrOy4BVjRedMWKFRg4cCD4Y1CPPfYYunXrhgULFoQdcd68efHqq69i/fr17o+rv/DCC7j55pvDljm/cuktQ4cOvfSVbI1YRYB/NPFyT6hu3bpYvHgxihUrdrmbsPWMgBEwAkbACBgBI2AEjIARuAEIiIg7SxFxMXy+S0Ixtk+F5srSPpwS5TpkQrJb47t82fEjp/B+i5lYMWsLouMwvuM0/Pb5Uu/Q9DTvr5IOeZrnCOYxmP/jOVLMY1AioucWKW/lS5neuMv269cvePJfffUV3nrrrWDdCkbACBgBI2AEjIARMAJG4HoREIm8vxcR99zDe38+B/B5h+KzAVWpTGI0eDYBdA3oBH+sPYbnG6/Bvn2nYYMRMALRk8DJvw/g91J9cHzdDl62KkHynuWQrFJO9/zvX+O85ile/4x7UCLiTkrEs65y0RNb0AgYgatJQMS7DkUEIhL017xmeR37or/OkDYh2jdPhDT3CHRhFTBk6HYM+2A7bDACRiD2Eji4cD1+L/wKoJc+dNCuAineqYkkj2d2Pp/9g99XsO+g6O8pEW8lEc/q6jYqgVtvvRU1a9bEO++8g+XLl2PlypUYNGgQKleujFSpUukSkeOePXvw/fffo2HDhkiTJg0efPBBtGrVCj/++GPkQlYyArGNgN9nuK7DTWLbGdr5XAUC/sfkKmzKNhFtCUTdgY0fPx5vv/12cIfMt2fIkCFYjw2FSZMmBU+D3/8MVqxgBIyAEbhMAnym8VdlP+qXzRoBI2AEjIARMAJGwAgYgUsjYEvHBAJxYsJB2jEaASNgBIyAETACRsAIGAEjYASMQDQmYIdmBK4RARHv5TIRgYi4F+H58ipfZOWXWPhyK19ypZIljYduTW/CIw9FeH9ARk3TrlswbtpB2GAEjIARiCoC2/uPwebOXwT7ocln/kLTfVPwxRdf4MUXX0TVqlXdD/BOmTIFp0+fDvZrIl4/x+MUERqTEbgiAuoGwT8CcEUbsZWNgBEwAkbgIgmw173IRWP6Ypdw/CLinuNExN3z8DkuS+oIDGhwEv3rH0efukfx2nOH8Wrtw3jl2UNB9dJ6T6cj6FnbUw+13Wsfhadj6FZb9Zynrs8dRxenE852rnMCVKc6J+H03Em8TNU5hZdVR9Z2wME/2uHgn54OqN3/Z3t46oD9a9tjny5zYlsvJD85FOlTfIdHMv6Eso+twnMVdqN1PaAVVV/Qqr6W1bZUtagfB57iormWm9enjYtm9W9CU+p5tU7x0OT5eGjcIH5QL2r5xecT4MUGCfBCg4RoFKZEaNggERo0TBzU81p+vlES1HdKinpq6zVMirqqeo2Soa6qjuo5VZ0XkuG5Rsnx3AvJUfuFFKrkeFbtsy+mwP9evBn/e4G6BbXUPvOC2hdvwTOqp19MCafGKVFTyzUbp0INp1vxVGNP1Z29DdUb34ZqjW9XqW1yO6o63YEqTVRN70BltZWb3olKqspN7lJ7Fyo2vQsVVBWb3q1W1ewelG96D8qp9XQvyjZTNU+tNjXKNEuN0lou3ew+ODVPg1LN70NJpzQo2SItnmyuolWVUBVvkQ7FW1LpwXKxFulR1CkDirbMgCItM6poM6Bwq4x4QutPtLofvgpp+fFWmeApMwq2yowCKmdbP4DHnLI4m/+lLMjfOgvyvfSgp9YP4lHVIy9lhadsyPtSpPK0eQhU7jbZ4dQ2O3KpcrZ9GE5tciAHpfUcbXPg4bY5kT2oXMjeLiceapcL2ZxyI1v73MhKtVPbLg8eVGVplxdZ2ucJKC8eaJ8Xmds/4qnDI8jk9Cju70DlQ8YOnjI4mx8ZOuRH+o6PIZ3Kt+k6FkBa6uWCSPNyAaTpWBD3qdK8/DjuU6V+uRDuDdpCuKfTE0HdreW7OxXGXU5F1BbBnZ2K4A7VnZ2L4g7V7arbOheDb2/rUgy3dimOVCrfpuxSAp6exC1dnsTNWr+5q9quJXGzKoUqua9upZDMqbTa0kjatTSSUN3KIIlTWSTuVhaJuvsqh4TdqfJqyyNBj/KIT3WvgPhOFRFP7U09KsJTJcTtoerpKU7PyhCnKmqrAD1VvaogomdVT72q4mzPajjby9MZtad7VcfpV6incErtqVeewsleqldq4KTqxCs1cdy3vWvimNaP9X4ax7R8VO0R6tVncCSgw2oP9a6Fw6/+D0der42jfevgeL96ODmgAfB4Ntcfi0jQighuxEHEO28Rcb7Kjzf2fPas81Nv1DuGPnWOOD/VO9RHadn3U73UN9FP9VDb3eloiJ86iq7qpzwdd/7J81XHAz7qhOejAr6Kfqqj+ihPp9Ghjqqup/Z1z6Cd01m1Z9G2nqc2dSPgVC8CL9UFXlLfRHl+StRHeWrp+6jn46ifiquKo34qLpo5P3UTmtE3hfgp56Mu4KdeoI96PsF5fqphw0Tqn6jEQUs/VV99k6eknp9qpFb9lO+j6tBHUeqfIn1UCvVTKeD5qZvxbMBP1Qr4J98+o37J+Sha+in1T56fuhU1nG+6FfRV1dU/+arW5Db1T7ehmvNRt3s+Sv1TFfoppztBP1VJ/VRFSn1UBVXFgJ8qr/7J17l+qkzzez0/pb6qTMBP+T6qlPqrkpT6pScDoo8qQR+lKtEyvfqq9Ij0UenVV0X6qcItM6Cw+ifnp9QveT4qE8J9VCb1VZmDfoq+qoDzUQ84H0V/lV/9VD6nB//VT+UJ+CrPRz3k+Sj6KvVRzk+1CfVTD6t/yhFQzoCfyuUsfRSVTf2Sr6zqpx7U+oPqox6kj6Kcn8ob7qPaP4rMYT7qUfVV+dRP5VfR5vN8VMBPpe8Y6a/S0kdR9FEUfZTK81GPI7XzUbSFcK/6rPP8VOfC8P0UfRQV7qeKwfNTnqVv8lTC+apU6pN8H5VSfdQtWr+ZNuCnPB9VCr5NHuKjkqlfStqtNJKon0qqZfop56Mu4KcSdC+PBOqvzvVT8eifLuCn4qif8lRZ/RNVRW0V56ci1FdFBP1UNeej6J88VYfnp57CafVPzkeppX862asGTjj/VEP9VE1P6puOqV86FrCen3om4KNqqW96RlULh15l+Vkc7fMcjr1RF8f718fpQY2cb2J/LOL1zbDBCBiB60vA9m4EjMB1JyAi7hhEJOgnGV/jexJU6LsShQskRNvG8dzzjS6OefMPoWGLP3H2LGwwAjcMgROb92BlzcE4snSTXgtAnJRJcMt7zyLxA/eE/YAerx+K15OIuOtLRMBBxLMsXyvxR+nq1KmDsWPHYuPGjRgyZAiKFCkStrtdu3a59wtq1aqF7Nmzo1GjRhg3blzYMla58QiIXPvP541H1c7YCNwYBKz3iLn/z5s2bcIHH3yAKlWqIEeOHOCP006bNi3shDJnzow2bdpg4cKFmD9/Pjp27Ih06dKFLfOvFZtpBC6DwNatWy9pLd5/t2zZ0r3LyM/0Ja1sCxsBI2AEjIARMAJGwAgYASNwwxIQ8aIaIuJi+XynhOIzBhWaK0v7cCqU7ZAJSVPFhz584PjhU3i/+UysnLUF0WkY12EqFn2+NHhI91dJhzzNHnZ5DP98eG4U8xiUiGjeI1LBlS+lcAMvmyVLFvTv3z9IYMCAAVi8eHGwbgUjYASMgBEwAkbACBgBI3C9CIhE3ueLiHvu4TMAnwf4fEDxd5SoCqUT4fna+rwDDhH4Y+0x1G+8Gnv3nWKDyQgYgWhE4MS2ffi9dB8cXbtDQxTebw8k71kWySvldM//vKYpXusUr3vGOygRcWci4llXuZSJLWsEjMBVJyDiXY8i4mJ0vFZ53VL01b54XadPkwDtmidE6rtdiBIR+m/IsG0Y+v62q35ctkEjYASuP4GDC9bh9yK99EpXf6+jOn6keOdpJCmYKejz/T6CfQbFPoQSEXcCIp51FZtckABj/M2bN8f333+P3bt3Y9asWejcuTPy589/3vKrVq3CwIEDUapUKddn58yZE/Xq1cPgwYMxe/ZsHDp0CDYYgagksGXLFvd5var7jIjwNueMm3h1mxqBEAL+xySkyYqxjUAUnc/p06dRrly54N66deuGypUrB+uxpTBq1KjgqRQtWjRYtoIRMAJG4HIJ8Hvh/rrsY1auXOlXzRoBI2AEjIARMAJGwAgYgYsnYEvGCAJxYsRR2kEaASNgBIyAETACRsAIGAEjYASMQLQlYAf+awdSAAAQAElEQVRmBK4lARHvJVURcS9V8gVWii+08sssfMmVL8FTyZMlQPfm8fBI9ghA3IjmXTZj7NQDsMEIGAEjcK0JbO8/Blu7fMnuB5wsvf0kOp6ah9BhxYoVePvtt1GtWjUUL14cXbt2xYwZMyCinZYuKOJZLdpoBK6YgH2crhihbcAIGAEjYATOIXAxVZHw+xkRCf4AyTNFbwJV4wkB9ZRaX9ULCaqdo6par1ooDpyeiIMqYYqLyk+Eq9ITNyFUFbVesXA8+Kqg5fLadnznDzi+cxSOnaOjWj+6czSoXRtHYuXCwZg1sQu+/eQFvNu/Gnp2LIzWL+ZAmtvXoUyRhChdJFGYSmm9VNFEKFU0sVNJtZFKgieLhquE1ksUTQqnYklRXMvFaZ2SoVixcBXVetFiyRGqIlovUiwFihT3VFitp5tRuPjNeOIcFSp+C0L1eIlb4Cml2pQoWCJcBUqkQqge07rTk7fiMVX+MN2GfE+G69Enb0eoHil5Ox7RtkdK3gEqr9pw3Yk8JcOVW+u5S92F3CVVanMFdTdylbobOc9RjlL3IFQPa/3h0vfCV3YtRyo1Hiodrmxaz1b6PjiVuQ9Zw5QGD5YJV5YyaRGqB7T+QNl08JVZy5FKj0xlw3W/1u8vmwG+Mmo5Y7kM8JQRGcqFK73W05e7H77SadlTJqQrnwlpw5QZacqH6z6t31f+AYQqdYUH4CmL2iy4t0K47qnwIEJ1t9bvrpAVd1f0dJfaSGXDnRXDdUfFhxCq2ys9BE/Z1WbHbZXCdWulh3GuUlXKgaAq50DKoHJqOSduqRyqXLi5crhSaD1FldzwlVzLkcqDZFXClVTrSavkhVPVvEgS1CNafgSJq4bqUSSqGq6EWk9YLR8SVlWpTRCm/IhfLVzxtB6v2mNwqv4YbtLyTbROBRC3erjiVC+IUInWpfrjoOLUKAQJUZyahRH36SK46ZmiYDyNEjm/r8YNNoiIexZnnJEil6eLxEXNwnGCPqp6IYB+ivbCPkpQVX3T+X4qrvqsuOf4qZvCfFQl9UcX8lP0VZ7io3zhcJXTernCCeBUJAHKhimh8030T74u7KcSOx9FX1XyUv2U809J4fmqZBfwU8kv4KOSw/dTnn9KAc/efAEfdXO4j1Kf9XiInyr4Hz6K/sr5qBK3Oh8V7qduQ/5zfBR9VqiPYvkR+imnC/upC/qogH/KHfRPdzn/lOsc/0R/FeqfWH6YPopS33TlfiqN+qw0eDDMT6UN81H0V1fkp+ifgn4qo/qqcB9Fn+X7J986H6W+KV25TJflp1Krz/J81AOX5qMCfirSP2XFXef4J/qrO7Ttjiv0U6nUbzkfpb6J9t99VE5c0EeF+KnkYT4qN5KrT0p2jpx/uhp+Sv0T/dUl+ynnn9RfqX+6SRXupwqG+Sj6K/kXPxVXfZRTgazOT7FPFvH6aNhgBIzAdSNgOzYCRiB6EBARdyAi4uJr9JN8duF7ElTouxKFCyRC2ybx9DmHPxoYgXnzD6Jh8z9x5kwEbDACsZ3A8U17sLzGYBxesokXAHBzItzy3rNIlPlu+NcJLa8biteRiLjrSkTAQcSzLEeV0qRJg6ZNm2L69OlYvnw5Xn/9deTNmzds9xs3bsTw4cNRvnx5ZMuWDW3btnU/QBe2kFVuCAIR9itcN8T/s52kEbgWBOxu8FpQvXbb3L9/P7755hvUqVMH/AHa+vXr44cffgB/QM/f61133YWGDRtiypQpWL16Nd544w3kzp3bn31J1hY2ApdDgD9MezHrpUqVCvyxx1OnToF/YPFi1rFljIARMAJGwAgYASNgBIyAETACoQREvNi9iLiYPnNlFGP9FGP//E4xlSZ7SpTtmAlJb40P6Gonjp7G+y1mYsXMLYgOw9j2U/HbF8vBY4MOmaqmQ56m2d0fAvLPg+dEMY9BiQhEIqWrXdZ4o6/UunVr+D/Uv379entGvdE/EHb+RsAIGAEjYASMgBGIRgREIu/3RcQ99/BZgM8FfE6g+LxDlS+VCA1qJwDAdYC164+jQeM/sGfvKdhgBIxA9CBwfOs+/F7mDRxdtxN6SasEKXqVQ/KKOd3zP69lXte8xile74xzUCLiTkLEs65yiRNb3AgYgWtDQMS7LkXEXde8Znn9UrymKV7fVPo0CdGhRWKkSS16MBTw1vDtGPr+Nq3baASMQGwhcHDBevxe7FU9HQH/6QQ3D30GSQrcH+bz2T+wr6DYd1AiousBIp6FDZdEoFChQujVqxfmzp2L/fu9dy35LmW6dOnO287ixYvx4YcfokWLFnjiiSeQPHlyZMyYEfzdx969e2P8+PFunSVLlqBRo0bo0aOH26ZrvMBk8uTJbjnaC8y2JiNwQQL8rGXKlAlff/31BedfcqPfd0RBFzJ79mzkyZMHNWrUwM6dO//xUD/55BO3HO0/LhTNZvC7OQsWLMDEiRPDjqx79+4up7hq1aqw9phWiYKPR0xDEuuON6pOqECBAsFd3X333eA1EmyIJYVffvkFu3btcmfDc+R3N13FJkbACBiBKyCQNm1a931wbuLQoUPBZw/WTUbACBgBI2AEjIARMAJG4GIJ2HIxg0CcmHGYdpRGwAgYASNgBIyAETACRsAIGAEjEE0J2GEZgWtOQMR7lUhE3IurfJGV4out/FILX3TlS/C0yZImQI8WCfBo9gjwx0up5l02Y+yUA9f8OG0HRsAI3LgEtvcbgy1dvgz2O3GfzIqC0/pgzZo1GDRoEIoXL34eHL4Ayh/xL1GiBAoXLuxeLv/555/PW84ajMDlErC/AXC55Gw9I2AEjIAR+AcCl9QsIu75TUTO+/GRBAkSgEqYMGHQshwV6t+/P65k4BcC+QcUouJYbR8JYQyMgX0GLu8zwD42VIybMYbGWBpjaiJeH30l/WFMXVdEgocuIuf5KLIiu9DPXqJEiaw/Up8dysTKl3dtGjfjZp+ByM8A+1qK/S5zOxfyUyKRfTZsMAJGICoJ2L6MgBGIRgREPH8oIu75hc90fLaj76ToR+lPqSceS4S2TePrctBB8MuCg2jU/E+cPs23JrTJRiMQCwkc37wHy2sMxuFlmwG9XOKkSoJUHzyHRJnugn990PJ6oXj98DqiRHQFACKexXUcsmbNivbt22P+/Pn49ddf0blzZzz44INhR7RixQr069fP/QBdvnz53PsFixcvDlvGKrGRgPf5FBFIbDw9OycjYASuOQHrO6454ivewdmzZ/Hjjz+iWbNmyJkzJ5566il8/PHH2Lt3b3DbSZMmRc2aNfHVV19h27ZtGDZs2AXfRwyucHEFW8oIXBaBLVu2XNR6o0aNQvfu3S9qWVvICBgBI2AEjIARMAJGwAgYASPwTwREvOiGiGgOLE5QjPlTzAHEjx/f/VGd+x5KibIdMyPprfEBRODEkVN4v/kMrJihOQRtuV7jmHZTsejL5XpEmrPTMVPVdMjTNLs7Zv/4eS4U8xiUiEAkUldw7LaqEgj9/gD/AMnw4cO11UYjYASMgBEwAkbACBgBI3D9CYh49/3+u0y0fCbg8wGfFyj/madcqUR4vnZ8uN+P0GeLP9cdRYPGa7B7z6nrfyJ2BEbgBidwfMte/FamL46u26EkIvQ6jUCKXuWQvEIO9/zP65jXM69titc5r3dKRHQduDgALn+wNY2AEbiGBEQir1MRcTFKXseUf23zOqfSpUmAds0SIU1qbx3tEPD28G14d8Q22GAEjEDMJ3Bw/jr8VvQVvbT1hlxPR70+bhn6DJI8ljHM57NvYB9B0d9TIl6/IOJZXd3GKyCQIkUKVKtWzb1LuX79evz555945513ULlyZfAP+F5o0+vWrcN3333nvqtRrly54P8jl+V7mRMmTADf52TdZASuFgF+NmvUqOE+r6tXr76yzbqAgG7C64K0cO1HXjcffPABzpw5c+13FkV7mDdvHpo0aRL8o99RtNso200Ufjyi7JxsR2EErnnl77//dr6U33H0dzZ79my/GKvsjBkzgufD72oEK1YwAkbACFwhgVq1agW3MH78+GDZCkbACBgBI2AEjIARMAJG4CIJ2GIxhECcGHKcdphGwAgYASNgBIyAETACRsAIGAEjEC0J2EEZgaghIOK9tCoi7ksrfKGV4guu/HILX3jlS/C0SZPER7fm8ZEvh7iDExG07LYZYybvd3WbGAEjYASuJoHt/cZgS9evIO4fELdkViTtV9O9lJ88eXLw5Qu++L1161a89dZbKFy48Hm754tt3bp1c/NKliyJvn37YtGiRectZw1G4GIJiC4owqkWbDQCRsAIGIFrTOBG6W8vHaOIuC8xX+jZLUGCBKASJkwYtCxHhfjHkXAZwzPPPIMGDRogKo7R9pHQOOu1YZ8D+xxczmfA71u5LsuMlVGMnzGOxj6ZEhGIyGX0hrFjFRFx5y8izleRDRmRFWOMFPn5HGlNdk3aZ8A+A/YZuPLPAPtWX+xr2e9S7IPpnygRgT+IRJb9NrNGwAhcawK2fSNgBKIbARHPH4qIe36hv/SfYehD6UvpV6lC+ROhbdMEupz3cy2/LjiIhs3+wKlTXh02GIFYROD4pt1YVn0wDi/3/nCP3JIYKd9/FonuvxP+dUHL64TidcPrR0RcTIAoRIQmWumRRx5Br169sGLFCkybNg2tWrVCmjRpwo7x119/RdeuXZEzZ04UL14cgwYNAn+4Lmwhq8QSAl7/HRHBn4iMJadkp2EEjECUEvB6kSjdpe3sIgnMnTsXnTp1Qo4cOVCqVCn3XuHGjRvD1i5btiyGDh0K/sH1L774Ak899VTY/Cur2NpG4PII8D3YC63Je9Onn346OOv9998Plq1gBIyAETACRsAIGAEjYASMgBG4EgIiXixfRDQHFicoxv4p5gKYJ6PueyglynTIhGS3JQCHU8dO44MWM7BihpdLYFtUanS7qfj96xXgGYhOM1dLhzxNHnLfOfSPm+dAMY9BieiSIbqy47W1SYDxl969e7PoNGDAAFzxH1lxW7KJETACRsAIGAEjYASMgBG4cgIi4jbC95p88dmAzwl8bqD4vEOVK5UYDero846uoiPWrz+Gho1XY/fuU24bNjECRiDqCRzfshe/l+2H4xt2A+56FtzSuwKSl3/YPf/z2uV1zGua4vXtX+sivJK5mmdx2YOtaASMwLUmIOJdpyKil7q4GCWvZ8q/xnm9U+nSJES75omQJnUctywgePe9bXh3xDbYYASMQMwlcODXtfit+GtAoB+ADqmGPYMk+TOE+Xz2CewbKPP5CimKxowZM+LFF1/E999/D77ftm3bNowbNw49evRAxYoVkTp16v88Er7TuXz58v9czhYwApdDgL9BmiVLFvddoctZ362j/Y9nORVOokRjx47Fzz//HCX7ioqdnD59GmfPnj1vV927d8f06dPB/6fzZsagBv9jEoMO2Q71kghc24W//PJL3Hfffdi+fXtwR/x95AwZMgTrsakwQV4csgAAEABJREFUatSo4Onw95+DFSsYASNgBK6QQI0aNXD33Xe7rcyaNQuTJk1yZZsYASNgBIyAETACRsAIGIGLI2BLxRQCcWLKgdpxGgEjYASMgBEwAkbACBgBI2AEjEA0JGCHZASikICI97KZiEBE3IvwfMGVL7rySy588ZUvwVNJkyRAt+bx8ejDQIT7B7Tqthmjf9wPG4yAETACV4vA1r6jsbnrV+CPJbOviVsqK5K9UeO8l/LZR6VKlQoNGzbE1KlTsXnzZrz55pvInz9/2KHwxdDJkyejffv2KFy4MCpVqoTBgwdj1apVYctZxQj8FwH3mYzg9L+WtPlGwAgYASNw5QRukP72EkCJiFtaRP7x2S30+S1BggSISk2ZMsUd36VMHnzwQQwZMiRKjzMqmdi+ovYzaLyN97X+DDA2RrGvpfhMyvgZJeL1zSLiukERz7rKDTIRiTxnEXExRrIhJ4rMyM/Xtf7/su1bn2CfAfsM3GifAb9/pWWfyz7Yl4i4ZwgRgQ1GwAhcJwK2WyNgBKIlARHPN4qIe4YJfU/i3OeYx/MnQttmCXFTXF1Hl1/42yE0arYGJ09ZHBM2xBoCxzftwdKnhuDIyi3QTzripkqCWz94Foky3gneY/r3mrw+KN5v8roREYiI4yDiWVeJppOiRYu69wo2bNiAMWPGoEGDBuB7B6GHO23aNLRs2RLZsmVD1apV8eGHH2L37t2hi1zT8rFjxxCVuqYnE403LhL9P6/RGJ8dmhG4oQlY7xG9/vv547B9+vRBwYIFUaBAAbz66qtYtmxZ2EE+/vjj6Nu3L+j/+QO0jRo1QooUKcKWuSoV24gRuEwCW7ZsCVuzSJEiiIiIwG+//YbnnnsuOO+jjz7CkiVLgnUrGAEjYASMgBEwAkbACBgBI2AEroSAiBflEJFgroxxf+YAKD83wPzAfQ+lQukOmZDs9gSI0H8nj53GB81nYMX0zYjKYVTbKfjtqxXumYlZukxV0yJPk4eC3znksfK4efzMY1Ai4vIYIp694uO1DQQJvPzyy3jsscdcffXq1ejfv78r28QIGAEjYASMgBEwAkbACEQHAiLiDkNEgs88fEbg8wKfGyg+Q1DlSiVBgzp83uFvKQHrNxxDw8arsGvXSdhgBIxA1BI4vnkPFpXth6MbduqO+fQP3NK7HJKXyx58/uf1y2uZ4nXNeAYlEnnd68pXNtraRsAIRAkBkcjrVkScz+Z1TfFap+irqbT3JUS7FomRJrWuE6FRStW7I7bineFbYYMRMAIxj8CBX9ZiUfHXvHi/Xs98VyrlsKeROF+GMJ/PfoB9AkV/T4loP6CnLOJZLdoYBQTuuusulC1bFl27dgX/uO+mTZuwY8cOTJw4Ea+88gqqVKkSdhSpU6d29R9++AF79uxxZZsYgWtBgJ/Jhx56CKNHj770zWv/41Zyjx5u4qrXcpI5c2a3+bfeeivsD4K7RptESwL+xyRaHpwd1JUTuIZbGDBgAJ5++mmcOnUquJcvvvgC3bt3D9ZjU4H3BvPnzw+eEt+HD1asYASMgBG4CgRq1KgR3MqECROCZSsYASNgBIyAETACRsAIGIH/JGALxBgCcWLMkdqBGgEjYASMgBEwAkbACBgBI2AEjEC0I2AHZASimoCI9xKriLgfs+ALrhRfeOWXXfgCLMUX4ZMkjo/uLRIgfw5dlgeq67zUYwtGT9rPmskIGAEjcEUEtr0xBlt7fOP6ItEt3VT6ISTrW+O8l/LZN7GPYl9FiQjuuece9yP8c+fOxbp16/Daa68hZ86cupXI8fDhw+4l3RYtWqBQoUKoWbMmRowYAb4wFrmUlYzAPxPQj9o/z7Q5RsAIGAEjcBUJ8E7gKm4umm7qUg9LxOMiIu5+ifdBvCfyxXskis9vtFEpnkuyZMloLlpDhgxB4sSJEZXHafu6yXjfZAzsOri8z8C5favf97IvpkTE9X8innWVG2wiIs4/iYj7oQ1yIafQzxw5UqFtVr68z6RxM272GbDPgP8ZYL9K+XX2vRT7YZHIvhk6iIhObTQCRiCqCdj+jIARiL4ERDzfKCIXfI6hj+V7ElTBfInQuml8xI0L8IdbFv52CC80XYOTJ6PmB35ggxG4hgSO/bUbS6oPwuEVW9znW1IlQar3/4dEGe+Efx3Qht5zht5v8tBEvOuJ5ZggEUH58uUxfPhwbNiwASNHjsQzzzyDhAkTwh+OHTuG77//HvXq1UOWLFlQt25dVz958tr+uPeff/6JlStXRokOHTrkn+4NZyNg/fcN959uJ2wErhIB6z2uEsgr2Azf9XvnnXdQpkwZ8Ec7O3TogJ9//jlsiw8//DA6d+6MRYsWYfbs2Wjbti3Spk0btszVrtj2jMDlEtiyZYtbtVKlSno/HoHp06e7OiclS5ZEhQoVWHR67733nLWJETACRsAIGAEjYASMgBEwAkbgahAQ8WL7IhLMlTH+7+cDmBtgnoy676FUKN0hE5LdngCi/04dP40Pm0/H8umbEBXDqLZT8fs3q6CHqhI8UC0d8jZ56LzvHPKdGV8ieqQhuhrHadsIJ9C/f/9gA59ZP/roo2DdCkbACBgBI2AEjIARMAJG4HoTEBF3CCISfObh8wKfefi8Q/F5h7ZsySRoWDchAmtgw8bjaNR4NXbuvLbvCcEGI2AEggSObdqDRWX74/jG3drGq1GQ8tXySF42e9jzP69hitcz4xiUCJcHRDyLKxxsdSNgBKKOgIh33YqIu4Z5TfP6pnit00/TX1NpUidA2xaJkS5tXLesiGDYe9vwzrCtUXfAticjYASumMD+eX9i0ZOvB69jEUGq4c8gaf6MYT6f1z/7Aop9AyUibv8innUVm1w3ArfffjtKlSqFTp064bvvvnP/p/7B5M6dG4899hi2bduGSZMm4cyZM/6sf7URERFYsmSJ+/3IF198EY0aNXLbnzlzZtgfUP7XjdjMG47A8uXLwfcva9Wq5b4fdNEA/L4kCruUYsWKue8yrV+/Hh9++CFOnz59UYd79uxZzJo1C7Vr18ajjz6KPHnyuHdLv/76a5w4ceKitsGFduzYgd69e4PHwW088sgjqFy5Mv5pO/xuU6tWrVCgQIEL7rN79+5o3bo1N43Bgwe7ZT755BNX57yiRYti1apVru5Pdu/ejb59+waPgdvmPsjEX4aW63F9bm/NmjWoX7++O3eeP8uLFy/mYtdcUfjxuObnYjs4n8C1aKHfq1u3bvDa4D5Sp06N3377zf32MeuxUTNmzAieVsWKFd13UoMNVjACRsAIXAUCvNfzNzNmzBj3rOHXzRoBI2AEjIARMAJGwAgYgX8jYPNiDoE4MedQ7UiNgBEwAkbACBgBI2AEjIARMAJGIJoRsMMxAteFgIj3apGIuBco+aIrxRdf/Rfh+TIsX4RPnDg+ujZPgHw5xf2yPV+WfKnHJoyauO+6HLvt1AgYgdhBYGvf0djc/Wv3A6bsV24qkw3J+lQ/76V89knsm9hHUSLi+i1SEBEapE+fHvxhX77oxhdzu3XrhgceeMDN8yd8AfSrr75Cw4YN3YulderUwaeffgq2+8uYNQLnErAf8T6XiNWNgBEwAteKwA3R414WPBHvfkdE3D0Q74co3h+FivdMUaF169bhzTffBL8wcyl/KOiNN95AoUKFEBXHaPu4yTjfZAzsOrjyz0BoH8sy+15KxOuP2amLCM0NLxFxPkpEwn4gi9x82Wfyyj+TxtAY2mfAPgP+Z8DvW0MtfRQl4vXJ0EFEdGqjETAC14GA7dIIGIFoTkDE85EiEvYMQ1/LdyQovidBFcyXGC81TYD48bx1Fv1+CC80XY0TJ87CBiMQUwkc27gLS6oPxpFV29zz/E23JcWt7/8PiTLcAf/zT8trgoobN667VkTELc/zFhGaGKtkyZLh6aefxueff+5+7GvEiBHuh7BCT4jvEfCP1lStWtW9e9CiRQtMnTo1dBErxxgC3udVwH8x5qDtQI2AEYhGBCQaHcuNdCj79u3DZ599hho1aiBLlixo0qQJJk6cGIaA7ww2b97c+Wj+qGOvXr2QK1eusGWuYcU2bQQuiwDfleUPqdL+8MMPF9zGc889F2znH1PkexrBBisYASNgBIyAETACRsAIGAEjYASukICIF+0QERf/5/smFHMCFHMEzJNRqbOlQpmOWZDktnjgc8zJ46fxYbNpWD59E67l8EObqfjt6xWB7zIDmaulRd7G2c77ziFzGL5EBCKRukrHZ5s5h0C+fPnQpUuXYOvAgQOxYcOGYN0KRsAIGAEjYASMgBEwAkbgehMQEXcIIhJ85uFzg/+8E/rMU6ZkEjSol9A970REABs2HkOjxquwc9dJ2GAEjMC1JXDsr91YVK4/jm7c5a5BDQLgltfKI3mZh8Ke/3ntUryOGb+gRCKv86t0lLYZI2AEopiASOR1LCLOZ/M6p3jNh/rrNKkT4qVmiZD2Pgn0F8Cw97fh7aFbYIMRMALRn8D+eWuxqGQfd6DMM0QgAimHPY2k+TKEfXeB1z37AIr+nhKJ7CvcBmwSrQnw/65MmTK4++67MW/ePCxduvQ/j/fMmTP44osv8O6772L79u14+OGHkT9/fvjtb7/9No4dO+a2U7hwYaRJk8b9dmTNmjXRtm1bDB48GHwHb+HChdixY4dbziY3FoGRI0ciU6ZM6NPH62f+8+z58M+FNAZAExXivU29evWQIUMGjB8/HrNnz/7P3Z4+fRp9+/Z1n/ONGze63+sqV64c/PbWrVvj8OHD/7mdFStW4NlnnwX/YC45ValSxW1r586dbvu8xtg3+xuaPn06GjRogLlz5yJ79uzgH/Rmf8xj6d+/v9t/zpw53XXKdbJmzQpuM2PGjKxeUCtXrnTH8O233yJVqlRum9w298Fj4z7PXXHx4sVo1qwZ+LtmPO/MmTNj2bJl7o+rr1q16tzFr3o94qpv0TYYjQhctUP5+++/wVw5r4nSpUvjo48+Cm6b9dWrV4Pzgo2xsDBhwoTgWbG/CFasYASMgBG4SgRy587t7v+5ub/++svdS7FsMgJGwAgYASNgBIyAETAC/0HAZscgAnFi0LHaoRoBI2AEjIARMAJGwAgYASNgBIxAtCJgB2MErh8BkciXW0XEvQjPl6z4EiVfFuMLsRR/rCNx4vjo2jwB8uUS6KIABG17bsEPE/bBBiNgBIzApRLY0mc0Nvf4VldjnyKIVzY7kr1ePeyLeOx/2BexT2LfRIl4y+uKEBGa88QXQrt37w6+pMkXs9u1a4e0adOGLbdlyxZ8/PHHqF27tnuR9IUXXsA333wTfNk7bGGr3LAE+AkTyA17/nbiRsAIGIGoJXAj9LeXT1TE4yMiEBH37CbiWd4jRYUmTZqERo0auS/ydOrUCQsWLMDFDk899ZT7Es3/2TsLACuqL4x/BxUW2KBLkEZCEJSQUkHFVlJQVLAIpS3Ewg4UrL+ggkrYCqKEAiKiiCIiIDg9gakAABAASURBVB3S3UjX/ue7j3kbLLjAxnu73+w7c+/M3PzNvXd25py5kxblVB5ZXPsQB3FQG0jZNmAWGH/NAi7HPzOjk+nFzNy1iSDMAn6zgKt2mLLtUDzFU21AbSCpNmAWN+aaBfz+mExXIgIiIALpQUB5ikA4EDAzV0wzCz5LoU6SQh0lhXYSlLoX5UD3+7LhrDPhlhkz/0XHTgs9veJht62VCIQTgb3LN2Fmizexe8FaV+wseXMi78BbkKN0Qfjtni719BT2Cf4famYJ7v9d5AyyKlSoEO6++26MHDkSixcvRr9+/cAPssavHj9cw8nhrrjiClStWtV92Ob333+PH0T+kCYQmH6LE5MFfCFdWBVOBEQgBAlo7Ei7k8JJWznJJCePrFChgpvw8fPPP8eePXuChciXLx/uuOMOfPXVV+BH0V9//fVjrt3BwPKkKgElfmoEzCzBJI9JpcIJURs2bOgO7du3DwMHDnR+rURABERABERABERABERABEQgpQiYmUvKzIK6MuoDqBugUFdAPRmlaKXcuKZXRUQXjHC6gkP7j+DDzhMx54cVSI1l+AMT8NeX8+Fl5qRCixKo0fG8Y945pA7DFzPzgscJtKQYgaQSevrpp3HBBRe4Q7NmzcIrr7zi/FqJgAiIgAiIgAiIgAiIQKgQMDNXFDML3vPw/sG/3+E9D4X3PFc3yon2d/F+B4AXbcXKfejQcT42bjwALSIgAqlDYO/yzZh+XV/sW7EZZuYJkOfFGxFzdcL7f/ZZCvsvn1tQzMwVyizgug2tTpuAEhCB9CBgFujHZuaNA+au2ezvFPZ9/1rN63XxYhF4oEtOlCpxBriYt3rv/bX434DVnk8/ERCBUCWw/dfF+POql2DeHzwxM+R79xZEXVQ6wbsL7O/s+xRe7ylmBi5mAZd+SegTyJUrF5o0aeIKSlvQLVu2OP/xVtQxTJkyBWXLlsWzzz4LzgPZtm1bPPPMM6hXrx44h+SoUaPg3gOIjcXKlSvx66+/4rPPPnO6ia5du4K2djVq1ADfC8mWLRvKlCmDBg0a4NprrwXnOmJ69957Lx588EE8+eSTePnll/HWW2/h/fffd+l8++23mDhxIn777TfMnj3b2aWuW7cOO3fuxKFDh45XdO0PIQI8Tz179gQ/EDt27NgTl8wfU9zQ4lYnDp9CRwsUKID77rvPpTZgwACwjbmN46wmT57s3nGqVq0aRowYgT59+qB3797O37hxY/B9pnfffRfsG8dJArTJ/uSTT7B792688MIL6N+/P3r16uX6zqeffur6zC+//IJt27a5JNauXYvXXnsNOXPmxHvvvefCP/744xg2bBhq1aoF9pVp06aBH/lu0aKFi8N3r5hmnTp13HbiFe2/33zzTdefmBb7Ll2WhXkwL9btn3/+SRCV5br11ltdH2V4zhfLfsx+OXr06ARhU2PDbyapkbbSDE8C7LNs/3x/ge8d8lpXuHBhdO/eHTNnzgxWim2a1xt+GD9HjhzB/aHkSamycIzhu5h+er7du78tVwREQARSisAtt9wSTCot/g8IZiaPCIiACIiACIiACIiACIQxgXAqepZwKqzKKgIiIAIiIAIiIAIiIAIiIAIiIAIhREBFSWcCZgHjMzODmTlDeBq/0hDWN4SncSwN4bNnz4onu2ZH7WoGgNOaxuKhp1fh67EBwy1vp34iIAIi8J8EVr80Equf/tILFxhHzrq2MqJeaHbMRDwcgzgWcUyimJkbp7yIQZf+EwkNcl966SVwQv6ff/4ZXbp0QcGCBRNEWbJkCd555x1nrE0j027dukGGHQkQZdoN10Jjuc60CFRxERABEUhDAhpv/wu2Wdz/QgxrFtg2Sz131apV4EeN+MLN9ddf715g27p1K7N3kidPHpQsWdL5j7cqVaoU+PKRmbn/4cxSr7xmSttMDMzEwEwMzFKHAcc6s0Da9EviCJjFcTEL+M3kmomBmRiYiYGZGJilLgN/RDYL5ONvyxUBERCBdCCgLEUgbAiYmSurmSWwk6B+kjYSFNpJUOpclAM9Omf39JmBOH/N+hf3dV6IPXsOQ4sIhAuBPcs2YWaLN7Fn0XqvyIYz8kUi//utkaNUQa9tZ3XCdk89PYV94VT19AjThZO90V5gwoQJbgIeThxHG4L41eEkc5xc7qKLLkLlypXBSeM4Yc3BgwfjB5M/BAmYBcbwECyaiiQCIhDiBDR6pP4JmjRpEu6//35UqFDBTQzJj51v2LAhmDH/J2/WrBk+/PBDN7kqJ17lpK3BAPKkBwHlmcoE2rRpE8whcZ8IHpBHBERABERABERABERABERABE6DgFngqYeZgfoACnUD1BFQqDPgPTmlaKXcuLpXBUQVzAYuB/cfxoedfsDfE1ZwM8Xkq/vH468v53npxQKxsajQogRqdDzP6TBYDpaJwnL6YmYJbNS9yPqlHIHjptS3b9/gsbfffhv8gEhwhzwiIAIiIAIiIAIiIAIiEAIEzMyVwsyOuefhfYV/j0H3qkaRaHdXhHcfAifLV+xFh47zsWHDAW+HfiIgAilJYO+yTfjjulexd8VmN3MZ7//zvHgDYq6qlOD+n88mKLz/5zMLillcv07JMiktCIEIpBsBs7h+bWbums1+T+EY4F+zeb0+p1gEenTOgRLFs3jjB58fAgMHrcVbb6+CFhEQgdAjsG3KIky/6mX3/3Ws12vpyffezYisVQp+36ZLYZ+n8HpPMYsbG0KvZirRfxE477zzUKdOHaxduxbfffcd+IHgpOIcOXIE06dPd4euvPJKREdHOz9XbBfXXHMN8ubNi9mzZ2P79u3c/Z9y4MABZ2M6adIkjBkzBl988QUGDx6M/v3745VXXsHTTz+Nhx9+GJ07d8Zdd92FVq1a4YYbbsBll12G2rVr4/zzzwffKSlSpAhiYmJcW42IiADnVipatCjOPfdcVKtWDfXq1UODBg0kqczgpptu+s9zHj/AjBkzwHbDc8v2F/9Y0O/pH53f+1cCbmxyW2myqlu3Ljh31z///IMPPvgAhw4dSjJf9plx48a5Y7QjZT9wG94qW7ZsuPPOO8E2yjlVN23a5O1N+rdjxw6sW7cOVatWBd9/ih+KaRYrVgzshxQe++2331y/bd68OapUqcJdTiIjI9G6dWvXJziXq9uZzNWiRYswZ84ccC7YRo0aOZ2uH5V5MC/W4ZdffvF3O7d06dKub5qZ2zYz8N0ujhO7du1y+1Jz5TeTjRs3okWLFs62nW2Ldbj88svBD51TNA5k/HGQbZH3IuxzbINssz169MDXX3+doAnWqFEDL7/8smvvdBMcDK2NFCvNxIkTsX//fpce368sXry482slAiIgAilNgP+HZM+e3SXL97j5P4vb0EoEREAEREAEREAEREAEROB4BMJqf5awKq0KKwIiIAIiIAIiIAIiIAIiIAIiIAIhQ0AFCQUCZnHGTWbmDOFpBEuDWN8QnsaQND6JiDgLj3eNQO0L+DjE4AXHQ0+vwogx26BFBERABP6LwOoXR2LVM1/BDR4wZL3ufEQ93yzBi3gcbzj2cAziWEQx43hj4GIWcOk/GaHR9Ouvv47169dj/PjxuOeee5xBafw0/v77bzDMddddh5o1a+KRRx4Bjbnjh5E/cxE4xeaWuSCptiIgAiIgAmlKwMxglrry448/uo8W8eWh7t27H/P/EPe/8847WLNmDfhi0YkA8EW43Llzwyx1y2ym9M3EwEwMzMTALHUZnGjM0zGk+jXKLHXPr5nSNxMDMzEwEwOz8GQALSIgAiKQ7gRUABEILwJm5gpsZgnsJKinpM6SQjsJSu1aOdC9UwTOOhPghKN/zfoX93aaj917Dns79BOB0CbASXP/avEmdi1c5zXfWJyRLycKvN8aOUoWcLp6tnVfzjzzTLAPpJSeHmG6cPK2xx57DJwQgpNJ9ezZE5yMLn51OBHVG2+8gcaNG+Pss892E8C9++67bpKs+OHkDw0Csf4sXKFRHJVCBEQgjAjEhlFZw6moU6ZMwVNPPYXq1au7SVD50bjFixcnqMIVV1wBXms5AeSXX34JTmTJyRsTBNJGOhFQtqlN4Pbbb3cTljKfzZs3Y+DAgfRKREAEREAEREAEREAEREAERCBFCZgl1JWZmdMRUFdAoe6AejJK0Up5cHWviogqlA2MdejgEQzu/APmTFiBlFi+7DEeM4cv8JJi6oZKLUuhRodKTo/B/FkWCnUYvpgZzOLEi6xfihI4fmKXXHIJHnzwwWCAfv36ST8SpCGPCIiACIiACIiACIhAqBAwM1cUM0tgH8j7HYp/r0H3yisi0f7uHIAXxbzVipV70aHjPKxffwBaREAEUobAnn824Y8b+mHf6q0wY08D8r58I2KuTHj/z/5J4f0/7RgpZuYKYRZw3YZWKURAyYhA+hIwC/RrM3NjA/s8+z+FYwGfCfJaTTmnWAQe6JoTJUtkAQygDPpgLd56exW0iIAIhA6Bbb8swp/XvBIoEPuq11nzD7wFkTVLwe/TdCns6xT2fYqZiwCzgBtIROtwIsDzeM0116BIkSKYOnUqZs+enWTx9+7di61bt4LzERUrVuyYMNxfokQJ7N69Gzt37sR3332H+fPnu7kj33//fWd/yjkkr7rqKveeR0xMzDFppMQOftx427Ztbn4l2rLOnDkTtH/lvJSSSW4+qkmTJqWKy/ZzKufwgw8+QPny5Z398THx/bElHYYYjnV33nknSpcujdGjR2Py5MnHFI872OY5T2rBggVRrlw57kog3F+xYkXs2LEDW7ZsSXAs/kaePHkwaNAg/O9//3O7V65ciR9++AHU6bVt2xZ//vmn2++v5s2b556dJH5visfr1Knj+iA/wMvt5Mq6devAvk5b8WzZsh0TjfO88oO+iecuK1SoEHLk8J7RHBMjbXb4zWPfvn1uHGOf//nnn905++mnn0CZlErtXulOwqQQYsu2efDgwSQbXs6cOcG+xP48bdo0pzsv4V23kgwcMjtTriAcT/zUWrZs6XvlioAIiECKE+D/+S1atAimy3E3uCGPCIiACIiACIiACIiACIhAEgTCa5en9Q2vAqu0IiACIiACIiACIiACIiACIiACIhASBFSIkCFgFjA1MjNn+EoDSgqNxXxDeBrL0hA+IiIrHusagYsu4Lz2sVzh4adXYvjorSFTHxVEBEQg9AiseuFrrHzmKzdmcGL1s66rjKjnmhwzEQ/HHI49HIMoZoFxiTUyMzqnLZdffjk48T4Nq7/55hvcdtttSGwc+scff+DFF190EwxffPHFzuCbBnannbkSCCsC+gZAWJ0uFVYEREAEROA0CGzatAnvvfce+CLdZZddhjfffNO9gOYnyRdm+PIbXyDix47atWuHiIgId5gvFzlPotUzzzyDRo0aBfZqLQIiIAIiIAIiIAIiIAIiIAIiIAIikPEJqIYiEIYEzAL6RzNzE9VQP0ldJYU2EhTaSVDuzgtOAAAQAElEQVQuqpkDPbrmQNZsBgPw99+7cV+n+di9+7C3pZ8IhCYBTpo7o/mb2LN4A8wMZ+SPRMEPbkX2EvnBds027gvbPYX9wMxceHiLmXnrzPurW7cuXnjhBa/P/43vv/8eXbt2ReXKlRMA4TP2zz77DO3bt3eT1TVo0ADPPfcc5syZkyCcNtKDQKD9mhksPbJXniIgAmFPQGNHypxCToLKiZa6devmJlutV68eevfufcwEkhdddBGeffZZzJo1C+PGjUPnzp1RvHjxlCmEUkk5AkopTQi0adMmmA8nYuXErsEd8oiACIiACIiACIiACIiACIhAChEwCzz9MDOnKzMzUFfA9/so1CH4+oSzK+bG1b0qIqpQNiAWOHTgMD7sNAF/j1+O01m+6D4eM4cvQOAdrlhUvKkEqrev6PQYft4sB8vli5nBLE5OJ3/FPQ6B/9j9/PPPgx8YYTC+h9mnTx96JSIgAiIgAiIgAiIgAiIQUgTMzJXHzNw9D+2ieF/B+x2Kf89Bt9EVOdHuruze7Y53wwNg5cq96NhxLtat2+9t6ScCInA6BHYv2YA/buiHvSu3uGcKnHMo78s3IqZRwvt/9ksK+yn7K8Usrh+fThkU9zgEtFsEQoCAWVw/NzN3zeY4QOGYwGeDvFZTihWNwANdI1GyRNznIN7/YC3efGsVtIiACKQ/ga0/L8T0a16JK4j3r3WBQbcgskZJ+H2ZLoV9nMLrPcUsbiyIS0C+cCSQK1cuNGnSxBWd8ztu2eL9D+i24laHDh3Crl274nYk8rFNcNz3d3POo/Lly4NzR95xxx144okn3BySY8eOde95bN++HTt27MDcuXPBjxIz308//RTvv/++mz/ppZdewpNPPokHH3wQ9957L9q2bYubbroJ1157rZtjslatWs62tVSpUihUqBCio6OdvszPX274EOC48uijj6JLly7HFjqgjHT3JMceTP09BQoUwH333ecyGjBggPe8YZ3zx18dOHAA2732HH9ffD/rF3F0vq/4+5Pyr1y5EnfddRcuvfRSNG3aFA8//DA++eQTsP/xY7rx43BfZGQkcufOHX/3afn5ntWJEuC8r7weJA7DssXv/4mPp/a2d+lK7SyUfhgRYDulTvz6669348qrr76KL7/80r0v+MEHH7i5+sKmOilY0K+//jqYWsOGDYN+eURABEQgNQi0bt06mCzfS9N7NUEc8oiACIiACIiACIiACIjAsQTCbE+cxjfMCq7iioAIiIAIiIAIiIAIiIAIiIAIiEB6ElDeoUXALM741cycITwNIGno5RvC00iKBlHZI7Li8W7ZUae691jEC+v90OvZVRg+aiu0iIAIiEBiAqteHIlVzw0HxwrAkO2G8xHzXNNjJuLhWMMxh2MPxcxgZuBiFnDpTykxM9CgbsiQIdi6dSs+//xzNG/e/Jjkf/75Z/Tu3Ru1a9dGo0aNQGNuGnofE1A7MhQBtjgzrjNUtVQZERABEQhRAhpv0+vE/Pbbb+4FHf6f065dO/DltvhlqVq1Kvr27YtVq1a5l9/q168f/7DzL1myxLnxV/wf67HHHgvukkcEREAEREAEREAEREAEREAEREAERCDjE1ANRSBcCZgFnk+aWQI7CeotaSNBoZ0EpVaNHOjeOQeyuu+axOLvv3fhvk7zsWvXIWgRgVAjsHvpRsxo/iY4eS5nqMqSLycKvn8LshfPB7Zntm1f2N4paaGnRxgvtBd47bXXMHv2bPD5Oj9uw0nkyC1+tSZNmgQ+I69cubL7+E2PHj3AffHDyH8sAU4w1r17d6TsJByxLiNOGh3wuU2tREAERCDZBDR2JBvVMQE3bNiAjz76CJwotXTp0rjuuuvw+uuvuwlW4wfmpHicVJI2elOnTgUn3qxSpUr8IPKHGAEVJ20ItGnTBpUqVXKZLVu2DAMHDnR+rURABERABERABERABERABEQgpQmYJdSVmZn7qAnf86NQl+DrFc6umAdX9aqImCIR7p2/w4eOYEjnH/D3uGU4leXzbuMx6+uF8BLjD5ValkKN9gk//sf8qcPwxcy8sHECLalC4L8SZdvgewZ+uH79+uGrr77yN+WKgAiIgAiIgAiIgAiIQMgQMDNXFjNLYB/I/2kp/v0O3UZXRKL9PTnAxcywevU+3NtxLtat3c9dEhEQgVMgsHvxBvxx42vYt5pzkgX6Y74+NyDmigrOjpF9j/f+7I8U3v/THo9iFghvFnBPIXtF+Q8COiwCoULALNDPzcw9++MYwPGAwrGB4wTHC0rRsyNwf9dIlCyRBTCA8uHgtXjzrVXQIgIikH4Etv2yCH9e1xfsk+Di9c/8g25BZPUS8PswXQr7NoV9nWLmBfbimAVcz6tfmBPgexSXXHIJ1q5di++++w6HDiV854pje2Rk5HFreeTIERw4cOC4x5M6EB0d7d7d4IeIOedRy5Ytcccdd6BTp0546KGH3BySL7/8Mv73v//hgw8+wGeffYZRo0Zh4sSJ7t2Qv//+G0uXLsW6deuwY8cOV+Z9+/a5uSk559LChQvx119/4ZdffsGPP/4oSWUGnA80qfN8on0333wzeJ5ok5xkOH+McUONWyUZLDV3ct6uZs2a4Z9//nHt8ODBgwmy4/86uXLlSrAv/sbhw4fBdhl/X1L+jRs34sEHH8SCBQvQokULDB48GOPGjXNtfdiwYShTpkyCaOyTu3btwrZt2xLsP52N/PnznzD6/v37kbj+J4yQRgf9ZlKgQAF88cUXGDlyJMaMGeP4TZgwwY0ZHDc0DmT8cZDvuLG/cc7hb775xr0HwfcD2YdLlCiRRi0y5bJJqZTIg2Mt08uRI4ebn5l+iQiIgAikFgG+012hQgWXPP8f53XZbWglAiIgAiIgAiIgAiIgAiJwDIFw2+Fpe8OtyCqvCIiACIiACIiACIiACIiACIiACKQ7ARUgBAmYBYzRzAxmdszLazScpdA4LCJbVjzaJQK1LwBiYwPyyLMr8dW3W6BFBERABHwCK5//GiufHe4NEt7PGyvOur4yop9pnOBFPI4rNP5MbJRvZi4Zs4DrNlJpRQMyGqnS2HLLli3OWJWTDsfPjkbh48ePR8+ePVGrVi3ccMMNePPNN8HJVeOHkz9jEPCaq3d94zpj1Cc1arF161bwRYfq1auDLzfwowknm8/8+fPBlyZ69+6drKgnE57l+eOPPzB27NhkpZ0egVhv1p/1Ss380yqfU6nDnj170LFjRzRu3BibN28+lSRSJM6cOXOO2xY5/vNloj///DNF8lIiSRHQeJsUldTaxw/n8GWc5s2bOwN6juFLly5NkB1fauL4SWNXfmwnb968CY6faKNQoUIYMGBA/CDyi4AIiIAIiIAIiIAIiIAIiIAIiIAIZHwCqqEIhDUBs4A+0swS2ElQf0ldJoV2EpSaNXKge5dIREQEXiOZM2cXOnWaj3//PQQtIhAqBPYs3YgZLd7Cnn82uiJlyR+Jwh+0Ro7i+Z2unm3aF7Zzij95nllcf4CW4xKgzcAjjzwC2hBw8q1BgwahdevWKFy4cII41APyozcNGjRAnjx5cPvtt7sP4Kxfvz4YjhPEPfbYY95Y0gmzZ88O7k/sWbFiBThZENPjJEKJj2eE7ddeew3lypVzk5mlZH3MAu06JdNMnNbkyZNB3Tl1s4mPxd8eMmSIC0c3/v6M4k8N/e8rr7zimFF3lRQn7if72rVrY9q0aUkFwdtvv+3SGD58uDt+OueLem3qt5nn8YSTyzz99NNYvXq1y0+rYwmwr5Afz4V/lH7uS0rq1q3rxtnRo0eDE/75cVLbTf3RI7VrkLbpczI3To7KPlK6dGnceuutzg5vzZo1CQpStWpVPPDAA86mh5PAvfjii6hXr16CMNoIWQIqWBoRyJEjB9q0aRPMjf9vBjfkEQEREAEREAEREAEREAEREIEUJmAWeApiZk5XZmag7oDv+1GoU6CejO7ZFfOgUa+KiC4cAcQChw8eweBOE/D3uOU4meWzbuMwa+RCJuGlE4tKN5VAjXYVnB7Dz4v5sRy+mJl779ks4J5Mfgp7UgSSFfjKK69E586dg2Gpv+C7ZsEd8oiACIiACIiACIiACIhAiBAwM1cSM3P3PLST4n0G73co/j0I3Ssuj0T7djncPBPeLY+n99+Hjh3nYu3afdAiAiJwcgR2LVqPPxq/jn2rt3n3/owbi3x9bkCuKyomuP9nP6SwX7J/Uszi+i1jSlKFgBIVgZAiYBbX783MXbM5LlA4RvBZIa/VlKJnR+D+bpEoVSKLG19ivaeMHw5egzfeXAktIiACaU9g688LMe3aV72e6P0HzZ8nBQbdgqjqJeD3XboU9mkKr/cUs7i+n/YlV46pRcDMQB1CsWLFMHXqVMyYMSNBVtmzZ3fvVmzbtg2rVq1C4oX7ly9fjpw5cyI6Ojrx4TTbzpYtG3Lnzo2iRYu6dxxo+0p75ksvvRSXSlKVAd8LSO6JrlixIviOwMcff4xSpUodPxonTOZRb4xy/0DQn8ZiZmjbtq1rT7SJnzhxYoISsM1z3q4NGzZg0aJFCY5xg/vnzZuHmJgYnGgusAULFoBzid14443OXrtSpUquz3Hc3bVrF+K/z8R0yZBz7C1ZsoSbCYTpXHvtteC7EQcPHkxw7EQbfLeKfX369OlJ2v7zvY+9e/ee+JydKINUOuY3k4iICDcvG/t8/fr1cfHFF+OSSy5xcqn6PzIDA17DUqmZpUeyKZbnjz/+GEyLcxQGN+QRAREQgVQkEH+84f9QqZiVkhYBERABERABERABERCBcCYQdmX3NL1hV2YVWAREQAREQAREQAREQAREQAREQATSmYCyD1UCZnHGsGbmDOFprEWDWd8Qnka0NISPiMiGx7rlQJ3qBi8oDMBjz63CV99s8Xz6iYAIZHYCK5//GqueH+HGBniDRLYbqyDXs00SvIjH8YRjC8cYjjUUM/OCm8NnFnDdRhqt/En3v/32W3Ai7nfeeQeXX355gtx3794NHu/SpQtq1KiBli1b4v3338fGjRsThNNGeBNIh+YXVsDmzJnj+ggnG/7ll1+wbt26kCo/X/647777sGnTppAqlwoTegT4UZVXX30VO3fuTLJwn376KR577DFw7E8ygHamAIG0v96nQKHDLolZs2bhqaeewkUXXYTbbrvNfWAofiXOPfdcPPPMM+AHhPhS01VXXRX/8An9/KiRH6B///4oUqSIvwlAXhEQAREQAREQAREQAREQAREQAREQgYxPQDUUgfAnYBZ4TmlmCewkqMekTpNCOwlKzRo50LVzDkREME4s5sz5F53vm+c9Zz4ELSKQ3gR2L9mAP5q9gd1LN7qJqM/InxOF378F2c/J53T1bMu+sH1TQkFPn97cTif/4sWL484778SwYcPwzz//YNSoUejRowc4wVv8dDkR3dChQ9G8eXNwMivG2759ezAIJ8MaMWIE4u8LHsxEnrVr1zqeOpSVxgAAEABJREFUV1999TGT/Z0qhli4WdpONbripTOBmjVrumvzn3/+eUxJYmNj8ccff4C2R4cPHwYniEsc6MCBA1i8eLGbALJChQqJD5/yNifYu+aaa9C0adME0qhRI5fmN99849rywoUL3bZWySdAO5Szzz4b8YWT6JHlk08+CdprbdmSNjaqGj1OfN7279/vJmd97rnn3ER+5cuXR6dOnTBy5MgENhZm5uzvXnjhBddn//rrL/Tp0wcno5M+cUl0NO0IKKe0JNCmTRuUKFHCZfn3339j0KBBzq+VCIiACIiACIiACIiACIiACKQGATPqveDe6fP1BtQh8NkbhboF6snonl0hDxr1qoiYs7N7EYDYw8DQzhPw9/fLkJzls27jMXvkYi+owbx1pZYlUKNdRafH8PNgPszfFzODWZx40fRLNQLJT/j5558PfphjypQpePnll5MfWSFFQAREQAREQAREQAREIA0JmJnLzcycDQLve3i/wfsdin8vQvfyyyLRoX1OmPcHL/zatftxX8d5WLNmH7SIgAgkj8CuhevxR+M3sG/NNsAASoFXGyPX5RWOuf9nH2R/ZL+kmDGCF+WoCy2pREDJikDoETCL6/9m5q7ZHB8oHCv4zJDXasrZRSJwf7dolC51hjfEBOINGbIWb7yxElpEQATSjsDWyQsx/fp+Xj+EJ15f9H6FPrgFUReWgN9n6VLYlym83lPMvMAAzAIutGQoAtHR0WjWrJmr06pVq5zrr3j+q1ev7ja///57xJ/zi+9UjBkzBrQTrlKlCnLlyuXCaSUCSRHo3bs35s6diyZNmiR1OOE+f6xJ5yGHc5x27drVlY228c5zdMUx0n8XYfDgwa4fHD0E2mxznlO+b1O/fn3kz5/fP3Rcd/PmzeA7Fn4ApvHuu+8icZ/kPKqFChVy70SRpx/+0KFD+Oyzz9wcjpUqVXLjOv8nYx/etWuXHyxJt1y5cjjvvPPAd0DGjRsHvvfhB5w9eza+/PJLV4d69er5u0PCTefmERIMVIiMSCDl6jR69OhgYnzvL7ghjwiIgAikIoH4c5zyfbUFCxakYm5KWgREQAREQAREQAREQATClUD4lTtL+BVZJRYBERABERABERABERABERABERCBdCag7EOagFnA9MjMnGEsjawoNAqj0RUNaSk0hM+WLSse7Zodtaubmyo51ls/9txKfDlyc0jXUYUTARFIXQIrn/saK5//2hsR4CTrDVUQ83TjZL2IZ2aucGYB122k04oTSbdr1w7jx4/HkiVL8Nprr6Fu3boJSkND8c8//xx33XUXLrjgAnDS1U8//RT/ZZyaIBFthCQBTeJ9/NNCo24aVfMFiRtuuAE0Cp81a9bxI6TDERqPHzlyJB1yTn6WfIFg4sSJSMmPDCSVe1rlk1Te/7WPE/f3798fX3/9NfLly/dfwVP8OF8M4OTYnCT7eImzLR3vmPanFAGNuClFMnE6HAeHDx+OW2+9FXzZhuPBnDlzEgTjOM6XYmjQ+thjj+Gcc85JcDw5G/yoEcM98sgjaNy4Mb1xIp8IiIAIiIAIiIAIiIAIiIAIiIAIiEDGJ6AaikAGIWAW0E+amZsw0LeToK0EbSQotJOgW7NGTnTtkhPZI8zZVcybvxtdOs3Dzp2HoEUE0ovA7iUb8Uezt7B3+RavXQJnFIhC4Q9aI8c5+Zyunm3XF7ZrCtu5mXnhzRXbLOC6Da1OmkBERASuvfZavPrqq/jrr78wffp0vPTSS7jyyivdZFfxE1y5cqWbhCv+PupdOWEdn+/H358Z/d999x0uvPBC9OzZE6eurwu0ZwP/MiPFjFHnYsWKgRPd0W4n/gSPrN2OHTswf/58VK1aFZwkbtq0ad61eCcPBWX79u1YunSp04HRDih44DQ9uXPnRpcuXdCrV68Ewg9effvtt6DObOvWrRg6dGiCifNOM9tMEb1hw4bghDzx5YcffgD1nv5EgOTMSQhTG4ildgZhlv7ixYvdRI4PP/wwrrjiChQuXBh16tQB9cw//fRTgtpwYslWrVrhvffec32Q9ncc0/1JWxME1kb4EFBJ05RAgQIFnD2qnyltnHy/XBEQAREQAREQAREQAREQARFIDQJmgachZuZ0ZWYG6hL4TjGFOoasWbO6591nV8iDRo9URHThCMR6f4cPHcGQTuMx+7t/cKLl067jMXPkIi8GwPc5KrUsgZrtKjo9hp8282G+vpgZzOLkROnrWAoQOIkkIiMj0bdv32CMfv36gc9HgzvkEQEREAEREAEREAEREIEQImBmrjRm5u55aDfF+w7e71D8exK6l10Wifbtc7j7Ft67rFmzF506zsXq1fugRQRE4MQEdi1Yh2mNX8feNdvc/T9XBV69ETENzz3u/T/7I8Usrp+eOBcdPW0CSkAEQpSAWdw4YGbums3rNYXXaz475LWaUqRINnTvGolSpQKfh+A1e8jQNXj99RXQIgIikPoEtvy0ANOu7xf4n9nLjjMHFXz/FkReUFzXfI+HfkD58uVxySWXJIni/PPPd3M50i6VNqgDBgzAhx9+iMcffxy//PILSpYs6exUzQLXhSQT0c5MS6Bp06aYN28ennzyyeQziOUo5QU/6ni+dPvVrFkTzZo1SzL/iy++GDfeeKN7H6lJkyZ48MEHwfnC6OccfbSl5zxiZsfvG+x7pUuXBuc2pC33M8884953uOqqq9w+2qbyvYxNmza5MvB9jR49emD37t3gnKsPPPAAGIdxab9fu3Zt904UA+fLlw/R0dHgXGXk/+uvv3L3MZIjRw507tzZhWVaLVu2dGl27NgR99xzj8vrjjvucH39mMjpuCMEmkc61l5ZZ1gCKVQxvpv13XffBVNr0KBB0C+PCIiACKQmgVKlSrl3tpkHx6LRo0fTKxEBERABERABERABERABEYhPIAz9AQ1vGBZcRRYBERABERABERABERABERABERCB9CKgfEOfgFnAqMvM3OQYWbJkCRrD+4bwvjF8tmzZ8GjXHKhbIwu80PBWeOKFVfji683QIgIikPkIrHhuBFa+8DU4FhiAiMbnI9fTNx5jlM+xhC/X+OOLmcHMvBgIugihhcasXbt2dcbhf//9N1588UU32Xz8Iq5ZswZDhgzBzTff7CYXb9++vZu0hi8IxQ8nf+gTYEs0WOgXNJ1KuHz5cnDifE6gf80117jJ9seOHXvMByrSqXjKVgSSTYDteMSIEbjsssvcywLJjqiAKUxA420KAwVfcHv55ZdRq1Yt98LPRx99hIMHDwazKV68OHr27Im5c+e6j2cc76WgYIRkeC6//HLwQxuJg2pbBERABERABERABERABERABERABEQg4xNQDUUgIxEwCzyvNDNnI0FdJnWaFNpIUDhhIN0a1XOiS5dIZI8AqA+cN+9fdLp3DnbsiHsWBy0ikEYEdi3egGlN38DeFQFbnSz5c6LIBzcjR7G8Tld/1llnuQ/y0GV7prB9mxnMzJXSLOC6Da1ShMCFF16Ihx56CJzg5p9//sHgwYPdhFgXXHDBMennyZMHuXLlAifAmjVr1jHHM+uOl156CdRLf/zxx6eAIDD9FsfogO8UklCUdCdQsGBBN7Hb+vXrsWXLlgTloe3C6tWrwUnl2E5WrlwJ2u7ED7R8+XJwcjpOdsfJ5uIfSy0/7Smpf2N+nFxwx44dqZVVpkr3nHPOwQsvvABO3MOx8s8//0z1+mfmsYOTInHixz59+qBFixagjpn9jJM5Uhc9YcIEbNu2LcE5qFChAjp16gTaYSxduhSffPIJ7r77bteHEwTURtgSUMHTnkCbNm3ACVOZ89SpU/HZZ5/RKxEBERABERABERABERABERCBVCNgFtAVmJnTlZkZqFPge4AU6hl8XVmRCnlw5aPnIbpIBLjEHgGGdp6Av7/7h5vHyCddxmPWt4sRyAGo3KoEat5Twekx/DSZPvPzxcxgFifHJKodKU7gZBPkR0j4oQ7GO3DgAF577TX30Q5uS0RABERABERABERABEQg1AiYmSuSmbl7HtpP8f6D9zsU/96EbsOGkejYMdLdkwCGtWv3o3PHOVi9ai+0iIAIJE3g3wXrMK3pm9i/bge8bgb2uIL9GiOmwbnHvf9nP6SYMTRgFnChJVUJKHERCGUCZoFxwMzcmMAxgtdrCq/XfIbIazWliPdsske3aJQpfYYL68XAsGFr8frrK0K5iiqbCIQ9gc2TFuCPG1/3+h08Yc8DCn1wC6IuKO6u+eynvrDvUtiXKWYGLmYBl35JxiRgZrjyyitRrFixYyrINsF5GmljWqBAAfD9id9++82988L9999/P/huxTERtSNTE+A8oLRN/uqrr0Cb5ZOC4bVHF94NPW7lNtNjZWZo27ate08mcf78X4fvID333HMoWrQoJk+ejDFjxoDvJ3D/O++8A/aZxPHib/M47b/r16+PdevWubnFpk+fDur0Pv/8c9AWfNeuXVi1alUwWsOGDfHee++hcuXKoK3qyJEjQb0f86TdeGRkpAtLO/7WrVvj0KFD4Md3adPvDiSxqlixIj788EOXL98DYZqc66xu3boYOnQobrrpJncNSSJquu3yTk265a2MRSC1CKRUuny3xE/r0ksvdXPP+ttyRUAERCC1CfD/Dz8P/g/i++WKgAiIgAiIgAiIgAiIgAgECITjOks4FlplFgEREAEREAEREAEREAEREAEREIF0JKCsw4SAWcA4zcyccRQNZyk0mqRxmG9cS0N4Sq+uOVCnRtyjkidfWIkvRwYmFg+TKquYIiACp0lg+bMjsPLFb+AmP/ZW2ZpURUzvG5xRPscJf9zgGMKxhGMKxSwwzjB7M6MT0sJJwR9++GHQoPWPP/7Ak08+CRqaxi80JzF+9913ccMNNziD1u7du+OHH36IH0T+ECbgNV/wIwAhXMR0LRonUd+6daubRL9MmTKoVKmSe4li4cKFSZaLLGm4SYPrmjVrggbYzzzzDDZvTvr/hJMNnzjT3r17o0ePHm73G2+8gerVq2PIkCFumyvmS6Pyyy67zB1jedhH+dENHv8vmT9/PmiwzjRnzpyJO+64A369evXq5T46sGfPHrz11lto0KCBy6N58+buYx2sm58+y8l0mJ6/b//+/aCRPMcOlpvpNmnSxO3jMT8cXZaX5Wb5Gfbiiy929eZ+HvclcT7Mj/my/Dxnd911F2rVquWEftbJj+u7NLiPXy7m1bdvX8yYMcOxYB5+2JNxyaljx45o3LhxsD2cSvlOJk8/7MaNG8E6VK1a1b0M4O/3Xb9sbEPcxzZFznwpwj8Wv9wMQznRMR6XJEWAo25S+7XvZAmMHTsWnDyPbdX/XyV+Go0aNXIfF1q+fLn7OEbi/1/ihz1Z//jx45OKon0iIAIiIAIiIAIiIAIiIAIiIAIiIAIZn4BqKAIZjoBZQF9pZgkm+aV+09d3+rrP6tVzokvXKOTIYeDfogV70Pneudi+/SC0iAhbauoAABAASURBVEBaEdi9eAOmNXsL+1ZtdVmeUSASRT9sjRxF8zpdvd9u6bIdU8JRT+8qF8YrTr51++23gxNuUd+6du1axJ+UjpNsUS/IKn7zzTdO50j/fwn1j8uWLXN6r06dOqF9+/Z48MEHMXz4cOzbt++/oofFcdaPk3Q09nSKnPDrZAttZicbJc3DU8ebHN0vC7Z79268+eaboN6HOiHqixmXafB4cuTIkSP46aefwDZJXTHToY6aOuHEeunenv6d7NesWQPawfj50qVOnPrR4+VJu4KWLVuCbZv62cThZs+ejUsuuQTU37MtJz7O7Rw5cji7G6YVf5I5HmN8uueffz5q1KiBnTt3gvpm7vNlzpw5OHz4sNPp+/vSws2bNy840R1ZU/4rz5PRyfvnZNq0aWDfoF3BrbfeCr8NsI0MGjQI11xzjbNX4DmmLQD1+/E589wl1tf75UzqGNn6tgZM65ZbbnFcaT/w2GOPYcOGDX70VHMLFy4M2l8cPHgQEyZMSHXbntAfPVIGNSd35MSpAwYMwJ133un6XO7cuUG7Gk7c+OWXX2LlypXHZFaoUCFcd911oO3czz//jHnz5rnxiWNGVFTUMeG1I+wJqALpQKBkyZJo06ZNMGeO78ENeURABERABERABERABERABEQglQiYBZ6KmFkCXRnfB6RQ35A1a1angyhcPjeufPQ8xJydHbH8OxKLoZ3GY/bYfxB/+bjzOMz6djG8IPyhcqsSqHlPBZcG02KaFOowfDEzmMVJ/PTkTzUCp5TwCy+8gCJFiri4fH/spZdecn6tREAEREAEREAEREAERCAUCZiZK5aZJXnP49+j0G3QIBLtO+SEu5nx7mbWrt2PTh3nYtXKvd4+/URABOIT+Hf+Wkxr8ib2rt3u9ZbAkQJ9b0TMpeWOe/9PO0aKWVy/DMTUOpUJKHkRCHkCZnHjgpm5a7b/3DDxM8oiRSLQrWsUSpc+w9mT0UZu2NA16Nd3GbSIgAikPIEtkxbgjxtf8/5F9rQCsXRiUejDWxBV7Rx3zeezfl/8fsvrPcUsrm+nfMmUYloToP02342gTfnx8o6OjgZtjJMKZ2bOzpnH+/fvD9qwck46flSYbeh4aWp/5iTwyCOPYNGiRWjVqtWpAYj1BizGdI5bcStVhLb1nJ+U72ocL4M8efLg448/dvOYJg7H8fKKK65wx3///XfwnYERI0a4OfKyZct2vCQT7D/nnHPQr18/TJkyxeUxbtw4dOvWDfny5XPvkDDNxH2X85CxH/px+F4T54yMnyf/D7vjjjvAOfhYxwceeABcevfuDeoIK1SowM2gFCxYEI8++qibf5XhGY9z/pUqVSoYhh7GY3ymw+34cqJj8cOlhN9vJimRltIQgRAhkGLFiD+/YNOmTVMsXSUkAiIgAskhcPPNN4PvsDHsjz/+CP5vQ79EBERABERABERABERABETAEQjLVZawLLUKLQIiIAIiIAIiIAIiIAIiIAIiIALpRkAZhxMBszhjWTNzhvA0CqNRLQ2waCBJ4YtrlEe65kC9mmfALV74J19YiS++3uw2tRIBEcjYBFY8OwIrX/rGVdLr/ohocj5yPXm9M8rn+MCxgsKxg2MIxxKKmbnJeBjRzOiElXASdBqMcpJ5GpY+/PDDSGxYymOvvfYaLr/8cjfhOA3OOWlyWFU0ExY2DJtjmpylXbt24bvvvnOG3JxAn/376quvxt69e91+vggXvyDcHjp0KHr27IlNmza5fnDJJZc4Y21+eILpnU74+HF9f7Vq1VC7dm23WalSJdBQtEyZMm6bk43fdttt4OTknHD/xhtvRJUqVfDrr7+C+2kE7gImY/X999+jc+fO7mMB119/PTjRPI3BnnrqKfADC2PGjHEfKyAnfoiALxH8/fffx02ZE/q/+uqreOWVVxAREQGW7ZprrgE/sMAPHtCgnh8mYAIcVzp06AB+HKROnTqujqwrjee5f+HChQx2Qpk5c6Yr/7///usmZD/33HPB8vXo0SPBRxFYLuZPYVga7vMDAl999ZX7eAjP/QkzOsWDyS3fqSTPOg0cOBDbtm0DP4TCj0YkTofXK7IlVx5jm2Jb4ksF3JaIQKgQWL16NfhxFb78wzGDbZsfN/HLxw8GcaziizcctxK/9OOHSx1XqYqACIiACIiACIiACIiACIiACIiACGR8AqqhCGRMAmYBvaWZJbCToJ6TOk8KdSR0L7wwJ7p0jUL27ECs97dwwS50uXcOtm87CC0ikNoEdi3agN+avom9K7eAEw2dUSASRT+8BdnPznOMrp7tl5IR9PSpzTUt0qduMf5EWMyzcuXKoH5q7dq1oE7W1w3yWFJCXewPP/wA6vH++ecflC5dGnXr1gV1X9QJ8AM7W7ZscVGpH3OeMF6NHDkS5513Hp588smTqgU5nVSENA58MrrfdevWgROmDR48GJwQ8UZP3009JvVAbdu2dXr4/yo+2wLbDPX1y5cvB3VM1113Hfz91Bcn1uMfOHAAbE/Dhg0DJ2ukzvjgwYP48MMPwQnYjtdW8+TJ4+xk1qxZA+p/E5ftl19+wZEjR8D0zALX3sRhuE3bHI5fc+bM4aYTlumvv/5C0aJFUaJECZQvX97ZMZCFXx6GoQ48f/78rn+4iGm0YllpI8G+zj55omx99jwvydXJU9dNeyW2b+oImQ/1gmwj99xzDzgRJnXePLf169fHggUL0KFDB9B+g3FOVJ7/OsZzSRsQ8qWtBPnTVqJdu3ZYsmTJf0U/7eMcK9n+Oe7t2bPntNM7UQKxJzoYRsdos8L+xj783HPPgeeK/Y52IrRP4cfZOJZ07NgRH3zwAdh+k6oeJ3a8++67Xfv6448/wOvVt99+C7bFevXqJRVF+zIUAVUmvQi0adPG2ZIxf06eSJs0+iUiIAIiIAIiIAIiIAIiIAIikJoEzALP68zMvfdH3QKf0fGZE4U6MkrWrFlRuHweNHr0PMScnR1eaFBfMazzeMwes9QV8aPO4zB79FJ4SQEGnH9zSdS8u/xx9RjMx8xgFifQkkYETi0bvp/FZ8V+bL5HyWeG/rZcERABERABERABERABEQg1AmbmimRmCewDeb9D4b2Of8/ToEEk2neIBGDwgmP9+v3o3HEOVq7YCy0iIAIBAv/OW4vfm7yFfet3wLxdlIL9bkSuS8sd9/6fzxooZgwNmAVcaEkDAspCBMKDgFlgXDAzN0ZwzOCzQwqv1/61mtftIkWyo3u3aJQpc6YLa2b45ON16Nd3WXhUVqUUgTAhsPnH+ZjW+A14Hc2JASgyuDWiqp7jrvnsl76wr1LYdylmDA0vasCFFhEQARFIBoFrr70WfGfg+eefd/fvyYiSdJCjYxA0BCXNR3sdATUPh0GrDEUg5SrDd/r81Bo0aOB75YqACIhAmhFo1apVMC+9UxNEIY8IiIAIiIAIiIAIiIAIAAhPCFnCs9gqtQiIgAiIgAiIgAiIgAiIgAiIgAikEwFlG3YEzAKmSGYGM3PGbzSmpWGtbwhPg1sawlMe7pIDdWt6j0w4U0cs0PuFFfh8xGZoEQERyLgElj0zHMtf+gbw+jxn6cnWpCpyPXm9M8rnuMAxgsIxg2MHxxCKWWBcIRkzoxPWwgmzX3zxRSxduhScpKZLly7gBMnxKzV9+nRwImVOmszwNCqePXt2/CDyhwgBXsZCpCghVYx58+Zh/vz54AT755xzjisbP7JQqFAhcLJwTibvdh5dcRJ5TvrPCd8//vhjsM1T6Gd8TuZ/NKhzTja8i5RoxY8ctGjRwu297LLL0KtXL/ehDE78/uabb2Lnzp14/PHH8dlnnzmXE9+/9957yJkzJ/r06QNOEu8i/8dq8eLFYD/nxxWY3sCBA8HJzn/99VdwvPv888/BSc6Z/v3334/du3eDY8DxkmW+EydOxOWXXw7yYZqM/8knn7iPKJDN5s2bXfQRI0Zg//79eP31112ZWUfmw49dkOmJ8nEJeCuer1tvvTXIgfW49957HZ/Ro0d7IQI/fiCBE7bXrFkTNMDl+XvllVfchwGioqLADzsEQqbsOrnlO5VcJ0+ejLFjx6J9+/Y499xzk0yC16/bbrsNbEMMwDZFzscLzzASEUhLAj/99JMbgy688EJ07twZP//8c4Ls+X/G22+/7ca0N954w31cJUGAtNhQHiIgAiIgAiIgAiIgAiIgAiIgAiIgAhmfgGooAhmYgFlAf2lmCewkqO+k7pPCZ8mUCy7Iic7doj1dgzm7isWLdqPLvXOwbetBaBGB1CLw76L1+K3pm9i3epvL4sxCUSj64c3IXiR3UFdPnRXbKtstJSPq6V3lM8iK5+iaa65xdgZTp07Ff9kSrFy5EpysIl++fHj00UfRvXt33H777U5H2aRJE1B3S50o9Xk9evTA2WefDeoP+BFZ6iGp86OOcciQIfjqq6/w3XffOX3DjBkzsHDhQqxevRrbtm3DgQMHQorw008/jQoVKrgyn7hg5g6bGcz5QnOVXN3voUOHQH33qlWr8MADD+CLL75w+m6ex2HDhoHtgOdzw4YNJ6wodaXU+1arVg3Mmzpytgf6GzdujN9//x3vvvsuYuMZTWzcuBHr1693umWGp874o48+AnX+1OuyLR4v00aNGiF79uxgvocPHw4G2759u2tvZcuWRZkyZYL7k/KUKFECtEmYO3cu9u4NTKC/Zs0aZ7vAthATE4OCBQuiZMmSru1u2bLFJcM8li9fjnLlyiF//vxuX2qv2F/4cWZy4phLPXOOHDlOmO2p6ORpf1C1alWw//L8MT9yHjRoEJYsWYJ27dph+PDhbjxgG/n0009RwuP4zjvvgPmdsED/cZDnvHnz5mCatGugrUGnTp3cmPPhhx8i/nlGKiw8l9HR0eD55fiWClkEkwy1sYPtn/2RtmkzZ850/Yr2HTwXtHvhR9bYHu644w40bNgQpUuXBq8t7Ksc/2kD8dhjj4Fh2U4XLVrkbE+CFY7nMTPUq1cPPXv2dGMF+zn7ION26NDB2Q2ZhRohaElNAko73QhUrlwZ/P/NLwBt1Hy/XBEQAREQAREQAREQAREQARFITQJmgXt/M4OZOX0ZnzX4ugfqHyjUlRU6NzeuePQ8RJ8d4Z4txh6JxdBO4zDMk9mjlsLbyR+qtCqBGnedG9RjMD6F6fpiFsjPLOBCS9oROI2cWrZsCT5/YhL//vsv+vXrl+rPCpmXRAREQAREQAREQAREQAROlYCZuahm5u53qOPnfQnveSi81/GlQcMotO+Y093XcLV+/X50vXcOVq0I2DBAiwhkYgI7567B1CZvYt/6HYH7f49FwdduRK5Lyh33/p/9jWIW1w+9aPqlFQHlIwJhRMAsbpwwM3fN5vWawus1ny1SeM0uXDgC3btHo3TpLN7l2k2Chk8/Xou+r/wDLSIgAqdPYPPE+ZjW5A0vIa9/0cbYkyJDWiPy/GLumu/3Rbrsn+ynvN5TzOL6spe6l3yDAAAQAElEQVSAfiIgAiLwnwSKFi0K2qWPGjUKtJn/zwj/FcAbs1wQbwhzrlYikAQBNY8koGhXeBNIodLzPTO+o8jk+G4K552lXyICIiACaUmgdevWwew4NzLfdQ3ukEcEREAEREAEREAEREAEMjOBMK17ljAtt4otAiIgAiIgAiIgAiIgAiIgAiIgAulCQJmGJwGzOONZM3OG8DSqpYEtDW1pcEuhITzl4S45Ue+iMwEXzfD0iyvw+fBN0CICIpDxCCx7ejhWvjzK6+5eh/d+EU2rIvcT1zmjfI4HFI4PHCs4ZnDsoJgZzMwBMQu4biODrK644gq8/vrr4OTHnDidE2vnzp07Qe04ITYn4adxsR+eEzQnCKSNdCHAFmnGdbpkH7KZcoL/SZMmuQmYLr74YjdJOAtbuHBhN+n32rVrwXbNfb788ccf2LlzJzi5OMP5++m/++673f8U/j66JxuecZIrnLh8zpw5uPDCC8GPDJjFneMqVaqAE9Rv2rTpmDocL31OlM6+axZIJ1euXChVqpQL3qxZM0RGRjo/VzRWjYqKcmMCt5MSToJ/5MgRbN68GXv27AkG4ccKOEk/X0jgRwt4gB934IcDOLE7zwv3UfhBkAkTJiC+gRr3JyUs/w033JBgLK5VqxY4Uf6uXbtcFJaJHw3hGM5xjMfcAW/Fut5yyy2eL3V+ySnfqeRMI+IBAwagZs2auO66604lCcVJcQKW4ilm1AS3bt0KjgdXXnklLr30UveRF44Dfn3ZRzm2/vjjj+5jDx07dkTOnDn9w2nuKkMREAEREAEREAEREAEREAEREAEREIGMT0A1FIGMTsAs8PzSzJxOg3pO6jwp1IH6Qp3oBRfkxH2do7xncl6cWGDxol3oeu/f2LrlALSIQEoT2LVoPX5r8hb2rt4GzkN1ZsEoFHu/FXIUyRPU1VO/wzbK9kph+zWzBLqhlC6X0jt9AtQ5NmnSxCX0zTffYMuWLc6f1GrmzJnYvXs3GjZsCOpf/TBmhksuuQQlS5bEkiVLQD0uj9GlPnfIkCF46qmn8OCDD+Lee+91H5SlrvTqq68G9cDUp5YvXx7FihVDnjx5kC1bNif0cx+PMQzDNmjQACkh/DAQy5hcWbBggdPvtmrVCosXLz5ONG8w9o5QnxrweRsh+Euu7nfVqlWYMWMGatSoAbYRMwvWhue6cePGWLZsmQsTPJDIQ/3vuHHj3F5+SDhv3rzOzxXP85133okiRYrg559/BnXn3O8LWcdvZwxHPTv11vv27fODHeNSr0zd719//YX4E6vMmzcPy5cvx1VXXZVAt35MAt4O9osSJUq48NSXebvANkDdOnmYGXLkyAF+IJl5MF2GYZtnmGrVqrmxkftSSlavXu3KXr16dcSXOnXq4JFHHgHP65NPPun6x4ny5Dk5VZ18/fr1wbHeT591nzp1quv77NPxj7HvUo948OBBfP/992C/8OOdrFvSG1vip29maNq0KWgXMX369BPaRZxsXukdPv7YwY+XsZ9de+21oL6W9iIcf31JibEwfhpsS2zTbPvsq7yms53TbqRMmTJgu+ZYT7uHm2++GbTpuP/++934TvsS6oz/+ecf0A7lvzgy3QoVKuDGG2/Eyy+/jClTpmD//v1uLHjhhRfAerMN/Vc6Op6xCah26Uugbdu2wQKMGDHC2YQEd8gjAiIgAiIgAiIgAiIgAiIgAqlIwCzwHNLMnH6BugbqHCh8XuELdWWFz82DRo9XQa5iOVxYLwb+HvMPYAC8+OffUgK17i7vntUxvB+XafliZl7QOIGWNCVwupm9+OKLTq/AdL777jtwm36JCIiACIiACIiACIiACIQqATNzRTOzBPaB1LdTeN/C+xfKpQ2i0OG+SHg3LWCsDev3o0vHv7FyxV5oEYHMSmDH36vxe7P/4cDGf+E6hteXCr/eGLkuLnvc+38+W6CYsSd50Y660JJmBJSRCIQbAbO48cLM3DXbf57oX6/9a3ahQhHo3j0GZcueCQQGJnz26Tr0fcV7TgktIiACp0pg0w/zMK3ZW1509keDmaHIkNaIrFLUXfP9Psg+SeG13hcz8+LBxYEWERABEUgGgezZs4NzBfJ9h2QET16Qo2MR3JDkVsmLp1CZioDfTDJVpVXZDE0gpSo3ceLEYFKtWrUK+uURAREQgbQkwPc3a9eu7bLk+3KjR492fq1EQAREQAREQAREQAREILMTCNf6ZwnXgqvcIiACIiACIiACIiACIiACIiACIpAOBJRlGBMwCxirmRnMzBnC08CWxvA0uKUBLoUvrlEe6pwDdWueASAwDerTL67AZ19t8rb1EwERyCgElj09Aiv6jPKqw34ei4imVZH7ieucUT7HAQrHBwrHCo4ZFLPAOOJFdOMJ3YwqrPcNN9yAd955B5yM/bPPPsNtt90GGhj7deak2hMmTEC3bt3cZOScTPm9997DunXr/CAp7m7YsAGhIileuRRI0LVofikjBdLKSEmwTfKDEGeffTaqVq0arJqZoV69euD/AZygadeuXe4Y2zY/KBEdHY0SJUq4ffFXZcuWDU7sxP0nG55xTkZY/r1797rJ9/nxgsRxa9as6fomDboSH0tqmx+4SCod1jf+hw8Y1yxu3ON2UlK8eHFUqlTJfZCBH9fgxxU++ugj90EOsokfhxPIczx99NFHce2117oJ3H/99Vfw4wrxw53IX6hQIfcRhBOF+ffff7F06VJwMvmiRYseE5QT+EdFRR2zPyV2JKd8J5sPP7LA8ZX1uu+++9yHSk42DYVPDQIcdVMj3YyT5rRp0/DQQw/hggsuAD/M4X+YBUcXGqX26dPHfeCGbfzSSy89eiRdHWUuAiIgAiIgAiIgAiIgAiIgAiIgAiKQ8QmohiKQKQiYmaunmSWwk6AekLoRX6gbveDCSNzXJQqRUVlg3t/SxbvR7d452LrlALSIQEoR+Hfhevza5C3sW7sDZoazCkfjnA9vRvYiuYO6er9dsp1SqFcyMxee5TAzOpIQJUAdXJ06dZyekPrXw4cPH1PSI0eOOJ1/zpw5UapUqWOOZ8+eHeXLl8fu3buxffv2Y46f7A7qIbdt24bVq1dj4cKFTqf5888/Y9KkSSkiv/3228kWyYX//PPPXT1feOEFt53Uyiy023tydb+0Odm8ebM7B6+++iqef/75BPLHH3+46s+dO9e5Sa3YHtavX4+CBQuiXLlyxwTh/ooVK2LHjh3YsmVL8DjHlKT0xcEAJ/BERkbiqquucu31999/dyGp/6adTExMDGrUqOH2nWjFa2y1atWwdetWrFmzBozP+ubLl8+dfxxdqDOjd/r06XQwe/Zs51apUsW5Kbli37vmmmvQtGlTJ6wHx9tcuXLh6aefxtixY9GoUaPguHu8vKm7PhWdPPX0tDGIn+6mTZuwc+dOVKhQIYEthh+G9gj58+d39ki0nfD3n6ybVPo8z2w7PEe0zTjZNE8mPMc/ysnEOdWw8UcPtt8pU6aAY9/kyZPx008/OZmUQuNg4nSmTp2KOXPmYMWKFa7t097hVOtBmw/2ocaNG6Nr167o27cvvvrqK7Afbdy40V0r5s2bh6+//hoPPvggeA1ivz/V/BQvQxJQpdKZwEUXXYRbb701WIqBAwcG/fKIgAiIgAiIgAiIgAiIgAiIQGoTMAs8JTEz97yLOgc+C6PwGQKFz/AohcrlRqPHqyCmWI6jxYp1rxdfcGspXHR3hePqMZiWWSB9s4B7NAE5aUfgtHMqUqSIe/bkJ9SvXz/wWZq/LVcEREAEREAEREAEREAEQpGAmblimVkC+0DOkUKJf89zyaVR6HBfpJtFKdZbb9iwH106zMaK5XugRQQyG4Eds1fjt+ZvY9+GnV7VA/f/hV+/Ebnqlznu/T+fKVDM4vqdF1m/tCWg3EQgLAmYxY0bZuau2XymSPGv1/41u1Ch7OjWLQZlymTxrtaB8enzT9bi1T5LoUUERODkCWycMA/Tmr3lbHfdA3+vZxUZcguiqhR113y/77EvUnit98Usru+efM6KIQIikFkJ0O6Z78OkaP39+SS9fw0CY1mKpq7EMggBv5lkkOqoGiKQYgS+/fbbYFqXXXZZ0C+PCIiACKQ1gdatWwezHD16dNAvjwiIgAiIgAiIgAiIgAhkYgJhW/UsYVtyFVwEREAEREAEREAEREAEREAEREAE0pyAMgx3AmZxxrRm5gzhaWiblCE8J+x4qEtO1Kt1BgCDmeG5l1fisy83QosIiED4E/jn6eFY8coo17cBQ/Zm1ZDn8WudUT77P4UG+RSOERSOF2aB8QDeYmbeOvP8OPn3TTfdhCFDhmDlypX48MMP0aJFiwQAOMH2N998g3bt2oGT+t9yyy34+OOP3QTdCQKe5saGDRvcpPCcnD89hRPLn2ZVUi16JmueyeI4a9Ys95EJfliAE9lz8nxfunTpgoMHD2L+/PnBSfTZnjnB/PES54T0ERERwcMnGz4YMZmeE5WFSWTLlg18qYj+5Agnxk/JFwVy5MiBF198Eez3HDP5MQJOdnXDDTfg2muvxbhx446+DAXUr18fr732mvsoAz/yQONYngPu79WrV4KPMRyvLvyYAsfq4x3nfk4gz/PClyLinyseo5gZzIzeFJfklO9kMyXDMWPGoHPnzkl+COVk01P4lCKQOm0opUqXXuns27fP/Q9w4403olatWujTpw/4cQe/PByvaIg6atQo92GGBx54AAUKFPAPh4CrIoiACIiACIiACIiACIiACIiACIiACGR8AqqhCGQeAmaB55hmlsBOgs/z+ayOz9t9t9oFkbi3SxRyRgKcF2jp4l3o2mE2tmw+AC0icLoE/l24Hr82eQv71m73korFmQUjUez9lsheOFdQV8+2KD29hyeMf7StoD6WH8qZOnVqUP8av0oHDhzA7t274+86xh9fl0nd4uLFi53OccCAAXj88cfRo0cPtG/fHvyYbJMmTdCoUSPUrVsXVatWRdmyZcH8qbNjmzom8RDZkStXLrz55pt45JFHjluiWDcaH/dwmh6g/pUZso/SpVDHy/NTrlw5JEf3S3uT4cOHI7GwrTC9Xbt20UlS2G62b9+e5DHu5HUtKb0w2xL1+wxzKlKjRg3ky5cPkyZNwv79+7Fu3TpMnz4dtDc455xzkpVklSpVQG4LFizAjh07nG1CyZIlUbBgwWD8EiVKoFChQpg7dy7IYd68eS5ftuVgoJPwJHW+/Oi5c+cGdfTUz1P69++P9957z/2fQL1/cj9qxTxORSdvZsfo6nfu3Amm5ZcxsXuyNhGJ4/vbpUqV8r0JXOoqjxw5AtYpwYEU3mA/+ffff51uNCKezUkKZ+OS4/9yzhMiK9aXtio8B+wTHLOvuuoqZ3925513omvXrnjsscfA9siJjObMmQOyIrMZM2ZgxIgRztake/fuaNq0qeuDTC9EqqdihDQBFS4UCLRp0yZYjKFDh4L9OrhDHhEQCvnupwAAEABJREFUAREQAREQAREQAREQARFIZQJm5nIwM/dcis+x+TyRwmfIFOrLKIXPzYurnqyK3MVzenEMF7YpjVp3lU+gx2B4Pu9jfIpZIF2zgOtF1C/NCaRMhrx/9d+X3LJlC1599dWUSVipiIAIiIAIiIAIiIAIiEAqEjAzl7qZOb2/f8/D+xYK72F4v0O5+JIodOwU5e6N4C2bNh5A145/Y8WyPd6WfiKQOQhsn7UKvzV/Gwc2/Xu0woaz32qCXPXKHHP/z/t+CvsVxSyuvx2NLCdNCSgzEQhfAmZx44eZuWs2xxeKf732r9kFC0WgW4/cKFv2TIDRvPBffroOr768FFpEQASST2DTD/PwR4v/eREMXjdy7tlDbkFU5aLumu/3OfZBCq/1vpiZFx5evIALLSIgAiKQngSOjknQkJSeZyHk81bzCPlTpAKeFIGUCcw5Z/331ZhigwYN6EhEQAREIF0IcN5V6mmY+ciRIzFt2jR6JSIgAiIgAiIgAiIgAiKQiQmEb9WzhG/RVXIREAEREAEREAEREAEREAEREAERSGMCyi5DEDALmCaZGczMGcLT4DYpQ3gqRR/sEol6F2VBbGysk2dfXoFPv9gILSIgAuFLYGnvr7Ciz2jXp9m3szevijyPX+uM8tnvKTTIp3BsoJgFxgwzcxU3C7huIxOuOLE5J7T5/PPPQcM2TrB/3XXXJSCxdetWfPLJJ6CRSYUKFXD33Xfj66+/TvWJshMUIhNvhNok3ul9KjgJ/9ixY8EXbxo2bOgmAudk4PHl/PPPx8GDBzFmzBgcPnwY/AjAiSYKZ5oM79ftZMP78ZLrnqgsTCNxebgvrSVnzpzuQxuTJk3CF1984T4YULFiRfehh6eeeipoZGZm4EcSPv74Y0ycOBF9+/bF9ddfjxw5criPdjz//PPuwwmnW36O4zwvnHRr3759p5tcusenkR4/NvDEE0+4iez5QQnKbbfdBn4MYdSoUW5/7969072smasAGnHjn29+hOHJJ59E1apV3f8A33zzTfzDOO+88/D000+DHzcZNmwYrr322gTHQ2ZDBREBERABERABERABERABERABERABEcj4BFRDEchkBMwC+k0zO8ZOgs/TqSOlHoVu1WqRuK9bLkRFZQG8aMv+2YNuHWZh86YD0CICp0rg3wXrMaXxW9i/fqeXhOHMQlEo/mEr5CicK6irZxtke6SOnkJ7HjODmXlxEHShJeQJ5MqVCzfddJMrJ3UF1Ne5jaMrjjXULR7dTNLZu3dvcD/bQpkyZXDFFVegffv2TtfAj+7QVoEfkB0+fDi+//57/PLLL/jrr7+waNEirFmzBtu3b8eBAwec7pE2DLRvoI7izz//xOTJk/Hjjz+miHz22WfBsibX065dOyxcuBD33nvvcaIcbfcw7+84QVJoN21AoqKisGnTJsTnHj952tcsX77c7SpatKhzuTI7Od3vnXfeienTpx9XTqTrZLth22K+SQn1/KmhFz7nnHOcHpZtZ/Xq1aA+bOPGjWjUqBE4ViVVlsT7SpQoAXKbN28elixZAqZTuXJlpyP3w+bNmxfnnnsuyHnp0qWuHXOb+xFvOZ3zFS+ZY7xVqlRBz549nb3Eiy++iLlz5x4TJvEOjtkppZOPjo52dhqJ8/C3U8omYuXKlX6SCVzu53UoIiIiwf6U3mD7+ffff1GuXDmkdl4Wr/AcK7/++muMHj3ajZfjx4939hq02aCk1Hjop/Prr7/i77//du2Z1wCOxRxf2HfYvmfNmuXGbNry0P5s0KBBeO211/DMM8+gQ4cOuOaaa1CpUiVERkbGq4W8InCKBBQtJAhcfvnlaNy4cbAsAwcODPrlEQEREAEREAEREAEREAEREIG0IGAWeFpiZjAzpy/j8z0Kn3Px2RCfQWbLlg2Fz82La5+pjqo3lUTdeyqB+3iMYSgMz3gUs0B6ZgEXWtKHQArmyuejfL+JSVLH0adPH3olIiACIiACIiACIiACIhDSBMzMlc/M3P0ObW14z8L7FwrvZXhfQ6l/SRQ6dIoC346O9dabNuxH1w6zsfyfPdAiAhmdwPaZq/Bbi/7Yt2knaA/lrXD2W00QU6dUAjtG9hn2IQr7E8Usrp9ldE4hWz8VTATCnIBZ3DhiZu6azXGG4l+vOf7wel2wYAS6ds+FsuXOBBdet7/8bB1efWkJNyUiIAL/QWDjhHn4vfn/vP92GdDrQd6v6NBbEFW5qLvm+32NfY/Ca70vZnF9lbElIiACIpDuBGK9QYyFOOrQKxGBxATUPBIT0XZYE0ihwvP9Fj+p5s2bu3lo/W25IiACIpDWBPhebMuWLV22R44cce/4uQ2tREAEREAEREAEREAERCCzEgjjemcJ47Kr6CIgAiIgAiIgAiIgAiIgAiIgAiKQpgSUWcYhYBZnXGtmzhCehrdJGcLTGP6BzpGoX+dMwAtrZnjhlZX45PMN0CICIhB+BP55ajhW9h3L7uyJIWeLC5D3sWudMRb7O4UG+RSOCRQzc2HNzFXYLOC6Da3cBOWcYP/bb791k4/369cPnKw1Ppq1a9eCEzU3adIEnJy8a9eu4ETS8cPIn3IE2EINlnIJZoCU+OEETh5eoUIFPPHEE+jVq1eSkidPHkybNs1NQG5m4Eckdu7c6SYlT4xhxYoV4Eci/P1mJxfej5dct3Dhwm6ye34MgRPbJ47HcnOy9FKlSiU+lCbbI0eOdB844OTs/L+qZMmSuP322zFkyBA88MAD7qMaPA/8yAYna+cHLciWk7VffPHFePLJJ/HVV1+hdOnS4GTvnPD+dAvOj1QUL14cnEyeH1BInB4nm2cZEu8P1e1q1aqhadOmx0jDhg3ddYwfnuBxhktOHQ4ePOjOS/yw27ZtAz9sEH+f/P9FwP4rQKY4zg/rtGrVCvxQydNPP+0+WBO/4s2aNQM/fsN+9/jjjyO9xqr4ZTqRX8dEQAREQAREQAREQAREQAREQAREQAQyPgHVUAQyIwGzwPNMMwvaSfCZPnWjFOpK/YnMzq+aE/d2i0FkpBcnFlj2zx507zALmzfuhxYROFkCO+evwy+N38K+9TvASXPPKhyFEh+2QvZCudwEen7bYzukjp7CtmlmMDOXnVnAdRtahQWB8uXL45JLLgHtBUaNGoVDhw4Fy83zW7BgQezevRv//PNPcL/vod5zwYIFyJkzJ3LlyuXvPmWXbSx37tzOvoE2CxdccAHq16+PSy+9NEXkoosuSnbZGHbChAl45513kD9//hPE8wZf7yj7TMDnbaTSL1++fI7z4sWL3flKKhvqEanvZdhixYq5ICej+2Vdo6OjQX33rl27XPz4q3fffReXXXYZqHeOvz++n+2hUKFC2LBhg7NPiX+Mfu6fN28eYmJikDdvXu5KEeGYRJ026/v7779j4sSJoB76vPPOS3b6LBPtFWhnMHPmTNcfqlevniA+86lZs6azQ5gyZQo2bdoEbnN//IA8B+wXJ3u+4qdxPH+DBg1AvR5tIV555RXs2LHjeEHd/pTUyfttZP78+Y6ByyDeau7cuY6JbzvhHzpZvTfHnMRtkNvcT5uRs88+2086xd1169bhyy+/dB+M4xiU4hkkSjD+2FGrVi3UrVvXjX1szxyfKZem0DiYOJ3atWuDfYR9hVz5P2ai4mlTBNKMgDIKHQJt2rQJFob2pIsWLQpuyyMCIiACIiACIiACIiACIiACaUHALKBrMDOnf+Czaj5/o/D5BZ8l082WLRsKn5sPl99/gXuWw/0UHvN1GYxrFkjHLOCmRR2UR9IEUnIv33Xo27dvMEm+K8lnw8Ed8oiACIiACIiACIiACIhAiBIwM1cyMwvaB/J+h/cxFN7T8N6GUu/iKHTsHA3z/vjbvPkAunWYhWVLd0OLCGRUAttnrsTUFv1xYPMur9mz9RuKvd0UMbVLJrBjZF9h36Hw/p9iZg6LWcB1G1qlOQFlKAIZgYBZYBwxM5iZu2ZzvKH412uOQ7xeFywYga7dc6FsuTO9sAAM+OrzdXj1xSXQIgIicHwCG8fPxbQWb3sBjN0G8Ppa0WGtEXXe2e6a7/cx9jkKr/W+mBm4mAVc+iUiIAIikO4E/DHJDU1ule5FUgFCj4DfTEKvZCqRCJw8gZSK8f333weTuvbaa4N+eURABEQgvQi0bt06mPWYMWPA96iDO+QRAREQAREQAREQAREQgUxGIJyrmyWcC6+yi4AIiIAIiIAIiIAIiIAIiIAIiEAaElBWGYyAWcB4zcxgZs4Qnga4SRnC0xj+/k6RqHdRFsTGwpNYvPjKSnz6+UZoEQERCB8CS3t/heWvjnF9mH05R4tqyPPo1fAN8tnXaZBP4VhAMQuMEWbmKmoWcN2GVscQKFu2LLp164bx48dj9uzZeOGFF9zk0fEDcsLsN954A40aNULlypXxyCOPgBOXxw8j/+kR8C5Vrp2fXioZK/Zvv/3mPh7BjylERkYmWbkSJUq4yfM5kf0PP/zgwtSrV899dOHTTz/FsmXL3D6utmzZgsGDB4MTyXPbl5MN78dL7HIc4v8lnGTeP1auXDk3Ofqff/6JcePGJTjH7G+cJJ4T4rMMfpy0dEuWLIn9+/djxIgR2LlzZzDrI0eOuEn4WR9+jIEfAOAHCf7++29MnTo1QT0Yjx/54OTvERERwTRO1cNxnGMNPybCD0YwfT+tVatWuYn1/e1wcG+88Ub06tXrGLnjjjuQPXt2VKlSxR1jOL8+bEv0kytdCsPyowj8YMSsWbO4ywk5ffPNN+6DGW6HVskkwFE3mUEzWDBe03mtr1atmvsQyGeffZaghqVLl3Zt0h+jbrrppgTHQ3hDRRMBERABERABERABERABERABERABEcj4BFRDEci0BMwC+k4zC9pJ8Bk+nydTqDP19adVzs+J+7rnRlSMwQCsWLYH3TvMwqYN+70t/UQgeQR2zl+HX5r8D/s3/gszw1lFolHiw1bIXjDGTaDntzm2P+p2KGyTZubCMxczoyMJMwJmhiuvvBLFihXDmjVrnC4xfhWqVq2KnDlzYuLEiVi3bl3wUGxsLH766Senny1TpgyKFCkSPBbOHuro+MEg6kgvu+yyZFfFLPXbP/XM9evXB3XlzzzzDFauXJmgfNz/0ksvYenSpahUqVLwnJyM7pcfTKJOac6cOU5PSz2yn8ncuXPdPo4HtCPx9yd2OT5Q/8v91NdTb08/hbrq999/H2vXrgXrwjpxf0pJ9erVUdLTiY8cORLUsfIcUq+d3PTNzOn7N2zYgG+//RbUnZcoUeKY6BUqVHC63wkTJjh7Jm4nDsS6sY48LydzvhKnk9S2maFt27agfQJ1+h9//HECnX7iOP45oa75dHXyZFK7dm3X92n/wDT9/KjfHzhwoGPCccXMHKdT0XuzDQ4fPjxYL7ZF5sf9zJ/l8PNNKZfj2uLFi/Hwww+DOlbW4cILL0yp5I+bTuqPHsfNWgdEIJQIqCwhRDDZgFcAABAASURBVKBx48a44oorXIkOHDgAju1uQysREAEREAEREAEREAEREAERSEMCZoGnJmbm9BDUSfA5F4W6Cj6nTEqoP+NxhmMcs0B8s4CbhlVQVscSSPE97du3x/XXX+/SpQ7j1VdfdX6tREAEREAEREAEREAERCDUCZiZK6KZBe0DeR/D+xkK7238e556F0ehQ5dogK9Je7J58wF07zgb/yzZDS0ikNEIbJuxEr8274/9m/89ajMSi2JvN0H0RSUT2DGyj7DPUHj/TzGL61cZjUuY1UfFFYEMQ8AsblwxM3fN5rhD8a/XHI94zS5QIAJduudC2XJnetfsWHfZ/uqLdXjlhcXQIgIicCyBDePm4reb+ru+QtvNWO//3HOG3YKoSkXcNd/vW+xrFF7rfTGL65vHpqw9IiACIpCOBDiYMXtvTPP+IaBPIgLHEPCbyTEHtEMEwo9AipT48OHD+Prrr4NpNWjQIOiXRwREQATSiwDfKTz33HNd9tOnT8eYMWOcXysREAEREAEREAEREAERyIQEwrrKWcK69Cq8CIiACIiACIiACIiACIiACIiACKQZAWWUEQmYxRnbmpkzhKchblKG8DSGv79zFC6uc6ab2APe8uIrK/DJ5xs8n34iIAKhTmBp7+FY0fc7sNebGXLedAHy9rraTQzN/k2hQT6FYwDFzGAWENbPzOhIkkmAk7L37NkTv/zyC37//Xc88cQTSDx5NSfPfvHFF1GvXj1cdNFFePbZZzFz5sxk5qBgJyKg5hpHh5Pe//DDD+Dk+5yEP+5IQh/7PT8WwP8FfvzxR2zfvh38CMFdd90FTsJ/66234oEHHkCvXr3QvHlzcHL2bNmyJUjkZMMniBxvI1++fIiOjnYfOXjyySfx66+/IkeOHOjcubPbz0n8W7ZsCbodO3bEPffcg927d+OOO+5wHx2Il1Saefmhh6uvvhozZszAjTfe6DixfK1atQI/vlCjRg3UqVMH5HzbbbeBH4N4/PHH0aZNGzz//PN48MEHcfvtt2Pbtm0g68jIyBQp+8UXX+wm3Zo2bZo7bzx/PI8s186dO1Mkj1BOpESJEu5/3Lfeesu1l4ULF7prG43/+FLaU089Bbah3r17o2nTphg1ahTKli0bylVS2UKAwNixY9G2bVv3kRL2qcTX7muuucb1e7a35557DvyfIASKfRJFUFAREAEREAEREAEREAEREAEREAEREIGMT0A1FIHMTcAsoPc0M/cMmboRCnWlFOpO+QyZbuXzc6Jj11yIijbEen8rlu1G9w4zsXHDfmgRgf8isGPeWvzc+H/Yv5E6mVicWSgSJT+4CdkLRLsJ9NjG2NbY7qhDorAtmpnTZzB9M6MjCVMC1Hk2a9bM2WYkrsI555wD6hQ2b94M6hP69euHIUOGgHqrESNGIG/evE7PxzaSOG64bVMnSv1y9+7dT7ronHzypCOdZAQzczra8847D7TjoN6QunPqfelSqHMvV66c05n7enL22eTqfhmna9euKFq0KKi7vOmmm5z+krrbdu3aYceOHa4MJUuWPGHpqf9luf766y80adLE6ZnZZujnxEysA/XNZik7dtDegDrvpUuXYs+ePc7G5YQFTeJghQoV3N41a9aAE7Wwjbsd8VZnn3022DdWrlzpXG7HO+y8Zqd2vlzkZKxYV54rnrNPP/0UiXWBiZPgOeGHsE5XJ8/2RPuMMmXK4N1333X66969e7s2R/3+8uXLwXbj2x6ZGU5F701bhPfee8/ZKtCmgWmyTTJf5s9yJK7jyWxPnDjR2UywnfpyySWX4Oabb8a8efOc3US3bt3Aa9/JpHsqYd0cj6cSUXFEIEMRUGVCjQD/L/LLNGjQIKxdu9bflCsCIiACIiACIiACIiACIiACaUbALPD80MycPoK6CT4XovC5DYXPpn3hNo9RGNYXs0D8NCu4MjoOgdTZ/dJLLzldKlP/4osv8Prrr9MrEQEREAEREAEREAEREIGQJ2Bmroxm5v6n5T0M72d4b0PhvQ7ttih160ehQ9doWBZz90dbthxAj3tn458lu6FFBDIKgW0zVmBqywE4sHWPa+dmhnP6N0N0rRIJ7BjZN9hXKOw3FDNzGMwCrtvQKp0IKFsRyFgEzALjipm5sYljDscfin+95rjE63WBAhHo3D0Xzi2fFeZhoIz4ch1eeWGxt6WfCIiAT2D993Pwe6sBrp9wn9e9UPzj1oisWMRd8/0+xT5GYb/zxYw9CzALuNCSoQnQhjutJEODVOXSjoA/NmmISjvmYZiTmkcYnjQV+TgEUmY355Ll+19MrVq1aihevDi9EhEQARFIdwK33HJLsAyjR48O+uURAREQAREQAREQAREQgcxFILxrmyW8i6/Si4AIiIAIiIAIiIAIiIAIiIAIiEAaEVA2GZaAWcBUycyc4a1vjJuUITyN4bt3ikT9Omci9ujfS31W4JPPNmRYPqqYCGQEAkue/ArL+4492muB7C2qIm+vq9wE8+zXFBrkU9j3KWaBMcHMHAKzgOs2tDppAjVr1sRTTz2F6dOn46effsJDDz2EihUrJkjn999/x+OPPw4ayDVs2BB9+/bFokWLEoTJaBuc2Du16hSrWbyDaPmBgmXLlqFSpUooVqxYcH9SHn4MoGTJkuDE8f754Qcp3nzzTZQvXx4///yza8NVq1ZFnz59kD9//mOSOdnwxyTg7ShVqhRat26NQ4cOgUZZv/76q7cXrt98+OGHbrL4LVu2YOTIkZg7dy7q1q2LoUOHusnuzdJnvOLYyY8zsH/nypULEyZMcOXbt28fOnXqhJdffhmcSJ8V4ccMBg4ciHr16jnWw4cPB+vIifrfeecdNGjQgMFSRDi2s0yUiIgIjBs3Dn/++aebzL9Hjx4ujwIFCjg3I67YVvlRge3bt7vzwfbCenJcZrtmm58xYwbGjx8PfrCDHzrg+WEYiQjEJ8AJ11977TXUrl3bfYxn8ODB2Lt3bzAIPz7Cj9b89ttvbty6/fbbwXEhGCCcPCqrCIiACIiACIiACIiACIiACIiACIhAxiegGoqACDj7CGIwM/h2EnT5XJ1CHaovlc+PRIduuRCT6wx4EbFqxV7c334mNq7fDy0icDwCO+etw8+N38b+zbu8IIYzC0eh1OBWyF4gxk2gx/bFSfTY3vg8mcI2aGZeMzMvDoIutIQ1AepZL7nkkmPqYGa47LLLQP0CdbRLly7FlClTQP3ilVde6ewH/ku/e0yiIbaD9g/U937o6XipSzm54sX1g4Dv5GKfbGjqTKmrfeqpp0B94e7du7FmzRrs2LHD6REffvhhfPDBByhcuHCCpBk2ubrfc845x+m1+eFfTqJEfTd18Gwj/fv3BycvMTtxbTlmUPf73HPPoWjRopg8eTLGjBmDbNmyOVsU1oF1SVDIFNpo1KgRcubMifPPP98xOtlk2QbIgPGor+W4R398iY6OBnW43EeX2/QnFtaRdT3Z85U4neNts3y0fWA7eOONN1w7OF5Y/5zwvJyuTp7tizprthHaS4waNQpTp0519h4DBgxAly5dwPz8srCcJ6v3rl+/vrNJ2r9/v9Oh79y5E8yP+TJ/P+1Tddm22XfiC9O64IILXL60hzreeWW4lJQT96aUzElpiUAIE1DRQo4AbeJoe8KCbd26Ffw/gn6JCIiACIiACIiACIiACIiACKQ1AbPA0xMzc/oIM3P279RV8BmUL3yO5wuPUcwMXMwCLv2SdCSQSllXqFDBPdPzk+f7FLNmzfI35YqACIiACIiACIiACIhASBMwC9yvmFnQPpD3Nv69Du22aL9FqVs/Gu07R3n3RgBigS2b96NHh1lYuph2X94+/UQgjAls/XMFfr3pHezfwvYci9jYWBR7uzFiapVIYMfIPsE+QuG9P8Usrh+FMYKMU3TVRAQyIAGzuHHGzNw1m+MQhddsjk0UXq8LFMiOTt1zoVz5s3i59sYzYMQX69DnucXQIgIiAGz4fg5+b/WO+3/W+5fWITnno9aIrFA4eM1nX2LfovBa74tZXF90EbXK8ARKlCiBEmkk/nxrGR6qKpi6BLz7GJeBP8C5Da1EICEBNY+EPLQVxgRSqOgTJ04MptS8efOgXx4REAERSG8CfKfGL8O3336b4edd9+sqVwREQAREQAREQAREQAQSEAjzjSxhXn4VXwREQAREQAREQAREQAREQAREQATShIAyydgEzOKMb83MGcLTMDcpQ3ga8Ha7LxIX1z0L5v3x9/KrK/Dxp+uhRQREIPQILH7iKyzv950rGPtszpbVkL/X1fBfbmGfpkE+hX2eYuaFPCqMaGZ0JClE4OKLL8ZLL72EuXPn4rvvvkPnzp1RqlSpBKn/+OOPuP/++8GJ4hs0aIDevXtj0qRJCcJkhI2hQ4eiZ8+e4KTlKVkf8xIz49rz6Ae2uWnTpqFfv37uhZwTIcmTJw8+++wzN4F8nTp1XFAzAydiHzRoEH7//Xf30QmmdeGFF+Lrr7927dMFPLoyO7nwR6MlcDgm3XHHHe5jBdOnT8cDDzwAfylYsCAeffRR/PDDD+AxftCAE8Qn7kd++MQuJ6CiUWpvr18lPsZ9PMYw8Y9xm/t53N9PP/fxmL+P5b7pppswYsQIkDnL98033+D22293H0Lww9Hlhw1Ybpaf4fgxD3LlRwzMjEGcJM6H+TFf7ncB4q2Od8wvF8vCvDjGtGvXLvhhgFy5csVLJfneHDlygB+iYDvIly+fi3i8MvDgiY7x+KnKidJlGdleyJd1b9q0qcvGzI5p16+88gqKFCni2nT8OrkIWp2AQFx7PUGgsD3E/tKxY0f3oRF+gOe3335LUJeGDRuCH9uYN2+em9yuVq1aCY6H44bKLAIiIAIiIAIiIAIiIAIiIAIiIAIikPEJqIYiIAIBAmaB55tmFrSToK0En6tT4utUK58fhfZdcyEmVxZwxsBVK/agR7sZWL92L7SIQGICO+auxU83/g/7N+9y7eWsIlEoPbgVsuePdvo66unZvtjOqKOnsO2ZGczMJWcWcN2GViFLICYmBs8++yyoQ4iIiEiynGaGFi1a4J133jkmnJmhXLlyzj7grbfecmFoT0Cd1vHSSzKTENvJNv3CCy9gxowZuOaaa06xdIHptzjpdMB3ismcRLRs2bLh2muvxUcffeT04tQvUkf+8ccfu3PI40kll1zdL+PmzJnT2YmMGTPG6buZPnXx1MmbJa/fc7y44oorwHIxPnXT1FFTV524jNQrU79MnSrzjy+Jj1G3mlj/Gz+877/00kuROB//2Inc6OhofPjhh67ebOPHC0v7ALKne7ww3M8ynOz5ol6bumAK/UwnKTEz9OjRw5X1gw8+APt6UuH8fRzPyT85OvnE3P00fDdxG6Gu+91333X6bbOEbcTs5PXeZoYaNWo42xByHjdunGuTzNcvw3+5rAPj0h7FD0s/9yUltItgHRiGrPw4qe2m1diR2vVQ+iJqeFVxAAAQAElEQVRwOgQUNzQJtGnTJlgw/h+wc+fO4LY8IiACIiACIiACIiACIiACIpCWBMwCz5vMzOnKzAIun0HyOa8v3KaYmfQYCL0lNUvUtWtX8Hk081i+fDn69OlDr0QEREAEREAEREAEREAEwoKAmblympm75+F9De9zqLem0H6LdlyUOvWj0b5LtBcOYKxtWw/g/g6zsHTRLmgRgXAlsHX6Cvx60zs4sG23VwW2bEPxAU2Rq1bJ4JxD7AcU9g0K+wnFjOEBs4ALLelOQAUQgYxKwCwwzpiZG3M4BnE8ovjXa45TvF7nzx+BTt1yoVz5M11YLwpGDl+HPs8tzqh4VC8RSBaB9d/NwW83v+v1Cy+4Ad4PJT6+BVEVCh/z7gL7FfuZL2YM7cU56kKLCIiACIQiAX+MckOWW4ViKVWmdCbgN5N0LoayF4HTJpBSCfD9Jj+tBg0a+F65IiACIpDuBEqXLh1853jz5s0YPXp0updJBRABERABERABERABERCBtCYQ7vllCfcKqPwiIAIiIAIiIAIiIAIiIAIiIAIikAYElEUmIGAWMGYzM5gZfOPcpAzhaQzf7b4o1K97JnB0ltQ+r67AR5+shxYREIHQIbD4ia+w4vXvgwXK0bIa8vW8KvgiHvsyDfIp7OsUs8AYYGYunlnAdRtapTiBK6+8Em+88QYWLlyIr7/+GnfffTcKFy6cIJ9JkybhqaeeAg3nSpYsiTvuuANz585Fp06d8OCDD2LVqlUJwife4CTaHTp0wGuvvYa9e0PvAyT8eAE/aMCJ6ROX/VS3eWmKjeX6VFNQPBHIOAReeeUVZ+D2xx9/JKgUJ47+8ssvwUn8zzvvvATHtCECJ0cg4423v/76K5544gnUqlULDRs2xIABA7Bt27Ygljx58qBjx4748ccf8cMPP6B9+/bgB0uCAcLbo9KLgAiIgAiIgAiIgAiIgAiIgAiIgAhkfAKqoQiIQDwCZgF9qJkF7SRoL0EdKsWfMJC61fOqRKJ9t9yIyX0G4EVbs3ofHmg/E+vWhJ4ODlrSjcD2OWvxU+O3cWDrbrCdnFUkGmUGt0T2fFHHTKBHHT2Fbc7MYGbgYhZw6ZeIQLgRaNWqFRYtWoSePXumSNHN1B9SBORpJrJ//37QriMmJgYXXXTRaaaWsaJLJx+651OjR+ieG5UszQgooxAl0LZtW1SpUsWVbuXKlRg4cKDzayUCIiACIiACIiACIiACIiAC6UHAzBLoJ+LrLMwCx8ziXJbRzOhIQoNAqpeC7/75mXz00Ufo37+/vylXBERABERABERABERABEKegFng/sXMgvaBtNeibSAlvn1g7XrRaN81F+BF4ZvT27YeQI8OM7Fk4b/QIgLhRmDLtGX4teU7OLBt99G5wWJRfEBj5KpZIjjnENs/hX2CwmcCFDOvE3gVNgu4nle/9CegEohAhiZgFhhvzAxm5q7ZHJd4raZwrKLQnj9/gezo3D0PypU/E25qKW/1zVdr8fIzi6BFBDIjgXVj/8ZvN7/rXe9jj/YJoMQnrRFZvvAx7y6wP/Fa74uZOWRmAddtaCUCIiACoUjAu967YvFm3Z/82O3QSgTiCPjNJG6PfCIQlgRSpNDz5s1z8xUzMb4HVrt2bXolIiACIhAyBFq3bh0sy+jRo4N+eURABERABERABERABEQgkxAI+2pmCfsaqAIiIAIiIAIiIAIiIAIiIAIiIAIikOoElEFmIWAWMMI1s6AhPA11fWN4GsFTaAhP6XpfFC6pnzWAx4BX+63ARx+vC2xrLQIikK4EFj/xFZa//n2gDF7/jLz5AuTveWXwRTz2YRrkU9jHKWbm+r5ZnBtIQOvUJsDzcOONN+K9995zE+F/8sknuPXWW1GwYMEEWS9fvhwffvgh8uXLhzp16mDnzp349ttvcfDgwQTh/I2NGzdi7NixiIqKQuPGjZE9e3b/UEi5y5YtAw1wWMa5c+emSNm8Zpwi6SgREQh3Apdffjn27duHbt264d5778Xzzz+PXr16gWPO9OnT0bx5c1SqVCncq6nypysBS9fcUyrzn376CY888gguuOAC1K1bF8888wymTZuWIHkasb/22muYM2cO3n77bVx66aUJjmeMDdVCBERABERABERABERABERABERABEQg4xNQDUVABBITMAs85zQzN2Eg7SQo1OFR4ttJVKocifbdciMmVxY3SdqaVXvwQPu/sG71XmgRge1z1uKnxm9j/9bdiPX+ziochTKDb0JE3qhjJtCjjp7CtmZmTldPgmZGRyICYUegYsWKGD58OGjvUKpUqRQrP/tSiiWmhE6awNSpU3HDDTfgmmuuwcSJE9GyZUsUKVLkpNPJyBGkkw/ds+vmeAzd4qlkIpAGBJRFqBLIli0b2rRpEyzeoEGDcOTIkeC2PCIgAiIgAiIgAiIgAiIgAiKQHgTMLIGuwiywbRZwWSazOD+3JaFAIPXLUK1aNbz44ovBjPhOxYIFC4Lb8oiACIiACIiACIiACIhAqBMwM1dEMwvaB9Jui7aBlPj2gRfVjULH7rlxRhbAu0nCju2HcH/HWVi84F9oEYFwIbD592X49eb3cGD7HrAdw+sCJd9thlw1SgTnHGK7p7AvULJkyeL6h5kXGIBZwIWWECGgYohAxidgFhh3zMyNQf64xGs1hWMWhXOm5csfgc498uDcCmfBC+wJ8O2IdXj5mUXQIgKZicC6MX/j99YDAQPAvpPFUOKTWxB5bqFj3l1gP/L7FV0zRmK0gAstIiACIhDKBI6OWdCQFcpnKd3LpuaR7qdABUgRAimTyI8//hhMqFWrVkG/PCIgAiIQKgRuueUW5M+f3xXnhx9+wIQJE5xfKxEQAREQAREQAREQARHIHATCv5Y0qwr/WqgGIiACIiACIiACIiACIiACIiACIpCaBJR2piJgFjBdMjOYmXs5h8a6fFmHBrw0gqfQEJ7S+d5IXFzvLICzpXryar8VGPbROmgRARFIPwILH/sSy17/PtgvI1tdiHwPNQq+iMe+y/5MYd+mmAX6vFnATb/SK+fIyEjQUG7o0KFYvnw5Ro8ejQcffBDVq1cPwjEzXHnllW5S9blz52LmzJnBY77n8OHD+Oabb7Bt2zZwsvHixYv7h0LWHTlyJM477zw8+eSTp11G75J02mkoARHICASqVq2KgQMHolatWpgzZ4776AaN3PjRjb59++K+++4DrwOTJ0924wzHmuRI48aNsXnz5lNGxLhMIzl5+WFYxlPOUBFTkUD4jrg09uQ1tnLlyrj00kvdpHR//fVXAlZ58uRB27ZtMXbsWPz666/o2rUrChcunCBMhtpQZURABERABERABERABERABERABERABDI+AdVQBEQgSQJm5vabWdBOgrYS1KlS4ttJVKwcifbd8yAmdxbAC79+zV482H4G1q7aAy2Zl8D2OWsw6ca33aS5bE1Zz45B2SEtkT1v1DET6FE3Q2EbMzOvGZkDZxZw3YZWIhBGBHLnzg3aLjRp0iQFSx3oDwb+pWCySuqkCNCGZdeuXdi3b5/7UHHLli1PKn5mCJxcnXxmYBFqdbRQK5DKIwJpTUD5hTSBNm3agPZbLOS8efMwaNAgeiUiIAIiIAIiIAIiIAIiIAIikO4EzAxmSUu6F04FOJZAGu15+OGHUb9+fZfbokWL8PLLLzu/ViIgAiIgAiIgAiIgAiIQLgTMzBXVzIL2gbTfom0gJb59YK06UWjfLbcXLhaxsbHYse0AHuw4E4sX7IIWEQh1Apt/+wdTbn4X+7ft8dqvV1qvDZd8txliLjwnOOcQ2zuFfYBCO0aKWVw/8WLqF0oEVBYRyCQEzOLGITPzrsVZnPBaTeHYReHcaXnzRaBTjzw4t8KZcHMfeqtRI9bi5acXQosIZAYC68b8jd9uHehVNfZoHwBKfHwzos4tdMy7C+w/vNb7YmZePDhdALSIgAiIQDgQ8O5rXDG9Ic+5WolAEgTUPJKAol3hRyCFSsz5Ev2krrjiCt8rVwREQARCisDNN98cLM+YMWOCfnlEQAREQAREQAREQAREIMMTyAAVzJIB6qAqiIAIiIAIiIAIiIAIiIAIiIAIiECqElDimY+AWZxxrpk5I3ga7vKlHRry0gieQkN4Sud7o3DJxVkBL5r3w2uvrcCwYWuhRQREIO0JLHr8K6x4c7zXHb3e6P2iWl+I/A9dETTKZ59lP6awT1PMDGZxkvalVo7HIxAREYFrrrnGTYrzxx9/YP78+Xj99deRLVs25M2b1x1jXBqrbN++nd6gzJgxA3/99RfKly+Piy++2J3j4MEQ9zz99NOoUKECvvrqq1MqqXmxDOat9RMBESABThbdt29fTJ48GdOnT8fvv//uJo2uV6+e+z+PYThWvPTSS0iuPPTQQ4iKimLUUxLGZRrJzY/hWMZTykyRUplA+Iy3mzZtAg3Tu3Xr5q6PNEx/5ZVXMGfOnASM8uTJg9atW3v3NMOwePFifPDBB7jqqqsShMmoG6qXCIiACIiACIiACIiACIiACIiACIhAxiegGoqACByfgFngeaeZuefntJOgULdKiW8nUeG8SLTvkQ+5cmcBJ4hZt2YvHmz/F9as2gMtmY/A9jlr8eON/XFgu3f+vQZxVpEolBvcAtnzRAZ19Ww/bEfU0VPYtswMZuaAmQVct6GVCIQZAer+Ur7IXmfyEuVE6gGft6FfmhOoXLkyJk6ciClTpuC+++4Dx7E0L0QYZJgcnXx6V4N2ODyXvXv3Tu+ipFn+GjvSDLUyClECKlZoE6D9Z5s2bYKFHDiQE3IHN+URAREQAREQAREQAREQAREQAREQgWQRSMtAL7/8cjA7vmPx/vvvB7flEQEREAEREAEREAEREIFwIGAWsM8ys6B9IO24aAtB2y4K52Oh1KwThfbdcuPMsxjHsGP7QTzY4S8sXvAvtIhAqBLYPPUfTLllIA7t2AevmTspNbAZYi4oBr9906Ww7VNox0gxY1uHFyfgQktIEVBhRCAzETALjENm5sYkjlEUXq8pHMMovF7nzReBTj3y4tyKZwEwwJPRX6/Dy08thBYRyMgE1o75G7/dNuhoFQ12hqHUp7cgqlyhY95dYL9hH/LFzFw8s4DrNrQSAREQgVAn4I9Zbuhyq1AvscqXDgT8ZpIOWStLEUgxAimREOckHj16dDCpBg0aBP3yiIAIiEAoEeBcr355Ro0ahY0bN/qbckVABERABERABERABEQgQxPICJXLkhEqoTqIgAiIgAiIgAiIgAiIgAiIgAiIQCoSUNKZlIBZwLjNzGBm8I13+fIODXppBE+hITylU8coXFzvLDexPSdO7ffaCgwbtg5aREAE0o7Awse+xLI3xrkMY7115M0XIt8DlzujfL+/sv9S2JcpZoE+bhZwvWj6hTCB8uXLo0uXLoiJiXGlvOCCC1CrVi2sXbsW48ePBye+5wEa3o0ZMwY5cuRA48aNkT17du52e74YiQAAEABJREFUxxctWgROuNOxY0e0b98ejz76KCZNmoSDBw+6MP6KaU2fPh29e/dGhw4dXNiHH34Yw4cPx759+/xgqeYuWLAAzZs3R8uWLbF48eKTyoftn+U/qUgKLAKZnECBAgVw2WWXJVvq1KmDbNmynTI1xmUaJ5Mny3jKGSpiKhLgqJuKyZ9i0gcOHMDvv/+OAQMGuGtYzZo1UbBgQVxzzTV4/fXXsXBhwpd28+TJAxqCDhs2zF136HKb+0+xCOEYTWUWAREQAREQAREQAREQAREQAREQARHI+ARUQxEQgf8gYGYuhJkF7SRoL0EdK8XXu9JOonylnGjXIy9y5z0D8MJvWLcXD7efgTUr90BL5iGw7e81mHjD2zi4Yy/YDrIWjca5Q1siInek09WzrbDdsP1QR09hmzIzL7iBi1nApV8iAiKQkICZ+kdCItoSARFILgGNHsklpXAZlICqFQYE2rRp42xZWNRp06bhk08+oVciAiIgAiIgAiIgAiIgAiIgAiIgAsklkKbhLrroIveeoZ9pv379sGzZMn9TrgiIgAiIgAiIgAiIgAiEBQGzgCbZzIL2gbTnotDGi0J7L0rNOtFo1zUXzuQ3hQHs2HEAD7T/C4vm/+tt6ScCoUVg069L8cstA3Fgx1439xdXJd9riphqxRLYMbKNs71TaMdIMYvrF6FVK5XmKAE5IpDpCJjFjUtmFrxm0xabwrGMwut1nrwR6HR/PpxbkRfsWDe31uiv1+Kl3gugRQQyIoG1o2dj6q0DXVsHL/hZgFKf3ILIsgUTXPPZVyi81vtiFte3MiIb1UkERCADE4g9Or+Zc9wqA1dWVTtVAn4zOdX4iicCIUAgRYrw448/BtO54ooroDkUgzjkEQERCDECnBuW86mzWJxzfPTo0fRKREAEREAEREAEREAERCCjE8gQ9fPUUxmiHqqECIiACIiACIiACIiACIiACIiACKQSASWbmQmYxRnrmlnQEJ4v8dCw96yzzgKFhvCUTvdG45L6WcFYZobXX1+OYcPWQosIiEDqE1jw6JdY/tYEmLEHAtGtL0SBBy93Rvl+P2W/pbAPU8zMhTcLuKlfSuWQ0gR4Hq+66ipnWPfLL79gyZIl7uWM8ePHY926dbj88stRvHhxl21sbCzGjRuHvn37YuXKlahSpQrq1q0LtglOHDtgwADs3bs3QdiBAwfi4MGD4AQ9DBsREYHvv/8e7777Lvbt2+fCpvbq888/R7ly5fDcc8+dVFZesz6p8AosAiIgAiIQ3gQWLFjg3XsMQ7du3VCvXj1ER0e761fHjh3ddeuPP/5w18j4taRheuvWrV08Gn4OGzYM3Ob++OEyj181FQEREAEREAEREAEREAEREAEREAERyPgEVEMREIHkEDAzF8zMgnYSnPSMejWKr3+lnUT5SpG4p1te5M6bxc2ftn7tXjx4z3SsXrEbWjI+gW1/r8HEG/rjwM7ApLlZi0Sh/JCbEJErp9PVs42wvbDdULdLyZIlS1BPT0JmgfZGv0QEROBYArR1OHav9oiACIjAfxOI/e8gCiECGZiAqhYOBGjb2aZNm2BRaa8Z3JBHBERABERABERABERABERABERABP6TQNoHePLJJ1GjRg2X8Zw5c/Dyyy87v1YiIAIiIAIiIAIiIAIiEE4EzAL2WmYWtA+kXReFtl4U2n1RatSORrtueXBW1iww7+/fnYfwYPsZWDRvJ7SIQKgQ2PTrUvzSehAO/rvPa6VwUmpQM+SqVszZMbJN+8J2TqEdI8XMwMUs4NIvCTUCKo8IZE4CZoFxycxgZsFrNm2yKf64xut17jzZcN/9eVG+UlYX1lth7Mh1eOnJBdAiAhmJwJpRs/Hb7e/D6xUwM3gdA6U+uQWRZQq4az77A/sG+wiF13pfzMyhMAu4bkMrERABEQgXAv7YpSEsXM5YupRTzSNdsCvTFCWQMolNnDgxmND1118f9MsjAiIgAqFIgPO++uUaPXq075UrAiIgAiIgAiIgAiIgAhmYQMaoWpaMUQ3VQgREQAREQAREQAREQAREQAREQARSiYCSzfQEzAKmTGbmDH59Y16+zEMDXxr7Umj4S7nv3mhcfHFWcPLl2Fjg9deWY+iQtZmeowCIQGoSWPDol1j+1oSj/S4WkbdcgPz3X+aM8v3+yf5KYd+lmAX6tFnATc3yKe3UJVCgQAFcffXV2L9/P8aOHYvFixdj6tSpKF++vDceX+zGbpZgyZIlGDNmDM455xw8++yz6NixI26//XY88cQToHHe3Llz8fPPPzModu3ahV9++QUlS5ZEr1690LZt22DY6tWrY/PmzdiwYQP27t0LTjr75ZdfYsKECZg+fTqYD48fOnTIpZVSq8ceewznn38+Ro0alawkeQ1KVkAFEgEREAERCCkCvH7wOrJ06VL8+eefoDH58OHD8f7776Nfv37ghHHdunVz16bGjRujQYMGiIqKQoUKFXDbbbfh9ddfx5QpU9x1MamKlS5dGjT2HDZsmLtm0uV2njx5kgqeufaptiIgAiIgAiIgAiIgAiIgAiIgAiIgAhmfgGooAiKQbAJm5sKaGXw7CbrUuVJ8PSztJM6tFIm7u+VFnvxngrE2b9iPh+/5E6uX74aWjEtg6+w1+OH6/kcnzTVkKxqDCsNuQkSunE5Xz7bBdsL2Qh09hW3IzGBmDoxZwHUbWomACCQiEOgfZgZLdESbIiACIpAcAho7kkNJYTIsAVUsbAi0adMGOXPmdOWljcy3337r/FqJgAiIgAiIgAiIgAiIgAiIgAiIwH8SSKcAffr0CeY8YMAA8J2M4A55REAEREAEREAEREAERCBMCJgFNMpmFrQPpH0XhTZfFNp/UapfFIW7u+TCmWfBW2Lx786DeLD9DCycu9Pb1k8E0pfAxilL8cstg3Bw5z4g1v1QalBT5Kpa1Nkxsi37wvZNoR0jxSyuH6RvLZT7CQnooAhkYgJmceOUmQWv2bTNpvjjG6/XefJE4N4e+XBuJV6wYzkkYuw3a/HiE/OhRQQyAoHV387C1Dbvu7btWngWQ5lPbkZUmQLums9+wD5x5plngsJrvS9mcX0pI7BQHURABDIhAX9CSe+eJxPWXlVOJgE1j2SCUrDQJZBCJfv666+DKXF+xuCGPCIgAiIQggQ4ByzvYVm0b775xs1pTr9EBERABERABERABERABDIsgQxSsSwZpB6qhgiIgAiIgAiIgAiIgAiIgAiIgAikCgElKgIkYBZnvGtmQUN4vtRDJSmNfik0AKbc2zEal1ySFV5QAIY331yBoUPWQIsIiEDKE1jQ60ss/98PgNfhDIboW6uj4AOXB43y2SfZP9lX2WcpZl7IeAItYU+gdu3aqFKlChYuXAhOnMPz3LhxY2TPnj1YtxkzZuDQoUO44YYbkCtXruB+hq1bty7y588Phtm9ezeOHDmC2NhY7Nq1y4kfmGHvuecePP300yhevLg7xu0WLVrgiiuuQI0aNVC2bFmXFtudWcK2ZpZw+8UXX/STTpY7e/ZsV35Oerty5crjxjHviBnXnkc/ERABERCBVCYQN96WKFHCXQOio6PdNYjXAl474r8UaGYwO74wDq9JZcqUQfXq1XHZZZehWbNmuOuuu9CjRw93DXr99dcxePBgjBw5EpMmTXLXo6QqefbZZ4PXwyeffBLDhw/HkiVLnHCCORp85smTJ6lomXafKi4CIiACIiACIiACIiACIiACIiACIpDxCaiGIiACJ0fAzFwEMwvaSfB5J3WvFD7PpD6Wcm6lKNzVLS9y5zvDTaq2acM+PHzPdKxathtaMh6BrbNW44cb+uPgrn2uclmLRqPC0BaIiMkZ1NWzfbCd8Dk5hW3HzNwzckYyMzoSERCB4xIITL9F24WA77gBdUAEREAEkiSgsSNJLNqZSQiomuFDoGLFiqA9pF/igQMH+l65IiACIiACIiACIiACIiACIiACInBCAul18JJLLkHPnj2D2b/22mtYt25dcFseERABERABERABERABEQgXAmYB+y0zC9oH0s6LQtsvCm0DKdVrR6Nd97zImtWc/dfuXYfxcIe/sGDOTmgRgfQisPGXJfil9SAc3LUfMIBS9v1myHV+Ua+tZgXbsC9s1xTaMVLMGMGLctSFlpAloIKJQGYnYBY3XplZ8JpNG22KP87xep07Tzbc2yMfKpyXDV5QTwzff7sOLzw+D1pEIJwJrPl2Nn5r+yHM/zsjC8p8ejMiyxRw13y2f/YF9glKlixZgn3FzFzVzQKu29BKBERABMKNgD+GuaHMrcKtBipvGhDwm0kaZKUsRCBVCKREor///jtWr17tkipVqhTOO+8859dKBERABEKVAOeCbdmypSvewYMHMXr0aOfXSgREQAREQAREQAREQAQyKoGMUq8sGaUiqocIiIAIiIAIiIAIiIAIiIAIiIAIpAIBJSkCQQJmAWM3M4OZBY17+XIPDX5p/EuhITDl3o4xuPjirACnto+NxZtvLMeQwWu8bf1EQARSisC8R77Asrd/ACc791aIvu1CFOjRMIFRPvsl+6kvZoE+bBZwU6osSid9CfA8X3/99ciRIwf27NmDyy+/HMWLFw8Wat++fVi7dq3bnjJlCj766KME8u233+LAgQPYunUrdu7ciaioKHBi2Y0bN6J379549tlnMXLkSDcZj2tvLqX0Ww0dOhQNGzYEy51UKTiBdyiUM6myaZ8IiIAIZDwCHHXTv1a5cuXCFVdcgV69emH48OFYsmSJM0QfMWKEu5Y1adIEpUuXTv+Chm4JVDIREAEREAEREAEREAEREAEREAEREIGMT0A1FAEROAUCZuZimVnQToITotFOgkI9HW0kKOUqRuKe+wsgT74zAC/a5k370bPddKz6Zze0ZBwCW2etwYQbBuDQ7gOA1y6yFYtGxaEtEBGdw+nq2SYobB++np5txsy84AYuZgGXfkn4EsidOzcKFCiQJhK+lE6/5GbqL6dPUSmIQOYkoNEjc5531doR0CrMCLRp0yZY4m+++QY//vhjcFseERABERABERABERABERABERABETgOgXTd/cwzz6By5cquDH/++SdefPFF59dKBERABERABERABERABMKNgFlAs2xmQftA3+aLNmAU2gZSLqgVhbu75UHWrAbOZbHr34Po2WEGFvy9A1pEIK0JbPh5CSa3fh8H/90fyDoWKPt+U8RUOdtro1nht126vi0j7RgpZnHtPhBZ6xAmoKKJgAh4BMzixi0zC16zOb5RONZReL3OnScCHbrnRfnzsrrrtTc8Ytyo9Xj+0bnQIgLhSGD1N7Pwa9sPXNH5PyjOMJT99BZElsrvrvls92z/7AsUXut9MYvrOy4BrURABEQgXAnE8oruFd45buVt6CcCCQn4zSThXm2JQNgQSJGCxrdBv+mmm1IkTSUiAiIgAqlNoHXr1sEsxowZg/37jz7zDu6VRwREQAREQAREQNf7iPEAABAASURBVAREQAQyDIEMU5EsGaYmqogIiIAIiIAIiIAIiIAIiIAIiIAIpDgBJSgCCQmYxRnzmlnQEJ4vr9Hwl0bAFBoEUzp2jMGll0YAXlhvhf+9uQJDPlwNLSIgAqdPYH6vL7GiPyf5NK+LGWJur44C3RsmMMpnf2T/9MUsENYs4J5+KZRCKBHInz8/ihQpghw5cqB8+fKuXSQu36FDhzBjxgxMnjw5gUyZMgXbt28Hjx84cMCN7y1atECzZs0QGRmJVatWgYYwvXv3Ro8ePTBhwgQcPnzY5XXnnXeiadOmuOyyy3DhhReidOnSyJcvH3hdSJx/Sm0/9NBDmD9/Pq6//vrjJuk18+Me0wEREAEREIGUJGApmZi7fuTNmxelSpVCtWrVvPuJS3HjjTfi9ttvR+fOnfHYY4+hT58+ePfdd/HZZ5/hu+++w6JFi7Bt2zaMGzcOzz33HJo0aeKuRylasAyfmCooAiIgAiIgAiIgAiIgAiIgAiIgAiKQ8QmohiIgAqdKwCzwHNTMnB7NnxCN+jAK9bK0kaCUKZ8T9zxQAHnynQHEAps37sPD9/yBlUt3QUv4E9gyczW+v+5tHNy9300Kma1oNCoObYGI6BxOV8+2QGG78PX0bC9mFtTfmln4g1ANHIFixYohraRAgQIuz8y4iuVgmhkrrjqLgAicNgHvX7HTTkMJiEB4ElCpw41AzZo10aZNm2CxBw4cGPTLIwIiIAIiIAIiIAIiIAIiIAIiIAJJE0jfvdSF8b0OvxRvvPEGvvzyS39TrgiIgAiIgAiIgAiIgAiEFQGzgD2XmQXtA33bL9qCUWgbSLmgVjTu7p4HEdmzgMvu3YfQs8MMzJ+9g5sSEUgTAhsmL8Evt36Aw7sPAIHmi3IfNkNM5bODdoxsr7x3o9CG0RezQASzgAstIU5AxRMBEfAJmAXGLTODmQWv2RznKLxeUzj+5c4TgY498qFC5WwwwMmEMevx/KNzoUUEwonAqpGzMPXOwcEiZ8l6Bsp+0gqRpfKBbZ3Cds8+QPGv93TN2PoBs4ALLSIgAiIQzgT8sUxDWjifxVQvu5pHqiNWBqlKIGUS53zBfkoNGjTwvXJFQAREIKQJXH311ShTpowr47Rp09zc525DKxEQAREQAREQAREQARHIcAQyToUCVlMZpz6qiQiIgAiIgAiIgAiIgAiIgAiIgAikHAGlJAJJEDALmDaZmTPspaEvhS+v0QCYxsAUGgZT2neIxiWXZPVS4nSqsfjfmysw+INV3rZ+IiACp0pgXs8vsOztiQhMch6LmNuro0C3BgmM8tkP2S99MQv0WbOAe6p5K154E8idOzeee+45vPPOO0lK3759Ubx4cVdJtqFGjRrh5ZdfdnFuvfVWlC9fHvv27XMT8kyZMgU5c+bEoEGD8NVXX2HChAmYPn06lixZgk2bNuHgwYPuoxexsV5LPY707NnT5ZXc1VVXXYU//vgDL774Ili+E8XjVedEx3VMBERABEQgpQjEjbjLly9314CdO3di79697lpw+PBhHDlyxMmJrgn+MV4/Nm/ejKVLl2LGjBn48ccf8fXXX2Pw4MHgpHDPPPMMHnjgAdxzzz246aabcOWVV6Js2bIpVZnMm45qLgIiIAIiIAIiIAIiIAIiIAIiIAIikPEJqIYiIAKnRcDMXHwzC04YSF0s7SQo1F3RRoJSpnwk7r6/APIWOAOMtW3zfjzS7g+sWLoLWsKXwJaZq/H99f1xZN8hmBkizonBecNaICIqh9PVsw1QzjzzTLBtUGhPY2YuPGtuZnQkIiACySIQ6C8G/iUrggKJgAiIQAIClmBLGyKQiQioqmFJoE2bNsFyf/zxx85OMrhDHhEQAREQAREQAREQAREQAREQARFITCAEtvkuR7du3YIl4XuJW7duDW7LIwIiIAIiIAIiIAIiIALhRMAsoGE2swT2gbQBo00YhbaBlAtqxeCurnmRNQJuPo3duw6hZ4c/MW/WdmgRgdQmsG7SIky+9X0c2L0/MOdQLFDug6aIOa9I0I6R7ZR2jBTaMPpiFtfOU7ucSj+FCCgZERCBBATM4sYxMwteszneUeJfr3PljkDH+/OjfOWs3ngJ76IN/DB6PZ5/ZI63oZ8IhD6BVV/PxNQ7B7u2y9LamVlQ9uNWiCyV313zeb1nm2fbp/jXe7pmxigwC7huQysREAERCFMCZt5YFuvd+LD8Rx16JSKQmED85mHmtZvEAbQtAqFMIAXKtnr1avz888/BlBo0aBD0yyMCIiACoU6gdevWwSKOHj066JdHBERABERABERABERABDIUgQxUmSwZqC6qigiIgAiIgAiIgAiIgAiIgAiIgAikKAElJgLHI2AWMGgyM2fgS4NfCl9coyEwjYIpNBCmtO8Qg0sbRHjJGeD9+v9vJQa/vwpaREAETp7A3J5fYNmASWBf4irm9uoo0PXSBEb57H/sj76YGcziBFoyHYFs2bIhb9682L59O5YvX35M/bds2YLHH38cr7zyCnbt2oWFCxeiZ8+eGDlypGs7+fLlQ/369dG9e3fcd9997oMV//zzzzHppNaOIkWK4P3338fYsWNx4YUX/mc25oUwmLfWTwREQAREIPUJaLxNfcapn4NyEAEREAEREAEREAEREAEREAEREAERyPgEVEMREIHTJ2AWeB5qZm7CQDNzejPaSVCop6WNBN0yFaJw1/0FkbfgmYj1/rZu2o9H7vodK5b8Cy3hR2DzX6vx3XX9cWTfIa/wschaLBqVhjZDtsjsTlfPc05hOzjjjDNcu6AdjZnBzLw4CLrQIgIikEwCgem3YmM5iiYzioKJgAiIQDwCgVEk3g55RSCTEFA1w5MAJ1ls1qxZsPADBw4M+uURAREQAREQAREQAREQAREQAREQgcQEQmX7mWeeQdmyZV1xpk6dihdeeMH5tRIBERABERABERABERCBcCRgFmfnRdsvim8LRtswim8fWK1WNO7pnh8R2bMAXrS9ew7jkQ5/Yt6s7dAiAqlFYN2Pi/Dz7R/i8N6DbHaeGM4d3Awx5xUJ2jGyjdKOkcI27IuZ11C9gpkFXM+rXxgQUBFFQASOJWAWGMfMDGbmbPo51nHc84VjISUmVzZ0vD8/KlbJBhhA+eG7DXj+kTnQIgKhTGDliJmYevdQwGvj8NpulqxnoNynNyOyZD6wbVP4v6nf5tkHfDHzIgAwC7jQIgIiIAJhSsAs3jjm+90utwrTWqnYqUnAbyapmYfSFoHUIpAS6U6cODGYTKtWrcD/F4M75BEBERCBECfQunXrYAlHjRqFJUuWBLflEQEREAEREAEREAEREIGMQiAj1SNLRqqM6iICIiACIiACIiACIiACIiACIiACKUhASYnACQmYBYzfzMwZ+vrGv3x5jUbBNPag0FCY0q59DC5tmA1ws6rGov//VmDw+6tOmIcOioAIJCQwt+cXWPbOJG+n15G8X6421VGw66UJjPLZ79gPfTEL9FGzgOtF1i8TEjAz1KhRAxyfR48ejY0bNwYpHD58GN99953bV7x4ceTMmRP58uVzLzhNnz4dGzZsCIblxPo7d+4E4zBM8EAqerp164ZFixbhjjvuSHYuXvcAy5rsCAooAiIgAiJwGgQ46p5GdEUNBQIqgwiIgAiIgAiIgAiIgAiIgAiIgAiIQMYnoBqKgAikEAEzcymZmdOnmRmom6UejkJ9LW0k6JYuH4k7exRA/kJnwQuGHdsO4pG7p2H54n+hJXwIbJ6xCt9d1x+xBw67QmcrFoPKw5ojIjKH09XzXFN4/tkWKLShMTPvvJuLYxZw3YZWIiACJ0XATP3npIApsAiIQJCARo8gCnkyFwHVNowJtGnTJlj6QYMGYf78+cFteURABERABERABERABERABERABEQgHoGQ8UZGRuKVV14Jlue1117Dt99+G9yWRwREQAREQAREQAREQATCjYBZQNNsZs4+kHZgtAej0EaM4tsHVq0Zjbu750NEdsaJxd49h/FI++mYO3MbtIhAShNYN3EhJt/+IQ7tORicS+Xcwc0QU6lw0I6RbZN2jBS2XV/M2EYRtGeElnAhoHKKgAgch4BZ3LhmZsFrNsc/XqvpckykxOSKQIf786FC5aze+AlwNXHsejz38N/ehn4iEHoEVo6Yial3D/Waaqxrr1mynoFzP2mFyBJ5wTZN8ds52zr/T9U1P/TOo0okAiKQMgTMAtd8b1AMJOgNjd7gGPBrLQKJCMS69hG30+xo+4nbJZ8IhCqBFCnXhAkTgulceeWVQb88IiACIhAOBMqWLYurr77aFZVzoHPedLehlQiIgAiIgAiIgAiIgAhkHAIZqiZZMlRtVBkREAEREAEREAEREAEREAEREAERSDECSkgE/puAmblAZuZe8vGNgGkQTMNgGgnTWNiXe9rFoMFl2bw4DA+88/YKDB60ytvWTwRE4L8IzHn4Cyx75ycYA3p9LqZNdRTsckkCo3z2OfY/X8wMZnHCqJLMS+Dcc8/FNddcg3Xr1uHpp59G//79MWTIEOefPHkyihUrhoYNG7o2kzdvXufftGkTnnnmGRf2o48+wksvvYShQ4eicOHCqF27dqrCbNCgAaZMmYJ+/fohZ86cJ52X1/RPOo4iiIAIiIAIiEDmJKBai4AIiIAIiIAIiIAIiIAIiIAIiIAIZHwCqqEIiEBKEjAzl5yZuQkDzQzU0dJOgkK9Le0k6JYuH4U7ehRAvkJnIjY2Ftu37kevu37H8kX/QkvoE9g8YxXGXjcARw4cducv2znRqDKsOSJyZne6ep5jCs872wCFtjNm5vSurKGZ0ZGIgAicIgGOnacYVdFEQAQyOYFEc/hlchqqfuYhoJqGM4Hrr78e/oSLhw8fxqBBg8K5Oiq7CIiACIiACIiACIiACIiACIhAqhEIrYRvuOEGdOjQwRXq0KFDePXVV7Fnzx63rZUIiIAIiIAIiIAIiIAIhCMBs4C9l5k5+0Dag9EujEJbMYpvH3h+jWjc3SM/IrJngRcc+/YdwaMdZmDuX9ugRQRSisDaiQsxuc0QHN53yLUzM0P5Ic0QU7FQ0I6RbZJ2jBS2WV/M4tpzSpVH6aQVAeUjAiJwIgJmceObmcEf9/zrNcdDjo2U6JgItH+gACqez7kPAXhRf/x+A557+G9oEYFQIrByxExMvWcY2EbNDFmynYlyH7dEzuJ53TWf7Zn/i7J9U9jezbxwWfi/qNewAZgFXGgRAREQgTAmYBY3lpl5fgrr43npSEQgKQLxm4dZ/K2kQmufCIQSgdMvy5EjRzBy5MhgQpzHN7ghjwiIgAiECYHWrVsHSzp69OigXx4REAEREAEREAEREAERyBgEMlYtsmSs6qg2IiACIiACIiACIiACIiACIiACIpBCBJSMCCSTgFnAuMnMnOFvlixZ3MT2NAymgTCFRsO+3N0uFy5tkBWxsfAkFgPeXo4PB65MZm4KJgKZk8DfD33u5B57AAAQAElEQVSOZe/+5PoM+06uNheiUJdLEhjl0zCf/c4Xs0CfNAu4mZOcah2fAMfnq6++Gj169EDJkiUxd+5cTJkyxU2ow0ljH3jgAeTNmzcY5bLLLkP79u1RqFAhzJ49G5MnT8aWLVvA/d26dUsQNhgpBTwsQ//+/TFx4kTUqVPnlFNkXznlyIooAiIgAiIgApmJgOoqAiIgAiIgAiIgAiIgAiIgAiIgAiKQ8QmohiIgAilOwMxcmmbmJgw0M2crQRsJCvW3tJOgW+rcKNxxfyHkL3wWzPvbuf0get39G5Yt3AktoUtg04xVGHPdAMQeOgLvtCGieAzOH9Yc2XJGOF09zy2F59vX01Mna+adZU/gLWbmrfUTARE4NQKB/mNm7IKnloRiiYAIZGoClqlrr8pnWgKqeNgTaNu2bbAOAwcOxKpVq4Lb8oiACIiACIiACIiACIiACIiACIiAIxCCq2effRbFihVzJfvpp5/w/PPPO79WIiACIiACIiACIiACIhCuBMwCGmczc/aBtAvzbcRoM0bx7QOrVI/G3ffnR0R2L04ssHfvIfTq8CfmzNgKLSJwugTW/rAQP90+GIf2HvCSinXzDpUf0gwxFQo5O0a2QwrtGClsq76YeW3Si2UWcD2vfuFEQGUVARH4TwJmgfHNzGBm8Mc/XrN5rea4yDGSEhMTgfb3F0DFqhGAd73matL36/HsQ7OhRQRCgcCK4X/h13uG+c0TlvUMlP+0FSKL5w1e8/12zbbNdm5mrt2bGbiYBVz6JSIgAiIQrgTM4sYyM3PXePMr413Dmz+xE1FXbkDMleuRq9E65Gm0FvkarUaBK1ah4BUrUfjyFShy+XIUvWwZzrlsKUo0XIKSDRejdMNFKNNgAco1mI/yl85DxUvnotIlc1D5kr9R5eJZqHrxTFxQ/y9Urz8DNer9iVr1puOiutNQp+7vqFfnN9SvMxWX1J6CBrV/QcPaP+Pyiybjiot+wpW1JuHqWhNxbc0fcF3NCbihxnjcWGMcmtT4Hs2qj0WL6mNw04Wj0erCUbj5gm/Q+oKRuK3a12hTbQTaVh2OO6t+hbvO/wL3nP852lf5DB2qfIp7K3+CTpU/RufzhqHreUPR/bwh6FFpMB6o9AEeqvg+Hq44CI9UGIheFd7DY+XfxRPlB6B3+f546ty38cy5/8Oz5d7E8568WPZ1vFz2NfQp0w+vlumLvqVfwWul++CNUi/jrVIv4X8lX0T/ki9gQInn8G6JZzGw+DMYVPxpfFC8Nwaf8ySGnPMEhhV7HB8VewyfFH0UnxV9BF+c3RNfnv0whp/9EEYUeQAjPfm2cA+MLtwdYwp1w3eFuuL7gp0xvmAn/FDgPkwscC8m5e+Iyfk74Od87TAl3z2Ymvdu/Jb3LkzLcwem52mLP3O3wV+5b8fM3Ldhdq5bMSfXLZgXczPmx7TCwuiWWBR9E5ZEt8A/Uc2wPKopVkQ2warIxlid8waszXk91ue4Dlsv6BC4hgKBNuO3Hc+FFhEIdQIpUD7O27tzZ+Bd5Ro1aqB48eIpkKqSEAEREIG0JdC6devgPOfjx493c5KnbQmUmwiIgAiIgAiIgAiIgAikIoEMlnSWDFYfVUcEREAEREAEREAEREAEREAEREAEUoSAEhGBkyFgFjCLM7OgwdMZZ5yRYHL7rFmzBo2I726fGw0ui4AXGAbgvf4r8MF7Kz2ffiIgAokJzHn4Cyx/b7LrK14XQ+47aqBQ50uC/YlG+RS/z9E1M5jFSeI0tZ0xCURERKB79+7o27fvcY3uzAzlypXD/fffj7feegvvvPMO+vTpg6ZNm4Lx45MxM1SrVg2PPfYY+vfvHwzbvHlzxMTExA+aYv6OHTti0aJF6NChw2mlaV5sM649j34iIAIiIAKpTEDjbSoDTvXklYEIiIAIiIAIiIAIiIAIiIAIiIAIiEDGJ6AaioAIpA4Bs8DzUTMLTpxGfS0nVKNQj0tbCboly0XijvsLIV+hM8AJA3duO4BH7/odyxYEJtbwduoXQgQ2zViFMdcOwJFDRxDr/WUrFo2qw5ojW44Ip6vnOaXwPPOcU7JkyRLU07MqZoH2Qb9EBETgVAjEukixseyFzquVCIiACJwUgcAoclJRFFgEwp6AKhD+BFq1aoV69eq5iuzYsQODBg1yfq1EQAREQAREQAREQAREQAREQAREwCcQim7evHnxyiuvBIvWr18/cDLu4A55REAEREAEREAEREAERCAMCZgF7L/MzNkH0j6MdmIU2o5RaB9IqXxhNO66vwByRGYBYx3YdxiPdvgTc2dsgxYROFUCayYswKQ2g3Fk/2HAa4feCpWGNUdM+YLOjpFtj+2QdowUtlFfzNgSvRhHXWgJOwIqsAiIQPIImMWNd2aW4Jrtj5EcLynRMdnQ3rteV6waAfP+4C2Tx23Asw/O9nz6iUD6EVj+1V+Y2v5jVwDz1lkizkSFT1siZ7HcSV7z+f+ombn2bsYYgFnAhRYREAERyCAEzMyNbWaemyVLoFYG7DsYi/0HcVTo9+TA0e0Dnt87fsBzD3ju/vj7uc/bPuDJfs9PceE8v+9yH+XAgSMISKznUo7gYLxw9AeE+48cDRPrhTlyrOxPYp+X/kEnh73wh3HI81MOHvD9dClH3LGD3j3hIR7z0mK4Q0e3D3vuYbffC+v53X7Pdfv3H0LC7cMI7Pfco3EOHzjk7fPE23bHvO0jXjzn99KhPyjescM85rnBfd72Ee9kJNw+hFi3/5B3L3voqP+g5z/o/IFj9FMOefsPefvp92SfJ156sc719jvXO9me6514uP30Hw3DfZTYo9teUwm0E2/Ne2Mzi2tDnt/brZ8IhCSBlCjUjz/+GEymcePGQb88IiACIhBuBG655ZZgkceMGRP0yyMCIiACIiACIiACIiAC4U4go5X/6BPbjFYt1UcEREAEREAEREAEREAEREAEREAETouAIovASRMwMxfHzIKGTjQSpvAlIQqN4H25q10uXNowGzjJKmVg/+X44N0VLg2tREAEAgRmP/gF/nl3crCf5L6jBgp1qp/AKJ8vmrCf+WIW1wfNLJCQ1iIQ4gTq1q0LGg6+/fbbyJMnz2mXltcVfgTgtBNSAiKQggTmz5+Phg0bonfv3sFUJ0+ejOrVq2PIkCHBfcfz7NmzBx07dkTjxo2xefPm4wX7z/0bNmxw+TG9/wysACKQLAIcdZMVUIFCk4BKJQIiIAIiIAIiIAIiIAIiIAIiIAIikPEJqIYiIAKpSMAsoJM1MzeBGieIoe6WNhIU6nN9O4kS5SJxx4NFkL/wWc6uYtfOg3j07t/wz4Kd0BI6BDb9uQqjrx2A2COx4NnNXjwXqn3UHFmzZ3O6ep5TCs8vheeb593MYGauImYB121oJQIicFoEzNSfTgugIotAJiag0SMTn/zMW3XVPIMQaNOmTbAmAwcOxLZt+jBMEIg8IiACIiACIiACIiACIiACIiACIUvgpptuQtu2bV35+M5Snz59cPjwYbetlQiIgAiIgAiIgAiIgAiEKwGzgObZzBLYB9JmjDZkvtBGsPKF0bijWz5kj8zi5og5sP8werX/A3P+lK4HWk6awJrxC/BT26HuY4hwLQqoNKwZos8t6OwY2ebY/mjDSKENoy9mce32pDNWhFAhoHKIgAicBAGzuHHPzBJcs/2xkuMmJSo6G9rdXwAVq2YDF85PNXncejz7wCxuSkQgzQks/3IGfm3/EdgWY73cLdsZqPBpS0SekzfJaz7/D9U13wOlnwiIQIYkYHbsNZ3jnjdIBurLgdITN2bG0uPtpuP5A/u8u6cE27FeVG8H76mCYbh9NJ6338XjptvtrRiO2554qXk/Lw3Pz3VQXBhv66jrZRII4bbpPZoOHbcZCOtl56Xn/RjOk8Tbbpe3cmWK5yYO5yXpJcJfIF0vm0ARGJDxvADcxxA84IXyjsRbe2F4zOXjHWGYwDbXjMzYXnjP8X7eYfo9n/cLBE9626XnpU33ROG8HFxGXiqe69ZeHtzrZcD4ntelEUjEWzNMPPHCeBGD+wORveNedC+q+8W/VpoF2pU7oJUIhB6BFCnRqFGjguk0aNAg6JdHBERABMKNQOvWrYNFHj169GnNuxxMSB4REAEREAEREAEREAERSH8CGa4EWTJcjVQhERABERABERABERABERABERABEThtAkpABE6NgFnAuMnM3KTmZgYazVH4shCFRvC+3NUuNxpeHgGDt3irQe+swAfvrvA29BMBEZj94OdYPmgyvG4Er3sg7501UOi++gmM8vmCCfuXL2YGszgRRREIBwKvv/46fvnlF1x66aUpWlyvK6RoekpMBDICga1bt6Jjx46YOnVqRqiO6hAyBCxkSqKCnAoBxREBERABERABERABERABERABERABEcj4BFRDERCB1CZgFnhOamZOX8tJYqjDpY0EhXpdCm0lSpSNRJsHCiFf4TPByWh27TiAR+/4Ff/M35HaxVT6ySCwcfpKfHvtAMQejuVcQMh2TjSqDWuKbNmzOV09zyOF55XCc00xC5x7ZmFmdCQiIAIpRCAWXn9MobSUjAiIQOYioNEjc51v1ZYEJBmFAD+WWLVqVVedNWvWYNCgQc6vlQiIgAiIgAiIgAiIgAiIgAiIgAgAoc3g2WefRf78+V0hx48fj+eee875tRIBERABERABERABERCBcCZgFrAHM7MEHxSmjSBtyXyhfWDl6jG4s3t+5Iw6A4Dh4IEjeLT9NPw9fSu0iEByCawetwCT2g7FkQOHvShsf4bzPmqO6HIFnB1j1qxZwXZHG0YKbRh9MWN4wCzgQkuYElCxRUAETpaAWWDcMzM3Bvrjon+95njJ8ZMSFZ0N7R4oiErVsruwZoafx2/As/fPOtlsFV4ETovA8i//wq8dPw22wzMizkSlz1ohslged61ne41/zWd7Zts2C7RzZm5mdCQiIAIikGEImJkbFzneUTj2DXvYsHjgfsx7Zw9m/u9f/PnWv5j25r+Y+sa/mPLGLvzy5h5MfmMPfnpzL358cx9+eOsAxr91EOP+dwjf/e8wxvzvCEa9HYtv+wMj+xtG9M+CrwacgS8HnIXP38nqSTZ8+m4EPn43B4a9lxND34vE4Pei8MHAGAwalAsDB+XGu4Py4J3386H/+/nxvw8K4E1P3viwEF7/sDD6DS6CVwefjVeGFMPLnrw4tDieH1oCzw0riWeGlcLTH5VB74/K4omPy+Gxj8/Fo59UwCOfVETPTyvhoU/Pw4OfVcH9n52PHp+fj26fV0WXzy9Ap88vxH1fVEfHL2qg/Zc1cc+XtXD3V7Vx51d10ParumgzvB5uH34xbh1xCVqPuBQ3f90ALb++DC1GXo7mI69A05GN0PibK3HDt1fh+m+vxrXfXoNrRl2Hq0ZdjytH34ArRt+Iy8c0QcMxTXHp2Ga4eGxz1P+uBep+dxNqf98Ktb6/GTXH3YLq41rj48RupQAAEABJREFUwvG3odr423H+hDaoMqEtKv9wByr9cCcqTLwL5068G+V+bIcyP7ZH6UkdUHJSRxT/6T4U86To5M4oMrkLCv3cFQUmd0OBn3sg38/3I8/PDyDXLw8i5peHETWlJyI9yfHrI4j49VFknfoYzpr6OM747QnYb70R+/tTOPL70zj8+zM4NO05HJj2PPZPfxF7p7+EPX/2we4Zr+Lfv/pi1+w3sGfe29i/eCBif+rj5sBm+zEz+ItZnN/fJ1cE0p/A6Zdg/vz5mD17tksob968qF27tvNrJQIiIALhSKBWrVqoWbOmK/qCBQswevRo59dKBERABERABERABERABMKbQMYrfZaMVyXVSAREQAREQAREQAREQAREQAREQAROk4Cii8BpEDALGDaZmTOeMzNnAEXjORrBU2hU7Mud7fKgweXZERsLJ4MGLMf77yyHFhHIzARmPfgFlg382fUJfvQhz101UfDeeglexKNhPvuVL2Zxfc7MMjM+1T2MCDz66KPo0qVLqpTYu6ykSrpKVARSksDFF1+M6dOn4/bbb0/JZI+b1pEjR0A5bgAdEIFTIqAR95SwhUoklUMEREAEREAEREAEREAEREAEREAERCDjE1ANRUAE0oSAWUBHa2bOVoKTxFCXSxsJ6nZ9oa1EibJRaPtgERQomtUrm2HPrkN49M6pWDJ3u7etX3oR2Dh9Fb699h0YH3sbkL1EDC74qBmyRmRzunr/HPKcUniOKWbmzjnLbWZ0JCIgAilCINCfDPxLkQSViAiIQCYjYJmsvqquCEAIMgwB3m+0adMmWJ+BAwfi4MGDwW15REAEREAEREAEREAEREAEREAEMjGBEK/62WefjVdffTVYyn79+mHy5MnBbXlEQAREQAREQAREQAREIFwJmAU00GYG2oxRaB9IoV0Z7QJ997wLY9C2ez7kjMri5ow5eOAIHms/DX//sRVaROC/CKz+fj4mtR2CwwcOee2HxoyxOO/jZogum9/ZMWbNmtV9EJg6RQrboi9mce30v/LR8RAnoOKJgAicEgGzuHHQzBJcs3mdpnAcpURGZUO7BwqiYrUIxHp/8OTnCevxTI+Z0CICaUFg2RczMKXjx15WXgv0LvlZIs5Epc9aImfR3O5az3bKNsvrPYX/d/Kab2YwMy8egi60iIAIiEAGIGAWGNtYFTNzYxzHPY5/UTnORExkVie5vGt4UKKzIZcvMRHIdVzJ7h07vsTEZMfJSw4vTg5Ex5y6RHlxE0pORMV4kuu/JdIL898SichckcdITm/fqUoOL26OXFE4ackdhezHlWjv2IklwgvjSzYv//jC/f72WdE5cWZUDpx55pnB/wXNzLUnaBGBUCSQAmWaOHFiMJVWrVoF/fKIgAiIQLgSaN26dbDoo0ePDvrlEQEREAEREAEREAEREIGwJZABC54lA9ZJVRIBERABERABERABERABERABERCB0yKgyCJwugTMzCVhZs7YycxA4zkKjaEoNC6m0MD4jna50fCK7F5YeIvhg3dXYNCA5Z5fPxHIfARmPfAFlg36GewQXtdB3rtqolDHuglexGO/YX/yxSyur5kZtIhAuBCIjIxMlaKyFxgsVdJWoiIgAiIgAokJaLxNTCSctlVWERABERABERABERABERABERABERCBjE9ANRQBEUg7AmaB56VmBjNzE8X4Ol3qeH2hrUTxMpFo80BhFCh6Frjs2XUQj985FYvnbOOmJI0JbPhjJb699h2Xa6y3zl48BtWGNUG2iGxOV++fO9q7UDiJFMUscK69KO6c05WIgAikFAH2RriJrAO+lEpX6YiACGQWAho7MsuZVj19AnIzFoG2bduibNmyrlILFy7EoEGDnF8rERABERABERABERABERABERCBzE0gHGp/2223wf+wwPbt29GnT59wKLbKKAL/Z+8uAKyo/i+An+8S27B0py0hFnZQioFIiiAuFurfLgwEsVvsZO2gRRBQuqXDRFABu4OfIsjuvv89d3ZmF0UFZGH37Xm+M/fOvMnPzJvBN/e9lYAEJCABCUhAAhL4VwEz8+OYmW8byPZjYftAtilju0C2M2PZeL/y6HV5VaSVC37yOjs7hn7nLcDbC36AHhL4O4FP33gf0858EbHsXN8e0R1qaPJKF5TbtYpvx8hji8cYjzeGx2AYs/zj8+/mr+ESkIAESoKAWf750Mw2uWaXLl0aPI/yfMqkppVF7yurodG+SXAnXvc0zJ78DW6+fCn0kEBhCqwauhhz/m8ILO+/Uiml0WjIKUitVSE6Rnms8nrP8N+cvOabuSlcuG5mxkKRgAQkELcCPO8xPAfyXMjzYmJiIpikpCQoMih4DPC44L/vGB4rPG4YM4OZRe8Ts/x6NFAVCRRzgYkTJ0Zb0KJFi6iuigRKuIA2vxgL9OjRw3+ew014/fXXsXjxYlYVCUhAAhKQgAQkIAEJSKAICSQUoXXRqpRoAW28BCQgAQlIQAISkIAEJCABCUggvgTMgsZNZuYbPZkZ2AiKYSM6hg2kGDaSOqN3RbRokwwg5p/PPrkaTz++2vXH01PbIoF/Flh6xVCsenqmfw+wU/HMA1H9/MM2+SIe3y98H4Uxy3+Pmdk/L0CvSqCECLgrif8jACVkc7WZeQKxWAxz5szBWWedhYMOOgjNmzdH165dwYapubm5eWMFxW+//YaHHnoIxx9/PA444AAf1jmMrwVjAevWrcP555/v8/XXX+P222/HkUce6cc/6aSTMHToUGRnZ4ej+5LrMWXKFL9srsNhhx2Gm2++Gd9//71/vWBnxowZfl7PP/98wcH49NNPcdlll4HTch5nnHEGli5dusk4YQ+Xx0ZpvXv39uNzezgd+zmcr3NcLqtt27b4/PPPsWDBAr8d3DZuI1/neBw/9ON8wm3csGEDR4lCT7rSl+vHcTfnF02gSpwL8Kwb55uozZOABCSw1QKaQAISkIAEJCABCUhAAhKQgAQkIIH4F9j8FpoF92zNzLeVCH9siPd3ea83DNtK1N0lDadfWQPV6pSFGxvr12XjhrPewsp3ftr8zDW0UAS+WfApxrR7CuA+gyGlQQb2f6mj/1Eo7qdwn7GdC8N9ypi5veYC9zAz19VTAhIoDAEzvb8Kw1XzlEBJENDZoyTsZW2jBOJXICMjA5mZmdEGDho0KKqrsqMFtDwJSEACEpCABCQgAQlIQAIS2FqBW2+9Fenp6X4y/hj3HXfc4evqSKDoCmjNJCABCUhAAhKQwJYJmAV3os3M/wEatiNj20C2K2PC9mYsG+1bDr0ur4bU9AT+fAw2bsxB/3MXYNm8H6CHBP4s8On49zHtzJeQ444T/839WAxNX+mMcrtU3uQ3h3icMTz2wpjlH5d/nq/6JSABCZREAbP886KZFbhmlwLPoWwbzms1k5aehHOuqoG9myXm/VZVDLMnf42bLtUfl4MehSLwyZBFmH3BYDfvmD/mEpJLo/HgU5BaMwPhscmSxyrDf2vymm9mMDM3HaISekhAAhKIMwEz8+c4s6Dk+Y/nQZ4PeW5kEhMT/fe9WCYlJSEM+5V8m3i2CPc5y4LbyX/b8Rjh8cLjhscPYxYcT3H2dtHmSMAL/PLLL3jttdd8nZ0WLVqwUCQgAYigOAtUqlQJ3bp185vw+++/Y+zYsb6ujgQkIAEJSEACEpCABCRQdAQSis6qaE1KtIA2XgISkIAEJCABCUhAAhKQgAQkEIcCZua3ysyixnRsDMWwYRTDhlIMG0v1OqciWhyTDDcy3BR49sk1ePqx1YibhzZEAv8gsPSKYVj1zGw3hsG9AVDprOaocf5hm3wRj++T8P3D0sxglh/oIQEJRALurRHVVYl/gVgshhdeeAGXXnopli9fjiOOOALHH388fvrpJ/Tt2xcvvvii/9ITJb766iucccYZfvzKlSujY8eOOOaYY8DGXc899xz69++PDRs2cNQobOB69dVXY+rUqTj88MNx9NFH44cffsBdd92Fl19+ORovXI9rrrkG3333HVq3bo2jjjoKU6ZMwVVXXYVff/01GvfvKu+99x7OPvtszJkzB02bNkW7du3wv//9z2/bkiVLNpksXN55552HlStX+mVxe3bZZRcsXboUF110EebPn++nqVatmjdJTU1FlSpVcNJJJ+HQQw/1X04sOJ/Qr3379v4axG3s06dPtO4cl550Xb9+vZ8nx01JSQH9uO3r1q3zy1RHAhKQgAQkUGIFtOESkIAEJCABCUhAAhKQgAQkIAEJxL/AP2yhmflXzczfz+WPxfD+LsN7vmHYVqLuLunoeUVNVK1dxt3LAH7/LRv9z5yDFW//5OehTuEKfD3/U4w+8SlnH4PrILl+Oez/wsn+Hgn3T7iv2L6F4b5kzIJ9y7UzMxaKBCSwHQXM8t9XvD+5HWetWUlAAiVIwF3dS9DWalMlIIF4FMjMzESNGjX8pi1atMi3gfM96uxYAS1NAhKQgAQkIAEJSEACEpCABLZaoGHDhrj33nuj6e6//37Mmzcv6ldFAkVOQCskAQlIQAISkIAEtkLALGjXYmZgW7IwbF/GhO3OWO69bzmccWV1pJVPgLn/srNjuOG8+Vg273voIYFQYM249zDtzJcQy8l1RwmPFGCfIV2Q3rDyJm0ZeXwx4THH0sz8bMyC0veoIwEJSEACMAvOi2bm6zxnJiQkgO35eS5lG3Feq1mmpSWi99U10Wi/ZCfnxofhranf4uZLF7t+PSWw/QQ+HrIIcy4a6mZoLkBpd+w1HtIVqTUzwGMxPCZLly7tfw+KxyuPXTODmflpzILS96gjAQlIIE4FzMyf93gO5LmQ4bmR58owPGeG4bCwrrJs9P+R8Wrx5/3N/jA8Tni8MDx+zIJjiW8VM2OhSCCuBPi7qOEGHXfccahYsWLYq1ICJVtAW1/sBXr06BFtw7hx47Bx48aoXxUJSEACEpCABCQgAQlIYOcLJOz8VdAaSACQgQQkIAEJSEACEpCABCQgAQlIIF4FzIKGTmbmG9KZmW8Ez0ZRbCDFhI3D2HCq1zmV0KJNMmLuP7g8++QqZD26CvHw0DZI4O8Ellw+FJ88M8u9zJ8djqHSWQegxnmHRg0o+d5gwvdNwQaFZsF7y02spwQkUEAgxrdTgX5V41vgnXfeQVZWFurXr4/BgwfjnnvuwYABA/D888/7YS+++CI++eQTjzBmzBisXr0aF154IZ577jlcd911uO222zBq1Cg0adIEy5Ytw5o1a/y4YWfFihVIS0vDyJEj/bic/xNPPIFy5cph/Pjx+Pnnn/2oy5cvx7PPPuuX+fLLL/txOW/W69ati9zcXD/e33XWrVuHhx9+GL/99htuv/12PPbYY+jXr5/fppNPPhnZ2dmbTPrVV19h+PDhmyyP28Pt5vazodrEiRP9NHvssQcuvvhiVKhQAXS68sor0bNnT3+tWbp0qffjOK+++qr3C5fbu3dvvPXWW37bOaOffrlmSh4AABAASURBVPrJWzVq1AgvvPCCdw7HPeaYY/DFF1/8xY/TKRKQgAQkIIGSJKBtlYAEJCABCUhAAhKQgAQkIAEJSCD+Bf5tC83Mj2Jmvq0E7/Hyfi/De79h2F6izi5pOP2qWqhet6yfZsPvORhw5hysWPaj71encAS+mf8pRp80CDD3dPsppWEGDnixg793wv0S7iO2a2G4Dxkzg5mBD7OgZF2RgAT+u4BZwfdUUDcz2H+fteYgAQmUQAGdO0rgTtcmSyDOBGrXro3MzMxoqwYNcv//EvWpsqMEtBwJSEACEpCABCQgAQlIQAIS2DaBc845B/wuFKf+5ptvcNddd7GqSKBICmilJCABCUhAAhKQwNYKmAV3pM0MbFMWhu3MmLD9Gcu9mpVD5uXVkFqeP38dQ3Z2LvqfOx9L534PPSSwZux7mHbWy8jNyeXPbCEWi6Hp4E5Ib1Bpk7aMPK6Y8FhjaZZ/HEpSAhKQgAT+KmCWf540M/DcybA9P8+pbCvOazXL1NREnHNVDTTaP9nNKObPyW9N+RY3XbzY9espgf8u8PGQRZhz4VB/bLFTKrUsGg/ugtQaGZtc83k88vjkccrjlccuwzUIS9YVCUhAAvEqEJ7rWIbhOTEMz5F/Ds+dShmUJIM/HwPsD48RluGxw5LvlbBkXZFAPAlMmTIl2pzjjjsuqqsigZIuoO0v/gLHH388dtllF78hc+fOxbhx43xdHQlIQAISkIAEJCABCUigaAiwBVTRWBOtRUkW0LZLQAISkIAEJCABCUhAAhKQgATiWiBs8MQyDBtGMWwsxbAhPMOGY5nnVETLY1K8Ccd/ftAaDHrkE99fjDtadQlsVmDx5UOx6tk5MP99EUPls5uj5nmH/aVRfvh+Kdgo38zcdLbZ+WqgBEqyAN8VZuyWZIWSte0TJkzA77//jrPPPht16tSJNr5GjRro3Lmz7//iiy/8OKtXr0b9+vXRtm3bTc6h5cuXR7169ZCbm4ucnBwUfPh/n2RmIi0tLRrcsGFD7LHHHn6e2dnZfviCBQuwdu1anHHGGeCy/UDXYZ3rxnO46/3b55o1a/Dhhx/iiCOOwFFHHRWNx38r9erVCzVr1oyGsfL5559j/fr1OPHEEzdZHl9r0KCBX99w3Tjs7zJ58mT88ccfOP/881G1atVoNC6XP7ZVq1YtsJEvt40+zC+//AImHJnj3nbbbRg5ciT22muvcLDKEiGg822J2M3aSAlIYGsENK4EJCABCUhAAhKQgAQkIAEJSEAC8S+wRVtoFnx+amb+ngTvE/C+L8N7D2HYVqJ2wzScdmVNVKtT1s97w/ps3HDGbKxY+qPvV2f7Cnw971OMOmmQm2nMBUipXx4HPN/+L/fpef+D4b5jzIJ9yYnMjIUiAQkUmkDw/uSPWge1QluQZiwBCcSpQMFzh9mm122zTfvjlECbJQEJxIFAZmYmypUr57dk+vTpGDVqlK+rs8MEtCAJSEACEpCABCQgAQlIQAIS+A8C/J4R74lyFvy+0cCBA1lVJFDUBLQ+EpCABCQgAQlIYJsEzIL7zmYGti0Lw/ZmDNsFhtmrWXn0uqI60jNK+baEsdwYbjh3Hpa+9R30KLkCq19/D1PPehk8HkKFZkM7o1yDypu0ZeTxxITHGEuz/OMvnFalBCQgAQn8VcAsOl/6azDPoQzb8/Pcys+uwut1aloizrmqBhrtnwxwMpd507/BTRcvgh4S+C8CHw9ehDkXDQN4PLrjqlRqWTQZ3AWp1cv7az6PwzA8Nhkep2bmJjHwYRaUrCsSkIAE4l3ALDjnmZn//22zoOS5keF5UikFGeQb8LgIYxYcL2b5xxH0kECcCowePTrashYtWkR1VSRQwgW0+XEi0KNHj2hLxo4dG9VVkYAEJCABCUhAAhKQgAR2vkDCzl8FrYEEJCABCUhAAhKQgAQkIAEJSEACEoh/AbP8BlBm5hsVh43G2BCeCRvCsyHy6edUQotjksEfcQZieGHQGgx6+JNiDKVVl8BfBRZfPhSrnpvjXoi5Yx2ocs6BqHHuIb5RPt8PfC8wfK/wPcKGhWbB+8csKN3EepZAgbp162KXXXbZ6alXr16R1OcPeAfXjyK5elqp7Szw+++/Y9WqVf6HjuvXr/+XuXft2hUTJkzAkUceieTkZPDHo4YOHYqMjAx89dVXmDFjBp544gn06tUL48eP/8v0HFC+fHlUqVKF1b8Nj7mPPvrob9djt912Q8WKFf92er7A9Vm7di323ntv37iew8JUrlzZv+fDfpbNmzf329azZ0/8/PPPeO+99/Daa6+hf//+uOSSS8B5cbx/yrp16/Dxxx/7UfgD0fQpmMcffxzr16/H119/jR9++AEVKlTAwQcfjE8//RRdunRB9+7d8eijj4L7IDc3189HnZImwLNuSdtmba8EJCCBfxLQaxKQgAQkIAEJSEACEpCABCQgAQnEv8CWb6GZ+ZHNzLeT4D1f3v9leC84DO8P126Yjp59aqN6vbJ+mo1/5OKGM2bhw6U/+n51to/AV/PW4LWTs/z+AAypDTJw4Avt/3KfnvfoGe4zxizYh3APM3NdPSUgge0pYBa8r8wMZkE4fzNjgT+yY5vPRjf8P2ajm774JRcbN+Yn29XjITluO7Y9OcjZuPOT69Zhq/NHDnILJdluvtuW2B/ZKO4Jzh7+FOI7Zn8e4gerIwEJSKBIC+y5557IzMyM1nHQoEFRXZUdIaBlSEACEpCABCQgAQlIQAISkMB/Edhrr71w3333RbMYOHAgli1bFvWrIoGiIaC1kIAEJCABCUhAAtsuYBbchzYz/0cJ2c6MYbszhu0D2TaQ2XOfcjj98mpIzyjlf18mlhvDgPPmY8mc76BHyRNYPeZdTD37ZfA4QCzY/n2HdUa5+pU2acvI44jhcRXGLP+4C6ZUVwISkIAE/knAjOdNRG1Tw/Mp2/PzHMvrNcPrdUpqIs6+qiYa758MxILfhJs37VvceOFC6CGBbRH46JWFmHXRMB5O/phKSCmDpkO6ILV6eX/N57EXhsckw2PUzPwxy2WaGQtFAhKQQIkSMLNNzoNmFv1/t1nwmplKMxmY/fXYQN7DzPJqKiQQfwLz58/HmjVr/IbtvvvuaNy4sa+rIwEJSCBeBHr06BFtytixY/HJJ/q7FBGIKhKQgAQkIAEJSEACEtjJAgk7eflavAQAGUhAAhKQgAQkIAEJSEACEpCABEqIgFnQAMrMfIM6M/N/3JYNjtkQnmEjeIYNkk8/pzJatk2FGxtuVLz09BoMeij4A7Uobg+trwT+JLD4sqFY9dxb4PENd4BX6d0cNXof4hvlly1bFnwPMOH7o2CjfDM3lcufZqneEiSQkZGBjCKSosqut0hR3TPbf71isRhyc3ORlpaGihUr/usCfvjhB1x33XU44ogj0K5dO1x++eV46qmn8OOPP6Jy5cqbnT4pKQnp6embfS0c+Pvvv+O77/7+C/acnvMJx99c+fnnn29usB/Ga0P58uV9Pexw2ydMmIATTjgBrVu3Bn/s+eabb8bkyZO9Ba8j4bj/Vm7cuBFTpkzByJEjN8no0aP9dv3xxx9Yv369/7fbZZddhksuuQRcnxUrVuDpp59Gly5d0KpVK7z00kvIzs7+t8Xp9bgSsLjaGm2MBCQggf8soBlIQAISkIAEJCABCUhAAhKQgAQkEP8CW7mFZsHnqGbmbg2b/8Eh3gdm+Fk+w/sATK0GaehxVW1Ur1cWQAwb/8jFgF4z8eGSH1y/nv9V4Kt5a/Ba+6f9D+jxPktKg3I48PmT/nKfnu1XGN6nZ8yCfcflmxkLRQIS2I4CZsH7ysz8edLMornH3Lmw7dW/IPmY75DiknrMt0g75hukt/kG5dp8jXLHfIXyLhltvkQFl4ptvkClNp+jUuvPUbn1Z6jS+lNUdanWag2q+6xGzVarULPlKtRq+Qlqt/zYp06Lj1DXZyXqtViJ+kevQIOjP0TDo5djF5ddj/oAu/m8j92Peh97HPke9jzyXezlsveR72DvI95GY59laHLEMjQ9fCn2cWl2+BLse/hil0XY7/BF2P+whTjA5cDDFqA5c+h8HHToPBx86Fwc4nLoIW/hMJfDD5mDI5iDZ+PIg2fhKJejD56JFgfNQMu8tHZl6+bT0ab5NJ9jmk/FsQdOQVufyTjuwMk4/oBJOOGAiTjRpd0BE9Bu/zfR3ucNnLz/G+iw33h0dOm03zh03m8sOu/7Orq4dN13DE5x6dZsNE71eQ09mo1Cj31exWkuPfcZidNdMpuOQC+f4Tij6TCc2WQYzmoyFGc3GYJzfAbj3CYujV/BeS7nN34Z/9f4JVzQ6EVc6PMCLmr0Ai7e+3lc4vMcLt37WVy21zO43OdpXLHX07hyzyxc5dJnz0G4es+ncPUeT+GaPZ7EtXs8getc+u7+OK7f/QmXx9F/98fQf7fHcMNuj2LAbo/gRpebdn0YN/s8hFt2fRC37vIgbtvlAdy+y/24w+XOhgNxl899uLvhfbinwb24t8E9uK/B3RjocxceaOBS/0486PJQ/TvwcP3b8Ui92/FovdtcbsVj9W7F43Vv8Xmi7s14su5NeLLOTXiqzo0YVGcAslyern0DnnF5tnZ/PMfU6ofna12PF2r3xYsuL9W6Di/7XIvBtVxqXoMhNa/GUJdhNftgeI2rMMLnSoyscSVerX4FRlW/HK+5jK5+GUZXuxSv+1yCsdUuwbiql2B81YvxhsubVS/Cm1UuxASXiVUuwCSXyZX/D1N8zse0yudhWqVzMd1lRqXeYGZWPAezKrlUPBuzK56FORXPxFsucyucgXk+vbCggktGJhZmnI5FLoszemJJ+dOw1KcHlpXvgbfLdcc7Lu+WOxXvleuG99NPwQc+XbE8vSs+TOuCFS4r0zrjo7RO+Ci1Iz52+SS1A1a5rE45GWt82uOzlJPwWfJJ+Dy5Hb5IPhFfunyVdAK+9jke3yQdh28Tj8N3iW0R+2MjwkfB67mZhYNVSkACEigWAmwTxvMYV5Y/XDZp0iRWlR0hoGVIQAISkIAEJCABCUhAAhKQwH8WuPDCC9G2bVs/n88++wx33HGHr6sjgSIjoBWRgAQkIAEJSEAC/1HALLgHbWa+bSDv6zBsf8aUKVMmap+25z7lcfoV1VC+YmnAjR+LATeeNx9LZv/9bxRAj7gTWDXmXUw9ZzCbiAI8fFz2H94F6XUrRscKjxsePwyPpzBmbmQAZkEJPSQgAQlIYIsELO+8aWb+HBqeV9men+danncZtudPSU3E2X1qonFz/vahm70BC2Z8iwEXLHA9ekpgywVWvrwQcy4Z4Y45+JRKK4tmQ7sitVp5f83nMReGxyLDY9PM3PgGPsyCknVFAhKQQEkUMLPonBhuv1kwzEylmQzMLDw0fGlm/pgxM9+vjgTiVYC/GRpuW8eOHcOqSglIQAJxI7D77rvj2GOP9dvz5Zdfgt+l8T3qSEACEpCEf6oBAAAQAElEQVSABCQgAQlIQAI7XSBhp6+BVqDECwhAAhKQgAQkIAEJSEACEpCABCRQkgTMgoZQZhY1jGKjY4YN4Rk2gmfYMLnn2ZXQ4tgU8IfXmZeeXoOnHvy42JFphSVQUGDhpUPwyfNvRcd1lXMORM1zDvaN8sNjn8c/3w9MwUb5ZsF7p+D8VJeABP4qEPvrIA2JUwEz81+G//XXX/Hjjz/inx7r1q3DgAEDwB9BbtOmDR599FFMmDABc+fOxejRo3HggQf+0+T/+FpycjKqVKnyt+Ns2LABGzfm/7j85kasXbv25gb7YTk5OVi/fr2vh52ZM2fixhtv9P+muvrqqzFy5EhMnToVs2fPxg033ACuUzjuv5XVqlXDa6+9hoULF242bOi71157+dkkJiaiZ8+eePPNN73bdddd5+3o+8ADD/j5+BHVKSECOuOWkB2tzZSABLZQQKNJQAISkIAEJCABCUhAAhKQgAQkEP8C27KFZuYnMzP/uT7vAbOdBBPeG+a9YqZW/TT0uKoOatRPcuMCOdkx3NhrFpYv/sHPQ51tE/hy7hqMOvkZENXtBqQ2KI+Dnm//j/fpuZ/Mgn0G9zAz19VTAhIoTAEz8/d/zYKv/Bn4H2DmSkPew1Xc0w2E+f/c4D+97nphFrxq7mXXA7iKewKu4l6CGfsM/A+sG1/JC+scBldhWHdV92SfH8mMfXAPg5kB/mksfD2owD04LAjcQEP+g3Uz80PZhavDCrzu6mbmB/muq7PH191ovpcd1v0LBl+4jqsF9bzX2WPmhvqnuTEA3zHkPQxmeYErOdRcx8U9fcXMYGZB3XVdD+B6OcjM4J4u5oYxroArAQTDkfdww/IGGPgfkNeL4GEIBxj4HwA3gnsieLhhBjfIEPwHgC+aK8CHBb0cBlf3gwyuyqeLgS+ZGYC8sO6q7umHsGMW9pnrNfDBLsM63FDw4cYzV7ew7iu+B+4lF0P4H/wAvhbE97rOn1+34OVgdPc6ew0GsM4C5v4D2DEzBA+DmQH+aSx8HRwGPtwwV3dPuJqLG2ZBOAyuY2auMLgOn66Ef7jBrt8Q/gc/AGA/3MP3suPqcEPBurFmMAC+lxXw4Sp5Awz8zw0zgIPgH+bqeYErOYwvGlwf3MPge9mBq7shYN0A93Qx+F52YAgff76mh8NVSkACEigOAvvvvz8yMzOjVc3KyorqqhSugOYuAQlIQAISkIAEJCABCUhAAttH4LbbbotmNHjwYP99rmiAKhLYyQJavAQkIAEJSEACEtgeAmbB/WkzA+9Ph+HvxTBsI8i2gcweTcuj5+XVkJ6RAP6OUiyWixvPm4vFs76FHvEv8Mlr72DK2a8gNxZDjJvrOvsP74y0OhU2acvI44YJjyWWZvnHGSdVJCABCUhgywU4pln+edTMoms22/PznMvrNcPrdXJKIs66qiYaHZgCnrDd6RoLZ36HAf83H3pIYEsEVry0ELMvHcHDx49eKq0smg3tgpSq5fw1n8daGB6DTHi9N8s/Vv3E6khAAhKQAMxMkcEWHQN6u0igpAjwN0DDbW3RokVYVSmBEi8ggPgS6NGjR7RBY8eOjeqqSEACEpCABCQgAQlIQAI7VyD4NaCduw5aeskW0NZLQAISkIAEJCABCUhAAhKQgARKnIDZXxvQsfExw4bwDBvBM2ygfNrZldCybapvcEWsV55Zg6ce+IjV4hKtpwQigUWXDsXqF+b6fjNDtfOao+Y5B/tG+eExz+Oe7wO+Jwo2yjcL3jt+YnUkIIG/FTD3isFcV8+SIJCcnIwGDRpg7dq1+Prrr/+yyXPmzEGrVq0waNAgrFmzBu+99x4OPvhg9OvXD82bN0fFihXBc+66devwzTff/GX6LR1gZth11139erzzzjt/mYzL/vHHH/8yvOCAGjVqoFy5cli4cCE2bNhQ8CX88ssvWLVq1SbDpkyZgtzcXPTt2xddunRB3bp1kZ6e7sf57rvv8Ouvv/r6P3Xox+VyfNr8edwvv/wSHTp0QO/evfHzzz/7dTvhhBPw2GOPwcxQs2ZNdOzY0fcPHDgQvHZtbvuhRxwL6HwbxztXmyYBCWy9gKaQgAQkIAEJSEACEpCABCQgAQlIIP4FtnkLzYLPU83Mf8bOe8H8XJ3hPWKG94yZmvXT0P2qOqheP9H/yG92di5u6jUTyxd9v83LL8kTfjl3DUZ1eDaPIIaUBuVx0PMnbfY+Pe8bcd8wZsG+4oRmxkKRgAS2s4BZ8N4ys+jcGLz/gNKlYiiVkOuSX5ZOiIEp5cqC2dywgq//Uz1hk3nBLy8axnVg/DhAQimglO8H/DisM9HrMST4fsAvk3UXjstwWj+PhOB11jk8jJ/GvZawSThP+PkG4+XV3bpE47EeLefvXnfDw/lyXE4T9bvXov4YzNWZTecPmBuf4XoXfN0P42ubTGfw43BYgqu71zmdD+sufN1K8TXGzd+Ny9c5Px/Xz9e5HsZ5cFwO47QM6+EwX7r5bDIMgB8Oty4WJX8Yh4cxBMPNj5df3/T1/OHBeObWg8MYX4/W0wBX93HrgGi9DPD9hr8v3Uz/dRzD5qcvOG2BemlDMH4CYq4eK83XGANKBWXMLZPheDE/jMPd+L5u4GsMX+c0rHO8MBwWvGZg/c+vczy+zjJ4jfPMX0YwPFief92tI9fT1906+DqHsc64eq5LNB3rLrl8jXH1WOlSbnsTkOAOIsbM/LnGzBA+zPLr4TCVEpCABIqaQGZmZrRK/EOJc+cG7ZCjgaoUhoDmKQEJSEACEpCABCQgAQlIQALbSWDffffF3XffHc3tvvvuw/Lly6N+VSSwEwW0aAlIQAISkIAEJLDdBMyCe89mFt2j5n1qtkdjCrYP3L1peZx+ZU2Ur1QaAKcz3HT+PCyZ9R30iF+BVaPfxdTeQ9weNxf47D+8M9JqV9ikLSOPF4bHTxgzAx9mQcm6IgEJSEACWywQjWgWnEfNDGYWXbNLlSrlf3uI12uG7fmTk8virD410aR5Csz/Byya9T0GnD8fekjgnwRWvrQQcy4f6Y4a+JRKL4tmQ7sgpUo5f83nMRaGxx7Da76ZO9Jc4B5m5rp6SkACEpCABCQgAQlI4K8Cn3/+OaZNm+Zf4GdILVq08HV1JCABiCDOBHr06IEKFSr4rXrzzTejc58foI4EJCABCUhAAhKQgAQksNMEEnbakrVgCXgBdSQgAQlIQAISkIAEJCABCUhAAiVXwMxglh82QmbYgIRhI3iGDZVPO7syWrRNibBeeWYNnrx/ZdRftCtaOwkEAgsuGYJPXpiLWNCLqr0PRI2zDvKN8sNjncc7j/9SpUr5L4iY5b9HzCxvShUSkMA/CfA9Foux+09j6bV4EmjVqhWSk5Px8MMP46uvvoo27ddff8VLL72E9evXo0mTJtHwn3/+Gb///nvUn5ubi6FDh2LRokXRsG2pHH744ahSpQr4I8urVq2KZvHDDz/gueeew8aNG6Nhm6s0bNgQ/FErrseECRP8H/TheNnZ2Rg+fDgKzpPDGc6T82c9zGeffeYtuF3hMJb8shfDbec8OczMcOyxx4LXn0GDBoHTcjjDcZ599lk/bM8990T58uVRs2ZN8Bo1ceJEfPrppxzNh+85rkdOTo4fxw9Up4QI6HxbQna0NlMCEtgiAY0kAQlIQAISkIAEJCABCUhAAhKQQPwL/LctNAvu+ZqZby/Bz+35uTvD+8T8vJ73jpka9VLR/ao6qNEgyS80JyeGm3rNxAcLv/f96myZwJdvrcGojs8672D81IYZOPi5dpu9T899kJCQsMm9ek5lZiwUCUigkATMzL1Hzb/3+B7kOXFkP2DNsxvx0aDf8cHj/8O7j67F24/8gqUuix/+GYsf/gWLXBY+shYLHvkf5rvMe+RXzHv0N8x1eevRdZjjMvux3zHrsfU+Mx/bgBmP/4HpLtMe34ipzBPZmOIy+YkcTHoiFxOfzMWEJ2MuwBtPMobxTxrGPZWAsT6lMOap0hgzqDRGDyqD1waVxSiXV7MSMdInCSOykjH86WQMezoFQ59OxRDmmTQMdnnlmXS87PLSs+Xw4rPlfV54NgPPP1cBz7k8+1xFPMM8XwlPu2Q9XxmDnq+Cp1yefL4qnnyhGp5wefyF6njM5dEXa+ARn5p46MVaeOil2njQ5YGX6uB+5uW6uM+nHu59uR7ueaU+7n6lAe56pSHuZAbvgjtcbh+8K25zuXXIbrhlyO4+Nw/ZAzcN3RM3ugwYuhduYIbtjf4u/YY1wvXDGqPv8Ma4bngTl6a4ZjizD64evg/6jGiGq3z2xRUj9sMVI/fD5SP3x2UjD8ClLpe8eiAu9mmOi15tjgtHHYQLRh3scgjOH+Xy2qE4z+Xc1w5Db5dzRh+Os32OwFmjj8SZY47CGS69xhyNTJ8WOH1MC/R8vSVOe70Verh0f701uo9tg1Nduo09Bqe4dB13LLr4tEWncceh0/jj0dGlw/gTcDLzxok4yacd2r3RDie+eRJOeLM9jn/zZBzHTOiAti7HTuiIY1zaTOyE1hM7+7Sa2AUtJ3VFC5ejJ52Co5jJ3XCkyxGTT8Xhk7vjMJdDJ/fAoVNOwyEuB0/piYNcmk89HQf6ZOKAqb2w/7Re2G/aGdh32ploxkw/C019zkaT6eeg8Yxz0GhGb5dzsdcMl5nnYU+XPWaej91ddpv1f9h11gU+u8y6EA1nX4QGsy5C/dkXo57PJag7+xLUmXMpas+5DLVcas65HDXfugI1XKq/dSWquVSdexWq+PRBpblXo9K8a1DRpcK8a5HBzL8O5V3Kze+LdJe0BdcjdUE/pCzoj2Rm4Q1IcklcOABlmUU3ovSim3xKLboZCYtvgblg8a2IMUtuQ65LzpLbkb3kDmx0+WPJnfhj6V3Y4LJ+6d343WXdsnvwm8+9+HXZffjf2/dh7dsDsfadB/CLy//efxj/W/4o1q18EhtWPY3cz19EqbTk6BxjZuDDLChZVyQgAQkUdYGjjjoKXbt2jVYzKysrqqtSWAKarwQkIAEJSEACEpCABCQgAQlsT4Err7wSRx99tJ/lxx9/jDvuuMPX1ZHAzhXQ0iUgAQlIQAISkMD2FTAL7kObWXSPmm1h2C6NKdg+cPcm5dDzihooX6kUwF+hiQE3nfcWFs/81vXrGW8Cn7z2DiafM5h72gfuGNl/eCek16mwSVtGHicM20/x2GHM8o+reHPR9khAAhLYMQKbLsUs/7xqZtE1m+denoN5vWbYnj85ORFn9qmFRgcm+/M3f1tn0azvcMN586CHBDYnsOLFhZh12Uj3z7uYP2ZKpZfFvoO7IKVyur/m89gKw2OOCa/3ZvnH5ubmrWESkIAEJCABCUhAAhKgwNSpU1n4dOvWzf+GqO9RRwIlXkAA8SbA/1/u3r17tFnjxo2L6qpIQAISkIAEJCABCUhAAjtPIGHnLVpLlgAAIUhAAhKQgAQkIAEJSEACEpCABEq4gJnBEZ4wmQAAEABJREFULD9sjMywITzDRvAMGyz3OKsyWh2fFogZMOS5T/HUAx8F/UW5q3WTgBNYcMkQrH5pHuCOXXOdquceiJpnH+Qb5YfHOI9zHvd8D7CRgZkbs0CghwQksMUC7q2zxeNqxOIv0KxZM5x11llYvXo12EDruuuuw4ABA/yPHi9YsADt2rXD/vvvj3r16qFRo0Z4//33/XgchznxxBPx1FNPoWbNmli7di2+++67bUJp2LChX49vvvkGp512GvjjVFyXzp07Y+XKlUhMTPzH+fL1888/H5UrV8bNN9+MzMxMX7Jx7XPPPYe0tLx/B+XNpWXLln6et9xyCzjdbbfd5ksub926dUhNTQXXhXVOkpycjBo1avjt79evH1544QX88ccfOOCAA3DmmWd6Py6L683lsz5y5EjsvvvuOPXUU2Fm3uiUU07B559/7odxXC73jDPOANejfv363pvLUyQgAQlIQAIlTkAbLAEJSEACEpCABCQgAQlIQAISkED8C2yHLTQzPxcz85+9894w7xEzvF/M+8a8h8zUqJeG7n3qoEYD3mOIIScnFzdlTscHC7btXoZfcAnqfDFnNV7t+CxiMbjEkNqwPA5+9sTN3qenPfcFYxbsG1KZGQtFAhIoBAGz/PeXmW1yTuR7MjwfJiUlgeH9VJZK4CEHOegY2PwxwHMFw39LMTyX8JzCf2uZBecaMyuEs5pmKQEJSKBwBdiWLFzCoEGD8O6774a9KgtDQPOUgAQkIAEJSEACEpCABCQgge0ucPvtt0fz5PeksrKyon5VJLBTBLRQCUhAAhKQgAQkUAgCZsH9aDOL/qAw26TxvjXDe9i8l83s1rgcel5ZExmVy8CNDnZuOX8uFs/8FnrEj8DHo97BlHOHgvuXR0dCguHA4Z2QXrvCJm0ZeXwwYfsGHjdmnIKTBiX0kIAEJCCBrRfYzBRmwXnVzNzp2aJrNs/BPBfzes3wep2UVBZnXV0LjZun+HHdJFgy+3vccO486CGBggIfvrgAs694FTAA7kApUz4R+w7pjJQq6f6az2MqDI81Jrzem3EiThaU0EMCEpCABCQgAQlIQAJ/IzBlypTolVatWkV1VSRQ4gUEEJcCPXr0iLZr7Nix+PHHH6N+VSQgAQlIQAISkIAEJCCBnSOQsHMWq6VKIBBQVwISkIAEJCABCUhAAhKQgAQkIAHAzDYJGyUzbAjPsBF8mFPPrISWx6cC/sfZgcHPrMaT969EUX5o3SQw/+Ih+OTFeeAfFeCxW/XcA1HrrIN8o3we22GjfB7vPPYLNso3C94fUpSABLZOwL/ftm4SjV2MBcwMPXv2xH333Yc6depg8uTJGDduHNLS0nDrrbeiT58+4Dk2JSUFAwYMQIcOHfDrr7/i9ddfBxuxHnzwwXj55Zdx+eWX+y/lLV++fJs1OnXqhIceegh77rknZs6cienTp6NZs2a4++67UaVKlX+d76677oonn3wS7du3x+rVqzFmzBi/TjfffDOOOOKITaZnP4fXq1cPixYtwqhRo/DDDz+gf//+eOGFF7D33nvjiy++wM8//+ynS05ORq9evVCrVi3Mnj3bG61btw689px55pl4/PHH0ahRI7z11lt47bXXsHbtWvCHo5966inUqFHDz4Od7t2744477gCXy20cOXIkvvzyS5x66ql49NFHNxmX4ysSkIAEJCCBkiKg7ZSABCQgAQlIQAISkIAEJCABCUgg/gW21xaamZ+Vmfn2ErxHzM/rGd7T4D1k3ktmqtdNw6l96qJGwyQ/Lie8KXM63p//HavK3wh8MWcNXu38PBwaDEDaLhk45NkTN3ufnubcB4yZwczcFIhK6CEBCewQAb4HGb4nGZ4DExMTESYpKQkM73uyVAIPOchBx0AS/nxeCM8bPI/wfMLw31k8x5gF13me2Mzy6+xXJCABCRRlgeOPPx5MuI76I4mhROGUmqsEJCABCUhAAhKQgAQkIAEJbH8Bfn+L34MK58zvgfG7U2G/SgnsaAEtTwISkIAEJCABCRSWgFlwL9rM/O8E8F41w3vXTMH2gbs2Kocel9dA+UqlwB+liQG45fy3sGjGN66mZ3EX+OjVtzHlvKHctX7/IgE4YHhHpNXK2KQtI48Lhm0bzMwfN2b5xxH0kIAEJCCBbRb4uwnN8s+zZubPvbxe81zMczKv1wzboCUlJeLMq2qhcfOU4JyOGJbO+Q439J4LPSRAgeUvLMDsK0a5qvvXnHuWLlcW+w3ujJTK6f6az2MpDI8xhsebmUXfWTAzN72eEpCABCQgAQlIQAIS+HuB3Nxc/xuh4RgtWrQIqyolUOIFBBCfAocccggOOOAAv3Hvv/8+xo4d6+vFrROLxdxnSkGK27prfSUgAQlIQAISkIAEJPBngYQ/D1C/BHaggBYlAQlIQAISkIAEJCABCUhAAhKQQJ6AmflGyGZBycbJDBvCM2wEz8bLLE89szJanZDmxg8mHvrcGjw5cGXQU/S6WqMSLjD/4iFY9fJ8d7wa4J7VzjsQtc5q7hvl83jmcc3wOOcxX7BRvpnBzKCHBCSwdQJ815ixu3XTaeziLWBmOPzww/H8889j3rx5mD9/PoYOHYo2bdr4L9mFW1epUiX07dsXM2bMwMKFC33Zv39/1KtXD0ceeaSfrnfv3uAjJSUFjz32GEaNGoXKlStzUJS/e83MsN9++4E/sMz1mD17NgYOHIj999/fz2fAgAHRPLg8rsPpp58eDWOlWrVq0TqG29GyZUvceOONfh7hupgZOJzbyfEY1k844QRUqFDBr/vo0aNRs2ZNztbnwAMPxKuvvuq3/ZVXXkFGRoYfbmZ+vZ988klwnbleEyZMwEUXXYTU1FQ/TtgxC5b78ssve+tw3EsvvfQvTuE0KuNZQOfbeN672jYJSGCrBDSyBCQgAQlIQAISkIAEJCABCUhAAvEvsF230Cz4fNXM/H1h3ivmPWOG9495H5n3lJnqddPQrU9d1GiYiFgsWI1bek3H+/O+DXrU3UTgs1mrMLLz8wCtXFJ3KY9Dnjlhs/fpaU17xizYF5yZmbFQJCCBQhYwM38ONAtKvhfD8yDfnzwHMomJiSiYpKQkKDLQMaBjIDwGCp4fwjrPHfz3FMPzCs8vjFlwvink05tmLwEJSKBQBDIzM6P5Dho0CPojiRHH9q5ofhKQgAQkIAEJSEACEpCABCRQSALXX389Dj74YD93/jD3bbfd5uvqSGAnCGiREpCABCQgAQlIoFAFzMzP38z8bx3wfjXD9jAM72Xzvjaza+NyOO3KWsioWgacylz3tv+bi0XTv4EexVfgo1ffwZTzh7sNMLhdCiuVgINGdkFazYxN2jLyeGDYtsHM/PFi5qYBYBaU0EMCEpCABLZV4B+nMwvOs2bmz7kJCQn+PMxzMs/NvF4zvF4nJSfizD610PTgVDdPg5sAS9/6HjecMxd6lGyBD19YgDlXvpaHYCiTkYT9BndGcqW06JrPY4jHEo8thseambnDyPx0ZkHpe9SRgAQkIAEJSEACEpDA3whMnToVP/30k3/10EMP9b+f6nvUkYAEJBDHAj169Ii2buzYsVG9qFdisRj+HK5zwWHsVyQgAQlIQAISkIAEJFDcBBKK2wprfeNJQNsiAQlIQAISkIAEJCABCUhAAhKQQEEBM/ONkc2Cko2UGTaEZ8IGzCy7nVkZrU5ICyaPAUOfW40n7lsR9BeprlamJAvMv3gIPnl5fvRHBaqf2xy1zmweNcpng3yGxzeP9YKN8s2C90FJ9tO2S2BbBdxlwTdy2dbpNZ0EJCABCWyNAM+6WzO+xpWABCQQrwLaLglIQAISkIAEJCABCUhAAhKQgATiX2D7b6GZ+ZmamW8vwXvGvHfM8D4y7yezjQRTvU4auvWph1q7JrtpzAW49YwZeH/et76uTiDw2axVGNX1JXgh10nbNQOHPnNCdJ+elnSlL0NzxsxgZn4mZkHpe9SRgAR2iICZ+fcg348M359h+J7le1cpu8m5TB7y0DGw+WOA54wwPI/w31UMzy1mwbmGJzYzY6FIQAISKFYCXbt2xVFHHeXX+ddff0VWVpavq7O9BTQ/CUhAAhKQgAQkIAEJSEACEihMgdtvvz2a/VNPPYUXX3wx6ldFAjtOQEuSgAQkIAEJSEAChS9gFtyXNjP/x4R535rhvWyG97bDe/+7NCqHnlfWQvkqpRBz/8E9brtgLhZO+9rV9CxuAitHvo3J5w/LW+0YrJThoJGdkFajfNT+h/ufxwETtmvg8WGWf9zkzUCFBCQgAQlss8C/T2iWf941s+iazXMzz9E8XzO8ZicmJaJXn9pofFBK3m9bxbBs7nfof/Zb0KNkCix/fgFmXTnK/est5n9nsHT5sthvcEekVEr7yzWfxxQTXu/N8o+9kqmnrZaABCQgAQlIQAIS2FqBqVOnRpOccMIJUV0VCUhAAvEs0KNHj2jzxo4di6VLl0b9RbESi7m7PAWSm5vrP0fi8IJ1rjuHMawrEpCABCQgAQlIQAISKC4CCcVlRbWecSigTZKABCQgAQlIQAISkIAEJCABCUjgLwJm5n/M2Swo2ViZYUN4ho3gw8bwp5xRGa1OTAeMT8Pw59fgiXtXoEg9tDIlVmDeRUPwycsL3OHpD1DU+L/mqHXmgZs0yuexzOOax3jBRvlmBjMrsXbacAlsDwG9hbaHouYhAQlIYEsE9G+WLVHSOBKQQAkQ0CZKQAISkIAEJCABCUhAAhKQgAQkEP8ChbSFZsHnrGbm7xPz3jHvITO8n8z7ymwrwVSrk4ZuV9dHzV2T/NrwS9239pqO9+Z+6/tLeufTmaswsutL/gf0Yg4jbZfyOPTp46L79DSkaRhaM2aBvZvE7wOWigQksOMEzMwvzMz8e5DvS4bnQSZ8z6osDRnIQMfAlh8DPH8wPJ+YBecXM4vON76ijgQkIIFiKJCZmRmt9aBBg/D9999H/apsJwHNRgISkIAEJCABCUhAAhKQgAQKVeDoo49G3759o2Xce++9+Oqrr6J+VSSwQwS0EAlIQAISkIAEJLCDBMzy71Pz/nWY8P5/wfaBDfZKR8+raqNC1TJ+7TjlHRfOxcKpX/t+dYqHwMqRb2PKBSN8OyiucUKZUjhkZGekVS+PcH+zDI+BP7dt4DRm3PusKRKQgAQk8J8EtnBis+C8a2b+/B1er3mO5vma522GbdETE8vijKvroOkhaW7u5vP2vO9xw1lvubqeJUngg+fmY3af0W6TDfyvdEYiDhjSGSkV06LvL/C44THEY4nhsWXmxnZxE8LMWCgSkIAEJCABCUhAAhLYIoFx48ZF47Vo0SKqqyKBEi8ggLgWqFKlCrp16+a38ddff8XYsWN9vSh2+LsPXC+WTG5uLv4pHCccn6UiAQlIQAISkIAEJCCB4iCQUBxWUusYnwLaKglIQAISkIAEJCABCUhAAhKQgAQ2L2BmvlGyWVCy0TLDRsxszItemhAAABAASURBVMxG8GFOOaMyWp6Q5n+8nXMb/vxqPH7Ph6wWiWglSqbA3AsH45NXFviNj7mjs/p5zVGz1wGbNMrnscxjmsd2wUb5ZsFxDz0kIIH/JMA/6PGfZqCJJSABCUhgCwV0xt1CKI0mAQnEuYA2TwISkIAEJCABCUhAAhKQgAQkIIH4FyjMLTQzP3sz8+0leA+Z95IZ3lfm/eWwnUSVWinodnV91No9xY0LnzvOmIb33voGJfnx6YxVeLXby94DMJTbNQOHPX18dJ+efqVLl0YYGjNmgTncw8xcV08JSGBnCJgF7z8zg1kQvkd5HmTJsK6UggxkoGPg348BnjP+HDPzpzezoPQ96khAAhIohgK9evXC/vvv79f866+/RlZWlq+rs/0ENCcJSEACEpCABCQgAQlIQAISKHyBG264Ac2aNfMLWrp0KW699VZfV0cCO0pAy5GABCQgAQlIQAI7UsAsuE9tZih4Lztsy1awfWCDvcqhx1W1UaFqafD3alwHd144FwumfAU9ir7AyhFvY/L/jQD/aA+TUCYBB4/oiNRq5RDuZ5bhvmcbEB4TZubbTHELzYyFIgEJSEAC20Fga2ZhFpx/zcyfk3l+Zniu5nmb52+GbdITE8uiV5/aaHpImltEDLxevz3vO/Q/c47r17MkCLz/7HzM7jPaX/N5AJTOSMSBQzshuUJq9P0FHi88dngMMTyezILji0ZmxkKRgAQkIAEJSEACEpDAFgl88MEHWLJkiR+3WrVqOOSQQ3xdHQlIAJBB/Av06NEj2shx48YhJycn6i8qFd4TCJObm4swXNeNGzdi2diP/Hqzn6+F47LkNoQl64oEJCABCUhAAhKQgASKskBCUV45rVtcC2jjJCABCUhAAhKQgAQkIAEJSEACEvgHATPzjeDNgpKNl8OwUTPDhvDMKWdUQet26X5uZoZXX1yDx+9e7vt3ckeLL4ECcy8aglVDFvnjl5tf8/8OQu0zDtikUT6P37BhfsFG+WbB8c7pFAlIYNsFzE1qMNfVUwISkIAECl9A59vCN9YSJCCBYiCgVZSABCQgAQlIQAISkIAEJCABCUgg/gUKfQvNgs9bzQxm5n/oN2wnwfvLvM/MNhJMlVqpOKVPPdTcLZm/F8ffDMQdZ07Hu3O+QUl8rJn+CUae+nLwA3oxIH3X8jg0q210n55mNAzD+/SMWWBNMzNjoUhAAjtRwMz8+Y+rYBbUzcyfDwu+Z83yXzNT3UwGZjIwk4FZYMDzRRizYBjyHmaWV1MhAQlIoPgKmBkyMzOjDRg0aBDWr18f9avynwU0AwlIQAISkIAEJCABCUhAAhLYAQK893nHHXdES3rkkUcwfPjwqF8VCRSygGYvAQlIQAISkIAEdriAWXC/2syitjBsHxi2aeO/kdnOjWm4Vzn06FMHFauVBTiZy10XzcWCyV9Bj6IrsGLE25h84Ui4XQxz/5VKLI1DRnZCatVyCPcvy3Cfc/+zfYOZG9uFW2ZmLBQJSEACEtg+Als9F7PgPGxmMLO/XLN5Hmd4vWYy+9RGk0PS3LgAO+8u+B79z5wDPeJb4P1n52PONWPAfW5mKFMhGQcO6YjkjNTo+ws8TnjN5/We0TUfekhAAhKQgAQkIAEJ/EeBqVOnRnPo3LlzVFdFAhKACEqAwIknnoiGDRv6LZ0zZw7GjRvn60WlE4vF/G8csMzNzQWTk5OD7OxsZG/MxpDLpmHY5dPw9tiP/DC+xnA8htNxW8KSdUUCEpCABCQgAQlIQAJFVSChqK6Y1iveBbR9EpCABCQgAQlIQAISkIAEJCABCfybgFnQCN4sKNmIOQwbNzNsBM906VUFrU5MD250uhm/+uIaPH7XclfbmU8tu6QJvHXBEHwyeGFwHLob7zX+70DUytx/k0b5PG7DhvkFG+WbBcd5STPT9kqgMARibqZqtOIQ9JSABCSwQwR41t0hC9JCJCABCRRhAa2aBCQgAQlIQAISkIAEJCABCUhAAvEvsGO20Mz8gswMZuZ/NDBsJ8H7zLzfzDYSTJVaaeh6dQPU2iPFjQufu86ahndnf42S9Fg97ROM7D7YbXJgVm73Cjg8q210n55WoR1L3qdnzILx3YTOzlgoEpBAEREwM/++NLNN1sjMouFmqpvJwEwGZjIw29RgkxOH6zHLf9316ikBCUggLgR69eqFPfbYw2/LRx99hKysLF9XZ3sIaB4SkIAEJCABCUhAAhKQgAQksKMEjj32WFxxxRXR4u6++278+OOPUb8qEig8Ac1ZAhKQgAQkIAEJ7BwBM/MLNjPfNtDMwPaBbNfGhO0DWTbYsxy6X1kLFauVAfK+yn33xXMxf9KX0KPoCXw4fBkmXzgy7/eGACubgENGdEBqlXRwf7IdI0uG+5r7Xe0YoYcEJCCBQhbYttmb5V+vzcxfs3nO5rmb53Ceyxme25nMPnXQ5NA0d73mH3oD3p3/Hfr1mgU94lPg/WfnY9bVY9w1n7s8htIZiThwSEckZ6RG31/g8cFjhccMw+PHzHwbaKqYGQtFAhKQgAQkIAEJSEACWyUwefLkaPwWLVpEdVUkIAEJlBSBHj16RJs6duzYqL6zK/z984LJzc1FTk4OsrOz8ceGPzD48un4YOKn/rOEkVfOwNtjP8LGjRv96xyP4zOcB7clLFlXJCABCUhAAhKQgAQkUBQFEoriSmmdSoCANlECEpCABCQgAQlIQAISkIAEJCCBLRIwM99o2Swo2Zg5DBs5M2wEz3Q5owpan1QObkzAjT/q5U/x+F3LsdMeWnCJEphzwRCsGroIPP7MDLUuOAi1Mw/YpFE+j9ewYX7BRvlmbiqXEgWmjZVAIQvoLVXIwJq9BCQgAQlIQAISkEC+gGoSkIAEJCABCUhAAhKQgAQkIAEJxL/ADtxCM/NLMzOYmf/RwLCdBO83874z20gwVWulocvV9VFzt2T/xW/+0O/dZ03D2zO/Qkl4rJr6CUb2GOw2lb9wHEP6ruVx2FPHRPfpaRSa0ZD36RmzwNZN6I1ZKhKQQNEUMAver2YqzWRgJgMzGZhtnUHRPLtprSQgAQn8N4H09HT06tUrmsmgQYOiuir/UUCTS0ACEpCABCQgAQlIQAISkMAOFRgwYAD23HNPv8z58+fj1ltv9XV1JFCoApq5BCQgAQlIQAIS2IkCZuaXbma+baCZgW3b2M6NCdsHsmywV3l0v6oOKtUsG7Rzc5Pee8k8zJ/4BfQoOgIrhr+NKReNcitkfj+VSiqNw1/thNTK6VFbRu5PhvuaUTtGx6WnBCQggcIW+A/zNzM/tZn5czvP2wzP4eH1mud1tlVnTnfX66aHpcPcVGaG9xf+gP69Zrk+PeNJ4L1n5mPWNa/D7WKfshWTcdDQjkgun7LJNZ/HCI8VhseNmbnxzVOYBaXvUUcCEpCABCQgAQlIQAJbKLB27VqMGjUqGrtFixZRXRUJlHgBAZQYgR49ekTbOnbsWKxevTrq31mVWCyGMLm5ucjJyUF2drbPhvV/YNhVs/Dh5M/96vmPBFxn9NWz8e64j7Fx40Y/HqfhtAznxZHDknVFAhKQgAQkIAEJSEACRU0goaitkNanZAhoKyUgAQlIQAISkIAEJCABCUhAAhLYcgEz842XzYKSjZrDsBE8w0bwTOdeVdCyXVp043PUS6vx+J0fbPnCtuOYmlXJEZhzwRCsGrooOu5q/t+BqHX6fps0yudxGjbML9go3yw4rkuOlrZUAjtGIMa/8bFjFqWlSEACEpCABCQgAQmUcAFtvgQkIAEJSEACEpCABCQgAQlIQALxL7Cjt9DM/CLNzLeX4D3msJ0E7zvz/jPDdhJVaqah6zW7oNYeKYABcNPc13s63p7xJeL5sWrqx3i15xC3uX6jUW63DBwx6NjoPj1tQiva0ZAxs7xpEJXQQwISkIAEJCABCUhAAhKQQDETyMzMRO3atf1aL126FM8995yvq/PfBDS1BCQgAQlIQAISkIAEJCABCexYgbS0NNxxxx3RQgcOHIgxY8ZE/apIoDAENE8JSEACEpCABCSwswXMzK+CmSFs08Y2bmzvxoRtA1nW37McTr2yNipWLw3E3DMWw72XzsO8CV9Aj50vsHzYMky66FW3a9zOcd2ExFI4bGQHpFRK820ZuQ/DcB8z4T43yz8Odv6WaA0kIAEJxJ/Af90is/zztJn5azbP4TyXh9drnuPZZp3peVUdND0sHe5S7a4IwHsLf0C/02dCj/gQePfpeZh17et+Y7iPy1RMRvMhHZBULsVf83kM8HjgscFjhOHxYmbRdxbMzE+vjgQkIAEJSEACEpCABLZWYMqUKeAfhuZ07dq1Q8WKFVlVJCABAEIoOQJ77LEHjjnmGL/Bn3/+OcaOHevrO6sTcx8QhOE5msnJyUF2djY2rP8Dw6+ejQ+n8l4O7x+4+zt+RWPuc6MYXr92Dt4d9zE2btwITsNweobz5KhhyboiAQlIQAISkIAEJCCBoiSQUJRWRutSYgS0oRKQgAQkIAEJSEACEpCABCQgAQlspYCZ+UbMZkHJxs1h2OiZYQNopnOvqmjdvhzcmG4phtde/hSP3fGBq+/QpxZWQgRm/98QfDJ0sd9aM0PNCw5E7dP336RRPo/PsGF+wUb5Zu4odfETqyMBCWw3AXNzMmPXVfSUgAQkIIFCFtD5tpCBNXsJSKDoC2gNJSABCUhAAhKQgAQkIAEJSEACEoh/gZ2yhWbB569mBjMD7zWH7SR4/5n3oRm2k6hcMxVdr2mIWnukgF8Bj8WA+3pPx9vTv3T98ff8ZMrHGNlzaPADiW5jy++egSOeOia6T0+T0IhmtGPMAkuKmBkLRQISkIAEJCABCUhAAhKQQLEUqFGjBjIzM6N1z8rKiuqqbLOAJpSABCQgAQlIQAISkIAEJCCBnSDQvn17XHDBBX7J/PHqu+++G+vWrfP96kigEAQ0SwlIQAISkIAEJFAkBMyC9mtm5tsGmhnY1o3t3piwbSDLenuUQ/c+dVGpZlm40cApB142D/Mn8g/HQI+dJLB86DJMvvg1+B3iOqWSy+CwER2QUjHNt2XkvgvDfcuoHSP0kIAEJLCjBLbLcsx41QXMzIfncYbn9PB6zXM9264zp11VB00PS4MBPh8s/gH9Tp8JPYq3wLtZ8zC77zi3T80FSKycjIOGnIzkcin+ms99z+OAxwSPDYbHiZkb34Vbb2YsFAlIQAISkIAEJCABCWyTwNSpU6Pp2rRpE9VVkYAEIIISJtCjR49oi8eOHRvVd3SF7ZvC5ObmgsnJyUF2djY2rN+A4de8hRXTvnKr5T4PcJ8JHNx9b1w8unNwP8h/ugCM7zsX74//BBs3bvTTcXrOh+G83cQIS9YVCUhAAhKQgAQkIAEJFBWBhKKyIlqPkiSgbZWABCQgAQlIQAISkIAEJCABCUhgWwTMDGb5YSPnMGz8zLAhNNMpsypatS+Xt5gYRr+8Bo/d/n5e/45KsCvgAAAQAElEQVQotIySIDDr/MFYNWyx29SYC1DzggNR5/T9N2mUz+MybJhfsFG+WXAs+wnVkYAEtqsA35FqpLJdSTUzCUhAAv8gwLPuP7yslyQgAQnEvYA2UAISkIAEJCABCUhAAhKQgAQkIIH4F9h5W2hmfuFm5ttL8J5z2E6C96F5P5phO4lKNVLR9dpdUHuvNDcuXAwDz52Ot6fF14/8fjL5Y4w8fRgAmgDld6+AI55sE92np0VoQyuaMWYc38CHWVCyrkhAAhKQgAQkIAEJSEACEiiuApmZmcjIyPCrP3PmTIwYMcLX1dlWAU0nAQlIQAISkIAEJCABCUhAAjtL4MYbb0T9+vX94vn/uDfffLOvqyOB7S+gOUpAAhKQgAQkIIGiI2AWtGMzM/9HX9jOjW3e2P6NCdsGsk1c3d3L4dQ+dVGxRhn4b3bHYrjvkrmYNyG+2geimDyWD12GSZe+5tbW7Q33LJ1SGoePOBmpldJ8W0buuzDcpwz3r5nBzNx0iEroIQEJSEAChSCw/WZpln/eNrO/XLPD8z2v18xpV9VFk8PS8q7XwAeLfsD1p82AHsVT4J1BczGr7zhwh8Zcp0zlZBw0pAOS0lP8NZ/7nMcA/+3G6z2ja37x3NdaawlIQAISkIAEJFCUBQr+kesWLVoU5VXVuklgBwtocSVNoEePHihfvrzf7PHjx2PGjB3/mQt/7zxMbm4umJycHGRnZ2P97xsw7Oq5WDHtK/cpAlczhoO774WOtxyJ2o2r4MLXOsNKBZ81cR7jr3sL74//xE/L6Tkfzo/h63CPsHRVPSUgAQlIQAISkIAEJFAkBBKKxFpoJUqWgLZWAhKQgAQkIAEJSEACEpCABCQggW0WMDP/BSazoGRj5zBsBM2wQTTTMbMKWrcv55ZlgHuOGfwpHrvtfeyQhxYS9wKz/m8IVo1YCh5b7NS56CDU6bnfJo3yeTyGDfMLNso3M5gZ9JCABApPQG+xwrPVnCUgAQlsKqB/02zqoT4JSKDECWiDJSABCUhAAhKQgAQkIAEJSEACEoh/gZ28hWbB57Bm5u8z895z2E6C96N5X5phO4mK1VPR+ZpdUHuvVARf6I7h/vOmY9nU+PiR348nfYQRmcPy9kgM5XYrjyOfbB3dp6dBaEIjWjFmgR0nNDMWigQkIAEJSEACEpCABCQggWIvsNtuuyEzMzPajqysrKiuyjYIaBIJSEACEpCABCQgAQlIQAIS2GkClSpVwp133hktf+DAgZg4cWLUr4oEtpuAZiQBCUhAAhKQgASKmIBZ0J7NzDZpH8h2cAzbBjJsG1d3t3R0v7o+KtcqCzeyexruv3Qu5r35OfTYcQIfDF2GSZeOhnGRbr+VTi2DI0Z0QEqFVN+WkfsrDNsxMmrHSCxFAhKQwA4U2M6LMvNnfZiZD8/rDM/xf75e85p92lX1sM/h6YC5p8uHS35Av9N2/B+kgx7/SeCdQfMwu98b4H5kEisn4+AhHZCUluyv+dzXvObzGOCxwPC4MDOYGfgwC0rWFQlIQAISkIAEJCABCWyLwPz58/Hxxx/7SRs1aoTGjRv7ujoSkAAAIZQ4Af6/d48ePaLtHjduXFTfERX+dkOY3NxcMDk5OcjOzsb63zdg2DXzsHLmN4D7OMA9cehpjdDp5iMRPmo2qoyLRndBQukE+I8M3EhvXDcH74/72M+D8+H8OF+Gy+K0Ycm6IgEJSEACEpCABCQggZ0tkLCzV0DLL3kC2mIJSEACEpCABCQgAQlIQAISkIAE/puAmbkblPnhjdcwbAzNsGE00yGzKlqfXA6IuWXGYhgzeA0evfU911O4T809vgVmnjcYnwxb4o4rd2C5Z52LmqNWj2abNMrncRg2zC/YKN8sOHbjW0hbJ4GdL+Demjt/JbQGEpCABEqEgM64JWI3ayMlIIG/FdALEpCABCQgAQlIQAISkIAEJCABCcS/QFHYQjPzq2Fmvr0E70GH7SR4X5r3pxm2k6hYLQWdrtkFdfZOc9OYz4PnT8eyqV+4evF9fjTxI4zoNQLm/uNWlN89A0c92Sa6T89tDy1oQyPGzE3hwmnMjIUiAQlIQAISkIAEJCABCUggbgR69eoF/v8gN2j8+PF48803WVW2QUCTSEACEpCABCQgAQlIQAISkMDOFejatSvOOussvxIbNmzAnXfeCf6otR+gjgS2k4BmIwEJSEACEpCABIqigFnQrs3MYGZguze2gQvbw/FeEMM2cnV2S8epfeqhUq0yCP7gSwwPXDYXc9/4HHoUvsD7g5di0qWjvX0sBpRKKY0jRpyM5IwU35aR+ykM9yHD/Wlmft9yDc2MhSIBCUhAAoUoUBizNgvO32bmz+k8vzM81xe8ZvN6zXS/si6aHp7324duhT5c8gOu7z7d1fQsDgJvPzUPs/qND1bVXfPLVkrCwUNORlJqkr/mcx/zms99X6pUKTA8HsyC44MTmhkLRQISkIAEJCABCUhAAv9JYOrUqdH07dq1i+qqSEACgAxKpkCPHj2iDR87dix+/vnnqL8wK7wnEyY3NxcM2zVlZ2dj/boNGHrNPKyc+XX09woO69kIHW88/C+rVGPvyrhgdBeUKlPKjRu8/GbfOXh/7MfgvBjOl/NnuEyOFZasKxKQgAQkIAEJSEACEtiZAgk7c+FadokU0EZLQAISkIAEJCABCUhAAhKQgAQksB0EzMw3gjcLylJ5DaBZslE0wwbSzMmnV0XrDuXhJoABGDv0Uzx6y7uuVmhPzTiOBWacNxirRi6FO/TATt2LD0LtHs02aZTP4y9smF+wUb6ZuUkMekhAAoUrwHeZwQp3IZq7BCQgAQnkCeh8mwehQgISKJkC2moJSEACEpCABCQgAQlIQAISkIAE4l+gyGyhWfB5rJnBzKIf+WU7Cd6f5n1qhu0kKlZLRcdrGqL23qngt7/5pe6HzpuGpVOK54/8rpzwEUaeOdJtC7cGKL97Bo56onV0n57bHBrQg/fpGbPAihOaGQtFAhKQgAQkIAEJSEACEpBAXAk0a9YMmZmZ0TZlZWVFdVW2SkAjS0ACEpCABCQgAQlIQAISkEARELjxxhtRvXp1vyaTJ0/GzTff7OvqSGA7CWg2EpCABCQgAQlIoMgKmAXt28zsL+0D2S4wDNvK1d41Haf2qY8qdRLd9pgL8ODlczF3/Ge+rk7hCHwwZBkmXz4GFHe7CWXSyuCokR2QXD7Ft2XkPuL+Ycl2jIzaMRbOvtBcJSABCfyLQKG9bMarAGBmPjzPMzznh23ZeR3g9YDpfmVdND2yHCdwAVYu+xH9uk+HHkVbYNlTczG7/xvRSiZWScEhQzsgKTXZX/O5b7mfuc+57xkeB2bBccEJzYyFIgEJSEACEpCABCQggf8sMHHixGgeLVq0iOqqSEACEEEJFTj00EOx//77+61/9913MXbsWF8vzA5/pyFMbm4umJycHGRnZ2P9ug0Ydt0CrJz5jVsF93mA+0zg8NMboeOAw1z/5p819qqMC8Z0RenEUnkjGCZcPwcfjPvYz5Pz5fy5HIbL5ohhyboiAQlIQAISkIAEJCCBnSWQsLMWrOWWVAFttwQkIAEJSEACEpCABCQgAQlIQALbS8DMfCN4s6BkI+gwbBzNsKE0c/LpVdHq5HKIceGuM3bop3jk5nfZVwjRLONVYMZ5g7Fq5DL/FwXcYYS6FzVHre77bNIon8dd2DC/YKN8s+A4jVcbbZcEipIA359qlFKU9ojWRQISiG8BnnXjewu1dRKQgAT+XkCvSEACEpCABCQgAQlIQAISkIAEJBD/AkVrC83Mr5CZ+fYSvCcdtpPgfWrer2bYTqJitTR0umZX1N47zY/rOnjk/OlYOvlzP4/i0lk54SOMPOtVv7pus5GxRwaOfqJVdJ+e2xpuOy1owpgFRpzQzFgoEpCABCQgAQlIQAISkIAE4lIgMzMz2q5hw4Zh9uzZUb8qWyqg8SQgAQlIQAISkIAEJCABCUigKAjUqlULd911V7QqAwcOxIwZM6J+VSTw3wQ0tQQkIAEJSEACEijaAmZBOzczg5mB7eDYJo5hu8AwbDNXe9d0nHJVXVSpUxbBI4aHrpiLt8Z9FvSqu10F3hu8FBMvG+N/t4rfrC+dVhZHjmiP5HL5fwiY+4VtGbm/GO4/s2BfcmXMjIUiAQlIQAKFLlC4CzALzudmFl2vec7nuZ/XgYLXa14bTr2iLvY5Ij3vN+tiWLHsB/Q9ZUrhrqTmvs0CS5+ci1n933DXfHfFd8+ylZNw2NCTkZSSFH1/gfuY+5r7nOH+NwuOBy7YzFgoEpCABCQgAQlIQAIS+M8CX3zxBSZPnuznk5SUhJYtW/q6OhKQAAWUkizQo0ePaPPHjh0b1Qujwt83D5ObmwsmJycH2dnZ+P23DRhyzXx8OOOrvEXHcOTpjdDxhkPz+v++qLZHJZw/uitKJZZyI8XAZUy4bjbef/0jP2/On8vh8hi+7kb047FUJCABCUhAAhKQgAQksLMEEnbWgrXcEiqgzZaABCQgAQlIQAISkIAEJCABCUhguwqYmW8EbxaUbAwdho2kGTaCZ04+vRpadyzvxgcMwBvDPsWjt7zratv5qdnFpcD0cwdj1chl/thhp+5FzVG7+z6bNMrn8RY2zC/YKN/MYGZx6aKNkkBRFdBbrqjuGa2XBCQgAQlIQAISiCMBbYoEJCABCUhAAhKQgAQkIAEJSEAC8S9QBLfQLLj3bGb+PjTvTYftJHi/mvetGbaTqFAtFR2v3RW1G6X6L3THEMMj/zcNSycVjx/5XfHmSow469Vg3WNAud3K4+jHW0b36bmN4TbTgBaMWWDD3WdmLBQJSEACEpCABCQgAQlIQAJxK3D44YejW7du0fZlZWVFdVW2UECjSUACEpCABCQgAQlIQAISkECREejZsyfCH+peu3Yt7rjjjiKzblqRYi6g1ZeABCQgAQlIQALFQMAsaO9mZn9pH8h2gWHYdq72ruXQtU89VK2bBDe22zrDI1fOxVtjP3V1PbeXwHuvLMXkK16HQ+YTZcqVxVEjTkJyuZSoLWOZMmXAtoxsx8ioHSP0kIAEJLDzBHbAks3ML8XMYGbgeZ/hNYDXA14XGF6vmW5X1MM+R5UHYODj43d/Rt9TprCqFCGBZU/OxZwBE9xeMp/Eqik4fFhHlE1O1DW/CO0nrYoEJCABCUhAAhIoSQJTpuT/f0PXrl39508lafu1rRL4RwG9WKIFwnZFRBg7dizefvttVrd7YrFY3m8cxJCbm+uTk5OD7Oxs/P7bBgy5dj5WzP4GcJ8PwT2O6tUYHfof4mpb9qy2RyX835huKJNcxs3CAPecdP1sfPD6R34ZXA6XFy6b6wP3CEtX1VMCEpCABCQgAQlIQAI7XCBhhy9RCyzRAtp4CUhAAhKQgAQkIAEJSEACEpCABLa/gJnBLD9sBB+GjeAZNoJn2veshlYdMhBzq8GMG7IGj970juvbgSQydgAAEABJREFUfk/NKf4EpvV+BateXRYdN3Uvbo463ffZpFE+jzN++YLHHr+MYZZ/TJpZ/KFoiyRQxAViPMkX8XXU6klAAhKQgAQkIAEJFG8Brb0EJCABCUhAAhKQgAQkIAEJSEAC8S9QVLfQLLgHbWa+vQTvUfNeNe9ZM7x/zbCdRIWqqeh47e6o2yTdbY65AI9eMA1LJhbtH/ld8cZKjDh7lF9ft5mosGcGWj7RKrpPz20Lt5XbTgPGzLwJJzQzFooEJCABCUhAAhKQgAQkIIG4F8jMzIy28ZlnnsGyZcuiflX+XUBjSEACEpCABCQgAQlIQAISkEDRErjpppuQkZHhV2r8+PG4/fbbfV0dCfwXAU0rAQlIQAISkIAEiouAWdDuzcx8Wzi2i2MbOYbtAsOwDV3tXcqhS5+6qFynrNu8mP9DNI9cORdzXl/j+vX8rwLvvbIUk6543bm6OcWA0uXK4qjhJyE5PSVqy8j9wbaM3D8M95dZsO/cVH4fslQkIAEJSGDHCOyopZiZX5SZ+XM9z/8MrwW8LvD6wPB6zZxyeV3sc2Q5Pw3/SNvH7/yEvl0n+351dr7A0ifmYuYNb7prvrvgu9VJrJqCw4eejMTkRF3znYeeEpCABCQgAQlIQAI7R2Dq1KnRglu0aBHVVZGABAAZlGyBqlWr4pRTTvEIa9euxdixY339z5327dv7z23Ccf/8+j/18/ObMLm5uWBycnKQnZ2N33/dgMHXLsCK2d8i/IMFR53RCB2uP/ifZrnZ16ruXhHnjemGMsml/bz4ycSk62fhg9c/8svi8rhcLp/hOnFGYcm6IgEJSEACEpCABCQggR0pkLAjF6ZllXgBAUhAAhKQgAQkIAEJSEACEpCABCRQSAJmQSN4s6BkI/gwbATPsBE8c1LPqmjdMQPm1sWNjjeGf4pHbnrH9W2Xp2YSZwLTzh2M1aPc8eEOFh4z9S9pjjqn7rNJo3weX/zSBY85fgnDzGCWnzgj0eZIoMgLmFtDM3ZdRU8JSEACEihkAZ1vCxlYs5eABIqugNZMAhKQgAQkIAEJSEACEpCABCQggfgXKNJbaBZ8Pmtm/v4071UzvHfN8D42w3YSGVVS0OHa3VC3SVqwTTHg8QumY8mET4P+Itb9cPxKDD/ntWitMvbIQIvHWkT36blN4TaG9+m57WaBBSc0MxaKBCQgAQlIQAISkIAEJCCBEiHQtm1btGvXLtrWrKysqK7KvwpoBAlIQAISkIAEJCABCUhAAhIoYgINGzbEXXfdFa3Vfffdh/nz50f9qkhgGwQ0iQQkIAEJSEACEihWAmZB+zczi9oHsq0cw3aBYdiWrlbDcjjl6gaoWi/Jj2tmeOyqeZgzZk2x2uaitrLvvrwUE68cC4fqApTNSESLESchOS05asvI/cC2jNwvjNoxQg8JSEACO1tghy7fzPzyzMxdLgy8DjC8JvD6wOsEw+s1c8oV9dDs6Aw/rpnhk/d+Rt8uk6E/2Iad+ljy+FzMunFitF8Sq6bg8KHtkZicqGv+Tt0zWrgEJCABCUhAAhIo2QL8/4QxY8ZECC1atIjqqkhAAhCBBNCjR49IYdy4cdHnK5dffjmqVavm/z9/9OjRfpymTZv6cks7PAeHyc3NBZOTk4Ps7Gys+996vHLdAqyY/a2bncEtCC3PaoyOfQ/Gtj6q7FoB571+KsqmloGbo5uNYfL1s/DBmJV+mVwul8/1YLhubqRom1lXJCABCUhAAhKQgAQksKMEEnbUgrQcCQAykIAEJCABCUhAAhKQgAQkIAEJSKAwBcwMZvlhI/gwbATPlC1b1jeoPqlnNbTqlAHE3NPlzWFr8MiNb2+H1dMs4klg6jmDsWrU2zxM/IFS75LmqN2tqT+GeCzxmGL4ZQsea/zyhVn+MWhm8cShbZFAsRFwp3U1Qik2e0srKgEJFH8BnnWL/1ZoCyQgAQlsvYCmkIAEJCABCUhAAhKQgAQkIAEJSCD+BYr+FpoF96TNzLeX4D1rhvewGd7PZnh/u3zlFHS4bnfUaZION7IL8MSF07DkzaL1I7/Lx6/EiHNH+1XkSlbYswJaPtYiuk/PbQm3LbxPz202CwzgHmbmunpKQAISkIAEJCABCUhAAhIoWQKZmZnRBg8aNAgff/xx1K/KPwnoNQlIQAISkIAEJCABCUhAAhIoigLnnHMOOnXq5Fft+++/x+233+7r6khg2wQ0lQQkIAEJSEACEih+AmZBOzgzg5n5PyrMNnMM2wWGYZu6mg3T0bVPfVStlxj91sZjfeZi9ujV0GPrBd55aQkmXjUWwQ8OAWXKlUWLESchKTU5astYpkwZsC0j9wejdoxb76wpJCABCWx/gR0/RzPzCzWz6HrNawKvDbxO8HrB8HrNdLmsLvY5ury/XvOPtX3y3k/o22UyYrn67RYPuYM7ix97C7NunOCu+TFwfyRWTcGRw05GYlKiv+Zz3zHcl9ynDPevWbC/ubpmxkKRgAQkIAEJSEACEpDAdhWYOnUqeJ+cMz3yyCNRr149VhUJSMALqCMBoF27dqhfv76nmDVrFvbee2//2czAgQPx7bff+uFhp2nTpmH1X0t+PhAmNzcXTE5ODrKzs7Hu1w14+bqFWDGb8+dnOTG0PLMRTr62+b/O999GqLxLBfR+/VSUTS3jRg0+p5hy/Sx8MGaFXzaXz/Xg+jBcRzei/zyDpSIBCUhAAhKQgAQkIIEdJZCwoxak5UgAIpCABCQgAQlIQAISkIAEJCABCUig0AXMzN9oNQtKNpYOw0bUTNmyZX3D6nanVUPrzhXc+Fwtw4QRn+KRAW+zZ9ujKeNGYOo5g7F69Dtue3gsAQ0uPQh1ujX1xw6PIR5LTNgwv2CjfDNOY25aPSUggZ0l4N6GO2vRWq4EJCCBEiagf/OUsB2uzZWABEIBlRKQgAQkIAEJSEACEpCABCQgAQnEv0Ax2UKz4HNaM4OZ+R/55f1r3stmeF+b4X3ucpVScPJ1u6NOkzTwh2n51fInLpqGxW+sQVF4fDB2BUacO9p/2TzmVq7CnuXR8tGjovv03IZwm9gWhNvJmAXbzm0wMxaKBCQgAQlIQAISkIAEJCCBEifAP4rYokULv92///47srKyfF2dfxHQyxKQgAQkIAEJSEACEpCABCRQZAVuuukmJCUl+fUbNWoU7rvvPl9XRwJbLaAJJCABCUhAAhKQQDEVMAvaw5lZ1D6QbecYtgtk2K6OqdEgHV2vbojqDZL91rop8MTV8zB79Grfr86WCbz90hJM6jMe9HMdlM1IRKuR7ZGYHPwhYFrTnW0ZuR8YtWPcMluNJQEJSKDQBXbSAszML9nMYGZRe35eI3i94HWD4TWE6XJZPTRrkQE3NswMq9//Gdd3mYzcnBj02HECix57C7NvnuT3gesguUYajhzWHmUTy4L7ifuM4T7kvmR0zd9x+0dLkoAEJCABCUhAAiVdYMqUKRHBscceG9VVkYAEAAhBAnkCqampeTVg+fLlUf3PlaZNm/550Gb7Y7FY3m8cxJCbm+uTk5OD7Oxs/Pa/9Xj52oVY+dZ34OcIroNWZzdGh2ubY3s9KjesgN6vd0dSeqJbhAHuOfX6WVg+ZqVfB64H1ydcN64v3CMsXVVPCUhAAhKQgAQkIAEJFLpAQqEvQQuQQJ6ACglIQAISkIAEJCABCUhAAhKQgAR2jICZwSw/bDQdho2pGTauZk48rRpad6rgVizmbq4CE0aswcM3LHP92/bUVMVfgDesp5w9GKtGv+OOCX4hIoYGlx6E2qc08Y3yedzwGGLChvkFG+WbBcde8ZfQFkigeAvw3Vu8t0BrLwEJSKC4COiMW1z2lNZTAhLYvgKamwQkIAEJSEACEpCABCQgAQlIQALxL1CcttDM/OqamW8vwXvYDO9pM7y/zfB+d/lKKTi57x6o26wczE1lrvvUxdOwePzO/ZHfD8auwIjzX3drBJgZKu1dAa0ePTq6T891D7eFbUC4fYyZ2wIXuIeZua6eEpCABCQgAQlIQAISkIAESq5AZmZmtPFZWVn45ptvon5VNi+goRKQgAQkIAEJSEACEpCABCRQdAX23ntv3H333dEK3nvvvVi2TN8Bj0BU2WIBjSgBCUhAAhKQgASKs4BZ0C7OzHzbOrabYxs6hu0CGbavY6rXT0Pnqxugav1ExNx/fD7ZZy5mjVpVnAl22Lq//eISTOoznmwuMZTNSETL4e2QmJwYtWWkN9sy0p/h/jAL9g1X1MxYKBKQgAQksBMEduYizYLzv5lF12teI3it4HWD1w+G12um82X10KxlRt5v3AGrP/gJ13eZhJwc/YbLjtiPix97C7NvnuQXxX8zJVVLwZFDTtrkes/9xX3Hfchwf5oF+5cTmhkLRQISkIAEJCABCUhAAoUiMGHChGi+LVq0iOqqSEACgAxKtkC/fv3QsGFD//nLe++9968YlStXRr169f51PP5NgjC5ublgcnJykJ2djd/W/o6Xrl2EFW99B3fzwCWGNuc0RoerD/zX+W7tCJUaVsDZr3dHYnpZtxz/xNTrZ2D56A/9unB9uF5cP4brzGWEJeuKBCQgAQlIQAISkIAEClMgoTBnrnlLoICAqhKQgAQkIAEJSEACEpCABCQgAQnsQAEz8zdhzYKSjafDsFE1w0bwzAmnVUObLhVhfv0Mk0Z+hof7L/V9W9nR6MVdIAZMPWcIVo15122JOyLc8dPg0oNQu2vjv22YHzbKD0szN52bWk8JSGDnCfBdaHln9Z23FlqyBCQggZIiYCVlQ7WdEpCABAoKqC4BCUhAAhKQgAQkIAEJSEACEpBA/AsUuy00Cz6vNTOYGXgPm+GPzjFsJ8GwnUS5iik46ZrdUbdZOf89c3YGXTIdi8etxs54vP/6Cgw//3W3aHfT3nUr7JmBlg8fGd2n5zqH28C2H9wuxizYVjeJ32aWigQkIAEJSEACEpCABCQggZIskJmZiebNm3uCb7/9FllZWb6uzt8K6AUJSEACEpCABCQgAQlIQAISKOICF154IU444QS/ll9++SVuu+02X1dHAlshoFElIAEJSEACEpBAsRcwM78NZubbyrH9HNvSMWHbOrazY6rXS0OXaxqiesNkwAC4aZ66dh5mv7Zz2geimDzefnEJJl3zhuMymFvnxIpJaDWiHRKTE6O2jGyDSW+6MwkJCTAzHzdJVLKuSEACEpDADhfY6Qs0M78OZuavCbxOMLxm8PrB6wjD6zXT6dJ6aNaygp8GMKxZ/jP6dZ6EnOxc6FF4AosefQuzbpnsxA1w+yq5eiqOGnrSJtd77ifuM4b7j/vRzNzoBj7MgpJ1RQISkIAEJCABCUhAAttbYPny5ViwYIGfbe3atXHIIYdADwlIIBJQpYQKtGnTxv9/+S233IJVq1ZtsULTpk3/ddxYLIYwubm5YHJycpCdnY3f1q7Hi9ctxsp53wP8OMDlmHOb4OQ+B6CwHhXrZ+Ccse1Q3tIAABAASURBVD2QlJHkFwnXndZvFpaPXuHXievF9eN6Mlx3uEdYuqqeEpCABCQgAQlIQAISKDSBhEKbs2YsgU0E1CMBCUhAAhKQgAQkIAEJSEACEpDAjhYwM5jlh42ow7BxNcNG8MzxPaqhdZeKbhX5Y/IxTBr5GR7qt9T1b81T4xZngViu2+9nv4JVY951mxEcBw0vOwh1ujbebMN8HktslB/GTeSPN5aKBCSwcwX8OzjG7s5dDy1dAhKQQMkQ0Pm2ZOxnbaUEJLCpgPokIAEJSEACEpCABCQgAQlIQAISiH+B4rmFZuZX3Mz8/evwfjZ/eI5hOwmG7STKVUpBu2v3QN1m5QCDf2RdMg2Lx275l979RP+x896YFRhxwViYcSUMFffKQOtHjozu03Ndw3UveJ/ezPKmQVRCDwlIQAISkIAEJCABCUhAAhJAZmZmpJCVlYXffvst6lflzwLql4AEJCABCUhAAhKQgAQkIIHiIHDzzTdHqzl06FA8+uijUb8qEvh3AY0hAQlIQAISkIAE4kPAzPyGmJlvM8f2gWxTx4Rt7NjejqleLx2d+jRAtYbJbpoY4J5PXT0Xs0ft2PaBbuHF4rn0hSWYeM0b0R/4SayYhDYj2iExKTFqy8i2l3SmN5OQkOD3g5n5bTQLSt+jjgQkIAEJ7ASBorFIs+B6YGb+OsHrBcNrB68jvJ4wvF4znS6th31aZLhLtbtYu+eny3/G9Z0nIntjbtHYoDhbi4WPzMGsWya7az7/eRRDUvUUHDXkpE2u99w/3FcM9x1jFuxPcpgZC0UCEpCABCQgAQlIQAKFJjB16tRo3u3bt4/qqkhAAhRQSpLAd999h3bt2vnPWCZNmrRNm960adN/nC4Wi7nPCYLk5uaCycnJwcaNG/HrL7/jhesWYeXc790HCe6DG/c8tndjnHzl/v84z+3xYoV6GTjr9R5Izkjyy+Z6Tr9+Bpa/thzZ2dk+XE+uL8PXudywZF2RgAQkIAEJSEACEpBAYQgkFMZMNU8J/EVAAyQgAQlIQAISkIAEJCABCUhAAhLYKQJm5m/QmgVl2AieJRtZM2wEzxzfoxpad6no1pPjAlNHfYaH+y11/Vv41GjFViCWk4spvYdg9dj34Q4YAIaGlx2EOl0abbZhPo8fNspnzAx8mAUl64oEJLDzBfSW3Pn7QGsgAQlIQAISkIAE4lZAGyYBCUhAAhKQgAQkIAEJSEACEpBA/AsU4y00C+5dmxnMDLyvzfAH6JiC7STKVUzBSdftibrNygVf/gaQdek0LHp9x/zI77ujP8TwC8dGX4yvtFcGWj98ZHSfnm05wnX+8316M3NrC7+N0EMCEpCABCQgAQlIQAISkIAEIoFevXph77339v2ffPIJsrKyfF2dzQhokAQkIAEJSEACEpCABCQgAQkUC4F9990Xd999d7Su99xzD5YvXx71qyKBfxTQixKQgAQkIAEJSCCOBMzy282ZmW8fyLZ1TNjWju3umOr10tG5TwNUa5gMNyrgJh10zVzMenXHtA9EMXkse2EJJl/7pltbg5khqXIy2oxsh7KJiaAjw3aX9KUzwzaZZsH4bkI/HUtFAhKQgAR2okARWrSZ+bUxM3+N4HWD4TWE1xNeVxheY5hOl9VHs5YVAAOYzz78Bf07T0T2H7nQY/sJLHh4DmbfNhU0drsGyTVScfRgd80vW9Zf87lPGO4jhvuMMTOYGfgwC0rWFQlIQAISkIAEJCABCRSWwJQpU6JZt2jRIqqrIgEJABBCiRKoUqUKxowZg+uuu26bt7tp06Z/O20sFot+4yA3NxdMTk4ONm7ciF9/WY8X+i7Bynk/wH0wAMBw3PlNcPKV+2NHPSrULY+zxvVESqUUmAWfSczoNxPLX1uO7OxsH64v15vh9nDdwpJ1RQISkIAEJCABCUhAAttbIGF7z1Dzk8DmBDRMAhKQgAQkIAEJSEACEpCABCQggZ0nYGb+BqVZULJBNRtXszE8G1szbATPHN+jOlp3rRDdeJ386qd4+PolW7TyGql4CsRyYph0zhB8Mua94A8auBvvDS87EHW6NPKN8nlc8BhhwuOGxxBjZn6jzYLS96gjAQnsUAGzzb//3Ft5h66HFiYBCUhAAoj+zQ09JCABCcS5gDZPAhKQgAQkIAEJSEACEpCABCQggfgXKO5baBbcQzMz/9kt728zvOcdhvfCmfQKyTip716ou195mNtwc91nLpuGRa9/4voK7/nu6BUYcdF4tzS3RLeelfaugNYPHxHdp+e6cV15r57tO7j+jFkwPtfMzFgoEpCABCQgAQlIQAISkIAEJFBAICUlBZmZmdGQrKysqK7KpgLqk4AEJCABCUhAAhKQgAQkIIHiI3DllVeiVatWfoVXrVqFW2+91dfVkcC/Ceh1CUhAAhKQgAQkEG8CZkG7OTODmYHt6tjGjgnb3LH9HVOtXjo6Xd0Q1RomAzH/RNa1czFrZOG2D0QxeSx9fgkmXvum/50p6pStmIg2w0/cpB0j2zDSlb4Mvc0Ce26mmbFQJCABCUhgJwsUtcWbBdcHM4uu17yG8FrC6wqvLwyv10zHS+tjn5YZvBz5TflsxS/o13kCNm7I8f3q/DeB+Q/Nwezbp/KfQ944uUYqjh7cLrrmc18w3DcM9xVjFuw/Lt3MWCgSkIAEJCABCUhAAhIoVIG1a9di9OjR0TJatmwZ1VWRgAQAGZRMAbYRGjx4MNLT07caYJ999tnsNLFYzN8bYJmbmwsmJycHGzduxK8//47n+y7Gynk/5E0bw/HnN0H7y/bN699xRfna5XDG2NOQXNHd53GLdauNmdfPxIevLUd2drYP15vrz3B73Gh+21gqEpCABCQgAQlIQAIS2N4CCdt7hpqfBDYjoEESkIAEJCABCUhAAhKQgAQkIAEJ7GQBM/ON4M2Ckg2r2ciajeHZ6JphI3jmuO7V0fqUSnATwABMfe0zPNR3iav941MvFkOB3OxcTDxnMFaPex/u0AA7u17eHHW7NN5sw3weLzx2GDMeHZwkKKGHBCSwUwXMzL2Fza8Du2bs+l51JCABCUigUAV0vi1UXs1cAhIoigJaJwlIQAISkIAEJCABCUhAAhKQgATiXyAuttAs+PzWzPx9NN7nZthWgm0kWLKNBJOWkYx21+2JOvuVR8z9R4BnL5uGhaM/ZnW75+1RyzH8ovF5842h4l4ZaPPQ4dF9eq4T14/r+ef79GbmpzMLSt+jjgQkIAEJSEACEpCABCQgAQlsItCrVy/Uq1fPD3v77bfx9NNP+7o6mwioRwISkIAEJCABCUhAAhKQgASKmcAtt9wSrfGLL76IrKysqF8VCfyNgAZLQAISkIAEJCCBuBQwC9rPmVnUPpBt7Ziw7R3b4THV6qaj0zW7oMauyTCnwTx93VzMGvGJ6yu5zyXPLcHE6yY4ACfiHJMqJ+PYEZv/Q8B0ZdgG08xgZm46RCX0kIAEJCCBnS1QJJdvln+9MDPwOsLwmhJer9lentdrpuOlDdCsdQX4qVzni5VrcUPnifhjfQ702HaB+Q/PwZw7pvkZOFak1ErD0a+cGH13gfuA4T5huI8YM4OZBdPllb5HHQlIQAISkIAEJCABCRSiwNSpU/HHH3/4JXTo0AEVKlTwdXUkIAEvoE4JFjjllFMwf/58HHbYYVul0LRp07+MH4vFECY3NxdMTk4ONm7ciF9/Xo/n+i7FRwt+AoKPBXDC/zVF+8uaYWc9ytcqhzNe74nUKqnwH1G49Zp5/Qwsf/V9ZGdn+3D9uR0Mt43rGpasKxKQgAQkIAEJSEACEtheAgnba0aajwT+XkCvSEACEpCABCQgAQlIQAISkIAEJFAUBMzM3aDMDxtYs7E1G8Oz8TXDRvDMcd2ro3XXiv5n7Xmjctprn+Kh6xb/w2bopeImkLsxB5N6D8HqcR+4G+7w+3qXyw5E3S6NN9swn8cJjxnGzPzmmgWl71FHAhLYoQJm5s/pXKiZsYj6Y66P5+67B6/D3YN/i3KPqwf5Ffe+kp/7XP2+V/4HZqArg6zF/a8UyMu/4IECedDVH3z5ZzAPuTI/P+Hhl11eCvLISz8izKOu/uhLP4B5zJU+L/6Ax1/6Ho+/mJ8nXP2JF78D86Qrg3yLp150eSHMNxj0QpAsVwb5GlkvfI2nC+SZ579CmGdd/dnnv0SY51z9uee/APO8K32e+wIvPPd5lBddPchneOm5Ann2U7xcIK88uwZhBrt6kNUY/OxqDGGeWY2hz6zaJMNc/7BnPgEz3JVBPsaIZ1yezs/Ipz9CmFddPchKjHo6P69lrUCY0a4+OutDhBnj6mOyloN5fdByvO7qLMcO+gAFM871jxv0PsYXzFPv4Y0CedPV33zqXTATXJmfdzDxKZcng0x68m2Emezqk59cBmaKK4MsxdQnXZ7Iz7QnliDMdFcPshgznnB5PMwizHw8P7NcfdbjC8HMdmWYOY8tQJi3XP2tx+YjzFxXn/vYPDDzXOnz6FzM/1MWPPoWmIWuzM8cLHrU5ZEgix+ZjTBLXH3JI7MQZqmrM8tcuezhmQjztqu//fAMMO+4Msh0vPuwy0NhpuG9h/Lzvqu//9BUMB+4MszyB6cgzIeu/uGDkxFmhauveHASmJWu9HlgEj56YOIm+dj1f/zABDCfuNLn/jex6gEXli6r738DYda4epDxWHP/eHzKDHSly2cDxyHM567++cCxCPOFq38x8HV8ydznyrx8dd8YhPna1YOMxjf3Fci9r+HbAvnu3lEI872rB3kVP9ybl3texY8+I10Z5Kd7RuKne0b4/OxKn7uH45d7XFjmZe3dw8D8z5X5GYpf73a5K8hvdw1BmHVuePCvKHfidU8z8+dis6B0g/SUgAQkEIcC2iQJSEACEpCABCQgAQlIQAISkIAE4l8gfrbQzPzGmJn//Jb3uxne/2YbCbaZYBsJJi0jBe367oV6+2cE08Dw/BXTsXD0x75/e3WWvbocIy99E26V/Cwr7ZWBYx46PLpPz3XhenH9uJ5cX8Ys2AZOZGYsFAlIQAISkIAEJCABCUhAAhL4G4GqVasiMzMzelV/EDGiKFBRVQISkIAEJCABCUhAAhKQgASKm8DBBx+MW265JVrtu+++G6tXr476VZHAXwU0RAISkIAEJCABCcSvgFnQjs7MYGb+jwqzzR0TtsFjezymap00dLp2V1TfLcX/vg7c4+m+czFz+PZtH+hmWyyeS55bgol9J7h19b9OgqQqSThm2AlRO0a2X2ToSE9G7Rgdl54SkIAEiqxA0V0xM/MrZ2bR9ZrXFF5beJ3h9Ybh9Zo5+ZL62Kd1Rf9TLjF31f78o19wQ+cJ+GN9jp+POlsnMP+hOZh1+zQn6a757plcMxVHv7z5az73B/cNYxbsLy7NzFgoEpCABCQgAQlIQAIS2CECU6ZMiZbTokWLqK6KBCRAAaWkC+y5556YNWsWzj///C2iaNq0Kfj/+wX//o2SAAAQAElEQVRH5u+Vh8nNzQWTk5ODjRs34n8//Y5n+y7BRwt/dJ/NuA8S3LPdBU3R/pJ9Cs5ip9TL1y6HzDGnIbVKql83t2qY3X8mlr/6PrKzs324HdwehtvIFQ1L1hUJSEACEpCABCQgAQlsD4GE7TETzUMC/yigFyUgAQlIQAISkIAEJCABCUhAAhIoMgJm5hvBmwUlG1rzJiwbw7MRPMNG8Ezb7tXRplslPz43YProz/DQtYtY/Ws0pFgJ5G7MxcTeQ7F63Acwt+Zmhl0vb456XRojPAZYMuHxwWOFMeMUgFlQQg8JSGCnC5iZ/zKyWf778pOvcnDNU7+5rMO1rrz2yd9w7ZO/4jqXvi5B+T9c/ySz1pf9nnTlE2vRz6W/S1D+ghueyM+AJ37GjS4DHv8JNz7u6r78CTc9/iNuZh5zJfP4D7iFeewH3OrKWx/7HmFuc/XbHv0OtzOPfRuVd7j6nY9+gzB3sf7I17jr0a9xtyt9Hv0K9zCPuNLlXp8vce8jX+I+5mFXPvwFBrrc//DnQfnI52D9/oc/wwNu2IPMQ5/hQZeHwjz4KR5+iFnjy0ceWgOfB1fj0YdcWLo89uAqPL5JPsETD7o84OLKJx/4GEE+wlOuPuj+j+DzwEoMesDVXZnl8vT9KxDmGdYHfohn7v8Qz7rS5/7leI4Z6EqX5wd+gBdcgvJ9vHCf67/vfbzo8tJ97wXlwPfA+kv3vYuX3bBXXPnKve8izGBXH3zfOxhyL/O2L4fe+zaYYfcsw6ZZiuH3LMWIKEsw8h5msS9fvXsxgizCqLsX4bW7FmGUy2t3L8Rol7Acc9cChHnd1+fj9bvmY+yd8/G6y1hXH3fXPIy7c67LPIy/cx7ecPXxLm/c+RbeuGOuy1t409Un3DkHE8LyjjmYeMdsn0muPun22QgyC5Nvd7ljFqYwt8/ElLxMdeW022fA57YZmO4y7bbprpyOGa4MMg0zb2Om+nLWrVMRZApm35qfObdOxlsuYfnWLZPAzHXlPJ+JmHfLRMy/eQLmucy/ZQIWRHkTC92whTezfBOLbn4Di25y5U1vYLGrL7l5PJaE5U3jsdRnnCvHYdlNeblxLN5mbhqLd5gbX8c7eXnXle/dOAY+A8bgfZf3Box25Wh8MOA1fHBjUC539eUDRmH5gFH48IZRWOHy4Q2vutJlgIurr7xhJD5yCcuP+o9w/SPwcf/h+MTVP/El68Owqj8zHKtdubr/UFcOxZp+w1yG4tN+zBB8en1e2W8IPus3GJ+HuX4wvrj+lShfurpP35fxlcvX17vS5eu+L+Gb61+CL139274vwue6F/Ddda7uyxfwfd/ng1z3PH7wec6Vz+HHa5/DTy4/XvusK12uc3H1n699Br/4PF2gfBprr8nC/zbJIPx6TZDfXBnkKQD5597w30pm+cOghwQkIIF4E9D2SEACEpCABCQgAQlIQAISkIAEJBD/AnG2hWbBZ7ZmBjPz99X4eW7YToL3xNlGgkkrn4wT++6Fevtn+B+5i8VieP7yaVgwaiW2x2PpyOUYcdkEuNm6xFBp7wwc89Dh0Y/mch24PrxXz/XjejJmwbpzHcyMhSIBCUhAAhKQgAQkIAEJSEAC/yKQmZmJSpUq+bHmzJmDoUOH+ro6eQIqJCABCUhAAhKQgAQkIAEJSKBYCvTt2xeHHXaYX/cPP/wQt9xyi6+rI4HNCmigBCQgAQlIQAISiHMBs6A9nZlF7QPZ9o4J2+KxXR5TuVYqOl2zC2runupU3Piu++z18zBz2EeuVnKei59bgonXT/RegCG5agqOHbr5PwRMR0btGKGHBCQggaItUMTXzsz8GpoZzGyT9vzh9Zrt53m9Zk6+pD6atakIN7YL8OXHazGg0wRs+D0bemy5wLwH52DWndO9IS1Taqehxcubv+ZzP/B6z5i5sV24JDNjoUhAAhKQgAQkIAEJSGCHCbzxxhvRslq2bBnVVZGABAAIQQJ5Ao8++igef/zxvL6/L5o2bbrJi/zdhDC5ublgsrOzsXHjRqz96Xc8d/0yfLTwJzeN+zzAfSZw0oVNcdLFm87DvbjTnuVqlUPm66cjrVqa/7wDrjun/0x8+Or74HYwOTk5fru4bdxWuEdYuqqeEpCABCQgAQlIQAIS+M8CCf95DpqBBP5FQC9LQAISkIAEJCABCUhAAhKQgAQkULQEzAxm+WGDaza+5heu2AieYSN45thTq6PVKZUQc5sQc93poz/Dg9cscn2bPtVXfARyNuZgwjlDsHr8crdH4bPrFc1Rr3MjhPueJRMeFzxGGDPzG2oWlL5HHQlIYIcKmG36/jOz6JzO83i4Mv6PhrAnv8I+96Z3Z3Oe1P273/W6kr1sjMJROYRhP0twIOPGYz+rwWu+L5ine63gcL7iBrnCLcuNwddcETz9wtxLro9VVwRP9ri4p5/Ud9jDV13pnn6Q77CHw124BN/LhQQVN9TN3/W7p6u7ge7phri667qBwfpzYDh1UAbDOZrr9y+zE0zDoa6Wx5E33K9M+Ior3bxdN3hyFBf3jMZi3fe4inv6ajByXtcNdM9g+CYVLjlIsAIcnyNwmFtX9nIqP8h33GhuuK+ykx9uI8MpGb4Slm4KPyf2c3ZuJkHhu3zJjcEJXNwzGMqKeymvcDU/ddBxA90zGM+9wrrvcRX3dEPcs6AZe90I/jU33D39ENfxQ8PhrscN8n1uFd06+QHszw+3kXEjuieHu8KNx3luMty/xHlwlX0PR2SPSzjcDQpfYuninm5uecPZ46p8ssr4F13FPTnYraebHWt+BVjPe8X1u6d7JejnEn3NDXTPvOFuaNDjJnSv+ror3UJYDbbHjeP63QTu6eru5WC46+Vw1+8mZs2ti+9xL7jSPTkwr3DD8p55A/IKThqEL7uB7snJgmHs4XAXt+RNhrPfDfbL5Lr6Cfz4vuN63Ri+6jtuWpYcFsSN4CbPqwcz8PNyA92Tw90Y4XA3tRvonpsOdwPcSK7rxgvm7urhM29AXhEOzRs/KgpUglGi8d08g8VySPBa+O8ls/xzc/AK/LkaekhAAhKIAwFtggQkIAEJSEACEpCABCQgAQlIQALxLxCPW2hmfrPMzH9ey89zGd5fC++Ns40Ek1ouGSdevzfqH1ABbmwX4KUrZ2DBqyv9PLa1s3Tkcoy8fIKfHzuVG1XAsQ8eBi4zDNeF4Xpx/RgztxYuXK6ZsVAkIAEJSEACEpCABCQgAQlIYAsEGjZsiMzMzGjMrKysqK4KIAMJSEACEpCABCQgAQlIQAISKL4Ct9xyS7Ty/P/dl156KepXRQIFBVSXgAQkIAEJSEACJUHALGhXZ2YwM/9HhdkGj+Hv5rBNXthGr0rtdHS4ZhfU2D0F/Ko4O89dPw8zhn6EkvBY9OxiTOw70W02v5MfQ3LVZBwz5LioHSOtGLrRj1E7xpJwZGgbJSCB4i5QHNbfzPxqmll0veY1htcaXnd4/WHCa3b7i+ujWZuK/mdd+Bs6X3z8CwZ0ehMb1mX7+ajzzwJzH5iNWXdO97+Zw1/FSamdhhYvHb/Zaz79uS8Ys2D/cO5mxkKRgAQkIAEJSEACEpDADhNYsGABVqxY4Ze3zz77oFGjRr6ujgQkEAioK4GCAueeey7mzJmDvffeu+DgTeo8l4YD+PlKmNzcXDDZ2dlg1v70O57tuxQrF/6UN3oM7S9sgpMuapLXX3SK9Jrp6Pn66Uirnu5WKrjXMaffDCwf+Z7fFm5PTk6O3z5uI7fZjejvi7BUJCABCUhAAhKQgAQk8F8FEv7rDDS9BP5FQC9LQAISkIAEJCABCUhAAhKQgAQkUAQFzMw3gjcLSja8ZiNsho3gmbAh/LGnVscxp1aGGxOug5mvf4YHr16IAg9Vi4lAzh/ZmNh7GFa/uRzclwZgtyuao16nvTfbMJ9fjuCxwZhxbMAsKKGHBCSw0wXMzL8nzcx/CZnv1fOOz8U5x250+QNntl6PXi6ZrX4Hc7orT2+1Hqe7YT1dGWQDerZyab0Bp/n8gR6t89LqD3RvvdElKE9lvc1GnOrSzeXUNtno5oZ1a+1KVz+lTQ5OcWVXV3Y9Jgddj8l1YZmDLm1y0Zlxwzr7xND5mBg6uXR06XQs0JE5xpUuHY41hDnZ1xPAsn3bBPgcWwrtj3V1V57EtC2Fdj6lXZmX40rjxLZlcELBHFcWJ7gc73Kcy/FtE3Hccflp6+ptj0tC2+MTcezxSXlJxjFu2DHHufJ4JgVtXNnmeJYpaO3qrU9w5QmpaHU8k4JWrt7SJSxbnJCGli4tTkzD0S4tTkjH0S5HhTmxHI7Ky5GuPLJdeRzBnOhKnwwccWIGDm+XgcNcDm9XwZX5ObRdRRzqhrE8xNUPOakSDjmpIg52pU+7SjjI5eCTKuMgl+abpAqat6+MA9tXwYEnVcEBJ1XFAa5+QHuWTDXs7+r7tXflydWwH+Pq7N/35OrYt72LK5v51ECzk2tgnw55Obkm9nH9TV3JNOlQC0061HRhWQuNO9ZCIzescYfarszP3h3roJELy718WRd7dayLPaPUc3WXTvWwR0eXTvWx+yZpgN06MfWxqyujdG6AXTs3xC6dGqKhyy6u3rDTLmjIsvMuaBCmyy6o32VX178r6nfeFfVcvZ4vd3P1IHW77Ia6XXdHHaaLK332QJ0ue6B21z1Qy6V21z1d6XKKi6vX7LoXakTlXqh+yt6ocUpQVnf16qc0QjVXVvNlI1R1pU+3xq7eGFVcWdmlSrcmqOzT2JeVujV1ZVNUcsMqunrFU5ui4qn7oIIrK/hyH2R0a+b6XXlqM5QP093VmVP3RTk3rJwr05nu+yG9+74uLPdDWo/9kOqS1n1/pBZISo8DECbZ1w9Eco8DkRSlORJ7NEfSaa50KXvaQSiYMqcdjDClXb30aYegNMuernQp1fNQJETloTDfH5TW8zDY6YcCpx+GmKvj9MN9GevpSlfPPf0I5Loyh8k8AjmZRyLHDctx9ezTj8RGl2w3bKPPUdiYeRT+iHI0Nvg6y6OxvlcLl7BkvSV+57AzWmH9ma3xx9nHILt3W8TOPwHhv53MzJ+foYcEJCCB+BPQFklAAhKQgAQkIAEJSEACEpCABCQQ/wJxu4Vm5rfNzPxnuLy3xvCzXbaRYHuJsJ1ESnoSju+7N+oemOGniSGGl66ajvkjgx8P8QO3orNkxAcYcflENxf/G3qovFd5HPvAodF9ei43XAeuD9eLMQvWlYsyMxaKBCQgAQlIQAISkIAEJCABCWyFQGZmJhITE/0UEyZMwPjx431dHYhAAhKQgAQkIAEJSEACEpCABIqxwNFHH41+/fpFW3DnnXfiq6++ivpVkUCegAoJSEACEpCABCRQYgTMgvZ1Zha1D2RbPIZtA9k+j+30mCq10tDxml1Rc4/UwMeA5/vNw4whK4P+OO0ufnYJJvWb5HzgYkipnoJjhxwXtWOkEUMvujFqxwg9JCABCRQHJSY1rAAAEABJREFUgWKzjmbuouvW1sz8tYjXGYbXHF5/eB1ieL1mTrq4PvY9ppIf18zw1ar/YUDnN7H+t2w3Fz3/TmDuA3Mw++6Zzg0+abXT0OLFzV/z6c59wJgF+wXuYWauq6cEJCABCUhAAhKQgAR2rMDUqVOjBR533HFRXRUJSMALqCOBvwgccsghmD9/Pk499dS/vMYBTZs2ZYFYLBYlNzcXTHZ2Npi1P/6OZ69/Gx8t/gXI+zjg5Iua4qQLm6CoPtJrpOO0MT2RXqMczNxKu+fc/jPw4cj3/DZxu3Jycvx2clu5/dyWsGRdkYAEJCABCUhAAhKQwLYKJGzrhJpOAlsmoLEkIAEJSEACEpCABCQgAQlIQAISKKoCZuZvUJoFJRtg/11D+DbdqqNN98rBL9HHgJmvf4YH+yzI2zQVxUEg548cTDhnGFa/sTzaj7tdeRDqddrbfxkv/OIDSzbK57HAY4IxM7+JZkHpe9SRgAR2qoBZ8H40M/B9yvfsHnVK4abTDQNOi+H6U3N8+nbLxnUu156SDebqUzbi6q4urr9PXq5y5VWn5IC50pU+3XJxRV4u7xZDmMtc/bJuAHOpKy891XBJgVx8agLCXOTqF51aChcy3V3pUxoXdA/yf678v+5lwJzvSp8eZXFeXs515bk9EsH0dmXvHklgznHlOacl4ezTkqOcdVoKwpzp6mf2TMUZp7mw9ElDr55BMl2Z2TMdzOmnp+N0Vz/99HLomZfTXHna6eXB9HClT2YGuuflVFeemlkBTDdXdsusCOYUV57SqyK69qoUpUuvygjT2dU796oCptMZVRCkKjqeEaSDKzucUQ3Mya70ObM62uflJFeedGYNMO1cGaQmTjzT5ayaOOGsWpvk+LNqgznOlcedXQdMW1cGqYtjzw5yjCuPObsemDbn1EOQ+mh9TpBWrmx1TgMwLV3p07shWuTlaFce3XsXMEe5MsiuOLK3y7m74ohzd9skh5+7O5jDXHnYuXuAOfS8PRBkTxxyXpCDXXnweXuBOciVPufvjeZ5OdCVB57fCMwBrgzSGPuf7/J/Qfb7vyYIs+//NQXTzJXNLmiKZhfsg32iNEPTC4I0cWWTC/YF0/jCfRFkPzS6MMjertz7wv3B7OVKn4sOwJ552cOVe1x0IJjdXRmkOXa7yOVi5iDsenF+drn4YDANXRnkEDS4JMyhqH9JkHqurHfJYWDqutLn0sNRJy+1XVn70iMQppar17r0SNRkLnOlS43LjkKY6pcdDaaaK6tdfjSqXd4CVQukyuUtwVR2ZeXLW4GpdEUrBGmNilcEqeDKCle0AZPhSp8rj0H5Ail35bEIk+7q6Ve2RRpzlStdUq86DmFSrjoeTLIrg5yApD75SexzIpiyrizbpx18rm6HMq5e5uqTULpASl3dHmESXD3hmpNhV7uwdME1HRAm5uqxazoil7nWldd2Qk6BZF/bGTnXdUF2XnL6noLs609BTr9uyO3fHbEBpwE39kSpsmXA8zHPy8h7mAXn67xeFRKQgASKuYBWXwISkIAEJCABCUhAAhKQgAQkIIH4F4jvLTQLPrM1M99egp/nMvxsl/fKGf5YIJOSnoQTr2+Mes0rwo3tArzSZwYWjFixVUiLh3+AEVdOBmdgAKo0ykDbBw/z9+m5HIbL3dx9ejNOAZgFJfSQgAQkIAEJSEACEpCABCQgga0S4A+W9erVK5pm0KBBUb1kV7T1EpCABCQgAQlIQAISkIAEJFDcBfr164f999/fb8Y777yDm2++2dfVkUC+gGoSkIAEJCABCUigZAmYBe3szMy3uQvbBrJ9INvnsZ0ewzZ7lWuloeO1u6LGHinBb/Aghhf6z8P0wVvXPrC4CC98ZjEm9JvktjLY3ORqyTj2lbZRO0a6MHRiaEY/s8CS22lmLBQJSEACEihyAsVrhcyC64mZRddrXnN47eE1iNcjXqvDtLuoPpq1qej/SJ3r4KtP1uLGTm/g9183Fq8N30Fr+9b9szHrrunugs8/7Ack10pFixeP+9trPu0Zs2B/cDXNjIUiAQlIQAISkIAEJCCBHS4wZcqUaJktWrSI6qpIQAIUUCSweYHU1FS8/PLLuP322/8yQpMmTdzHKfyMIEhubi6Y7OxsMD9//xue7rsMKxf95D9L4E2Ejpc0xUkXNP7LvIragPQa6egxpifSXMn1jrkVnNt/Oj4c8Z7fNm5fTk6O315ucyzGMbiZQelG11MCEpCABCQgAQlIQALbJJCwTVNpIglsqYDGk4AEJCABCUhAAhKQgAQkIAEJSKBIC5iZbwRvFpRsiF2wIXzBxvCtT6mONt2rAAbAjT9r3Od4qM9CAHoUdYGcDdmY0HsYVk/40K+q233Y46qDUK/jXr5hfrif+QUIhscAjwXGjDscbpcHJfSQgASKjICZ+fcm36t83/L9y/ALTImJiQiTlJSEMMnJyVBkoGNAx4COga0/BsLzaMGS51mec/lvKYbnYJ6TzYLzs5n5a4ZZUPoedSQgAQkUZwGtuwQkIAEJSEACEpCABCQgAQlIQALxL1ACttAs+MzWzKJ7bfxsN7zfxs97+dkvk5KehBOub4S6B2bwu9/8Vjde6TMd84cH997/jWvRsA8w4srJfjrOoPLeGWh7/yH+Pj3nz3B5/HyZy+d6MGbBunH+ZsZCkYAEJCABCUhAAhKQgAQkIIFtFMjMzIymHDlyJGbOnBn1l9iKNlwCEpCABCQgAQlIQAISkIAEir0A7zPeeuut0XY89thjGD58eNSvigQgAglIQAISkIAEJFACBcyC9nZmFrUPZNs8hu30+O9ohm33KtVMQ8drd0eNPVPhxnZahpdumI/pr6xw9fh5Lnx6MSb1nwK3ke5pSKmegravtI3aMdKDoQ/DNoyMmVNxgXuYmevqKQEJSEACRVKgGK6UWXBdMTOYGXjd4bWa4bWI4bU6TLuLG6DZsZUAuPFdvl79P9zU6U38/r+N0CNfYM7A2Zh9zyzAmTJpddLQ6sXjdM2HHhKQgAQkIAEJSEACxUHgiy++wJtvvulXNT09HS1btvR1dSQggTwBFRL4F4FrrrkGY8eORc2aNf2YLKtXr45YLOaTm5sLJjs7G8zP36/Ds/3fw0dLfvHjw4BOlzZBu/MbBf3FoJtWPR09Xs9Eeu1yXH23xoZ5N0zHipHv+W3kdubk5Pjt5rbTwo3kPVgqEpCABCQgAQlIQAIS2BaBhG2ZSNNIYEsFNJ4EJCABCUhAAhKQgAQkIAEJSEACRV/AzGCWn7AxPBvB8wtaTNgQvnW36mh9auXox+lnjv0UD161oOhvZAlew+z1G/Fm72FY9eZyt98chLvpvvuVzVG3w56+YX64f7m/GX4JgscAY2ZuAvjjA3pIQAJFRsAseG9yhczMv0f5nuV7OHxP87ydmJiIpKQkhCXrSpI3kYMcdAzoGPgvxwDPqwXDcy7Pwfx3FMNzsllwfua5WpGABCQQLwLaDglIQAISkIAEJCABCUhAAhKQgATiX6CkbKGZ+U01s+heGz/b5We8/Lw3vOfGMjktCcf3a4J6zSsCBjBDrp6O+cM+xD89Fg79ACP7TIFbhB+tauMMHPfAIf4+PT9XZjh/Lo/L5fIZM3PTmJ/GLCh9jzoSkIAEJCABCUhAAhKQgAQksE0ChxxyCHr06BFNO2jQoKheUivabglIQAISkIAEJCABCUhAAhKID4Fjjz0WV111VbQxd955J3766aeoX5WSLaCtl4AEJCABCUhAAiVVwCxod2dmvi0e2+WxjR7D9npst8ewDV+lmmnocO1uqLFniuOK+T/68tIN8zD95X9uH+hGLhbPBU8vxsQbpsBtmf/NoZQayWj78rFRO0Y6MHRhaMWYBXbcSDNjoUhAAhKQQBEVKK6rZRZcX8zMX6/NDLxWM7wmMbxWh2l3UQPsc0xF+Auau7J9s2Ytbur0Btat3eiG6Tl74GzMvnemg4j5pNZORcsX2uqa7zT0lIAEJCABCUhAAhIoHgJTp06NVrRDhw7g/xNEA1SRgAQgAglsicDxxx+P+fPno23btthnn338PY9YLIbc3Fyf7OxsMD9//zue6f8uVi5mGyN+lgB0vrQp2p3XaEsWU6TGSauWhu5jMlGuTnm3XjG/zfP6TcOKEe/6beX25uTk+O2nAz3ciH48looEJCABCUhAAhKQgAS2ViBhayfQ+BLYCgGNKgEJSEACEpCABCQgAQlIQAISkEAxETDLbwRvZuCXscKG8PyiFhM2hG/drQZad68MPgyG2eM+w4NXzmevUsQEstdn483ew7F6wgq4PQzXwZ59DkK9Dnv5hvnhfmXDJob7nPueMTPwYRaUrCsSkEDREjAzmJk/Z/N9y/cw38tMeM5mmZiYCIZ1paw//8lBDjoGdAxs6zHA8ykTTs9/TzE89/I8zPOxWXB+hnuYmevqKQEJSCAuBLQREpCABCQgAQlIQAISkIAEJCABCcS/QInaQrPg81sz2+w9N372G34WnJKWhOP7NUa9gyr63wzkV9mHXDMd84cu36zZgiEfYOTVU/yXvzlulcYZaDvw4E3uU3H+BT9b1ufLm6XUQAlIQAISkIAEJCABCUhAAttFIDMzM5rP888/j8WLF0f9JbCiTZaABCQgAQlIQAISkIAEJCCBOBLo378/GjUKfoB74cKFuOmmm+Jo67Qp/0FAk0pAAhKQgAQkIIESLWBmfvvNLGofyO+BM2y3x/Z7DNsIVqqRhg7X7YFae6X5cd0keHnAfMx4ZYWfR3HtLHh6MSYOmAIY/CO1ZiravnRs1I6R28/Qg2EbRsbMYGZ+GrOg9D3qSEACEpBAURQo1utkFlxnzMxfe8wMvFYzvDYxvFaHaXdxQzQ7lr99aAAM3376P9zUaTx++2UDSvJj9n2zMOe+2Y7AuTjDtLrpaPVCW13znYieEpCABCQgAQlIQALFR2Dq1KnRyrZo0SKqqyIBCXgBdSSwxQI1a9bEuHHj0KRJE/87B7m5uWCys7PB/PTdOjzd/12sXPIz4D5HcB10vbwp2p27N4rrI7VqGrqNzkT5uhXcJvHzEWB+/2lYOeI9v83c7pycHO9Ai1iMv/4A71Nct1nrLQEJSEACEpCABCSw8wQSdt6iteT4F9AWSkACEpCABCQgAQlIQAISkIAEJFCcBMzM36A0C0p+KStsCM8vbDFhQ/jW3WqidY8qiCG4WTl73Gd44Ip5xWlz435ds3/fiDd7D8PqicEXCmOIYc+rmqPuyXv6hvnh/uSXHBjua+5zxsy8j1lQ+h51JCCBIiVgFrw/zcyfu/neZfhe5nua4fu8YMJzuMqy/jwoBznoGNAxsC3HQMHzKus83/Lcy/A8bBacl82sSF03tDISkIAE/ruA5iABCUhAAhKQgAQkIAEJSEACEpBA/AuUvC00Cz7LNbPN3nPj58AMP09OTk3C8f2aov4hlWCOihl67XTMH7Lc9eU/Fwz5ACOvnQrkzRsUzQ0AABAASURBVLNa4wo4fuDBm9yf4jzDz5f52TJjZm4SAx9mQcm6IgEJSEACEpCABCQgAQlIQAL/XaBNmzZo3759NKOsrKyoXvIq2mIJSEACEpCABCQgAQlIQAISiCeBtLQ03HrrrdEm3X///RgzZkzUr0pJFdB2S0ACEpCABCQgAQmYBe3wzMy3zWM7PX4fnGH7PbbjY9g+sGL1VJx83e6ouVcqgr/7EsNLN8zF9Jc+LJaQ87MWYcKAqQB/FsolrVYq2r7YJmrHyO1m6MDQhjELrLjRZsZCkYAEJCCBIi1Q/FfOLLjemJm/XpsZeK1meI1ieK0Oc8JFDdCsbSXwIsdr9nef/g83dRyPX3/e4IaVvOfs+2ZjlkuMGO7Cn1onFa2eO1bX/JJ3KGiLJSABCUhAAhKQQLEX4B+rDjeiZcuWYVWlBCTgBdSRwJYJBJ8PuE9N3OcEt912G3Jzc32ys7PB/PjdOmT1fxcrl/zsRnLzdOOdckVTnHjOXq6neD9Tq6ah62uno1zd8n7b3K0RzO8/BSuGv+O3ndufk5PjPehS0Kp4b7nWXgISkIAEJCABCUhgRwsk7OgFanklSECbKgEJSEACEpCABCQgAQlIQAISkECxEzDLbwRvZuCXs8KG8PziFhM2hG91Sg20Oa0q3BQwM8x94ws8cMU86LHzBTau+wNvnDsCqyet9PuGa7TnVc1R7+Q9fcP8cD/yyw0M9zH3NWNmHD2azveoIwEJFEkBs/z3q5n5czbfx3xPhwnf42G/ylLRl7xkIQsdAzoG/ssx8OfzK8+/jJlF/44yM+ghAQlIIG4EtCESkIAEJCABCUhAAhKQgAQkIAEJxL9ACd1Cs+CzXDPzn+/ys16GnyHzs2DeX2fYViIpJRFt+zVBvUMqgV/8ZmfYtdMwb/AHXm/+4Pcx4hr+aK57NRZD1cblcfzAg/x9ek7PcF6cL+fP5TBmwbI5EzNjoUhAAhKQgAQkIAEJSEACEpDAdhbIzMyM5piVlYUVK1ZE/SWqoo2VgAQkIAEJSEACEpCABCQggbgTaN++PS6++OJou+644w6sW7cu6lelBApokyUgAQlIQAISkIAEvIBZ0B7PzKL2gWy7x7AdH9vzMWzbV6FaKtpftztqN06HG9k9Da/cOA/TX/oQxekxP2sxJt44DcaVdp20Oqlo+0KbqB0jt5fh9jNsw8iYGcyMU0Wl71FHAhKQgASKrkCcrJlZ/vXHzPx1iNdqhtcqhtfqMCdetAuata0MGAA3/g+f/4ZbOo3Hrz9tQEl6zLp3NmYPnO0IzAVIq5eO1s8dq2t+SToItK0SkIAEJCABCUggTgSmTJmCr7/+2m9Ny5YtUbduXV9XRwISyBNQIYEtEIjFYn4slkxubi6Y7OxsMD99tw5Z/d/DR0vX+vFgQLcrm+LEs/cM+uOgm1o1DaeMPgMZDSpy89wWGRbeMA0rh7/jDeiQk5PjXWhDJzcSwpJ1RQISkIAEJCABCUhAAv8mkPBvI+h1CWyrgKaTgAQkIAEJSEACEpCABCQgAQlIoHgKmBnM8sMvaYUN4fkFLiZsCN+yaw206lHZ36Tkjcq3xn+GBy6b6/qL57bHw1pvXLcRb/QegdUTV7j9EPPZq09z1D95T98wP9x//FIDw33LfcyYmScwC0rfo44EJFCkBcyC96uZ/eXczfc1w/e5UgoykIGOAR0D2/MY4Pk1jJmBdbPgXAz3MDPX1VMCEpBA/AhoSyQgAQlIQAISkIAEJCABCUhAAhKIf4GSvIVmwWe6ZubvufEzX4afK/O+Ou+zM2wrkZSciOP674MGh+b/aOCI66Zj3ivvg6WbgaM0VG2SgRMGHoxwOk7LOufH+XL+jFmwTDeRm9RYKBKQgAQkIAEJSEACEpCABCRQCAIdOnRA69at/Zw3bNiArKwsXy9pHW2vBCQgAQlIQAISkIAEJCABCcSnQL9+/bDLLrv4jZszZw5uuukmX1enZApoqyUgAQlIQAISkIAE8gXMgnZ5Zubb6LHdHtvwMWzPx3Z9DNv4VayWhpOu2R01907zv9cDxDD4xrmY9sLy/BkW4dq8QYsw4capbq255kBqrRS0fa61/70hbh+3k+F2M7RgzAIbbpqZsVAkIAEJSKAYCMTTKpoF1x8z89drM4t+K4rXLIbXMobXshMu2gX7tq3sL3j883bff/4bbu44Dv/7cT1KwmPmPbMw6/7Z/prv/tGCtHrpaP3sMbrml4Sdr22UgAQkIAEJSEACcSgwderUaKtatWoV1VWRgAQCAXUl8G8C/LsQHIclk5ubCyY7OxvMj9+uw1P93sNHy35xo/GTFKD7lU1x4ll7uv74eqZUSUWX13qhfIOKbsNi7mOTGBb2n4qPhr/jLeiRk5PjfWhELzeiH4+lIgEJSEACEpCABCQggX8TSPi3EfS6BLZRQJNJQAISkIAEJCABCUhAAhKQgAQkUIwFzPIbwZuZ/4Omm/nimm/s3fKUmmjTs1rQaB6GeRO+wIOXzUUsN7iZCz12mMDG3/7AG+eOwJopH8HtCpgZ9r76INRrv4ffV/ziAr/AwC8zMNyn/CIeY2bgwywoWVckIIHiIWBm/v3OtTUL6mYqzWRgJgMzGZjJwKzwDXgOZsyCZbGuSEACEogjAW2KBCQgAQlIQAISkIAEJCABCUhAAvEvUOK30My8gZn5e2+8j87wvjrvr/N+O8N77olJZdG2X1PUP7QyEAvaRozsO93V3Sxcf7UmGTjxvoP8fXqOz3Bazofz43wZs2BZbiq/TJaKBCQgAQlIQAISkIAEJCABCRSeQGZmZjTzrKwsfPnll1F/CaloMyUgAQlIQAISkIAEJCABCUggTgUqV66M2267Ldq6++67DxMnToz6VSlRAtpYCUhAAhKQgAQkIIE/CZiZH2Jmvq0e2++xLR/Ddn1s38ewrV+Faqk4+bo9ULtxupvGfIbcPA/TXvjA1Yvuc+5TizDxpukw/x+QXicVxz/fJmrHyO1juL0MDRgzN4ULt8zMWCgSkIAEJFA8BOJuLc2C65CZwSwIr9UMr10Mr9UMr2nHX7QL9j2hCsxJuNHx45e/4dZO4/G/H9a7IfH7nHHPLMx54C233ebirvn109H6GV3z43ePa8skIAEJSEACEpBA/AtMmjQp2siWLVtGdVUkIAEvoI4E/lEgFgt+54Alk5ubCyY7OxvMD9/8hqf6v4+P3l7rPkcwNy9Djz5NccKZe7h6fD6TK6eg82u9kNGwEszcNrvnwv5TsXLY296ELjk5Od6JVnSjRFiyrkhAAhKQgAQkIAEJSODvBBL+7gUNl8B/E9DUEpCABCQgAQlIQAISkIAEJCABCRR3ATPzNyjNgpJf2gobwrPxe5kyZaIvebXoWgOte1b1m8wblfMmfI4HLpuL3JzgBrB/QZ1CFfjj1w0Yf+4IrJ68EjH3Hxe2V58DUe+k3f1+4j7jFxf4JQaG+5L7lDEzju73t6+oIwEJFEsBM/PvY7P8slhuiFZaAhKQQDERMMs/35oF9WKy6lpNCUhAAlspoNElIAEJSEACEpCABCQgAQlIQAISiH8BbSEFzIxFdM+N99MZ3l/nfXbed2d47z0xORFt+zdDgyOCthKAgZPX2KciTrr/YH+fnuMxnIbTcz6cH2PG8Q18mAUl64oEJCABCUhAAhKQgAQkIAEJFJ7AaaedhoMPPtgv4IcffkBWVpavl5yOtlQCEpCABCQgAQlIQAISkIAE4lmga9eu6N27t9/EjRs34rbbbgN/sNoP+H/27gPAiuru+/jvvyysDRGxIQrYC1YsiH1XrBhRU8yTN3FBozEaNcmT5EmioC4gdo1GjQmsaabbuyirYhe7xooiSpUiHbntPf9z9w5rgwUpd2e/l/ubc2bulHM+d+6M7p2dZYAAAggggAACCCCAQCsXMCtep2dmMjP5dXx+TZ/Hr+/z6/w8fs3fehutrX6/3l6b7dRe8nv4FKR/1T2thj//N4yX3/PJ3z+nkYMf8ZaGFLTO5mvryD8eklzH6P3yeD893nePWdHCe2RmXhAEEGjpArQfgRYuYFY8H5lZPF+bmfxc7fFzmMfP1R4/tx15xpba7agN5fc9DKdrTZ84T0OOv1uzpy1QGh+PXDpaj//myXC+D/+FUiiofff26nPjoZzz0/hm0ycEEEAAAQQQQKCVCLzxxht66qmnYm+7d++eXOcdJzD4cgFeQQABBIKA/zwkFMWfi4SfE+Tz+XidUDablWf6lPm6YdB/9c7Ls8MPEsIzzPPdX+ysvv239cVSnbU2WFtfv32A1tuqU/AJfQ8/TXn+vFF6598vRxv38Wuq3MzT1DLVMHQOAQQQQAABBBBA4CsLVHzlNSzDCpgVAQQQQAABBBBAAAEEEEAAAQTSL0AP0yVgtvgieDNLfnnNL4L3i989fiG85+BvdlafEzeOF80rPJ4dOUFX//RJ5fN+WXyYwHOlCSyau0j3/uAWvT9qbNxGeNfU4//2VvdjtosX5pfeJ3/fPP7LDP6LeB4zKy7TWMYRBgggkBoBM4vHZTNKMwzMMDDDwAwDsxVjkJqTBR1BYDkFWAwBBBBAAAEEEEAAAQQQQAABBNIvQA8RaI0CZha7bWbxezb/Xt3j37P79+2l79/9Ook11qzSUef31JYHbqxC+LfJLh3V76p94vf0VVVV8nk9vpwv7+vxmBXX7RsyMy8IAggggAACCCCAAAIIILDaBFrbhmtra5MujxgxQrNnz07GqSCAAAIIIIAAAggggAACCCDQ0gUGDRqkLl26xG48/PDDGjx4cKwzQAABBBBAAAEEEEAAAcVrAhUeZhbrfj2fX9vn1/h5/Ho/j18f2GHDtXTMOdury87rhnnjQvrP4GfU8Kf/hpHyeT75h+f14NBH5Y00Set2a6+j/nhIvI7R++H98Xj/PN5nj5mFRSwsoaQUDwQQaPECdACBNAiYLT4/mVk8T/n52uPnMo+f4zx+jjvyR1tp974by0LnPTMnz9eFX79Hsz9aEKak5/nIpY/piWuejv30Xq27RXv1qe/DOd8xCAIIIIAAAggggECLFWhoaEja3rdv36ROZckCvIoAAggUCsW/+eClJ5/PK5fLxWSzWU2bPE+/P+91vfvK3CJW+KHJib/cVX37b1scbwXDNTutpa/fPkDrb7th489TTM8PGqV3/vWS3MjjZm7ncUdnKZVeJwgggAACCCCAAAIIfFag4rMTVuI4q0YAAQQQQAABBBBAAAEEEEAAgfQL0MMUCpiZzBbHf4mrdCG8X/zu8QvhPQd/s7P6nLhxUCjI/z37wARd8+Mnlc8VvxAOL/BcwQKL5nyie35ws95vGBvNffU9frm3un1t23hhfun98V9a8Ph75++hx8x89vj+xgoDBBBAAAEEEEAAAQQQQKB5AsyFAAIIIIAAAggggAACCCCAAALpF6CHCLRaAbPF36Wbmfz7dY9/3+7fu5e+h6+qqlLVGlU6eshe2rY5maMIAAAQAElEQVR6U33z2gNU5dNCfB6Pz+/L+fIeM0u+ozcz8UAAAQQQQAABBBBAAAEEVrNAq9v8gAEDtPPOO8d+v//++6qvr491BggggAACCCCAAAIIIIAAAgikQaBLly668MILk65cdtllevTRR5NxKggggAACCCCAAAIItHYBs+J1e2YWr+Xz6/o8fq2fx6/78/h9lDpssJaO+fV26rJze6ngd1KS/jPkaTX88bWyYHzihuc0csgj3rTYvvbd1tGR9dXxfkPefu+Hx/vl8X56zIp9906YmRcEAQTSIUAvEEiNgFnx/GRm8XxtZvJr8j1+TvP4uc7j57ojzthSu/XdSPFOh2EwY9J8DT3+bs36aIHS8Hj4ksf0+NVPhfN9fKp993V0aH0fzvlpeHPpAwIIIIAAAggg0MoFGhoaEoHq6uqkTmWJAryIAAKtXKAQvq9wAi89+XxeuVwuJpvN6qNJ83TDea/rnVdmh9nCD0rCsPaXu+ioE7cOtdb1XGP9tXTsrf3VcdsNY8dd44XzRumdf70kt/K4nRt63NNnLJVeJwgggAACCCCAAAIINBWoaDqycuusHQEEEEAAAQQQQAABBBBAAAEE0i9AD9MqYLb4Ingzize3L10I7xe/e/xCeM9B3+isPrWbKCyhMNCzD07QNT95UrlsXjxWrMAnsz/RPafdovcfHiu39sFOv9xb3Y7eJl6YX3pf/JcVPP6e+S/iecxM/jArll4nCCCAAAIIIIAAAggggEDzBJgLAQQQQAABBBBAAAEEEEAAAQTSL0APEWjdAmbF79LNTGYWr5Pw79r9e3f//r30fXxVVZXWWGMN9btoX3nd46+V4vP7ch6z4roUHmYWhjwRQAABBBBAAAEEEEAAgdUt0Pq27//fVltbm3R8+PDh8ht1JROoIIAAAggggAACCCCAAAIIINDCBU488USV/t933rx5uvDCC1t4j2g+AggggAACCCCAAAIrVsCseP2emX3q+kC/NtBTuv7P76PUYYO1dcw5O2jzXTvIQjMsDG8e+owabnwtjK2+5+M3PKeRF44ODTCFJqnDFu11VH11vN+Qt7vUB++Px69h9JiZzEz+MCuWXicIIJAGAfqAQLoEzIrnKTOL5y4zk1+b7/Fzm8fPeR4/7x1xxlbave+GCjP7Ux9PWaBhx9+tWVPnqyU/Gi5+TE/89unYJ5m0bjjnH1bfh3N+S35TaTsCCCCAAAIIIIBAFJgzZ47uuuuuWPdBTU2NF2SpAsyAAAKtWaBQKMTue+nx34XJ5XLyZLNZTZ00Vzec/4bGvjo3zBd+kBB+njLgV7voqO9tHcZb53PN9dfSsbcN0Prbb6TAERBML543SmP/9ZLczON+bulx1zCTSqXXCQIIIIAAAggggAACJYGKUmWll2wAAQQQQAABBBBAAAEEEEAAAQTSL0APUy1gZuELysXxX+oqXQjvF797/EJ4z0Hf2FSHnLix5N8Hhzw78kNd8+Mnlc3kU220Kjv3yZxPdPdpt+j9h99NnHf+1d7qdvQ28cL80vvhv6Tg8ffK3zOPmcWmmhXLOMIAAQQQQAABBBBAAAEEEGiuAPMhgAACCCCAAAIIIIAAAggggED6BeghAgjEayScwcxi3b9v9+/ePf49vKf03bxfK+Hx8VJ8Po8vZ1ZcR2l9XhIEEEAAAQQQQAABBBBAYLULtNIG9O/fX1tssUXs/Wuvvab6+vpYZ4AAAggggAACCCCAAAIIIIBAWgQGDRqkTp06xe7cf//9GjZsWKwzQAABBBBAAAEEEEAAgaKAmcWKmSXXB/q1fn5doKd0HaBfF7hup7V09Dnba7Nd11Uh/PMFb77wGY2qf9WrqzyP3/CcRl44unG7Ba3bbW0dOfzgeL8hb2+p7d4Pj/fLY1bsqy9oZl4QBBBIkwB9QSCFAmbF85WZxfO1mcmvz/f4Oc7j5z6Pn/8OP2Nr7dZ3QxX/Fl5BH0+ZrwuPuzuWaoGPUReN1hO/fTq0PPwXSEFad4v2OmzEIZzzgwhPBBBAAAEEEEAAgZYvMGrUKC1YsCB25LjjjlPHjh1jncFSBHgZAQRarUCh+AOP8HMP/zlBQfl8XrlcLiabzWrqpHm6ftAbGvvqnEajgk7+9S468rtbNY633mKNjmup360DtP72G4VveQpyyxcHPaR3/vGC3M7jlm7q8dddq1R6nSCAAAIIIIAAAggg4AIVPlgVYRsIIIAAAggggAACCCCAAAIIIJB+AXqYfgGzxRfBm5n8l7tKF8L7xe8evxDec9A3N9Wh/TeRLD713KgJ+u1PnlB2UV48vprAJ7MX6p4f3Krxj7xbXFEw3vlXe6tb363jhfml98F/OcHj75G/Vx6zMHNYyqxYhipPBBBAAAEEEEAAAQQQQGCZBJgZAQQQQAABBBBAAAEEEEAAAQTSL0APEUCgKGBW/G7dzGRWjH/37t/D+/fx/v38Z+PT/XWfz6y4jJnFFZoVyzjCAAEEEEAAAQQQQAABBBBYzQKtdfOdOnVSbW1t0v3hw4cndSoIIIAAAggggAACCCCAAAIIpEFgyy23TP7ov/fnsssu0zPPPONVggACCCCAAAIIIIAAAo0CZsXr+cwsXh/o1/x5/BpAT+naQL+P0rrrr6Wjf72Duu6+XlzawvDWYc9o1IhXQ23VPR//3XMaOeyx2F7faoct2qvviOp4vyFvZ6nN3n6P98djZskyZuaLEgQQSJkA3UEgrQJmxfOWmcVzmZnJr9X3+LnO4+dAj58HDz9ja/X82saSTP6Y9dECDTv+Ln08eb6Ptpg0XPyYnrzuWRW7YeqwZXsdNryGc754IIAAAggggAACCKRFoKGhIelKdXV1UqeyZAFeRQCB1ilQKBRix7305PN55XK5mGw2q6kT5+n6897Ue6/Pk8LPThQe3z9nVx3xnS1DjacLVK23po657WR12nGTQBR+bhSeL58/SmP/+aLc0OOmbutxZ1+uVHqdIIAAAggggAACCCBQsYoI2AwCCCCAAAIIIIAAAggggAACCKRfgB62EgEzi19QmhVL/yWv0oXwfvG7xy+E9xzwjU3Vp/8mil8Ph8FzD03Qb3/yuDKf5FqJ1orv5sJZC3XXD27VuEfGymEDq3b+5V7q1nfreGF+yd9/KcHj742/Rx4ziw0yK5ZxhAECCCCAAAIIIIAAAgggsGwCzI0AAggggAACCCCAAAIIIIAAAukXoIcIINBEwKz4HbuZyb97L8W/jy+l9P18abw0j5dmi5cXDwQQQAABBBBAAAEEEECgfARadUv69++vjTbaKBo8/fTT+sc//hHrDBBAAAEEEEAAAQQQQAABBBBIi8App5yiE044IXZnxowZGjJkSKwzQAABBBBAAAEEEEAAgcUCZouv7zOz5BpBvybQ4/fx8fh9lNbttJb6/mp7bbbbun7Ln3jfn9uGPaOHhr+iVfEYff0YPTDsMfkfm/F02GIdHfWHg+L9hrx93k6Pt9vj1y96zCzeK8rbaGZeEAQQSJ8APUIg1QJmFs9lZovL0nX7fs7z+LnQ4+fCQ0/fSrt9rXhNiJ+wZ3+0QMOOu1MzJ81rEU6jLhqtx699Jvz3ht9hUOqwZXsdNrwmOeeX+un99vj53mNW9PFOmpkXBAEEEEAAAQQQQACBshV44IEHkrbV1NQkdSpLFOBFBBBohQL+fYB320tPPp9XLpeLyWazmjJhrq497029+9+5/mOQmFPO3UVH/M8WvhhpIlDVYQ197ZYB6tRjkzjVf/Ly8nkPauw/XpBbetzWjT3u7TOWSq8TBBBAAAEEEEAAgdYtULFqus9WEEAAAQQQQAABBBBAAAEEEEAg/QL0sDUJmNmnLob3C7/9Yni/ENwvfvf4BeKeA76+qQ47adPIY2H4wqiJ+u1PntCihbkwxnNZBBbOWqi7T7tV4x99Txb++XPXX+2l7n23+dSF+f4+ePw98ffGY2ZxU2bFMo4wQAABBBBAAAEEEEAAAQSWWYAFEEAAAQQQQAABBBBAAAEEEEAg/QL0EAEEPitgZjKzONnMYt2/i/f4d/Ol+LjHrDiPL2C2uO7jBAEEEEAAAQQQQAABBBAoD4HW3Ypu3bqptrY2QRg+fHhSp4IAAggggAACCCCAAAIIIIBAWgQGDRqktddeO3bnzjvv1JVXXhnrDBBAAAEEEEAAAQQQQGCxgJnFETP71LWBfu8eT9P7KLVffy0dfc6O6rp7B8kkz+0XPaNRw1/Rynw89rvn9ODFTyg0URb+ddyqvfr+4aDkfkPeRo+31+PXMXrMwtwh3jYz84IggEAqBegUAq1DwMxktjila/j93Ofxex56/Jx42Olba/djNlGYO+CY5kxfqIuPv0szJ84L4+X7fGjYaD1x/ZjYQDPTeluvq8P+UJ2c871/3tdS/HzvMQs9DfEFzcwLggACCCCAAAIIIIBA2QqMGTNGr7/+emzfHnvsoR49esQ6g6UJ8DoCCLQ2gUKhELvspSefzyuXy8Vks1lNmTBP113wtt57fV7xZyDhZwI/GLSLjvj2FnE5Bp8XqFpvTR19y0nqtHPnYOavm145/yGN/cfzclOPG7u1x919rlLpdYIAAggggAACCCDQegUqVknX2QgCCCCAAAIIIIAAAggggAACCKRfgB62OgEzk9ni+AXgfjG8XxTuF797/EJxz37Hd9ahJ28q/7rY8+KoCbr2J49r0YJsq3Nb3g4v/HiB7vrBrXr/0fcSx11+tZe6HbV1cmG+m7u/x98Lf088ZhY3a1Ys4wgDBBBAAAEEEEAAAQQQQGB5BFgGAQQQQAABBBBAAAEEEEAAAQTSL0APEUDgSwXMit+7m9mnrpkw+/y4r8TMvCAIIIAAAggggAACCCCAQPkJ0CLV1tZqrbXWihIPPfSQ7rrrrlhngAACCCCAAAIIIIAAAggggEBaBHbccUdddNFFSXcuueQSvfTSS8k4FQQQQAABBBBAAAEEECgKmBWv9TOzeG2g36/H4/fwKcXvoeRp33Et9T1nR22++3qKNwEKq7j9omc06g8vh9qKfz563Rg9cNHj8j8u43/rZ72t2uuoGw5M7jfkbWp6zyFvt8es2BdvkZl5QRBAIK0C9AuBViRgZvFcbVYs/V57ns+er/3c2OeHW2m3r20cdArxPDp72gJddNydmjFhbphWfs8HLxytx69/NrY1tFgdtmyvw244+FPn/FI/vfTzvcesaOE9MjMvCAIIIIAAAggggAACZS0watSopH2HHnpoUqeyFAFeRgCBViXg3wl4h7305PN55XK5mGw2q8kfztW1F7ytd//rP+cohK8rCjpt4M46/FvdfTGyBIF2HdZQ35tPUqddOkc39331vIc09u/Py209bu3mHn/dV1cqvU4QQAABBBBAAAEEWqdAxaroNttAAAEEEEAAAQQQQAABBBBAAIH0C9DD1ilgZp+6EN4vBC9dCO8Xv3v8l8Q8+x3XWYed3EXmVGG5lx6eqGt/8oQWLcz5j5JHXAAAEABJREFUFLIEgYUfL9Sdp92m8Y+Nk5nJwry7/novdT9q6+TCfLf2C/I9/h74e+Ex87kls2IpHggggAACCCCAAAIIIIDAVxBgUQQQQAABBBBAAAEEEEAAAQQQSL8APUQAgSULmFnyHbxZsW62uPSlzYrjXicIIIAAAggggAACCCCAQDkK0CapR48eqq2tTSiGDx+e1KkggAACCCCAAAIIIIAAAgggkAYB78OPfvQj9evXz6uaPHmyBg8eHOsMEEAAAQQQQAABBBBA4NMCZhYnmFm8RtDv2+Pxe/mU7uvj91DyrLPemjr63B3Vdc/1FOZWGOiOi5/VqN+/rBX5ePS6MXrwkifDKsNWQrvW32Zd9b3hgOR+Q94Wb18p3l6PWXH+sKDMzAuCAAIpFqBrCLQ2ATOL5zezYun33POUzod+fiylz+lba/d+myTzz52xUBcff6dmTPA/jlc+ciOHjtYTN4xJ2tlxmw46/PcHc84vn7eIliCAAAIIIIAAAgisQIGGhoZkbTU1NUmdypIFeBUBBFqPQKFQiJ310pPP55XL5WKy2awmfTBX19a9o3dfDz/fCD8fkUynn7eLDv9Wd/FonkC7dddQ31u+rw127SIzk8LztfMf1Lt/f17ZYOxxc7f3+Pug8CiVocoTAQQQQAABBBBAoBUKVKyCPrMJBBBAAAEEEEAAAQQQQAABBBBIvwA9bMUCZiazxfFfAitdCO+/vOYpXQi/73Gd1eekTeVfUvp3yC89PEHX/fgxfbIg24oFl9z1BTMX6I5Tb9H40eMa3Qra9Zy91P3IrZIL89249IsHbu/vgcfM4srNimUcYYAAAggggAACCCCAAAIILL8ASyKAAAIIIIAAAggggAACCCCAQPoF6CECCDRTwMw+db2E2eLxZq6C2RBAAAEEEEAAAQQQQACB1SXAdhsF+vfv31iTbr/9dj388MPJOBUEEEAAAQQQQAABBBBAAAEEWrhA0vzzzjtP/vvHPuHmm2/Wdddd51WCAAIIIIAAAggggAACnxEwszjFzOL1gX7/Ho//93Tp/j6l+yit3WFNHXVOD22+RwepEJ6Fgu645Bk9dMNLcR1fdfDIdWM08pInw6rDysOw49btddT1+yf3G/J2lO435KW302NWbLtv38y8IAggkG4BeodAqxQws3iuNiuWfq72+DnR4+dJP3d7echpW2v3fpso3vswaM2dsVAXH3uHpn84N4yt/ufIoaP1xO/HxIZ4G9fbel0d/ruDOOdHEQYIIIAAAggggAACaROYOHGi7rvvvtitjh07qrq6OtYZLFWAGRBAoJUI+M8GvKteevL5vHK5XEw2m9Wk8POM317wjt59fV74YiLMGb6b+NH5u+iwb3QLIzyXRaBt+yodefPJ2mC3LtHSv4157fyRevdvz8mtPW7v74HH3w9ff6n0OkEAAQQQQAABBBBoXQIVK7+7bAEBBBBAAAEEEEAAAQQQQAABBNIvQA9bu4BZ8QJ4s2LpvwxWuhDeL4D3+EXwnn2P31SHfb+LwqyBzfTSw5N03Y8f1yfzs2GcZ1OBBTMW6M7Tbtf4J8bLwcxMu52zt7ofsVVyYb7b+i8beNzc7T1mJn+YFUuvEwQQQAABBBBAAAEEEEDgqwmwNAIIIIAAAggggAACCCCAAAIIpF+AHiKAAAIIIIAAAggggAACCCCAQPoF6GFJYO+999aJJ55YGtXw4cOTOhUEEEAAAQQQQAABBBBAAAEEWrbA4tbvvvvuuuiii5IJF198sd58881knAoCCCCAAAIIIIAAAggsFjAr3qvHzGRm8vv4ePy+PqX7/Pg9lDxrr7uGjjq3h7ru2THMK5mkuy59Vg/97qVQW/7nI9eO0chLnlJcYRisv8266nv9/sn9hnzbfq+hUrx9HjOTmckfZsXS6wQBBNIsQN8QaL0CZhbPe2bF0s/VntL50c+Xfu72sua0rbX7sZ1lgcvMNO/jT3TpcXdo+gdzwpTV93xg6Gg98fvnQrssZv1tO+jw3x34uXO+98P75ed7j1mYP8RbbmZeEAQQQAABBBBAAAEEWoRAQ0ND0s6vfe1r8v/OTSZQWYIALyGAQGsQKBQKsZteevL5vHK5XEw2m9WkD+fpmvPH6r0354efI4RZw48EzrxgVx369a5hhOfyCLRrX6Ujbj5ZG/TcvGgahv+94EG997fn5OYefw/8vfD4++LbKZVeJwgggAACCCCAAAKtR6BipXeVDSCAAAIIIIAAAggggAACCCCAQPoF6CECQcDMZLY4foF46UJ4v3Dc4xfBe3oft6n6nNwlLOVfKBf08iMTdN2PH9PCeZkwjacLLJixQHecdpvGPz5Oil+8F7TbOXup+xFbJhfmu6lfqORxazf3mJmvIr4fscIAAQQQQAABBBBAAAEEEFgRAqwDAQQQQAABBBBAAAEEEEAAAQTSL0APEUAAAQQQQAABBBBAAAEEEEAg/QL08FMCtbW1yfhNN92kZ599NhmnggACCCCAAAIIIIAAAggggECLFfhMw3/2s5/p8MMPj1PHjx+vurq6WGeAAAIIIIAAAggggAACnxcwW3zvHjOT38/H4/f3Kd3vx++h5Fl73TXV99yd1HXPjvI7Kfl9gu669Bk9dP2LWp7Hw78dowcueyosGtYWnutv0159r9svud+Qb9PvNVRqh7fLY2bJvYbMLCzPEwEEWoUAnUSglQuYWTz/mRVLP1d7/Fzp8fOmnzO9rDlta+1+XOdwqg4n2OA29+OFuuTYOzRt/Jwwtuqf9w95VE/8/rm44UL4r4j1wjn/8OsP/MJzvvfJz/ces2JffUEz84IggAACCCCAAAIIINBiBEaNGpW0tbq6OqlTWYoALyOAQOoFCvFvEPifIgg/JQj1fD6vXC4Xk81mNfGDebr6/Hf03pvzgkUh/CRBOuuCXXTo8ZuHcZ5fRaDtOlU64uaTtUHPzYNrsA3+r50/Uu/97Tm5vcffi3x4TzxN36uvsl2WRQABBBBAAAEEEGh5AhUru8msHwEEEEAAAQQQQAABBBBAAAEE0i9ADxEoCZjZpy6E9wvF/aJxvwjeL4D3+EXwnt7HbapDT9lMYQFJplcenaTrf/y4FszNqLU/5k+fr9tPu03jnxgfKIqmPc/dW90P3zK5MN8t3dXjxm7tMbOwjGRWLMUDAQQQQAABBBBAAAEEEFhBAqwGAQQQQAABBBBAAAEEEEAAAQTSL0APEUAAAQQQQAABBBBAAAEEEEAg/QL08NMCNTU1Ov7445OJI0aMSOpUEEAAAQQQQAABBBBAAAEEEGipAl/U7vPOOy+Z/Le//U38P3DCQQUBBBBAAAEEEEAAgc8JmBXv3WNm8T4+fl8fj9/nx+/74/F7KHnWbF+lI8/dSV336qgwc3ia7r7sWT103QtalsfD1z6nkZc/LfOFwnY7bbeujr5uv+R+Q74tv9eQb9vb4e3xmJnMzJdKyjjCAAEEUi9ABxFAQPHcZ2ZJ6edIj58zPX7+9HOnl9U/2Fq7H7ep/BGW0PzZn+jS4+7QR+Nm+aRVlvsGP6onhy/+74SO26yrI64/kHP+KnsH2BACCCCAAAIIIIDA6hK4//77k037NdzJCJUlCvAiAgikW6BQKMQOeunJ5/PK5XIx2WxWE8bP1dUXjNV7b81X+AGIJNNPBu+qQ4/bXDxWjEDl2u10+C3f10Z7dpNZ+KmRSa+f/4Deu2mM/D3w+Hvi743H3yffcqn0OkEAAQQQQAABBBBIv0DFSu4iq0cAAQQQQAABBBBAAAEEEEAAgfQL0EMEPiVgZo1fUBZL/yWx0oXwfgG8xy+C9+xz7KY69JTNwvL+BXNBrzw6Ub/78WNaMCcTprXO5/xp83X7abdr/BPjA0DRZfdz91K3w7ZILsx3Q/+lAo/burHHzMIyiv7igQACCCCAAAIIIIAAAgisWAHWhgACCCCAAAIIIIAAAggggAAC6ReghwgggAACCCCAAAIIIIAAAgggkH4BevgFArW1tclU/+OHr7/+ejJOBQEEEEAAAQQQQAABBBBAAIEWKPCFTe7du7eGDBmSvHbRRRdp3LhxyTgVBBBAAAEEEEAAAQQQ+LSA2eJ7+ZiZ/P4+Hr/fj9/3x+8B5PdQ8qzVfg0dde5O6rpXRxX/4EtB91z+rB689nk15zHqmjF64LKn4rL+t3422G5d9f3tvsn9hnwbpW369r0dHjNL7jVkZs3ZFPMggEB6BOgJAgg0CphZPB+aFUs/V3pK504/j5ZS/YOttduxnYtLFqQFsz7RpcferqnvzSpOW8nDe+se1ZPDX5DCtn1THbddV0defyDnfMcgCCCAAAIIIIAAAqkWaGho0IQJE2If+/Tpo65du8Y6g6UKMAMCCKRYoPh9QvgxQfhiwOv5fF65XC4mm81qwvh5+s0FY/XeW/PDTAEizPfTIbvokH5dwgjPFSlQuVY7Hfqfk7XhXt2itf/o5o0LRuq9m56Vvxcef2/8PfL4++XbL5VeJwgggAACCCCAAALpFqhYud1j7QgggAACCCCAAAIIIIAAAgggkH4BeojA5wXMihfAmxVL/2WxphfCN/3ltV79OuvQUzYPK/F5pVcfm6Tf/Xi05s9eFKa1ruf8afN1+w9v1wdPfaBAFzpv6nnuXup+2BbJhflu579Q4HFTt/WYWZhfYbliKR4IIIAAAggggAACCCCAwAoVYGUIIIAAAggggAACCCCAAAIIIJB+AXqIAAIIIIAAAggggAACCCCAAALpF6CHXyRwzDHH6PDDD48v+U256uvrY50BAggggAACCCCAAAIIIIAAAi1T4Mtbfc455+iggw6KM7zzzjuqq6uLdQYIIIAAAggggAACCCDwxQJmxXv5mFm8r4/f58fj9/3x+//4vYBKf1B4rfZr6qiBO6tbr/XDyixEuveKMXrw2udj/csGo64J81zxtHyJsBlttON66ntN7+R+Q77+0rZ8u759j5nJzOJqzYplHGGAAAKtRIBuIoBAUwEzi+dFs2Lp58xS/Hzt8XOqp/q0bbTb8ZtKJnk+mZfV5cfdrqnvztLKfNxbN1pP1b8ohTYqbLvTdh105HUHcM4XDwQQQAABBBBAAIHWIDBq1Kikm9XV1UmdytIEeB0BBNIqUCgUYte89OTzeeVyuRj/vZYP35+n39S9q3HvLJT/KEHhZwn/O3QXHXJMl7gcgxUvULlWO/X5z/e1Ya/uzh038OYFI/XeX5+Vvycef4/8vfL4++YzlUqvEwQQQAABBBBAAIH0ClSs1K6xcgQQQAABBBBAAAEEEEAAAQQQSL8APUTgSwTMTGam0i+LeekXwpd+mazphfC9jt1Uh566meL3zWHw6mOT9Lsfj9a8WYvUWh7zps3TrafdpvFPfaAIEb5732Pgnup+2BbJhflu5n4et3RTj5lFJrNiGUcYIIAAAggggAACCCCAAAIrUoB1IYAAAggggAACCCCAAAIIIIBA+gXoIQIIIIAAAggggALlvFoAABAASURBVAACCCCAAAIIpF+AHn6pQG1tbfLa8OHD9cEHHyTjVBBAAAEEEEAAAQQQQAABBBBoUQJLaez555+fzHHjjTfqpptuSsapIIAAAggggAACCCCAwOcFzIr39DGz5H5Kfs8fv/+P3wfI7wnkf0zYyzXXWUNHDtxZ3Xqt37iigu674lmNvOa5xvFPF6OuGaORVzyjQpjs2WD7DjrqN72S+w35ekvb8O35dj1mxbaExWKbvCQIINDKBOguAgh8TsCseH40K5Z+7izFz9MeP7d6Dj51a+1+/Kbyk7D/kbaFczO67NhbNWXsx59b74qYcM8Fj+qJES+EzYUzfqGg9bddV0dcuz/n/BWByzoQQAABBBBAAAEEWoRAQ0ND0s6ampqkTmUpAryMAAKpFPCfRXjHvPTk83nlcrmYbDarD96fqysvGKv33poffnZRiH+y4OdDd9EhX+vii5GVKFC5Zlv1+c/3teE+W8Sf4/j78+YFD+i9vzyjTCYjf3/8vfL3zOOve3NKpdcJAggggAACCCCAQDoFKlZmt1g3AggggAACCCCAAAIIIIAAAgikX4AeIrAkATOLL/svjZXiF8KXfqms6YXwe/fbVIed1jX+Qpkv9foTk3XDj0dr/uxFcR1pHsz7aJ5u/+Gd+vDpCfK+K7jtMXBPdT90i+TCfLdyN48bljzN4hJhkWKZZif6hgACCCCAAAIIIIAAAqtPgC0jgAACCCCAAAIIIIAAAggggED6BeghAggggAACCCCAAAIIIIAAAgikX4AefrnA//zP/2i//faLM3z88ceqr6+PdQYIIIAAAggggAACCCCAAAIItDSBpbX34IMP1rnnnpvMNmzYME2aNCkZp4IAAggggAACCCCAAAKfFzAr3tvHzOJ9fkr3/vH7APn9gPzeQP7HhD1rrr2Gjhy0i7r13kBh7rAy0wNXjdHIa54L9cXPh64O0658RmEmf2qjHTvo6Kv3Se435Osqrdu3U9qmWVhriMLDzMKQJwIItEYB+owAAl8sYGYyWxw/h5bi52uPn2M9B526jXb7+qbJihbNz+ryY2/TlLEfJ9NWROXuCx7VUze+FNolhZap0/YddOS1+3POFw8EEEAAAQQQQACB1iLw5ptv6vHHH4/d3XrrrbXPPvvEOoOlCzAHAgikT6BQKMROeenJ5/PK5XIx2WxWH7w/T1de8J7eH7tQCj/jCAP937BdVHP04p9hiMdKFWizRlsd8p9TtHHvLcNbEH6aE96Ht+se0Ps3PatMJiN/n/w98/fO4++jN6hUep0ggAACCCCAAAIIpE+gYiV2iVUjgAACCCCAAAIIIIAAAggggED6BeghAksVMLM4j5mp9EtkfiF86ZfLml4Iv9cxndXnB5vLv372Lyr/+8Qk3XD2aM2btUhpfcz7aJ5uPe0OjX/qA3mfve97DtxT3Q/dIrkw343cy+N2JUezxbZp9aFfCCCAAAIIIIAAAgggUBYCNAIBBBBAAAEEEEAAAQQQQAABBNIvQA8RQAABBBBAAAEEEEAAAQQQQCD9AvRwKQK1tbXJHMOHD9fMmTOTcSoIIIAAAggggAACCCCAAAIItBCBZjVz0KBB6tWrV5z3tdde0+DBg2OdAQIIIIAAAggggAACCHy5gNnie/2Y2RLvpbTGWlU6YuDO6ta7k6RCvK/QA1c+q5G/GRPGpQd/E+pXPhOmh9GCtOGOHdT3ql7J/Yb8jxL7vYb8vkOfvd+Q2eJ2hKV5IoBA6xSg1wggsAQBM0v+OJuZyc+lpfi51ePnWs9Bp26j3b/RRf4Ip2QtWpDV5f1u1eR3Vsw1I3ed/6ievPGl8F8DvgWp0/YddORv9+OcX+RgiAACCCCAAAIIINBKBBoaGpKeHn744UmdylIFmAEBBFIm4H+DwLvkpSefzyuXy8Vks1mNHzdXl5//rt4fu9BnC18vFPTLYTur+qjOxXGGq0ygTVWlqv99ijbsvWV8H/znRm9d8IDe/8szymQy8vfL3zt/Dz3+fnrjSqXXCQIIIIAAAggggEC6BCpWXndYMwIIIIAAAggggAACCCCAAAIIpF+AHiLQPAEzizOa2RJ/cc0vhN/rmE116GldZfGf9PoTk/T7sx/VvI8/Udoec6fO060/vFMfPvNh7Frg0d6D9lL3Pt2TC/P9lwT8l/E8/ssDFRUV0dDMGpcplnGEAQIIIIAAAggggAACCCCwUgRYKQIIIIAAAggggAACCCCAAAIIpF+AHiKAAAIIIIAAAggggAACCCCAQPoF6OHSBAYMGKBdd901zvbhhx+qvr4+1hkggAACCCCAAAIIIIAAAggg0HIEmtdS//3lCy64IJn5+uuv13/+859knAoCCCCAAAIIIIAAAgh8sYBZ8V4/ZiYzi/cB8vsB+X2B/P5A/t/aHr+P0hprVumIQbuqe+8N4rxmppG/GaMHrx4TyzBRMmnjndbT136zT3K/IV+2tC5fr6/fY2YyM/nDrFh6nSCAQGsUoM8IILA0ATOL502zYunn1FL8XO3xc67nwFO20e7f6KIwZ4iUWZjTlcfepslvz1zaZpb4+p3nPaKn//RyXGdohjpt30FHXrMv5/wlqvEiAggggAACCCCAQBoFRo0alXSrpqYmqVNZmgCvI4BAmgQKhULsjpeefD6vXC4Xk81mNf69ubqiblwoP5H/HMFn/vXFu6j6qM5eJatBoE1VpWr+c4o2PmBrlX5u9M7gBzT+r88ok8nI3zd/D/299Pj76s0slV4nCCCAAAIIIIAAAukRqFhpXWHFCCCAAAIIIIAAAggggAACCCCQfgF6iMAyCJhZnNvMlviLa34h/F7HbKpDTttc/vCvpF9/YpJuOPtRzZ35iU9KReZMmatbf3iHPnj6Q3kfvVN7DdpL3Q7pllyY778c4L+M5/FfGvBfxPOYLbb05QgCCCCAAAIIIIAAAgggsFIFWDkCCCCAAAIIIIAAAggggAACCKRfgB4igAACCCCAAAIIIIAAAggggED6BejhUgX8uu3a2tpkvuHDh8ebciUTqCCAAAIIIIAAAggggAACCCBQ7gLL0L7DDz9cP//5z5MlLrzwQs2c+dX+qFmyMioIIIAAAggggAACCKRYwGzxvX/MbIn3Uqpao52OGLSruvXeQKU/+PLAVc+q9Ni4x3o6+sq9k/sN+b2X/Dsrv+/QZ+83ZLZ4u6XlKRFAoJUK0G0EEGiWgJnJbHH83FqKn2s9fu71HHDKNtrtG13iPQH9nL1oQVZX9LtFk9+a0axtfXamO897VE/96eV4/vf7DHbavoOOumZfzvmfhWIcAQQQQAABBBBAIPUCc+bM0b333hv76ffVrq6ujnUGzRBgFgQQSI2A/6zBO+OlJ5/PK5fLxWSzWY1/b54uqxun98cuVPhhgj91zsU76+AjNvHFyGoUqGhXqYP+eYo2OmDr+L4Uwg963r7gfo3/y9Px9438/fP30t9Tj7+/3txS6XWCAAIIIIAAAgggkA6BipXVDdaLAAIIIIAAAggggAACCCCAAALpF6CHCCyrgJnFRcxsib+45hfC73VMF/X5YTfFJcLgzacm6/dnP6o5M8IX0GrZj7lT5unWH96pD5+dIO9g6J56nbeXuh/SLbkw338poLKyUh7/ZQG/QMlj5nOHxRpL8UAAAQQQQAABBBBAAAEEVrIAq0cAAQQQQAABBBBAAAEEEEAAgfQL0EMEEEAAAQQQQAABBBBAAAEEEEi/AD1snsCAAQO09dZbx5nfeOMN1dfXxzoDBBBAAAEEEEAAAQQQQAABBFqCwLK2cdCgQdp1113jYi+88ILq6upinQECCCCAAAIIIIAAAggsWcBs8T2AzGyJ91KqWrNKR5y3m7Y8YCP5w/yGQ6HSeZeO6vebfZL7Dfk9l/yeQ57P3m/IzMISklmxFA8EEGjVAnQeAQSaL2Bm8fxpViz9HFuKn3M9fg72HHDKNur5zc2T+bOf5HVlv1s16c0Zzd9gmPPO8x7VU39+Ja4nDLThDh101NW9P3XO9/sL+ra9LX5/QY9ZsY1hFWEx84IggAACCCCAAAIIINDiBRoaGjR37tzYj379+qljx46xzmDpAsyBAALpECgUCrEjXnry+bxyuVxMNpvV++/O1aV172n8e59I/uOA8POBgZfsrIMP30Q8ykOgol0bHfyvU7TxQdsU36IwHFv3gMb/+WllMhn5++jvqb+3Hn+fveWl0usEAQQQQAABBBBAoOULVKykLrBaBBBAAAEEEEAAAQQQQAABBBBIvwA9RGC5BMz8G2TJzJb4i2t+Ifxex3RRnx92k8L30/4d9ZtPTdIfzn5Ec6YvVEt9zJk8V7f88A59OGaCvE/et73P21PdarrK++zxC/L9wnzPZy/M936bFQ29ThBAAAEEEEAAAQQQQACBlSzA6hFAAAEEEEAAAQQQQAABBBBAIP0C9BABBBBAAAEEEEAAAQQQQAABBNIvQA+bKbDeeuuptrY2mXv48OFJnQoCCCCAAAIIIIAAAggggAACZS6wzM1bZ511dMEFFyTLXXXVVbrrrruScSoIIIAAAggggAACCCDw5QJmxXsAmdmX3kvJ7yXkWWPNKh15fk9teeDGKoR/nXfpqH5X7RPvN1RVVSW/35Dni+43ZGaxEWbFMo4wQACB1ixA3xFAYBkFzCyeq82Kpd/brxQ//3r8fO3Z7/tba7dvbqbiH2grKLMopyv73aJJb0xv1lZvH/SInvzzy2HecMYvSBtsv66Ourp3POf7+j1+vvdtehsqKiri/RjNim0LC8a2ekkQQAABBBBAAAEEEEiDQENDQ9KN6urqpE5lqQLMgAACKRAo/nxB8ecMXs/n88rlcjGZTEbj3p2rSwe/r/HvLUp6e96lO+ugwzZOxqmUh4C1baMD/3mKNjpom9CgQnxP3627X+P//JT8vcxms/F99ffY4+93mDHO5yVBAAEEEEAAAQQQaPkCFSunC6wVAQQQQAABBBBAAAEEEEAAAQTSL0APEVh+ATOLC5tZvOjcLz73i9BLF6T7Rel+gbqXex7TRX1O76YwqyTTW09P0R/OfkSzpy1QS3vMnjRHt5x+lz4YMzE03eR92uf8PdW9pltyYb732R08buI2HjMLyygsUyzFAwEEEEAAAQQQQAABBBBYJQJsBAEEEEAAAQQQQAABBBBAAAEE0i9ADxFAAAEEEEAAAQQQQAABBBBAIP0C9HBZBPr3769NNtkkLjJmzBjddNNNsc4AAQQQQAABBBBAAAEEEEAAgfIWWL7W9evXT2eddVay8JAhQzR//vxknAoCCCCAAAIIIIAAAgh8uYBZ8V5AZhbvC+T3CfL4fYP8/kF+LyG/j1JVVZWq1qjS0UP21rbVXfTNaw9QlU8L8Xk8Pr8v58t7zIrr9K2bmRcEAQQQkAQCAggsj4CZxXO1WbH0c24pfh72+Dnbs//3t9Hu39o8bKY4by6T11XH3qqJr08P0778efvAR/T0X1/J5BDQAAAQAElEQVRTWCrMZNpwxw7qe3Xv5B6Dvm4/3/u2fNt+vveYhSVCwkIyMy8IAggggAACCCCAAAKpEXjooYeSvtTU1CR1KksT4HUEEGjpAoVCIXbBS08+n1cul4vJZDIa9+48XTp4vMaPWxR+HhBn1fmX7awD+2xUHGFYdgIVbdvowH/9QBtXbx/es/AznPB8r+5+ffDnp+TvaTabje+vv9cef9+9E6XS6wQBBBBAAAEEEECg5QpUrJSms1IEEEAAAQQQQAABBBBAAAEEEEi/AD1E4CsKmIVvJsM6zEx+8bnHL0YvXZjuF6f7hepe7nnMZupzendJxS+s33pmsoaf/Yhmf7QgTGsZzzmT5urmH96lD8dMaGxwQfucv5e6VXdNLsz3vnr/PW7hJh6zxVaNC1MggAACCCCAAAIIIIAAAqtGgK0ggAACCCCAAAIIIIAAAggggED6BeghAggggAACCCCAAAIIIIAAAgikX4AeLpPAZpttptra2mSZ4cOHJ3UqCCCAAAIIIIAAAggggAACCJStwFdo2MCBA7XddtvFNTz99NMaPHhwrDNAAAEEEEAAAQQQQACBpQuYLb43kJl94b2U/D5KVVVVWmONKvW7qLe87vH7DZXy2fsNmS1er3gggAACJQFKBBBYbgEzi3+czaxY+rm3lNL52M/Znv2+v412O2FzFf9AW0G5TE5X9btZE/87/Qu3f9vAR/XUX1+N8/syG+7YQX1/s09yj0Ffp99f0Lfj2/T7C3rMim3xlZqZFwQBBBBAAAEEEEAAgdQIjBkzRq+88krsT69evdSjR49YZ9AMAWZBAIEWLeA/G/AOeOnJ5/PK5XIxmUxG496dp0sGj9f4cZ8o/DAhPAu64LKddOAhG/lipIwFrLJC+//zFG1UvV1438LbF9r6bt19+vDPT8nf22w2G99nf889/v6HWcK8xb+v4XWCAAIIIIAAAggg0DIFKlZGs1knAggggAACCCCAAAIIIIAAAgikX4AeIrAiBMyKF5qb2Rf+4ppfpO4XrHv2+FoXHfqjLaQwr8n09rNTNfzshzV72gKV+2P2xDm6+fS7NOH5SVJov8Kj9/l7qdvBmycX5ntf/cJ8z2cvzA+zh8XMC4IAAggggAACCCCAAAIIrFIBNoYAAggggAACCCCAAAIIIIAAAukXoIcIIIAAAggggAACCCCAAAIIIJB+AXq47AL9+/dX+/bt44IPP/ywbr/99lhngAACCCCAAAIIIIAAAggggEC5CnyVdm2wwQaqq6tLVnHJJZdo5MiRyTgVBBBAAAEEEEAAAQQQWLKAWfHeQGYW7xPkf9DX7yHk8fsJefz+Qn4fpVJ8vBSfz+PLmRXX4Vs0My8IAgggkAhQQQCBryZgZvFcbVYs/fxbSum8XDpX73fyNtr9hM3DBi0mnyvoN/1u1oTXpoXxxc/bzn1UT9/0aphgsjDcqMd66ntVr+Qeg76+0rp9W36+95iZzCwsoaQUDwQQQAABBBBAAAEEUiTQ0NCQ9Ka6ujqpU1m6AHMggEDLFSgUCrHxXnry+bxyuVxMJpPRu+/M1cWDP9AH7y+K8yn8aGDIFbvowEM2Ko4zLHsBa1OhA/71A23SZwd/+0JM79Xdpwl/fkr+Hmez2fh++3vv8f3AO1UqvU4QQAABBBBAAAEEWp5AxUpoMqtEAAEEEEAAAQQQQAABBBBAAIH0C9BDBFaYgFn4djmszcxUUVER4xenN/2lNb9o3S9e73l0F/U5o7uKX1IW9PazUzT8rIc166MFKtfHrAlz9J/T79IHz00MTSzEtvc+fw91O3jz5MJ875/31+N9LzmYLbYJC/NEAAEEEEAAAQQQQAABBFa1ANtDAAEEEEAAAQQQQAABBBBAAIH0C9BDBBBAAAEEEEAAAQQQQAABBBBIvwA9XA6B7bffXrW1tcmSw4cPT+pUEEAAAQQQQAABBBBAAAEEEChDga/cpG9961s69dRT43r85tNDhgyRl3ECAwQQQAABBBBAAAEEEFiqgNniewWZmczsc/dS8vsMNU3T+w2ZFZcxM/nDrFh6nSCAAAKNAhQIILACBMwsnqfNiqXf+6+U0nna73vo2ffkbbX7CZuHrRak8Mzn8vpNv5s14bVpYZp0yzmP6KmbXo2v+WCjHuup71W9knsM+jp8nU3P+X6fQbPitn0lZuYFQQABBBBAAAEEEEAgdQINDQ1Jn2pqapI6laUKMAMCCLRQgeLfTgg/ISgU/xaBX3eTy+XkyWQyevedubpk6AR98P4noYfhBw1hOPSKnbV/9QahxrNFCVSY9v3Hqdr40B1Ds4vv97sX3KsJf35K/l5ns9n4vvs+4Gm6b4QFeCKAAAIIIIAAAgi0QIGKFd9m1ogAAggggAACCCCAAAIIIIAAAukXoIcIrFgBs+KF52YWf2nNL0z3C+H9YnVP6eJ1L3se3UWHnrWl/GFmGjtmqkac9bBmTZ3vk8oqsybO0X/OuFsTXpis0NTQtvCF7AV7qvvBXZML80sX5Xs/vc/ed4/ZYpOwIE8EEEAAAQQQQAABBBBAYDUIsEkEEEAAAQQQQAABBBBAAAEEEEi/AD1EAAEEEEAAAQQQQAABBBBAAIH0C9DD5RXo37+/zIrXdd9111166KGHlndVLIcAAggggAACCCCAAAIIIIDAShZYMasfNGiQunXrFlf26KOPqq6uLtYZIIAAAggggAACCCCAQPMEzIrfLZlZch8lv5eQ31eolNJ9hkrj/nopZouXFw8EEEDgcwJMQACBFSVgZvGaELNiWTove+n3BvT4fQ89vU/eVrv/T/iZmYWth/mVL+jqY27WLec8omf+/l+FFYVIG+/cUUdf1Su5x6Av6+spnfubnu/NfGVhscZSPBBAAAEEEEAAAQQQSJnApEmTdO+998Zebbjhhqquro51Bs0RYB4EEGiJAoVCITbbS08+n1cul4vJZDJ6d+w8XTx0gj4Y/0n4UYL/XMA07MqdtP/BG8TlGLQ8Aasw7fuPU7XJYTvF99R/zDPugns04U9Pyt/zbDYb33/fFzy+X3gvS6XXCQIIIIAAAggggEDLEahY4U1lhQgggAACCCCAAAIIIIAAAgggkH4BeojAShAw8y+cFb+kLF2g7hfB+0XrntJF7F7u3reLDj1zS/mXlJ53xkzRiLMe1sdT5qtcHrMmzNZ/fni3JrwwqbGd0r4X7KHuB22eXJjvF+V7vH/e11K/zRZblEt/aAcCCCCAAAIIIIAAAgi0QgG6jAACCCCAAAIIIIAAAggggAAC6ReghwgggAACCCCAAAIIIIAAAgggkH4BerjcAnvssYdqa2uT5UeMGJHUqSCAAAIIIIAAAggggAACCCBQVgIrqDFdunRRXV1dsrZLLrlEo0ePTsapIIAAAggggAACCCCAwNIFzCzeQ8nnNCvWS/cV8nsMlVKaZlacp+n8XicIIIDA5wSYgAACK1TArHgONiuWpXO0l35/QI/f99Czz4BttNu3u0qFgvzP+fn9D5/6239j3adt1GM9HX3F3sk9Bn0ZX/6L7jFoZrEfZsUyjjBAAAEEEEAAAQQQQCBlAqNGjUp6dOSRR8r/2ziZQGXJAryKAAItTsB/TuCN9tKTz+eVy+ViMpmMxr4zT8MGf6gPxi8KP1sIz/DzhYt/s5P2O2gDX4y0ZIHw8519/nGqNj6sh/+IKP6saFzdPZrwxyfk7302m437ge8THt8/vLul0usEAQQQQAABBBBAoGUIVKzoZrI+BBBAAAEEEEAAAQQQQAABBBBIvwA9RGBlCZgVL0Q3M5V+Qc0vgvcLdDyli9m93K1vFx161lbxl918qXefm6r6sxr08eR5Wt2Pjz+crX+fHr5gfXGyzP+F/uxXt6e6H7R5cmG+X5Tv8f55Sv01s9h8s2IZRxgggAACCCCAAAIIIIAAAqtBgE0igAACCCCAAAIIIIAAAggggED6BeghAggggAACCCCAAAIIIIAAAgikX4AefjWB/v37Jyv4+9//rqeeeioZp4IAAggggAACCCCAAAIIIIBAuQisyHaceOKJqq2tjatcsGCB6urqYp0BAggggAACCCCAAAIILJuAWfH+QWYmsyXH12xmXhAEEEDgSwV4AQEEVryAmX3qPO33BCzF7xPo8fseevY9eTv1/H9byBqbERaN9U126ahjruqV3GPQ5/Xl/N6Jvq6m9xg0Ky5tViwbV0WBAAIIIIAAAggggEDqBBoaGpI+1dTUJHUqSxdgDgQQaFkChUIhNthLTz6fVy6Xi8lkMnrn7bm6aOhEffhBJs5XUWG69Oqdte8BneI4g3QI7POPH6jzUTvHnxVZGI4ffK8m/ukJ+T6QzWbj/uD7hsf3E+91qfQ6QQABBBBAAAEEECh/gYoV3ERWhwACCCCAAAIIIIAAAggggAAC6ReghwisVAEzi+s3M5UuWPeL1/0idk/ponYvd+vbRTVnbqFC4793n5+qEWc1aOakeVpdj48/nK1/nX63Jrw4Wf7lqbdt/7o91P3AzZIL8/2ifI/3y1Pqp9nivq+u9rNdBBBAAAEEEEAAAQQQQKBRgAIBBBBAAAEEEEAAAQQQQAABBNIvQA8RQAABBBBAAAEEEEAAAQQQQCD9AvTwKwocdNBB+uY3v5mspb6+PqlTQQABBBBAAAEEEEAAAQQQQKBMBFZ4MwYOHKiNN944rvfBBx/UsGHDYp0BAggggAACCCCAAAIILJuAmcnM4kJmFutmi0t/waw47nWCAAIILEGAlxBAYCUJmBXPxWbF0u8NWIrfL9BTVVUV7yPY++TttOeJW8WWFMKw867rq99V+8TX/N6IPq/H75no62h6j0EzC0so/veAeCCAAAIIIIAAAgggkHKBkSNHJj2srq5O6lSWKsAMCCDQggT8bxB4c7305PN55XK5mEwmo7ffnqdhQyfqg/GfhNkKqqiQLrmqh3rvv34Y55k2gb1vOlUbH7VL7FYh/ODo/Qvu0cQbH5fvC9lsNu4Xvo94fH/xGUul1wkCCCCAAAIIIIBAeQuE/5xfkQ1kXQgggAACCCCAAAIIIIAAAgggkH4BeojAyhcwW3yBeunCdb+I3S9m95QucPdy976bqc/ZW8vCP2/ZuBc+Uv1ZDZo5ca6PrtLM/GC2/n16+EL1pSlxu2am/ev2ULcDNvvchfneH0+pf2aWLBMrDBBAAAEEEEAAAQQQQACB1SrAxhFAAAEEEEAAAQQQQAABBBBAIP0C9BABBBBAAAEEEEAAAQQQQAABBNIvQA9XhEBtbW2ymuHDh+vVV19NxqkggAACCCCAAAIIIIAAAgggsPoFVnwLttpqKw0ePDhZ8cUXX6xnnnkmGaeCAAIIIIAAAggggAACyyZgZjL74izbmpgbAQRarwA9RwCBlSlg9unztN8j0O956Gnbtq08VVVV8uz7/R20d/9ttM3BnXX81fvGaT7d74vo8/kyvnzTewyaWWy+WbGMIwwQQAABBBBAAAEEKD0PkgAAEABJREFUEEipQENDg8aPHx9716dPH3Xt2jXWGTRHgHkQQKClCBQKhdhULz35fF65XC4mk8norbfm6cKhE/Xhh5n4/UBlZYUuvaqHeu+/flyOQToF9r7pVG3Sd5fwnivE9MHgezXpxsfl+0Q2m437h+8rHt9vFB6lMlR5IoAAAggggAACCJSxQMUKbRsrQwABBBBAAAEEEEAAAQQQQACB9AvQQwRWkYBZ8QJ1M1PpAna/mN0vaveULnL3crejuqjm7C1Veox7Yarqz2rQjAlzS5NWejlz/Cz96/R7NOGlKcm2Dhi8h7ofsJm8jR6/KN/j/fCU+mW2uK/JwlQQQAABBBBAAAEEEEAAgdUpwLYRQAABBBBAAAEEEEAAAQQQQCD9AvQQAQQQQAABBBBAAAEEEEAAAQTSL0APV4hA3759deSRR8Z1+Y216uvrY50BAggggAACCCCAAAIIIIAAAmUhsJIaccopp+iEE06Ia581a5bq6upinQECCCCAAAIIIIAAAggggAACCKwGATaJAAIrXcDM4h9mMyuWfp9Av1+g3/fQ7x/o8fsJVlVV6YAf7KRjhvWW132ax1/3eX0ZX9ZjVlyXN97MvCAIIIAAAggggAACCKReoKGhIeljdXV1UqfSDAFmQQCBFiHgv1fiDfXSk8/nlcvlYjKZjN58c66GDpmgCR9mpIJUWSlddtWO6r3f+r4YSbnAnn89VZscvZt83yiEHWD84Hs0sf4x+b6RzWbjfuL7jMfncY5S6XWCAAIIIIAAAgggUJ4CFSuyWawLAQQQQAABBBBAAAEEEEAAAQTSL0APEViVAmbFC9XNTH4Ru8cvaveL2z2li9293O2ozXTIj7dWfITF3n/pI9141ijN+HBOnLQyBzPHz9a/zrhXE1+ZIoVtWxgcOGRPddu/i7xtHr8o3+Pt93hfPGYmf5gVS68TBBBAAAEEEEAAAQQQQGB1C7B9BBBAAAEEEEAAAQQQQAABBBBIvwA9RAABBBBAAAEEEEAAAQQQQACB9AvQwxUnUFtbm6xs+PDhGjduXDJOBQEEEEAAAQQQQAABBBBAAIHVKbAytz1o0CB16NAhbuLuu+/WlVdeGesMEEAAAQQQQAABBBBAAAEEEEBg1QqwNQQQWDUCZiazxfF7Bfp9A/2+h34fQb+n4BfFX/N5PD6/L2dWXI+33My8IAgggAACCCCAAAIItAqBhoaGpJ81NTVJncrSBZgDAQTKX6BQKMRGeunJ5/PK5XLKZrPKZDJ64825uvDCyZo4MRvnq6qq0GVX9VCv3h3jOIPWIbDHX05R5367y+I/acLgezSp/rG4j/i+4vuM7zse349cpVR6nSCAAAIIIIAAAgiUn0DFCmwSq0IAAQQQQAABBBBAAAEEEEAAgfQL0EMEVrmAmcVtmpn8YnaPX9juF7h7/CJ4v+jdy12P7KKas7eS/Pvv8CX4+y99pBvPGqUZH87VynrMeH+W/nn6PZrw8pTG7UoHDumpbvttKm+Tx9vn8XZ7vA8es8V9W1ntY70IIIAAAggggAACCCCAwHIIsAgCCCCAAAIIIIAAAggggAACCKRfgB4igAACCCCAAAIIIIAAAggggED6BejhChQ44YQTdOCBB8Y1zpkzR/X19bHOAAEEEEAAAQQQQAABBBBAAIHVLLBSN7/jjjtq8ODByTaGDRuml156KRmnggACCCCAAAIIIIAAAggggAACq0SAjSCAwCoUMDOZFeP3C/T4/QP9vocev6eg31/Q43WPv+7xec2Ky5pZbLVZsYwjDBBAAAEEEEAAAQQQSLnAW2+9pcceeyz2cvvtt9c+++wT6wyaJcBMCCBQ5gKFgv/xA8lLTz6fVy6XUzabjXnjzXkaOnSyJkzMxJ5UVVXo0it3UK991ovjDFqXQM8/naKN++0eO+17zoeD79ak+tHKZDJxf/F9x/chj+9PPmOp9DpBAAEEEEAAAQQQKC+BihXXHNaEAAIIIIAAAggggAACCCCAAALpF6CHCKweAbPihetmJr+w3eMXuftF8J7SBfBe7nrUZjrkJ9tIYV5favzL0/THsx7SjA/naEU/po/7WP88415NfHVq2FzYWngeOKSnuu3XRd4Wj1+U7/H2erztHrMwc2iQWbEMVZ4IIIAAAggggAACCCCAQJkI0AwEEEAAAQQQQAABBBBAAAEEEEi/AD1EAAEEEEAAAQQQQAABBBBAAIH0C9DDFS1QW1ubrHL48OGaNm1aMk4FAQQQQAABBBBAAAEEEEAAgdUjsPK3euaZZ+rYY4+NG/roo480ePDgWGeAAAIIIIAAAggggAACCCCAAAKrSoDtIIDAqhYws3hvQTP7wnsf+v0PS/H7C5ZSusegmckfZsXS6wQBBBBAAAEEEEAAgdYgMGrUqKSbhxxySFKn0hwB5kEAgXIWKBQKsXleevL5vHK5nLLZbMzrb8zTkKGTNXFSVhb+rblmG11x1Q7q1Wu9uByD1inQ80+nqPNxe8h/RGRmmjj4Hk0aMVqZTCbuN74P+b7k8f3KlUql1wkCCCCAAAIIIIBA+QhUrLCmsCIEEEAAAQQQQAABBBBAAAEEEEi/AD1EYDUKmFncupl94YXw7dq1U9u2beXlLkd20SE/2UbFr8Ol91/+SH888yFN/2COVtRjxrhZ+ucZ92riq1PjKn1bBw/ZQ9336xLb4O3w9niaXpRfujDfFzIr9snrBAEEEEAAAQQQQAABBBAoGwEaggACCCCAAAIIIIAAAggggAAC6ReghwgggAACCCCAAAIIIIAAAgggkH4BerjCBQYMGKCePXvG9U6aNEn19fWxzgABBBBAAAEEEEAAAQQQQACB1SawijY8aNAgVVVVxa3dfPPNuu6662KdAQIIIIAAAggggAACCCCAAAIIrAIBNoEAAqtFwKx4n0Azk5kl9z/0ewmW7i1YKn2aWXE+s8WleCCAAAIIIIAAAggg0MoEGhoakh7X1NQkdSrNEGAWBBAoW4FCwf8CgeRlPp+XJ5fLKZvNxvz39bkafOFkTZyU8Zm05poVuvyK7bXXXh3Ktk80bNUJ7Hrj97XJcXvG/cf3oYmD79bkEY8qk8nE/cf3Jd+nPP66t6xUep0ggAACCCCAAAIIlIdAxYpqButBAAEEEEAAAQQQQAABBBBAAIH0C9BDBFa3gJnFJphZchG8X/heWVkpT7t27dS2bVt5ufMRXXTIT7eRwiIWBh+8Mk1/OvMhTR8/W1/1MX3cx/rHj+7TpNemyczi6g4e0lPd9t00btu37+3wePs8fmG+x6w4v1mxjAszQAABBBBAAAEEEEAAAQTKSICmIIAAAggggAACCCCAAAIIIIBA+gXoIQIIIIAAAggggAACCCCAAAIIpF+AHq54ATNTbW1tsuLhw4dr4cKFyTgVBBBAAAEEEEAAAQQQQAABBFa1wKra3u67764hQ4Ykmxs2bJjefPPNZJwKAggggAACCCCAAAIIIIAAAgisPAHWjAACq0/ArHi/QDOL9xw0s+QeiH5fQY9ZcZqZyR9mxdLrBAEEEEAAAQQQQACB1iQwd+5cPfDAA7HLfn/u6urqWGfQPAHmQgCB8hQoFAqxYV7m83l5mcvllM1mY/77xjwNHjZVkyZlZeHfOutU6oorttNee3WIyzFAwAV2vfH76vz1vWQW9hKTJg2+W1NGPKpMJhP3I9+nfP/y+D7my5RKrxMEEEAAAQQQQACB1S9QsYKawGoQQAABBBBAAAEEEEAAAQQQQCD9AvQQgbIQMAvfTIaWmFlyAXybNm1UWVkZ4xf3tG3bVl7ufMRmOuSn28YvxP0r8vGvfKQ/nvmQpr0/W8v7mPbex/r76fdp4qtT5ev0L0Crh/RU9303jdv07fr2Pd4uj1+c7zGzuFmzYhlHGCCAAAIIIIAAAggggAAC5SVAaxBAAAEEEEAAAQQQQAABBBBAIP0C9BABBBBAAAEEEEAAAQQQQAABBNIvQA9XksCAAQO07bbbxrW//fbbqq+vj3UGCCCAAAIIIIAAAggggAACCKwGgVW6yZ/97Gc68sgj4zY//PBD1dXVxToDBBBAAAEEEEAAAQQQQAABBBBYqQKsHAEEVrOAmcU/zubNMCvWzT5dNn3N6wQBBBBAAAEEEEAAgdYo0NDQoI8//jh2vW/fvurYsWOsM2iWADMhgEAZCvjfH/BmeZnP5+PfOsjlcspmszGvvT5PdRdO1aTJWZ9Na6/TRldcsZ323LNDHGeAQFOBXeq/r42/sVec5H/fYuLguzT5D48ok8nE/cn3Ld/PSvEZfd/zkiCAAAIIIIAAAgisfoGKFdME1oIAAggggAACCCCAAAIIIIAAAukXoIcIlI+AmcXGmJkqKipi2rRpo8rKyph27dqpbdu28nKnw7vokJ9tK5NkZprw2jT96cwH9dG4WVrWx7T3PtY/zrhPk1+fFtfl66y5cA9123fTuC3fnm/X4+3xlNpn5nMrLiceCCCAAAIIIIAAAggggEDZCtAwBBBAAAEEEEAAAQQQQAABBBBIvwA9RAABBBBAAAEEEEAAAQQQQACB9AvQw5Ul0L59e/Xv3z9Z/YgRI5I6FQQQQAABBBBAAAEEEEAAAQRWrcCq39rAgQOTjf7tb39TfX19Mk4FAQQQQAABBBBAAAEEEEAAAQRWhgDrRACBchEws3gfQTNLmmRmn5uWvEgFAQQQQAABBBBAAIFWJjBq1KikxzU1NUmdSnMEmAcBBMpNoFAoxCZ5mc/n5WUul1M2m4159b9zVTdsqiZNzir8dEDt21fqqiu20x49143LMUDgiwR2GfF9bfKtXgo/UpLvN1OG3q0pwx9RJpOJ+5XvY6X9rVT6vvdF62IaAggggAACCCCAwKoVqFghm2MlCCCAAAIIIIAAAggggAACCCCQfgF6iECZCZhZbJGZqaKiIqZNmzaqrKyMadeundq2bSsvdzp8M1X/dFuFb8j9qQmvTdOfz3xQH703S819fPTux/r7Gfdp0uvTwjoKMTVDe6rbPp3jNnw7vj2Pt8NTapeZxc2YFcs4wgABBBBAAAEEEEAAAQQQKEcB2oQAAggggAACCCCAAAIIIIAAAukXoIcIIIAAAggggAACCCCAAAIIIJB+AXq4UgX69++vLl26xG08//zz+vOf/xzrDBBAAAEEEEAAAQQQQAABBBBYpQKrYWO9e/fWkCFDki0PHTpU48aNS8apIIAAAggggAACCCCAAAIIIIDAChZgdQggUJYCZiYzK8u20SgEEEAAAQQQQAABBFaXQENDQ7Lp6urqpE6lGQLMggACZSVQKBRie7zM5/Px7xHkcjlls9mYV16bqwuGTdOkydkwX0HrrttGV12+jXru3j6M80RgyQI7/eFkbfKtfVTwf2Ffmzz4Lk35w8PKZDJx//J9rbTf+T5YypLXyqsIIIAAAggggAACK1ugYkVsgHUggAACCCCAAAIIIIAAAggggED6BeghAuUoYFa88N3MVI0MR3oAABAASURBVFFREdOmTRtVVlbGtGvXTqXsdMRmqvnZdo0Xy5smvj5Dfz7zQU1992Mt7fHR2Jn6+4/u1+TXp4dZLa6jz7A91K1352T9bdu2lce37ym1x8zCMorLiAcCCCCAAAIIIIAAAgggUOYCNA8BBBBAAAEEEEAAAQQQQAABBNIvQA8RQAABBBBAAAEEEEAAAQQQQCD9AvRw5Qp07txZtbW1yUZGjBiR1KkggAACCCCAAAIIIIAAAgggsKoEVtd2zjnnHJX+WMO7776rwYMHr66msF0EEEAAAQQQQAABBBBAAAEEUi9ABxFAAAEEEEAAAQQQQAABBBBoCQLPPfecXnrppdjUXr16qUePHrHOoHkCzIUAAuUjUCgUYmO8zOfz8jKXyymbzca88to8XXDRdE2emo1/d2C9DpX6zeXbqufu68blGCDQHIEefzhZnb/dO+5D/mcspgy5S1N+36BMJhP3M9/nSvuf74OlNGfdzIMAAggggAACCCCwcgQqVsBqWQUCCCCAAAIIIIAAAggggAACCKRfgB4iULYCZhbbZmaqqKiIadOmjSorK2Patm2rdu3axfQ4fDPV/Gw7SYX4pfnE16fpLz96UB+9+3GY9sXPj8bO1E1n3K/JYV7/gtOXPWTo7uraa5O4Tl+3b8Pj2/WU2mFmcaVmxTKOMEAAAQQQQAABBBBAAAEEyleAliGAAAIIIIAAAggggAACCCCAQPoF6CECCCCAAAIIIIAAAggggAACCKRfgB6uAoH+/furQ4cOcUuPPvqobrnlllhngAACCCCAAAIIIIAAAggggMAqElitmxk0aFCy/fr6et10003JOBUEEEAAAQQQQAABBBBAAAEEEFhhAqwIAQQQQAABBBBAAAEEEEAAgRYh0NDQkLSzuro6qVNplgAzIYBAmQgU/waB4t8vyOfz8uRyOWWz2ZiXX52r84Z9pMlTs2Emab31KvWby7fVbruuUyY9oBktSWDH35+sTb6zb9jfiq2eOvQuTf19gzKZTNzffN/zfdD3y6Ypzs0QAQQQQAABBBBAYFULVHz1DbIGBBBAAAEEEEAAAQQQQAABBBBIvwA9RKC8BcwsNtDMVFFREdOmTRtVVlbGtG3bVu3atYvZ8bAuqvn59rLwTyGT3pyhv5z5oKaO/ViffUx9Z6b+9qMHNCXME18L6z90WE9126dzXJev09ft8e15Sts3s8ZFimUcYYAAAggggAACCCCAAAIIlLUAjUMAAQQQQAABBBBAAAEEEEAAgfQL0EMEEEAAAQQQQAABBBBAAAEEEEi/AD1cFQLbbLONamtrk02NGDEiqVNBAAEEEEAAAQQQQAABBBBAYOULrN4tHHzwwTr33HOTRgwZMkSTJ09OxqkggAACCCCAAAIIIIAAAggggMCKEGAdCCCAAAIIIIAAAggggAACCLQMgVGjRiUNrampSepUmiPAPAggUA4ChUIhNsPLfD6vUrLZrDwvvzZP5188Q1M+ysv/6kCn9St19WVba7dd1onLMUBgeQR2+N1J6vzd/eI+ZWH40dC79NHvG5TJZOJ+l8vl4r7o+2XTLM+2WAYBBBBAAAEEEEDgqwlUfLXFJbECBBBAAAEEEEAAAQQQQAABBBBIvwA9RKAFCJhZbKWZqaKiIqZNmzaqrKyMadu2rdq1axez42GbqeYX26v4KGji69P11x+N1NR3ZhYnheGUt2foph/dr8lvTA9jxS/eDxvWU1333iSuw9fl6/T4djyl7ZpZWEYyK5bigQACCCCAAAIIIIAAAgi0BAHaiAACCCCAAAIIIIAAAggggAAC6ReghwgggAACCCCAAAIIIIAAAgggkH4BerjKBAYMGBCvVfcN3nPPPXrggQe8ShBAAAEEEEAAAQQQQAABBBBY+QJlsIVBgwZp3333jS154403VFdXF+sMEEAAAQQQQAABBBBAAAEEEEBgBQmwGgQQQAABBBBAAAEEEEAAAQRagMCkSZN03333xZZ27txZ1dXVsc6gmQLMhgACq12gUCj+DQIv8/m8Sslms/K89Np8DRw2XZOnZkNbC+rUqa2uvnwb7brzOmGcJwJfTWD760/SJt/dXwX/F/bFqUPu1NQbRimTycT9L5fLxX3S98+m+WpbZWkEEEAAAQQQQACBZRWoWNYFPjs/4wgggAACCCCAAAIIIIAAAgggkH4BeohASxEws9hUM1NFRUVMmzZt4k0VKysr1bZtW7Vr1y5mh0O7qOYX20syhdk16a0Z+uuZIzXlnZma+vZM/e1Hof7WTH9ZkumwYT3Vde+N47K+Dl+Xx9fvKW3PzOQPs2LpdYIAAggggAACCCCAAAIItAQB2ogAAggggAACCCCAAAIIIIAAAukXoIcIIIAAAggggAACCCCAAAIIIJB+AXq46gR222031dbWJhscMWJEUqeCAAIIIIAAAggggAACCCCAwMoUKId1++9ZDxw4MGnK9ddfr//85z/JOBUEEEAAAQQQQAABBBBAAAEEEPhqAiyNAAIIIIAAAggggAACCCCAQEsQaGhokP9BYm/roYceGu8F7nXSPAHmQgCB1StQOn55mc/nVUo2m5XnxVfna+CwaZo6LScz04YbtNU1l26lXXqsvXobztZTJbDd9Sdpk+8dEPexsJtp+tA79dENo5TJZOJ+mMvl4r7p+2nTpAqBzqwwgab7CPVC/O9UHHBgHyivfWCFHfBa4YrYl1fMvry8u07F8i7YuBwFAggggAACCCCAAAIIIIAAAgikX4AeItCiBMwsttfMVFFREdOmTZt44U9lZaX8ZhLt2rWTZ4dDN1PN/20fvniRfDDpzRn66xkP6K8/ekCT354RpxUK0uEX7a5uvTaJy/hyvg6Pr9dT2o6ZhRUpfkEqHggggAACCCCAAAIIIIBAyxKgtQgggAACCCCAAAIIIIAAAgggkH4BeogAAggggAACCCCAAAIIIIAAAukXoIerWKB///7JFv/1r3/p8ccfT8apIIAAAggggAACCCCAAAIIILCSBMpmtUcccYR+/vOfJ+0ZMmSIZs6cmYxTQQABBBBAAAEEEEAAAQQQQACB5RZgQQQQQAABBBBAAAEEEEAAAQRahMCoUaOSdtbU1CR1Ks0SYCYEEFiNAgX/AwRh+17m83mVks1m5XnhlXk6d9g0TZ2WlwrSRhu21W8v3Uo791g7LMUTgRUrsN11J2nj7x3gfy7DdzdNG3qnpt3wkDKZTNwfc7lc3Ed9f22aFdsK1tbSBJruC9QL4fND2A/YB1riPtDSjr2rqr0t8b1syW1uzvta0ZyZvnweXkEAAQQQQAABBBBAAAEEEEAAgfQL0EMEWp6AmcVGm5kqKipi2rRpo8rKypi2bduqXbt2Mdv32UyH/GpHKcxrkqa+PVNT3p4hrytMO+qSPdRt701UWsZLj6/PU1q/WVwiLFIsw6p4IoAAAggggAACCCCAAAItSICmIoAAAggggAACCCCAAAIIIIBA+gXoIQIIIIAAAggggAACCCCAAAIIpF+AHq5qgf33318nnHBCstn6+vqkTgUBBBBAAAEEEEAAAQQQQACBlSNQXmsdOHCgevbsGRv10ksvqa6uLtYZIIAAAggggAACCCCAAAIIIIDAVxFgWQQQQAABBBBAAAEEEEAAAQRahsCoUaOShlZXVyd1Ks0RYB4EEFhdAoVCIW7ay3w+r1Ky2aw8L7w6XwMvnqlp0wvyvzqwycZt9dtLt9ROO64dl2OAwMoQ2Pa6k7RJ7UFhn7MQafrQOzXtdw8qk8nE/TKXy8V91ffbplkZbWGd5S1Qev+9laV66ThWGqcsCAMM2AfKcx/w49UXvTd+TCNFAffxmpceN/N4nXz1/dotPSXLkrWXS0rFkl5c6mvMgAACCCCAAAIIIIAAAggggAAC6Reghwi0UAEziy03M1VUVMS0adNGlZWVMW3btlW7du1UVVWl7ftspkN+1UMFKSYUsTzy4p7qutfGcT6f15fx+Ho8pfWamS8is2IZRxgggAACCCCAAAIIIIAAAi1JgLYigAACCCCAAAIIIIAAAggggED6BeghAggggAACCCCAAAIIIIAAAgikX4AerhaB/v37J9utr6+X/7HDZAIVBBBAAAEEEEAAAQQQQAABBFa0QJmtr3379ho0aFDSqquuukp33XVXMk4FAQQQQAABBBBAAAEEEEAAAQSWQ4BFEEAAAQQQQAABBBBAAAEEEGgBAg8//LDee++92NI+ffqoa9eusc6gmQLMhgACq0WgUPC/RiB5mc/nVUo2m5Xn+Vfm69cXTtfUaTkVwr/OG7fTtZduqR7br7Va2stGW5fANtcO0Ma1B4Y9L+x9YVedPvROTbv+QWUymbh/5nK5uM/6/ts0rUupdffW33cX8LKU0nHMS99HSE4YYMA+UL77QOlY5WXpOFY6rnnZmlPyaFq6Uyns1ytmvy55etnUulT/sn2w4steaM505kEAAQQQQAABBBBAAAEEEEAAgfQL0EMEWrKAmcXmm5kqKipi2rRpo8rKSrVt2zamXbt2qqqq0o6HddWh5+6iMKv8cczle2uLXp3lr5fiy/jyntL6zMxnD8sVyzjCAAEEEEAAAQQQQAABBBBoYQI0FwEEEEAAAQQQQAABBBBAAAEE0i9ADxFAAAEEEEAAAQQQQAABBBBAIP0C9HD1CBxxxBE6+uijk43X19cndSoIIIAAAggggAACCCCAAAIIrGiBclxfv379dOaZZyZNq6ur0/z585NxKggggAACCCCAAAIIIIAAAgggsGwCzI0AAggggAACCCCAAAIIIIBASxBoaGhImllTU5PUqTRPgLkQQGDVCxQKhbhRL/P5vErJZrPyPPfyfP36ohmaNrMg//MDXTq307WXbqEdt1srLscAgVUhsPW1J2nj/gfHfdDMNOPCOzXtupHKZDJxP83lcnHf9f24aVZF29jG6hXw99tb4KXHj2G+P5Tix7FSfH8hmfi5wQEH9oHy2AdKxycv/bjlxzCPH888peObl60xTQ287jYet/K4Wyns08u3T5f8vHRTjxt73Nzj+16p9HrTVDQdWcY6syOAAAIIIIAAAggggAACCCCAQPoF6CECLV7AzGIfzEwVFRUxbdq0kadt27bytGvXTp4eh3fTEef31KHn7KYtenVWVVVVnO7zVFZWyuPLldZjtnjd4oEAAggggAACCCCAAAIItFwBWo4AAggggAACCCCAAAIIIIAAAukXoIcIIIAAAggggAACCCCAAAIIIJB+AXq4GgVqa2uTrQ8fPlxjx45NxqkggAACCCCAAAIIIIAAAgggsAIFynZVgwYN0o477hjb9+yzz2rw4MGxzgABBBBAAAEEEEAAAQQQQAABBJZZgAUQQAABBBBAAAEEEEAAAQQQaBECo0aNStpZXV2d1Kk0S4CZEEBgFQsUCoW4RS/z+bxKyWaz8ox5aZ5+fdFMTZsR5gvPLp3b6bpLttAO264Zl2OAwKoU2PpIPH04AAAQAElEQVS3J2mj/gfL91epoJnD7tT06x5QJpOJ+2sul4v7sL/eNKuyjWxr9Qg0fb/9ODZlRlaTp2c0adqiJBM/+iTWvSxlkk9bahZq0kefz+Qw7atkykcLtEyZGuZvzNRQfnnma+rUJeej8PqyZ54+mlrMtFB+lUwPyxczV9OnNmZKKJuRGWGepWeOZkz54swM05c3H0+ZreXO5Nma9YWZFaY3L7Mnz1Lz83GYd3HmTP5YXyVzw/LFzNTcyV+QSWHal2RemL70zNC8SV+c+WH68me6Fkz6alkYll84cboWZ1qoNy+fTJymJWVRWLe/7uWiSdOUmTw9Jjdjdjyf+fHMj29+ZC2VXm9t8b6X4iZ+fPeUjvGT/VgfjuXFsni8/uzx+XPH2+Q4uvh4+fnj4jx99lg33Y9f4Tg0vTGfPh4VjzufPcZ87riRHAtmJZ//T3+2P46f389+ZpPPYPhMzW3MvFAWU/z8zP/M52VB2Mc+m+K+PC3ux5+E1xfvg9O1KIxnp8yQx61L7l5+2X5X8WUvLH06cyCAAAIIIIAAAggggAACCCCAQPoF6CEC6RAws9gRM1NFRUVMmzZtVFlZqbZt28ZUVVXJs9MRW2jXY7ZWu3btkvg8Pm9pWS/NTP4wK5ZeJwgggAACCCCAAAIIIIBAyxSg1QgggAACCCCAAAIIIIAAAgggkH4BeogAAggggAACCCCAAAIIIIAAAukXoIerU+Ab3/iGDj744NiE+fPnq76+PtYZIIAAAggggAACCCCAAAIIILBiBcp3bRtssIHOO++8pIEXXXSRRo4cmYxTQQABBBBAAAEEEEAAAQQQQACB5gowHwIIIIAAAggggAACCCCAAALlL/DWW2/pscceiw3dcccdtc8++8Q6g+YKMB8CCKxKgUKhEDfnZT6fVynZbFaeMS/N168unqVpHxfkf3aga5d2uv6SLbT9NmvG5RggsDoEtvrtSdrkpBpZ/Cd9POxOzbhupDKZTNxvc7lc3Jd9v26a1dFWtrnyBfw9Lm3F634c833gsn8vUvfvLdSWtYu0dci2/RdpuwEZ7TBgkXYMZY9Q7jTgExWzUDsPWKhd+i/QrjHztVv/+dq9dp56NmaPUO554lztdeKcmL1PnK29T5ylXiH7fO9j9Y6ZqX2/N1P7fXeG9o+ZrgO+O10H/r9pOijmIx38/6aq+jtTVfOdKSFTdUgoD/nOZPUJOfR/JumwmIk6/H8m6ohvT9CRMR/qqG9/qL7f/kBHx4wP5fv62rff1zHfHqdjTnhPx8a8q+NOeFfHf+tdfT1mrL7xrbH65jff0bdi3tYJ33xb3/7GWyFvxvzPN97Qd77xuv5fyHe//l99L+Y1nfj111R7/KvqH/OKBhz/ik467hWdHPNyKF/S9497Sacc96JOOfYFnRryg2Of12khP+z3nE6PGaMz+o3Rj455VmfGPKOzjnlGZ3/t6ZCnYn78taf0k689qZ+G/O/XntDPYh7Xz7/2uH5x9GP6v5jR+uXRo/Wrvo/q1yG/6vtIKB/WOX0f1rl9G3TuUQ0aeNQoDTrqIZ3nOfJBnX/kQ7oglHUhg48YqSExD2joESGH368LD78vZtjh9+qikIsPv0cXH3aPLjnsbl162F26LOTyQ+/UFTF36MpD79BVfW4PKZa/CfWr+9yma/rcqmsOuVW/PeQWXRty3SE367qa/+j6kN/V/Fs3hPy++l/6g6fmn/pDyPDqf2hEzN9VX/033Vj9d/0xlH88+G/608E36c8H/1V/8Rz0F90U82f97aA/6+8H/qkxf9Q/Dvyj/nngjfqX54B6/fuAEfpPyM0HDNfN+/9Bt4TcGnKbZ7/f6/aYG3THfjfozn1/p7tirtfd+16ve/a9Tvfue63u7X2t7uv9W93f+xo94Nnnao0MeXCf3+ghT6+rNKoxDaF8uNeVesSz9xV6dO/LNbrX5Xqs12V6bO9L9XjIE3tfoic9e12sJ0Oe2usiPe3Zc5iejblQY/a8UM/tOVTP7zlEz+8xVC/sMUQvhry0x2C91LNOL4e80vMCxex+vl6LOU//3f08vb77IL3h2W2g3gx5a7dz9fZu5+jtXc/RO7v+WmND3t31V3p3l2Le2+WXGufZ+f/0fsj4nX+hD0I+3PnnmuDZ6WeauNP/alLI5J1+qsk9fqopPX6iqT1+3Jiz9VGPszWtx1maHsoZoZzp2fFMfRwya8cfabZnhzM0Z4fTNTdk3g4/1NztT9O8kPnb/0ALPNudqoUhn2x3ihaFfLLtycqELNp6gBZtNUCfbHGiFnT7rvw45vHjWilqhQ/ve6nbXi8d42+4a1E8xm914ifarnahdqxdoJ1r52u3cJzes3ZuOD7Plh+b/Xh84HenxWNvTTje+nH2iP+ZEI6pH8RjaL9w7Dz+W++FY+U78fjox8Tvfv11nRiOfX7c8+Pcqce+qNP6PR+PZ34M8+OWH7N+Ho5TxWPTI/E45McfP+4MCccZP8b4ccWPJ1c0Hj/8eHFtzc3yY4MfC/w4cGP43P85fO5vavyM/zN8nv2zfOv+w8Pn9ffx83pP+IzeHz6bD4bP40ONnz3/vD0RPmdPhc/WM3sNi58j/+y8HD4zr/Y8P34+3gyfCf8s+GdgXNjnPwj7ue/jxf367Lgff+z77Pana852P9C8bU/RgrAffrJlbdwHP/nbqLgfurnbN30fSvVSWVGqLHPJAggggAACCCCAAAIIIIAAAgggkH4BeohAigTMLPbGzFRRUZGkTZs2atu2bUy7du3UND69srJSHp/P48uamfxhViy9ThBAAAEEEEAAAQQQQACBFitAwxFAAAEEEEAAAQQQQAABBBBAIP0C9BABBBBAAAEEEEAAAQQQQAABBNIvQA9Xu0BtbW3ShhEjRmjKlCnJOBUEEEAAAQQQQAABBBBAAAEEVohAma/kW9/6lk499dSklYMHD443mU4mUEEAAQQQQAABBBBAAAEEEEAAgaULMAcCCCCAAAIIIIAAAggggAACLUCgoaEhaWV1dXVSp9JMAWZDAIFVJlAoFOK2vMzn8/FaFi+z2aw8z7w0X/930UxNn5mXwrxdu7TTdZd013ZbrxGXY4DA6hTY4poB2ujkat81Y2ZeeLumX3u/MplM3H9zuVzcp33/bprV2Wa2vfIEmr7Hfhzz9z8Xjmu+xfhXU3xgJvMJPvRKGFdjTP4vvBjHFcdM4eGDkPAM00rjFus+LEVxuWRMxfFQyKdJoYgxKVTDMDwVl5G8NBX/qXFa41h8TRYKyYviIBkPFSlMN5lZqJhK/xTHwyT5FCkUMSbFahyEecJTZqWpofR6iMn/SQp1WSgkL4qDZDxU5A+TWWMUyhCFcZnC00KkOLCkaKyY4mw+kEker3tC3afI66Fi8n9SKGJMClUfKjxMcTYfKNQ9oR6eXgvxWUxeCUMvYl1hhvAMhU9VeFioK8QkeSTFGUIhC/8kJeOhqtIjvGYKL4WB/GGxbhZKecK0UA/V8CyN+zQpTvaB/BFeM4VpYaBizELpCeOh5i+GxGeYouThs5jFOcI0k1kxkkkhZqbwVBiGSHFgoWiM4sMU5/GBLEwxmRUjmeIjjHvVxzxxWhjEyT4IdYUZzExmJqkYM1N4KgxDwtTiiGJhanxY47g1GbcwzcK4R8V6rMaBSo/lWU9xGQvrLK1FsW5mKj6sybiFSRbGPaEq80FIsfRFPGFCfHrdrPiawrxmJjOTVIyZKTzDaLE0FR8+zVMck/w45sczjx/jStOb1kvT0l56n0txj2hTCP996h0vAYa6WRgJT8nCvzD81HiYFsdNCq+ax8dDWXz6FIWHKY6H10JNiiNhGEbCU/ERKuFlf6U4GkbCM4xbiGRmYaDwMJkP43isyczk/xSG8RnHFR6mT49LxfFYKD58Fk8cCQNfNo6HQRhVGFes+sBkZmFqSCjNTP5PYSive+QPk/z5mXGFR2Idzqclfy/DS597VnxuSjMnMBsCCCCAAAIIIIAAAggggAACCKRfgB4ikDYBs/ATtdApM1NFRYXatGkTU1lZKU/btm3VND7N4/N6zExmJn+YFUuvEwQQQAABBBBAAAEEEECgJQvQdgQQQAABBBBAAAEEEEAAAQQQSL8APUQAAQQQQAABBBBAAAEEEEAAgfQL0MPVL9C/f3/ttddesSFTpkxRfX19rDNAAAEEEEAAAQQQQAABBBBAYEUJtIT1DBo0SFtuuWVs6ujRo1VXVxfrDBBAAAEEEEAAAQQQQAABBBBAoHkCzIUAAggggAACCCCAAAIIIIBASxBoaGhImllTU5PUqTRPgLkQQGDVCBQKhbghL/P5vErJZrPyPP3ifP3q4lmaMUvyPzvQffMq/e6S7tpuqzXEA4FyEdji6pO00fdr4j5qMs0adqdmXHu/MplM3I9zuVzct30/b5pyaT/t+OoC/r6W1uJ1P5b5++4phGObv+ZHuw3WNXk6dTB5vO7pFKZ71g/T1+9QIa93WrdCi8crwrSKMF5MJ58nxOctpaOP+zIhXu/YoY3WD/X1122jjuG1jj7eGK971g/jXnaM87TRemF8vcZ5O3aobBxvE5YvZr3Gaf6aL7feemGe9fy1SnWIy4bxUHYI83UI09cLdV/G6x183jC9OB7mbxyP84bpsQzTfL5YD9PWDePrrtc2rDvM36GtvO7p4NNCvO7xcS/X9XlC2ofXPHHaeu3k9fahXLcxXvf4eOm1LyvXCcv4vJ51OraTp/16VWGdxXpp3OdLEuZbO6Q4XiWvr92xSovHfZqPF8u1w/piwjw+X6z7tDi+Rlje51tDa4XxtTqu0WR8jTCtSdYLdU+Yx+crZc0wvmbHNZN51/Tx9dfUmmHaml5vbhmWWSNkzTj/mvJ6TBhfo2nCPJ+a/qnxtVQVxqvW97IxHUPpKU3zuqc0/qly7bB8mH/9tdWuWVnrc/O17bS2YsLybWPW0ZeWPu/6ja97vVNj3ac1jleGaTFhWqVnSeOl1zq1V5tQb+NlWKbN+j6+LFk3LO/zr6uKsI6KTl5+UdqH1316k3KDML5Be1lYxuPLemmdOjRO6yCttYb8mKXw8P8e82OZH9f8+OYJk1vVs2mfve4WbuLJh3N8xAhgG4TjZyfPuhaP2Z06mNYPx8H1G4/F64fXOsb4cbOY4nGyjdaLx0w/1oWEY18HT5Pj4LrhuOZpH8r2TY5LXl+ncdzLdeKxo53WCceLtcP04njjMcRf84TP/VqlrL9GPDasGcbXDJ/NmNLnOYwXP8trqepTn8m1P/O5WqvxM7R2KNcJWVxWhs9J089Fm9J+H/bbNo3xfdjrFZ3WjfurxX10XZV2wpK3l+7vUeOjad0nVfhgOcIiCCCAAAIIIIAAAggggAACCCCQfgF6iEAqBcws9svMZGaqqKiIadOmjTyVlZXyeN1Tet2sOL/Cw8zCkCcCCCCAAAIIIIAAAgggkAoBOoEAAggggAACCCCAAAIIIIAAAukXoIcIeXyK3QAAEABJREFUIIAAAggggAACCCCAAAIIIJB+AXpYJgK1tbVJS0aMGKF58+Yl41QQQAABBBBAAAEEEEAAAQQQ+IoCLWLxLl266LzzzkvaOmzYMI0ePToZp4IAAggggAACCCCAAAIIIIAAAksU4EUEEEAAAQQQQAABBBBAAAEEyl7Ar5F+8MEHYzvXWmstVVdXxzqDZgswIwIIrAKBQqEQt+JlPp9XKdlsVp6nX5yvX14yW9M/zof5Cuq+eTvdcHE3bbNFVRjniUB5CWxx9Una8ORDVAj/FDJr2B2aee39ymQycX/O5XJxH/f9vWnKqxe0ZkUINH1/4/veeKzzv57yv99aS1Nu3SBkQ02+dUNNum0jTYzZWBNu82yiD2/bRB/c3lnjYzbV+7dvqnF3dNF7MZvp3Ts209g7Ntc7nju76u2Qt+7sJs+bd3XXGzFb6PW7ttB/795Sr8VspVfv3kqv3L21Xvbcs41eCnnxnm3leeHe7fT8PSH3bq/n7t1BY0Ke9dy3o565r4eeDnnqvp301P076cn7d9YTIY/fv4s8j92/q0Y/4NlNjz6wmx55YHc9MnJ3PfxATzWM3EOjYvbUQyP31IMP7qWRMXvrgQf31v0P9Yq576F9dG9Mb93zUG/dPWpf3RWzn+4ctZ/uaNhft8ccoNsaDtCtDQfqFs/DB+nmkP88fLA8/36kWv+KqdE/H6nRPx45RH/3PNpHfwu56dFD9VfP6MP0l5A/jz5cfx59hP4U8sfRR+qPjx2pGx87SvUhIx7rqxGP99Xwx4/WH0J+//jX5Lnh8WP0uyeO0fVP9As5Vtc9cayufdJznH775PG6JubruvrJr+s3T31DV8V8U1c+9U1d8fS3dHnMCbrs6RN06TPf1qVPf1uXPPM/ujjmO7rome9o2LP/TxfGfFdDn/2uhjz7PQ32jDlRdSEXjKnV+Z7n+uu8mAEa9NwADXz+JJ0bc7LOef5k/fr57+tXnhdO0S9D/u+FU/WLF36gX7z4A/08lD9/8TT97MUf6n9Dfvri6frpS6frJy+doR+HnP3Sj3T2yz/SWS+fqTNDfvTyWfKc8fLZOv2Vs/XDV34c8hOd9krIqz/VD0JOffV/dUrMz/T9V3+mk1/7uU6K+YUGvPYL9f/v/6k25pc68b+eX+l7//2Vvvv6r/X/Ys7Rd14/R//zxrn6dsxAnfDGQH3rjUH6pufN8/SNkK+/eb6O97x1gY6LqdOxb9Wp31uDdYzn7SH6WsjRbw9V37cvVN93LtRRIUe+M0xHvHNRzOHvXKzDx16sw8ZeokND+oy9VH3evVSHvHuZakKq371c1e9droPfvUIHvXeFDnzvypCrdMB7V2n/cb/RfjFXa99xnmvUe9w12uf936pXzLXa+/1rtdf467RnzPXaY/z16vnB77T7+JAPbtBuMb/Xrh/8Xrt8+AftHDNcO304XD0+HKEdPRPqtUPI9hNu1HaeiX/UtiHbTPyTtvZM+rO2ivmLtpz0F20x6a/q7pl8k7qFdJ38N20++e/afMrftdmUf6hLyKZT/ilP5yn/Uuep/9ImU/+tjUM2mvofbfTRf7ThRzdrgxCZ/Cl/xONY+O+0psc2r/trrTHe91KiTeMx3sG+f/Ra8mO5H7/9uO3H6rfDMfqNu7rH47Efg18Kx10/3vpx9ulwbPVjqh9HHw3HzoaRPfXQg3vG46MfF/1YeOeo/eXHvVvCse7fD1eHY9sh8uPZX8MxzI9dfrzy49QNjcel3z55XDz++DHn8nCc8eOLH1f8WDI4HD/OD8eMgeF44ccIPy74MeF/wzHAP/tnhc+9f8798/2D8Jn+fvgcnxQ+u/65/d7rv4qfz2+Hz6R/Hv1z6J+7Y8JnzT9nR75zUfg8XRw/R9Xh83NQ+Mz4Z2Xf8Nnwz4V/HnqG/X+3sM/7/t5jwgj5vr1N2Je3Cvtv98Z91vdT3z/XPOFguanCw509pf9XCJO+9Fnxpa8s8QVeRAABBBBAAAEEEEAAAQQQQACB9AvQQwTSK2AWfqIbumdmMjNVVFTEtGnTRk1Tmm5WnE/hYWZhyBMBBBBAAAEEEEAAAQQQSIsA/UAAAQQQQAABBBBAAAEEEEAAgfQL0EMEEEAAAQQQQAABBBBAAAEEEEi/AD0sF4EBAwZohx12iM0ZO3as6uvrY50BAggggAACCCCAAAIIIIAAAl9doOWs4cQTT1RtbW1s8KJFi1RXVxfrDBBAAAEEEEAAAQQQQAABBBBAYGkCvI4AAggggAACCCCAAAIIIIBA+QuMGjVK06dPjw09/PDD1bFjx1hn0FwB5kMAgZUtUCgU4ia8zOfzKiWbzcrz1Avz9X+XzNHMWfn4dwq26raGbri4m7beoiouxwCBchTofvVJ2vjUQ2XxnzR72B36+Nr7lclk4n6dy+Xivu77fdOUY19o0/IJ+PvqS3pZOq4VwjEuTguD4pEvVHgigAAC5SzQ5GCVHMvCf7v5sa1psz873vS1NNZL/fWy5JLP5YtdjWZxUBxn+JUEwu4mNXKWvL30lXrp8fpnU/HZCc0aZyYEEEAAAQQQQAABBBBAAAEEEEi/AD1EIOUCZhZ7aGYyM1VUVMTSrDhu9ulpCg8zC0OeCCCAAAIIIIAAAggggECKBOgKAggggAACCCCAAAIIIIAAAgikX4AeIoAAAggggAACCCCAAAIIIIBA+gXoYdkIrLXWWskfOPRGjRgxwguCAAIIIIAAAggggAACCCCAwFcXaGFrGDhwoDbddNPY6gcffFAXXXRRrDNAAAEEEEAAAQQQQAABBBBAAIElCPASAggggAACCCCAAAIIIIAAAi1AoKGhIWllTU1NUqfSTAFmQwCBlSpQKBTi+r3M5/MqJZvNyvPkC/P1i0tma8asvHzWrbq10+8v7qqtu1fF5RggUM4CXa8aoA1O6RP3Xd/HZ114mz7+7X3KZDJx/87lcnGf99eappz7RNuWTaDp++rHt+IRT/K/ouIRDwQQQKDMBZr+2Sc/jnn82FbmzV4lzSs5eBmj4lG+aMZRfkW9CdGzkTM6h/8pKJVL2kbFkl78steYjgACCCCAAAIIIIAAAggggAAC6Reghwi0BgEzk5klXTWzOG5WLEsvmH16vDSdEgEEEEAAAQQQQAABBBBo6QK0HwEEEEAAAQQQQAABBBBAAAEE0i9ADxFAAAEEEEAAAQQQQAABBBBAIP0C9LC8BAYMGKCuXbvGRr300ku68cYbY50BAggggAACCCCAAAIIIIAAAl9FoKUtu9VWW+n8889Pmj106FA988wzyTgVBBBAAAEEEEAAAQQQQAABBBD4vABTEEAAAQQQQAABBBBAAAEEEGgJAg0NDUkzq6urkzqV5gkwFwIIrDyBQqEQV+5lPp9XKdlsVp4nX1igX1w6VzNnSyZp2y2r9IeLu2rLru3CGE8EWoZAt9+cpA1/cGjchy0MZw+7XbOuvU+ZTCbu57lcLu77/jlompbRO1r5ZQL+XjZ9zcdjwrHOp/vRz+N1ggACCJSzgP/nWul45ccxb6uXHq+3xjTtu9dLkWMFkGJRUgsTeH4lgejZyFmyblr6yn3cy6apaDrSzDqzIYAAAggggAACCCCAAAIIIIBA+gXoIQKtSsAsfD25hLQqDDqLAAIIIIAAAggggAACrUmAviKAAAIIIIAAAggggAACCCCAQPoF6CECCCCAAAIIIIAAAggggAACCKRfgB6WmcBGG22k2trapFUjRoxI6lQQQAABBBBAAAEEEEAAAQQQWE6BFrnYKaecohNOOCG2fe7cuaqrq4t1BggggAACCCCAAAIIIIAAAggg8IUCTEQAAQQQQAABBBBAAAEEEECg7AWee+45vfjii7GdvXr1Uo8ePWKdQbMFmBEBBFaSQKFQiGv2Mp/Pq5RsNivP48/P188umaOZs/JhvoK23bJKvx+2ubbYvF0Y54lAyxLoetVJ2uC0wxT3+rDvzx56m2Zdc68ymUzc33O5XPwM+OehaVpWL2nt0gT8vZVM/vChx+sEAQQQKGuBcLAKz9hEP4554giDTwm4SzzP+9QIFgc+Rr6igDmlJ6wnOof/lgrVpT4rljrH52ZgAgIIIIAAAggggAACCCCAAAIIpF+AHiKAAAIIIIAAAggggAACCCCAQPoF6CECCCCAAAIIIIAAAggggAACCKRfgB4igAACCCCAAAIIIIAAAggggED6BehhOQr0799f66+/fmza448/rn//+9+xzgABBBBAAAEEEEAAAQQQQACB5RNouUsNGjQo+X/ku+++W1deeWXL7QwtRwABBBBAAAEEEEAAAQQQQGClCrByBBBAAAEEEEAAAQQQQAABBMpfoKGhIWlkTU1NUqfSXAHmQwCBlSFQKBTiar3M5/MqJZvNyvPYc/P180vnadacgsxMO2y9hoZftLm22LxdXI4BAi1RYPMrT9JGPzw87tNmprnDbtfsa+5VJpOJ+30ul4ufBf9cNE1L7CttXpJAIb7oQ08cYYAAAgiUs8ASDlZ+virnpq/ytpWsYhkHq7wJadxg/F+Hz3A2Z9+rWGYMFkAAAQQQQAABBBBAAAEEEEAAgfQL0EMEEEAAAQQQQAABBBBAAAEEEEi/AD1EAAEEEEAAAQQQQAABBBBAAIH0C9BDBBBAAAEEEEAAAQQQQAABBBBIvwA9LEuBLbfcUrW1tUnbRowYkdSpIIAAAggggAACCCCAAAIIILDMAi14gR133FHnn39+0oOhQ4fq5ZdfTsapIIAAAggggAACCCCAAAIIIIBAowAFAggggAACCCCAAAIIIIAAAi1AoKGhIWlldXV1UqfSTAFmQwCBFS5QKBTiOr3M5/MqJZvNyjN6zHz97yVz9fGcgnzWHbZqp+HDNlO3Lm3jcgwQaMkCXa4YoE6nHR727bB/q6A5w27T7GvuUSaTift/LpeLnwn/fDRNS+4zbVfx/fYDmmOY+VA+9MQRBggggEAZCzQetsq4hWXUtNKBPZZxUEaNa7lNifvgcnBWLGuXmR8BBBBAAAEEEEAAAQQQQAABBNIvQA8RQAABBBBAAAEEEEAAAQQQQCD9AvQQAQQQQAABBBBAAAEEEEAAAQTSL0APEUAAAQQQQAABBBBAAAEEEEAg/QL0sHwFBgwYoHbt2sUG3n///br33ntjnQECCCCAAAIIIIAAAggggAACyyrQ0uc/88wzdeyxx8ZuTJ8+XXV1dbHOAAEEEEAAAQQQQAABBBBAAAEEFgtQQwABBBBAAAEEEEAAAQQQQKDcBSZPnqwHHnggNnPzzTdXdXV1rDNovgBzIoDAihUoFApxhV7m83mVks1m5Rn93AL97PL5mj3PZGHOnbZdQyMu2kxdN20bxngikA6Bza48SRucfmTYxy1EmjvsNs2++m5lMpn4OcjlcvGz4Z+TpklH7+mFSsfBQFE8IoYKTwQQQKCMBfywxfFq6W+Qn7NLx3hFsDhY+oLMsVQB3weLpkud9VMzVHxqbJXMYwAAABAASURBVOkjzIEAAggggAACCCCAAAIIIIAAAukXoIcIIIAAAggggAACCCCAAAIIIJB+AXqIAAIIIIAAAggggAACCCCAAALpF6CHCCCAAAIIIIAAAggggAACCCCQfgF6WMYCO++8s/r375+0cMSIEUmdCgIIIIAAAggggAACCCCAAALLIJCKWQcOHKi11lor9uXmm2/WddddF+sMEEAAAQQQQAABBBBAAAEEEEAgCjBAAAEEEEAAAQQQQAABBBBAoOwFRo0aFf+QsDe0urpalZWVXiXNF2BOBBBYgQKFQiGuzct8Pi9PLpeLx6lsNqtHxyzQTy+dp1lzfL6Cdtq2SiOGddHmndvG5RggkCaBLlcMUKczjpTv7T6YN+w2zbn6bmUymfiZ8M+Gf0b889I0aTJotX0xi133oSeOMEAAAQTKWSAcrMKznFtYPm1rPMYrgsVB+bStBbcksi4HZ8Wy9Zm5EUAAAQQQQAABBBBAAAEEEEAg/QL0EAEEEEAAAQQQQAABBBBAAAEE0i9ADxFAAAEEEEAAAQQQQAABBBBAIP0C9BABBBBAAAEEEEAAAQQQQAABBNIvQA/LXaB///5JE/2PG44ePToZp4IAAggggAACCCCAAAIIIIBA8wTSMVfPnj11wQUXJJ0ZMmSI3nzzzWScCgIIIIAAAggggAACCCCAAAKtW4DeI4AAAggggAACCCCAAAIIIFD+Ag0NDUkja2pqkjqV5gowHwIIrCiBQqEQV+VlPp+XJ5fLyZPJZPTIs/P1k8vma848ycy02/Zrqn5YF222SaV4IJBWgU0vH6ANftQ37PMKMc0fdpvmXn23/DORzWbj58M/K/65aRrxaNkCpeNh6EXxyBgqPBFAAIFyFuBg1fx3p2QVyzho/rLM+aUC8dS5HJwVX7rGL3qBaQgggAACCCCAAAIIIIAAAgggkH4BeogAAggggAACCCCAAAIIIIAAAukXoIcIIIAAAggggAACCCCAAAIIIJB+AXqIAAIIIIAAAggggAACCCCAAALpF6CHZS/Qu3dvfec730naOWLEiKROBQEEEEAAAQQQQAABBBBAAIFmCaRopp/97Gc64ogjYo8mTZqkurq6WGeAAAIIIIAAAggggAACCCCAQKsXAAABBBBAAAEEEEAAAQQQQACBFiDQ0NCQtLK6ujqpU2mmALMhgMAKESgUCnE9XubzeXlyuZw8mUxGj4xZqJ9ctkBz5hXks+66fZVGXNhZXTaujMsxQCDNAp0v66/1zzgq7Pth/1dB84bdqjlX3Sn/bGSz2fg58c+Mf36aJs0mqe+bWeyiDz1xhAECCCBQxgKNh60ybmEZNa3xwF40axwpo+a11KZEz+XgrFiWDjMvAggggAACCCCAAAIIIIAAAgikX4AeIoAAAggggAACCCCAAAIIIIBA+gXoIQIIIIAAAggggAACCCCAAAIIpF+AHiKAAAIIIIAAAggggAACCCCAQPoF6GHLEOjfv3/S0D/96U96/vnnk3EqCCCAAAIIIIAAAggggAACCCxNIG2vDxo0SBUVxVsg/u1vf1N9fX3aukh/EEAAAQQQQAABBBBAAAEEEFhmARZAAAEEEEAAAQQQQAABBBBAoNwFHnnkEY0dOzY2s0+fPuratWusM2i+AHMigMBXFygUCnElXubzeXlyuZw8mUxGD49ZqJ9ctlBz5ksW/u3RYw398cJNtelGleKBQGsR6Hz5Sep01tGhu/4pkBZcfJvm/uYu+Wckm83Gz4t/dvxz1DRhAZ4tUaB0XAxtLx4hQ4UnAgggUMYCftjieNXMN8ixwqzFArVAsUKe0XM5OItXvzevCcyFAAIIIIAAAggggAACCCCAAALpF6CHCCCAAAIIIIAAAggggAACCCCQfgF6iAACCCCAAAIIIIAAAggggAAC6ReghwgggAACCCCAAAIIIIAAAgggkH4BethCBA499FAdc8wxSWv5w4YJBRUEEEAAAQQQQAABBBBAAIGlC6Rujt69e+uCCy5I+lVXV6dx48Yl41QQQAABBBBAAAEEEEAAAQQQaIUCdBkBBBBAAAEEEEAAAQQQQACBshcYNWpU0saampqkTqXZAsyIAAJfUaBQKMQ1eJnP5+XJ5XLyZDIZNTy7UD++bKHmLCjOt0ePKtUP3USbbNgmLscAgdYksMmlA9TprKMVPw1hsGDYLZp75R3yz0o2m42fG/8M+eepaVqTUXr6arErPvTEEQYIIIBAOQuEg1V4lnMLy6dt1igVizgon7a14JZE1uXgrGh+n5kTAQQQQAABBBBAAAEEEEAAAQTSL0APEUAAAQQQQAABBBBAAAEEEEAg/QL0EAEEEEAAAQQQQAABBBBAAAEE0i9ADxFAAAEEEEAAAQQQQAABBBBAIP0C9LAlCfTv3z9p7ogRI/TWW28l41QQQAABBBBAAAEEEEAAAQQQ+HKBdL5y7rnnqrq6Onbu/fff1+DBg2OdAQIIIIAAAggggAACCCCAAAKtU4BeI4AAAggggAACCCCAAAIIIFD+Ag0NDUkjS9/3JhOoNEOAWRBA4KsIFAqFuLiX+XxenlwuJ08mk9GoZxbqx5d/onkLJAv/9t55Td04dBNtskGleCDQWgU2vnSAOp19jMwUYvrk4ts078o75J+ZbDYbPz/+WfLPVdOIRwsTaDw+hlYXa6HCEwEEEChnAQ5WzX93SlaxjIPmL8ucXyoQ/9diOTgrvnSNn32BcQQQQAABBBBAAAEEEEAAAQQQSL8APUQAAQQQQAABBBBAAAEEEEAAgfQL0EMEEEAAAQQQQAABBBBAAAEEEEi/AD1EAAEEEEAAAQQQQAABBBBAAIH0C9DDFiVw3HHH6ZBDDoltXrhwoerr62OdAQIIIIAAAggggAACCCCAAAJLFEjxi4MGDUp65/+ffNNNNyXjVBBAAAEEEEAAAQQQQAABBBBoVQJ0FgEEEEAAAQQQQAABBBBAAIEyF3j77bc1evTo2Modd9xR++yzT6wzWAYBZkUAgeUWKBQKcVkv8/m8PLlcTp5MJqOHnlmos69YpLkLCvJ59t6pSjcO2Ugbd6qMyzFAoDULbHRJf3U8+5j42QifEC28+FbNu/IO+Wcnm83Gz5F/pvyz0zSt2azF9d0sNtmHnjjCAAEEEChjgcbDVhm3sIyaVjqwxzIOyqhxLbcpcR9cDs6K5naZ+RBAAAEEEEAAAQQQQAABBBBAIP0C9BABBBBAAAEEEEAAAQQQQAABBNIvQA8RQAABBBBAAAEEEEAAAQQQQCD9AvQQAQQQQAABBBBAAAEEEEAAAQTSL0APW55AbW1t0ugRI0Zo4sSJyTgVBBBAAAEEEEAAAQQQQAABBL5IIM3TDj74YJ177rlJFwcPHqzJkycn41QQQAABBBBAAAEEEEAAAQQQaC0C9BMBBBBAAAEEEEAAAQQQQACBchdoaGhImlhTU5PUqTRfgDkRQGD5BAqFQlzQy3w+L08ul5Mnk8nowWcW6uwrMpq3oCAL//bZZQ39aejG2mj9yrgcAwQQkDa6ZIDW/8mxgcI/JdInF92ieVfcLv8MZbPZ+Hnyz5Z/zpomLMCzJQiUjpOhrYUQnggggEC5C/hhi+NVM98lx/JZI1gc+Bj5igKRdTk4K5q5XWZDAAEEEEAAAQQQQAABBBBAAIH0C9BDBBBAAAEEEEAAAQQQQAABBBBIvwA9RAABBBBAAAEEEEAAAQQQQACB9AvQQwQQQAABBBBAAAEEEEAAAQQQSL8APWyBAt/73vfUq1ev2PJp06apvr4+1hkggAACCCCAAAIIIIAAAggg8CUCqZ88aNAg7bvvvrGfb775purq6mKdAQIIIIAAAggggAACCCCAAAKtSICuIoAAAggggAACCCCAAAIIIFD2AqNGjUraWF1dndSpNFuAGRFAYDkECoVCXMrLfD4vTy6XkyeTyWjk0wt11uWLNG9hcb7eu1bpT0M31gYd28TlGCCAwGKBDS/ur44/PVbFT4u06OJbNP+K2+SfpWw2Gz9X/hnzz1vTLF5Dedfee+89rapMmjSpvDDMYnt86IkjDBBAAIFyFggHq/As5xaWT9saj/GKYHFQPm1rwS2JrMvBWdG8PjMXAggggAACCCCAAAIIIIAAAgikX4AeIoAAAggggAACCCCAAAIIIIBA+gXoIQIIIIAAAggggAACCCCAAAIIpF+AHiKAAAIIIIAAAggggAACCCCAQPoF6GFLFejfv3/S9BEjRmj27NnJOBUEEEAAAQQQQAABBBBAAAEEPi2Q/rG2bdtq4MCBSUevv/563Xzzzck4FQQQQAABBBBAAAEEEEAAAQTSL0APEUAAAQQQQAABBBBAAAEEEChvgXnz5qmhoSE2skOHDqquro51BssiwLwIILCsAoVCIS7iZT6flyeXy8mTyWQ08ulPdNaVWS34xGRhzv12W0N/GrKRNlivTRjjiQACXySw4UX9tf7/Hi8LHxozU+biW7Xgitvkn6lsNhs/X/5Z889d03zRusptmv/3yowZM7QqUm59V+l4GRpWPHKGCk8EEECgnAU4WDX/3SlZxTIOmr8sc36pQDx1LgdnxZeusekL1BFAAAEEEEAAAQQQQAABBBBAIP0C9BABBBBAAAEEEEAAAQQQQAABBNIvQA8RQAABBBBAAAEEEEAAAQQQQCD9AvQQAQQQQAABBBBAAAEEEEAAAQTSL0APW6zAgAEDtNNOO8X2jxs3TvX19bHOAAEEEEAAAQQQQAABBBBAAIHPCbSSCUcccYR+/vOfJ72tq6vTzJkzk3EqCCCAAAIIIIAAAggggAACCKRagM4hgAACCCCAAAIItAqBpn88k3pBGJSHQav48NHJFSLQ0NCgqVOnxnXV1NSoY8eOsc5gGQSYFQEElknA/1vBF/Ayn8/Lk8vl5MlkMrr/qU90xhUZzV9YkP/bf/c19JchG6lThza+GEEAgSUIdBpWqw4/PS75b/JFF92i+ZfdKv9sZbPZ+Dnzz5x//ppmCavkpdUtYBZb4ENPHGGAAAIIlLFA42GrjFtYRk1rPLAXzRpHyqh5LbUp0XM5OCua02HmQQABBBBAAAEEEEAAAQQQQACB9AvQQwQQQAABBBBAAAEEEEAAAQQQSL8APUQAAQQQQAABBBBAAAEEEEAAgfQL0EMEEEAAAQQQQAABBBBAAAEEEEi/AD1suQJVVVWqra1NOjBixIh4c6xkAhUEEEAAAQQQQAABBBBAAAEEGgVaUzFw4ED17Nkzdvnll1/W4MGDY50BAggggAACCCCAAAIIIIAAAmkXoH8IIIAAAggggAAC6RVo+scyqReSPzCKRXlY+Cev9F54nSCwJIFRo0YlL9fU1CR1Ks0XYE4EEGi+gJ+ffG4v8/m8PLlcLv7eRSaT0f1PL9KPrsxq4SLJzHRQzzX0l8EbquO6FeKBAALNE9jgogFa72dfV/gQ+VPZS27RgstvlX/Gstls/Lz5Z88/h00jHuUpUCjEdvlXe2MaAAAQAElEQVTQE0cYIIAAAmUs4IctjlfNfIMcK8xaLFALFCvkGT2Xg7M5/8exQhrIShBAAAEEEEAAAQQQQAABBBBAoKwFaBwCCCCAAAIIIIAAAggggAACCKRfgB4igAACCCCAAAIIIIAAAggggED6BeghAggggAACCCCAAAIIIIAAAgikX4AetnCBAQMGqHv37rEXr776qm688cZYZ4AAAggggAACCCCAAAIIIIBAE4FWVW3fvr0GDRqU9PnKK6/UXXfdlYxTQQABBBBAAAEEEEAAAQQQQCClAnQLAQQQQAABBBBAIIUCTf9AptdLfzjTS1L8I744rF6Hpvul10tJ4ceRLq0ggYaGhmRN1dXVSZ1KswWYEQEEming5ySf1cvSfy/kcjl5MpmM7ntqkU6/PKOFi8JcBengPar0l8Ebar32FWECTwQQWBaBTsP6a72ff13hoxQXy158ixZedov8s5bNZuPnzj+H/nlsmjgzgzITsNgeH3riCAMEEECgnAXCwSo8y7mF5dM2a5SKRRyUT9tacEsi63JwNuP/OlqwCk1HAAEEEEAAAQQQQAABBBBAAIFmCjAbAggggAACCCCAAAIIIIAAAgikX4AeIoAAAggggAACCCCAAAIIIIBA+gXoIQIIIIAAAggggAACCCCAAAIIpF+AHrZ0gU6dOqm2tjbpxogRI5I6FQQQQAABBBBAAAEEEEAAAQSKAq1v2K9fP5155plJx+vq6rRgwYJknAoCCCCAAAIIIIAAAggggAAC6ROgRwgggAACCCCAAAJpE/A/jOl98tLjfzDT43+0tlR63f+gJskKg1Vn4Ptd0/j+6PH91FPab70kCDQVeP755/Xiiy/GSb169VKPHj1incGyCDAvAgg0R6Dp+cjPUZ7SuSuTyei+pxbpjCtzWpQxWVhhzV5r6K91G6rDOhVhjCcCCCyPwPoX9td6v/hmWNTi5yp3yS1aeOnN8s+c/7e6fwb9s+ifz6YJC/AsK4FCbI0PPXGEAQIIIFDOAhysmv/ulKxiGQfNX5Y5v1Sg4JSeL53ji19Y+v95fPFyTEUAAQQQQAABBBBAAAEEEEAAgTQJ0BcEEEAAAQQQQAABBBBAAAEEEEi/AD1EAAEEEEAAAQQQQAABBBBAAIH0C9BDBBBAAAEEEEAAAQQQQAABBBBIvwA9TIXAgAEDtOGGG8a+PPXUU/rHP/4R6wwQQAABBBBAAAEEEEAAAQQQiAKtdDBo0KDkD0b8f/buBMDK6f/j+OfcWdr3TWlHRAgJWVLZtxYURYssfz/L74f4ESUllAghW4vs2dcIRQiRH6GSVEL7rn2m5n++5869pmmmmmpquvMe9/uc8zzPeZ7nnNc95zz3qub55ptv1Lt370IqQbMRQAABBBBAAAEEEEAAAQQQKBwCtBIBBBBAAAEEEEgkAXsgprXHUgt7UKaFPTTTwh6gaRF7mKalRFp4uCgO+euQtd9Z3vqjhfVPC+uvFrH+aymBQExg7NixsayaN28ez5NBIC8ClEVgawJZ70N2b7Kwe5WFfU5476v1+r/70rV2fYbsvxZHFtVzvSuoVAm3tVOzHwEEtiJQrm8nlbnpvDC2MjKkDf1f09p7Xw2f02OfHW1M2jjNGls5Lbu3IDB58uQt7N2OXS46F9rSYjvOwCEIIIDALhXInLZ26TV31cW+++67nXup2MQe0rDYuecvpGcLfXA7OCOF1CsvzaYsAggggAACCCCAAAIIIIAAAggkvgAtRAABBBBAAAEEEEAAAQQQQACBxBeghQgggAACCCCAAAIIIIAAAgggkPgCtBABBBBAAAEEEEAAAQQQQAABBBJfICFaWKtWLXXq1CneliFDhsTzZBBAAAEEEEAAAQQQQAABBBAorAIVK1ZUjx49rPkh7rnnHn344YchzwIBBBBAAAEEEEAAAQQQQAABBBJOgAYhgAACCCCAAAIJJxB7IKY9INPik+/X64l31kbj7TV60uefemeNLIa+u0bDLN5ZreGZ8fQ7q2Qx4p2VGvH2Sj3j49m3/5bFc2+vkMXzby3XC5nx4lvLZPGST196c6lG+nj5zSWyeOXNxbJ49Y3FevWNRXrNx+tvLJTFGz594/UFejPEfL31+ny9/fq8EO+8Nk/vvDZX7/p477U5shjl01Gv/qX3Q/ypD161+EOjX/1DH1q8MlsfhfhdH7/yu8aEmKWxL1vM1CcvW8zQpy/P0LgQv+mzkRbT9fnIaHwx8leNt3hpmr4M8Yu+eikaX780VRNejMY3L06RxbcvTpbFxBd+1neZ8b8XfpLF9y/8qO+f/1E/+Jj0/CRZ/Pj8D7L46bnv9XNmTH7uf7KY8tx3mvLsd5oaYqJ+eXaipj37bYhfn/lGFtN9+tszE2Qxw6czRnytmSG+0qwRFl/q9xFfarbF0+P1R4gv9OfTX+ivEJ9rztM+hn+muSHGad7wcZof4lMtGGbxiRYO+0SLQozV4mE+ho7RkhAfa+nQaCwb+pGWD7H4UCuGROPvIaO10uKpD7QqxPta/VRmPPmeVj/xntY88a7WxuMdrR3+gayfWsT6rg1Ky1tKIGACY8aMsSREs2bNQsoCgTwKUByBLQrE7juW2j3JYsOGDbJIS0vTu1+u15X3b9D6DU7OOZ3SuKie611eJYtHtnhediKAwLYLlLurs8rc3E5y/uXH2cb+r2n9va/KxmB6enoYjzY2bZxmDfGzXQInnHCCevXqtV3H5nhQRkbYbEuLsMICAQQQKMACNm0l6nx1/vnn6+abb5bdP3fKW2BYdqIAFha2RuygQGDdDk6+gWwVngIIIIAAAggggAACCCCAAAIIIJD4ArQQAQQQQAABBBBAAAEEEEAAAQQSX4AWIoAAAggggAACCCCAAAIIIIBA4gvQQgQQQAABBBBAAAEEEEAAAQQQSHyBxGlhly5dVKxYsdCgjz76SO+8807Is0AAAQQQQAABBBBAAAEEEECgMAu0a9dOl19+eZygT58+4cEj8Q1kEEAAAQQQQAABBBBAAAEEEEAgQQRoBgIIIIAAAgggkDgC9hDMWGssb2EPyLQH1/57cLque2yDbnhio258fINu8unNT2zQzT5/8+Pp6h4iTbc+tl63+ejx2Dr19HH7Y2vV67E16jV4jXoPXq3ej65SHx93PrpSFn0fXaG7Hvlbdz+yXPf46PfIMvV/ZKn6P7xUAx5eogGDluj+QYt1/8OLNNDHA4MWyuKhhxbooYfma5CPhx+ap0cenKdHH5wb4rEH5uixB//SExYP/KknfDw18A89NXC2hvgYOvB3DfMxfOAsPX3/TI2wuO83PXv/DD1733Q97/PPD/hVFi8OmKYXB/yil3yMHDBVL987Va/cO0Wv9J+s10L8rDf6W/ykt/r9mBmT9E4/ix/07j0/6L17vteou/+n9y3u+U6j754Y4qO7v9VHd32rMXd9kxkT9Enfr0N82vcrjbvzK33Wd7w+t7jzC4236PO5vgrxmb7u85km9PlUE3p/qm97fxJiYu+x+q73GP3vjjH6/o6P9X2vjzWp10eadMdH+qnXhz5Gh5h8+weafPv7mhpilH7pOUrTer6nX31M7/Gupvd4RzN6+ujxtmZZ3PaWfr/tTc2+9Y0Qf972uv689XX9detrmmPR/RXN6/6qj5e1oLuPW0Zq4S0vadHNFi9qyS0WL2jpzS9o2c3Pa/l/n9OKEM9q5X8tntHqm0aEWHPT01rrY91Nw7X+RothSu82NMSGbkO04YanfDypDdc9pvR/Dw5/Bmd9dOPGjbI+G+vDpAjEBObNm6cxY8aE1Ro1aqh58+YhzwKBvAlQGoHcBWL3H0vtfmRh9yaLtLQ0vftlmv5v4EatT3dShnTqUUX0XJ8KKlEskvtJd+GeRYsWqVWrVmrUqJGaNm2qSZMmbfHqr732Wihr5ceNG7fFsgV155QpU8L9oFevXttdRXu/v/nmG40aNWq7z5GfB+6s+s2YMUPXXXedjj322PC+t2jRQn379tX8+fPzs/rbfe6yd3ZSmZvbZX4uzNCG/q9qXf+XZWMxPT1dNi5tjJpP1tjuC+bDgcuXL9dtt92mq6++eovj8ffff9f111+vgQMHau3atflQk62f8o477tCBBx4omxe2XnorJZwLBWxpEVbyYfH444+Hvpzb2LXtNr8dc8wxmjBhQo41ePTRR8M5ttbu1atX68orr5TNsTbXxk62atUqDRs2TEuWLIlt2mmpzWv2edfmuZ120iwnyqnudi8wsxEjRmQpWfCyOdU9v2tp883777+viRMn5ulSdtznn3+ua6+9VieccELobzYPX3LJJeG7je3P6YS23e5NWY9r3LixzjnnHD3wwAPK2g9XrlwpO9+W+nrWazzxxBOhHiNHjsy6ebO8za2jR48O17R+cdRRR2ns2LGbjQXro9ZXrc9udpI9ZYOfrPxrT6ltnuvZr18/1atXT88//3yej93sgMw5XgEsLDYrsrM2WD+3edf639bC5mibq3fWtWPnsX5t/dv6eWxbfqSBdTs4C8a3kPwQ2Vnn5DwIIIAAAggggAACCCCAAAIIIJD4ArQQAQQQQAABBBBAAAEEEEAAAQQSX4AWIoAAAggggAACCCCAAAIIIIBA4gvQQgQQQAABBBBAAAEEEEAAAQQQSHyBBGqh/aKmTp06xVs0ZMiQeJ4MAggggAACCCCAAAIIIIAAAoVZoEePHtpnn30CwWeffabevXuHPAsEEEAAAQQQQAABBBBAAAEEEEggAZqCAAIIIIAAAggkmIA9qC0W9uA4e0CmhTUzwy/CvljqN9i6MjJk/4Un2oZc2OE3+622L2v4Y/0OXypkoofYWjjEFn6TTzL32p5o2DYf0etZGVuJlvKn9xl/LVv6FctZuVhEr+fLR89kpewEfrPfZi87JpbaXlv3qS/ky4SMZePhd4eN/hB/Rrua3+U3hnWf+o3+OL/mX35PNO83hpJ+v6WxusVTv98X9Es7yIcvZ8f6DX6zrfs1v83nwnpI/U6/KVqX6AZfyL8s77favnCtkLec7fM77RXdaWewjVYiGn57KGlp1rCStu5L+QN8HSxjJ/Jrfrvf7beFI33qt/ndfq9t9jm/HlvJLOu3hJctbJcdZGncw5eL5aP7wl5/LruGz2fu9xvCQ1ytj1p/tYgfZzsJBLyAPWwy9lBcewBfUlKS38oLgTwKUByBXATsvmO7LLX7kIXdlyzS0tL09vg0XTFwo9LTnZwvePoxRfXcHeVVvIit+Q0F7LVq1Sp99dVXudZq3bp1+uSTT3LdX5h2fPnll7rqqqu0cOHCAtnsnVG/MWPG6OKLL9b48eN1yCGHqGXLlipXrpxef/31sP3nn38ukG0vc2cnlbn1Ql83F8ad7n1N6/u/LBuT6enp4fOjjVUbtxa+oP/I6T9jWqYAhdXXrJctW1aAarV5VaZMmaJzzz1XF1xwgaZPn755gW3d4j/jW1F7Jywsnx9x6KGHKhKJ6rULKAAAEABJREFUaOLEiZud3vrDN998o+Tk5NBPvv32283KrF+/Xr/++qtKly6t+vXrb7Z/axvWrFmjm266SW+++aasH26tfEHaT93z/m68+OKLuu2222T31209esGCBbriiiv0n//8R99//70OPvhgtWnTRk2aNAljzPrPrbfeqpUrV25ySpvf+vfvH+5NNm+npKRo7733VuXKlTV//nw9++yzatu2rT7//PNwXMmSJXXaaaeFudHu7db/w44cFitWrAj3gooVK+rII4/MocQ/m2bMmKEBAwbI5q6TTz45XLNmzZr/FEikXH5OVgXEaebMmerQoYNat26tHbrvx6xCGhb53kL77r/XXnuFcWBjIacoX768nHP5Xpf8ukC4dW4HZyS/KpQo56UdCCCAAAIIIIAAAggggAACCCCQ+AK0EAEEEEAAAQQQQAABBBBAAAEEEl+AFiKAAAIIIIAAAggggAACCCCAQOIL0EIEEEAAAQQQQAABBBBAAAEEEEh8gURrYZcuXeJNeuONN/iFbnENMggggAACCCCAAAIIIIAAAoVZoHr16urZs2ecoG/fvvrss8/i62QQQAABBBBAAAEEEEAAAQQQQGDPF6AFCCCAAAIIIIBAIgrYQ98s7GGE9vBaS62d9jisYxuk6rKziumys4vr0hAl1PXskrrERxeLc0qpy9ml1Nmnnc8prU4tS6vjOWXUsWUZXdyybIiLfHpRy3Lq4KN9q3K6sFX5zKigC1pHo22rigrRuqLOb10pxHmtK+u8NlV0bpvKatNmL7X2+daWnruXWrWpGqLludV0Toi9dfa5Ps7bW2edV11nnVtdZ55bQ2ecV0Onn1czHqedX0uxOPX82jrFx8lt6+jk8+voJIu2ddXCR/N2ddWs7T5q1s5iX53YzkfbfdW0XT2d0G4/nXBBPR3v88dfsL+Os7jwAB174f5qckF9Nbmwvo4JcaCOvtDiIB3d/iAd1b6BGvs4MsTBatTBR/uDdUT7Q3R4h0N0WIdD49HwooYK0aGhDr3oMB3i4+CLDpdFA582uPgIHeTjwBCNVP9iHx2P9GljHXDxkTqg41Hav2Nj1fPpfhadjta+Fh2P0T6dmqiujzohjlWdTseqdmeL41S7y3Gq1fl41fRRo8vxqtHlBFXv7MOne3dpqmqX+OhyoqpeEotm2qurj0uaqcolzVW5a3NV6toiREWfVrz0ZFW49CRV6Hqyyvt8uUtPkUXZS09ViMtOUxkfpS87XaUsLj9dJS8/QyUvO0MlLjtTJS6PRtEOJ8Uf0Gb9M9ZPrd9aiB8EsgiMHTs2vtasWbN4ngwCeRGgLAI5CcTuOZba/cjC7kkWaWlpemt8mq4YmKG0dCnD/3dGk6J6/o5yKlbE5XS63b4tJSVFxYsX1/jx47VixQrl9PPnn39q6tSpKlOmTE67C9W29PR02XteUBu9o/VbsmSJnnrqqdC8u+++W4MHD1aPHj00cuRIXX311Vq2bJkefvhhrV69OpQpaIvSvTuqVPcL/Mjz4y/DR/9XldbvZdnYNBsbp/b+2fi1sPrHUssXlJgzZ47ee++9At3XYlYvvfSS6tWrJ+svsW15Sl10brSlRZ6OzUPhatWqqXz58po+ffpmc93y5cs1ZcoUNWzYMLRlwoQJm5Wxvv/bb7+pZs2a2nvvvbd4ZZtTbezYv7WrWLFiKGv9zPpeWNnDFtQ972+YzTd5OWrBggW65ppr9MMPP+iyyy7Thx9+qEceeUTdu3fXvffeq3feeUdNmjQJ220Otrksdn7rr2+++abs762+8MIL+vjjj2XrdswXX3yh66+/XuvWrdOjjz4qm+PtuCOOOCKMh4kTJ2rp0qW2Kcf46aef9Msvv6hRo0ah7+dYKHPjX3/9Fc5/wQUXhPnghhtu0D777BPuI1nHQmbxPTrJnLb26DZsa+XtvWvQoIFuv/32bT1k03KZE3vULHNl0xI7fa1q1aoaPnx4GAc2FnIK+3vdxYoV2+nX3lUnDJ7bwRnZVRXcQ69DtRFAAAEEEEAAAQQQQAABBBBAIPEFaCECCCCAAAIIIIAAAggggAACCCS+AC1EAAEEEEAAAQQQQAABBBBAAIHEF6CFCCCAAAIIIIAAAggggAACCCCQ+AIJ18LGjRvr4osvjrdryJAh8TwZBBBAAAEEEEAAAQQQQAABBAqpQGh2x44dZWEr9stce/fubVkCAQQQQAABBBBAAAEEEEAAAQQSQ4BWIIAAAggggAACCSsQe7CfPZjQwhqaYQsfg68vpUevL61HfDx8QxkNClFWD91QTg/6eKBbeQ3sVkH3h6io+26sqAE3VtK9PvrfWFn9bqqie3zcfdNeuvumqrrLR9//VtOdPvr8d2/1/m919b65uu64uYZ63VxTt/voeUst9fBx2y21destdXRr9zrq3r2ubum+j2728d9b99VNIfbTjbfWU7fb6umG2/bX9bcdoOt8/KdHff07xIG6tseBuqbnQbq6ZwNd5eNfPQ/Wlbcfov8LcaiuuP1QXd6roS7rdZgu9dG11+Hq2usIXXLHEepyRyN19tHpjiPVsXfjEBf3PkoX9T5aHfocrfZ9jtGFPi7o00Tt+hyrdnceq7Z3Hqfz7zxe5/k4t+8JauOjdd+mamVx14lqeVcznePj7Lua66y7W+jMECfpjLtP0un3nKzT7jlFp/o45Z5TdXK/03RSiNPVot/pat7/DDXrf6ZO9NG0/1lqeu/ZOsHH8feeo+N8HDugpZoMaKVjfBw9oLWOvq+NjvLR+L5zdaSPRvefpyNCnK/D72+rwwa2VcOB7XTowAt0iI+DB16oBg9YtNdBD3TQgT7qP3iRDnjwYu0foqPqPdRR+z3USfs+1Fn7+Kj7UBfVGXSJaofoqlqDuqrmw5eqxsOXqbqPvR++XNUeuUJVQ/yf9nrk/1Tl0StV2UelR/+lio9epYqDr1KFwVer/OBrVM5H2ceuVRkfpR/7t0o99h9JGbI+6jOy/mlh67Gw7QQCMYExY8bEsmrWrFk8TwaBPAhQFIHNBOyeYxsttfuQxYYNG2SRlpamN79I0xUDpfSNknPS2ccW1Qt3lFPRVL+igvlTpUoVHX300frtt980Y8aMHCs5ceLEsP2oo44KKYvEFfjpp580ffr0cO9s2rRpvKGRSERt2rTRgQceqJkzZ2r+/PnxfQUtU6ZPJ5W6tb3kh51zThn3vqq0fiNlY9T+HpeNVxu7FjaW5X9iqc/u9lf58uVVtmxZjR8/Xj/88MNur8+2VMD8unfvrsMOO0zvvvvuthzyT5mM6DdOW1r8s2Pn5ipVqqQ6depo3rx5Wrx48SYnnzVrlv78808dc8wxqlevnmbPnq2//vprszILFy5UgwYNVLp06U32sYLAjgjY+Hn22WfDfbhVq1bq2rWrihQpsskprc/dfPPNqlmzpkaNGqWff/45vt++99j8dvXVV2u//faLb7dMcnKy2rZtq2OPPVZz5swJfdu2165dW/bvQm0+t3nftmUPq9dHH30UNp9xxhlKSkoK+a0tSpYsubUie/x+m7byc74qiED2d6Dr16+vV199NW/VMyx/RDQpbGq+4fn0Cp7bwRnJp/okyGlpBgIIIIAAAggggAACCCCAAAIIJL4ALUQAAQQQQAABBBBAAAEEEEAAgcQXoIUIIIAAAggggAACCCCAAAIIIJD4ArQQAQQQQAABBBBAAAEEEEAAAQQSXyAxW9i5c+d4w+yXzXzzzTfxdTIIIIAAAggggAACCCCAAAIIFD6Bf1rcs2dPVa9ePWywX4R6zz33hDwLBBBAAAEEEEAAAQQQQAABBBDY0wWoPwIIIIAAAgggkDgC9kC3WGssHwt7GKY9GNP2Ob9wtvApLwR2q4DviM5FO6P10VhYv7V6ZU9tG1E4BT799NPwAE1r/UknnRQelGl5AoG8CVAagZwF7H4TC7sX2Wem9PR0vfFFmi5/QErfmCFlZOicY4vqhV5llZqc83kK0tamTZvK2jB+/PjNqrV69WqNHTtWBx10kGrXrr3ZfttgDjb3duzYUUcddZQaNWqkc845RyNHjtS6deusSDx69eqlVq1aacKECerQoYMaN26siy66SDNmzAhlrLwdZ8fbeex8Xbt21XfffedZvW0oteWFvT9jxoxR27Ztw/mPPfZY9enTR4sWLcrxQKv/hx9+qPbt28frf8IJJ+j666+P18sOtLrbNss/9NBDoZ0jRoyw1RCrVq3SoEGDdMYZZ4R9Vn/L2zbbFwplLrK30xxat26do5m1x9pvDuZh5zUfc7LzZJ5SW6qflbPydpwdn9v1Fi5cqFKlSsnMkpKSYqcOaXJyslJTU2XbLQ0bC+iidO+OKnVbh8w+4/vNva8q7Z6XQj+3vm7j1t53s7WwZsRSy+/OqFy5sqwvWB3eeustLV682LJbDav/zJkzdf/99+vqq6/WFVdcoRtvvFGvvfaa1q5du9Xjd0aB77//XmeddZY6deqkP/74YxtPGf18b0uLbTwoz8WKFSumgw8+WEuWLNmsbpMmTQrnO/TQQ3XkkUdqxYoVmjJlStgWW/z000+yfmNjx7bZ3HjllVfK4pNPPglzno1Ps//rr7/CdpvrbN6xc5mL/Zu7P//8U6eddlqYB22fncveu20Z41Z2a7FmzZrQB2wOs7raPGjzm/X37Mfa9fv3768WLVqEOcvG/XXXXbfJvLe1uts5rf7WNptD7Zqx88yePdt2b1PYHDlkyJD4/GmWNueZi50/dpKYe8w2tt3S7Pu2VPdx48aFNls6evTo8P7Z3GgWNoasPnbOWPTy967mzZtv1i9sf9Z9sTrYPcL22T3DzmvXsfWcwubdzz77TOXLl1e7du1kc21O5apVqxZ8KlWqFPpxrEzRokVD1ub5kMm2sPPZ+2z9tGHDhmGvzeN2f7LU2m99O+zIspg7d66+/fZb7b///mrQoEGWPZtmrR/Z+2FttT3WdmuzucQ8bL+Vs/25hdU/630qtz5gx2cva/3O5k073vZZmXwNP1n5V75eoiCefOrUqTrvvPNCP50+ffq2VTHz/+EogIXFth23C0vZ+LQ+a6l9FrZ50/rUluYyuzf37dtXNtfaseZinz2zzlf52YTAuh2ckfys1B5/bhqAAAIIIIAAAggggAACCCCAAAKJL0ALEUAAAQQQQAABBBBAAAEEEEAg8QVoIQIIIIAAAggggAACCCCAAAIIJL4ALUQAAQQQQAABBBBAAAEEEEAAgcQXSNAW2i+vsV+QEmve0KFDY1lSBBBAAAEEEEAAAQQQQAABBAqfQJYW77PPPurRo0d8i/0icfvl5fENZBBAAAEEEEAAAQQQQAABBBBAYM8UoNYIIIAAAggggEACCmR9QJXlY2FNzfALW/cJLwR2r0BGRuZDXBVS+uXufTsK8tXtQdWx+tnfdY7lSRHIkwCFEcgmkPW+Y/mNGzdqw4YNIV7/PE2XPxDRRv/Bycmp1fFF9UKvMlI/A6cAABAASURBVEpJdtnOUjBX69evr/3331/291pWrFixSSV///13/fLLLzr++ONVtGjRTfbZSnp6uvr3768bb7xRs2bN0gknnKCzzjpLse3XX3+9Vq5caUXjsXTpUvXq1Svcz8844wxVrVpVlStXDuWsvJ3PjrfztGjRQjNmzNCVV16p559/PhwTP1EOmQz/eeGZZ57RzTffrIULF+qkk05S06ZNNWbMmFDH7HWx69xzzz265ZZbtGzZMp1++ulq2bJlqM+4ceN01VVXhevbpQ477DAdc8wxltVBBx2kNm3aaN999w3rc+fOVZcuXWTXrlixYth3yimnaM2aNXr66afVs2dPrVu3LpS1a953330aMGBAMLXrmYPtt7YPHDgw9CsrHGvP//3f/2nq1KnhfbDyqampwf2mm24KblY2t/rl5XrnnnuuPv744+Bg58waX331lX7++WfZdfbaa6+suwpkvtQdHVWyRwdfN+dHpeQGvKq0u18MfdPG7kY/hi3M2EIF6Ofggw9WkyZNNGfOHL3//vvx/pBbFa3+9r5Z/7HxYn9v7dhjj1Xx4sX1wQcfqF+/flq8eHFuh+/07SNGjFC9evVk/XzrJ88IRWxpEVbyadGoUSMlJSXpp59+il9h/fr1+t///qfq1aurdu3aOuCAA2Rj2OZD6ydW0Mr8+OOPqlSpkszWtsVi5syZ6t27t/byY8Lmq2rVqql06dKx3SEtU6aMTj311HB8iRIlZOPd5qYiRYqEOc3mjf/bhjEeTraFRVpaWpgXXn31VTVu3DjMfzYP3nrrrXryySfDtWKHT548WRdffLFeeeUVVahQIcx7hxxyiMaPHx+225xpZbdUd9tv8dJLL+naa69VcnKyWrVqpVq1aumzzz7Tv/71L/3xxx9WZIth8+dll12mwYMHh3PY3G/3HJvzzMV8rI9v8SQ57NyWutv4sL/XWbZs2WBQrly5cK+55pprtGjRohzOuuVNZmBj1+4RVtLuGXavqFKliq3mGHbvnDdvnvbbbz9Z/8mxUObGSy+9NLxnJ554YuYWhfuC9aX7779fb775plavXh3ft6WM9fWaNWtq0qRJmj9//mZFf/jhhzAHWXuy9+mshe3a1p+trbbd2m5ttnuFrW9L2L15W+//ebmnbcu1t6tMfk9W21WpXXfQyJEjwxx/1113bf2iMauQhsXWj9lNJWw+sM+Pdu88++yzw+dTm8tuuOGGTcaIzVn2udTGm903rL/bMd27dw/33F1Rff9x1/+PsbxfKZL3QwrPEbQUAQQQQAABBBBAAAEEEEAAAQQSX4AWIoAAAggggAACCCCAAAIIIIBA4gvQQgQQQAABBBBAAAEEEEAAAQQQSHwBWogAAggggAACCCCAAAIIIIAAAokvkMgt7Ny5c7x5Q4YM0ZQpU+LrZBBAAAEEEEAAAQQQQAABBBAoTALZ23r55ZerXbt2YbP9YlX7ZbFhhQUCCCCAAAIIIIAAAggggAACCOyxAlQcAQQQQAABBBBIZIHYQ/UstbC2OluER2aGDAsEdquAy+yL1j9jkbVCti3rOvnCKTB27Nh4w5s1axbPk0EgLwKURSAnAbvPWGzcuFEWGzZs0Gufp6nrQGnDxgxlZEitjk/VS3eUVXKSy+kUBXJb6dKl1bhxY/3222+aMWPGJnX85ptvVKxYMR111FGbbI+tjBs3Tm+++aYOO+wwvf7667r33nvVq1evkG/VqpW+/vprPfHEE97G42QetGrVKjVs2FAjRowIZe2YEiVK6Jlnngnl27dvr7feeivsu+uuu/TKK6+E8vbvVaZOnZp5lpwT2z98+HDVrl1bzz//vOx4C8vXrFkzvG9Zj5w8ebI++OCD0L6RI0eGa/bo0UMvv/yyunbtqoULF+qrr74Kh7Rs2VLnn39+yLdo0ULdu3dXkyZNwvrbb7+tWbNm6eqrr9bTTz8d9tl133jjDR188MH64Ycf9Pvvv4eyZjxmzBiddNJJoY52PTN74YUXdOihh8rasGjRolD2+++/l7V7//33D6YDBgyQlX/xxRdlfy/pyy+/1GuvvRbK5la/vFwvnCjbwvq82dh1a9WqpauuukpJSUnZShXM1VJ3dFLJHh0Uep9fuHtf0Ywr++vjjz+Ox0cffRTyln744YeydFfHmjVrNgE03zPOOEPVqlWTvceTJk3aZH/2ldmzZ+u9995TxYoVdeutt+q6665Tx44dQ39u3bq15s6dq5deeklpaWlhnO9I++wc2a+f0/ratWvVrVu3MLbMNacyYZuLzpW2tAjb8mlh88Jee+2ln3/+WTHzv/76K/w7uPr166tMmTKqUqWK6tSpo19++UWLFy8ONVm2bJlm+fFdr149VapUKWyLLWys2rzw+OOPh/nG5gV7/2L7LbX38ZprrgnzUrly5XTttdeGuaJUqVLKyxi3c20prE12b7L5weYKm4Ns7rN2W/rjjz+Gw+3vMQ4aNEgrVqwI84n1DRvfgwcP1pNPPimbj21etrljS3UPJ/OL5cuX64477ojPfTa3n3POOZo3b57sHuKL5Pqy+6jNcdOnTw9zms1nNh9a/a0dVneznTBhQq7nyG3HttT9k08+0U033RTqbgZ2zTZt2sjGnNUlt3Pntj01NVUXX3yx7B5hZaxvWJ+wOdzWcwrrZzaurG/Z/TanMlvaZvfv//znP1q3bp3s76eeeOKJsnFv7//48eO1fv36HA8vX758qOecOXPCPSprITvXqFGjFCuTdV/2vPVju/dZW22ftd3abPckW99a2D0mL/d/65fbeg/d2rW3d3/mtBUOtzn6008/lX0HtXrF7i87Ms/uzmNtHgkN28rC3je73zRs2FDvvPNO7qVjE3tIwyL3sjtpz59//qnTTjtNjRo1yjXs82v2y9l80KtXLw0fPjzMjTYf2Fw2c+ZMffHFF6F4bM6ye4L1+6effjp85rP0X//612afM8NB+bAIfXA7OCP5UJdEOSXtQAABBBBAAAEEEEAAAQQQQACBxBeghQgggAACCCCAAAIIIIAAAgggkPgCtBABBBBAAAEEEEAAAQQQQAABBBJfgBYigAACCCCAAAIIIIAAAggggEDiCyR0C+0XWZxyyimhjfYLZ4YNGxbyLBBAAAEEEEAAAQQQQAABBBAoZAI5Nrdnz57hlyvbTvtFlwMHDrQsgQACCCCAAAIIIIAAAggggAACe6YAtUYAAQQQQAABBAqdQEahazENLsgCGdHHt25SRXvw3CYbWCnUAvbw0NjD/A488EAdffTRhdqDxm+3AAcisIlA1nuN5S02btyo17/YoK4DnS/r5Jx0XtOiGtmrrCI+7zfuUa8mTZqE+o4fPz6ktli5cqU++eQTHXzwwdprr71s0yaxYcMGjR49Omzr1KmTKlSoEPK2KFKkiC655BJVq1ZNn332mRYuXGib43H88ccrOTk5vr58+XLZ/L3PPvuoc+fOm+yz83bo0EFWn7Fjx8aPySnzzTffaMWKFerSpYuqVq0aL2L5Sy+9VJFIJL7NMr/++qtSUlLUrl07lSxZ0jaFcM7poIMOCvn09PSQ5rZYs2aNZs2apdq1a+u0007zfeGfDlCmTBnVqlVL1l/MS/7HUltftGiRVq9e7bdEX1Z2yJAhGj58uKpUqRI2fvzxx1q/fr2uvPJKVa5cOWyzhdm1atVKe++9t8aMGRPabNtzirxcL/vx1tefeeYZDRgwQA0aNNCgQYM2cc1eviCul7yjk0refrHk3xbnnGq9NEFftLpOZ511lk4//fTwntm/iYrFySefrF0dCxYsUPafsmXLqnXr1mHzW2+9pcWLF4d8Tovvv/9eq1atUvPmzTd5f5xzatq0qerUqSP7jDRnzhzZv/nakfbZ+MqpDrltmzBhgk499VRdccUVyqmdyoh+47SlRW7n2RnbzdTGqY3XJUuWhFNOnTpVNhaPPPJIOedUvHjxMOfNmzcvjGsrZG5W5rDDDlNqaqptikexYsV0zDHHhGPjG/OQ2RljPHY5m99snqtRo0ZsU+gPts3mqc8//zxsnzZtmn766ScdccQRsn7vnB8cYY90yCGH6Lzzzgtzdqx85q5cE5vPW7RoETew+enEE08M5W3eDplcFub85Zdfhj5q17VjY0WtHVZ3+7eKH3zwge8qO7+HZDew63fu3Dncu+x+s2zZslh18i3Nfn/M64Wcczr//PP19ttv67rrrtO+++4r67Ovvfaarr32Wtn707179xznEHvfypcvr1GjRmndunXxS//555+ysdG4cWPZmInvyIdMXu//O3JP21nVt2kr1hutj1rfbdmypc4888xwX7FxFYsdmW93x7Fz587NE9MPP/wg+7fF9jnwjz/+2PxYw7KtASwsbC1fIykpKXxutc9IuUXRokU3q4P19+OOOy6+3eaDE088MazH5jK7F0+cOFH2/xrsc5hz0fnTOac2bdqEz0rhgHxeBNbt4Nz0U3A+V3LPOj21RQABBBBAAAEEEEAAAQQQQACBxBeghQgggAACCCCAAAIIIIAAAgggkPgCtBABBBBAAAEEEEAAAQQQQAABBBJfgBYigAACCCCAAAIIIIAAAggggEDiCyR+C+2XdMRa+dRTTynHX9gRK0CKAAIIIIAAAggggAACCCCAQEIK5Nwo+0WPPXv2jO/s06ePJk2aFF8ngwACCCCAAAIIIIAAAggggAACe5IAdUUAAQQQQAABBAqHgD3o08JaGx5lFRa2RiCwOwVc/KGSVotYH82et3Wi8ArYQ5BjrbeH4MbypAjkTYDSCOQsYPeerPH6FxsU1pXh/5POP7GIv1flfGxB31q3bl3ts88+mjBhglasWBGqO2PGDM2cOVM2nyYlJYVtWRerVq3SvHnzVKVKFdWrVy/rrpC37fb3ZpYvX67FixeHbbYoVaqUatWqZdl4zJ07V/Pnzw/Xfvjhh3XXXXdtEu+8846sDr/++qvWr18fPy5rxt6L6dOnq3Tp0qpdu3bWXSG/3377qXz58iEfW5x77rn66KOPdNxxx2nJkiWaOHGiXn75Zd1444267bbbYsW2mBYrVizUdeTIkSpbtqysLePGjdPjjz+uzp07a9SoUZscb20/6KCD9N133+n000/XJZdcoueee05z5swJ/SlWePXq1frtt9/C6htvvBGukdXlscce09q1a8N7kNU3HJBlsa3Xy3JIPGv9wdpx5JFH6r777lOFChXi+/akTJHzTlBS/Vpx35aqrP1VosA3oUGDBmrSpEnoG++//742bNiwWZ03btwYxk6JEiVk4zh7AeufBxxwgGy8Llu2LPvuXbZu/9bM+tJmF3QubLKlRVjJp0VqaqoOO+ywMNb/+uuv0B+++eYbVaxYUWakzJ9GjRqF3LfffhvS2N/1O+SQQ8J61kW5cuVUrVq1rJu2Ob+zxnjsgrnNfbVr1w7zYmz+tDlqzZo1snYWKVIkdng8bdy4sazf2D0gvnELGfOz+TmnIrOm5FcLAAAQAElEQVRnz85pc3zbwoULw7xfv379zeZnK2RzZaVKlcK8anW2bTszcjKw9tj90Oq2YMGCnXm5HM9VvXr1HLfndWOZMmXUoUMHPf/88/riiy9k9yT79542b48ePVpXXnllcMx6Xru29f2pU6fqzz//jO/6+OOPZfPFCSf4uTOH+3+84E7IWH/My/1/R+5pO6G60VP4ycq/onmWQeDZZ5/VE088EfKbLDLneAWwsNhkd36sVK1aVcOHD9ebb76Za9g8l/3ae++9t+w+kX171vVFixaFsRGbV7PuK1mypOxzb9Zt+ZUPrNvBGcmvCu3x56UBCCCAAAIIIIAAAggggAACCCCQ+AK0EAEEEEAAAQQQQAABBBBAAAEEEl+AFiKAAAIIIIAAAggggAACCCCAQOIL0EIEEEAAAQQQQAABBBBAAAEEEEh8gULQwvbt24dfKmVNXbp0qYYNG2ZZAgEEEEAAAQQQQAABBBBAAIHCI7CFll5zzTVq1apVKGHfm3v37h3yLBBAAAEEEEAAAQQQQAABBBBAYA8ToLoIIIAAAggggEAhELAHp2ZtZoathIVlCAR2p0BGeEhn1hpk769Z95EvnAJjx46NN7xZs2bxPBkE8iRAYQS2QcDuQUOuczr7qI1y4T/pgt7LNXLs2m04uuAVKV26dPg3Ib/99ptmzJgRKvjVV1+pVKlSatCgQVjPvli/fr2WLVuWfXN8PSkpSUWLFo2vxzLOeTEfsfWs6cKFC/XWW2/ptdde2yTGjBmjtLQ0rV27Vunp6VkPiefXrFkjOz6+IVvG2pK9Pnau5557Ti1atNApp5yiK664Qv369dPXX3+tGjVqZDtD7quLFy9W9+7ddfzxx+vss8/W9ddfryeffFJLlixRxYoVNzmwePHiuueee2T/DseMJk2apIEDB+qcc87RmWeeqdGjR2/ymcfabe3PbmJO1l57H8xlk4tkWcnr9bIcqs8++0wbN25Up06dVLJkyay79ph8+s+/a0W7O7Vxyu9yzmmqVukS/aRffJq1Efa5oXnz5todkb1fxuoViUR0xhlnqFq1avryyy9lfSW2L5ba+79q1arYao5psWLF4tvr1q2bpzbGD9yBzLnnnquff/5ZPXr02PwsGdEvm7a02LzAzt1yyCGHKDk5WVOnTtXy5cs1ZcoU1alTR1WqVIlfqHbt2tprr71CnVeuXKnJkyeHcWzvQ7xQZsbeI4vM1e1KdnSMxy5qY7R8+fKx1Xhq22yfzRM259m8Ed+ZQ6ZIkSJKSUnJYU/OmypXrpzzDr/VrueTXF8rVqyQzd25FchrXXI7T27b7b3Ovi81NVVlypQJc9+GDRuy797p6/b+2Bi192VLFnm5sPVxG+v291Zff/318HdX7d7+9ttvb3Ia8z3rrLPCvfyLL74I+6zP2/3fxkWjRo3Ctl2xsPbbfS37vc7ufzZGYv13R+5pO60duUxWJ554ouxeYrE77iU7cs0dsbHPLhMnTlSfPn02P03MKqRhsXmZArJlS3NZrIqLFi3S33//HVvdLN2Wc2x20HZsCLfO7eCMbMe1CsUhNBIBBBBAAAEEEEAAAQQQQAABBBJfgBYigAACCCCAAAIIIIAAAggggEDiC9BCBBBAAAEEEEAAAQQQQAABBBBIfAFaiAACCCCAAAIIIIAAAggggAACiS9QWFrYuXPneFOfeuop2QMN4xvIIIAAAggggAACCCCAAAIIIJDgAltrnv0CY/tF4lbu1Vdf1eDBgy1LIIAAAggggAACCCCAAAIIIIDAHiRAVRFAAAEEEEAAgcIo4Apjo2lzARVw4aGtBbRyVKsACKxevVr2gEirStmyZcPDbS1PIJBXAcojkBeBx6/ZoDOPTFdGhkK077NcL41Zm5dTFJiyRx99tCKRiMaPH68VK1aE9JBDDlGVKlVyrGNqaqpsvs1xp9+4YcMGrV2bN4uTTjpJX3/9tb799tscw/6+TfHixf3ZN38VK1ZMlSpV2nxH5pZ169YpLS0tcy2avPTSS3rwwQdVtWpV9e7dW2+//bbGjRsX4oorrogW2srS7j+9evXSRx99pJNPPlmPPvqoRo8era+++kpvvfWWjjzyyM3OUKJECV1//fX65JNP9PLLL+vaa6/VgQceqEWLFumOO+7QhAkT4seY/5tvvpmjhznZva9+/frx8jll8nK9rMevXLlS5hr7O09Z9+0J+fSfZmnZ+b2VNvn3MD437FdNdccO0hcLZ2n58uWy9876RXp6enj/7D38+OOPtavD3uPcPG2MtW3bNuy2/rR48eKQjy1sHNr7G1vPKV2zZk188yWXXJKn9mX4yS1rVKhQIX6urWX23Xdfvfjii6GPH3DAATkXdy5st6VFWMnHRe3atVW9enVNnjxZ06dP159//qmDDz5YWecVa+P++++vWbNm6bffftO0adNk67Y9P6pm7/+OjnGrl43XJUuWWHaTWLhwYZjTy5QpoyJFimxxnrQDbUxknytte35E6dKlwxyT27nzuy72/me/to0XM7OxVbRo0ey7d/p6rE/++uuvmjNnzhbP/+WXX8rmg+HDh4f7mfXhc845RzfffLPsnpvTwfaet2nTRjaP53T+Ro0aqU6dOuF+ZH1o0qRJmjJlilq0aKHy5cvndMp82ZaX+7/Nedt6D82PymZOW+HUP//8s6y/2OemUaNG6YMPPojfT3bXPWV77mGxeb5u3bqhXduyqFGjhp5++unw2alhw4Y5H5I5sUfNMldyLrlHbK1YsWIYS7lV1sZQbvt25vbguR2ckZ1ZiQQ6F01BAAEEEEAAAQQQQAABBBBAAIHEF6CFCCCAAAIIIIAAAggggAACCCCQ+AK0EAEEEEAAAQQQQAABBBBAAAEEEl+AFiKAAAIIIIAAAggggAACCCCAQOILFJoWdunSRfbL3azBf/zxh4YOHWpZAgEEEEAAAQQQQAABBBBAAIHCILDVNh5++OHq2bNnvJz90vBffvklvk4GAQQQQAABBBBAAAEEEEAAAQQKvAAVRAABBBBAAAEECqVARqFsNY0umAIZsofSFcy6UauCIGAPQF6wYEGoSvPmzWUPzA0rLBDImwClEchVwDkn5/6JSCQii0f+tV5nNFov5490fnnRncv14sdr/Nqe9apbt6722WcfTZgwQd9//71mzpypU045RUlJSTk2pESJEtprr700f/58TZs2bbMytn3y5MkqU6aMKlSosNn+rBtsv5Wz8nZc1n2WHz16tJo2bapBgwbZao7hnNO+++6rFStW6Mcff9yszO+//64lS5bEt69evVqff/55uF/06dNHZ5xxhqpWrarixYuHMrNmzQrp1hZ23p9//llHH320evToocaNG6t8+fJKTk6WXSN7e958883gOmrUqNB/6tSpo44dO2rEiBHq1q2b1q1bJ/s7RcWKFQv1Wbhwoez82esxZ84ctW7dWpdffrmWLVuWfXd8fVuvFz8gS6ZXr16y+2v9+vWzbN0zsmk/ztTStncqfeofflRKG+pV07pH/yW3f3U550eqD2uJc86SsC1kCuDigAMOCP3f3vN33nlH6enp8VraHFSlShWtWrVKM2bMiG+PZdasWaOpU6fKxuuu/GzUvXv3MC+0a9cuVpWc04zoN05bWuRcaOdttXnG+rONW5vnzLJRo0abXMDmPBvHNl988cUXsjFo67Z9k4I7uLKzxnisGjb3zZs3L7YaT20us302x1sbbJ6za3/77bdhvokXzMzYPcD6jZXP3JRvSaVKlVS6dGlNmTJlk/k5dkGb+8w/VufY9rS0tM3qvnTpUs2ePTtWZJtSu+ds2LBhk7J2Hvt3kXZ/s3tTbGdO1zRX842V2Z7UxmWzZs1C+22+zu07r90bXnnllTDO7T6VkpIS7Ow9tffMDHO7vt0j1q5dG+5L2cuUK1dORxxxhH777bcQdl8sVaqUWrRokb1ovqybsY1Ley+y3y/tgtnv/2Zkn022dg+1Y/MrbNraFfNVftV/Z5z3hhtuCHO8fX7Z4vkMyxeIJnu+WsWKFWVj1sab3SN80+IvG6N2v41vyMdM8NwOzkg+1mkPPjVVRwABBBBAAAEEEEAAAQQQQACBxBeghQgggAACCCCAAAIIIIAAAgggkPgCtBABBBBAAAEEEEAAAQQQQAABBBJfgBYigAACCCCAAAIIIIAAAggggEDiCxSeFtovJ+vcuXO8wUOGDNH69evj62QQQAABBBBAAAEEEEAAAQQQSFyBbWuZ/ZLu0047LRS2X7bbu3fvkGeBAAIIIIAAAggggAACCCCAAAJ7ggB1RAABBBBAAAEECqeAPQ4z85mYhROAVhccAd8RnbMeWXCqRE0KlsDYsWPjFbKHaMZXyCCQJwEKI7C5gHOb3n+cc4pEIiGSkpJkMejK9Tqt0Xpl+P+UkaGOdy7XCx+t0Z70U7JkSR199NH67bff9NRTT6l8+fI64IADcm2CtfuUU04J+59++mktXrw45G2xbt06DR06VHPmzNHxxx+vSpUq2eZcw/ZbOStvx9nxscJz584N9UlPT1fjxo1jm3NMjzvuuHCtF198UTNnzoyXsbpZHdPS0uLbYpk1a9Zo6dKlsdWQTpo0Sc8++2zIZ13Yv5ux937lypVZN4f8smXLZOcKK36xceNGjRw5UhMnTvRr/7zq1Kkja9/rr7+uFStWxHdY+YULF4Z+tddee8k5p1NPPVUpKSmh/X/88Ue8rFkMHz5cts3eozJlyoR9OdVvW68XTpAgi7RJM7W07Z1KnzrbtyhD6fWqae3DV8jV2zuMV+u79j5aOOeCtS9YYF/ORftCjRo19Ndff4X+k7WyDRs2VIkSJTRmzBjN9eMlti/Dz0WffvppGAv77ruvqlWrFtuVb+lZZ52l77//Xn379t1GVxfqYkuLsJKPC+ecGjRooPnz5+vtt9+WjbXatWtvdsX69eurWLFi+uijj8IYtPXNCuVhg3MujG2bg2z8y/84F31f8zLG/WG5vmwOefLJJ7VgwYJ4GZsjhg0bFubFk046KWyvV69eMLC5afTo0f6WlRG228LmvldeeSWUt/nUtjnnNqu7dtKP+R9zzDGhj9p1bW6Lndrqbvci87G50DkX3pOqVavK5soffvghVlR23FtvvRXe1/hGn3HObbHu9v3Bxogyf+y9sXuQ3YuaN2+u0qVLhz1169YN8/uXX34Z97LxZcf/8ssvoUzWhc3Ftr5q1SpLthqtWrXSPvvsI7t3PfHEE5uNcTvP3Xffrc8++0wHH3xwuDfYSe3eafdhu5fceuutsvqZhe2zsD7x9ddfq1+/fsHh5JNPts2bhHNOsb/T+s4774R7lt1Xqlevvkm5/FqxNuTl/l8g7ml+svKv/CIp0Oe1ecT61IABA1S0aNGt19X3r1AogIVFWN1TF7H+ap8xs85ZNh/YfGrz6q5oW2DdDs7IrqjcHncNKowAAggggAACCCCAAAIIIIAAAokvQAsRQAABPdWkEQAAEABJREFUBBBAAAEEEEAAAQQQQCDxBWghAggggAACCCCAAAIIIIAAAggkvgAtRAABBBBAAAEEEEAAAQQQQACBxBcoZC3s0qVL+IUz1uwpU6bIfkmQ5QkEEEAAAQQQQAABBBBAAAEEElogD43r2bNn+KXAdsjzzz8fftm55QkEEEAAAQQQQAABBBBAAAEEECjgAlQPAQQQQAABBBAopAL2KEB7kFUhbT7NLkgCGRnxhy0WpGpRl4IjYA/gjNWmWbNmsSwpAnkToDQCWxFwzsk5p0gkoqSkpBApKSlKTk7Wg1es05lHpoX9voi69F2u50ev0Z70c/TRR4e2TZ48Wcccc4wqVaq0xeqfcMIJatmypf73v/+pdevWuvHGG9WrV6+Qf+ONN9SgQQNddNFFwWRLJ3LOqUuXLjryyCNlx9m57Dzdu3dX+/btNWvWLJ199tk64ogjtnQa1a1bV127dtX8+fPDdbt16yY7x3nnnadff/1VRYoUiR9fvHhxHXfccVq3bp3+/e9/y8redddd6tixoy699FKVKFEi/B2fGTNmxI+pWLGiSpcurVdeeUW33367xo8fr1q1aumggw6SmVldrd4WZ511lp588klVq1ZNK1as0MKFC8N5rOzpp5+u7777LthZ/fr06aMLLrhATz/9dDBo0qRJKNuoUSNdcsklof223+oYK/vaa6+pXr16uvDCC+O+OdUvL9cLF81crF69WldeeaWsDuPGjcvcWvCTtEkztfSCvtow7c/gkl6vmtY8dJki9aqH99PGqo1dG8POuVAm1irnXCxb4FLrd+eee25oQ/bK1axZU2eccYYWLVqkvn37auDAgRoxYoSsH77++uuqUKFCGD82V2U/dmetWx3smm+//bYOPfTQPJzWvnFKtrTIw4HbXbR+/frh2L/++kv7779/8Akbsiz23ntvWZtmz54dUlvPsjvP2WLFiqlq1aphbrK/P/jwww/r77//DuMrL2N8Sxe293fOnDlq165dmPdsvrB54/fffw/zYZ06dcLhNvddc801YS6z+cTKW2rj/bLLLtOqVavCfBwrn1vdw8l2cGFj0ebsfffdV0888YTatGkT+m2s7jb3t23bNj73O+d06qmnhnFwxx13hDnK+rkd984772i//fbbpEZbq7vN87feemv8PHbvsXvQscceG+oSO5ndK+x+aP9OslOnTjIvc7OxdvDBB8eKxdPatWuHe6m9z1b2l19+ie/LKVO5cmXdc889MnO7b5x88snhfmr3pKuuukp2z7D2mVPv3r1VpkyZcBrnnKw+55xzjubOnSt7X5s2bSpbt3vziSeeKDt+3rx5+te//qXGjRuH47IvbBzYuLXxa/3F7l9Z75fZy+/Mdefydv/f3nvazqxzmLB26gkL/smsj9oY/fDDD3PtRzm2IjaxhzQsciy2MzfaWOjcuXP4jGXjIKfo0KGDpk+fnufLOufC50T7fGseNsfaGLdxaPdfm1PyfNLtOMD/7zFtTz+MbMe1Ev4QGogAAggggAACCCCAAAIIIIAAAokvQAsRQAABBBBAAAEEEEAAAQQQQCDxBWghAggggAACCCCAAAIIIIAAAggkvgAtRAABBBBAAAEEEEAAAQQQQACBxBcobC0sW7Zs+MUxsXYPGTIkliVFAAEEEEAAAQQQQAABBBBAIGEF8tIw++Xo9kt8Y8fYL2S1X5oaWydFAAEEEEAAAQQQQAABBBBAAIGCKUCtEEAAAQQQQACBwioQfQRmdFlYDWh3wRFwcgWnMtSkQAnYg6ctrFL28Gp7MKTlCQTyKkB5BHITcM7JuWhEIhFZJCUlKTk5OURqaqpSUlJ032VrdXqjdcrIkDL8f5fcvUzPfbA6t9MWuO377ruvDjzwwNCW4447LrR5S5W09t90003q27evqlevrnHjxum9995TkSJFZNsff/xxVa5ceUuniO8rV66cHnjggXCcHW/n+eijj1SpUqVwfjufXS9+QC6Zc889V4MGDdIBBxygzz77TJ9++qkaNmyoe++9N5wr62Ht2rVTt27dVKFCBX3yySd68803Q9vvv/9+PfbYY9prr700e/ZsrVy5MhxWt25ddejQQenp6Xr33Xc1fvx4FS9eXL169VLr1q1DuXfeeUdjxoyR3Y+ef/55XX/99aG/TJ06NZzD+o1d09pTtmxZWRvtumvXrtXVV1+t/v37q2TJkvGyl1xySaiL3du+/PLLUMcVK1aEf7vz5JNPqmrVqqGsLXKqX16uZ+fYkyPthxla3Lav0n75M4zB9HpVtW7Q5Urev4ZsjFr/MQ8LG8MWzrmt9vOCYmJ9umnTpptVxzmnFi1a6LrrrlOdOnX022+/6YsvvpD1qVNPPVU9evRQjRo1NjtuZ2244YYbNG3aNF188cV5P6Wvux3k/MLCJ/n+2nvvvVWzZs1wncaNG8v6Q1jJsihdurQaNGgQtlhq62FlBxY2d9j8+uOPP8rmiUWLFoVr52WMb+nyxYoV0z333KMzzzwzzHs2/1mfGTx4sNq3b79JP7d6DB8+XC1bttTixYvDvPLzzz/r2GOP1TPPPKO2bdtuUj6num+pLnnZZ3OYzWWdOnUKc6vZ2Fxnc57Nw9dee224z8bOae+ZzfH2vnz33Xf68MMPVa9ePdk59t9//1ixeLqlul944YVh/ra/v2nXtTnC5uas87CdyObWRx55JPjY+LKypUqVkt3j7F5pZbKG3XPMdtmyZXHbrPtzytvYHTFihP773/+G8Wr3l9dee03ffvttuL/ecccdGjZsWNiX9Xi7B9kYHzp0qE444QSVKFFCc+bM0V9//RXuZzYHvPDCC+He5VzOo8zuudYOu7fVqlVLjRo1ynqJfM/n5f5v43Vb76H5VfFcGPPrcrv9vPbZxOb4yy67LO91iXW5kIZF3s+RxyM2bNigefPmhTFg4yCnmDt3rtLS0vJ45mjxihUrhs+ZNmfZ5zH7DGdj3T7v2efKaKn8XYY+uB2ckfyt1h55diqNAAIIIIAAAggggAACCCCAAAKJL0ALEUAAAQQQQAABBBBAAAEEEEAg8QVoIQIIIIAAAggggAACCCCAAAIIJL4ALUQAAQQQQAABBBBAAAEEEEAAgcQXKJQt7NKli6pUqRLa/s033+i5554LeRYIIIAAAggggAACCCCAAAIIJKhAnpt12223qVmzZuE4++WxvXv3DnkWCCCAAAIIIIAAAggggAACCCBQYAWoGAIIIIAAAgggUGgFMgpty2l4QRTIED2yIL4vBaFO9qDlWD1ifxYbWydFIA8CFEVgqwLOOTnnFIlElJSUFCI5OVkpKSlKTU0Ncd/l63Vm4zQ5KcSl9yzTs++vVkH6qVixot54440Qlo/VrXjx4ho8eLC+/PJLNWnSJLY5pB07dtS3336rE044IazHFmZx8skn6/nnn9fXX3+tCRMm6PXXX1fbtm1VpEiRWLGQ9urVSzZn169fP6xnX1h5O86Ot/NYjBw5UnZ+u0728jmtO+d0+OGHa8iQIaE+X3zxhQYOHKgjjjgitNfqEDvO3ju73ltvvRXaZvW344477rjw72KsHkOHDlXJkiXDIVbe/s3MuHHjQvlu3bqF7RUqVNCtt96q2HZLe/bsqVq1agUva8fll1+u2I+dx65r57d95mp1MOMSJUrEioXUuWh7nnjiCVlbrOzo0aN1zTXXKHtZO29O9bPt23q9cFG/iPUFu17299zvLnCv9T/M0OJ2dyn917/CuNt4wN5a99BlStpv7zA+bYxamIWNXetPztkojTbFuX/y0S27dlmmTBndeeeduu6661S0aNEcL+6c0/nnn6/HH398s3LOOdWrV0833HCDHn744VCmX79+atOmTa7ny/Eiedho49LGzIABAzYb69t8mozo53tbWmzzcTtQsHTp0ho+fHgYw+aT26lsfFv/tzR7mdj4eMPPo1nnUCuX2746depoxIgRYY58//33ZetW3rltH+NWPqewec3m1iOPPFJWX5sr7L2x+czmQ+c279/2b/9s3vr444+Dhc1b999/v+rWrbvZJayu2etu84L52LyV/YDYPqtX9n05rdtcZnPae++9F+pi9bc5L6e6Oxf1srZZG62s9cFq1arJrpf9Pcmp7rE62Fxw6qmnKnZdm4dtrrR7UaxMLDUXu5fY9ey6dv39999f1n6zz3pfsz5gtlbWjLbUz2Lnt9Sua2Pc/i1m7Fi7lt1fzzzzzFzHmXNODRo0kL1/dn+wa1rYe9u3b98c31O7XtawdtsxL730ksqXL5911zblY++5ecQOMAf7TJH1PTEn87L3KlbOUmu71SF2X7R7Y273f5vHs5a1ett7Z9e2vmTny8+waWtXzVf52Y6tndveU5sXBg0aJLtHba18jvsNy3YEsLCwtXwJm4utr1l/2FpYH7S+aBWxdlp56z+2njVy22f9zOas2Hiz/md9smvXrlv8nJv13DuSD6zbwRnZkYsm5rG0CgEEEEAAAQQQQAABBBBAAAEEEl+AFiKAAAIIIIAAAggggAACCCCAQOIL0EIEEEAAAQQQQAABBBBAAAEEEEh8AVqIAAIIIIAAAggggAACCCCAAAKJL1A4W1i9enV16tQp3nj7hTbxFTIIIIAAAggggAACCCCAAAIIJJzA9jWoR48e8QOHDh0q+6Wt8Q1kEEAAAQQQQAABBBBAAAEEEECggAlQHQQQQAABBBBAoPAKhMcEhkXhNaDlBUXAyTlXUCpDPQqYwNixY+M1atasWTxPBoG8CVAagS0LOBe9Dznnwj0pEokoKSlJycnJIVJSUpSamhri3svW6fQj1yvDTukXl9+zVM+MWm1rBAII7GSB9d//pkVt+yrt17/8mTOUvn81rX2wq5L22zuMRxuXNj5trNqYtbFr4ZwLY9kfxCsPAlWqVNGTTz6p0aNHq3Hjxnk4Moei/j2wrc4vLHzCCwEEECjYAn6y8q+CXccdqF2ZMmU0aNAgffrppzr++ON34Ez+0Mw5XgEsLPxGXjsqEFi3gzOyoxdOuONpEAIIIIAAAggggAACCCCAAAIIJL4ALUQAAQQQQAABBBBAAAEEEEAAgcQXoIUIIIAAAggggAACCCCAAAIIIJD4ArQQAQQQQAABBBBAAAEEEEAAAQQSX6AQt/CSSy5RyZIlg4D9Qs0333wz5FkggAACCCCAAAIIIIAAAgggkHAC29kge+jEbbfdFj+6T58+mjdvXnydDAIIIIAAAggggAACCCCAAAIIFCABqoIAAggggAACCBRigQxre1hYhkBgdwpkKCODzrg734GCeu358+fL/r6y1a9GjRpq3ry5ZQkE8i7AEQhsg4BzLpRyzsk5p6SkpBDJyclKSUkJkZqaKot7L0/TmY3X+3Ly4XRlv6Ua8e4q8YMAAjtPYP33v2nRBfdow29zwzjbWL+61j3YVcn77R3GoY1FG5s2RmPjNRKJhLLOuVAR56JpWGGxRYH27dtr2rRpulOWjiYAABAASURBVPTSS7dYbpt3Zn6+t0/5Ftt8HAURQACB3SWQwJNVixYtwhx/9dVX7xzdmFVIw2LnnLeQnyXcOreDM1LI3TZrPhsQQAABBBBAAAEEEEAAAQQQQCDxBWghAggggAACCCCAAAIIIIAAAggkvgAtRAABBBBAAAEEEEAAAQQQQACBxBeghQgggAACCCCAAAIIIIAAAgggkPgChbmF+++/vzp16hQnGDJkSDxPBgEEEEAAAQQQQAABBBBAAIFEEtiRtvTo0UPHHHNMOMUvv/yi3r17hzwLBBBAAAEEEEAAAQQQQAABBBAoWALUBgEEEEAAAQQQKMwCPAqzML/7Ba3tLjyotaDVivrsfoGxY8dq9erVoSLNmzcPD+IOKywQyKMAxRHYVgHnovck56JpJBIJc09ycrJSUlJCpKamyqLfZWk6/cj1ysjIkP33r3uX6ul3Vm7rpSiHAAJbEFj/v9+0oO3dSpv+lx9j0ob6e2vdA5coZb+9w/izMWhj0sZmUlJSGKc2Xp2Ljl07tXPOEmIbBR566CGVLl16G0tvQ7FMf3sXLLbhCIoggAACu1Ugc9rarXXIr4s/8cQTqly58s47febEHjXLXNl5Zy+0Zwqe28EZKbRiOTecrQgggAACCCCAAAIIIIAAAgggkPgCtBABBBBAAAEEEEAAAQQQQAABBBJfgBYigAACCCCAAAIIIIAAAggggEDiC9BCBBBAAAEEEEAAAQQQQAABBBBIfIFC38IuXbrEDd5++219/PHH8XUyCCCAAAIIIIAAAggggAACCCSIwA41w37JdM+ePePnGDx4sF599dX4OhkEEEAAAQQQQAABBPJL4KefftIPP/ywS+Kvv/7Kr2ZwXgQQQGBXCXAdBBBAAAEEEECgUAtkFOrW0/iCJZAhe3hywaoTtSkIAmPGjIlXo1mzZvE8GQTyKEBxBPIs4JyTc06RSCREUlKSkpOTlZKSEsL+XohFv8vTdeZRaZKc/0+6esBSDX9nlfhBAIHtF1j33XQtaHe30mfM9ePKaeOB1ZX2wCVK2beabNxZ2Fi0MWlj08LGqnN+HPqwKzvnLCF2p0BG9BunLS12Z1W4duEROOGEE/Ttt9+qY8eOhafRtHSnCdi0xXy1jZyG5YtGE9Q8xU55Bc/t4IzslKsnzEloCAIIIIAAAggggAACCCCAAAIIJL4ALUQAAQQQQAABBBBAAAEEEEAAgcQXoIUIIIAAAggggAACCCCAAAIIIJD4ArQQAQQQQAABBBBAAAEEEEAAAQQSX4AWHnHEEerUqVMcYujQofE8GQQQQAABBBBAAAEEEEAAAQQSQ2DHW3HaaaepW7du8RP17t1bS5cuja+TQQABBBBAAAEEEEAgvwTS09O1KyK/6s95EUAAgV0nwJUQQAABBBBAAIHCLWCPxOS5mIW7DxSY1vuO6Jz1yAJTIypSQATGjh0bamIP9m3evHnIs0Ag7wIcgUDeBJyL3pOcc3LOKRKJhLC5KDk5WSkpKSFSU1Nlcfdl6Trz6DRlyP/4xbX3Ltawt1b6FV4IIJBXgXUTf9X8dvcobea8cGh6/b2V9kAXJe9TNYw3G3M2Bm0s2pi0sDHqXHS82kHOOUuI3S4QfR9sabHbq0MFEEAAga0J+MnKv7ZWiv0mELvXBrCwsK3EDgoE1u3gjOzgdRPrcFqDAAIIIIAAAggggAACCCCAAAKJL0ALEUAAAQQQQAABBBBAAAEEEEAg8QVoIQIIIIAAAggggAACCCCAAAIIJL4ALUQAAQQQQAABBBBAAAEEEEAAgcQXoIVBoEuXLiG1xfPPP6+vvvrKsgQCCCCAAAIIIIAAAggggAACiSGwk1rRs2dPHX744eFskyZN0rXXXhvyLBBAAAEEEEAAAQQQQAABBBBAoAAIUAUEEEAAAQQQQKCQC2T49mdk2NJneCGwOwV8P6Qv7s43oGBee9y4cZo+fXqoXPPmzVWjRo2QZ4FAngU4AIHtEHDOhaOcc3LOKRKJhEhKSlJycrJSUlJCpKamyuKuS9N15tFpvqx8OF133xINfXOl+EEAgW0XWDdxuuZf2F8bZs2X8/9tPKi6Njx4iVL2qRrGmY01G3s2Bm0sWtjYdM6X9mFXcs5ZQhQIgeh3TVtaFIgqUQkEEEBgSwJMVlvS2XRfzCqkYbHpfta2S8D/7zFpOzgj23W1BD2IZiGAAAIIIIAAAggggAACCCCAQOIL0EIEEEAAAQQQQAABBBBAAAEEEEh8AVqIAAIIIIAAAggggAACCCCAAAKJL0ALEUAAAQQQQAABBBBAAAEEEEAg8QVoYVSgadOmOu+886Irfjls2DC/5IUAAggggAACCCCAAAIIIIBAYgjsrFaUKlVKPXv2jJ/u2Wef1bXXXhtfJ4MAAggggAACCCCAAAIIIIAAArtPgCsjgAACCCCAAAKFXSD6aMzosrBb0P7dL+Dkdn8lqEGBEhgzZky8Ps2aNYvnySCQVwHKI7C9As5F703OOTnnFIlEQiQlJSk5OVkpKSkhUlNTZdH30g068+g0ZWRkyP67/v7FGvL6CvGDAAJbF1j77a+a2+4epc2cF8bQhoP21oYHuiil7l5hfNkYszFnY8/GoIWNSedcGJ92BeecJURBEch8P+xdsSgo1aIeCCCAQG4CmdNWbrvZnlUgNrGHNCyy7iW/nQKhD24HZ2Q7r5eIh9EmBBBAAAEEEEAAAQQQQAABBBBIfAFaiAACCCCAAAIIIIAAAggggAACiS9ACxFAAAEEEEAAAQQQQAABBBBAIPEFaCECCCCAAAIIIIAAAggggAACCCS+AC3MItC5c+f42lNPPaWffvopvk4GAQQQQAABBBBAAAEEEEAAgT1YYKdWvWXLlrr77rvj5xw0aJB69uwZXyeDAAIIIIAAAggggAACCCCAAAK7RYCLIoAAAggggAAChV4go9ALAFCQBOxByQWpPtRl9wosXrxYw4YNi1eiRYsW8TwZBPIoQHEEdkjAOReOd87JOadIJBIiKSlJycnJSklJCZGamiqLPpdu1NlNNsiF/6RuA5foqdf/Fj8IIJC7wNpvftW8C/or/fcFYeRsbFBDGQ90UUqdvcK4srFlY83GnI09CxuLzvmR5sPO7JyzhChIAhnRb5y2tChIVaMuCCCAQE4CNm0xX+Ukk8M2w7LNASwsbI3YQYHAuh2ckR28bgIdTlMQQAABBBBAAAEEEEAAAQQQQCDxBWghAggggAACCCCAAAIIIIAAAggkvgAtRAABBBBAAAEEEEAAAQQQQACBxBeghQgggAACCCCAAAIIIIAAAgggkPgCtDCrwJlnnqnTTjstbNq4ceMmv2gzbGSBAAIIIIAAAggggAACCCCAwB4psPMrffPNN6tLly7xE/fp00evv/56fJ0MAggggAACCCCAAAIIIIAAAgjsagGuhwACCCCAAAIIIBAekRkWWCCwuwWcnHO7uxJcvwAJDB06VLNnzw41atasmRo3bhzyLBDIuwBHILDjAs5F71HOuXC/ikQiskhKSlJycrJSUlJCpKamyuKOrht05jFpysi89E0DF+nJV1dkrpEggEBWgTUTpmlOu3uUNntB2LyxQXVlPNBZybWrhPFkY8rGmI01G3MWNv6cc2E82kHOOUsKZBx00EE6/PDDd0nstddeBcsg832xd8eiYFWO2iCAAAI5CPjJyr9y2MGmzQQy53gFsLDYrAgb8i4QWLeDM5L3SyXoETQLAQQQQAABBBBAAAEEEEAAAQQSX4AWIoAAAggggAACCCCAAAIIIIBA4gvQQgQQQAABBBBAAAEEEEAAAQQQSHwBWogAAggggAACCCCAAAIIIIAAAokvQAs3E+jcuXN821NPPaVZs2bF18kggAACCCCAAAIIIIAAAgggsEcK5FOl7SEVxx57bPzsbdq00V9//RVfJ4MAAggggAACCCCAAAIIIIAAArtQgEshgAACCCCAAAJ7kMD//d//adGiRTu9xuGhtGGx00/NCRHIo0CGMjLojHlES9jia9eu1bBhw+Lta9WqVTxPBoE8C3AAAjtJwDkXzuSck3NOkUgkRFJSkpKTk5WSkhIiNTVVFndcmqGzjkn3ZeXD6ZYHF+vJV1aIHwQQ+Edg7YRpmntBf234c7Gc35xxSE1lPNhZKbWrhHFkY8nGlo0xG2sWNvacc3LO+SMUT1VAf5xzoY7O7Zq0QDFkfr63T/kWBapuVAYBBBDISYDJKieVnLfFrEIaFjmXY2ueBMKtczs4I3m6SgIXpmkIIIAAAggggAACCCCAAAIIIJD4ArQQAQQQQAABBBBAAAEEEEAAAQQSX4AWIoAAAggggAACCCCAAAIIIIBA4gvQQgQQQAABBBBAAAEEEEAAAQQQSHwBWri5QLt27XT88ceHHStWrNjkF26GjSwQQAABBBBAAAEEEEAAAQQQ2MME8rO6n3/+uSpVqhS/RPXq1TVz5sz4OhkEEEAAAQQQQAABBBBAAAEEENg1AlwFAQQQQAABBBDYkwTWr1+vevXq6dFHH92p1XY79WycDIEdEXDhwag7cgaOTRyBoUOHasqUKaFBxYoVU8uWLUOeBQLbI8AxCOxMAedcOJ1zLty3IpGILJKSkpScnKyUlJQQqampsuh1aYbOPCZdGRkZIW55cJEeH7ksnIMFAoVdYM3X0/Rn235K+3OR/AhRxiE1pYGdlFqrShg/NoZsTNnYsjFmYePNORfGn/k55ywhCqpA5vtj75JFQa0m9UIAAQRiApnTVmyVdEsCmRN71CxzZUvl2bdNAsFzOzgj23T2xC9ECxFAAAEEEEAAAQQQQAABBBBAIPEFaCECCCCAAAIIIIAAAggggAACCCS+AC1EAAEEEEAAAQQQQAABBBBAAIHEF6CFCCCAAAIIIIAAAggggAACCCCQ+AK0MBeBzp07x/c89dRTWrRoUXydDAIIIIAAAggggAACCCCAAAJ7mEC+V/eHH37Y5Bp169aVPcRik42sIIAAAggggAACCCCwAwLLly/XbbfdpquvvlqTJk3K9Uy///67rr/+eg0cOFBr167NtRw7EEAAgQQUoEkIIIAAAggggMAeJ7B06VJdddVVOvHEE/X555/vlPpn7JSzbNtJVq9erZEjR6p9+/Y66qij1KhRIx177LHq0KGD3n33Xa1bt26TE02ZMkXNmzdXr169Ntme04qVsbJ2TE7782ObXcuuadfe3vPbw4C/+eYbjRo1antPka/Hbdy4Ue+//74mTpyYr9eJnjwjPBg5mmdZmAVmzpypwYMHxwlatmypWrVqxdfJIJBHAYojsNMFnHPhnM45OecUiURCJCUlKTk5WSkpKSFSU1Nlcful0tnHbZAvbC/dNmixHh+5XPwgUJgF1nz1i/5s10/pc5fI+f8yDqkpDeyo1FqVw7ixsWNjycaUjS0LG2vO+dI+zM45ZwlRkAUyot84bWlRkKtK3RBAAAETsGmL+coktiEMyxeLJqh5ip01ohGZAAAQAElEQVTyCp7bwRnZKVff409CAxBAAAEEEEAAAQQQQAABBBBAIPEFaCECCCCAAAIIIIAAAggggAACCCS+AC1EAAEEEEAAAQQQQAABBBBAAIHEF6CFCCCAAAIIIIAAAggggAACCCCQ+AK0MDeBLl266LDDDgu758yZw0MLgwQLBBBAAAEEEEAAAQQQQACBPVMg/2tdtWrVzR7M07VrV1188cVasGBB/leAKyCAAAIIIIAAAggUGoG0tDS9/vrrWrZsWaFpMw1FAAEEtk2AUggggAACCCCAwJ4r8Omnn+r444/XtddeqxUrVuxQQ+yRmbviuZlz587VpZdeqv79+2v69OmqUKGC9t57b5UoUUK//PKLbr/9dl1xxRWF7s9JvvzyS1111VVauHDhDr2P+XXwiy++qNtuu02rVq3Kr0v8c17fEZ2zHvnPJnKFTyA9PV2XX365fvrpp3jjbW6Ir5BBIM8CHIBA/gg4F71nOefknFMkEgmRlJSk5ORkpaSkhEhNTZVFj0uks45NV4aiPz0GLdLgF5dGV1giUMgE1nw1TX+07a/0uX4M+EGx8ZAaijzQSak1K4fxEhs/NpZsTFnYGHPOhfFmXM45S4gCLxB9n2xpUeCrSwURQAABP1n5Fw7bIhC7FwewsNiWoyizFYHAuh2cka2ct3DsppUIIIAAAggggAACCCCAAAIIIJD4ArQQAQQQQAABBBBAAAEEEEAAAQQSX4AWIoAAAggggAACCCCAAAIIIIBA4gvQQgQQQAABBBBAAAEEEEAAAQQQSHwBWpirgHNOnTt3ju8fMmSI1qxZE18ngwACCCCAAAIIIIAAAggggMAeI7CLKnrssceG785HH310/IrPPvusDjvsML322mvxbWQQQAABBBBAAAEEENhRgTlz5ui9997Txo0bd/RUHI8AAggkjgAtQQABBBBAAAEEEkBg0KBBqlevnuzv621vczL8gRkZtvSZfHrZ+Z955hlNmzZNZ5xxhsaOHRu+p7755psaPXp0iBYtWuinn36S/VmJlc9rVXr16qUxY8aofv36eT10t5ZPT08v0N/XrX67DMj3w+1573dZ/bjQLhHo0qWLPvroo/i1br/9dp144onxdTII5FmAAxDIRwHnXDi7c07OOUUikRBJSUlKTk5WSkpKiNTUVFn06Op09nEb5KQQdzyyWINfWCZ+EChMAqu/+kV/tO2nDfOXhXGgQ2sq6cFOSq1RKYyT2LixMWRjycLGlnNOzrlA5Vw0DSssCrhARqifLS3CCgsEEECgIAswWW37uxOzCmlYbPuxlMxVwP/vMWk7OCO5nrEQ7aCpCCCAAAIIIIAAAggggAACCCCQ+AK0EAEEEEAAAQQQQAABBBBAAAEEEl+AFiKAAAIIIIAAAggggAACCCCAQOIL0EIEEEAAAQQQQAABBBBAAAEEEEh8AVq4ZQH7pZv2y4StlP2i3mHDhlmWQAABBBBAAAEEEEAAAQQQQGCPEtiVlS1atKi+/PJL3XffffHLzpkzR+eee646d+6st956K76dDAIIIIAAAggggAAC2yNQvnx5lS1bVuPHj9cPP/ywPafgGAQQQCAhBWgUAggggAACCCCQKALz58/XpZdeqlNPPVXffPNNnpsVfXRmdJnng7fxgKVLl+qrr75StWrVdPXVV6tEiRKbHGnfXa+66ipVrlxZP/30k/7+++9N9rNSeAScXOFpLC3dRGDDhg265ZZb9Oyzz8a3n3jiierVq5f4QWBHBDgWgfwWcC5673LOyTmnSCQSIikpScnJyUpJSQmRmpoqi1svcTrr+I3KsP8ypDseWahHnlsifhAoDAKrv5yq2ef3V9r8ZTYCtPGQGoo8cLFSq1cM4yM2Xmzs2BiysDHlnAvjy4ycc5YQe4pA5vtl75rFnlJt6okAAoVXIHPaKrwAeWl5bGIPaVjk5WjK5iIQ+uB2cEZyOV9h2kxbEUAAAQQQQAABBBBAAAEEEEAg8QVoIQIIIIAAAggggAACCCCAAAIIJL4ALUQAAQQQQAABBBBAAAEEEEAAgcQXoIUIIIAAAggggAACCCCAAAIIIJD4ArRwKwKlSpVSp06d4qWGDh0az5NBAAEEEEAAAQQQQAABBBBAYA8R2C3VvP766/X222+rQoUK8es//fTTatmypQ455BDZgy0WLlwY30cGAQQQQAABBBBAAIFtFbCHJ7Zu3ToUf+utt7R48eKQ39oiIyNDM2fO1P333x8eznjFFVfoxhtv1Guvvaa1a9du7XD2I4AAAgVdgPohgAACCCCAAAIJJzB69Gg1btw4fHdbt27dNrcvY5tLbn9Be2hnkSJFtGHDBqWlpeV4opo1a+q9996T/b3D0qVL51jGNtr3VWvrscceq/bt22vu3Lm2OfxZSvPmzTVlypSwvnr1al155ZUhZs+ere7du8uOOeqoo9SxY0d98803snOFwltZWLkxY8aobdu2wdjO06dPHy1atCjHIzdu3KgPP/ww1M+u16hRI51wwgmyPw+aMWNG/Bj78x/bZhseeughWbkRI0bYaoj58+erb9++atGiRdhn7699xx85cqSyv8exsnYdO4/V8fLLL9d33323WTvtWDvHOeecE85rdezatesmZWN+Vi+rjNXTzjtt2jRbzbfI0K7okflWfU68HQLLly/XAw88oMMPP1z33HPPJmcYO3bsJuusILAdAhyCwC4RcM6F6zjn5JyTffaxSEpKUnJyslJSUkKkpqbKovslTuec4O95TqH8nYMX65HnlogfBBJZYNX4qfr9/P5KX7g89Hs1rKWUBzuqSPVKYVzExomNGRs7FjaOnHPR8h7HOeeXvPYoAf/njVZfP+PxSd8gCAQQKPACNm3ZnFXgK1oQKmhYVo8AFha2RuygQGDdDs7IDl43AQ6nCQgggAACCCCAAAIIIIAAAgggkPgCtBABBBBAAAEEEEAAAQQQQAABBBJfgBYigAACCCCAAAIIIIAAAggggEDiC9BCBBBAAAEEEEAAAQQQQAABBBBIfAFauC0CXbp0UbVq1ULRiRMnKusvow0bWSCAAAIIIIAAAggggAACCCBQoAV2X+XOOussjR8/Xqeddtomlfjxxx91xx13qHLlyuHBMp988ommT5+uNWvWbFKOFQQQQAABBBBAAAEEchM4+OCD1aRJE82ZM0fvv/9+eOBibmVtuz3Y8OOPP1b//v1lDybcZ599wkMSixcvrg8++ED9+vXT4sWLrSiBAAII7KECVBsBBBBAAAEEEEhcgQEDBqhevXp65plntqmR4RGaYbFNxberUJkyZXTkkUdq/vz5uu222/TDDz9o48aNeT6XfV/98MMPw5+b1KpVS/fdd5+qVq26xfMsX75cPXr00JdffqmmTZvq+OOP12+//ab//Oc/evXVV7d4rO20a5rlzTffrIULF+qkk04K5xkzZoxuvPFGrVy50orFIz09Xffcc49uueUWLVu2TKeffrpatmwZ/pxn3Lhxuuqqq8J3bTvgsMMO0zHHHGNZHXTQQWrTpo323XffsP7zzz/r4osv1ltvvRXeT9t3wgknaMGCBeH7+iOPPCKrmxWeO3eurrnmGr333ntq0KBBOI+d185h2z/77DMrFsLqe/3114dzWF3tz6datGgR6nTllVfq+eefD+e1B6/a/0uwetmBdj6rQ6lSpWw1n8LFH+6aTxfgtAVEwMbGt99+qzvvvFM2Dq677jpNmjQpXrt///vfoR/GN5BBYLsFOBCBXSfgnAsXc86F+1kkEpFFUlKS7L6akpKi1NTUeNzcxensEzZmzncZ6jt4kQY9w/93D4gsEk5g1fip+v28/kpf9LeU4ZvXsKZSHrhYqXtXDGPCxoeFjRUbMxY2fpxzYTz5I+Kp5Yk9SMC/h1Zb5xcWPuGFAAIIFGwBP1n5V8GuY0GpXeYcrwAWFgWlZnt0PQLrdnBG9uhW74zKcw4EEEAAAQQQQAABBBBAAAEEEEh8AVqIAAIIIIAAAggggAACCCCAAAKJL0ALEUAAAQQQQAABBBBAAAEEEEAg8QVoIQIIIIAAAggggAACCCCAAAIIJL4ALdwmAftlup06dYqXHTp0aDxPBgEEEEAAAQQQQAABBBBAAIECL7CbK2gP5Bk1apRef/11de7cWWXLlt2kRi+//LKaNWum/fbbT8WLF1eFChV06KGH6owzztBll12mXr16ERjQB+gD9AH6AH2APkAfoA9o6dKlm3yOtAel2GfGatWqhQceZn2g2iYFM1dmz54dHhpYsWJF3XrrrbKHsHXs2DH0rdatW8seLPjSSy8pLS1N9vDCXpgHGxx64cBY2HP6AO8V7xV9gD5AH6AP0AfoA3tgH/jf//6X+a1t64l9r7Pvceecc4629h3Qnr8ZHsK59dNudwnnnC6//HKdeuqp+vnnn9W1a1cdf/zxuuSSS/T4449r5syZ2rhx41bPP3bsWN1xxx3hz0keeOAB2d9X3NpB06ZNU9GiRfXKK6/orrvu0oABA/TEE0+oRIkSGjFihObMmbPFU0ydOlXDhw9X7dq19fzzz4dz2HksX7Nmzc3qPXnyZH3wwQc66qijNHLkyDDWevToIfszHmv3woUL9dVXX4VrtmzZUueff37It2jRQt27d1eTJk20YcMGvfDCC1q1apXuvvtuDR48OOyzur/44ovaa6+99Pnnn8e//5vLrFmzwnf4Rx99NF724YcfVqlSpcL1zDcjI0PPPPOMvv76a7Vv315vvfVWqJ+1x3waNmyoIUOGyNpsDyi++OKLZfWyClo9rX7bYm7lty8yMh+CLI0ePTq8V/369Qvmd955p3r37h3ef+sDFr169dpkPfu2Xln2x/KxNHtZW7eI7Y+lWbdlzW9tv5WNxZbK2r7CEpdeeqmaNm2qWrVqqVy5cjryyCNlY8PGf6y/VK5cOYwbG9+xbaQI7JAAByOwiwWcc+GKzjk55xSJRELY/6NPTk6Whd1jY3Fzl4jObrpRvrQPqd/jizRoxGLxg0AiCaz6YqpmnXevNixZGfq5O7yWkgdepNRqFWRjISUlRRY2PmysWNjYcc6PDB9m4ZyzhNgTBfx3EKt2hl9Y+IQXAgggULAFmKy2/f2JWYU0LLb9WErmKhBundvBGcn1jIVkB81EAAEEEEAAAQQQQAABBBBAAIHEF6CFCCCAAAIIIIAAAggggAACCCCQ+AK0EAEEEEAAAQQQQAABBBBAAAEEEl+AFiKAAAIIIIAAAggggAACCCCAQOIL0MJtF7Bfylu6dOlwwKeffqrXXnst5FkggAACCCCAAAIIIIAAAgggUNAFCkr9WrVqpWHDhoWHzgwdOlSnnXZajlVbsmRJeHDPqFGj9NRTT232kJM77riDbRjQB+gD9AH6AH2APkAfKIR9wD4nZv8AWbZsWbVu3Tpstgf8LV6c+0OEvv/++/CQwebNm2/yMEXnnOxBbXXq1NH06dPD59Vx48bRxwphH+O7ltXURAAAEABJREFUBt+19vQ+QP3pw/QB+gB9gD5AH6AP7Il9wL6rhS91eVi88847atiwoXr27KkVK1bkeOSuepRmyZIldeedd+rFF1/UueeeqzJlyoQ/43jyySd1/vnnq0WLFnruueeUnp6eYz3HjBmjHj16aL/99lP//v1VuXLlHMtl32gPE+3UqZMqVKgQ33XQQQfpvPPOC99rv/rqq/j2nDLffPNNsOvSpcsm35GrVq2qSy+9NDzUN+txv/76a3iAabt27WRtju1zzsmua+u5tdH2WSxfvlxz584N793RRx9tm+Jh7ahRo4Y2btwYwnbY+WzdjrHUtlkcdthhev/993XTTTeFetp57Xv8Pvvso86dO4eHEFs5Cztvhw4dtHLlSo0dO9Y27YZwcs6F644ePVoDBgzQPffco759+6pPnz7q3bt3CBu/vXr1Cv8/opdPs0Zsn23LKZ/TNisbi9j+WGrbc8rntC17WVu32FJZ21dYYsiQIbL+N3v27PAeZ11UrFhR//73v/Xhhx+G+SDrPvII7IgAxyKwOwSci97LnHPhvhaJRJSUlBQiOTk53H9TU1MVi/92SdJZTTcqw1c2wy/6Pb5QDz2d+/+/98V4IbDHCKz8fIpmnNtP6Uv+9n3cd/DDairl/g4qUq1CGAP2Wd3CxkZsnNiYcS46fqyhzjlLiD1VIPP9s3fRYk9tBvVGAIHCI5A5bRWeBu9ISzMn9qhZ5sqOnI9jg0Dw3A7OSDi68C5oOQIIIIAAAggggAACCCCAAAIIJL4ALUQAAQQQQAABBBBAAAEEEEAAgcQXoIUIIIAAAggggAACCCCAAAIIIJD4ArQQAQQQQAABBBBAAAEEEEAAAQQSX4AW5kFg3333Db8cNnaIPagwlidFAAEEEEAAAQQQQAABBBBAoAALFLiqFStWTPZAmVGjRmnx4sV65JFHdMUVV+iUU04JD7ixX4Bd4CpNhRBAAAEEEEAAAQQKrECDBg3UpEmT8IBDewDghg0bNqurPShw/vz5KlGihOrWrbvZfvuMesABB2jVqlVatmzZZvvZgAACCOwBAlQRAQQQQAABBBAoVALVqlUL3+9Kly6dY7szctyaPxudc6Eut9xyi9577z2NGzdODz30UPhzj/Xr12vgwIHq37+/0tPTN6nAZ599pl69emndunU65JBDVKlSpU32b2mlSpUqqlev3mZFGjZsKHvY6OTJkzfbF9uQkZGh6dOny+xq164d2xxP99tvP5UvXz6+bplzzz1XH330kY477jgtWbJEEydO1Msvv6wbb7xRt912mxXZatg5hwwZEv5cyArPnj1bH3/8cfDp3LlzOKdtj8VRRx0V6jF48GCdfPLJuvnmm0MdVq5cGSsS0rlz58q+869YsUIPP/yw7rrrrk3inXfeCQ8n/vXXX2XvRzholy4yZOa79JJcbLcKHH744aGf//nnn3rggQfC+N6tFeLiiSZAexDYbQLOuXBt55yci0ZSUlK4z9rf87BITU1VLG7qkqSzm26UnH/58vc+sVAPDVskfhDYkwVWfjZZM8+7VxuWr5bv1oocXlupAy9SkWoVQt+3z+IWNh5i4yMSifiyLoS13TlnCbEnC/jvVFZ9+95pYXkCAQQQKMgCNm0xX23jO2RYvmg0Qc1T7JRX8NwOzshOufoeexIqjgACCCCAAAIIIIAAAggggAACiS9ACxFAAAEEEEAAAQQQQAABBBBAIPEFaCECCCCAAAIIIIAAAggggAACCCS+AC1EAAEEEEAAAQQQQAABBBBAAIHEF6CFeRWwhxPaL+Gy4959912NHj3asgQCCCCAAAIIIIAAAggggAACBVigYFfNHvbyr3/9S4899pg++OADTZs2TWlpabKHvnz66acaPny4br/9dgID+gB9gD5AH6AP0AfoA/SB8NC/nD7d2oNTzjjjDNnDH7/88ktNmjRps2L2gL9Vq1Zttj3rhmLFisVXTzjhBPrcbu5z9hDMnCI/vx/kdL2s27j2zv9ultU3p3yimlu7cmpvbJvtz3vk7f2JXSt7mt/XtfNnv2Zs3fbld8SulT3N7+va+bNfM7Zu+/I7YtfKnub3de382a8ZW7d9uUWsjKW5ldnSdjsup9jSMbF9WY+LbctLmvX4rPltOUdey2c/Z9bjs+azl8tpPa/ls58j6/FZ89nL5bSe1/LZz5H1+Kz57OVyWs9r+eznyHp81nz2cjmt57V89nNkPT6Wz14mt/VY+ViaW7nctseOy5rmVjb79qzHWD77/q2t2zHZY2vHZN2f9dis27cln/XYWH5bjouViR1jaWzbtqZ2TPbY1mOt3M481s5l59zWsPJZI6fjGjZsGP8utq2Z//znP/rll1/UuXPnXA9xfs/ueq5m8eLF1aRJE91111168cUXVbdu3fBnIJMnT/a1+ue1fPlyVa9eXfvtt59effVVTZgw4Z+dW8lVrVpVdp3sxUqVKiX7fpuenp59V3x9zZo1WrhwYXw9e8bOUbRo0U022/mee+45tWjRQqeccoquuOIK9evXT19//bVq1KixSdktrdif/3Tt2lUnnnii2rRpo//+97964YUXZOcvU6bMJofuv//+4c+PjjjiCK1cuVIfffSRbr75ZjVv3lx2DjtX1gOsTW+99ZZee+21TWLMmDHhz57Wrl0brpP1mF2S9x3ROeuRCnbdunUL7e7evbtuu+029ezZM0RO44Nttxf4/z/z0EMPaeTIkRo3bpx+/fVX/f3335o4caLszz+LFCmyS7oYFylsArQXgd0r4Fz0nuack3PRsH9fYZGcnCyL1NRUxeKmS1J0dtMMZWRk+IpnaMBTC/Xg0EU+zwuBPU9g5WdT9Nt59yp9+Wr5Ti0dXkupA9urSNXyoc+npKTIwsaBjQkL+zMs56JjxVrsnLOE2OMFou+jLS32+ObQAAQQSHwBP1n5V+K3c2e0MHavDmBhsTPOWujPEVi3gzNSqOVoPAIIIIAAAggggAACCCCAAAIIJL4ALUQAAQQQQAABBBBAAAEEEEAAgcQXoIUIIIAAAggggAACCCCAAAIIIJD4ArQQAQQQQAABBBBAAAEEEEAAAQQSX4AW5lnAftlwp06d4scNHTo0nieDAAIIIIAAAggggAACCCCAQIEU2EMrZQ+LOeGEE2Tfw7M+HIh8L/Xq1YvAgD5AH6AP0AfoA/SBQtkHypUrl+un27Jly6pt27Zhvz3sb/HixSEfW9jDhkqUKBFbzTG1ByDGdthn0V70s93az3J7yGF+vi+5XTO2nWv32ul9ImabW9orH8dhbteMbc/Pa9u5Y9fJKbX9eY48WuV0XduW39e189t1cgrbl9+R03VtW35f185v18kpbF9+R07XtW35fV07v10np7B9uUXW8rmV2dL2rMdnzW/pmNi+vJaPHRdLsx6fNR/bv6U0r+Wznyvr8Vnz2cvltJ7X8tnPkfX4rPns5XJaz2v57OfIenzWfPZyOa3ntXz2c2Q9Pms+e7mc1vNaPvs5sh4fy2cvk9t6rHwsza1cbttjx2VNcyubfXvWYyyfff/W1u2Y7LG1Y7Luz3ps1u3bks96bCy/LcfFysSOsTS2bVtTOyZ7bOuxVm5nHmvnsnNua1j5rJHTcYcddljsq9hW0+bNm2v8+PG6//77tbXveOERs+FBs1s97XYXePnll3Xsscdq1KhRuZ7D/rzjtNNO06pVq7Rs2bJNyh1yyCEaNGiQbrrppvCw3AcffFBLlizZpExuK/Pnz9fatWs327106VKtXLlSJUuW3GxfbEOxYsVUqVKl2Opm6bp165SWlrbJ9pdeeklWv6pVq6p37956++23NW7cuBBXXHHFJmVzW1mwYIFuvPFGTZ06Veeff76efvppjR49Wl999ZWeffZZ7bvvvpsdWrduXT3++OP67LPP9Oijj+rCCy9UxYoV9cMPP+jmm2/exOukk07S119/rW+//TbHGDx4sIoXL77ZNfJ9g++H0YceS6eccoq6desW6n7rrbeqR48e6tmzp2LjJKcxwrZeO/27aK88fn/aUvlrrrkm9Ofjjz8+9OEtjb1872tcoHAI0EoECoCAcy7Uwjkn56KRlJQki+Tk5PC5xv6fvEVKSopuvCRF5zSzQ3xZnwwcskAPDFnoc7wQ2HME/h43WdPP7a+Nf6+R89V2R9RW0fvbq8he5RXr69bfY2PAxkMkEpFzLoQ/JJ5antgzBZxzmRW3b5ySLS0yN5IggAACBVeAyWqb3hvn/DwfswppWGzTsRTasoD/32PRG+eWi222N7LZlkK0gaYigAACCCCAAAIIIIAAAggggEDiC9BCBBBAAAEEEEAAAQQQQAABBBBIfAFaiAACCCCAAAIIIIAAAggggAACiS9ACxFAAAEEEEAAAQQQQAABBBBAIPEFaOH2CXTp0iV+oP1S2y+++CK+TgYBBBBAAAEEEEAAAQQQQACBgiZAfRBAAAEEEEAAAQQQKCwCBxxwgJo2bao5c+bonXfeUXp6erzp9pCVKlWqhAcuzpgxI749llmzZk14AKE9QLJs2bKxzaQIIIDAHiNARRFAAAEEEEAAgUQWqFixoh577DF9/PHHOuaYY7apqS6Uii5DNh8W9j0zLS1Nb7zxhlauXJnjFTIyMrRo0SLZ91J7GGjWQjVr1lSFChXUsGFDtWzZUtOmTdPw4cNlx2Qtl1N+8eLF+vPPPzfb9dNPP2njxo066KCDNtsX2+Cc07777qsVK1boxx9/jG2Op7///ruWLFkSX1+9erU+//xzlS1bVn369NEZZ5yhqlWrqnjx4qHMrFmzQrq1xdSpU/Xbb7+Ftnbr1i3UsXz58sHG/ObNmxc/xdq1a9WzZ0+dd955+uuvv8JDVRs3bqwbbrhBr7/+upo0aSIrP3/+/GBYpkwZTZ48WbYeP0lmZvTo0eH/FwwaNChzy65PnNyuvyhXRACBhBSgUQgUFAHnovc255yci0ZSUpIs7DOPRWpqariHp6Sk6IYuKTqnuZThG+A/HumBIQs08KkFfo0XAgVfYMWnk/Vrm/7a8Pda/1ldckfUUrGB7VVkr/LxPm793Pq9hX32t3AuOjbkf5xzfslrTxZwLst7mJm3LRZ7cruoOwIIFA6BzGmrcDR2R1sZm9hDGhY7ekaO9wKhD24HZ8QfW1hftBsBBBBAAAEEEEAAAQQQQAABBBJfgBYigAACCCCAAAIIIIAAAggggEDiC9BCBBBAAAEEEEAAAQQQQAABBBBIfAFaiAACCCCAAAIIIIAAAggggAACiS9AC7dT4LjjjlPbtm3jRw8bNiyeJ4MAAggggAACCCCAAAIIIIBAAROgOggggAACCCCAAAIIFBoB55xOPfVU1ahRIzwccN26dZu03R6oWKJECY0ZM0Zz586N77MHK3766aeaOXNmeABitWrV4vvIIIAAAnuIANVEAAEEEEAAAQQSVuDKK6/UtGnTdMUVV+SpjfZw2TwdsB2FDz30UB100CweR1wAABAASURBVEGaOHGievXqpT/++EP2HTN2qtWrV+vpp5/Wm2++Gb5vHnDAAbFdm6TOOV100UXaZ5999Oqrr2rChAmb7M9pZdWqVXr88ce1cuXK+O5JkybplVdeUZ06dXT44YfHt+eUsb8HWalSJb344ovh+3CszOLFi0Od09LSYpvi6Zo1a7R06dL4umXsms8++6xlN4nYg0+z1i9WYNGiRdqwYUNsVfb9/Yknngh+sY1FixZV9erVNWvWLL3//vvauHFjbJfMdcWKFSpZsqTKlCkja8fxxx+vOXPmaOjQoeF8scL2/f+pp55Senq6GjduHNssq5+tmKOl+R0Z4XHH+X0Vzo8AAoVAgCYiUKAEnHOhPs45OReNpKQkWdi91iI1NVUWKSkpur5zis5p7g9xCuUfGrpQ9z8xX/wgUJAFVnzys6afe682rl7v+60UOaK2ig1sryJVysX7tvVv6+8WkUhEFs45X96FpjkXTcMKiz1ewDn/fmZEv3Ha0mKPbxQNQACBhBewaSs2Xznn57EsLXZu0/Usuwpn1rCs5QEsLGyN2EGBwJrJ6Vy0zzkXTbd06siWdib2PlqHAAIIIIAAAggggAACCCCAAAKJL0ALEUAAAQQQQAABBBBAAAEEEEAg8QVoIQIIIIAAAggggAACCCCAAAIIJL4ALUQAAQQQQAABBBBAAAEEEEAAgcQXoIU7ItClS5f44UOGDNEPP/wQXyeDAAIIIIAAAggggAACCCCAQMERoCYIIIAAAggggAACCBQugdKlS+vcc8+VPWwle8tr1qypM844Q/agwb59+2rgwIEaMWJEeEjj66+/rgoVKujss8/O8djs52IdAQQQKFgC1AYBBBBAAAEEEEg8gWOPPVZjx47Vo48+qnLlyuW5geHxUWGR50O3+YAyZcqoZ8+e2mefffTJJ5+odevWOumkk9SyZUudddZZatasmR5++GHZd9XbbrtN5cuXz/XclStX1lVXXRX2P/jgg1qyZEnI57YoUqSIpkyZorZt24bvtVdeeaUuu+wyrV27VpavUqVKboeG7XXr1lXXrl01f/58XXTRRerWrZu6d++u8847T7/++qvs/KGgXxQvXlzHHXec1q1bp3//+9+h7F133aWOHTvq0ksvVYkSJcJ36RkzZvjS0VfFihVDu1955RXdfvvtGj9+vA444IBgNWbMGF1wwQXq06dPuOZpp50m22YGK1as0MKFC8NJWrVqFcoPHjw4tDNWvl27dpo8eXKoa9WqVcODVbt06aIjjzxSb7zxRngfevXqFc7dvn17zZo1K3zfP+KII8J5bVG7du3wYFZ7f+y8c+fOtc35FC7UMZ9OzmkRQKBQCdBYBAqegHMuVMo5F+53zjklJSWFSE5OlkVqaqos7P/bX9c5Vec0d8rIyJCUoYeHL9T9j8/3eV4IFDyBFZ9O1rQ292rD6nW+chlyh9dSiQfaq0jlsvE+bf3a+rlFJBIJnzGdi44Hf1AYF5YSiSHgnIs2JDO1NYuBL6+WxQM+feDlVbJ40KchRq7UQ5kxyKeDRv6tWDzs8w+PXKFHssZLy/VoZgz26eCXlsniMZ9GY6kef8nHi9F44sUlisWTPv/ki4v1VNZ4YZGGZMZQnw59YaEshvk0Ggs0/AUfz0fj6efnKxYjfH7E8/Nk8YxPQzw3V89mxnM+fe65OYrF8z7//HN/6QWLZ33q48Vn/1QsXvL5l579QxYjfRrimdl6OUu88szvisWrPv/qM7P0WtYYMVOvZ8YbPn1jxAxZvOnTaPymt0b4eDoabz89XbF4x+ffefpXWbzr0xDDp+m9zBjl01HDf5HF+z6NxlR9MNzHsGiMHjZFsfjQ5z8cNlkWH/k0xNCf9XFmjPHpmKE/KRZjfX7s0B/1icUQn/r4dMgkxWKcz48b8oMsPvNpiKe+1+dZ4oun/qdYjPf58U99py+zxpMT9VVmfO3Tr5/8VhYTfBriiW/0zZM+LPXx7RMTFIuJPj/xia9l8Z1PQzz+lf6XGd/79PvHv5TFDz6NxnhNetzHY9H48bEvFIuffP6nxz6Xxc8+DTH4M03OjCk+nTJ4nGIx1eenDv5Uv1g86lMf0x79RLH41ed/fXSsLKb7NMQjY/RblpjxyMeKxUyfn/nIR5pl8XAs/VC/PxyN2T6d/fBoWfzh0xCDPtCfWeKvQe8rFnN8fs6gUbKY69MQD72neZkx36fzH3pXsVjg8wseekcLLR70qY9FD76tWCz2+cUPviWLJT4N8cCbWpoZy3y67IE3FIvlPr/8gde1wmKgT0O8pr8HRmOlT1cOfFUWq3wa4v5XtDoz5Ccr/wpzmHNOzkUjbCikC+fcJi13zkVd/P087HC2dLK53OZxm7ttvn40c25+zM/FT4R5d0mYd4f4Odbm1eF+Pn06c/585vm5fo6cq+f9/PhC5pxoc+DLz84Oc12Y40bM9PPYTNkc9pafu2zOsvnpvcw56f3MOcjmHptnbI6xecXmE5s/YnOGzRXj/bxgc8JXmeN/gh/v34axPUHfPf51GM82hm3c2lgN4zOMxc801Y/BXzLHnY0zG1s2nsI48mPIxo6NExsjNi5sLMzL7PcLfH9f6Pv4Yt+vrS9bP7a+a33W+uhK3z89rxRMfeJXnIuuOOfknJP9OBdNLR+LSCxT6FIajAACCCCAAAIIIIAAAggggAACiS9ACxFAAAEEEEAAAQQQQAABBBBAIPEFaCECCCCAAAIIIIAAAggggAACCCS+AC1EAAEEEEAAAQQQQAABBBBAAIHEF6CFOyRgv3D2zDPPjJ9j2LBh8TwZBBBAAAEEEEAAAQQQQAABBAqMABVBAAEEEEAAAQQQQKAQCtgDBZs2bbpZy51zatGiha677jrVqVNHv/32m7744ovwcMRTTz1VPXr0UI0aNTY7jg0IIIBAgReggggggAACCCCAQAIJlCpVSg8++KA+//xznXjiidvdsgw7Miwsk39h3y9HjBihO+64Q/Xr11daWpr++usvLViwQNWqVdNll12mV155RQceeOBWK9GkSRPZ99Np06Zp+PDhmQ/GzfmwSpUqadCgQWrYsKFGjRqlSZMmyY6345o3b57zQdm2nnvuueEc9j36s88+06effhrOd++998rOn7V4u3bt1K1bN1WoUEGffPKJ3nzzTdnDTu+//3499thj2muvvTR79mytXLkyHFa3bl116NBB6enpevfddzV+/HhVrlxZdu7jjz9ec+fODef49ttv1bJlS40cOVIXXHBBOP6PP/4I57Dyjz76qFq3bq2lS5eG8h9//HH47m7Xveiii+IPCCtXrpweeOAB3XTTTSpSpIjee+89ffTRR6Edffv2DdvtoazhxH5hbnbdZcuWhfPOmTPHb82vV8YW38v8uirnRQCBBBSgSQgUUAHnXKiZcy7cm51zSkpKCmH3X4vU1FRZ2OeH/3RO1TktnCTn/5MefXqh7ntsnvhBoCAJrPjkZ/3S+l5lrEuTc05JR9RWiQcuVGqlMvG+bP3Z+rdFJBKRhXO+X/uQ/3HO+SWvPVnAuX/eQ+ei+fA+ZzbKvnLe8uQqdRu8UjeG+Fs3PrpSNz36t48V+u+jPgZH4+ZHlysWt/h890eWKWvc+vBS3fbwEt32iE8fWaIeIRar58OLdbuPng8v8uki9RqUGQ8v1B0Wgxaqd4gFPl2gPg9ZzNedD81X34fmqe+gaNz10FzF4m6fv/vBObonS/R78C/19xFN/9S9D1r8oQEP/KH7fAx4YLZPZ+t+n0bjd5//XQMH/q4HQszy6Sw9eL/FTD04cKYGDZyhh3xY+vD9vykWj/j8I/dN16MW9/vUx+D7ftVjPqLpND1+n8UvenyATwf8oicGTNWTPp6KxxQ9NWCKhtw7RUN9DLl3sk8na1h/i5817N6fNfzen3z8rKd9OqL/j4rFMz7/TL9Jetaiv099PNfvB8Xi+X7fy+KFfv/TC/d87+N/etHnX+r3nV685zuNDDHRpxP18t0T9YqPl+/+1qff6lWfRuMbn5+g1+7+Rq/fPUGv3zVBb9z1dTzevOsrveUjlr7d90vF4h2ff6fveL3b9wsf0fQ9nx/V93O9d+fnGuXj/Ts/k8UHfT5TNMZpdJ9x+jAen/r8p/qoz6f6uM8n+qj3J/q491iN6ePDp2N7j9EnPmLpp3d8rFiM8/lxd3ykz+LxoT6/w2K0Pu81Wl+E+EDje/m4/QN9adHrfX1lcfv7+jrEKJ+O0oTbR+mb29/ThJ7v6Zue7+rb2zOj5zv61sdEH9/5+F+Pt5U1vu/5ln7w8X0Pn/Z4U5NCvKFJt72pH297w8fr+um2f+Ln217TZItbX9OUEK/69FVNvTUWr+iX7i9r2q2v+PBp95Ga5uNXH9MtbnlJv1l096mPGd1f1EwfM27xqY9Zt7ygWbc8r1k3v6Dfb34+xOybn1Ms/rj5WYX477P608df/31GFnN8Go0RmvvfaMz779Oad5PFcM2/abgW+Jh/4zAt8LHwpmGyWHTTUIW4cagW+1hy4xCF6ObTbk9p6Y1PadmNT2pZt2gs7/aEQtzwhFaEeFx/3/C4VnbLjBseU8bKtZkzl8J9zbnonOZcNFUh/nHOxU2c83m5qEaGdM9zK8NcHpu3b31kqZ+nl4S52eZjm4d7D5rv59x5YY69+yE/tz4UnU8H+Lnz/oF/+LlyVpgfbT58+P4Zis1/Nuc9MWCan9t+CfPZUD+PDfdz19P9fwrz1bN+bnrez00v+HnopX7fZc453/q55RvZvGJzis0hNnfYfBGdHz7zc8I4P/7HhXE/xo99G+c2vseFcfyhH7ujw7j9yo9VG6Pf+jEaxqIfh9/7cWfj7Sc/zmyM2biycTTt1pcVHS8vycbHLD8mbCzYGLC+b/19bujbvl9n9uXFvt8u9X12qe+n1j9XPfKm5E2juJJzLoS28hPZyv6E3U3DEEAAAQQQQAABBBBAAAEEEEAg8QVoIQIIIIAAAggggAACCCCAAAIIJL4ALUQAAQQQQAABBBBAAAEEEEAAgcQXoIUIIIAAAggggAACCCCAAAIIIJD4ArRwxwU6d+4cP8lTTz0VHhIT30AGAQQQQAABBBBAAAEEEEAAgQIgQBUQQAABBBBAAAEEEEg0gTJlyujOO+/Uddddp6JFi+bYPOeczj//fD3++OOblXPOqV69errhhhv08MMPhzL9+vVTmzZtcj1fjhdhIwIIIFCABKgKAggggAACCCCQKAJdu3bVtGnTdO211+5wk9wOn2HbT1CkSBGdeeaZeuaZZzRu3Dh9++23mjBhgl5//XVdccUVKlGixCYnq1+/vsaMGaNevXptst0eHNqzZ89w/PXXXx8egmVlrKwds0lhv1KlShXddddd+vrrr/XFF19o4MCBqlu3rt+zbS/nnA4//HANGTJkk3McccQReuONNzapn9Wtbdu2euutt0L97Jp23HHHHSerh7V16NChKlmyZLi4le+NPVfuAAAQAElEQVTSpUvco1u3brKfmjVrhnpafc1p9OjR+s9//qOKFSuqY8eOwe2UU06xoiEqVKigW2+9VR9//PFm17UHb4ZCmQt7H6yOVhfztxg5cqROPvnk8DDWzGIhKV68eDhvrB7W5rAjXxYuvJf5cmpOigAChUqAxiJQkAWcc6F6zrlw33POKSkpKYR9LrBITU2VRUpKiv7duYjObi5lZFhkaPDTCzTg0XniB4GCILB87M+a0upebVybFvpo5PCaKvHAhSpSqWy8D1s/tn5tYZ9LLZyL9n9rg3POEiJBBJyLvp/2Plu4SCS0LGy1ReZ+ya/Yy9Yzw/ltFgrrViKs+YzzEV7yucyMC3lbOsnn/TIc50Leyf+EdWVZl/yKvUKERWYZ+dQp+p983iJzzR/jfISXfC6esbzzW5wUXW5ynN8a1qP7/JplQljewh/k152sWOZCfi1sk99oeSf/4/PyGf+yRGHhV/zLZ20p/+MUivmFz8lCPi8n/3I+JMXXfVb+x1m46Gbb51cl51/RcD7v5H9sn8+4+Lptk1+zcIr+OIVifuH8Bif/n8/Lh8/J+W3yefmM8wsX1v3CZ8JmW/hV2T6/TWE9ZPwmn4aXk5P/sX0+41/Rdb9JPhc220L24+RcZsinPuTX5eRfzocUFs4nmaHw4xSK2ULOb/FheR/Orzu/RT4vn/EvS2xLiLDZFtE1OedCSD618Os+8S9bl3wmRNjslPnjFF13fj0azjm/zWWuW+Lz4eXk/Grs5YvJudgW5/Py4SRFwzkn/5Jf+pAUXYkmTvGfsNkWYYvz+6MhOcnC9lnW50PiU/mfsDm6wdYUXY9tcH49GpKT/Tjn5F8+oqlts4hus5xFdJ9zzq9EwzkXjpGcoj/R1G+WRXSbQt656D6/5tddCMtbOGfrPpeZKvPHr/pymSs+cc6F/0/inJV3yvrj3KbrWfclct45541c1CXiZD9+k0+ieb9TClkXEudclnUn55xf9yEX/c9JCtt8IifLWk7OL/2KTxR+fMav2uawapnout9hW/yKf/nNzofknLOFJBf9L+u6z9tW+VTOl/CpT6Sw4pfxdSls8jv9S+HHZ/xu2xxW5Vf8S87/FzZEV3zWRcPWbZ9PnU+d3yqfytYtZD9+q72yrdseu5daOOf8Ic42xdOwkmURveNm2VBIsjQTAQQQQAABBBBAAAEEEEAAAQQSX4AWIoAAAggggAACCCCAAAIIIIBA4gvQQgQQQAABBBBAAAEEEEAAAQQQSHwBWogAAggggAACCCCAAAIIIIAAAokvQAt3gsB5552npk2bhjOtWrVKw4YNC3kWCCCAAAIIIIAAAggggAACCBQQAaqBAAIIIIAAAggggAACCCCAAAKJL0ALEUAAAQQQQACBPV7gyCOP1AcffKCnnnpKe+21105pT8ZOOQsnQWBnCGQow55uvDNOxTkQQKAwC9B2BAq8gHMu1NE5J+eikZSUJIvk5GRZpKamyiIlJUX/7lJU55zkosfI6fFnFujeR+aGdRYI7C6BZWN+0pRW9yojbYN8N1bSEbVU8oELVaRimXjftf5r/dkiEonIwjnny7tQbeeiaVhhsccLOOfCext7ny2N+G2XnpquLievV6fm69Sx2RpdlCU6+HyHZmtlaXufXugjmq7Thb78Bc3Xx9N2zdPUzq+3C2ma2raIxvkt0nW+z5/fPF3nWfj1c1ts0Hk+zm2xUW1O2uDDpy0yQtr6pAxljVYnSa38tpYnS+f4aOnXz7E42enskyM+oulZp0QU4uQkneXjzFOSZHHGKck6w+ctPd3nLU4LaYpOOyVVp56a4sPSaJxyahFljZNPLaqTTi2ik08rqhY+TjrVpz6an1ZMzU8r7iOaNju9uEKcVkLNfJx4eglFo6Sa+nzT00vqhMw43qfHn15Kx59eWsedUcrHP+mxZ5RRLJr4fJMzyuoYS8/0qYVfP9qnR51ZTkedWd5HNG18Vjk1Pqu8jwohjjyrghr5OPKsiiFt5NMjLM6uqMMtzqqkw30cdnYlHXZ2ZR/RtOE5ldXwnCpqeHYVHRpiLx1i6Tk+zYyDfXrwOVVl0cCnDc6ppoNaVvVhqcXeOrDl3qrv48CW1UNa36cHWLSqrgN87N+yhizqtaqhf6Km9mttUUv7taqlfUPU1j6Wtvapj7rxqCPL12ldRxa129RR7TZ1Q9Rqs48saoZ0X1lao82+CnGuT31Ub7Ofqvtt1c/dT3vHo56qnVdPVc/bX9XO3V9VQxygvXy613k+9VElHvVl+crn1VeI8316/oGq5KPi+Qepok8rtLW0gSr49fLnN1CItj71Ua7twSoXTw9WWb9epu0hKtPuEJVud2g8Ld22oUq1PVSl2vnUR8lYXHCYSl7QUCXaHRYNv148xOEqdsERKn7h4Sp64REhX9SvF7mgkUJc6FMfqRceqdR4eqRS/Hqyj5T2jZXc/igfjZXk08iFRylE+6MV8eFi0eEYuQ5HS+2PiYZfzwjRRBs7NFHGRU208aJjtaFDNNI7HKcQF/nUR9pFxystM13v8xbrLL34BK3zsTZEU625yMfFFidqzcUnam2n5lrXuYXSup6ijZefHj6bhbnM38Pkf5xzflk4X865MMc758L9PLj4/GWnbVDnk9ark4+LWqyTzeMXhrl6vZ+n0/1cbLExPv/aHGtxtp9jz/Jz7Jl+Po3OnylhrjzllCJ+Piyik8IcWEw279lcZ3OczWvHnVE6zGE2dx0d5qno3HSkn69sDrL5x+achn7eaejnlkMy55ODbB7xUd/PGwf4OaJemBtqhnlgHz/u6/gxXieM8X2iY9rGcRi79cJYtTFaxcbheQf68XeQH3cNVD6MsQaysVXajy0bRzaGSrQ7XMUvOFyxsWFjIYwB3/8j1u8z+3aG78sbrB9n6avrOjZVWufmWt/lJG247LRgbd8RzNu56HugXH4iuWxP8M00DwEEEEAAAQQQQAABBBBAAAEEEl+AFiKAAAIIIIAAAggggAACCCCAQOIL0EIEEEAAAQQQQAABBBBAAAEEEEh8AVqIAAIIIIAAAggggAACCCCAAAKJL0ALd5ZAly5d4qcaMmSI5s+fH18ngwACCCCAAAIIIIAAAggggMDuFeDqCCCAAAIIIIAAAggggAACCCCQ+AK0EAEEEEAAAQQQ2LMF6tevrwkTJuiUU07ZqQ1x/mzOFj7lhcBuFfAd0Tk64259D7g4AgkhQCMQ2DMEnHNybtNISkqSRXJysixSU1NlkZKSoms6F9U5J0eUYc3ziyefWaB7H55jawQCu1xg2ZifNKXVAGWkb/DXzlDk8Joq+cAFKlKxTLzPWr+1fmwRiURk4Vy0z/uDQv+3lEg8AedceL9tPuvTKaI7OzndcdFG9bpog3p22KAe7dN164VpPtJ1ywVpIW6+IF03XxiN/164QRY3+dTixgs3KkT7jerWPiPEDT69ob10fWZc197pug7R+E+HiCz+7dNoJOnaDj4uStI1HZJ1zUXJujpEiq66KBr/uihVsbjy4iKy+D+fRqOorrjYopguv9hHx2K6LERxXdoxGl07llAsLulUUhZdfBqNUurcyaK0OnXy0bm0OoYoo4s7x6KsLuocjQ5dyikW7X2+fZfyujBEBV3QxcclFdQuREW1vSQWlXT+JdE4r2tlxeJcnz+3axW1CbGXWnf1celeahWiqk+rquWlFtV0zqXROPuyvXX2pT58elaI6jrzMosaOuOyaJzu09MvrymL03x62uW1dGpmnHJ5bYW4orZODlFHJ11hUVctrohGc582/799ZNHMp83+b1+dmBlN/28/hbhyP50Qop6Ov9Jifx13ZTSO9emx/zpAFk182uRf9XVMPA7U0f/ycdWBOirEQWp8lUUDHXlVNBr5tNHVB8viCJ8ecfUhOjweh+qwq31cc6gaXtMwxKE+PfSaw3RIljj42sNl0cCnDa49QhYH+fSgaxvpQIt/N1L9fx8Z4gCfHvDvxto/S9T7z1Gy2M+n+/3naFns69N9/3OM9rG47hjVva5JiDo+rXPdsaqdJWpdf5xqXXecavq05vXH+/R41fBpjetPUPXM2Pv6ptr7hqaqFuJEn56oqjdEY68bmsmiSrdmqtKteYjKPq3crYUqZUbFbiep4o0nqUKIk316ssrfGI1yN54ii7I3naKyN50aooxPy9x0mkpnRqmbTlep/56ukiHO8OkZKvHfaBT/75kKcfOZKnbzWSGK+rTozWerSGak3nyOUm85RykhWvq0pZJviUbSLa0UonsrRbq3DuF86rq3kTIjo/u5yrg1GhtvPU8WG3wajfOVfquP2yzaaUPPC7Th9gt9tNeGXh2kPh3l7uyk5AplFIlEwj3LOSf7cS6aWr4whnMueNgc/992yUalOy7OUA8/v9/aIUO3+LjJz9E3ekabo6/z87PNxdf6edjm3qv8vBudY4vqcj+X2jza1c+hNl929nOlzY8X+/mwgw+b/2zea+fnOpvjbG6z+ay1n8Na+rnrHD9v2Tx1ZuacZHORzT8n+znH5hubX2xusbnE5pHonFE/zBFH+XnB5gSbB2z827g/1I/1g/04t/Fs47i+H7s2buv5cbqvH582Nutc10Q2Fmv6sVfDjzUbZ9X8uIqOp+Zh/Ni4sbFSzo8PGxelM8eA9Xnr70V8H7e+bf3Z+nHk1jZyvq+qR1vJ98WNvi+q98WhHyZdeVbog9n7YU59L5LTxoTfRgMRQAABBBBAAAEEEEAAAQQQQCDxBWghAggggAACCCCAAAIIIIAAAggkvgAtRAABBBBAAAEEEEAAAQQQQACBxBeghQgggAACCCCAAAIIIIAAAgggkPgCtHCnCXTq1EmNGjUK55s3b56GDh0a8iwQQAABBBBAAAEEEEAAAQQQ2O0CVAABBBBAAAEEEEAAAQQQQAABBBJfgBYigAACCCCAAAJ7uMCNN96YLy3I8GfNyLClz/BCYHcK+H5IX9ydbwDXRiBBBGgGAnuYgHNOzv0TSUlJskhOTpZFamqqLFJSUnR1p6JqeUpEcv7lj3nq2YXq/9Bf4geBXSmw7OOfNLnVAGnjRjnnlHxELZV+8EIVrVgm3letv1r/tYhEIrJwzoXyVlfnnCVEggg498/76ZwL77O957G5zPpDkSJFFIuiRYsqFsWKFROBAX2APrA7+0BsPorNUZbavGVh85iFzWnORec3m7qdc5YUinDun7Y658IcbyYWdp83JzOLRczT0t35vu5J1zarWMQcY5//zdisY33QOp1zzpLwXoRM5sJ/S8jMFaKEpiKAAAIIIIAAAggggAACCCCAQOIL0EIEEEAAAQQQQAABBBBAAAEEEEh8AVqIAAIIIIAAAggggAACCCCAAAKJL0ALEUAAAQQQQAABBBBAAAEEEEAg8QVo4c4V6Ny5c/yEQ4cO1cqVK+PrZBBAAAEEEEAAAQQQQAABBBDYXQJcFwEEEEAAAQQQQAABBBBAAAEEoGEApAAAEABJREFUEl+AFiKAAAIIIIAAAgjkLJD5yKicd+7BW4sXL67BgwfrjTfeUMWKFffglhSuqju5wtVgWosAAjtdgBMisCcKOOfk3D+RlJQki+TkZFmkpqbKIiUlRf/qWFTnnBxRRkaGb2qGhj6/UP0e/MvneSGQ/wJLP/pRP7caoIyNGbIumHR4DZV+8AIVqVA63ketn1q/tYhEIrJwLtq/rYbOOUuIBBRwzsXnMnvfY/OY9Qmbw4oUKaJYFC1aVAQG9AH6QEHpAzY3WV0stfnKwu5jFjafWTjnEnDm3vYmOefCHG8WFrnN8eZI7NjYjvVDu39aHzRrM7dwzuX6pkVy3ZO4O2gZAggggAACCCCAAAIIIIAAAggkvgAtRAABBBBAAAEEEEAAAQQQQACBxBeghQgggAACCCCAAAIIIIAAAgggkPgCtBABBBBAAAEEEEAAAQQQQAABBBJfgBbuZIEuXbrogAMOCGedPn26hg0bFvIsEEAAAQQQQAABBBBAAAEEENiNAlwaAQQQQAABBBBAAAEEEEAAAQQSX4AWIoAAAggggAACCOQiYI+OzWUXmxHY5QIZokfucnQuiEBiCdAaBPZYAeecnPsnkpKSZJGcnCyL1NRUxeJfnYqp5alJvq2+vF8Of2GB7nngT5/jhUD+CSz58Ef93Po+KSNDzl8m+YiaKvPQhSpSvnTomykpKbKw/moRiURk4ZyTc84foXgqfhJOwLl/3mN73y2yzmHWNyxsHitSpIgsLE/8M7djgQV9YPf0AZuPLLL6233MwuYxC+dcuIc5F00TbhLfSoOcc6GEcy7uYC4W5mTzu0XMMLtnbDtp7n08u5l5mq0ZWzj3j729Gc45SzaJyCZrhWKFRiKAAAIIIIAAAggggAACCCCAQOIL0EIEEEAAAQQQQAABBBBAAAEEEEh8AVqIAAIIIIAAAggggAACCCCAAAKJL0ALEUAAAQQQQAABBBBAAAEEEEAg8QVo4c4WKF68uDp37hw/7dChQ+N5MggggAACCCCAAAIIIIAAAgjsHgGuigACCCCAAAIIIIAAAggggAACiS9ACxFAAAEEEEAAAQRyEwiPiwqL3EqwHYFdJeDCg+R21dW4DgIIJKIAbUJgzxZwLnovdC6aJiUlySI5OVkWqampSklJkaX/17GYWp6apAxrsl+MeGGB7rn/D1sjENjpAks//FE/tb5fGb6v+ZeSDq+hsg9doCLlSoX+aP3SwvqpRSQSkYVz0b5sFXLOWUIksIBz0ffYORfef+sDNodZWL+wPpI1bC4jUsMYwgEH+sDu6wNZ5yXL23xlYXOXzWPOufD/KpxzKsw/zkXb75zbZI43Kwuzyxr06bz16ZidWWaNWD+M9UX5H+ei74XPbvKKbLJWGFZoIwIIIIAAAggggAACCCCAAAIIJL4ALUQAAQQQQAABBBBAAAEEEEAAgcQXoIUIIIAAAggggAACCCCAAAIIIJD4ArQQAQQQQAABBBBAAAEEEEAAAQQSX4AW5otAly5dVKNGjXDu77//XsOGDQt5FggggAACCCCAAAIIIIAAAgjsFgEuigACCCCAAAIIIIAAAggggAACiS9ACxFAAAEEEEAAAQRyFbAHeEafHJtrEXYgsIsEMpRhT5XdRVfjMgggkIACNAmBBBBwzsm5fyIpKUkWycnJskhNTVVKSoosvaJjMbU8LUly/uWPeealhbrn/j/FDwI7U2DJhz/qxzYD5buYD6eUw2uq3KALVaRcqdAPrT9aWP+0iEQisnDOhfJWF+ecJUQhEnDOhfffORfmMOsTsbnMUiI6t+OAA32g4PQBu4dlfT9s3rJwLjqfyf845/yy8L6ci7bfORef483IwuyyG9o2Ytv7uPlZmJmZxsK5qLf1POecJTlGJMetCbyRpiGAAAIIIIAAAggggAACCCCAQOIL0EIEEEAAAQQQQAABBBBAAAEEEEh8AVqIAAIIIIAAAggggAACCCCAAAKJL0ALEUAAAQQQQAABBBBAAAEEEEAg8QVoYf4IVK5cWZ06dYqffOjQofE8GQQQQAABBBBAAAEEEEAAAQR2tQDXQwABBBBAAAEEEEAgEQXsl4KXKFFCuyIS0Y82IYBA4gnQIgQQQAABBBBAAIHcBXJ/bFTux7AHgfwRcOEBcvlzbs6KAAKFQYA2IpAoAs5F74nORdOkpCRZ2P/7t0hNTVVKSoosvfzi4mp5WrIyMjJ88zP07EvzddeA2T7PC4EdF1g8epImtRmoDPvP97Hkw6qr3MMXqkjZkqH/WR+0vmj90iISicjCORf/XOec2/GKcIY9RsA5t8l7H+sPlsbC5jMiOq/jgAN9oOD0gdgcZalz0bnMuWhqk7BzzpJCH85FHZxz8Xu+mcWCPr39fTpmGEudc+Ge6pyT/TgXTS2fU0Ry2pjA22gaAggggAACCCCAAAIIIIAAAggkvgAtRAABBBBAAAEEEEAAAQQQQACBxBeghQgggAACCCCAAAIIIIAAAgggkPgCtBABBBBAAAEEEEAAAQQQQAABBBJfgBbmo8All1yicuXKhSt8/vnnevnll0OeBQIIIIAAAggggAACCCCAAAK7WIDLIYAAAggggAACCCCQkAIHHHCAdlXsvffeCWlIoxBAIKEEaAwCCCCAAAIIIIDAFgTsUbFb2M0uBHahQEbmw4t34SW5FAIIJJIAbUEgoQScc3Lun0hKSpJFcnKyLFJTU5WSkiJLL7u4uFqenuzb78v75QsvL9Bd9872OV4IbL/Aog8m6cfzHgwnsJ6VckRNlX/4AhUpUyL0O+t71hdjEYlEZOGcL+3DDnTOWUIUQgHn/nnvnXObzGfOse4cBs5h4BwGzhVsA5u+nYvW0fJEVMC5f0yci+adI3Vu5xuYuHPR81p+SxHZ0s7E20eLEEAAAQQQQAABBBBAAAEEEEAg8QVoIQIIIIAAAggggAACCCCAAAIIJL4ALUQAAQQQQAABBBBAAAEEEEAAgcQXoIUIIIAAAggggAACCCCAAAIIIJD4ArQwPwXq1KmjTp06xS8xdOjQeJ4MAggggAACCCCAAAIIIIAAArtOgCshgAACCCCAAAIIIIAAAggggEDiC9BCBBBAAAEEEEAAgS0JOL/T2cKnvBDYrQK+IzpHZ9yt7wEXR2CPFqDyCCSegHNOzv0TSUlJskhOTlZKSopSU1PjcenFJdTy9GRlGINfvPjyfPXtN8vWCATyLLD4g0madN6DyvB9yQ5OPry6Kgy6QEXKlIz3OeuHsYhEIrJwLtpf7RjnnCVEIRZwzm0yhznnCrEGTUcAgT1BwDnHvJWHN8q5Tb3ycChFtyDg3Pa5RrZwzsTbRYsQQAABBBBAAAEEEEAAAQQQQCDxBWghAggggAACCCCAAAIIIIAAAggkvgAtRAABBBBAAAEEEEAAAQQQQACBxBeghQgggAACCCCAAAIIIIAAAgggkPgCtDDfBS655JLwi7/sQu+//75GjRplWQIBBBBAAAEEEEAAAQQQQACBXSfAlRBAAAEEEEAAAQQQQAABBBBAIPEFaCECCCCAAAIIIIDAFgXsmZ4ZsSd7brEkOxHIZwHfD+mL+WzM6RFIZAHahkCCCjjn5Nw/kZSUpFikpKTIIjU1NfzbjK4Xl1DL05Ml51/+mJGvLlTffr+LHwTyIrDo/Un64fxBcs75kFIPr6GKgy5QkTIlQj+z/pacnKxYRCIRWThn5V24lHPRNKywQCCLgHPO9yvCOQycw8A5DJwrWAZZpiuy2yHgXMF6P53bM+uzHfThkEhYFpIFzUQAAQQQQAABBBBAAAEEEEAAgcQXoIUIIIAAAggggAACCCCAAAIIIJD4ArQQAQQQQAABBBBAAAEEEEAAAQQSX4AWIoAAAggggAACCCCAAAIIIIBA4gvQwvwXOPjgg9WpU6f4hYYOHRrPk0EAAQQQQAABBBBAAAEEEEBgVwhwDQQQQAABBBBAAAEEEEAAAQQQ+H/27jvOkqrMG/hz6oYBFMlDVNaIC5JEQQQFkSQZgREEZe6Yw7LqooIiBlAYJCtiolvX1VfXiGnNuuQcBBOKoihKVFCCKNtvnWq6hlHCzNA90336e+c+dc6pW3Xq/L5VfO74h3MJECBAgAABAgQITHeB1ACMbpuuDYElKJAiLcGruzSBkgVkI0BgKguklCKledXpdGKser1e5Or3+5FrzoseGbvv1IuRkZE68kh89vPXx5Hv+VXd9ybw0AI3/s/lcdms98VI/lM/Q72N14qV379vzFjuEc3zlZ+xbrfbPHO5raoqcqU0+nzmK6SUcqMIECBAgAABAgQWo0DVXkuHAAECBAgQIECAAAECBAgQKF9AQgIECBAgQIAAAQIECBAgQKB8AQkJECBAgAABAgQIECBAgACB8gUkJECAAAECBAgQIECAAAECBMoXkJDAOAkMBoN2ps997nNxxhlntGMdAgQIECBAgAABAgQIEFjCAi5PgAABAgQIECBAgAABAgQIlC8gIQECBAgQIECAwLQXyD8NO+0RAEwagfxjs5NmMRZCoCQBWQgQmPICKaVIaV51Op0Yq16vF7n6/X7kGhzwyNh9l36duT6+3n7+izfEke/5Vd3zJvDAAjf+zw/j8n1PiVQfkuptf5NHxyrvf0HMeNQyzXOVn61ut9s8a/nZq6oqcqVUH11XfVqklHKjCBAgQIAAAQIEFrNANXY9LQECBAgQIECAAAECBAgQIFC+gIQECBAgQIAAAQIECBAgQIBA+QISEiBAgAABAgQIECBAgAABAuULSEiAAAECBAgQIECAAAECBAiULyAhgfES2HzzzWO//fZrpxseHm77OgQIECBAgAABAgQIECCwZAVcnQABAgQIECBAgAABAgQIEChfQEICBAgQIECAAAECzU90NhsWBJa0QPKjsUv6Frh+sQKCESBQhkBKo9+VKY22nU4nxqrX60Wufr8fuWbv/8jYbedejNwb/QtfvCHedeTV9440BOYXuPHrl8el+76/eV7yM9N76lox8/0viBmPekTzPOVnqtvtNs9YfuaqqopcKY0+i3m2lFJuFAECBAgQIECAwBIQqO69poYAAQIECBAgQIAAAQIECBAoX0BCAgQIECBAgAABAgQIECBAoHwBCQkQIECAAAECBAgQIECAAIHyBSQkQIAAAQIECBAgQIAAAQIEyheQkMC4CgwGg3a+j33sY3HJJZe0Yx0CBAgQIECAAAECBAgQWGICLkyAAAECBAgQIECAAAECBAiULyAhAQIECBAgQIAAgeZHPkc3MAgsaYGRGBnJPzm7pNfh+gSKExCIAIGCBFJKkdK86nQ6MVa9Xi9y9fv9yDX7gGVj911mRKT6Xdfpp98YRxxxdXgRuK/ADV+/PC594an1Y5Lqipjx1LVi1VNeEDOWXaZ5jvKz1O12m2crP2tVVUWulOrj68pzpZRyowgQIECAAAECBJaQQDV6XVsCBAgQIECAAAECBAgQIECgfGmJrCIAABAASURBVAEJCRAgQIAAAQIECBAgQIAAgfIFJCRAgAABAgQIECBAgAABAgTKF5CQAAECBAgQIECAAAECBAgQKF9AQgLjK7DddtvFrrvu2k46PDzc9nUIECBAgAABAgQIECBAYEkJuC4BAgQIECBAgAABAgQIECBQvoCEBAgQIECAAAECBKL5kc/wIjApBFKklCbFSiyCQFkC0hAgUJpASqn5zkxptO10OjFWvV4vcvX7/cj14v0fGbvvMiNGRkai3sTpp98Q73znL0ojkWcRBa7/2mVxyX6n1o/GSFP9jdeKVU95Qcx45NLN85OfoW632zxT+RmrqipypTT67OXLppRyowgQIECAAAECBJagQNVc24YAAQIECBAgQIAAAQIECBAoX0BCAgQIECBAgAABAgQIECBAoHwBCQkQIECAAAECBAgQIECAAIHyBSQkQIAAAQIECBAgQIAAAQIEyheQkMAECAwGg3bW0047La666qp2rEOAAAECBAgQIECAAAECS0DAJQkQIECAAAECBAgQIECAAIHyBSQkQIAAAQIECBAgUAuM1OVNYHIIjP7w7ORYi1UQKEhAFAIEihRIKUVK86rT6cRY9Xq9yNXv9yPXi/ZfNnbfdamoT8jv+OpXboh3veMX4TW9Ba7/2uVx6f4filQzpHo746lrxWofmBUzHrl089zkZ6fb7TbPUn62qqqKXCnVR9dVnxYppdwoAgQIECBAgACBJSxQ5esrAgQIECBAgAABAgQIECBAoHwBCQkQIECAAAECBAgQIECAAIHyBSQkQIAAAQIECBAgQIAAAQIEyheQkAABAgQIECBAgAABAgQIEChfQEICEyGw5557xjbbbNNMfeedd8bw8HDTtyFAgAABAgQIECBAgACBJSPgqgQIECBAgAABAgQIECBAgED5AhISIECAAAECBAgQyAL5Jzv9bmeWUEtcoH4QU8pP5BJfiQUQKEpAGAIEyhVIKUVK86rT6cRY9Xq9yNXv9yPXAfsvG7vt2o+Rezm++tUb4h2HX3XvSDPdBP7w1cvi4v0/2MTOz0T/qWvGGqe+IGY8YunmecnPTLfbbZ6h/ExVVRW5Uhp93vKJKaXcKAIECBAgQIAAgUkgUEXEJFiGJRAgQIAAAQIECBAgQIAAAQITLGB6AgQIECBAgAABAgQIECBAoHwBCQkQIECAAAECBAgQIECAAIHyBSQkQIAAAQIECBAgQIAAAQIEyheQkMCECQwGg3bu0047La677rp2rEOAAAECBAgQIECAAAECi1XAxQgQIECAAAECBAgQIECAAIHyBSQkQIAAAQIECBAg0AjkH/wcGcnbZmhDYMkJ1M+hZ3HJ8btysQKCESBQuEBKKVKaV51OJ8aq1+tFrn6/H7kO2H+52H23pWqR+vh6+z9fvzHeefhVdc97Ogn84SuXxSUv+kiMPgURSz11zVjz1BdEf5mlmuekXz8v3W63eXbys1RVVeRKqT6jrmyVUsqNIkCAAAECBAgQmCQCVcQkWYllECBAgAABAgQIECBAgAABAhMoYGoCBAgQIECAAAECBAgQIECgfAEJCRAgQIAAAQIECBAgQIAAgfIFJCRAgAABAgQIECBAgAABAgTKF5CQwMQJHHDAAbHppps2F7jxxhtjaGio6dsQIECAAAECBAgQIECAwOIWcD0CBAgQIECAAAECBAgQIECgfAEJCRAgQIAAAQIECIwKjP505+h2dI8tgSUnkCItuYu7MoEiBYQiQGA6CKSUIqV51el0Yqx6vV7k6vf7keuFL3xU7L77jBjJMPXmf752Q7z9rT/NIzUNBH7/5cviohd9OEZGRupnYCRmbLxmrHnqC6K/9Izm+cjPSLfbbZ6Z/AxVVRW5Uhp9vjJRSik3igABAgQIECBAYBIJVDGJFmMpBAgQIECAAAECBAgQIECAwAQJmJYAAQIECBAgQIAAAQIECBAoX0BCAgQIECBAgAABAgQIECBAoHwBCQkQIECAAAECBAgQIECAAIHyBSQkMMECg8GgvcLQ0FDcdttt7ViHAAECBAgQIECAAAECBBaTgMsQIECAAAECBAgQIECAAAEC5QtISIAAAQIECBAgQOBegZF7Ww2BySCQf4p2MqzDGggUIyAIAQLTRiClFCnNq06nE2PV6/UiV7/fj1z7vXC52G33pSJS/a7P+dY3boq3v/Wn4VW2wO+/fFlcfOBHI6VUV8RSG68Za566T/SXntE8F/nZyM9JrvzsVFUVuVLKx6cGJ6XRthnYECBAgAABAgQITBqBatKsxEIIECBAgAABAgQIECBAgACBCRMwMQECBAgQIECAAAECBAgQIFC+gIQECBAgQIAAAQIECBAgQIBA+QISEiBAgAABAgQIECBAgAABAuULSEhgogUGg0Gst956zWV+9atfxdDQUNO3IUCAAAECBAgQIECAAIHFJ+BKBAgQIECAAAECBAgQIECAQPkCEhIgQIAAAQIECExfgZTm/9HOZtRspq+J5JNFIEVKab7FpDT/eL4PDQgQeEgBBxAgML0EUkrNd2lKo22n04mx6vV6kavf70eu/V64XOy2x9IxMjJSI43Et79xY7z90J/Wfe8SBa47/bK48MCPNtHyLZ+x0Zrx6A/OihlLL9U8D/mZyM9Ht9ttnpmqqiJXSqPPUj4xpZQbRYAAAQIECBAgMAkFqkm4JksiQIAAAQIECBAgQIAAAQIExlfAbAQIECBAgAABAgQIECBAgED5AhISIECAAAECBAgQIECAAAEC5QtISIAAAQIECBAgQIAAAQIECJQvICGBCReYMWNGzJ49u73O0NBQ3HPPPe1YhwABAgQIECBAgAABAgQmXMAFCBAgQIAAAQIECBAgQIAAgfIFJCRAgAABAgQIEJjmAiml5sdhM0P+yddoNnmkCCxJgZF7f4R4dA0ppdFOvU1pXr8eehMgsGACjiJAYBoKpJSav+elNNp2Op0Yq16vF7n6/X7k2ne/5WL35y9TK9XH1tvvfOuGePshP6l73iUJXHf6pXHR4LQYvcsRSz91zXj0B/eJ/lIzmucgPwv5ueh2u82zUlVV5EqpPqOubJFSyo0iQIAAAQIECBCYnAJRTdJ1WRYBAgQIECBAgAABAgQIECAwbgImIkCAAAECBAgQIECAAAECBMoXkJAAAQIECBAgQIAAAQIECBAoX0BCAgQIECBAgAABAgQIECBAoHwBCQksHoHBYBBrr712c7ErrrgihoeHm74NAQIECBAgQIAAAQIECCwOAdcgQIAAAQIECBAgQIAAAQIEyheQkAABAgQIECBAgMA8AT/lOc9Cb0kLpEgp/dMiUvrnff90kB0ECNyPgF0ECExXgZRS852a0mjb6XRirHq9XuTq9/uRa9a+y8Xuz18mRjJWvfnut26Iw9/04zxSBQj87kuXxgWzh2Kkvrcj9V1eauM14jEf3DtmLDWjuf/5GcjPQ7fbbZ6RqqoiV0qjz04mSCnlRhEgQIAAAQIECExagYhqEq/N0ggQIECAAAECBAgQIECAAIHxEDAHAQIECBAgQIAAAQIECBAgUL6AhAQIECBAgAABAgQIECBAgED5AhISIECAAAECBAgQIECAAAEC5QtISGAxCay00koxe/bs9mpDQ0NtX4cAAQIECBAgQIAAAQIEJljA9AQIECBAgAABAgQIECBAgED5AhISIECAAAECBAhMW4GUUvtjsPmHPTPESN7UtdW//zG2PuiW2Kapm2Pbg26K7f7txtj+326IHV57fexY1/Ne+4fY6bW/j51fc13s2tTvYvfX/Db2ePW1sWddz3/Vb2KvV/069n7VNbHPq34Vs175y3hBXfu+8up44St+Efu/4udxQF0vevlV8eKX/ywOfPlPY3Zdg5f9JOa87Mfxkpf9KF720ivruiJe8dIr4pUv+WG86iWXx6tfclm8pq7Xzrk0/m3OJXHQ4OL497peN7go3jC4MP5j9gVx8Ozz442zz4s3HXhevPnAc+OQA8+JQ198drylrre++Kx424vPjMNfdEa8va53HPC/8c4DfhDvOuD7ccQB34sj9/9uvLuu9+z/nTh6/2/H0S/8VhxT13v3+2Ycu9834rj9/ieOr+uEfb8eJ+77tThp36/GyS/4SrzvBV+OU+r6wKzT49RZX4oPzvpifKiuD+/zhfjIPp+Pj+7zuTht78/F0N6fjY/t/d/x8b0+E/+516fjE3v9v/ivuj75/E/Fp57/yfh/e/5XfLquz+z5ifjsnv8Zn93j4/H5PT4WX6jri3sMx5d2H4rTdz8tvrzbR+MrdX11t4/E13b7cHx91w/FN+r65q4fjG/tcmp8e5cPxHfq+u7Op8T3dn5/fH/n98UPdj45/nenk+LMus7a6cQ4+3knxDnPOz7Oreu8HY+L83c8Ni7Y8b1x4Q7HxEV1XbLD3Lhk+6Pjsu2Pisu3f0/8sK4rtnt3XLndkfGj7Y6IH297RPxk23fFT7d9Z/zsue+In9f1i+e+Pa5+7uHxy23eFr/a5rC45jlvjV/X9ZvnvCWufc6h8dutD4nrmnpz/GHrN8X1W70xbtjq4Ljx2QfHTc/+j7j52W+IW579+rjn13+IkZGRyK/8fKaUmuc1j8cqpTTW1RIg8FACPidAYFoLpJSa79GURttOpxNj1ev1Ile/349c++y7XOz+/GUiUkTUx3//OzfG2974o/Ca2gK/+9KlceGcj9W3NNUVsfTGa8baH9on+jNmRL7vufJz0O12m2cj//0rV0r5+NSET2m0bQY2BAgQIECAAAECk1OgXlVVlzcBAgQIECBAgAABAgQIECBQsIBoBAgQIECAAAECBAgQIECAQPkCEhIgQIAAAQIECBAgQIAAAQLlC0hIgAABAgQIECBAgAABAgQIlC8gIYHFKTBnzpxYeeWVm0uee+658elPf7rp2xAgQIAAAQIECBAgQIDAxAqYnQABAgQIECBAgAABAgQIEChfQEICBAgQIECAAIHpJ5DS/D/cmdK8ce6d86O/xTlXjtXdce4Vd8c5deV2rM674q+R6/y6Ha274oIfjtWddf/OuPCKO+LCH9btD++Iiy6/My6q24tzXX57XPzDuur2ksv/Erkurdtcl13+5xiryy8b7ef28stui1w/rNtcV1x6a1xx2a1xZVt/ih9d+qe48t7K/Vw/vuyP8eNLb4mfXPrHpn5a9396yc3x00tuqSu3N8fPLr0pflbvu+qSm+Kqe9ufX3Jj/Pzi0fpF3f7i4hviF5fcEFfnqvtXX3x9/HKsLro+flX3f5Xbi/5Q9/8Q19Rtrl9f9PvI9Zu6/c2Fv4/fXHRdXHvhdfGbXLmf68LfxW+b+m38rm5/d+Fv47pcF1wb113w2/j9hbm9Nn5/wW/a+kPdz3X9Bb+O68//ddyQq+7fcP41df+auPGCuur+jef/Km4aq/N+FTfnqsc3n/fLuv/LuOX8uur+H8+7OnL9qW7/dO4vIre3nvfzyP3c3nqEayQBAAAQAElEQVTeL+LWc38etzV1Vfz53LrOuSr+Urd/Ofdn8Zdzfha35/bcn8bt58yrO+p+rjvP+Unkuuvsn8Rddf+uc34cfz17/rr77B/FWP3trB/F3+pxSvmJjEgpzVfhRYDAQgs4gQABAinN/33a6XRirHq9XuTq9/uRa+99l4/dnr9MxMhIDTcS//vdG+NtB19Z972nosBvv3hpnD/nY/XSR+pbOhJLbbRG/MuH9m7udb7fufL973a7zTNRVVXkSmn0malPbP4ulltFgAABAgQIECAwuQXy6qq8UQQIECBAgAABAgQIECBAgECxAoIRIECAAAECBAgQIECAAAEC5QtISIAAAQIECBAgQIAAAQIECJQvICEBAgQIECBAgAABAgQIECBQvoCEBBarwGMe85g48MAD22sODQ21fR0CBAgQIECAAAECBAgQmDABExMgQIAAAQIECBAgQIAAAQLlC0hIgAABAgQIECAwjQRSSm3alFLzI575hz1z5R9/zR82P/E6MvrDoCP3aSP3o/m0Pqz+PPfzvvur+ojm+Hx4c1yzI5puffxo2wxzt648Xz2uP6vf9an1ifndDEbPzWupj6iPrbf1/nxG3jdW9Un1Z81J9QnNp/nAenfel7v1vnxernzEvW39SX1MvSOfXR/aDOq2/jjvvHdYn1uPRq9Vn5E/bI7Jm/qD5ty6n9u68kn5jNHj6159fNO/z2f1LPW7Pqf+bHR37udd9fH1lKPH1+P6w3xIvStPm3fUVR9TH153mn31qD6qHtUH5t3NublfVz4gj3NbH1EfVx9R78/n5H35s7byp81nzdXyx3UnH1+fWe+vP6731WfmXbmaT/O4HuR+burK8+Vj67Pq4+sP6kG9u+7Xx9bD/Pk/Vv3h2FH1afm4+oz6mvm4+pT2WU0p5WEzTmlev9lpQ4DAgwn4jAABAo1ASqn9Hk0pRf47YLfbbdperxe5+v1+5Np73xVi970fGRH1ORFxxvduire94Yq65z2VBK79wqVxwUs/Xt/FvOoUyzx1zXjch/dp7nG+z7nyfR97DvL/NsiVUn3f62rOurfNfUWAAAECBAgQIDCpBZrFVc3WhgABAgQIECBAgAABAgQIEChUQCwCBAgQIECAAAECBAgQIECgfAEJCRAgQIAAAQIECBAgQIAAgfIFJCRAgAABAgQIECBAgAABAgTKF5CQwOIXmDNnTiy11FLNhb/97W/HV7/61aZvQ4AAAQIECBAgQIAAAQITJWBeAgQIECBAgAABAgQIECBAoHwBCQkQIECAAAECBKazQEqjP+qZf+Cz263ii2/7e3z20LviU2+6Iz5x8O3x8f/4Swy/4S9xWl0fecPt8eG6PvSGO+KD/3FnXXfFBw6+K045+K913R3vO/hvcfIb/xYnvfHvceIb74nj3/R/TR37ppF475sjjnlzirmHpDj6zVUcdUgn3nNIN95d15GH9OKIQ2fEO3O9Zal4e12Hv3WZeFtdh731EfGWppaNQw97VLz53nrT25aPg9+2Qhx8+ArxhsNXjNcfvlK87vCV49/r+re3rxL/9vaZ8dq3rxqvfkeu1eKV71y9rjXiFe9cI172zjXjpe9cK17yrkfHnHc9JgZ1zT5i7XjxEf8SLz7ysXFAXfsf+bjY/8jHx35HPiH2fXeuJ8Wsdz8p9nnPk2Pv96wTex31r7FnrqPXi92PXjd2O+opsdvR68cuR28QO9e109wN43lzN4odj9k4dqhr+/c+NbZ97yax7TFPi23e+7R4znufHlu/d9PY6tjN4lnHPiOeddwzYsvjNo9nHv/MuraIzY/bIjY7fsu6nhVPP/7Z8bQTnh2bnLBVPPXErWPjE58TG520TWxY1wYnbhvrn7RtPOWk7WK9utY9eYd4cq737RhPet/z4onv3yme8P6d4/Gn7ByPff8ude0a//L+3eIxp+TaPdb6wB6x5gf2jDVP3TNWP/X5sdqpe8WqH9w7Zp66d6x86j6x8gdnxYoffEGs8KFc+8ZyH94vHvXhF8ajPvLCeORH9o9HfPiAWObDL4qlP/LimJHrowdG76Ozo3vaIDp1Vae9JKqhl0Sc9tIYqev/hl4e99T19+FXxt/quvtjr4q7PvbquPPjr4k76rr946+N2z9+UNz+idfF7f/1+rjj/x0cd/33IfG3LxwWncev0fwwcX5WU0rT+T9b2QksooDTCBAgME8gpRQpzav8/drtdpvv2l6vF7n6/X7kev4Llo9d91omRvLpIyNx5vdvjMNe/8M8UlNA4DefvyTOf+nHo751zT1ceuPV43Ef2nu+e5zv99j9z89CrpRGn48cMaWUG0WAAAECBAgQIDAlBEYXWY02tgQIECBAgAABAgQIECBAgECRAkIRIECAAAECBAgQIECAAAEC5QtISIAAAQIECBAgQIAAAQIECJQvICEBAgQIECBAgAABAgQIECBQvoCEBJaAwLrrrhuzZ89urzw0NNT2dQgQIECAAAECBAgQIEBgAgRMSYAAAQIECBAgQIAAAQIECJQvICEBAgQIECBAgMC0FUgpNT/8mn/gs9PpxJZP6Ta1xXqj/S3q8TPr2ny+6sUznjJam9XtZk/pR65N1+/HaM2Ip68/r562/lIxVpvU/U3WXzo22WDpeGpby8TGG8yrjTZ4RIzVhnV/ww0fGbk2qNvRWjbW33BePWXDR0VTGz0q1mtqubpdLtbdaKyWj3/daLSeXLdP3niFGKt16n6uJ228YozVE+v+EzdeKZ741JXiCW2tHI9/6rx63FNXibF6bN1/7FNnxmM3mRn/0taqsfYm8+oxm6wWY/Xop60Wj37a6k2tVbdjtebT1oixWqPur/H0NSPX6nU7WmvFak8frVXrdtWnPzpyzdz00TFaj4lVNp1XK2+6dozVSnV/pU3/JVba7F9ixbYeGytsNq+W3+xxMVbL1f3lnvH4yPWouh2tJ8Syz5hXj3zGE6OpzZ8Yj2jqSXX7pFhm87FaJ5befLSWqtulnvnkGKsZdT9X/5n/Gvet3jPXjVzdLdaN0Vovuls+pa3OFus1P0qcn9dcKaVp+9+u4AQWScBJBAgQ+AeBlFLzd8GURtv8/drtdpvv216vF7n6/X7k2mvfFWO3vR8Zkep3ffzZP7gpDvv3y8Nrcgv85vOXxgUv/69IKdUVsczGa8TjP7T3fPc23+ex+56fgVwp5eNTEy6l0bYZ2BAgQIAAAQIECEx+gXtXWN3baggQIECAAAECBAgQIECAAIECBUQiQIAAAQIECBAgQIAAAQIEyheQkAABAgQIECBAgAABAgQIEChfQEICBAgQIECAAAECBAgQIECgfAEJCSwpgcFg0F76i1/8Ynz/+99vxzoECBAgQIAAAQIECBAgML4CZiNAgAABAgQIECBAgAABAgTKF5CQAAECBAgQIEBgegqklCKl0co/8tnpdCL/8Gf+AdD8I68zZsyIXEsttVTkWnrppZs299WoCYfxd/jH5yw/g/l5zM9lfj7zc5qf15RS+/xOz/+CpSaw8ALOIECAwP0JpDTvOzWlFPl7duw7N3//5srfxbn2fMEKsds+y8bISDSvc864Kd560GVN32byCfzm85fEeS//RL2wkfqejcTSG60eT/jQXnHfe5r7Y/c73/tcKY0+E/WJzd+3cqsIECBAgAABAgSmjsDYSquxjpYAAQIECBAgQIAAAQIECBAoTkAgAgQIECBAgAABAgQIECBAoHwBCQkQIECAAAECBAgQIECAAIHyBSQkQIAAAQIECBAgQIAAAQIEyheQkMASE9h0003jgAMOaK8/PDzc9nUIECBAgAABAgQIECBAYFwFTEaAAAECBAgQIECAAAECBAiULyAhAQIECBAgQIDANBRIKbWpU0rND712Op3IlX8ANP/Aa64ZM2bEfWuppZYKxWAin4H7Pm+5n5/DXGM/TvuPP0ob9Sulec9zPfQmQOD+BewlQIDAAwqklCKleZW/b/PfCfPfDfN3cK78fZxrj1krxJ0jX2vmqs+I8868Od76b5c1Y5vJI/Drz10S573ik/V9rddU39tHbLxGPPFDe8V972Xuj93nfM9zpVTf1brqs+pzU24UAQIECBAgQIDA1BJoV1u1PR0CBAgQIECAAAECBAgQIECgMAFxCBAgQIAAAQIECBAgQIAAgfIFJCRAgAABAgQIECBAgAABAgTKF5CQAAECBAgQIECAAAECBAgQKF9AQgJLVmAwGLQL+MQnPhEXXnhhO9YhQIAAAQIECBAgQIAAgfESMA8BAgQIECBAgAABAgQIECBQvoCEBAgQIECAAAEC01kgpdT8sGdKKfIPfuYfec0/Apor/yBorvxDrzNmzIjcqj6H/sQbjD1v+fnLlZ/HXPn5zJWf1ZRGn93wIkBgAQUcRoAAgQcXSGn0uzWl0TZ/3+bv31z5+zhX/rvgIYccEhdcflz86vdDMTIyEvUmzj/zpnjLay558Av4dLEJXPPZi+PcV3yyvjUjdUUss+Fq8cQPPT/G7mG+j7mf7+3Y363y/U5p9N7nhaaUcqMIECBAgAABAgSmnMC8BVfzunoECBAgQIAAAQIECBAgQIBAUQLCECBAgAABAgQIECBAgAABAuULSEiAAAECBAgQIECAAAECBAiULyAhAQIECBAgQIAAAQIECBAgUL6AhASWsMA222wTe+yxR7uK4eHhtq9DgAABAgQIECBAgAABAuMkYBoCBAgQIECAAAECBAgQIECgfAEJCRAgQIAAAQIEpq1ASqM/6plSipRGK/8AaK78Y6C5xn4YdKyfx6rX/Hgqh4lzyM9brmyc21z5ubzvD9OmlJr/dlMabZuBDQECDyzgEwIECCyAQEqp/XthSinyd2/+Ds7fxfl7+QMf+EB87nOfi/y6/tbPx/qb3Zy7TV149s3xlldf0vRtlpzANZ+9JM579afr+xh1pXjExqvHkz70/Obvr/1+P3Lle5nvab63+R7nSmn03kf9SinVW28CBAgQIECAAIEpKXCfRVf36esSIECAAAECBAgQIECAAAECBQmIQoAAAQIECBAgQIAAAQIECJQvICEBAgQIECBAgAABAgQIECBQvoCEBAgQIECAAAECBAgQIECAQPkCEhKYDAKDwaBdxmmnnRY/+clP2rEOAQIECBAgQIAAAQIECDx8ATMQIECAAAECBAgQIECAAAEC5QtISIAAAQIECBAgML0FUhr9cc+UUvMDrymNtvlHQPMPgqpOMFjyBvl5TGnes5nSvOc2vAgQWCABBxEgQGBBBVJKkdK8yt/D+e9D3/rWt+Jd73pXO82hhx4aB71pk9j1BY9q91109k3xllde3I51Fq/Ar/77kjjnVf8vYmQkRupLL7PRarHOB/eMXq8X/X6/qdzvdrvN33Hzvc2V0uj9rk9p7n1uFQECBAgQIECAwNQUuO+qq/sO9AkQIECAAAECBAgQIECAAIFiBAQhQIAAAQIECBAgQIAAAQIE+vRRKgAAEABJREFUyheQkAABAgQIECBAgAABAgQIEChfQEICBAgQIECAAAECBAgQIECgfAEJCUwKgd122y222267Zi133313DA8PN30bAgQIECBAgAABAgQIEBgXAZMQIECAAAECBAgQIECAAAEC5QtISIAAAQIECBAgQGC+H/lMafTHP1Oa1+YfBVVVMFj8BinN/xymlNr/YlOa12936hAg8EAC9hMgQGChBFJKzd8RUxptr7nmmjjggAPaOV71qlfFK17xiuj3+7HrrJVi130f1XyWUoqLz7s53vLKi5uxzeIT+OVnLo5zX/Pp+r7V16zvwyM3Wj2e/ME9o9frNfcp36vc73a70el02r/bpjR6j6N+pZTqrTcBAgQIECBAgMAUFphv6dV8IwMCBAgQIECAAAECBAgQIECgEAExCBAgQIAAAQIECBAgQIAAgfIFJCRAgAABAgQIECBAgAABAgTKF5CQAAECBAgQIECAAAECBAgQKF9AQgKTR2AwGLSLOe200+Laa69txzoECBAgQIAAAQIECBAg8HAEnEuAAAECBAgQIECAAAECBAiULyAhAQIECBAgQIAAgVGBlFKkNFp5T0qj/ZS0KTFIackb/ONzmceKAIEFFXAcAQIEFl4gpXnf//vuu2/cddddzSS77rprHHnkkdHr9aLf7ze1yz4rxa77PipGRkai3sQl594Uh77swuZ4m4kXuPrTF8c5r/1MjOQ/9S14xIarxpM/uMd89yjfr263G51OJ6qqaiql0XucV5hSyo0iQIAAAQIECBCY0gLzL76af2hEgAABAgQIECBAgAABAgQIFCEgBAECBAgQIECAAAECBAgQIFC+gIQECBAgQIAAAQIECBAgQIBA+QISEiBAgAABAgQIECBAgAABAuULSEhgEgnst99+sfnmmzcruuWWW2JoaKjp2xAgQIAAAQIECBAgQIDAwxRwOgECBAgQIECAAAECBAgQIFC+gIQECBAgQIAAAQIE7kcgpRQpqZQYpDS5DO7ncbWLAIEFEXAMAQIEFlEgpRQvfvGL49JLL21m2GCDDeKoo46KpZdeOnq9XlP9fj9y7bzPyrHrC5evj0t1RVx2wc3xlpdd2PRtJk7g6s9cHOce9N+R1VO9feTGq8W/fnCP+e5Nvlfdbjc6nU5UVdVUSvXRdeWVpZRyowgQIECAAAECBKa6wD+sv/qHsSEBAgQIECBAgAABAgQIECBQgIAIBAgQIECAAAECBAgQIECAQPkCEhIgQIAAAQIECBAgQIAAAQLlC0hIgAABAgQIECBAgAABAgQIlC8gIYHJJjAYDNolDQ0NxR//+Md2rEOAAAECBAgQIECAAAECiybgLAIECBAgQIAAAQIECBAgQKB8AQkJECBAgAABAgQIECBAgACB8gUkJECAwKIKvOc974lPfvKTzenLLrtsHHXUUbHOOutEp9OJbrcbvV6vqX6/H7l22nul2GW/5ZrjYyTisvNvikNecv7o2HbcBa7+9MVx9mv/O7J1zR2P2GjVWPfU3ee7J/ke5XuV71lVVZErpRQppcivlEbb3FcECBAgQIAAAQJTW+AfV1/94w5jAgQIECBAgAABAgQIECBAYMoLCECAAAECBAgQIECAAAECBAiULyAhAQIECBAgQIAAAQIECBAgUL6AhAQIECBAgAABAgQIECBAgED5AhISmHQCg8Eg1l9//WZdv/nNb2JoaKjp2xAgQIAAAQIECBAgQIDAIgs4kQABAgQIECBAgAABAgQIEChfQEICBAgQIECAAAECBAgQIECgfAEJCRAgsEgCX/rSl+Ktb31re+7RRx8dO+64Y6SUoqqq6HQ60e12o9frNdXv9yPXTvusHLu+cPmIVL/rY6+48JY4dM754TW+Aj//1EVx9kGfi5Qa6Fh2o9VivVN3n+9e5HuT71G+V/me5UopjZ5TLyelVG+9CRAgQIAAAQIEChH4pxjVP+2xgwABAgQIECBAgAABAgQIEJjiApZPgAABAgQIECBAgAABAgQIlC8gIQECBAgQIECAAAECBAgQIFC+gIQECBAgQIAAAQIECBAgQIBA+QISEph8AvkfJBsMBu3ChoaG4u67727HOgQIECBAgAABAgQIECCwsAKOJ0CAAAECBAgQIECAAAECBMoXkJAAAQIECBAgQIAAAQIECBAoX0BCAgQILLzAVVddFXvuuWd74hvf+MZ49atfHSmltqqqik6nE/n/z9Hr9SJXv9+PXDvuvXLsuv8KMTIyUs8xEldcdHO8efa5dd97PASu+uRFcfbrPh8j+U9t/MgNZ8Z6p+423z3I9yPfm3yP8r3KlVJq7l9eQ0opN4oAAQIECBAgQKAYgX8OUv3zLnsIECBAgAABAgQIECBAgACBKS1g8QQIECBAgAABAgQIECBAgED5AhISIECAAAECBAgQIECAAAEC5QtISIAAAQIECBAgQIAAAQIECJQvICGBSSowGAzicY97XLO6H//4xzE8PNz0bQgQIECAAAECBAgQIEBgEQScQoAAAQIECBAgQIAAAQIECJQvICEBAgQIECBAgAABAgQIECBQvoCEBAgQWASBWbNmtWftvffeMXfu3GacUoqU5lVVVdHpdKLb7Uav12uq3+9Hrh32Wjl2fdGK9XmprogfX3JLHHLguU3fZtEFrvrkRXHOG74QWTXV22U3Xi2ecupu89nne5HvSb43+R7lSqk+uq585ZRSbhQBAgQIECBAgEBJAveTpbqffXYRIECAAAECBAgQIECAAAECU1jA0gkQIECAAAECBAgQIECAAIHyBSQkQIAAAQIECBAgQIAAAQIEyheQkAABAgQIECBAgAABAgQIEChfQEICk1Vg+eWXj9mzZ7fLGxoaavs6BAgQIECAAAECBAgQILBwAo4mQIAAAQIECBAgQIAAAQIEyheQkAABAgQIECBAgAABAgQIEChfQEICBAgsrMB+++0Xl19+eXPaJptsEnPnzo2UUjPOm5RSM05ptK2qKjqdTnS73ej1ek31+/3Itf3zV45dDlghnxYxEvHjS26ON7/o7NGx7UIL/PQTF8ZZr/9CY1lzxiM3WjXW/8Cu85nne5DvRb4n+d7kSik19yxfMKWUG0WAAAECBAgQIFCYwP3Fqe5vp30ECBAgQIAAAQIECBAgQIDAlBWwcAIECBAgQIAAAQIECBAgQKB8AQkJECBAgAABAgQIECBAgACB8gUkJECAAAECBAgQIECAAAECBMoXkJDApBaYM2dOzJw5s1njBRdcEJ/85Cebvg0BAgQIECBAgAABAgQILJSAgwkQIECAAAECBAgQIECAAIHyBSQkQIAAAQIECBAgQIAAAQIEyheQkAABAgslcMQRR8SnP/3p5pwVVlghjj766Hjc4x7XjO+7SSlFSvOqqqrodDrR7Xaj1+s11e/3I9f2e60SuxywYkSKiPqcn172xzjkgLNjZCS8FkLgp/95YZxz8Ok1YQ1Zvx+10aqxwQd2mc862+d7kO9Fvie5Ukqj50S0bXgRIECAAAECBAiUJnC/ear73WsnAQIECBAgQIAAAQIECBAgMEUFLJsAAQIECBAgQIAAAQIECBAoX0BCAgQIECBAgAABAgQIECBAoHwBCQkQIECAAAECBAgQIECAAIHyBSQkMLkF1lxzzZg9e3a7yKGhobavQ4AAAQIECBAgQIAAAQILKuA4AgQIECBAgAABAgQIECBAoHwBCQkQIECAAAECBAgQIECAAIHyBSQkQIDAggt8/vOfj8MPP7w9Ye7cubHtttu243/spJQipXlVVVV0Op3odrvR6/Wa6vf7kWu7vVaJXV60UsTISD3NSPz08lvizfufGSP/Vw+9H1LgJx+/MM564+kxkv/UhstuuGps8IFd5jPO5tk+34N8L3KllJp7FPUrpVRvvQkQIECAAAECBMoUuP9U1f3vtpcAAQIECBAgQIAAAQIECBCYkgIWTYAAAQIECBAgQIAAAQIECJQvICEBAgQIECBAgAABAgQIECBQvoCEBAgQIECAAAECBAgQIECAQPkCEhKYAgJz5syJRzziEc1Kv/e978Xpp5/e9G0IECBAgAABAgQIECBAYAEFHEaAAAECBAgQIECAAAECBAiULyAhAQIECBAgQIAAAQIECBAgUL6AhAQIEFhAgR//+Mex9957t0cfeuih8bKXvawdP1AnpRQpzauqqqLT6US3241er9dUv9+PXNs+f5XY5cCV66lSXRE/v+KPccj+Z8Y994w0Y5v7F/jJxy6Ms9/85chqqd4+aqNVY8MP7DyfbbbO5tk+34NcKdVH1xX1K6VUb70JECBAgAABAgSKFXiAYNUD7LebAAECBAgQIECAAAECBAgQmIIClkyAAAECBAgQIECAAAECBAiULyAhAQIECBAgQIAAAQIECBAgUL6AhAQIECBAgAABAgQIECBAgED5AhISmAoC66yzTsyePbtd6tDQUNvXIUCAAAECBAgQIECAAIGHFnAEAQIECBAgQIAAAQIECBAgUL6AhAQIECBAgAABAgQIECBAgED5AhISIEBgQQVmzZrVHrrvvvvGe97znnb8UJ2UUqQ0r6qqik6nE91uN3q9XlP9fj9yPXfPVWKXA1cenXIk4udX/DEOfeEZcc/f/290n+18Aj8aPj/OPOTLzb6aK5bdcGZs9IGd5zPNxtk6m2f7XCml5p7kE1NKuVEECBAgQIAAAQIFCzxQtOqBPrCfAAECBAgQIECAAAECBAgQmHICFkyAAAECBAgQIECAAAECBAiULyAhAQIECBAgQIAAAQIECBAgUL6AhAQIECBAgAABAgQIECBAgED5AhISmDICg8GgXeuXv/zl+M53vtOOdQgQIECAAAECBAgQIEDgQQV8SIAAAQIECBAgQIAAAQIECJQvICEBAgQIECBAgAABAgQIECBQvoCEBAgQWCCBWbNmxY9+9KPm2M022yzmzp3b9Bdmk1KKlOZVVVXR6XSi2+1Gr9drqt/vR65t9lwldp09M+oT6oq4+kd/irfsf2b8/W//F17zBK4cOj/OfsvXI9V/8t7lNpoZG39gp/kss202ztbZPFdK9Rl15XNSSrlRBAgQIECAAAECZQs8YLrqAT/xAQECBAgQIECAAAECBAgQIDDFBCyXAAECBAgQIECAAAECBAgQKF9AQgIECBAgQIAAAQIECBAgQKB8AQkJECBAgAABAgQIECBAgACB8gUkJDB1BDbZZJM48MAD2wUPDw+3fR0CBAgQIECAAAECBAgQeDABnxEgQIAAAQIECBAgQIAAAQLlC0hIgAABAgQIECBAgAABAgQIlC8gIQECBB5a4B3veEd89rOfbQ5cZZVV4uijj47HPOYxzXhhNymlSGleVVUVnU4nut1u9Hq9pvr9fuTaeo+VY5fZK0eMjDSXufrKP8ah+/0g/vbXe5rxdN9cedr5cdZbvlbzjDT1qA1nxsan7DSfYTbNttk4W+dKKTX3IPullB+1bPgAABAASURBVHKjCBAgQIAAAQIEihd44IDVA3/kEwIECBAgQIAAAQIECBAgQGBKCVgsAQIECBAgQIAAAQIECBAgUL6AhAQIECBAgAABAgQIECBAgED5AhISIECAAAECBAgQIECAAAEC5QtISGCKCQwGg3bFn/rUp+K8885rxzoECBAgQIAAAQIECBAg8AACdhMgQIAAAQIECBAgQIAAAQLlC0hIgAABAgQIECBAgAABAgQIlC8gIQECBB5C4DOf+Uy8853vbI+aO3dubL311u14UToppUhpXlVVFZ1OJ7rdbvR6vab6/X7k2nqPmbHzYOboZepzrvnJbfHWF/5v3H3XPaP7pun2hx85L8467H8iNX8ilttoZjz1lOfNZ5cts2m2zca5UqrPqCuzpZRyowgQIECAAAECBKaDwINkrB7kMx8RIECAAAECBAgQIECAAAECU0jAUgkQIECAAAECBAgQIECAAIHyBSQkQIAAAQIECBAgQIAAAQIEyheQkAABAgQIECBAgAABAgQIEChfQEICU01gq622ir322qtd9vDwcNvXIUCAAAECBAgQIECAAIH7F7CXAAECBAgQIECAAAECBAgQKF9AQgIECBAgQIAAAQIECBAgQKB8AQkJECDwYAJXXHFF7Lvvvu0hb3vb22IwGLTjh9NJKUVK86qqquh0OtHtdqPX6zXV7/cj19Z7zIydBzPry400dc1Pb43DXviDuPuue+rx9Htf/pHz4qzDv9EEzyKP2nBmbHLK8+Yzy4bZMptm21wppcY8n5hSyo0iQIAAAQIECBCYJgIPFrN6sA99RoAAAQIECBAgQIAAAQIECEwZAQslQIAAAQIECBAgQIAAAQIEyheQkAABAgQIECBAgAABAgQIEChfQEICBAgQIECAAAECBAgQIECgfAEJCUxJgfv+A3SnnXZaXHnllVMyh0UTIECAAAECBAgQIEBgMQm4DAECBAgQIECAAAECBAgQIFC+gIQECBAgQIAAAQIECBAgQIBA+QISEiBA4AEF7rnnnthnn33azw844IB417ve1Y7Ho5NSipTmVVVV0el0otvtRq/Xa6rf70eurfaYGbu8ZNWoT6gr4tc/uzUO2+/7cdcdf4/p9Lr8w+fF2W//ZqT6T869/EYz42mn7DifVbbLhtkym+ZKqT6jrnxOSik3igABAgQIECBAYPoIPGjS6kE/9SEBAgQIECBAgAABAgQIECAwRQQskwABAgQIECBAgAABAgQIEChfQEICBAgQIECAAAECBAgQIECgfAEJCRAgQIAAAQIECBAgQIAAgfIFJCQwNQV23nnn2GGHHZrF53+kbnh4uOnbECBAgAABAgQIECBAgMD9CdhHgAABAgQIECBAgAABAgQIlC8gIQECBAgQIECAAAECBAgQIFC+gIQECBB4YIFZs2bFz372s+aALbbYIubOndv0x3uTUoqU5lVVVdHpdKLb7Uav12uq3+9HrmftNjN2njMzYqReRV2/+dmtcfh+3487b/97vaP896UfPDfOfPs3m/wjNcJyG64ST3v/DvMZZbNslw2zZa6UUmOchVJKuVEECBAgQIAAAQLTSuDBw1YP/rFPCRAgQIAAAQIECBAgQIAAgSkhYJEECBAgQIAAAQIECBAgQIBA+QISEiBAgAABAgQIECBAgAABAuULSEiAAAECBAgQIECAAAECBAiULyAhgSksMGfOnHb1p512WlxzzTXtWIcAAQIECBAgQIAAAQIE7iOgS4AAAQIECBAgQIAAAQIECJQvICEBAgQIECBAgAABAgQIECBQvoCEBAgQeACBww47LL7whS80n6622moxd+7cWGONNZrxRGxSSpHSvKqqKjqdTnS73ej1ek31+/3I9azdV42dX7paRIqI+pxrf35bvH3f78Wdf/l7lPy65NRz4+x3faeOXAev38tvODOe/v4d5rPJVtks22XDXCml0XNqnJRSvfUmQIAAAQIECBCYdgIPEbh6iM99TIAAAQIECBAgQIAAAQIECEwBAUskQIAAAQIECBAgQIAAAQIEyheQkAABAgQIECBAgAABAgQIEChfQEICBAgQIECAAAECBAgQIECgfAEJCUxlgVmzZsWWW27ZRLj11ltjaGio6dsQIECAAAECBAgQIECAwPwCRgQIECBAgAABAgQIECBAgED5AhISIECAAAECBAgQIECAAAEC5QtISIAAgfsT+NSnPhXvfve724+OOeaY2GKLLdrxRHVSSpHSvKqqKjqdTnS73ej1ek31+/3IteVuM2Pnl65eL2Wkqd9efVscvu93447b7q7H5b0vOfXcOOuI79TBRmJkZCSW22CV2PT9289nko2yVTbLdrlSSo1pfWLb5r4iQIAAAQIECBCYXgIPlbZ6qAN8ToAAAQIECBAgQIAAAQIECEx6AQskQIAAAQIECBAgQIAAAQIEyheQkAABAgQIECBAgAABAgQIEChfQEICBAgQIECAAAECBAgQIECgfAEJCUx5gcFg0GYYGhqKm266qR3rECBAgAABAgQIECBAgEAjYEOAAAECBAgQIECAAAECBAiULyAhAQIECBAgQIAAAQIECBAgUL6AhAQIEPgngcsuuyz233//dv873/nOeNGLXtSOJ7qTUoqUUlRV1badTie63W70er2m+v1+5Npit5mx88tWj4gU+XXdL2+Lt+/3vbj9trvzsJi66JRz4qwjv3tvyhQrbDQzNnv/9vNZZJtslK2yXa6UUqSUGoeURttmYEOAAAECBAgQIDDdBB4yb/WQRziAAAECBAgQIECAAAECBAgQmOQClkeAAAECBAgQIECAAAECBAiULyAhAQIECBAgQIAAAQIECBAgUL6AhAQIECBAgAABAgQIECBAgED5AhISmPoCg8EgNtpooybI7373uxgaGmr6NgQIECBAgAABAgQIECAwJqAlQIAAAQIECBAgQIAAAQIEyheQkAABAgQIECBAgAABAgQIEChfQEICBAjML3D33XfHHnvs0e6cPXt2HH744e14cXVSSs2lqqqKsep0OtHtdqPX6zXV7/cj1zN3XTV2evnqzfExEvH7X94W73jBd+L2W+8e3TfFtxe+/5w4693fi5E6W/2O5TdYOTZ733bzGWSTbJONxrxSSpFSatKnNNo2AxsCBAgQIECAAIFpKPDQkauHPsQRBAgQIECAAAECBAgQIECAwKQWsDgCBAgQIECAAAECBAgQIECgfAEJCRAgQIAAAQIECBAgQIAAgfIFJCRAgAABAgQIECBAgAABAgTKF5CQQAECKaUYDAZtkqGhobjzzjvbsQ4BAgQIECBAgAABAgSmvQAAAgQIECBAgAABAgQIECBAoHwBCQkQIECAAAECBAgQIECAAIHyBSQkQIDAPwjMmjUrfv3rXzd7t9pqq5g7d27TXxKblFJz2ZRSVFXVVKfTiW63G71er6l+vx+5nrnrqrHTy9eISBFRH/+Ha/4S75j17fjzH/8aU/l1wfvOibOP+kEdKdUVscKGq8Qz3r/dfNmzRTbJNmNOKeXjUxM9pdG2GdgQIECAAAECBAhMT4EFSF0twDEOIUCAAAECBAgQIECAAAECBCaxgKURIECAAAECBAgQIECAAAEC5QtISIAAAQIECBAgQIAAAQIECJQvICEBAgQIECBAgAABAgQIECBQvoCEBEoRGAwG8cQnPrGJ87Of/SyGh4ebvg0BAgQIECBAgAABAgQIRDAgQIAAAQIECBAgQIAAAQIEyheQkAABAgQIECBAgAABAgQIEChfQEICBAjcV+DQQw+N008/vdm11lprxdy5c2PmzJnNeEltUkrNpVNKUVVVU51OJ7rdbvR6vab6/X7k2nzXVWOnV6wZMTIS9Sau/81f4l0v+Hb8+Za/1uOp9z7/5LPjrKN/UC98pI40EstvsHJs/r5t58ucDbJFNhnzSSlFSqk+L9o2vAgQIECAAAECBKa1wIKErxbkIMcQIECAAAECBAgQIECAAAECk1bAwggQIECAAAECBAgQIECAAIHyBSQkQIAAAQIECBAgQIAAAQIEyheQkAABAgQIECBAgAABAgQIEChfQEICxQgsu+yyMXv27DbP8PBw29chQIAAAQIECBAgQIDANBcQnwABAgQIECBAgAABAgQIEChfQEICBAgQIECAAAECBAgQIECgfAEJCRAg0Ap84hOfiKOPProdH3PMMbHZZpu14yXZSSk1l08pRVVVTXU6neh2u9Hr9Zrq9/uR6xm7rBrPe+WaEZEi6rrh2tvjXS/4Vtx2810xlV7nnXR2nH3MGXWCvOoUK264SjzzfdvOlzVnzwbZYswlpRQppXxS2zYDGwIECBAgQIAAgekssEDZqwU6ykEECBAgQIAAAQIECBAgQIDAJBWwLAIECBAgQIAAAQIECBAgQKB8AQkJECBAgAABAgQIECBAgACB8gUkJECAAAECBAgQIECAAAECBMoXkJBAWQJz5syJ1VdfvQl10UUXxX/+5382fRsCBAgQIECAAAECBAhMbwHpCRAgQIAAAQIECBAgQIAAgfIFJCRAgAABAgQIECBAgAABAgTKF5CQAAECowIXX3xxvPjFLx4d1Nt3v/vdsd9++9W9yfNOKTWLSSlFVVVNdTqd6Ha70ev1mur3+5Fr811Xj+e9cs2IGKnfI3HjtbfHEbO+FbfedGe9b/K/zz3x7DjrmDPqtTfvWGGDleKZ73vufBlz5pw9G4x5pJQipdQETGm0bQY2BAgQIECAAAEC01xgweJXC3aYowgQIECAAAECBAgQIECAAIFJKWBRBAgQIECAAAECBAgQIECAQPkCEhIgQIAAAQIECBAgQIAAAQLlC0hIgAABAgQIECBAgAABAgQIlC8gIYHCBFZbbbWYPXt2m2p4eLjt6xAgQIAAAQIECBAgQGDaCghOgAABAgQIECBAgAABAgQIlC8gIQECBAgQIECAAAECBAgQIFC+gIQECBCoBe64447Yeeed697o+6UvfWm85S1vGR1Msm1KqVlRSimqqmqq0+lEt9uNXq/XVL/fb9pn7Lp6PO9Vj46oj40UcdPvbo8j9/lW3HrjnTGZX+eceHacfexZkVK96Pq94oYrxxbve26TKWfLlbPmzDn7mENKafScOlxKqd56EyBAgAABAgQIELhXYAGbagGPcxgBAgQIECBAgAABAgQIECAwCQUsiQABAgQIECBAgAABAgQIEChfQEICBAgQIECAAAECBAgQIECgfAEJCRAgQIAAAQIECBAgQIAAgfIFJCRQosCcOXNi2WWXbaL94Ac/iC984QtN34YAAQIECBAgQIAAAQLTVUBuAgQIECBAgAABAgQIECBAoHwBCQkQIECAAAECBAgQIECAAIHyBSQkQIBAFpg1a1Zcf/31uRvPfe5zY+7cuU1/sm5SSs3SUkpRVVVTnU4nut1u9Hq9pvr9fuTabJfVYsdXrRUxEs3r5t/fHkfu88340w13NuPJtjkruuiaAAAQAElEQVTr+LPirGPPqpc1EiMjI7HiBivFlidvM1+mnDFnzZnH8qeUIqVUnxdtG14ECBAgQIAAAQIE7hVY0KZa0AMdR4AAAQIECBAgQIAAAQIECEw6AQsiQIAAAQIECBAgQIAAAQIEyheQkAABAgQIECBAgAABAgQIEChfQEICBAgQIECAAAECBAgQIECgfAEJCRQp8IQnPCEGg0GbbWhoqO3rECBAgAABAgQIECBAYBoKiEyAAAECBAgQIECAAAECBAiULyAhAQIECBAgQIAAAQIECBAgUL6AhAQIEIg3velN8bWvfa2RWHvttWPu3Lmx4oorNuPJvEkpNctLKUVVVU11Op3odrvR6/Wi3++37Wa7rB7Pe82jY/SV4pY/3BHv3ucb8afr7xzdNUm2Zx13dpxzwjlRR4q8WWnDlWPLk7dpc4xlyhlz1rHcKaX68BT5ldJom/uKAAECBAgQIECAwL0CC9xUC3ykAwkQIECAAAECBAgQIECAAIFJJmA5BAgQIECAAAECBAgQIECAQPkCEhIgQIAAAQIECBAgQIAAAQLlC0hIgAABAgQIECBAgAABAgQIlC8gIYFyBQaDQfMPwuWE+R+3++Y3v5m7igABAgQIECBAgAABAtNQQGQCBAgQIECAAAECBAgQIECgfAEJCRAgQIAAAQIECBAgQIAAgfIFJCRAYLoLfOxjH4v3vve9LUPub7LJJu14sndSSs0SU0rN/9+jqqrodDrR7Xab6vf70ev1IrdP33n1eN5rHhMRI/V7JP74hzviyL2/Hrf8/vZ635J/n3ns2XHWCWc3axsZGYkV118xnnXyc9r15ww5S86WM+asuVJKkVJqAqQ02jYDGwIECBAgQIAAAQKtwIJ3qgU/1JEECBAgQIAAAQIECBAgQIDApBKwGAIECBAgQIAAAQIECBAgQKB8AQkJECBAgAABAgQIECBAgACB8gUkJECAAAECBAgQIECAAAECBMoXkJBAwQIbbbRRzJ49O8Zew8PDY10tAQIECBAgQIAAAQIEppeAtAQIECBAgAABAgQIECBAgED5AhISIECAAAECBAgQIECAAAEC5QtISIDAtBY4//zzYzAYtAZz586NffbZpx1PlU5KqVlqSimqqmqq0+lEt9ttqt/vR6/Xi9w+befVY8fXrB1RHxsp4tYb7oyj9vlG3HLd7bEkX//73rPi7JPOibysvFlpw5Xj2Sc/p113XnvOkDPlbGM5U0r14alZekqjbTOwIUCAAAECBAgQIHBfgYXoVwtxrEMJECBAgAABAgQIECBAgACBSSRgKQQIECBAgAABAgQIECBAgED5AhISIECAAAECBAgQIECAAAEC5QtISIAAAQIECBAgQIAAAQIECJQvICGB0gXu+4/bfeYzn4mzzz679MjyESBAgAABAgQIECBA4J8E7CBAgAABAgQIECBAgAABAgTKF5CQAAECBAgQIECAAAECBAgQKF9AQgIEpq/An//859h+++1bgFe+8pXxpje9qR1PtU5KqVlySimqqmqq0+lEt9ttqt/vR6/Xi9w+befVY8fXrh0xEs3r1hvviPfs/fW45brbm/Hi3vzgmLPi7JPPbS47Uq9pxQ1WjK1O2rpdb15zXnvOkjON5UspRUqpOS+l0bYZ2BAgQIAAAQIECBD4B4GFGVYLc7BjCRAgQIAAAQIECBAgQIAAgUkjYCEECBAgQIAAAQIECBAgQIBA+QISEiBAgAABAgQIECBAgAABAuULSEiAAAECBAgQIECAAAECBAiULyAhgeIFttxyy5g1a1abc3h4uO3rECBAgAABAgQIECBAYJoIiEmAAAECBAgQIECAAAECBAiULyAhAQIECBAgQIAAAQIECBAgUL6AhAQITGOBvfbaK2677bZGYPvtt4+5c+c2/am8SSk1y08pRVVVTXU6neh2u031+/3o9XqR2012Wj12+Le1Y/SV4s833xVH7/X1uOm3fxndtZi2P5h7Vpzz/vMjpRT1JlbecKXY+qSt23XmteY15ww5y1iulFJ9eIr8Smm0zX1FgAABAgQIECBA4H4EFmpXtVBHO5gAAQIECBAgQIAAAQIECBCYJAKWQYAAAQIECBAgQIAAAQIECJQvICEBAgQIECBAgAABAgQIECBQvoCEBAgQIECAAAECBAgQIECAQPkCEhKYHgKDwaANetppp8Xll1/ejnUIECBAgAABAgQIECBQvoCEBAgQIECAAAECBAgQIECAQPkCEhIgQIAAAQIECBAgQIAAAQLlC0hIgMB0FfiP//iP+Pa3v93Ef/zjHx/HHHNMPOpRj2rGU32TUmoipJSiqqqmOp1OdLvdpvr9fvR6vcjtJjutETv8279EjIw0ddvNd8bRz/9q3HTtn2NxvL571Jlx1inn15caqZcwEiutv0JsfdJW7fryGvNa89pzhrE8KaVIKdXnRduGFwECBAgQIECAAIEHFFi4D6qFO9zRBAgQIECAAAECBAgQIECAwKQQsAgCBAgQIECAAAECBAgQIECgfAEJCRAgQIAAAQIECBAgQIAAgfIFJCRAgAABAgQIECBAgAABAgTKF5CQwDQR2HHHHWOnnXZq0w4PD7d9HQIECBAgQIAAAQIECBQvICABAgQIECBAgAABAgQIECBQvoCEBAgQIECAAAECBAgQIECAQPkCEhIgMC0FTjvttDj++OPb7Mcee2xsuOGG7biETkqpiZFSiqqqmup0OtHtdpvq9/vR6/Uit0/daY3Y/qDHRkSK/Lr9T3+NY/b6Wtz0mz/n4YTVd486M8794IX3XjXFyhusFM85aat2XXlteY15zXntYzlSSpFSataV0mjbDGwIECBAgAABAgQIPJDAQu6vFvJ4hxMgQIAAAQIECBAgQIAAAQKTQMASCBAgQIAAAQIECBAgQIAAgfIFJCRAgAABAgQIECBAgAABAgTKF5CQAAECBAgQIECAAAECBAgQKF9AQgLTSWDOnDlt3PwP4F199dXtWIcAAQIECBAgQIAAAQIlC8hGgAABAgQIECBAgAABAgQIlC8gIQECBAgQIECAAAECBAgQIFC+gIQECEw/gXPOOSde+tKXtsGPO+642GOPPdpxSZ2UUhMnpRRVVTXV6XSi2+021e/3o9frRW6futMasf2/Pzaa10jEX/54V8x9/lfihmtua3aN9+Y77zkzzjn1woj6WvU7Vl5/xdjmpGe368lrymvLa81rHlt/SilSSs1yUhptm4ENAQIECBAgQIAAgQcRWNiPqoU9wfEECBAgQIAAAQIECBAgQIDAEhewAAIECBAgQIAAAQIECBAgQKB8AQkJECBAgAABAgQIECBAgACB8gUkJECAAAECBAgQIECAAAECBMoXkJDAtBLYa6+94tnPfnaT+S9/+UsMDQ01fRsCBAgQIECAAAECBAgULiAeAQIECBAgQIAAAQIECBAgUL6AhAQIECBAgAABAgQIECBAgED5AhISIDDNBP70pz/Fc57znDb1a1/72njDG97QjkvspJSaWCmlqKqqqU6nE91ut6l+vx+9Xi9yu/Hz1ogdXve4iBQR9fF33Hp3HLvXV+OGX90W4/n61rvPiHM+dHHka0R9rVU2WDG2OelZ7TryWvKa8hrzWsfWnVKKlFLkV0qjbe4rAgQIECBAgAABAg8hsNAfVwt9hhMIECBAgAABAgQIECBAgACBJSzg8gQIECBAgAABAgQIECBAgED5AhISIECAAAECBAgQIECAAAEC5QtISIAAAQIECBAgQIAAAQIECJQvICGB6ScwZ86cNvTw8HBcf/317ViHAAECBAgQIECAAAECZQpIRYAAAQIECBAgQIAAAQIECJQvICEBAgQIECBAgAABAgQIECBQvoCEBAhMN4Hddtst7r777ib2TjvtFHPnzm36pW9SSk3ElFJUVdVUp9OJbrfbVL/fj16vF7ndcMc1Yrt/f1zEyEjUm7jjtr/GMXueHjf88tZ6/PDf3zzyjDjnw5fUE43UlxiJlddfMZ574rPa6+c15LXkteU1jq03pRQppfq8aNvwIkCAAAECBAgQILBAAgt/ULXwpziDAAECBAgQIECAAAECBAgQWKICLk6AAAECBAgQIECAAAECBAiULyAhAQIECBAgQIAAAQIECBAgUL6AhAQIECBAgAABAgQIECBAgED5AhISmIYCBx54YGyyySZN8t///vcxNDTU9G0IECBAgAABAgQIECBQrIBgBAgQIECAAAECBAgQIECAQPkCEhIgQIAAAQIECBAgQIAAAQLlC0hIgMC0Enjd614XZ555ZpP5SU96UhxzzDGxzDLLNOPpsEkpNTFTSlFVVVOdTie63W5T/X4/er1e5Haj560Z27/hCRGRIr/+evvf4tjnfzmuv/pPebjI9Y0jzoxzP3rpvbOmWGWDFWPbE7dsr5uvndeQ15TXNrbOlFKklJrrpjTaNgMbAgQIECBAgAABAgsisAjHVItwjlMIECBAgAABAgQIECBAgACBJSjg0gQIECBAgAABAgQIECBAgED5AhISIECAAAECBAgQIECAAAEC5QtISIAAAQIECBAgQIAAAQIECJQvICGB6SowGAza6MPDw/GXv/ylHesQIECAAAECBAgQIECgNAF5CBAgQIAAAQIECBAgQIAAgfIFJCRAgAABAgQIECBAgAABAgTKF5CQAIHpI/ChD30oTjrppCZwp9OJ4447LtZbb71mPJ02KaUmbkopqqpqKnt0u93I1e/3o9frRW432GGN2P4NT4jmNRJx11/+FsfucXr84Rd/anYt7OZ/3nVmnPvRSyLquep3rLL+CrHdiVu218vXzNfO68hrGltfSilSSs3lUhptm4ENAQIECBAgQIAAgQUUWJTDqkU5yTkECBAgQIAAAQIECBAgQIDAEhNwYQIECBAgQIAAAQIECBAgQKB8AQkJECBAgAABAgQIECBAgACB8gUkJECAAAECBAgQIECAAAECBMoXkJDAtBUYDAaxzjrrNPl//vOfx/DwcNO3IUCAAAECBAgQIECAQIECIhEgQIAAAQIECBAgQIAAAQLlC0hIgAABAgQIECBAgAABAgQIlC8gIQEC00TgzDPPjFe+8pVt2uOPPz522WWXdjzdOimlJnJKKaqqaqrT6US3222q3+9Hr9eL3K6/wxqx3RueGFEfGyni7jv/HsfveXr84ed/jIV5fe2dZ8S5Q5dF3DvPzA1WiO1O3KK9Tr5WvmZeQ17L2LpSSvUpKfIrpdE29xUBAgQIECBAgACBhRBYpEOrRTrLSQQIECBAgAABAgQIECBAgMASEnBZAgQIECBAgAABAgQIECBAoHwBCQkQIECAAAECBAgQIECAAIHyBSQkQIAAAQIECBAgQIAAAQIEyheQkMD0FVhmmWViMBi0AMPDw21fhwABAgQIECBAgAABAmUJSEOAAAECBAgQIECAAAECBAiULyAhAQIECBAgQIAAAQIECBAgUL6AhAQIsmxCHQAAEABJREFUTAeBm2++OZ797Ge3UV/3utfFQQcd1I6nayel1ERPKUVVVU11Op3odrtN9fv96PV6kdv1d1gjtn3DEyJGRiK/7r7zb3Hc7l+M3//sljx8yPrqO86Ic4cvq48bqacYiVXWXyG2P2GLdv58jXytfO28hrH1pJQipVSfF20bXgQIECBAgAABAgQWWmDRTqgW7TRnESBAgAABAgQIECBAgAABAktEwEUJECBAgAABAgQIECBAgACB8gUkJECAAAECBAgQIECAAAECBMoXkJAAAQIECBAgQIAAAQIECBAoX0BCAtNcYDAYxFprrdUoXHrppTE8PNz0bQgQIECAAAECBAgQIFCUgDAECBAgQIAAAQIECBAgQIBA+QISEiBAgAABAgQIECBAgAABAuULSEiAwLQQeN7zntfm3G233WLu3LnteLp3UkoNQUopqqpqqtPpRLfbbarf78dYrb/DmrHtwU+K0VeKv9/9f3HCnl+K3//0ltFdD7D96tvPiPM+/sNI9Z+oa+YGK8QOJzwzer1eO3fu52vma4+tI6X6jLqifqWU6q03AQIECBAgQIAAgUUUWMTTqkU8z2kECBAgQIAAAQIECBAgQIDAEhBwSQIECBAgQIAAAQIECBAgQKB8AQkJECBAgAABAgQIECBAgACB8gUkJECAAAECBAgQIECAAAECBMoXkJDAdBeYOXNmzJ49u2UYHh5u+zoECBAgQIAAAQIECBAoRUAOAgQIECBAgAABAgQIECBAoHwBCQkQIECAAAECBAgQIECAAIHyBSQkQKB8gde+9rVx4YUXNkHXXXfdOOaYY6Lf7zdjm1GBlFLTSSlFVVVNdTqd6Ha7TfV6vcYsuz1l+zVj24OfFBEj9Xsk/v7Xe+KEPb4Y1/3k5nrfP79PP/x/49z//GF97OhnM9dfPnY84Zlx3zlzP18rX3Ps+imlSCk1J6U02jYDGwIECBAgQIAAAQKLILCop1SLeqLzCBAgQIAAAQIECBAgQIAAgcUu4IIECBAgQIAAAQIECBAgQIBA+QISEiBAgAABAgQIECBAgAABAuULSEiAAAECBAgQIECAAAECBAiULyAhAQK1wJw5c2L55ZevexFnnnlmfPazn236NgQIECBAgAABAgQIEChEQAwCBAgQIECAAAECBAgQIECgfAEJCRAgQIAAAQIECBAgQIAAgfIFJCRAoHCBD3zgA3HKKac0Kfv9fhx33HGxzjrrNGOb+QVSSs2OlFJUVdVUp9OJbrfbVK/Xi2yYa73t14znHlw71sdGirjnb/fESXt8IX73o5vivq/T33ZGnP+JK+td9UH1e+YGK8SOJ2we950r9/M18rXGrptSipRSfV60bXgRIECAAAECBAgQWHSBRT6zWuQznUiAAAECBAgQIECAAAECBAgsZgGXI0CAAAECBAgQIECAAAECBMoXkJAAAQIECBAgQIAAAQIECBAoX0BCAgQIECBAgAABAgQIECBAoHwBCQkQyAKPfexjYzAY5G5TQ0NDTWtDgAABAgQIECBAgACBMgSkIECAAAECBAgQIECAAAECBMoXkJAAAQIECBAgQIAAAQIECBAoX0BCAgRKFvjBD34Qr3nNa9qIJ5xwQuy4447tWOefBVJKzc6UUlRV1VSn04lut9tUr9eLfr/f1HrbrxnPfeM6ESPNO+75+//FSXt8IX535U2RX1887Iw497+uyN0YGRmJmU9ZPp53/DPivnPkfp47X2PseimlSCk156U02jYDGwIECBAgQIAAAQKLLLDoJ1aLfqozCRAgQIAAAQIECBAgQIAAgcUq4GIECBAgQIAAAQIECBAgQIBA+QISEiBAgAABAgQIECBAgAABAuULSEiAAAECBAgQIECAAAECBAiULyAhAQKtwGAwaP5htrzjG9/4Rnz961/PXUWAAAECBAgQIECAAIGpLyABAQIECBAgQIAAAQIECBAgUL6AhAQIECBAgAABAgQIECBAgED5AhISIFCswA033BDPec5z2nwHH3xwvPrVr27HOg8skFJqPkwpRVVVTXU6neh2u031er3o9/tNrbvdmvHcNz85UuRXipF7RuLk3T8fX3jr/8b5n/pRvX/0k1U3WCF2OuEZzTlj5+Z58px57rHrpJQipZQna9tmYEOAAAECBAgQIEDg4Qg8jHOrh3GuUwkQIECAAAECBAgQIECAAIHFKOBSBAgQIECAAAECBAgQIECAQPkCEhIgQIAAAQIECBAgQIAAAQLlC0hIgAABAgQIECBAgAABAgQIlC8gIQEC8wTWX3/9mD17drtjeHi47esQIECAAAECBAgQIEBgKgtYOwECBAgQIECAAAECBAgQIFC+gIQECBAgQIAAAQIECBAgQIBA+QISEiBQrsC2227bhttzzz1j7ty57VjnoQVSSs1BKaWoqqqpTqcT3W63qV6vF/1+v6l/3XbN2ObN/xoRI02NjIzE+f/vx6P9et9qG6wQOx+/WXPs2Dn5/DxXnnNs/pRSpJTq86Jtw4sAAQIECBAgQIDAOAg8nCmqh3OycwkQIECAAAECBAgQIECAAIHFJuBCBAgQIECAAAECBAgQIECAQPkCEhIgQIAAAQIECBAgQIAAAQLlC0hIgAABAgQIECBAgAABAgQIlC8gIQEC/yAwGAzaPZ/73OfijDPOaMc6BAgQIECAAAECBAgQmKIClk2AAAECBAgQIECAAAECBAiULyAhAQIECBAgQIAAAQIECBAgUL6AhAQIFCrwspe9LK644oom3frrrx/vfe97o6r8bGcDshCblFJzdEqp8cuGnU4nut1uU71eL/r9flPrbrdWPPfQ9SLqYyPFva8Uq2+wYux8/GbNMfnYfE6uPEeeK8+ZK6UUKaXmvJRG22ZgQ4AAAQIECBAgQODhCzysGfwviYfF52QCBAgQIECAAAECBAgQILC4BFyHAAECBAgQIECAAAECBAgQKF9AQgIECBAgQIAAAQIECBAgQKB8AQkJECBAgAABAgQIECBAgACB8gUkJEDgHwU233zz2G+//drdw8PDbV+HAAECBAgQIECAAAECU1PAqgkQIECAAAECBAgQIECAAIHyBSQkQIAAAQIECBAgQIAAAQIEyheQkACBEgXe9773xUc/+tEm2jLLLBPHH398PP7xj2/GNgsvkFJqTkopRVVVTXU6neh2u031er3o9/tNrbvdo2O7t64fMdK8Y/UNVojdTnxGzJgxo/k8H5srn5vnGJsvpRQppcivlEbb3FcECBAgQIAAAQIExkfg4c1SPbzTnU2AAAECBAgQIECAAAECBAgsFgEXIUCAAAECBAgQIECAAAECBMoXkJAAAQIECBAgQIAAAQIECBAoX0BCAgQIECBAgAABAgQIECBAoHwBCQkQuF+BwWDQ7v/Yxz4Wl1xySTvWIUCAAAECBAgQIECAwJQTsGACBAgQIECAAAECBAgQIECgfAEJCRAgQIAAAQIECBAgQIAAgfIFJCRAoDiB7373u3HQQQe1uU444YTYdttt27HOogmklJoTU0pRVVVTnU4nut1u9Hq96Pf7MWPGjKbW3f4xscPbN461N50Zz3/fFs2+/HmufGw+J587Nk9KKVJKkV8pjba5rwgQIECAAAECBAiMm8DDnKh6mOc7nQABAgQIECBAgAABAgQIEFgMAi5BgAABAgQIECBAgAABAgQIlC8gIQECBAgQIECAAAECBAgQIFC+gIQECBAgQIAAAQIECBAgQIBA+QISEiBw/wLbbbdd7Lrrru2Hw8PDbV+HAAECBAgQIECAAAECU03AegkQIECAAAECBAgQIECAAIHyBSQkQIAAAQIECBAgQIAAAQIEyheQkACBsgSuu+662HbbbdtQhxxySLz85S9vxzoPTyCl1EyQUoqqqprqdDrR7Xab6vV60e/3Y8aMGbH+8x4be5+0ZdPP47w/f56PzeeMnZ9SipRS5FdKo23uKwIECBAgQIAAAQLjKfBw56oe7gTOJ0CAAAECBAgQIECAAAECBCZcwAUIECBAgAABAgQIECBAgACB8gUkJECAAAECBAgQIECAAAECBMoXkJAAAQIECBAgQIAAAQIECBAoX0BCAgQeRGDOnDntp0NDQ3HVVVe1Yx0CBAgQIECAAAECBAhMIQFLJUCAAAECBAgQIECAAAECBMoXkJAAAQIECBAgQIAAAQIECBAoX0BCAgQKE9h6663bRPvss08cddRR7VhnfARSSs1EKaWoqqqtbrcbvV6vqX6/H7lmzJgRucb252NydTqd5ryUUqSUIr9SGm1zXxEgQIAAAQIECBAYZ4GHPV31sGcwAQECBAgQIECAAAECBAgQIDDBAqYnQIAAAQIECBAgQIAAAQIEyheQkAABAgQIECBAgAABAgQIEChfQEICBAgQIECAAAECBAgQIECgfAEJCRB4MIE99tgjnvOc5zSH3HHHHTE8PNz0bQgQIECAAAECBAgQIDC1BKyWAAECBAgQIECAAAECBAgQKF9AQgIECBAgQIAAAQIECBAgQKB8AQkJEChJ4EUvelH8/Oc/byJtvPHG8d73vrfp24y/QEqpmTSlFFVVRafTaavX68X9VbfbbY7Jx6eUIqXRivqVUqq33gQIECBAgAABAgQmSuDhz1s9/CnMQIAAAQIECBAgQIAAAQIECEyogMkJECBAgAABAgQIECBAgACB8gUkJECAAAECBAgQIECAAAECBMoXkJAAAQIECBAgQIAAAQIECBAoX0BCAgQeUmDOnDntMUNDQ3Hddde1Yx0CBAgQIECAAAECBAhMCQGLJECAAAECBAgQIECAAAECBMoXkJAAAQIECBAgQIAAAQIECBAoX0BCAgSKETjxxBPjv/7rv5o8yy67bBx//PGx9tprN2ObiRFIKTUTp5QipRRVVUWn02mq2+3GfSvvH/s8tymNnhP1K6VUb70JECBAgAABAgQITKDAOExdjcMcpiBAgAABAgQIECBAgAABAgQmUMDUBAgQIECAAAECBAgQIECAQPkCEhIgQIAAAQIECBAgQIAAAQLlC0hIgAABAgQIECBAgAABAgQIlC8gIQECDy1wwAEHxKabbtoceMMNN8TQ0FDTtyFAgAABAgQIECBAgMBUEbBOAgQIECBAgAABAgQIECBAoHwBCQkQIECAAAECBAgQIECAAIHyBSQkQKAMgW9+85vx+te/vg1z0kknxdZbb92OdSZOIKXUTJ5SipRSVFXVVqfTiVx531ib0uhxKc1rw4sAAQIECBAgQIDABAuMx/TVeExiDgIECBAgQIAAAQIECBAgQGDCBExMgAABAgQIECBAgAABAgQIlC8gIQECBAgQIECAAAECBAgQIFC+gIQECBAgQIAAAQIECBAgQIBA+QISEiCwgAKDwaA9cnh4OG699dZ2rEOAAAECBAgQIECAAIFJLmB5BAgQIECAAAECBAgQIECAQPkCEhIgQIAAAQIECBAgQIAAAQLlC0hIgMziR7IAABAASURBVEABAtdee23suOOObZLDDjss7vv/V2g/0JkwgZRSM3dKKVIaraqq4r6VUmrGKaXIr5RG29xXBAgQIECAAAECBCZYYFymr8ZlFpMQIECAAAECBAgQIECAAAECEyRgWgIECBAgQIAAAQIECBAgQKB8AQkJECBAgAABAgQIECBAgACB8gUkJECAAAECBAgQIECAAAECBMoXkJAAgQUVyP+g3rrrrtsc/stf/jKGh4ebvg0BAgQIECBAgAABAgQmv4AVEiBAgAABAgQIECBAgAABAuULSEiAAAECBAgQIECAAAECBAiULyAhAQIlCGyxxRZtjH333TeOOOKIdqyz+ARSSpFSai6YUmr6Kc3f5g9TGt2X+4oAAQIECBAgQIDA4hEYn6tU4zONWQgQIECAAAECBAgQIECAAIEJETApAQIECBAgQIAAAQIECBAgUL6AhAQIECBAgAABAgQIECBAgED5AhISIECAAAECBAgQIECAAAEC5QtISIDAAgvMmDEjBoNBe/zw8HDcc8897ViHAAECBAgQIECAAAECk1bAwggQIECAAAECBAgQIECAAIHyBSQkQIAAAQIECBAgQIAAAQIEyheQkACBKS+wzz77xLXXXtvkePrTnx7HHnts07dZcgIppUjpgWvJrcyVCRAgQIAAAQIEpq3AOAWvxmke0xAgQIAAAQIECBAgQIAAAQITIGBKAgQIECBAgAABAgQIECBAoHwBCQkQIECAAAECBAgQIECAAIHyBSQkQIAAAQIECBAgQIAAAQIEyheQkACBhRMYDAbxmMc8pjnphz/8YQwPDzd9GwIECBAgQIAAAQIECExmAWsjQIAAAQIECBAgQIAAAQIEyheQkAABAgQIECBAgAABAgQIEChfQEICBKa2wLHHHhuf+9znmhArrLBCHH/88bHmmms2YxsCBAgQIECAAAECBAiMCYxXW43XROYhQIAAAQIECBAgQIAAAQIExl3AhAQIECBAgAABAgQIECBAgED5AhISIECAAAECBAgQIECAAAEC5QtISIAAAQIECBAgQIAAAQIECJQvICEBAgspsNJKK8VgMGjPGh4ebvs6BAgQIECAAAECBAgQmKQClkWAAAECBAgQIECAAAECBAiULyAhAQIECBAgQIAAAQIECBAgUL6AhAQITGGBr3/96/HGN76xTXDSSSfFlltu2Y51CBAgQIAAAQIECBAgcK/AuDXVuM1kIgIECBAgQIAAAQIECBAgQGCcBUxHgAABAgQIECBAgAABAgQIlC8gIQECBAgQIECAAAECBAgQIFC+gIQECBAgQIAAAQIECBAgQIBA+QISEiCwKAJz5syJlVZaqTn1nHPOiU9/+tNN34YAAQIECBAgQIAAAQKTU8CqCBAgQIAAAQIECBAgQIAAgfIFJCRAgAABAgQIECBAgAABAgTKF5CQAIGpKnDNNdfEzjvv3C7/7W9/e7zoRS9qxzoECBAgQIAAAQIECBCYJzB+vWr8pjITAQIECBAgQIAAAQIECBAgMK4CJiNAgAABAgQIECBAgAABAgTKF5CQAAECBAgQIECAAAECBAgQKF9AQgIECBAgQIAAAQIECBAgQKB8AQkJEFgkgcc85jExGAzac4eGhtq+DgECBAgQIECAAAECBCadgAURIECAAAECBAgQIECAAAEC5QtISIAAAQIECBAgQIAAAQIECJQvICEBAlNWYNNNN23XfsABB8Q73vGOdqxDgAABAgQIECBAgACB+QTGcVCN41ymIkCAAAECBAgQIECAAAECBMZRwFQECBAgQIAAAQIECBAgQIBA+QISEiBAgAABAgQIECBAgAABAuULSEiAAAECBAgQIECAAAECBAiULyAhAQKLLjAYDGLGjBnNBN/+9rfjK1/5StO3IUCAAAECBAgQIECAwGQTsB4CBAgQIECAAAECBAgQIECgfAEJCRAgQIAAAQIECBAgQIAAgfIFJCRAYGoK7LrrrnHjjTc2i3/GM54Rxx57bNO3IUCAAAECBAgQIECAwP0JjOe+ajwnMxcBAgQIECBAgAABAgQIECAwbgImIkCAAAECBAgQIECAAAECBMoXkJAAAQIECBAgQIAAAQIECBAoX0BCAgQIECBAgAABAgQIECBAoHwBCQkQeBgC6667bgwGg3aG4eHhtq9DgAABAgQIECBAgACBSSRgKQQIECBAgAABAgQIECBAgED5AhISIECAAAECBAgQIECAAAEC5QtISIDAFBQ48sgj46tf/Wqz8lVWWSVOOOGEWHXVVZuxDQECBAgQIECAAAECBO5HYFx3VeM6m8kIECBAgAABAgQIECBAgACBcRIwDQECBAgQIECAAAECBAgQIFC+gIQECBAgQIAAAQIECBAgQIBA+QISEiBAgAABAgQIECBAgAABAuULSEiAwMMVGAwG7RRf/OIX4/vf/3471iFAgAABAgQIECBAgMDkELAKAgQIECBAgAABAgQIECBAoHwBCQkQIECAAAECBAgQIECAAIHyBSQkQGCqCXzlK1+Jt73tbe2yTzrppHjGM57RjnUIECBAgAABAgQIECDwzwLju6ca3+nMRoAAAQIECBAgQIAAAQIECIyLgEkIECBAgAABAgQIECBAgACB8gUkJECAAAECBAgQIECAAAECBMoXkJAAAQIECBAgQIAAAQIECBAoX0BCAgQetsCmm24aBxxwQDvP8PBw29chQIAAAQIECBAgQIDApBCwCAIECBAgQIAAAQIECBAgQKB8AQkJECBAgAABAgQIECBAgACB8gUkJEBgSglcffXVsdtuu7VrPuKII2K//fZrxzoECBAgQIAAAQIECBC4X4Fx3lmN83ymI0CAAAECBAgQIECAAAECBMZBwBQECBAgQIAAAQIECBAgQIBA+QISEiBAgAABAgQIECBAgAABAuULSEiAAAECBAgQIECAAAECBAiULyAhAQLjIzAYDNqJPvGJT8SFF17YjnUIECBAgAABAgQIECCwpAVcnwABAgQIECBAgAABAgQIEChfQEICBAgQIECAAAECBAgQIECgfAEJCRCYWgIbb7xxu+ADDzwwDjvssHasQ4AAAQIECBAgQIAAgQcSGO/91XhPaD4CBAgQIECAAAECBAgQIEDgYQuYgAABAgQIECBAgAABAgQIEChfQEICBAgQIECAAAECBAgQIECgfAEJCRAgQIAAAQIECBAgQIAAgfIFJCRAYJwEttlmm9hjjz3a2YaHh9u+DgECBAgQIECAAAECBJawgMsTIECAAAECBAgQIECAAAEC5QtISIAAAQIECBAgQIAAAQIECJQvICEBAlNIYLvttos///nPzYq33HLLOO6445q+DQECBAgQIECAAAECBB5CYNw/rsZ9RhMSIECAAAECBAgQIECAAAECD1PA6QQIECBAgAABAgQIECBAgED5AhISIECAAAECBAgQIECAAAEC5QtISIAAAQIECBAgQIAAAQIECJQvICEBAuMpMGfOnHa6oaGh+MlPftKOdQgQIECAAAECBAgQILDkBFyZAAECBAgQIECAAAECBAgQKF9AQgIECBAgQIAAAQIECBAgQKB8AQkJEJgqAocddlh85zvfaZa72mqrxQknnBArrbRSM7YhQIAAAQIECBAgQIDAgwuM/6fV+E9pRgIECBAgQIAAAQIECBAgQOBhCTiZAAECBAgQIECAAAECBAgQKF9AQgIECBAgQIAAAQIECBAgQKB8AQkJECBAgAABAgQIECBAgACB8gUkJEBgXAV23XXX2HbbbZs5//rXv8bw8HDTtyFAgAABAgQIECBAgMASFXBxAgQIECBAgAABAgQIECBAoHwBCQkQIECAAAECBAgQIECAAIHyBSQkQGBKCHzpS1+Kd7/73e1aTz755Hja057WjnUIECBAgAABAgQIECDwoAIT8GE1AXOakgABAgQIECBAgAABAgQIEHgYAk4lQIAAAQIECBAgQIAAAQIEyheQkAABAgQIECBAgAABAgQIEChfQEICBAgQIECAAAECBAgQIECgfAEJCRAYf4E5c+a0kw4NDcW1117bjnUIECBAgAABAgQIECCwJARckwABAgQIECBAgAABAgQIEChfQEICBAgQIECAAAECBAgQIECgfAEJCRCY/AJXXXVV7Lnnnu1CjzrqqNhnn33asQ4BAgQIECBAgAABAgQeSmAiPq8mYlJzEiBAgAABAgQIECBAgAABAoss4EQCBAgQIECAAAECBAgQIECgfAEJCRAgQIAAAQIECBAgQIAAgfIFJCRAgAABAgQIECBAgAABAgTKF5CQAIEJENhvv/1i8803b2a++eabY2hoqOnbECBAgAABAgQIECBAYAkJuCwBAgQIECBAgAABAgQIECBQvoCEBAgQIECAAAECBAgQIECAQPkCEhIgMAUEnvKUp7SrfMlLXhKHHHJIO9YhQIAAAQIECBAgQIDAAghMyCHVhMxqUgIECBAgQIAAAQIECBAgQGARBZxGgAABAgQIECBAgAABAgQIlC8gIQECBAgQIECAAAECBAgQIFC+gIQECBAgQIAAAQIECBAgQIBA+QISEiAwUQKDwaCdenh4OG655ZZ2rEOAAAECBAgQIECAAIHFK+BqBAgQIECAAAECBAgQIECAQPkCEhIgQIAAAQIECBAgQIAAAQLlC0hIgMBkF3jWs54Vf/vb35plbrXVVnHcccc1fRsCBAgQIECAAAECBAgsuMDEHFlNzLRmJUCAAAECBAgQIECAAAECBBZJwEkECBAgQIAAAQIECBAgQIBA+QISEiBAgAABAgQIECBAgAABAuULSEiAAAECBAgQIECAAAECBAiULyAhAQITJjAYDGL99ddv5v/1r38dw8PDTd+GAAECBAgQIECAAAECi13ABQkQIECAAAECBAgQIECAAIHyBSQkQIAAAQIECBAgQIAAAQIEyheQkACBSS1w8MEHx1lnndWsca211ooTTzwxlltuuWZsQ4AAAQIECBAgQIAAgQUWmKADqwma17QECBAgQIAAAQIECBAgQIDAIgg4hQABAgQIECBAgAABAgQIEChfQEICBAgQIECAAAECBAgQIECgfAEJCRAgQIAAAQIECBAgQIAAgfIFJCRAYOIEut1uDAaD9gLDw8Nx9913t2MdAgQIECBAgAABAgQILC4B1yFAgAABAgQIECBAgAABAgTKF5CQAAECBAgQIECAAAECBAgQKF9AQgIEJq/AZz/72TjuuOPaBZ588smx0UYbtWMdAgQIECBAgAABAgQILKjARB1XTdTE5iVAgAABAgQIECBAgAABAgQWWsAJBAgQIECAAAECBAgQIECAQPkCEhIgQIAAAQIECBAgQIAAAQLlC0hIgAABAgQIECBAgAABAgQIlC8gIQECEywwGAzisY99bHOVH/3oRzE8PNz0bQgQIECAAAECBAgQILAYBVyKAAECBAgQIECAAAECBAgQKF9AQgIECBCZrc3XAAAQAElEQVQgQIAAAQIECBAgQKB8AQkJEJikAj/+8Y9j1qxZ7eqOOeaY2HPPPduxDgECBAgQIECAAAECBBZCYMIOrSZsZhMTIECAAAECBAgQIECAAAECCyngcAIECBAgQIAAAQIECBAgQKB8AQkJECBAgAABAgQIECBAgACB8gUkJECAAAECBAgQIECAAAECBMoXkJAAgYkWWH755WMwGLSXGR4ebvs6BAgQIECAAAECBAgQWDwCrkKAAAECBAgQIECAAAECBAiULyAhAQIECBAgQIAAAQIECBAgUL6AhAQITFaB9dZbr13aK17xinjjG9/YjnUIECBAgAABAgQIECCwcAITd3Q1cVObmQABAgQIECBAgAABAgQIEFgoAQcTIECAAAECBAgQIECAAAEC5QtISIAAAQIECBAgQIAAAQIECJQvICEBAgQIECBAgAABAgQIECBQvoCEBAgsFoE5c+bEKqus0lzr/PPPj09+8pNN34YAAQIECBAgQIAAAQKLRcBFCBAgQIAAAQIECBAgQIAAgfIFJCRAgAABAgQIECBAgAABAgTKF5CQAIFJKfD0pz+9Xddzn/vcOO6449qxDgECBAgQIECAAAECBBZaYAJPqCZwblMTIECAAAECBAgQIECAAAECCyHgUAIECBAgQIAAAQIECBAgQKB8AQkJECBAgAABAgQIECBAgACB8gUkJECAAAECBAgQIECAAAECBMoXkJAAgcUjsOaaa8acOXPaiw0NDbV9HQIECBAgQIAAAQIECEy0gPkJECBAgAABAgQIECBAgACB8gUkJECAAAECBAgQIECAAAECBMoXkJAAgckn8NrXvjYuuuiiZmFrr712nHjiifGIRzyiGdsQIECAAAECBAgQIEBgUQQm8pxqIic3NwECBAgQIECAAAECBAgQILDAAg4kQIAAAQIECBAgQIAAAQIEyheQkAABAgQIECBAgAABAgQIEChfQEICBAgQIECAAAECBAgQIECgfAEJCRBYjAKDwSCWWWaZ5orf+9734ktf+lLTtyFAgAABAgQIECBAgMAEC5ieAAECBAgQIECAAAECBAgQKF9AQgIECBAgQIAAAQIECBAgQKB8AQkJEJhkAp/4xCfilFNOaVd18sknx1Oe8pR2rEOAAAECBAgQIECAAIFFEJjQU6oJnd3kBAgQIECAAAECBAgQIECAwAIKOIwAAQIECBAgQIAAAQIECBAoX0BCAgQIECBAgAABAgQIECBAoHwBCQkQIECAAAECBAgQIECAAIHyBSQkQGBxCqyzzjoxGAzaSw4PD7d9HQIECBAgQIAAAQIECEycgJkJECBAgAABAgQIECBAgACB8gUkJECAAAECBAgQIECAAAECBMoXkJAAgckkcMUVV8SLX/zidknHH3987Lbbbu1YhwABAgQIECBAgAABAosmMLFnVRM7vdkJECBAgAABAgQIECBAgACBBRJwEAECBAgQIECAAAECBAgQIFC+gIQECBAgQIAAAQIECBAgQIBA+QISEiBAgAABAgQIECBAgAABAuULSEiAwGIXGAwG7TW//OUvx3e+8512rEOAAAECBAgQIECAAIEJETApAQIECBAgQIAAAQIECBAgUL6AhAQIECBAgAABAgQIECBAgED5AhISIDBpBO65557YYIMN2vW8+tWvjte//vXtWIcAAQIECBAgQIAAAQKLLDDBJ1YTPL/pCRAgQIAAAQIECBAgQIAAgQUQcAgBAgQIECBAgAABAgQIECBQvoCEBAgQIECAAAECBAgQIECAQPkCEhIgQIAAAQIECBAgQIAAAQLlC0hIgMDiF9hkk03iwAMPbC88PDzc9nUIECBAgAABAgQIECAwEQLmJECAAAECBAgQIECAAAECBMoXkJAAAQIECBAgQIAAAQIECBAoX0BCAgQmj8BGG23ULmb77beP448/vh3rECBAgAABAgQIECBA4OEITPS51URfwPwECBAgQIAAAQIECBAgQIDAQwo4gAABAgQIECBAgAABAgQIEChfQEICBAgQIECAAAECBAgQIECgfAEJCRAgQIAAAQIECBAgQIAAgfIFJCRAYAkJDAaD9sqf+tSn4rzzzmvHOgQIECBAgAABAgQIEBhnAdMRIECAAAECBAgQIECAAAEC5QtISIAAAQIECBAgQIAAAQIECJQvICEBApNE4KUvfWlceeWVzWoe//jHx0knnRQzZsxoxjYECBAgQIAAAQIECBB4mAITfno14VdwAQIECBAgQIAAAQIECBAgQOAhBHxMgAABAgQIECBAgAABAgQIlC8gIQECBAgQIECAAAECBAgQIFC+gIQECBAgQIAAAQIECBAgQIBA+QISEiCwpAS22mqr2GuvvdrLDw8Pt30dAgQIECBAgAABAgQIjK+A2QgQIECAAAECBAgQIECAAIHyBSQkQIAAAQIECBAgQIAAAQIEyheQkACBySDwkY98JE477bR2KSeffHI8+clPbsc6BAgQIECAAAECBAgQeHgCE392NfGXcAUCBAgQIECAAAECBAgQIEDgQQV8SIAAAQIECBAgQIAAAQIECJQvICEBAgQIECBAgAABAgQIECBQvoCEBAgQIECAAAECBAgQIECAQPkCEhIgsEQF5syZ015/aGgorrzyynasQ4AAAQIECBAgQIAAgXETMBEBAgQIECBAgAABAgQIECBQvoCEBAgQIECAAAECBAgQIECAQPkCEhIgsMQFLrvssnj5y1/eruOkk06KnXbaqR3rECBAgAABAgQIECBA4GELLIYJqsVwDZcgQIAAAQIECBAgQIAAAQIEHkTARwQIECBAgAABAgQIECBAgED5AhISIECAAAECBAgQIECAAAEC5QtISIAAAQIECBAgQIAAAQIECJQvICEBAktWIP9DfzvssEOziL///e8xPDzc9G0IECBAgAABAgQIECAwngLmIkCAAAECBAgQIECAAAECBMoXkJAAAQIECBAgQIAAAQIECBAoX0BCAgSWrMDdd98dG2+8cbuIgw46KHK1O3QIECBAgAABAgQIECAwDgKLY4pqcVzENQgQIECAAAECBAgQIECAAIEHFPABAQIECBAgQIAAAQIECBAgUL6AhAQIECBAgAABAgQIECBAgED5AhISIECAAAECBAgQIECAAAEC5QtISIDAJBCYM2dOu4qhoaG45ppr2rEOAQIECBAgQIAAAQIExkHAFAQIECBAgAABAgQIECBAgED5AhISIECAAAECBAgQIECAAAEC5QtISIDAEhZYb7312hXstNNOcfzxx7djHQIECBAgQIAAAQIECIyTwGKZplosV3ERAgQIECBAgAABAgQIECBA4AEE7CZAgAABAgQIECBAgAABAgTKF5CQAAECBAgQIECAAAECBAgQKF9AQgIECBAgQIAAAQIECBAgQKB8AQkJEJgMArNmzYott9yyWcqf/vSnGBoaavo2BAgQIECAAAECBAgQGB8BsxAgQIAAAQIECBAgQIAAAQLlC0hIgAABAgQIECBAgAABAgQIlC8gIQECS1LggAMOiF/84hfNEp70pCfFSSedFJ1OpxnbECBAgAABAgQIECBAYPwEFs9M1eK5jKsQIECAAAECBAgQIECAAAEC9ytgJwECBAgQIECAAAECBAgQIFC+gIQECBAgQIAAAQIECBAgQIBA+QISEiBAgAABAgQIECBAgAABAuULSEiAwKQRGAwG7VqGh4fjxhtvbMc6BAgQIECAAAECBAgQeFgCTiZAgAABAgQIECBAgAABAgTKF5CQAAECBAgQIECAAAECBAgQKF9AQgIElpjA+973vvjkJz/ZXL/T6UQeP+EJT2jGNgQIECBAgAABAgQIEBhXgcU0WbWYruMyBAgQIECAAAECBAgQIECAwP0I2EWAAAECBAgQIECAAAECBAiULyAhAQIECBAgQIAAAQIECBAgUL6AhAQIECBAgAABAgQIECBAgED5AhISIDB5BAaDQWy00UbNgn7729/G8PBw07chQIAAAQIECBAgQIDAwxVwPgECBAgQIECAAAECBAgQIFC+gIQECBAgQIAAAQIECBAgQIBA+QISEiCwZAQuuOCCOOigg9qLn3zyybH99tu3Yx0CBAgQIECAAAECBAiMp8DimqtaXBdyHQIECBAgQIAAAQIECBAgQOCfBOwgQIAAAQIECBAgQIAAAQIEyheQkAABAgQIECBAgAABAgQIEChfQEICBAgQIECAAAECBAgQIECgfAEJCRCYRAIppRgMBu2KhoeH484772zHOgQIECBAgAABAgQIEFhEAacRIECAAAECBAgQIECAAAEC5QtISIAAAQIECBAgQIAAAQIECJQvICEBAktA4I477ojNNtusvfLrX//6ePWrX92OdQgQIECAwP9n715grq7rB45/OF5meMMciXiBHF7KNF2X6cQe1FRyhPOS2tL0oMsKopBJKk2eYqJoMn2UOaBxGlnDGikQFS1EZJSzIENDFAm2GLdxh4IMxn/Pb/n7S6Jy9zmf83I75/n+fud3fuf7fj0fLR8cECBAgAABAvUqUKnXjds3AQIECBAgQOADEPCRBAgQIECAAAECBAgQIECAQH4BhQQIECBAgAABAgQIECBAgEB+AYUECBAgQIAAAQIECBAgQIBAfgGFBAgQIECAAAECyQWq1Wp069atqJw/f37UarVi7YkAAQIEGkpALAECBAgQIECAAAECBAgQIJBfQCEBAgQIECBAgAABAgQIECCQX0AhAQIECBAgQIBAAoHTTz+9rOjdu3eMGDGiPLYgQIAAAQIRAYEAAQIECNStQKVud27jBAgQIECAAIEDLuADCRAgQIAAAQIECBAgQIAAgfwCCgkQIECAAAECBAgQIECAAIH8AgoJECBAgAABAgQIECBAgACB/AIKCRAgQIAAAQIEsgsceeSRUa1Wy8xarVauLQgQIECgUQR0EiBAgAABAgQIECBAgAABAvkFFBIgQIAAAQIECBAgQIAAAQL5BRQSIECAAAECBAjUu8C1114bS5YsKTI+/vGPx6OPPlqsPREgQIAAgf8XsCJAgAABAvUrUKnfrds5AQIECBAgQOAAC/g4AgQIECBAgAABAgQIECBAIL+AQgIECBAgQIAAAQIECBAgQCC/gEICBAgQIECAAAECBAgQIEAgv4BCAgQIECBAgACBhhDo06dPdOrUqWj985//HOPGjSvWnggQIECgQQRkEiBAgAABAgQIECBAgAABAvkFFBIgQIAAAQIECBAgQIAAAQL5BRQSIECAAAECBAjUtcBDDz0UEyZMKBoOPfTQaGlpia5duxbHnggQIECAQClgQYAAAQIE6ligUsd7t3UCBAgQIECAwAEV8GEECBAgQIAAAQIECBAgQIBAfgGFBAgQIECAAAECBAgQIECAQH4BhQQIECBAgAABAgQIECBAgEB+AYUECBAgQIAAAQKNIdCpU6fo06dPGTt27NhybUGA9PazWQAAEABJREFUAAEC+QUUEiBAgAABAgQIECBAgAABAvkFFBIgQIAAAQIECBAgQIAAAQL5BRQSIECAAAECBAjUr8Dzzz8fgwYNKgNaWlrikksuKY8tCBAgQIDAWwK+EiBAgACBehao1PPm7Z0AAQIECBAgcAAFfBQBAgQIECBAgAABAgQIECCQX0AhAQIECBAgQIAAAQIECBAgkF9AIQECBAgQIECAAAECBAgQIJBfQCEBAgQIECBAgEADCVSr1TjiiCOK4hkzZsSECROKtScCBAgQSC8gkAABAgQIECBAgAABAgQIEMgvoJAAAQIECBAgQIAAAQIECBDIL6CQAAECBAgQIECgTgU2btwYTU1N5e7vvPPOuP3228tjCwIECBAg8DYBSwIECBAgUNcClbrevc0TIECAAAECBA6YgA8iQIAAAQIECBAgQIAAAQIE8gsoJECAAAECBAgQIECAAAECBPILKCRAgAABAgQIECBAgAABAgTyCygkQIAAAQIECBBoJIFu3bpFnz59yuRarVauLQgQIEAgs4A2AgQIECBAgAABAgQIECBAIL+AQgIECBAgQIAAAQIECBAgQCC/gEICBAgQIECAAIF6FTjllFPKrV911VXx4IMPlscWBAgQIEBgRwFHBAgQIECgvgUq9b19uydAgAABAgQIHCABH0OAAAECBAgQIECAAAECBAjkF1BIgAABAgQIECBAgAABAgQI5BdQSIAAAQIECBAgQIAAAQIECOQXUEiAAAECBAgQINBwAtVqNdq1a1d0T5kyJaZOnVqsPREgQIBAYgFpBAgQIECAAAECBAgQIECAQH4BhQQIECBAgAABAgQIECBAgEB+AYUECBAgQIAAAQJ1KdCrV69YtWpVsfezzjorWlpairUnAgQIECCwUwEnCRAgQIBAnQtU6nz/tk+AAAECBAgQOCACPoQAAQIECBAgQIAAAQIECBDIL6CQAAECBAgQIECAAAECBAgQyC+gkAABAgQIECBAgAABAgQIEMgvoJAAAQIECBAgQKDxBM4555yoVqvx1l+1Wu2tpa8ECBAgkFRAFgECBAgQIECAAAECBAgQIJBfQCEBAgQIECBAgAABAgQIECCQX0AhAQIECBAgQIBA/QkMHTo0pkyZUmy8ffv28dhjj8WJJ55YHHsiQIAAAQI7E3COAAECBAjUu0Cl3gPsnwABAgQIECBwAAR8BAECBAgQIECAAAECBAgQIJBfQCEBAgQIECBAgAABAgQIECCQX0AhAQIECBAgQIAAAQIECBAgkF9AIQECBAgQIECAQIMKVKvVsvypp56KWbNmlccWBAgQIJBOQBABAgQIECBAgAABAgQIECCQX0AhAQIECBAgQIAAAQIECBAgkF9AIQECBAgQIECAQJ0J/O53v4t777233HVLS0s0NTWVxxYECBAgQGAnAk4RIECAAIG6F6jUfYEAAgQIECBAgMB+F/ABBAgQIECAAAECBAgQIECAQH4BhQQIECBAgAABAgQIECBAgEB+AYUECBAgQIAAAQIECBAgQIBAfgGFBAgQIECAAAECjSrQvXv3uO6668r8Wq1Wri0IECBAIJuAHgIECBAgQIAAAQIECBAgQCC/gEICBAgQIECAAAECBAgQIEAgv4BCAgQIECBAgACBehJYt25dXH755eWW77rrrrj11lvLYwsCBAgQILBzAWcJECBAgED9C1TqP0EBAQIECBAgQGA/C7g9AQIECBAgQIAAAQIECBAgkF9AIQECBAgQIECAAAECBAgQIJBfQCEBAgQIECBAgAABAgQIECCQX0AhAQIECBAgQIBAQwtUq9Wyf+zYsfHXv/61PLYgQIAAgUQCUggQIECAAAECBAgQIECAAIH8AgoJECBAgAABAgQIECBAgACB/AIKCRAgQIAAAQIE6krgpJNOKvf7pS99Ke6///7y2IIAAQIECLyrgBcIECBAgEACgUqCBgkECBAgQIAAgf0q4OYECBAgQIAAAQIECBAgQIBAfgGFBAgQIECAAAECBAgQIECAQH4BhQQIECBAgAABAgQIECBAgEB+AYUECBAgQIAAAQKNLdCzZ8+44oorCoTt27dHrVYr1p4IECBAIJeAGgIECBAgQIAAAQIECBAgQCC/gEICBAgQIECAAAECBAgQIEAgv4BCAgQIECBAgACB+hH4/Oc/H5s2bSo2fO6550ZLS0ux9kSAAAECBN5PwOsECBAgQCCDQCVDhAYCBAgQIECAwH4UcGsCBAgQIECAAAECBAgQIEAgv4BCAgQIECBAgAABAgQIECBAIL+AQgIECBAgQIAAAQIECBAgQCC/gEICBAgQIECAAAEC0adPn1Jh7NixsXDhwvLYggABAgRSCIggQIAAAQIECBAgQIAAAQIE8gsoJECAAAECBAgQIECAAAECBPILKCRAgAABAgQIEKgTgcGDB8e0adOK3R555JHR0tISnTp1Ko49ESBAgACB9xHwMgECBAgQSCFQSVEhggABAgQIECCw3wTcmAABAgQIECBAgAABAgQIEMgvoJAAAQIECBAgQIAAAQIECBDIL6CQAAECBAgQIECAAAECBAgQyC+gkAABAgQIECBAgEDENddcE01NTQXFxo0bY+zYscXaEwECBAhkEdBBgAABAgQIECBAgAABAgQI5BdQSIAAAQIECBAgQIAAAQIECOQXUEiAAAECBAgQIFAPApMmTYphw4aVW33ssceie/fu5bEFAQIECBB4bwGvEiBAgACBHAKVHBkqCBAgQIAAAQL7ScBtCRAgQIAAAQIECBAgQIAAgfwCCgkQIECAAAECBAgQIECAAIH8AgoJECBAgAABAgQIECBAgACB/AIKCRAgQIAAAQIECPxXoFqt/ncVUavVYvny5eWxBQECBAjUuYDtEyBAgAABAgQIECBAgAABAvkFFBIgQIAAAQIECBAgQIAAAQL5BRQSIECAAAECBAi0eYEVK1bElVdeWe7ze9/7Xtx8883lsQUBAgQIEHhfARcQIECAAIEkApUkHTIIECBAgAABAvtFwE0JECBAgAABAgQIECBAgACB/AIKCRAgQIAAAQIECBAgQIAAgfwCCgkQIECAAAECBAgQIECAAIH8AgoJECBAgAABAgQIvCXQ+psKfupTnyoOly1bFrVarVh7IkCAAIH6F1BAgAABAgQIECBAgAABAgQI5BdQSIAAAQIECBAgQIAAAQIECOQXUEiAAAECBAgQIND2BU488cRykzfccEMMHTq0PLYgQIAAAQK7IuAaAgQIECCQRaCSJUQHAQIECBAgQGA/CLglAQIECBAgQIAAAQIECBAgkF9AIQECBAgQIECAAAECBAgQIJBfQCEBAgQIECBAgAABAgQIECCQX0AhAQIECBAgQIAAgR0EqtVqeVyr1WLTpk3lsQUBAgQI1K2AjRMgQIAAAQIECBAgQIAAAQL5BRQSaLMCixcvjtdee61NPNavX99mnWyMAAECBAgQIECAAAECuyDgEgIECBAgQIAAgTYu0L1799i6dWuxy8985jPR0tJSrD0RIECAAIHdEHApAQIECBBII1BJUyKEAAECBAgQILDPBdyQAAECBAgQIECAAAECBAgQyC+gkAABAgQIECBAgAABAgQIEMgvoJAAAQIECBAgQIAAAQIECBDIL6CQAAECBAgQIECAwI4C1Wo1Tj/99OLkggULolarFWtPBAgQIFDPAvZOgAABAgQIECBAgAABAgQI5BdQSKBtC2zatCnawqNtK9kdAQIECBAgQIAAAQIE3k/A6wQIECBAgAABAm1ZYODAgTFr1qxii8ccc0y0tLREx44di2NPBAgQIEBg1wVcSYAAAQIE8ghU8qQoIUCAAAECBAjsYwG3I0CAAAECBAgQIECAAAECBPILKCRAgAABAgQIECBAgAABAgTyCygkQIAAAQIECBAgQIAAAQIE8gsoJECAAAECBAgQIPA/Au3bt49qtVqerdVq5dqCAAECBOpUwLYJECBAgAABAgQIECBAgACB/AIKCRAgQIAAAQIECBAgQIAAgfwCCgkQIECAAAECBNqswF133RUjRowo99fS0hLnnXdeeWxBgAABAgR2WcCFBAgQIEAgkUAlUYsUAgQIECBAgMA+FXAzAgQIECBAgAABAgQIECBAIL+AQgIECBAgQIAAAQIECBAgQCC/gEICBAgQIECAAAECBAgQIEAgv4BCAgQIECBAgAABAjsT6NOnT5xwwgnFS3/5y1/i/vvvL9aeCBAgQKA+BeyaAAECBAgQIECAAAECBAgQyC+gkAABAgQIECBAgAABAgQIEMgvoJAAAQIECBAgQKBtCvTr1y+GDx9ebm7IkCFx4403lscWBAgQIEBgdwRcS4AAAQIEMglUMsVoIUCAAAECBAjsQwG3IkCAAAECBAgQIECAAAECBPILKCRAgAABAgQIECBAgAABAgTyCygkQIAAAQIECBAgQIAAAQIE8gsoJECAAAECBAgQILBTgY4dO8Y3v/nN8rUHHngg5s6dWx5bECBAgEBdCdgsAQIECBAgQIAAAQIECBAgkF9AIQECBAgQIECAAAECBAgQIJBfQCEBAgQIECBAgEAbFOjXr1+MHDmy3Nndd98dzc3N5bEFAQIECBDYTQGXEyBAgACBVAKVVDViCBAgQIAAAQL7TMCNCBAgQIAAAQIECBAgQIAAgfwCCgkQIECAAAECBAgQIECAAIH8AgoJECBAgAABAgQIECBAgACB/AIKCRAgQIAAAQIECLy7QP/+/ePMM88sLtiwYUPcf//9xdoTAQIECNSbgP0SIECAAAECBAgQIECAAAEC+QUUEiBAgAABAgQIECBAgAABAvkFFBIgQIAAAQIECLQ1gYEDB8bIkSPLbd1xxx0xbNiw8tiCAAECBAjsvoB3ECBAgACBXAKVXDlqCBAgQIAAAQL7SMBtCBAgQIAAAQIECBAgQIAAgfwCCgkQIECAAAECBAgQIECAAIH8AgoJECBAgAABAgQIECBAgACB/AIKCRAgQIAAAQIECLyHwBFHHBH9+/cvrxg/fnz85Cc/KY8tCBAgQKBOBGyTAAECBAgQIECAAAECBAgQyC+gkAABAgQIECBAgAABAgQIEMgvoJAAAQIECBAgQKBNCQwePDhGjBhR7qlv377x8MMPl8cWBAgQIEBgjwS8iQABAgQIJBOoJOuRQ4AAAQIECBDYJwJuQoAAAQIECBAgQIAAAQIECOQXUEiAAAECBAgQIECAAAECBAjkF1BIgAABAgQIECBAgAABAgQI5BdQSIAAAQIECBAgQOD9BL72ta9FU1NTedkDDzwQq1evLo8tCBAgQKDtC9ghAQIECBAgQIAAAQIECBAgkF9AIQECBAgQIECAAAECBAgQIJBfQCEBAgQIECBAgEDbEFizZk185zvfiWHDhpUbuu222+Lxxx8vjy0IECBAgMCeCngfAQIECBDIJlDJFqSHAAECBAgQILAPBNyCAP2NfvsAABAASURBVAECBAgQIECAAAECBAgQyC+gkAABAgQIECBAgAABAgQIEMgvoJAAAQIECBAgQIAAAQIECBDIL6CQAAECBAgQIECAwC4J9O/fv7xu3rx5Ua1WY+3ateU5CwIECBBo0wI2R4AAAQIECBAgQIAAAQIECOQXUEigzQts2LAhvvvd70a/fv1i7ty577nfV199tbju+9//fqxevfo9r/UiAQIECBAgQIAAAQIEGkhAKgECBAgQIECAQBsQ+MUvfhFNTU3x6KOPlru56aabYsyYMeWxBQECBAgQ2AsBbyVAgAABAukEKumKBBEgQIAAAQIE9lrADQgQIECAAAECBAgQIECAAIH8AgoJECBAgAABAgQIECBAgACB/AIKCRAgQIAAAQIECBAgQIAAgfwCCgkQIECAAAECBAjsmsDVV18dQ4YMKS+ePHlyXHHFFfHaa6+V5ywIECBAoK0K2BcBAgQIECBAgAABAgQIECCQX0AhgbYvcNRRR8Wll14aW7dujUmTJsWGDRt2uul//vOfxeutL/bu3TuOPfbY1qUHAQIECBAgQIAAAQIECAQCAgQIECBAgACBD1Jg6dKl8fWvfz2uu+66eOWVV8qttB6PGzeuPLYgQIAAAQJ7J+DdBAgQIEAgn0AlX5IiAgQIECBAgMBeCng7AQIECBAgQIAAAQIECBAgkF9AIQECBAgQIECAAAECBAgQIJBfQCEBAgQIECBAgAABAgQIECCQX0AhAQIECBAgQIAAgd0QaG5ujiFDhpTveOGFF6JXr14xc+bM8pwFAQIECLRBAVsiQIAAAQIECBAgQIAAAQIE8gsoJFAnAhdccEGcccYZ8Y9//CP+8Ic/xPbt23fYeevx73//+/j73/8e559/fpx99tk7vO6AAAECBAgQIECAAAECDS0gngABAgQIECBA4AMTePLJJ6NHjx4xatSocg+nnnpqjBkzJp566qnynAUBAgQIENhrATcgQIAAAQIJBSoJmyQRIECAAAECBPZKwJsJECBAgAABAgQIECBAgACB/AIKCRAgQIAAAQIECBAgQIAAgfwCCgkQIECAAAECBAgQIECAAIH8AgoJECBAgAABAgQI7K5Ac3NzDBkypHzbG2+8EV/84hdjwoQJ5TkLAgQIEGhbAnZDgAABAgQIECBAgAABAgQI5BdQSKBeBD70oQ/FlVdeGYcffnhMmzYtlixZssPWFy9eHDNmzIjOnTtHz54946CDDtrhdQcECBAgQIAAAQIECBBoZAHtBAgQIECAAAECB1Zg69atMWXKlKhWq3HTTTfFggULyg3ccccdMXPmzLjtttvKcxYECBAgQGBfCLgHAQIECBDIKFDJGKWJAAECBAgQILAXAt5KgAABAgQIECBAgAABAgQI5BdQSIAAAQIECBAgQIAAAQIECOQXUEiAAAECBAgQIECAAAECBAjkF1BIgAABAgQIECBAYI8EmpubY8iQIeV7169fH9dee21cfPHF8eMf/zi2bdtWvmZBgAABAh+4gA0QIECAAAECBAgQIECAAAEC+QUUEqgrga5du8Zll10WGzZsiMmTJ8d//vOfYv9btmwpjt98883o3bt3HHvsscX51qfW1375y1/GnXfeGbfffnv069cvRo4cGUuXLm19eYfH2rVr48knn4z+/fuX1z788MPx+uuvx/bt23e41gEBAgQIECBAgAABAgTqSMBWCRAgQIAAAQIEDoDApk2bovXn0a0/i+7SpUv06tWr+G/k3/ronj17xrPPPhutP3c+7rjj3jrtKwECBAgQ2FcC7kOAAAECBFIKVFJWiSJAgAABAgQI7LGANxIgQIAAAQIECBAgQIAAAQL5BRQSIECAAAECBAgQIECAAAEC+QUUEiBAgAABAgQIECBAgAABAvkFFBIgQIAAAQIECBDYc4Hm5ubiD+H57Gc/W95k+vTpUa1W45xzzomHHnooVqxYUb5mQYAAAQIflIDPJUCAAAECBAgQIECAAAECBPILKCRQXwLt2rWLCy+8ME455ZSYO3duzJ49uwh48cUXY968eXH++efH2WefXZxrfVq9enUMHz48pk6dGu3bt48LLrggzjzzzHj11VfjgQceiDlz5rReVjxar21paYkXXnghPvrRj8bnPve54tpFixZF6/mXX365uM4TAQIECBAgQIAAAQIE6k/AjgkQIECAAAECBPaHwLp16+Kll16K0aNHR+/evePII4+Ma665pjheunRp+ZEnn3xyPP744/Gb3/wmLrroovK8BQECBAgQ2LcC7kaAAAECBHIKVHJmqSJAgAABAgQI7KGAtxEgQIAAAQIECBAgQIAAAQL5BRQSIECAAAECBAgQIECAAAEC+QUUEiBAgAABAgQIECBAgAABAvkFFBIgQIAAAQIECBDYS4FevXrFjBkz4p577tnhTq+88koMGjQounTpEqeeempcfPHFcfPNN8e9994btVotnnvuOQ8GZsAMmIEDNQM+x6yZATNgBsyAGTADZsAMmAEzYAbMgBnIPwO+x77HdTIDy5cvL3894fDDDy/+IKWDDz44pk6dGgsXLoxnn302jj/++OjZs2ccdNBBxbXbtm2Lp59+OlauXBnXX399NDc3x1e/+tX4xje+EYMHD46jjz46Jk2aFGvXri2ub/1DmpYtWxY33nhjDBgwIL7yla8U137729+O9u3bx7x582L79u3x8ssvm5vn/HrNcwz8fWAGzIAZMANmwAyYATNQTzNgr+bVDJgBM2AGzIAZMAN7NQPPPPNMPPLII8XPjq+66qo499xz45hjjikerevbb789Jk+eXPys+e1PrT+bHjduXMyZMyf69u379pesCRAgQIDAvhdwRwIECBAgkFSgkrRLFgECBAgQIEBgjwS8iQABAgQIECBAgAABAgQIEMgvoJAAAQIECBAgQIAAAQIECBDIL6CQAAECBAgQIECAAAECBAgQyC+gkAABAgQIECBAgMC+EDjssMPivvvuK/5QnptuuimOO+648rb//ve/44033ojp06dH6296OHTo0OjTp09cdNFFHgzMgBkwAwdoBvwz1//mmAEzYAbMgBkwA2bADJgBM2AGzIAZyD8Dvse+x/UyA7/97W/LX0NoXZxxxhnR1NQUS5cujVGjRsWqVauid+/eceyxx7a+XDxWrlwZr7/+epx++ulx4YUXRrt27YrzrU/HH398cW7ZsmXFNa3ntm3bFtu3b481a9YUX1vPtT5OPfXUePDBB+OGG24o7nHPPff4GaWfUZoBM2AGzIAZMANmwAyYATNQVzNQL//uZ59+TmEGzIAZMANmwAy01Rm46qqrYsCAAfHII4/EM888Ey+99FKsW7eu9UfI73hcfPHFMWbMmOLn1+PHj4/W/07+7T+7fscbnCBAgAABAvtIwG0IECBAgEBWgUrWMF0ECBAgQIAAgT0Q8BYCBAgQIECAAAECBAgQIEAgv4BCAgQIECBAgAABAgQIECBAIL+AQgIECBAgQIAAAQIECBAgQCC/gEICBAgQIECAAAEC+1Sg9TdqHDduXCxfvjx+/etfx7e+9a3o1q3bPv0MNyNAgACB3RbwBgIECBAgQIAAAQIECBAgQCC/gEICdSvQrl27uPTSS6Nz586xfv36OP/88+Pss8/eoWflypXFa6tWrYqf//zn8dOf/nSHx/z584vrFy9eXHz92Mc+FkcddVRMnDgxBg4cGKNHj47Zs2fH5s2bi9c9ESBAgAABAgQIECBAoE4FbJsAAQIECBAgQGA/Cpxwwglx3nnnxbBhw2LRokUxbdq0uO222+L444/fj5/q1gQIECBA4B0CThAgQIAAgbQClbRlwggQIECAAAECuy3gDQQIECBAgAABAgQIECBAgEB+AYUECBAgQIAAAQIECBAgQIBAfgGFBAgQIECAAAECBAgQIECAQH4BhQQIECBAgAABAgT2n8AXvvCFaGlpiQULFsSaNWviT3/6U4wfPz7uu+++uPXWW6NHjx4eDMyAGTADB2QG/PO2B2d/r5kBM2AGzIAZMANmwAyYATNgBsxA+hno4Xvse1w3M9CpU6f43786dOgQXbp0KU5/4hOfiIMOOqhY/+/TihUr4vnnn3/H429/+1tx6ebNm4uvJ510UgwYMCBOO+20aD03e/bsGD16dHHuwQcfjJUrVxbXnXXWWXXj1sOM+16ZATNgBsyAGTADZsAMmAEz0KMHA38fmAEzYAbMgBkwA2ZgL2egd+/e0bdv3xg+fHj87Gc/i5kzZ8bixYtj27ZtsWTJkvjjH/8Yd999d3Tt2rX4ObInAgQIECBw4AV8IgECBAgQyCtQyZumjAABAgQIECCwmwIuJ0CAAAECBAgQIECAAAECBPILKCRAgAABAgQIECBAgAABAgTyCygkQIAAAQIECBAgQIAAAQIE8gsoJECAAAECBAgQIHCABI455pj49Kc/Hddff33cc8898aMf/SimT5/uwcAMmAEzcCBmwGeYMzNgBsyAGTADZsAMmAEzYAbMgBkwA/lnwPfY97iOZqBnz557/KsTV1xxRYwaNepdH7fcckt5786dO8fAgQPjscceiwEDBsQll1wSHTp0iIULF8bo0aNjw4YNMWzYMLNTR7Pj15b82poZMANmwAyYATNgBsxAw8+A///u3+HMgBkwA2bADJgBM7DXMzBx4sR4/PHHY9CgQfHlL385unfvHl26dIlKxR9DWf6A3YIAAQIEPlgBn06AAAECBBIL+DevxN9caQQIECBAgMDuCbiaAAECBAgQIECAAAECBAgQyC+gkAABAgQIECBAgAABAgQIEMgvoJAAAQIECBAgQIAAAQIECBDIL6CQAAECBAgQIECAAAECBAgQyC+gkAABAgQIECBAgAABAgQIEMgvoJBAdoEOHTrE4YcfHvPnz4/Nmze/I/dXv/pV3HHHHTFr1qx48803o1arxZAhQ2LVqlVx8MEHxxlnnBHXXXddDB06NM4888xYs2ZNrF279h33cYIAAQIECBAgQIAAAQJtWcDeCBAgQIAAAQIECBAgQIAAgfwCCgkQIECAQGaBSuY4bQQIECBAgACB3RBwKQECBAgQIECAAAECBAgQIJBfQCEBAgQIECBAgAABAgQIECCQX0AhAQIECBAgQIAAAQIECBAgkF9AIQECBAgQIECAAAECBAgQIJBfQCEBAgQIECBAgAABAgQIECCQX0AhgfQCnTt3jm7dusWiRYtixowZsX379rJ58eLFxblDDjkkTjnllDj00EOjY8eOsXz58njxxRd3uHbLli3xr3/9Kw477LA44ogjyntYECBAgAABAgQIECBAoA4EbJEAAQIECBAgQIAAAQIECBDIL6CQAAECBAikFqikrhNHgAABAgQIENhlARcSIECAAAECBAgQIECAAAEC+QUUEiBAgAABAgQIECBAgAABAvkFFBIgQIAAAQIECBAgQIAAAQL5BRQSIECAAAECBAgQIECAAAERmZudAAAQAElEQVQC+QUUEiBAgAABAgQIECBAgAABAvkFFBLIL3DIIYfEtddeGx07doynn346mpubY9y4cfHEE0/ED3/4w9i0aVNceuml0alTpwKje/fu0blz55g4cWJ57ZgxY+IHP/hBLF68OJqamuLDH/5wca0nAgQIECBAgAABAgQI1IeAXRIgQIAAAQIECBAgQIAAAQL5BRQSIECAAIHcApXceeoIECBAgAABArso4DICBAgQIECAAAECBAgQIEAgv4BCAgQIECBAgAABAgQIECBAIL+AQgIECBAgQIAAAQIECBAgQCC/gEICBAgQIECAAAECBAgQIEAgv4BCAgQIECBAgAABAgQIECBAIL+AQgINIvCRj3wkBg8eHJdffnls2bIlZs2aFXPnzo2TTz45BgwYEJdcckm0a9eu0OjQoUNx7sILL4yNGzcW186ZMyc6duwYffv2jcsuu6y8tniDJwIECBAgQIAAAQIECLR1AfsjQIAAAQIECBAgQIAAAQIE8gsoJECAAAECyQUqyfvkESBAgAABAgR2ScBFBAgQIECAAAECBAgQIECAQH4BhQQIECBAgAABAgQIECBAgEB+AYUECBAgQIAAAQIECBAgQIBAfgGFBAgQIECAAAECBAgQIECAQH4BhQQIECBAgAABAgQIECBAgEB+AYUEsgjccsstMWrUqPjkJz/5rkmHHXZYXH311TF8+PDi2ieeeCIGDRoUp512WrRr126H9x111FFx4403xogRI3a49qyzznrHtTu80QEBAgQIECBAgAABAgTaoIAtESBAgAABAgQIECBAgAABAvkFFBIgQIAAgewCleyB+ggQIECAAAECuyDgEgIECBAgQIAAAQIECBAgQCC/gEICBAgQIECAAAECBAgQIEAgv4BCAgQIECBAgAABAgQIECBAIL+AQgIECBAgQIAAAQIECBAgQCC/gEICBAgQIECAAAECBAgQIEAgv4BCAgQIECBAgAABAgQIECBAIL+AQgIECBAgQIAAAQIECBAgQCC/gEICBAgQIJBeoJK+UCABAgQIECBA4H0FXECAAAECBAgQIECAAAECBAjkF1BIgAABAgQIECBAgAABAgQI5BdQSIAAAQIECBAgQIAAAQIECOQXUEiAAAECBAgQIECAAAECBAjkF1BIgAABAgQIECBAgAABAgQI5BdQSIAAAQIECBAgQIAAAQIECOQXUEiAAAECBAgQIECAAAECBAjkF1BIgAABAgTyC1TyJyokQIAAAQIECLyPgJcJECBAgAABAgQIECBAgACB/AIKCRAgQIAAAQIECBAgQIAAgfwCCgkQIECAAAECBAgQIECAAIH8AgoJECBAgAABAgQIECBAgACB/AIKCRAgQIAAAQIECBAgQIAAgfwCCgkQIECAAAECBAgQIECAAIH8AgoJECBAgAABAgQIECBAgACB/AIKCRAgQIBAAwhUGqBRIgECBAgQIEDgPQW8SIAAAQIECBAgQIAAAQIECOQXUEiAAAECBAgQIECAAAECBAjkF1BIgAABAgQIECBAgAABAgQI5BdQSIAAAQIECBAgQIAAAQIECOQXUEiAAAECBAgQIECAAAECBAjkF1BIgAABAgQIECBAgAABAgQI5BdQSIAAAQIECBAgQIAAAQIECOQXUEiAAAECBBpBoNIIkRoJECBAgAABAu8h4CUCBAgQIECAAAECBAgQIEAgv4BCAgQIECBAgAABAgQIECBAIL+AQgIECBAgQIAAAQIECBAgQCC/gEICBAgQIECAAAECBAgQIEAgv4BCAgQIECBAgAABAgQIECBAIL+AQgIECBAgQIAAAQIECBAgQCC/gEICBAgQIECAAAECBAgQIEAgv4BCAgQIECDQEAKVhqgUSYAAAQIECBB4VwEvECBAgAABAgQIECBAgAABAvkFFBIgQIAAAQIECBAgQIAAAQL5BRQSIECAAAECBAgQIECAAAEC+QUUEiBAgAABAgQIECBAgAABAvkFFBIgQIAAAQIECBAgQIAAAQL5BRQSIECAAAECBAgQIECAAAEC+QUUEiBAgAABAgQIECBAgAABAvkFFBIgQIAAgcYQqDRGpkoCBAgQIECAwLsIOE2AAAECBAgQIECAAAECBAjkF1BIgAABAgQIECBAgAABAgQI5BdQSIAAAQIECBAgQIAAAQIECOQXUEiAAAECBAgQIECAAAECBAjkF1BIgAABAgQIECBAgAABAgQI5BdQSIAAAQIECBAgQIAAAQIECOQXUEiAAAECBAgQIECAAAECBAjkF1BIgAABAgQaRKDSIJ0yCRAgQIAAAQI7FXCSAAECBAgQIECAAAECBAgQyC+gkAABAgQIECBAgAABAgQIEMgvoJAAAQIECBAgQIAAAQIECBDIL6CQAAECBAgQIECAAAECBAgQyC+gkAABAgQIECBAgAABAgQIEMgvoJBAPQtUKpVoC496NrR3AgQIECBAgAABAgQaQ0AlAQIECBAgQIAAAQIECBAgkF9AIQECBAgQaBSBSqOE6iRAgAABAgQI7ETAKQIECBAgQIAAAQIECBAgQCC/gEICBAgQIECAAAECBAgQIEAgv4BCAgQIECBAgAABAgQIECBAIL+AQgIECBAgQIAAAQIECBAgQCC/gEICBAgQIECAAAECBAgQIEAgv4BCAnUr0LVr1zj33HPbxOPoo4+uW0cbJ0CAAAECBAgQIECgIQREEiBAgAABAgQIECBAgAABAvkFFBIgQIAAgYYRqDRMqVACBAgQIECAwDsEnCBAgAABAgQIECBAgAABAgTyCygkQIAAAQIECBAgQIAAAQIE8gsoJECAAAECBAgQIECAAAECBPILKCRAgAABAgQIECBAgAABAgTyCygkQIAAAQIECBAgQIAAAQIE8gsoJECAAAECBAgQIECAAAECBPILKCRAgAABAgQIECBAgAABAgTyCygkQIAAAQKNI1BpnFSlBAgQIECAAIH/EXBIgAABAgQIECBAgAABAgQI5BdQSIAAAQIECBAgQIAAAQIECOQXUEiAAAECBAgQIECAAAECBAjkF1BIgAABAgQIECBAgAABAgQI5BdQSIAAAQIECBAgQIAAAQIECOQXUEiAAAECBAgQIECAAAECBAjkF1BIgAABAgQIECBAgAABAgQI5BdQSIAAAQIEGkig0kCtUgkQIECAAAECOwg4IECAAAECBAgQIECAAAECBPILKCRAgAABAgQIECBAgAABAgTyCygkQIAAAQIECBAgQIAAAQIE8gsoJECAAAECBAgQIECAAAECBPILKCRAgAABAgQIECBAgAABAgTyCygkQIAAAQIECBAgQIAAAQIE8gsoJECAAAECBAgQIECAAAECBPILKCRAgAABAo0kUGmkWK0ECBAgQIAAgbcJWBIgQIAAAQIECBAgQIAAAQL5BRQSIECAAAECBAgQIECAAAEC+QUUEiBAgAABAgQIECBAgAABAvkFFBIgQIAAAQIECBAgQIAAAQL5BRQSIECAAAECBAgQIECAAAEC+QUUEiBAgAABAgQIECBAgAABAvkFFBIgQIAAAQIECBAgQIAAAQL5BRQSIECAAIGGEqg0VK1YAgQIECBAgEApYEGAAAECBAgQIECAAAECBAjkF1BIgAABAgQIECBAgAABAgQI5BdQSIAAAQIECBAgQIAAAQIECOQXUEiAAAECBAgQIECAAAECBAjkF1BIgAABAgQIECBAgAABAgQI5BdQSIAAAQIECBAgQIAAAQIECOQXUEiAAAECBAgQIECAAAECBAjkF1BIgAABAgQaS6DSWLlqCRAgQIAAAQL/FfCFAAECBAgQIECAAAECBAgQyC+gkAABAgQIECBAgAABAgQIEMgvoJAAAQIECBAgQIAAAQIECBDIL6CQAAECBAgQIECAAAECBAgQyC+gkAABAgQIECBAgAABAgQIEMgvoJAAAQIECBAgQIAAAQIECBDIL6CQAAECBAgQIECAAAECBAgQyC+gkAABAgQINJhApcF65RIgQIAAAQIECgFPBAgQIECAAAECBAgQIECAQH4BhQQIECBAgAABAgQIECBAgEB+AYUECBAgQIAAAQIECBAgQIBAfgGFBAgQIECAAAECBAgQIECAQH4BhQQIECBAgAABAgQIECBAgEB+AYUECBAgQIAAAQIECBAgQIBAfgGFBAgQIECAAAECBAgQIECAQH4BhQQIECBAoNEEKo0WrJcAAQIECBAgEBEQCBAgQIAAAQIECBAgQIAAgfwCCgkQIECAAAECBAgQIECAAIH8AgoJECBAgAABAgQIECBAgACB/AIKCRAgQIAAAQIECBAgQIAAgfwCCgkQIECAAAECBAgQIECAAIH8AgoJECBAgAABAgQIECBAgACB/AIKCRAgQIAAAQIECBAgQIAAgfwCCgkQIECAQMMJVBquWDABAgQIECBAIBAQIECAAAECBAgQIECAAAEC+QUUEiBAgAABAgQIECBAgAABAvkFFBIgQIAAAQIECBAgQIAAAQL5BRQSIECAAAECBAgQIECAAAEC+QUUEiBAgAABAgQIECBAgAABAvkFFBIgQIAAAQIECBAgQIAAAQL5BRQSIECAAAECBAgQIECAAAEC+QUUEiBAgACBxhOoNF6yYgIECBAgQKDhBQAQIECAAAECBAgQIECAAAEC+QUUEiBAgAABAgQIECBAgAABAvkFFBIgQIAAAQIECBAgQIAAAQL5BRQSIECAAAECBAgQIECAAAEC+QUUEiBAgAABAgQIECBAgAABAvkFFBIgQIAAAQIECBAgQIAAAQL5BRQSIECAAAECBAgQIECAAAEC+QUUEiBAgACBBhSoNGCzZAIECBAgQKDBBeQTIECAAAECBAgQIECAAAEC+QUUEiBAgAABAgQIECBAgAABAvkFFBIgQIAAAQIECBAgQIAAAQL5BRQSIECAAAECBAgQIECAAAEC+QUUEiBAgAABAgQIECBAgAABAvkFFBIgQIAAAQIECBAgQIAAAQL5BRQSIECAAAECBAgQIECAAAEC+QUUEiBAgACBRhSoNGK0ZgIECBAgQKChBcQTIECAAAECBAgQIECAAAEC+QUUEiBAgAABAgQIECBAgAABAvkFFBIgQIAAAQIECBAgQIAAAQL5BRQSIECAAAECBAgQIECAAAEC+QUUEiBAgAABAgQIECBAgAABAvkFFBIgQIAAAQIECBAgQIAAAQL5BRQSIECAAAECBAgQIECAAAEC+QUUEiBAgACBhhSoNGS1aAIECBAgQKCBBaQTIECAAAECBAgQIECAAAEC+QUUEiBAgAABAgQIECBAgAABAvkFFBIgQIAAAQIECBAgQIAAAQL5BRQSIECAAAECBAgQIECAAAEC+QUUEiBAgAABAgQIECBAgAABAvkFFBIgQIAAAQIECBAgQIAAAQL5BRQSIECAAAECBAgQIECAAAEC+QUUEiBAgACBxhT4PwAAAP//19EFUgAAAAZJREFUAwC6GaQoKISMeAAAAABJRU5ErkJggg=="/>
</p:tagLst>
</file>

<file path=ppt/theme/theme1.xml><?xml version="1.0" encoding="utf-8"?>
<a:theme xmlns:a="http://schemas.openxmlformats.org/drawingml/2006/main" name="Data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nd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4TU.ResearchData">
    <a:dk1>
      <a:srgbClr val="3C3C3C"/>
    </a:dk1>
    <a:lt1>
      <a:srgbClr val="FBF5E9"/>
    </a:lt1>
    <a:dk2>
      <a:srgbClr val="FFFFFF"/>
    </a:dk2>
    <a:lt2>
      <a:srgbClr val="FFFFFF"/>
    </a:lt2>
    <a:accent1>
      <a:srgbClr val="F29100"/>
    </a:accent1>
    <a:accent2>
      <a:srgbClr val="FF6829"/>
    </a:accent2>
    <a:accent3>
      <a:srgbClr val="B9DBEF"/>
    </a:accent3>
    <a:accent4>
      <a:srgbClr val="969696"/>
    </a:accent4>
    <a:accent5>
      <a:srgbClr val="F29100"/>
    </a:accent5>
    <a:accent6>
      <a:srgbClr val="F29100"/>
    </a:accent6>
    <a:hlink>
      <a:srgbClr val="FFFFFF"/>
    </a:hlink>
    <a:folHlink>
      <a:srgbClr val="FFFFFF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3D1071-DC58-4A53-BF01-819899E5F7B0}">
  <we:reference id="wa200006214" version="2.1.0.1" store="en-IE" storeType="OMEX"/>
  <we:alternateReferences>
    <we:reference id="WA200006214" version="2.1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1211</Words>
  <Application>Microsoft Office PowerPoint</Application>
  <PresentationFormat>Widescreen</PresentationFormat>
  <Paragraphs>242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 Unicode MS</vt:lpstr>
      <vt:lpstr>Caveat</vt:lpstr>
      <vt:lpstr>Consolas</vt:lpstr>
      <vt:lpstr>Arial</vt:lpstr>
      <vt:lpstr>Roboto Medium</vt:lpstr>
      <vt:lpstr>Quattrocento Sans</vt:lpstr>
      <vt:lpstr>Space Grotesk</vt:lpstr>
      <vt:lpstr>Data Slides</vt:lpstr>
      <vt:lpstr>End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Jenny Maria Gehrigk</dc:creator>
  <cp:lastModifiedBy>Leila Iñigo de la Cruz</cp:lastModifiedBy>
  <cp:revision>2</cp:revision>
  <dcterms:created xsi:type="dcterms:W3CDTF">2026-02-18T14:27:57Z</dcterms:created>
  <dcterms:modified xsi:type="dcterms:W3CDTF">2026-05-06T06:44:38Z</dcterms:modified>
</cp:coreProperties>
</file>