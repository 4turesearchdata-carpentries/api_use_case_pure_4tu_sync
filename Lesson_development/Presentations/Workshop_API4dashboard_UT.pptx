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  <p:sldMasterId id="2147483713" r:id="rId2"/>
  </p:sldMasterIdLst>
  <p:notesMasterIdLst>
    <p:notesMasterId r:id="rId20"/>
  </p:notesMasterIdLst>
  <p:sldIdLst>
    <p:sldId id="264" r:id="rId3"/>
    <p:sldId id="311" r:id="rId4"/>
    <p:sldId id="321" r:id="rId5"/>
    <p:sldId id="267" r:id="rId6"/>
    <p:sldId id="270" r:id="rId7"/>
    <p:sldId id="324" r:id="rId8"/>
    <p:sldId id="268" r:id="rId9"/>
    <p:sldId id="269" r:id="rId10"/>
    <p:sldId id="271" r:id="rId11"/>
    <p:sldId id="272" r:id="rId12"/>
    <p:sldId id="325" r:id="rId13"/>
    <p:sldId id="326" r:id="rId14"/>
    <p:sldId id="327" r:id="rId15"/>
    <p:sldId id="328" r:id="rId16"/>
    <p:sldId id="322" r:id="rId17"/>
    <p:sldId id="323" r:id="rId18"/>
    <p:sldId id="319" r:id="rId19"/>
  </p:sldIdLst>
  <p:sldSz cx="12192000" cy="6858000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Quattrocento Sans" panose="020B0502050000020003" pitchFamily="34" charset="0"/>
      <p:regular r:id="rId25"/>
      <p:bold r:id="rId26"/>
      <p:italic r:id="rId27"/>
      <p:boldItalic r:id="rId28"/>
    </p:embeddedFont>
    <p:embeddedFont>
      <p:font typeface="Roboto Medium" panose="02000000000000000000" pitchFamily="2" charset="0"/>
      <p:regular r:id="rId29"/>
      <p:italic r:id="rId30"/>
    </p:embeddedFont>
    <p:embeddedFont>
      <p:font typeface="Space Grotesk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9" roundtripDataSignature="AMtx7mgeiUcTatGwSMvi7cAWrWQIkhdq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96E64A-EE31-42F0-AE2C-940E5D00C3C1}" v="162" dt="2026-03-17T07:19:47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845" autoAdjust="0"/>
  </p:normalViewPr>
  <p:slideViewPr>
    <p:cSldViewPr snapToGrid="0">
      <p:cViewPr varScale="1">
        <p:scale>
          <a:sx n="49" d="100"/>
          <a:sy n="49" d="100"/>
        </p:scale>
        <p:origin x="12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8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79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82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1.fntdata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6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 Iñigo de la Cruz" userId="fae4ed0d-52e1-4e8b-ac73-77e0b7235c9a" providerId="ADAL" clId="{1E9E03C1-E5D4-4BEC-8EBD-C4DD5262B379}"/>
    <pc:docChg chg="undo custSel addSld delSld modSld sldOrd delMainMaster">
      <pc:chgData name="Leila Iñigo de la Cruz" userId="fae4ed0d-52e1-4e8b-ac73-77e0b7235c9a" providerId="ADAL" clId="{1E9E03C1-E5D4-4BEC-8EBD-C4DD5262B379}" dt="2026-03-17T07:19:47.106" v="2303"/>
      <pc:docMkLst>
        <pc:docMk/>
      </pc:docMkLst>
      <pc:sldChg chg="addSp delSp modSp mod modClrScheme modAnim chgLayout">
        <pc:chgData name="Leila Iñigo de la Cruz" userId="fae4ed0d-52e1-4e8b-ac73-77e0b7235c9a" providerId="ADAL" clId="{1E9E03C1-E5D4-4BEC-8EBD-C4DD5262B379}" dt="2026-03-10T10:28:28.458" v="379" actId="1076"/>
        <pc:sldMkLst>
          <pc:docMk/>
          <pc:sldMk cId="0" sldId="264"/>
        </pc:sldMkLst>
        <pc:spChg chg="add mod">
          <ac:chgData name="Leila Iñigo de la Cruz" userId="fae4ed0d-52e1-4e8b-ac73-77e0b7235c9a" providerId="ADAL" clId="{1E9E03C1-E5D4-4BEC-8EBD-C4DD5262B379}" dt="2026-03-10T10:27:54.648" v="355" actId="1076"/>
          <ac:spMkLst>
            <pc:docMk/>
            <pc:sldMk cId="0" sldId="264"/>
            <ac:spMk id="2" creationId="{6D06F429-B78C-19A0-6B13-5B6C4D4D9216}"/>
          </ac:spMkLst>
        </pc:spChg>
        <pc:spChg chg="add mod">
          <ac:chgData name="Leila Iñigo de la Cruz" userId="fae4ed0d-52e1-4e8b-ac73-77e0b7235c9a" providerId="ADAL" clId="{1E9E03C1-E5D4-4BEC-8EBD-C4DD5262B379}" dt="2026-03-10T10:28:28.458" v="379" actId="1076"/>
          <ac:spMkLst>
            <pc:docMk/>
            <pc:sldMk cId="0" sldId="264"/>
            <ac:spMk id="3" creationId="{7EDC426D-6B61-3B8B-C130-37C001CBE798}"/>
          </ac:spMkLst>
        </pc:spChg>
      </pc:sldChg>
      <pc:sldChg chg="modSp add mod setBg modAnim">
        <pc:chgData name="Leila Iñigo de la Cruz" userId="fae4ed0d-52e1-4e8b-ac73-77e0b7235c9a" providerId="ADAL" clId="{1E9E03C1-E5D4-4BEC-8EBD-C4DD5262B379}" dt="2026-03-10T13:28:40.574" v="1834" actId="20577"/>
        <pc:sldMkLst>
          <pc:docMk/>
          <pc:sldMk cId="2454315605" sldId="267"/>
        </pc:sldMkLst>
        <pc:spChg chg="mod">
          <ac:chgData name="Leila Iñigo de la Cruz" userId="fae4ed0d-52e1-4e8b-ac73-77e0b7235c9a" providerId="ADAL" clId="{1E9E03C1-E5D4-4BEC-8EBD-C4DD5262B379}" dt="2026-03-10T13:28:40.574" v="1834" actId="20577"/>
          <ac:spMkLst>
            <pc:docMk/>
            <pc:sldMk cId="2454315605" sldId="267"/>
            <ac:spMk id="15" creationId="{E3EA61EE-268B-413E-8D2A-9B533687071B}"/>
          </ac:spMkLst>
        </pc:spChg>
        <pc:spChg chg="mod">
          <ac:chgData name="Leila Iñigo de la Cruz" userId="fae4ed0d-52e1-4e8b-ac73-77e0b7235c9a" providerId="ADAL" clId="{1E9E03C1-E5D4-4BEC-8EBD-C4DD5262B379}" dt="2026-03-10T10:16:55.252" v="27" actId="404"/>
          <ac:spMkLst>
            <pc:docMk/>
            <pc:sldMk cId="2454315605" sldId="267"/>
            <ac:spMk id="159" creationId="{3A702663-8D72-667B-6285-1F55220F9EAE}"/>
          </ac:spMkLst>
        </pc:spChg>
        <pc:spChg chg="mod">
          <ac:chgData name="Leila Iñigo de la Cruz" userId="fae4ed0d-52e1-4e8b-ac73-77e0b7235c9a" providerId="ADAL" clId="{1E9E03C1-E5D4-4BEC-8EBD-C4DD5262B379}" dt="2026-03-10T10:37:52.840" v="578" actId="207"/>
          <ac:spMkLst>
            <pc:docMk/>
            <pc:sldMk cId="2454315605" sldId="267"/>
            <ac:spMk id="162" creationId="{306949F5-CC21-BF30-BCE7-5BCAFC9AAF7F}"/>
          </ac:spMkLst>
        </pc:spChg>
      </pc:sldChg>
      <pc:sldChg chg="modSp add mod setBg">
        <pc:chgData name="Leila Iñigo de la Cruz" userId="fae4ed0d-52e1-4e8b-ac73-77e0b7235c9a" providerId="ADAL" clId="{1E9E03C1-E5D4-4BEC-8EBD-C4DD5262B379}" dt="2026-03-10T10:20:35.520" v="60" actId="207"/>
        <pc:sldMkLst>
          <pc:docMk/>
          <pc:sldMk cId="2360507999" sldId="268"/>
        </pc:sldMkLst>
        <pc:spChg chg="mod">
          <ac:chgData name="Leila Iñigo de la Cruz" userId="fae4ed0d-52e1-4e8b-ac73-77e0b7235c9a" providerId="ADAL" clId="{1E9E03C1-E5D4-4BEC-8EBD-C4DD5262B379}" dt="2026-03-10T10:20:35.520" v="60" actId="207"/>
          <ac:spMkLst>
            <pc:docMk/>
            <pc:sldMk cId="2360507999" sldId="268"/>
            <ac:spMk id="15" creationId="{F72D2798-E797-16A8-0EDE-48F9A92A3EBE}"/>
          </ac:spMkLst>
        </pc:spChg>
        <pc:spChg chg="mod">
          <ac:chgData name="Leila Iñigo de la Cruz" userId="fae4ed0d-52e1-4e8b-ac73-77e0b7235c9a" providerId="ADAL" clId="{1E9E03C1-E5D4-4BEC-8EBD-C4DD5262B379}" dt="2026-03-10T10:20:28.850" v="59" actId="2711"/>
          <ac:spMkLst>
            <pc:docMk/>
            <pc:sldMk cId="2360507999" sldId="268"/>
            <ac:spMk id="159" creationId="{02E3E706-FAB0-BB5C-6021-1B8FCC47936D}"/>
          </ac:spMkLst>
        </pc:spChg>
      </pc:sldChg>
      <pc:sldChg chg="modSp add mod setBg">
        <pc:chgData name="Leila Iñigo de la Cruz" userId="fae4ed0d-52e1-4e8b-ac73-77e0b7235c9a" providerId="ADAL" clId="{1E9E03C1-E5D4-4BEC-8EBD-C4DD5262B379}" dt="2026-03-10T10:21:07.694" v="67" actId="207"/>
        <pc:sldMkLst>
          <pc:docMk/>
          <pc:sldMk cId="2808253577" sldId="269"/>
        </pc:sldMkLst>
        <pc:spChg chg="mod">
          <ac:chgData name="Leila Iñigo de la Cruz" userId="fae4ed0d-52e1-4e8b-ac73-77e0b7235c9a" providerId="ADAL" clId="{1E9E03C1-E5D4-4BEC-8EBD-C4DD5262B379}" dt="2026-03-10T10:21:07.694" v="67" actId="207"/>
          <ac:spMkLst>
            <pc:docMk/>
            <pc:sldMk cId="2808253577" sldId="269"/>
            <ac:spMk id="3" creationId="{A6B10454-D7E3-B8E6-8F9C-0E98E449626E}"/>
          </ac:spMkLst>
        </pc:spChg>
        <pc:spChg chg="mod">
          <ac:chgData name="Leila Iñigo de la Cruz" userId="fae4ed0d-52e1-4e8b-ac73-77e0b7235c9a" providerId="ADAL" clId="{1E9E03C1-E5D4-4BEC-8EBD-C4DD5262B379}" dt="2026-03-10T10:21:02.516" v="66" actId="207"/>
          <ac:spMkLst>
            <pc:docMk/>
            <pc:sldMk cId="2808253577" sldId="269"/>
            <ac:spMk id="159" creationId="{371B1358-85C5-059F-0E8E-EEA0B904F23C}"/>
          </ac:spMkLst>
        </pc:spChg>
      </pc:sldChg>
      <pc:sldChg chg="add setBg modNotesTx">
        <pc:chgData name="Leila Iñigo de la Cruz" userId="fae4ed0d-52e1-4e8b-ac73-77e0b7235c9a" providerId="ADAL" clId="{1E9E03C1-E5D4-4BEC-8EBD-C4DD5262B379}" dt="2026-03-10T13:22:54.027" v="1794" actId="20577"/>
        <pc:sldMkLst>
          <pc:docMk/>
          <pc:sldMk cId="1200304914" sldId="270"/>
        </pc:sldMkLst>
      </pc:sldChg>
      <pc:sldChg chg="modSp add mod setBg">
        <pc:chgData name="Leila Iñigo de la Cruz" userId="fae4ed0d-52e1-4e8b-ac73-77e0b7235c9a" providerId="ADAL" clId="{1E9E03C1-E5D4-4BEC-8EBD-C4DD5262B379}" dt="2026-03-10T13:30:58.375" v="1843" actId="113"/>
        <pc:sldMkLst>
          <pc:docMk/>
          <pc:sldMk cId="633398990" sldId="271"/>
        </pc:sldMkLst>
        <pc:spChg chg="mod">
          <ac:chgData name="Leila Iñigo de la Cruz" userId="fae4ed0d-52e1-4e8b-ac73-77e0b7235c9a" providerId="ADAL" clId="{1E9E03C1-E5D4-4BEC-8EBD-C4DD5262B379}" dt="2026-03-10T13:30:38.678" v="1839" actId="403"/>
          <ac:spMkLst>
            <pc:docMk/>
            <pc:sldMk cId="633398990" sldId="271"/>
            <ac:spMk id="2" creationId="{1033832F-CAA3-FADD-A311-5B91E40E8F48}"/>
          </ac:spMkLst>
        </pc:spChg>
        <pc:spChg chg="mod">
          <ac:chgData name="Leila Iñigo de la Cruz" userId="fae4ed0d-52e1-4e8b-ac73-77e0b7235c9a" providerId="ADAL" clId="{1E9E03C1-E5D4-4BEC-8EBD-C4DD5262B379}" dt="2026-03-10T13:30:58.375" v="1843" actId="113"/>
          <ac:spMkLst>
            <pc:docMk/>
            <pc:sldMk cId="633398990" sldId="271"/>
            <ac:spMk id="3" creationId="{4337989A-BC45-D63D-810A-823A37D4630F}"/>
          </ac:spMkLst>
        </pc:spChg>
        <pc:spChg chg="mod">
          <ac:chgData name="Leila Iñigo de la Cruz" userId="fae4ed0d-52e1-4e8b-ac73-77e0b7235c9a" providerId="ADAL" clId="{1E9E03C1-E5D4-4BEC-8EBD-C4DD5262B379}" dt="2026-03-10T10:21:30.288" v="73" actId="207"/>
          <ac:spMkLst>
            <pc:docMk/>
            <pc:sldMk cId="633398990" sldId="271"/>
            <ac:spMk id="159" creationId="{94085A62-5F8C-0F63-8581-810207271EFE}"/>
          </ac:spMkLst>
        </pc:spChg>
        <pc:grpChg chg="mod">
          <ac:chgData name="Leila Iñigo de la Cruz" userId="fae4ed0d-52e1-4e8b-ac73-77e0b7235c9a" providerId="ADAL" clId="{1E9E03C1-E5D4-4BEC-8EBD-C4DD5262B379}" dt="2026-03-10T13:30:38.678" v="1839" actId="403"/>
          <ac:grpSpMkLst>
            <pc:docMk/>
            <pc:sldMk cId="633398990" sldId="271"/>
            <ac:grpSpMk id="4" creationId="{603500DA-A41A-D067-7A48-DCC596C396C7}"/>
          </ac:grpSpMkLst>
        </pc:grpChg>
      </pc:sldChg>
      <pc:sldChg chg="addSp modSp add mod setBg modAnim">
        <pc:chgData name="Leila Iñigo de la Cruz" userId="fae4ed0d-52e1-4e8b-ac73-77e0b7235c9a" providerId="ADAL" clId="{1E9E03C1-E5D4-4BEC-8EBD-C4DD5262B379}" dt="2026-03-10T13:41:18.058" v="2025" actId="1076"/>
        <pc:sldMkLst>
          <pc:docMk/>
          <pc:sldMk cId="3284238671" sldId="272"/>
        </pc:sldMkLst>
        <pc:spChg chg="add mod">
          <ac:chgData name="Leila Iñigo de la Cruz" userId="fae4ed0d-52e1-4e8b-ac73-77e0b7235c9a" providerId="ADAL" clId="{1E9E03C1-E5D4-4BEC-8EBD-C4DD5262B379}" dt="2026-03-10T13:41:16.132" v="2024" actId="1076"/>
          <ac:spMkLst>
            <pc:docMk/>
            <pc:sldMk cId="3284238671" sldId="272"/>
            <ac:spMk id="2" creationId="{070B02D6-32F1-0540-4350-3516BAD93CA8}"/>
          </ac:spMkLst>
        </pc:spChg>
        <pc:spChg chg="mod">
          <ac:chgData name="Leila Iñigo de la Cruz" userId="fae4ed0d-52e1-4e8b-ac73-77e0b7235c9a" providerId="ADAL" clId="{1E9E03C1-E5D4-4BEC-8EBD-C4DD5262B379}" dt="2026-03-10T10:22:31.180" v="86" actId="207"/>
          <ac:spMkLst>
            <pc:docMk/>
            <pc:sldMk cId="3284238671" sldId="272"/>
            <ac:spMk id="3" creationId="{B4B3B3B9-4438-0B45-07B6-BBBA55CAA402}"/>
          </ac:spMkLst>
        </pc:spChg>
        <pc:spChg chg="mod">
          <ac:chgData name="Leila Iñigo de la Cruz" userId="fae4ed0d-52e1-4e8b-ac73-77e0b7235c9a" providerId="ADAL" clId="{1E9E03C1-E5D4-4BEC-8EBD-C4DD5262B379}" dt="2026-03-10T13:35:24.566" v="2007" actId="1076"/>
          <ac:spMkLst>
            <pc:docMk/>
            <pc:sldMk cId="3284238671" sldId="272"/>
            <ac:spMk id="4" creationId="{5DE4D6D2-B9F5-7944-9E35-ED973990553D}"/>
          </ac:spMkLst>
        </pc:spChg>
        <pc:spChg chg="add mod">
          <ac:chgData name="Leila Iñigo de la Cruz" userId="fae4ed0d-52e1-4e8b-ac73-77e0b7235c9a" providerId="ADAL" clId="{1E9E03C1-E5D4-4BEC-8EBD-C4DD5262B379}" dt="2026-03-10T13:41:07.398" v="2021" actId="208"/>
          <ac:spMkLst>
            <pc:docMk/>
            <pc:sldMk cId="3284238671" sldId="272"/>
            <ac:spMk id="7" creationId="{3B680B53-BB33-1C54-8CD8-A66CC4317D2A}"/>
          </ac:spMkLst>
        </pc:spChg>
        <pc:spChg chg="mod">
          <ac:chgData name="Leila Iñigo de la Cruz" userId="fae4ed0d-52e1-4e8b-ac73-77e0b7235c9a" providerId="ADAL" clId="{1E9E03C1-E5D4-4BEC-8EBD-C4DD5262B379}" dt="2026-03-10T10:21:59.160" v="80" actId="2711"/>
          <ac:spMkLst>
            <pc:docMk/>
            <pc:sldMk cId="3284238671" sldId="272"/>
            <ac:spMk id="159" creationId="{F347473E-8E6C-F987-D1E2-0D09D1CFA8A3}"/>
          </ac:spMkLst>
        </pc:spChg>
        <pc:picChg chg="add mod">
          <ac:chgData name="Leila Iñigo de la Cruz" userId="fae4ed0d-52e1-4e8b-ac73-77e0b7235c9a" providerId="ADAL" clId="{1E9E03C1-E5D4-4BEC-8EBD-C4DD5262B379}" dt="2026-03-10T13:41:18.058" v="2025" actId="1076"/>
          <ac:picMkLst>
            <pc:docMk/>
            <pc:sldMk cId="3284238671" sldId="272"/>
            <ac:picMk id="6" creationId="{C9224925-8506-4839-17EB-1D182A8349AD}"/>
          </ac:picMkLst>
        </pc:picChg>
      </pc:sldChg>
      <pc:sldChg chg="addSp delSp modSp mod ord">
        <pc:chgData name="Leila Iñigo de la Cruz" userId="fae4ed0d-52e1-4e8b-ac73-77e0b7235c9a" providerId="ADAL" clId="{1E9E03C1-E5D4-4BEC-8EBD-C4DD5262B379}" dt="2026-03-17T07:12:22.520" v="2276" actId="20577"/>
        <pc:sldMkLst>
          <pc:docMk/>
          <pc:sldMk cId="0" sldId="311"/>
        </pc:sldMkLst>
        <pc:spChg chg="add mod">
          <ac:chgData name="Leila Iñigo de la Cruz" userId="fae4ed0d-52e1-4e8b-ac73-77e0b7235c9a" providerId="ADAL" clId="{1E9E03C1-E5D4-4BEC-8EBD-C4DD5262B379}" dt="2026-03-17T07:12:22.520" v="2276" actId="20577"/>
          <ac:spMkLst>
            <pc:docMk/>
            <pc:sldMk cId="0" sldId="311"/>
            <ac:spMk id="4" creationId="{8EBB7423-D25B-279C-C48D-B64511B91EDB}"/>
          </ac:spMkLst>
        </pc:spChg>
        <pc:spChg chg="mod">
          <ac:chgData name="Leila Iñigo de la Cruz" userId="fae4ed0d-52e1-4e8b-ac73-77e0b7235c9a" providerId="ADAL" clId="{1E9E03C1-E5D4-4BEC-8EBD-C4DD5262B379}" dt="2026-03-10T13:17:46.159" v="1686" actId="1076"/>
          <ac:spMkLst>
            <pc:docMk/>
            <pc:sldMk cId="0" sldId="311"/>
            <ac:spMk id="1304" creationId="{00000000-0000-0000-0000-000000000000}"/>
          </ac:spMkLst>
        </pc:spChg>
        <pc:spChg chg="mod">
          <ac:chgData name="Leila Iñigo de la Cruz" userId="fae4ed0d-52e1-4e8b-ac73-77e0b7235c9a" providerId="ADAL" clId="{1E9E03C1-E5D4-4BEC-8EBD-C4DD5262B379}" dt="2026-03-10T13:18:51.989" v="1707" actId="1076"/>
          <ac:spMkLst>
            <pc:docMk/>
            <pc:sldMk cId="0" sldId="311"/>
            <ac:spMk id="1305" creationId="{00000000-0000-0000-0000-000000000000}"/>
          </ac:spMkLst>
        </pc:spChg>
        <pc:spChg chg="mod">
          <ac:chgData name="Leila Iñigo de la Cruz" userId="fae4ed0d-52e1-4e8b-ac73-77e0b7235c9a" providerId="ADAL" clId="{1E9E03C1-E5D4-4BEC-8EBD-C4DD5262B379}" dt="2026-03-10T13:18:53.968" v="1708" actId="1076"/>
          <ac:spMkLst>
            <pc:docMk/>
            <pc:sldMk cId="0" sldId="311"/>
            <ac:spMk id="1306" creationId="{00000000-0000-0000-0000-000000000000}"/>
          </ac:spMkLst>
        </pc:spChg>
        <pc:spChg chg="mod">
          <ac:chgData name="Leila Iñigo de la Cruz" userId="fae4ed0d-52e1-4e8b-ac73-77e0b7235c9a" providerId="ADAL" clId="{1E9E03C1-E5D4-4BEC-8EBD-C4DD5262B379}" dt="2026-03-10T13:19:06.792" v="1725" actId="20577"/>
          <ac:spMkLst>
            <pc:docMk/>
            <pc:sldMk cId="0" sldId="311"/>
            <ac:spMk id="1307" creationId="{00000000-0000-0000-0000-000000000000}"/>
          </ac:spMkLst>
        </pc:spChg>
        <pc:spChg chg="mod">
          <ac:chgData name="Leila Iñigo de la Cruz" userId="fae4ed0d-52e1-4e8b-ac73-77e0b7235c9a" providerId="ADAL" clId="{1E9E03C1-E5D4-4BEC-8EBD-C4DD5262B379}" dt="2026-03-10T13:19:03.769" v="1724" actId="20577"/>
          <ac:spMkLst>
            <pc:docMk/>
            <pc:sldMk cId="0" sldId="311"/>
            <ac:spMk id="1308" creationId="{00000000-0000-0000-0000-000000000000}"/>
          </ac:spMkLst>
        </pc:spChg>
        <pc:spChg chg="mod">
          <ac:chgData name="Leila Iñigo de la Cruz" userId="fae4ed0d-52e1-4e8b-ac73-77e0b7235c9a" providerId="ADAL" clId="{1E9E03C1-E5D4-4BEC-8EBD-C4DD5262B379}" dt="2026-03-10T13:19:01.723" v="1723" actId="20577"/>
          <ac:spMkLst>
            <pc:docMk/>
            <pc:sldMk cId="0" sldId="311"/>
            <ac:spMk id="1309" creationId="{00000000-0000-0000-0000-000000000000}"/>
          </ac:spMkLst>
        </pc:spChg>
      </pc:sldChg>
      <pc:sldChg chg="addSp delSp modSp add mod ord setBg delAnim">
        <pc:chgData name="Leila Iñigo de la Cruz" userId="fae4ed0d-52e1-4e8b-ac73-77e0b7235c9a" providerId="ADAL" clId="{1E9E03C1-E5D4-4BEC-8EBD-C4DD5262B379}" dt="2026-03-10T13:21:39.218" v="1784"/>
        <pc:sldMkLst>
          <pc:docMk/>
          <pc:sldMk cId="4204098889" sldId="321"/>
        </pc:sldMkLst>
        <pc:spChg chg="mod">
          <ac:chgData name="Leila Iñigo de la Cruz" userId="fae4ed0d-52e1-4e8b-ac73-77e0b7235c9a" providerId="ADAL" clId="{1E9E03C1-E5D4-4BEC-8EBD-C4DD5262B379}" dt="2026-03-10T11:10:28.853" v="592" actId="20577"/>
          <ac:spMkLst>
            <pc:docMk/>
            <pc:sldMk cId="4204098889" sldId="321"/>
            <ac:spMk id="159" creationId="{9393A648-FCDC-8011-7E51-8D8CCC2F752B}"/>
          </ac:spMkLst>
        </pc:spChg>
        <pc:graphicFrameChg chg="add mod modGraphic">
          <ac:chgData name="Leila Iñigo de la Cruz" userId="fae4ed0d-52e1-4e8b-ac73-77e0b7235c9a" providerId="ADAL" clId="{1E9E03C1-E5D4-4BEC-8EBD-C4DD5262B379}" dt="2026-03-10T13:21:39.218" v="1784"/>
          <ac:graphicFrameMkLst>
            <pc:docMk/>
            <pc:sldMk cId="4204098889" sldId="321"/>
            <ac:graphicFrameMk id="7" creationId="{A0271C0D-75F3-D8D0-4D58-AD5CB36335CF}"/>
          </ac:graphicFrameMkLst>
        </pc:graphicFrameChg>
      </pc:sldChg>
      <pc:sldChg chg="addSp delSp modSp add mod">
        <pc:chgData name="Leila Iñigo de la Cruz" userId="fae4ed0d-52e1-4e8b-ac73-77e0b7235c9a" providerId="ADAL" clId="{1E9E03C1-E5D4-4BEC-8EBD-C4DD5262B379}" dt="2026-03-10T14:12:27.710" v="2086" actId="207"/>
        <pc:sldMkLst>
          <pc:docMk/>
          <pc:sldMk cId="2121690261" sldId="322"/>
        </pc:sldMkLst>
        <pc:spChg chg="add mod">
          <ac:chgData name="Leila Iñigo de la Cruz" userId="fae4ed0d-52e1-4e8b-ac73-77e0b7235c9a" providerId="ADAL" clId="{1E9E03C1-E5D4-4BEC-8EBD-C4DD5262B379}" dt="2026-03-10T14:10:07.807" v="2033" actId="14100"/>
          <ac:spMkLst>
            <pc:docMk/>
            <pc:sldMk cId="2121690261" sldId="322"/>
            <ac:spMk id="2" creationId="{9CE15101-BAF6-5CE2-1CC8-24ECA76F7589}"/>
          </ac:spMkLst>
        </pc:spChg>
        <pc:spChg chg="add mod">
          <ac:chgData name="Leila Iñigo de la Cruz" userId="fae4ed0d-52e1-4e8b-ac73-77e0b7235c9a" providerId="ADAL" clId="{1E9E03C1-E5D4-4BEC-8EBD-C4DD5262B379}" dt="2026-03-10T13:09:03.877" v="1290" actId="403"/>
          <ac:spMkLst>
            <pc:docMk/>
            <pc:sldMk cId="2121690261" sldId="322"/>
            <ac:spMk id="4" creationId="{16DDA812-05A2-D992-1707-592988B4A652}"/>
          </ac:spMkLst>
        </pc:spChg>
        <pc:spChg chg="add mod">
          <ac:chgData name="Leila Iñigo de la Cruz" userId="fae4ed0d-52e1-4e8b-ac73-77e0b7235c9a" providerId="ADAL" clId="{1E9E03C1-E5D4-4BEC-8EBD-C4DD5262B379}" dt="2026-03-10T14:12:27.710" v="2086" actId="207"/>
          <ac:spMkLst>
            <pc:docMk/>
            <pc:sldMk cId="2121690261" sldId="322"/>
            <ac:spMk id="6" creationId="{8B194576-9796-EC57-07B7-0D44222B816B}"/>
          </ac:spMkLst>
        </pc:spChg>
        <pc:spChg chg="add mod">
          <ac:chgData name="Leila Iñigo de la Cruz" userId="fae4ed0d-52e1-4e8b-ac73-77e0b7235c9a" providerId="ADAL" clId="{1E9E03C1-E5D4-4BEC-8EBD-C4DD5262B379}" dt="2026-03-10T14:10:49.040" v="2070" actId="113"/>
          <ac:spMkLst>
            <pc:docMk/>
            <pc:sldMk cId="2121690261" sldId="322"/>
            <ac:spMk id="7" creationId="{D2B237CB-4D5B-1F61-FD64-4D6016333FF9}"/>
          </ac:spMkLst>
        </pc:spChg>
        <pc:spChg chg="add mod ord">
          <ac:chgData name="Leila Iñigo de la Cruz" userId="fae4ed0d-52e1-4e8b-ac73-77e0b7235c9a" providerId="ADAL" clId="{1E9E03C1-E5D4-4BEC-8EBD-C4DD5262B379}" dt="2026-03-10T14:11:41.683" v="2081" actId="207"/>
          <ac:spMkLst>
            <pc:docMk/>
            <pc:sldMk cId="2121690261" sldId="322"/>
            <ac:spMk id="8" creationId="{C3F55BAC-F320-FC48-F527-B0BEB0E320A4}"/>
          </ac:spMkLst>
        </pc:spChg>
        <pc:spChg chg="mod">
          <ac:chgData name="Leila Iñigo de la Cruz" userId="fae4ed0d-52e1-4e8b-ac73-77e0b7235c9a" providerId="ADAL" clId="{1E9E03C1-E5D4-4BEC-8EBD-C4DD5262B379}" dt="2026-03-10T13:33:39.701" v="1917" actId="20577"/>
          <ac:spMkLst>
            <pc:docMk/>
            <pc:sldMk cId="2121690261" sldId="322"/>
            <ac:spMk id="159" creationId="{2BEE8948-B99A-D81C-A86F-3372D866B414}"/>
          </ac:spMkLst>
        </pc:spChg>
      </pc:sldChg>
      <pc:sldChg chg="addSp delSp modSp add mod modAnim">
        <pc:chgData name="Leila Iñigo de la Cruz" userId="fae4ed0d-52e1-4e8b-ac73-77e0b7235c9a" providerId="ADAL" clId="{1E9E03C1-E5D4-4BEC-8EBD-C4DD5262B379}" dt="2026-03-17T07:19:47.106" v="2303"/>
        <pc:sldMkLst>
          <pc:docMk/>
          <pc:sldMk cId="5020490" sldId="323"/>
        </pc:sldMkLst>
        <pc:spChg chg="add mod">
          <ac:chgData name="Leila Iñigo de la Cruz" userId="fae4ed0d-52e1-4e8b-ac73-77e0b7235c9a" providerId="ADAL" clId="{1E9E03C1-E5D4-4BEC-8EBD-C4DD5262B379}" dt="2026-03-17T07:16:29.617" v="2277"/>
          <ac:spMkLst>
            <pc:docMk/>
            <pc:sldMk cId="5020490" sldId="323"/>
            <ac:spMk id="2" creationId="{D91BD9BB-7899-1925-BB11-152A7EAF7848}"/>
          </ac:spMkLst>
        </pc:spChg>
        <pc:spChg chg="add mod">
          <ac:chgData name="Leila Iñigo de la Cruz" userId="fae4ed0d-52e1-4e8b-ac73-77e0b7235c9a" providerId="ADAL" clId="{1E9E03C1-E5D4-4BEC-8EBD-C4DD5262B379}" dt="2026-03-17T07:19:38.509" v="2302" actId="1076"/>
          <ac:spMkLst>
            <pc:docMk/>
            <pc:sldMk cId="5020490" sldId="323"/>
            <ac:spMk id="3" creationId="{6A7176E5-E8C2-BEDC-CFDA-FABE6F2E1D08}"/>
          </ac:spMkLst>
        </pc:spChg>
        <pc:spChg chg="mod">
          <ac:chgData name="Leila Iñigo de la Cruz" userId="fae4ed0d-52e1-4e8b-ac73-77e0b7235c9a" providerId="ADAL" clId="{1E9E03C1-E5D4-4BEC-8EBD-C4DD5262B379}" dt="2026-03-17T07:17:09.831" v="2296" actId="6549"/>
          <ac:spMkLst>
            <pc:docMk/>
            <pc:sldMk cId="5020490" sldId="323"/>
            <ac:spMk id="159" creationId="{DB2279F0-896A-1F70-D802-40BEADCDB6DD}"/>
          </ac:spMkLst>
        </pc:spChg>
        <pc:picChg chg="add mod">
          <ac:chgData name="Leila Iñigo de la Cruz" userId="fae4ed0d-52e1-4e8b-ac73-77e0b7235c9a" providerId="ADAL" clId="{1E9E03C1-E5D4-4BEC-8EBD-C4DD5262B379}" dt="2026-03-17T07:19:31.981" v="2301" actId="1076"/>
          <ac:picMkLst>
            <pc:docMk/>
            <pc:sldMk cId="5020490" sldId="323"/>
            <ac:picMk id="5" creationId="{C11162B2-AD08-05E7-E095-5C2B2098DFDE}"/>
          </ac:picMkLst>
        </pc:picChg>
      </pc:sldChg>
      <pc:sldChg chg="addSp delSp modSp add mod modAnim modNotesTx">
        <pc:chgData name="Leila Iñigo de la Cruz" userId="fae4ed0d-52e1-4e8b-ac73-77e0b7235c9a" providerId="ADAL" clId="{1E9E03C1-E5D4-4BEC-8EBD-C4DD5262B379}" dt="2026-03-10T13:28:05.766" v="1830"/>
        <pc:sldMkLst>
          <pc:docMk/>
          <pc:sldMk cId="3490311137" sldId="324"/>
        </pc:sldMkLst>
        <pc:spChg chg="add mod">
          <ac:chgData name="Leila Iñigo de la Cruz" userId="fae4ed0d-52e1-4e8b-ac73-77e0b7235c9a" providerId="ADAL" clId="{1E9E03C1-E5D4-4BEC-8EBD-C4DD5262B379}" dt="2026-03-10T13:27:04.320" v="1825" actId="403"/>
          <ac:spMkLst>
            <pc:docMk/>
            <pc:sldMk cId="3490311137" sldId="324"/>
            <ac:spMk id="8" creationId="{371FBBB0-A4EA-BBD3-9BA4-BCB4F35DA9A0}"/>
          </ac:spMkLst>
        </pc:spChg>
        <pc:picChg chg="add mod">
          <ac:chgData name="Leila Iñigo de la Cruz" userId="fae4ed0d-52e1-4e8b-ac73-77e0b7235c9a" providerId="ADAL" clId="{1E9E03C1-E5D4-4BEC-8EBD-C4DD5262B379}" dt="2026-03-10T13:26:02.567" v="1813" actId="14100"/>
          <ac:picMkLst>
            <pc:docMk/>
            <pc:sldMk cId="3490311137" sldId="324"/>
            <ac:picMk id="3" creationId="{CC649664-4062-A85A-F571-EA4EE4AF655D}"/>
          </ac:picMkLst>
        </pc:picChg>
      </pc:sldChg>
      <pc:sldChg chg="addSp modSp new mod">
        <pc:chgData name="Leila Iñigo de la Cruz" userId="fae4ed0d-52e1-4e8b-ac73-77e0b7235c9a" providerId="ADAL" clId="{1E9E03C1-E5D4-4BEC-8EBD-C4DD5262B379}" dt="2026-03-10T13:42:03.562" v="2027" actId="14100"/>
        <pc:sldMkLst>
          <pc:docMk/>
          <pc:sldMk cId="1948602308" sldId="325"/>
        </pc:sldMkLst>
        <pc:spChg chg="mod">
          <ac:chgData name="Leila Iñigo de la Cruz" userId="fae4ed0d-52e1-4e8b-ac73-77e0b7235c9a" providerId="ADAL" clId="{1E9E03C1-E5D4-4BEC-8EBD-C4DD5262B379}" dt="2026-03-10T13:42:03.562" v="2027" actId="14100"/>
          <ac:spMkLst>
            <pc:docMk/>
            <pc:sldMk cId="1948602308" sldId="325"/>
            <ac:spMk id="2" creationId="{CD022C58-2B5F-71BE-1230-0846EEC60FF8}"/>
          </ac:spMkLst>
        </pc:spChg>
        <pc:graphicFrameChg chg="add mod modGraphic">
          <ac:chgData name="Leila Iñigo de la Cruz" userId="fae4ed0d-52e1-4e8b-ac73-77e0b7235c9a" providerId="ADAL" clId="{1E9E03C1-E5D4-4BEC-8EBD-C4DD5262B379}" dt="2026-03-10T13:32:40.857" v="1864" actId="207"/>
          <ac:graphicFrameMkLst>
            <pc:docMk/>
            <pc:sldMk cId="1948602308" sldId="325"/>
            <ac:graphicFrameMk id="3" creationId="{17FACFCB-1C56-4776-38BB-144D8D30779E}"/>
          </ac:graphicFrameMkLst>
        </pc:graphicFrameChg>
      </pc:sldChg>
      <pc:sldChg chg="addSp delSp modSp new mod modClrScheme chgLayout">
        <pc:chgData name="Leila Iñigo de la Cruz" userId="fae4ed0d-52e1-4e8b-ac73-77e0b7235c9a" providerId="ADAL" clId="{1E9E03C1-E5D4-4BEC-8EBD-C4DD5262B379}" dt="2026-03-10T14:13:54.817" v="2101" actId="1076"/>
        <pc:sldMkLst>
          <pc:docMk/>
          <pc:sldMk cId="867958536" sldId="326"/>
        </pc:sldMkLst>
        <pc:graphicFrameChg chg="add mod modGraphic">
          <ac:chgData name="Leila Iñigo de la Cruz" userId="fae4ed0d-52e1-4e8b-ac73-77e0b7235c9a" providerId="ADAL" clId="{1E9E03C1-E5D4-4BEC-8EBD-C4DD5262B379}" dt="2026-03-10T14:13:54.817" v="2101" actId="1076"/>
          <ac:graphicFrameMkLst>
            <pc:docMk/>
            <pc:sldMk cId="867958536" sldId="326"/>
            <ac:graphicFrameMk id="7" creationId="{48F09733-437E-659C-5078-88028D92A493}"/>
          </ac:graphicFrameMkLst>
        </pc:graphicFrameChg>
      </pc:sldChg>
      <pc:sldChg chg="addSp delSp modSp add mod">
        <pc:chgData name="Leila Iñigo de la Cruz" userId="fae4ed0d-52e1-4e8b-ac73-77e0b7235c9a" providerId="ADAL" clId="{1E9E03C1-E5D4-4BEC-8EBD-C4DD5262B379}" dt="2026-03-10T14:28:37.093" v="2259" actId="14100"/>
        <pc:sldMkLst>
          <pc:docMk/>
          <pc:sldMk cId="2960254164" sldId="327"/>
        </pc:sldMkLst>
        <pc:spChg chg="add mod">
          <ac:chgData name="Leila Iñigo de la Cruz" userId="fae4ed0d-52e1-4e8b-ac73-77e0b7235c9a" providerId="ADAL" clId="{1E9E03C1-E5D4-4BEC-8EBD-C4DD5262B379}" dt="2026-03-10T14:14:13.951" v="2113" actId="20577"/>
          <ac:spMkLst>
            <pc:docMk/>
            <pc:sldMk cId="2960254164" sldId="327"/>
            <ac:spMk id="2" creationId="{1B4299EE-5DA1-5872-D943-AA6DD5F1AA95}"/>
          </ac:spMkLst>
        </pc:spChg>
        <pc:spChg chg="add mod">
          <ac:chgData name="Leila Iñigo de la Cruz" userId="fae4ed0d-52e1-4e8b-ac73-77e0b7235c9a" providerId="ADAL" clId="{1E9E03C1-E5D4-4BEC-8EBD-C4DD5262B379}" dt="2026-03-10T14:18:55.496" v="2253" actId="20577"/>
          <ac:spMkLst>
            <pc:docMk/>
            <pc:sldMk cId="2960254164" sldId="327"/>
            <ac:spMk id="4" creationId="{85D2B8C4-5BF4-574F-1B67-8EF69F976E8F}"/>
          </ac:spMkLst>
        </pc:spChg>
        <pc:spChg chg="add mod">
          <ac:chgData name="Leila Iñigo de la Cruz" userId="fae4ed0d-52e1-4e8b-ac73-77e0b7235c9a" providerId="ADAL" clId="{1E9E03C1-E5D4-4BEC-8EBD-C4DD5262B379}" dt="2026-03-10T14:28:37.093" v="2259" actId="14100"/>
          <ac:spMkLst>
            <pc:docMk/>
            <pc:sldMk cId="2960254164" sldId="327"/>
            <ac:spMk id="6" creationId="{12C59BCE-9198-41D3-78D3-B97E3660D43E}"/>
          </ac:spMkLst>
        </pc:spChg>
      </pc:sldChg>
      <pc:sldChg chg="modSp add mod ord">
        <pc:chgData name="Leila Iñigo de la Cruz" userId="fae4ed0d-52e1-4e8b-ac73-77e0b7235c9a" providerId="ADAL" clId="{1E9E03C1-E5D4-4BEC-8EBD-C4DD5262B379}" dt="2026-03-16T12:55:32.021" v="2269" actId="108"/>
        <pc:sldMkLst>
          <pc:docMk/>
          <pc:sldMk cId="1900409493" sldId="328"/>
        </pc:sldMkLst>
        <pc:graphicFrameChg chg="mod modGraphic">
          <ac:chgData name="Leila Iñigo de la Cruz" userId="fae4ed0d-52e1-4e8b-ac73-77e0b7235c9a" providerId="ADAL" clId="{1E9E03C1-E5D4-4BEC-8EBD-C4DD5262B379}" dt="2026-03-16T12:55:32.021" v="2269" actId="108"/>
          <ac:graphicFrameMkLst>
            <pc:docMk/>
            <pc:sldMk cId="1900409493" sldId="328"/>
            <ac:graphicFrameMk id="7" creationId="{8DC866E9-DCD4-CE62-E394-E4AD1EA7DCB3}"/>
          </ac:graphicFrameMkLst>
        </pc:graphicFrameChg>
      </pc:sldChg>
      <pc:sldChg chg="new del">
        <pc:chgData name="Leila Iñigo de la Cruz" userId="fae4ed0d-52e1-4e8b-ac73-77e0b7235c9a" providerId="ADAL" clId="{1E9E03C1-E5D4-4BEC-8EBD-C4DD5262B379}" dt="2026-03-16T12:54:53.958" v="2261" actId="47"/>
        <pc:sldMkLst>
          <pc:docMk/>
          <pc:sldMk cId="3776186825" sldId="328"/>
        </pc:sldMkLst>
      </pc:sldChg>
      <pc:sldMasterChg chg="delSldLayout">
        <pc:chgData name="Leila Iñigo de la Cruz" userId="fae4ed0d-52e1-4e8b-ac73-77e0b7235c9a" providerId="ADAL" clId="{1E9E03C1-E5D4-4BEC-8EBD-C4DD5262B379}" dt="2026-03-10T13:16:04.820" v="1603" actId="47"/>
        <pc:sldMasterMkLst>
          <pc:docMk/>
          <pc:sldMasterMk cId="0" sldId="2147483703"/>
        </pc:sldMasterMkLst>
      </pc:sldMasterChg>
      <pc:sldMasterChg chg="delSldLayout">
        <pc:chgData name="Leila Iñigo de la Cruz" userId="fae4ed0d-52e1-4e8b-ac73-77e0b7235c9a" providerId="ADAL" clId="{1E9E03C1-E5D4-4BEC-8EBD-C4DD5262B379}" dt="2026-03-10T10:13:50.822" v="5" actId="47"/>
        <pc:sldMasterMkLst>
          <pc:docMk/>
          <pc:sldMasterMk cId="0" sldId="2147483713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6FECABF0-D9BF-05DA-9FE4-11FD69DE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DF3216BE-5457-F542-0489-E14A9D3320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364E7E4D-FC4B-D09E-DA04-31DC67FC91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7762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C25E577B-6A75-F08B-2D28-89AFD169F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92722BD2-E6D6-E6AC-0EBF-D50335BAC6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1C89DF15-BF22-5541-E3D6-CD9B3A95F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4763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An API is like a waiter in a restaurant.</a:t>
            </a:r>
            <a:br>
              <a:rPr lang="en-US" dirty="0"/>
            </a:br>
            <a:r>
              <a:rPr lang="en-US" dirty="0"/>
              <a:t>You don’t go into the kitchen and cook the meal yourself.</a:t>
            </a:r>
            <a:br>
              <a:rPr lang="en-US" dirty="0"/>
            </a:br>
            <a:r>
              <a:rPr lang="en-US" dirty="0"/>
              <a:t>You just place an order and hope the kitchen doesn’t return a </a:t>
            </a:r>
            <a:r>
              <a:rPr lang="en-US" i="1" dirty="0"/>
              <a:t>500 Internal Server Error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de-DE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9545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A1901759-7F0D-2A80-EFE1-F033F2E4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1ED2777D-5D02-28AB-BE56-E32D4BBA86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CF899C7E-A8BF-F56C-D7BF-49B8A83952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1472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13E7B918-47BC-B053-51DC-E4DC0748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71FBBF76-C0DF-2B56-CDDE-8926BB8B9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60BC7842-7C59-6EDE-41E8-23A3B38C98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0054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8BF909F5-B407-8905-BB69-C80B9A7D5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61842F1D-CB43-E05C-F87F-CD2B35219E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BF3AD0FF-B8B2-240F-203F-46AB0CBC7C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8188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AB2ACF9C-80F4-EFE8-87B0-8F9FAD4A8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299F85F9-89B3-ACC0-2E31-0A2909BD2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E425A3E5-31FC-3B04-02C0-D5673BBE98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9147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D4B25D26-69F3-5030-E349-F7047F080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8724D713-1A94-A81F-40B0-C8EABAEA9C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00380775-181B-0C63-69C8-4A7CA7B9B0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3912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lang="de-DE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8481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BAA5D870-F3E2-8538-3659-59EA73904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892DB036-F3B0-96F6-F454-F61CE124C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C0A96D0D-7866-6704-F10A-EC3ED94C76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1309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45A54601-CF99-29BC-AFA9-721396A0A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7b42620c0_0_281:notes">
            <a:extLst>
              <a:ext uri="{FF2B5EF4-FFF2-40B4-BE49-F238E27FC236}">
                <a16:creationId xmlns:a16="http://schemas.microsoft.com/office/drawing/2014/main" id="{3BC92229-30A1-F7FA-FE6E-9E71633BD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sp>
        <p:nvSpPr>
          <p:cNvPr id="156" name="Google Shape;156;g347b42620c0_0_281:notes">
            <a:extLst>
              <a:ext uri="{FF2B5EF4-FFF2-40B4-BE49-F238E27FC236}">
                <a16:creationId xmlns:a16="http://schemas.microsoft.com/office/drawing/2014/main" id="{D72F2C0B-E730-EE9A-F1A9-4B6B1637C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HTTP  - Hyper </a:t>
            </a:r>
            <a:r>
              <a:rPr lang="nl-NL" dirty="0" err="1"/>
              <a:t>text</a:t>
            </a:r>
            <a:r>
              <a:rPr lang="nl-NL" dirty="0"/>
              <a:t> transfer protocol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JSON – Java Script Object </a:t>
            </a:r>
            <a:r>
              <a:rPr lang="nl-NL" dirty="0" err="1"/>
              <a:t>notation</a:t>
            </a:r>
            <a:r>
              <a:rPr lang="nl-NL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8569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" name="Google Shape;1376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ta 05">
  <p:cSld name="Data 05">
    <p:bg>
      <p:bgPr>
        <a:solidFill>
          <a:schemeClr val="dk1"/>
        </a:soli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25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25"/>
          <p:cNvSpPr txBox="1">
            <a:spLocks noGrp="1"/>
          </p:cNvSpPr>
          <p:nvPr>
            <p:ph type="body" idx="1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7" name="Google Shape;637;p125"/>
          <p:cNvSpPr/>
          <p:nvPr/>
        </p:nvSpPr>
        <p:spPr>
          <a:xfrm>
            <a:off x="1065139" y="3388544"/>
            <a:ext cx="80912" cy="809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25"/>
          <p:cNvSpPr/>
          <p:nvPr/>
        </p:nvSpPr>
        <p:spPr>
          <a:xfrm>
            <a:off x="1023864" y="3350444"/>
            <a:ext cx="160411" cy="160411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25"/>
          <p:cNvSpPr/>
          <p:nvPr/>
        </p:nvSpPr>
        <p:spPr>
          <a:xfrm>
            <a:off x="4726744" y="3388544"/>
            <a:ext cx="80912" cy="809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25"/>
          <p:cNvSpPr/>
          <p:nvPr/>
        </p:nvSpPr>
        <p:spPr>
          <a:xfrm>
            <a:off x="4685469" y="3350444"/>
            <a:ext cx="160411" cy="160411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25"/>
          <p:cNvSpPr/>
          <p:nvPr/>
        </p:nvSpPr>
        <p:spPr>
          <a:xfrm>
            <a:off x="8388349" y="3388544"/>
            <a:ext cx="80912" cy="809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25"/>
          <p:cNvSpPr/>
          <p:nvPr/>
        </p:nvSpPr>
        <p:spPr>
          <a:xfrm>
            <a:off x="8347074" y="3350444"/>
            <a:ext cx="160411" cy="160411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3" name="Google Shape;643;p125"/>
          <p:cNvCxnSpPr>
            <a:stCxn id="638" idx="2"/>
          </p:cNvCxnSpPr>
          <p:nvPr/>
        </p:nvCxnSpPr>
        <p:spPr>
          <a:xfrm rot="10800000">
            <a:off x="249864" y="3429150"/>
            <a:ext cx="774000" cy="1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4" name="Google Shape;644;p125"/>
          <p:cNvCxnSpPr>
            <a:stCxn id="640" idx="2"/>
          </p:cNvCxnSpPr>
          <p:nvPr/>
        </p:nvCxnSpPr>
        <p:spPr>
          <a:xfrm rot="10800000">
            <a:off x="1184169" y="3429150"/>
            <a:ext cx="3501300" cy="1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5" name="Google Shape;645;p125"/>
          <p:cNvCxnSpPr/>
          <p:nvPr/>
        </p:nvCxnSpPr>
        <p:spPr>
          <a:xfrm rot="10800000">
            <a:off x="4845880" y="3429000"/>
            <a:ext cx="3501194" cy="165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6" name="Google Shape;646;p125"/>
          <p:cNvCxnSpPr/>
          <p:nvPr/>
        </p:nvCxnSpPr>
        <p:spPr>
          <a:xfrm rot="10800000">
            <a:off x="8507485" y="3429000"/>
            <a:ext cx="3434716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7" name="Google Shape;647;p125"/>
          <p:cNvSpPr txBox="1">
            <a:spLocks noGrp="1"/>
          </p:cNvSpPr>
          <p:nvPr>
            <p:ph type="body" idx="2"/>
          </p:nvPr>
        </p:nvSpPr>
        <p:spPr>
          <a:xfrm>
            <a:off x="932425" y="2845869"/>
            <a:ext cx="2715650" cy="437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8" name="Google Shape;648;p125"/>
          <p:cNvSpPr txBox="1">
            <a:spLocks noGrp="1"/>
          </p:cNvSpPr>
          <p:nvPr>
            <p:ph type="body" idx="3"/>
          </p:nvPr>
        </p:nvSpPr>
        <p:spPr>
          <a:xfrm>
            <a:off x="4599744" y="2845869"/>
            <a:ext cx="2715650" cy="437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9" name="Google Shape;649;p125"/>
          <p:cNvSpPr txBox="1">
            <a:spLocks noGrp="1"/>
          </p:cNvSpPr>
          <p:nvPr>
            <p:ph type="body" idx="4"/>
          </p:nvPr>
        </p:nvSpPr>
        <p:spPr>
          <a:xfrm>
            <a:off x="8267063" y="2845869"/>
            <a:ext cx="2715650" cy="437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0" name="Google Shape;650;p125"/>
          <p:cNvSpPr txBox="1">
            <a:spLocks noGrp="1"/>
          </p:cNvSpPr>
          <p:nvPr>
            <p:ph type="body" idx="5"/>
          </p:nvPr>
        </p:nvSpPr>
        <p:spPr>
          <a:xfrm>
            <a:off x="932426" y="3634439"/>
            <a:ext cx="2982350" cy="111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1" name="Google Shape;651;p125"/>
          <p:cNvSpPr txBox="1">
            <a:spLocks noGrp="1"/>
          </p:cNvSpPr>
          <p:nvPr>
            <p:ph type="body" idx="6"/>
          </p:nvPr>
        </p:nvSpPr>
        <p:spPr>
          <a:xfrm>
            <a:off x="4599744" y="3634439"/>
            <a:ext cx="2982350" cy="111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2" name="Google Shape;652;p125"/>
          <p:cNvSpPr txBox="1">
            <a:spLocks noGrp="1"/>
          </p:cNvSpPr>
          <p:nvPr>
            <p:ph type="body" idx="7"/>
          </p:nvPr>
        </p:nvSpPr>
        <p:spPr>
          <a:xfrm>
            <a:off x="8267062" y="3634439"/>
            <a:ext cx="2982350" cy="111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3" name="Google Shape;653;p125"/>
          <p:cNvSpPr txBox="1">
            <a:spLocks noGrp="1"/>
          </p:cNvSpPr>
          <p:nvPr>
            <p:ph type="body" idx="8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4" name="Google Shape;654;p125"/>
          <p:cNvSpPr txBox="1">
            <a:spLocks noGrp="1"/>
          </p:cNvSpPr>
          <p:nvPr>
            <p:ph type="body" idx="9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d 04">
  <p:cSld name="1_End 0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35"/>
          <p:cNvSpPr txBox="1">
            <a:spLocks noGrp="1"/>
          </p:cNvSpPr>
          <p:nvPr>
            <p:ph type="body" idx="1"/>
          </p:nvPr>
        </p:nvSpPr>
        <p:spPr>
          <a:xfrm>
            <a:off x="152400" y="2535723"/>
            <a:ext cx="6454912" cy="190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26" name="Google Shape;726;p135"/>
          <p:cNvPicPr preferRelativeResize="0"/>
          <p:nvPr/>
        </p:nvPicPr>
        <p:blipFill rotWithShape="1">
          <a:blip r:embed="rId3">
            <a:alphaModFix/>
          </a:blip>
          <a:srcRect l="34687" r="-126"/>
          <a:stretch/>
        </p:blipFill>
        <p:spPr>
          <a:xfrm>
            <a:off x="253264" y="5803209"/>
            <a:ext cx="2076781" cy="843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1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9252" y="260626"/>
            <a:ext cx="752060" cy="75206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135"/>
          <p:cNvSpPr txBox="1"/>
          <p:nvPr/>
        </p:nvSpPr>
        <p:spPr>
          <a:xfrm>
            <a:off x="10932796" y="6344117"/>
            <a:ext cx="1173480" cy="32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27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7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FIND OUT MORE AT DATA.4TU.NL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title"/>
          </p:nvPr>
        </p:nvSpPr>
        <p:spPr>
          <a:xfrm>
            <a:off x="659300" y="995600"/>
            <a:ext cx="10904000" cy="4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body" idx="1"/>
          </p:nvPr>
        </p:nvSpPr>
        <p:spPr>
          <a:xfrm>
            <a:off x="689033" y="2008467"/>
            <a:ext cx="108312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100"/>
              </a:buClr>
              <a:buSzPts val="1000"/>
              <a:buChar char="⬥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–"/>
              <a:defRPr/>
            </a:lvl2pPr>
            <a:lvl3pPr marL="1371600" lvl="2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⬩"/>
              <a:defRPr/>
            </a:lvl3pPr>
            <a:lvl4pPr marL="1828800" lvl="3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●"/>
              <a:defRPr/>
            </a:lvl4pPr>
            <a:lvl5pPr marL="2286000" lvl="4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■"/>
              <a:defRPr/>
            </a:lvl6pPr>
            <a:lvl7pPr marL="3200400" lvl="6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●"/>
              <a:defRPr/>
            </a:lvl7pPr>
            <a:lvl8pPr marL="3657600" lvl="7" indent="-292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29100"/>
              </a:buClr>
              <a:buSzPts val="1000"/>
              <a:buChar char="○"/>
              <a:defRPr/>
            </a:lvl8pPr>
            <a:lvl9pPr marL="4114800" lvl="8" indent="-2921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29100"/>
              </a:buClr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11520233" y="377733"/>
            <a:ext cx="468400" cy="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6" name="Google Shape;96;p15"/>
          <p:cNvSpPr txBox="1">
            <a:spLocks noGrp="1"/>
          </p:cNvSpPr>
          <p:nvPr>
            <p:ph type="title" idx="2"/>
          </p:nvPr>
        </p:nvSpPr>
        <p:spPr>
          <a:xfrm>
            <a:off x="689033" y="377733"/>
            <a:ext cx="10660000" cy="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3"/>
          </p:nvPr>
        </p:nvSpPr>
        <p:spPr>
          <a:xfrm>
            <a:off x="689033" y="1498533"/>
            <a:ext cx="108524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00"/>
              <a:buNone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87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20"/>
          <p:cNvSpPr txBox="1"/>
          <p:nvPr/>
        </p:nvSpPr>
        <p:spPr>
          <a:xfrm>
            <a:off x="163758" y="6463552"/>
            <a:ext cx="118879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75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4TU.RESEARCH DATA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hackmd.io/@0Gb1si3JS7ebf7pZDO7CqQ/HJCeLZTNbl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data.4tu.nl/v2/articles%20|%20jq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ata.4tu.nl/v2/articles" TargetMode="External"/><Relationship Id="rId5" Type="http://schemas.openxmlformats.org/officeDocument/2006/relationships/hyperlink" Target="endpoint" TargetMode="External"/><Relationship Id="rId4" Type="http://schemas.openxmlformats.org/officeDocument/2006/relationships/hyperlink" Target="https://data.4tu.nl/" TargetMode="External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u3ydfdkaczsgm3u7mbx2q.streamlit.app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9lscwwsuhw2dkugffukt2t.streamlit.app/" TargetMode="External"/><Relationship Id="rId4" Type="http://schemas.openxmlformats.org/officeDocument/2006/relationships/hyperlink" Target="https://share.streamlit.io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06F429-B78C-19A0-6B13-5B6C4D4D9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1141" y="795038"/>
            <a:ext cx="9268044" cy="2633962"/>
          </a:xfrm>
        </p:spPr>
        <p:txBody>
          <a:bodyPr/>
          <a:lstStyle/>
          <a:p>
            <a:pPr algn="ctr"/>
            <a:r>
              <a:rPr lang="en-US" sz="4400" dirty="0"/>
              <a:t>Building a dashboard to visualize information from 4TU.ResearchData</a:t>
            </a:r>
          </a:p>
          <a:p>
            <a:pPr algn="ctr"/>
            <a:r>
              <a:rPr lang="en-US" sz="2800" dirty="0"/>
              <a:t>(Using the API)</a:t>
            </a:r>
            <a:endParaRPr lang="nl-NL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DC426D-6B61-3B8B-C130-37C001CBE798}"/>
              </a:ext>
            </a:extLst>
          </p:cNvPr>
          <p:cNvSpPr txBox="1"/>
          <p:nvPr/>
        </p:nvSpPr>
        <p:spPr>
          <a:xfrm>
            <a:off x="2286070" y="4094019"/>
            <a:ext cx="19672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>
                    <a:lumMod val="95000"/>
                  </a:schemeClr>
                </a:solidFill>
              </a:rPr>
              <a:t>Key components:</a:t>
            </a:r>
          </a:p>
          <a:p>
            <a:pPr marL="285750" indent="-285750">
              <a:buFontTx/>
              <a:buChar char="-"/>
            </a:pPr>
            <a:r>
              <a:rPr lang="en-US" sz="1800" dirty="0">
                <a:solidFill>
                  <a:schemeClr val="bg2">
                    <a:lumMod val="95000"/>
                  </a:schemeClr>
                </a:solidFill>
              </a:rPr>
              <a:t>API endpoints</a:t>
            </a:r>
          </a:p>
          <a:p>
            <a:pPr marL="285750" indent="-285750">
              <a:buFontTx/>
              <a:buChar char="-"/>
            </a:pPr>
            <a:r>
              <a:rPr lang="en-US" sz="1800" dirty="0">
                <a:solidFill>
                  <a:schemeClr val="bg2">
                    <a:lumMod val="95000"/>
                  </a:schemeClr>
                </a:solidFill>
              </a:rPr>
              <a:t>Python </a:t>
            </a:r>
          </a:p>
          <a:p>
            <a:pPr marL="285750" indent="-285750">
              <a:buFontTx/>
              <a:buChar char="-"/>
            </a:pPr>
            <a:r>
              <a:rPr lang="en-US" sz="1800" dirty="0" err="1">
                <a:solidFill>
                  <a:schemeClr val="bg2">
                    <a:lumMod val="95000"/>
                  </a:schemeClr>
                </a:solidFill>
              </a:rPr>
              <a:t>Streamlit</a:t>
            </a:r>
            <a:r>
              <a:rPr lang="en-US" sz="1800" dirty="0">
                <a:solidFill>
                  <a:schemeClr val="bg2">
                    <a:lumMod val="95000"/>
                  </a:schemeClr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US" sz="1800" dirty="0">
                <a:solidFill>
                  <a:schemeClr val="bg2">
                    <a:lumMod val="95000"/>
                  </a:schemeClr>
                </a:solidFill>
              </a:rPr>
              <a:t>Dashboard</a:t>
            </a:r>
            <a:endParaRPr lang="nl-NL" sz="1800" dirty="0">
              <a:solidFill>
                <a:schemeClr val="bg2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56"/>
          <p:cNvSpPr txBox="1">
            <a:spLocks noGrp="1"/>
          </p:cNvSpPr>
          <p:nvPr>
            <p:ph type="body" idx="2"/>
          </p:nvPr>
        </p:nvSpPr>
        <p:spPr>
          <a:xfrm>
            <a:off x="1142544" y="2859183"/>
            <a:ext cx="2715650" cy="437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</a:pPr>
            <a:r>
              <a:rPr lang="de-DE" dirty="0"/>
              <a:t>Data Access</a:t>
            </a:r>
            <a:endParaRPr dirty="0"/>
          </a:p>
        </p:txBody>
      </p:sp>
      <p:sp>
        <p:nvSpPr>
          <p:cNvPr id="1305" name="Google Shape;1305;p56"/>
          <p:cNvSpPr txBox="1">
            <a:spLocks noGrp="1"/>
          </p:cNvSpPr>
          <p:nvPr>
            <p:ph type="body" idx="3"/>
          </p:nvPr>
        </p:nvSpPr>
        <p:spPr>
          <a:xfrm>
            <a:off x="4855776" y="2808821"/>
            <a:ext cx="3117792" cy="437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</a:pPr>
            <a:r>
              <a:rPr lang="de-DE" dirty="0"/>
              <a:t>Data Transformation</a:t>
            </a:r>
            <a:endParaRPr dirty="0"/>
          </a:p>
        </p:txBody>
      </p:sp>
      <p:sp>
        <p:nvSpPr>
          <p:cNvPr id="1306" name="Google Shape;1306;p56"/>
          <p:cNvSpPr txBox="1">
            <a:spLocks noGrp="1"/>
          </p:cNvSpPr>
          <p:nvPr>
            <p:ph type="body" idx="4"/>
          </p:nvPr>
        </p:nvSpPr>
        <p:spPr>
          <a:xfrm>
            <a:off x="8806558" y="2734666"/>
            <a:ext cx="2982349" cy="437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</a:pPr>
            <a:r>
              <a:rPr lang="de-DE" dirty="0"/>
              <a:t>Data Visualization</a:t>
            </a:r>
            <a:endParaRPr dirty="0"/>
          </a:p>
        </p:txBody>
      </p:sp>
      <p:sp>
        <p:nvSpPr>
          <p:cNvPr id="1307" name="Google Shape;1307;p56"/>
          <p:cNvSpPr txBox="1">
            <a:spLocks noGrp="1"/>
          </p:cNvSpPr>
          <p:nvPr>
            <p:ph type="body" idx="5"/>
          </p:nvPr>
        </p:nvSpPr>
        <p:spPr>
          <a:xfrm>
            <a:off x="932426" y="3634439"/>
            <a:ext cx="2982350" cy="111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800" dirty="0"/>
              <a:t>API request </a:t>
            </a:r>
            <a:endParaRPr lang="nl-NL" sz="1800" dirty="0"/>
          </a:p>
        </p:txBody>
      </p:sp>
      <p:sp>
        <p:nvSpPr>
          <p:cNvPr id="1308" name="Google Shape;1308;p56"/>
          <p:cNvSpPr txBox="1">
            <a:spLocks noGrp="1"/>
          </p:cNvSpPr>
          <p:nvPr>
            <p:ph type="body" idx="6"/>
          </p:nvPr>
        </p:nvSpPr>
        <p:spPr>
          <a:xfrm>
            <a:off x="4599744" y="3634439"/>
            <a:ext cx="2982350" cy="111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1800" dirty="0"/>
              <a:t>Parsing the response with Python </a:t>
            </a:r>
            <a:endParaRPr lang="nl-NL" sz="1800" dirty="0"/>
          </a:p>
        </p:txBody>
      </p:sp>
      <p:sp>
        <p:nvSpPr>
          <p:cNvPr id="1309" name="Google Shape;1309;p56"/>
          <p:cNvSpPr txBox="1">
            <a:spLocks noGrp="1"/>
          </p:cNvSpPr>
          <p:nvPr>
            <p:ph type="body" idx="7"/>
          </p:nvPr>
        </p:nvSpPr>
        <p:spPr>
          <a:xfrm>
            <a:off x="8806557" y="3486572"/>
            <a:ext cx="2982350" cy="111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 sz="1800" dirty="0"/>
              <a:t>Presenting the info in the dashboard (</a:t>
            </a:r>
            <a:r>
              <a:rPr lang="en-US" sz="1800" dirty="0" err="1"/>
              <a:t>streamlit</a:t>
            </a:r>
            <a:r>
              <a:rPr lang="en-US" sz="1800" dirty="0"/>
              <a:t>)</a:t>
            </a:r>
            <a:endParaRPr lang="nl-NL" sz="1800" dirty="0"/>
          </a:p>
          <a:p>
            <a:pPr marL="0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 sz="1800" dirty="0"/>
          </a:p>
        </p:txBody>
      </p:sp>
      <p:sp>
        <p:nvSpPr>
          <p:cNvPr id="1310" name="Google Shape;1310;p56"/>
          <p:cNvSpPr txBox="1">
            <a:spLocks noGrp="1"/>
          </p:cNvSpPr>
          <p:nvPr>
            <p:ph type="body" idx="8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None/>
            </a:pPr>
            <a:r>
              <a:rPr lang="de-DE"/>
              <a:t>RUNNING TITLE</a:t>
            </a:r>
            <a:endParaRPr/>
          </a:p>
        </p:txBody>
      </p:sp>
      <p:sp>
        <p:nvSpPr>
          <p:cNvPr id="1311" name="Google Shape;1311;p56"/>
          <p:cNvSpPr txBox="1">
            <a:spLocks noGrp="1"/>
          </p:cNvSpPr>
          <p:nvPr>
            <p:ph type="body" idx="9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None/>
            </a:pPr>
            <a:r>
              <a:rPr lang="de-DE"/>
              <a:t>DATE</a:t>
            </a:r>
            <a:endParaRPr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EBB7423-D25B-279C-C48D-B64511B91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7818" y="392887"/>
            <a:ext cx="6454912" cy="1900853"/>
          </a:xfrm>
        </p:spPr>
        <p:txBody>
          <a:bodyPr/>
          <a:lstStyle/>
          <a:p>
            <a:pPr algn="ctr"/>
            <a:r>
              <a:rPr lang="en-US" sz="4800" dirty="0">
                <a:latin typeface="+mj-lt"/>
              </a:rPr>
              <a:t>Process</a:t>
            </a:r>
            <a:endParaRPr lang="nl-NL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F740486C-664F-35CF-62D9-EA5ED67F1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11BAC34D-5C85-AE03-8A29-8BCC26C206AA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9393A648-FCDC-8011-7E51-8D8CCC2F752B}"/>
              </a:ext>
            </a:extLst>
          </p:cNvPr>
          <p:cNvSpPr txBox="1"/>
          <p:nvPr/>
        </p:nvSpPr>
        <p:spPr>
          <a:xfrm>
            <a:off x="3833085" y="1084369"/>
            <a:ext cx="408060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Schedule</a:t>
            </a:r>
            <a:endParaRPr dirty="0">
              <a:solidFill>
                <a:schemeClr val="bg2">
                  <a:lumMod val="95000"/>
                </a:schemeClr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0271C0D-75F3-D8D0-4D58-AD5CB3633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124018"/>
              </p:ext>
            </p:extLst>
          </p:nvPr>
        </p:nvGraphicFramePr>
        <p:xfrm>
          <a:off x="1176528" y="2489486"/>
          <a:ext cx="7010400" cy="3749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48861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8094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1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23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Intro to APIs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09:30- 10:00</a:t>
                      </a:r>
                      <a:endParaRPr lang="nl-NL" sz="1600" dirty="0">
                        <a:solidFill>
                          <a:schemeClr val="bg2">
                            <a:lumMod val="8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110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Build the simplest dashboard (live code)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10:00 – 10:25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09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Try a script with more features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10:25 – 10:45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809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Break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10:45 – 10:55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Tweak exercises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10:55 – 11:30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954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Try a different example (with more features)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11:30 – 11:55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740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Deploy your dashboard using GitHub + </a:t>
                      </a:r>
                      <a:r>
                        <a:rPr lang="en-US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Streamlit</a:t>
                      </a:r>
                      <a:r>
                        <a:rPr lang="en-US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Cloud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11:55 – 12:20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66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Wrap</a:t>
                      </a: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up </a:t>
                      </a:r>
                      <a:r>
                        <a:rPr lang="nl-NL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and</a:t>
                      </a:r>
                      <a:r>
                        <a:rPr lang="nl-NL" sz="1600" b="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 </a:t>
                      </a:r>
                      <a:r>
                        <a:rPr lang="nl-NL" sz="1600" b="0" dirty="0" err="1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questions</a:t>
                      </a:r>
                      <a:endParaRPr lang="nl-NL" sz="1600" b="0" dirty="0">
                        <a:solidFill>
                          <a:schemeClr val="bg2">
                            <a:lumMod val="8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12:20 – 12:30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29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098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CA861A8D-9F11-BA08-CBEF-C2979473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B907C9CA-6D61-C6AA-37DE-4C5F493AA22C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3A702663-8D72-667B-6285-1F55220F9EAE}"/>
              </a:ext>
            </a:extLst>
          </p:cNvPr>
          <p:cNvSpPr txBox="1"/>
          <p:nvPr/>
        </p:nvSpPr>
        <p:spPr>
          <a:xfrm>
            <a:off x="922823" y="2719205"/>
            <a:ext cx="456088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800" dirty="0">
                <a:solidFill>
                  <a:schemeClr val="lt1"/>
                </a:solidFill>
                <a:sym typeface="Caveat"/>
              </a:rPr>
              <a:t>Introduction to APIs</a:t>
            </a:r>
            <a:endParaRPr sz="4800" dirty="0">
              <a:solidFill>
                <a:schemeClr val="lt1"/>
              </a:solidFill>
            </a:endParaRPr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9A46D1E4-7000-4AA1-1909-FEBDE4FA0883}"/>
              </a:ext>
            </a:extLst>
          </p:cNvPr>
          <p:cNvSpPr/>
          <p:nvPr/>
        </p:nvSpPr>
        <p:spPr>
          <a:xfrm>
            <a:off x="-822968" y="31124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6F6E449A-319B-8760-BB0E-5DFD3DA57266}"/>
              </a:ext>
            </a:extLst>
          </p:cNvPr>
          <p:cNvGrpSpPr/>
          <p:nvPr/>
        </p:nvGrpSpPr>
        <p:grpSpPr>
          <a:xfrm>
            <a:off x="5240598" y="1266674"/>
            <a:ext cx="5236710" cy="720000"/>
            <a:chOff x="3716598" y="409424"/>
            <a:chExt cx="5236710" cy="720000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306949F5-CC21-BF30-BCE7-5BCAFC9AAF7F}"/>
                </a:ext>
              </a:extLst>
            </p:cNvPr>
            <p:cNvSpPr/>
            <p:nvPr/>
          </p:nvSpPr>
          <p:spPr>
            <a:xfrm>
              <a:off x="4113708" y="457435"/>
              <a:ext cx="4839600" cy="637500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GB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What are APIs</a:t>
              </a:r>
              <a:endParaRPr sz="1900" dirty="0"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3FBBA6ED-6C45-9FF0-B0CE-A6B5757CD5BA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7299CAED-1B44-FB53-FC70-2516016DAF81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01</a:t>
              </a:r>
              <a:endParaRPr sz="1100" b="1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3EA61EE-268B-413E-8D2A-9B533687071B}"/>
              </a:ext>
            </a:extLst>
          </p:cNvPr>
          <p:cNvSpPr txBox="1"/>
          <p:nvPr/>
        </p:nvSpPr>
        <p:spPr>
          <a:xfrm>
            <a:off x="6640253" y="2444308"/>
            <a:ext cx="4839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/>
            </a:pP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API (Application Programming Interface):</a:t>
            </a:r>
          </a:p>
          <a:p>
            <a:pPr algn="l">
              <a:defRPr sz="2000"/>
            </a:pPr>
            <a:endParaRPr lang="nl-NL" dirty="0">
              <a:solidFill>
                <a:schemeClr val="bg2">
                  <a:lumMod val="85000"/>
                </a:schemeClr>
              </a:solidFill>
            </a:endParaRPr>
          </a:p>
          <a:p>
            <a:pPr algn="l">
              <a:defRPr sz="2000"/>
            </a:pP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- A bridge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that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allows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different software systems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to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communicate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.</a:t>
            </a:r>
          </a:p>
          <a:p>
            <a:pPr marL="457200" indent="-457200" algn="l">
              <a:buAutoNum type="arabicPeriod"/>
              <a:defRPr sz="2000"/>
            </a:pPr>
            <a:endParaRPr lang="nl-NL" dirty="0">
              <a:solidFill>
                <a:schemeClr val="bg2">
                  <a:lumMod val="85000"/>
                </a:schemeClr>
              </a:solidFill>
            </a:endParaRPr>
          </a:p>
          <a:p>
            <a:pPr algn="l">
              <a:defRPr sz="2000"/>
            </a:pPr>
            <a:endParaRPr lang="nl-NL" dirty="0">
              <a:solidFill>
                <a:schemeClr val="bg2">
                  <a:lumMod val="85000"/>
                </a:schemeClr>
              </a:solidFill>
            </a:endParaRPr>
          </a:p>
          <a:p>
            <a:pPr algn="l">
              <a:defRPr sz="2000"/>
            </a:pP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-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APIs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define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how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software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components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interact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.</a:t>
            </a:r>
          </a:p>
          <a:p>
            <a:pPr algn="l">
              <a:defRPr sz="2000"/>
            </a:pPr>
            <a:endParaRPr lang="nl-NL" dirty="0">
              <a:solidFill>
                <a:schemeClr val="bg2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315605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person standing in front of a gear with a wrench and a sign&#10;&#10;AI-generated content may be incorrect.">
            <a:extLst>
              <a:ext uri="{FF2B5EF4-FFF2-40B4-BE49-F238E27FC236}">
                <a16:creationId xmlns:a16="http://schemas.microsoft.com/office/drawing/2014/main" id="{F2ACEE55-EF21-302E-50AE-3E850667E6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 bwMode="auto">
          <a:xfrm>
            <a:off x="643467" y="866309"/>
            <a:ext cx="10905066" cy="2562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 person standing in front of a gear with a wrench and a sign&#10;&#10;AI-generated content may be incorrect.">
            <a:extLst>
              <a:ext uri="{FF2B5EF4-FFF2-40B4-BE49-F238E27FC236}">
                <a16:creationId xmlns:a16="http://schemas.microsoft.com/office/drawing/2014/main" id="{83DD2B20-659C-40CF-2241-204754E482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 bwMode="auto">
          <a:xfrm>
            <a:off x="643467" y="3725729"/>
            <a:ext cx="10905066" cy="256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34B15A-64AD-21EF-D91A-2BC62D20F483}"/>
              </a:ext>
            </a:extLst>
          </p:cNvPr>
          <p:cNvSpPr txBox="1"/>
          <p:nvPr/>
        </p:nvSpPr>
        <p:spPr>
          <a:xfrm>
            <a:off x="1896220" y="886752"/>
            <a:ext cx="735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Client</a:t>
            </a:r>
            <a:endParaRPr lang="nl-NL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F4913-CA48-40F6-93D3-C4D85126E835}"/>
              </a:ext>
            </a:extLst>
          </p:cNvPr>
          <p:cNvSpPr txBox="1"/>
          <p:nvPr/>
        </p:nvSpPr>
        <p:spPr>
          <a:xfrm>
            <a:off x="9807165" y="891431"/>
            <a:ext cx="796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Server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20030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4B9C214B-ACD9-E0BD-C430-85A1040A2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28414D24-FA84-56AC-23B3-CCD16AFEA172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" name="Picture 2" descr="Espresso machine dispensing coffee">
            <a:extLst>
              <a:ext uri="{FF2B5EF4-FFF2-40B4-BE49-F238E27FC236}">
                <a16:creationId xmlns:a16="http://schemas.microsoft.com/office/drawing/2014/main" id="{CC649664-4062-A85A-F571-EA4EE4AF6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1FBBB0-A4EA-BBD3-9BA4-BCB4F35DA9A0}"/>
              </a:ext>
            </a:extLst>
          </p:cNvPr>
          <p:cNvSpPr txBox="1"/>
          <p:nvPr/>
        </p:nvSpPr>
        <p:spPr>
          <a:xfrm>
            <a:off x="7370957" y="3751707"/>
            <a:ext cx="458036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APIs are like coffee machines in research labs.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Everyone depends on them,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nobody knows exactly how they work,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and when they break… the whole lab stops functioning</a:t>
            </a:r>
            <a:endParaRPr lang="nl-NL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31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9C26466C-4686-01F6-80D6-B5C2E7D1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62BFCD57-7DB9-67DB-D09C-F3DBBA20AE6C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02E3E706-FAB0-BB5C-6021-1B8FCC47936D}"/>
              </a:ext>
            </a:extLst>
          </p:cNvPr>
          <p:cNvSpPr txBox="1"/>
          <p:nvPr/>
        </p:nvSpPr>
        <p:spPr>
          <a:xfrm>
            <a:off x="1523994" y="2857751"/>
            <a:ext cx="408060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Introduction to APIs</a:t>
            </a:r>
            <a:endParaRPr dirty="0">
              <a:solidFill>
                <a:schemeClr val="bg2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56ACEA2B-ED30-158C-AF7D-1967BE048A50}"/>
              </a:ext>
            </a:extLst>
          </p:cNvPr>
          <p:cNvSpPr/>
          <p:nvPr/>
        </p:nvSpPr>
        <p:spPr>
          <a:xfrm>
            <a:off x="-822968" y="31124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6984AF28-3532-3446-266F-9FB5662CFB39}"/>
              </a:ext>
            </a:extLst>
          </p:cNvPr>
          <p:cNvGrpSpPr/>
          <p:nvPr/>
        </p:nvGrpSpPr>
        <p:grpSpPr>
          <a:xfrm>
            <a:off x="5240598" y="1266674"/>
            <a:ext cx="5236710" cy="720000"/>
            <a:chOff x="3716598" y="409424"/>
            <a:chExt cx="5236710" cy="720000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545E23EE-FAF8-3FC8-4142-30CF016F387E}"/>
                </a:ext>
              </a:extLst>
            </p:cNvPr>
            <p:cNvSpPr/>
            <p:nvPr/>
          </p:nvSpPr>
          <p:spPr>
            <a:xfrm>
              <a:off x="4113708" y="457435"/>
              <a:ext cx="4839600" cy="637500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GB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Common language for APIs</a:t>
              </a:r>
              <a:endParaRPr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05F78333-4153-BAA7-A81D-DA414366D0A0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9EEEE90E-657C-F23A-4D7C-1BE5B30C6905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02</a:t>
              </a:r>
              <a:endParaRPr sz="1100" b="1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72D2798-E797-16A8-0EDE-48F9A92A3EBE}"/>
              </a:ext>
            </a:extLst>
          </p:cNvPr>
          <p:cNvSpPr txBox="1"/>
          <p:nvPr/>
        </p:nvSpPr>
        <p:spPr>
          <a:xfrm>
            <a:off x="6559068" y="2236881"/>
            <a:ext cx="48396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  <a:defRPr sz="2000"/>
            </a:pP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Web API is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an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API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that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allows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different software systems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to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communicate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via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the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web, </a:t>
            </a:r>
            <a:r>
              <a:rPr lang="nl-NL" dirty="0" err="1">
                <a:solidFill>
                  <a:schemeClr val="bg2">
                    <a:lumMod val="85000"/>
                  </a:schemeClr>
                </a:solidFill>
              </a:rPr>
              <a:t>using</a:t>
            </a:r>
            <a:r>
              <a:rPr lang="nl-NL" dirty="0">
                <a:solidFill>
                  <a:schemeClr val="bg2">
                    <a:lumMod val="85000"/>
                  </a:schemeClr>
                </a:solidFill>
              </a:rPr>
              <a:t> HTTP protocol.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They use a </a:t>
            </a:r>
            <a:r>
              <a:rPr lang="en-US" b="1" dirty="0">
                <a:solidFill>
                  <a:schemeClr val="bg2">
                    <a:lumMod val="85000"/>
                  </a:schemeClr>
                </a:solidFill>
              </a:rPr>
              <a:t>shared vocabulary</a:t>
            </a: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 of methods: </a:t>
            </a:r>
            <a:r>
              <a:rPr lang="en-US" sz="2000" dirty="0">
                <a:solidFill>
                  <a:schemeClr val="bg2">
                    <a:lumMod val="85000"/>
                  </a:schemeClr>
                </a:solidFill>
              </a:rPr>
              <a:t>GET</a:t>
            </a: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, </a:t>
            </a:r>
            <a:r>
              <a:rPr lang="en-US" sz="2000" dirty="0">
                <a:solidFill>
                  <a:schemeClr val="bg2">
                    <a:lumMod val="85000"/>
                  </a:schemeClr>
                </a:solidFill>
              </a:rPr>
              <a:t>POST</a:t>
            </a: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, </a:t>
            </a:r>
            <a:r>
              <a:rPr lang="en-US" sz="2000" dirty="0">
                <a:solidFill>
                  <a:schemeClr val="bg2">
                    <a:lumMod val="85000"/>
                  </a:schemeClr>
                </a:solidFill>
              </a:rPr>
              <a:t>PUT</a:t>
            </a: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, </a:t>
            </a:r>
            <a:r>
              <a:rPr lang="en-US" sz="2000" dirty="0">
                <a:solidFill>
                  <a:schemeClr val="bg2">
                    <a:lumMod val="85000"/>
                  </a:schemeClr>
                </a:solidFill>
              </a:rPr>
              <a:t>DELETE to define how to exchange </a:t>
            </a:r>
            <a:r>
              <a:rPr lang="en-US" b="1" dirty="0">
                <a:solidFill>
                  <a:schemeClr val="bg2">
                    <a:lumMod val="85000"/>
                  </a:schemeClr>
                </a:solidFill>
              </a:rPr>
              <a:t>resources</a:t>
            </a:r>
            <a:r>
              <a:rPr lang="en-US" sz="2000" dirty="0">
                <a:solidFill>
                  <a:schemeClr val="bg2">
                    <a:lumMod val="85000"/>
                  </a:schemeClr>
                </a:solidFill>
              </a:rPr>
              <a:t> across the web.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Resources are something the API makes available and lets you interact with, e.g. (datasets, authors, collections).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Most Web APIs today use the JSON format to exchange data. </a:t>
            </a:r>
            <a:endParaRPr lang="nl-NL" dirty="0">
              <a:solidFill>
                <a:schemeClr val="bg2">
                  <a:lumMod val="85000"/>
                </a:schemeClr>
              </a:solidFill>
            </a:endParaRPr>
          </a:p>
          <a:p>
            <a:pPr algn="l">
              <a:defRPr sz="2000"/>
            </a:pPr>
            <a:endParaRPr lang="nl-NL" dirty="0">
              <a:solidFill>
                <a:schemeClr val="bg2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50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300DFAC7-816D-03C9-18DC-27A0DF5D7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E8EEBDA0-D54E-CC12-F8AD-BC60338040ED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371B1358-85C5-059F-0E8E-EEA0B904F23C}"/>
              </a:ext>
            </a:extLst>
          </p:cNvPr>
          <p:cNvSpPr txBox="1"/>
          <p:nvPr/>
        </p:nvSpPr>
        <p:spPr>
          <a:xfrm>
            <a:off x="1523994" y="2857751"/>
            <a:ext cx="408060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Caveat"/>
                <a:sym typeface="Caveat"/>
              </a:rPr>
              <a:t>Introduction to APIs</a:t>
            </a:r>
            <a:endParaRPr dirty="0">
              <a:solidFill>
                <a:schemeClr val="bg2">
                  <a:lumMod val="95000"/>
                </a:schemeClr>
              </a:solidFill>
            </a:endParaRPr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B1AF2CD9-5428-4D02-5858-86DBB57AB77B}"/>
              </a:ext>
            </a:extLst>
          </p:cNvPr>
          <p:cNvSpPr/>
          <p:nvPr/>
        </p:nvSpPr>
        <p:spPr>
          <a:xfrm>
            <a:off x="-822968" y="31124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50D923EA-E0E3-9F63-DF57-4578D385227C}"/>
              </a:ext>
            </a:extLst>
          </p:cNvPr>
          <p:cNvGrpSpPr/>
          <p:nvPr/>
        </p:nvGrpSpPr>
        <p:grpSpPr>
          <a:xfrm>
            <a:off x="5240598" y="1266674"/>
            <a:ext cx="5236710" cy="720000"/>
            <a:chOff x="3716598" y="409424"/>
            <a:chExt cx="5236710" cy="720000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18523642-CE52-E254-A20D-A55C0FDC3DAB}"/>
                </a:ext>
              </a:extLst>
            </p:cNvPr>
            <p:cNvSpPr/>
            <p:nvPr/>
          </p:nvSpPr>
          <p:spPr>
            <a:xfrm>
              <a:off x="4113708" y="457435"/>
              <a:ext cx="4839600" cy="637500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rgbClr val="000000"/>
                </a:buClr>
                <a:buSzPts val="2200"/>
              </a:pPr>
              <a:r>
                <a:rPr lang="en-US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Why APIs are relevant for research</a:t>
              </a:r>
              <a:endParaRPr lang="en-US" sz="1900" dirty="0"/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4CDBFE82-04EB-0F88-237C-DD04C68FF412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F75FBDCE-E417-E4D6-9BFE-4C9851745E97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03</a:t>
              </a:r>
              <a:endParaRPr sz="1100" b="1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6B10454-D7E3-B8E6-8F9C-0E98E449626E}"/>
              </a:ext>
            </a:extLst>
          </p:cNvPr>
          <p:cNvSpPr txBox="1"/>
          <p:nvPr/>
        </p:nvSpPr>
        <p:spPr>
          <a:xfrm>
            <a:off x="6494953" y="2374280"/>
            <a:ext cx="521890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(In general) APIs enable automation, integration, and reuse of data and services.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Enable programmatic access to research data (no manual downloads)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Facilitate reproducibility and automation of workflows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Support interoperability across systems and tools</a:t>
            </a:r>
          </a:p>
          <a:p>
            <a:pPr algn="l">
              <a:defRPr sz="2000"/>
            </a:pPr>
            <a:endParaRPr lang="en-US" dirty="0">
              <a:solidFill>
                <a:schemeClr val="bg2">
                  <a:lumMod val="85000"/>
                </a:schemeClr>
              </a:solidFill>
            </a:endParaRPr>
          </a:p>
          <a:p>
            <a:pPr algn="l">
              <a:defRPr sz="2000"/>
            </a:pPr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Example: Retrieve datasets via API → analyze in Python/R → publish results</a:t>
            </a:r>
          </a:p>
        </p:txBody>
      </p:sp>
    </p:spTree>
    <p:extLst>
      <p:ext uri="{BB962C8B-B14F-4D97-AF65-F5344CB8AC3E}">
        <p14:creationId xmlns:p14="http://schemas.microsoft.com/office/powerpoint/2010/main" val="280825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2D29368B-41E0-7D34-D9DB-1C8A613F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B1910568-CBA3-BFA6-7082-1EBD4F606E22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94085A62-5F8C-0F63-8581-810207271EFE}"/>
              </a:ext>
            </a:extLst>
          </p:cNvPr>
          <p:cNvSpPr txBox="1"/>
          <p:nvPr/>
        </p:nvSpPr>
        <p:spPr>
          <a:xfrm>
            <a:off x="1523994" y="2857751"/>
            <a:ext cx="408060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Introduction to APIs</a:t>
            </a:r>
            <a:endParaRPr dirty="0">
              <a:solidFill>
                <a:schemeClr val="bg2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38CBFF38-B9C3-8422-1080-4DA7325C6B98}"/>
              </a:ext>
            </a:extLst>
          </p:cNvPr>
          <p:cNvSpPr/>
          <p:nvPr/>
        </p:nvSpPr>
        <p:spPr>
          <a:xfrm>
            <a:off x="-822968" y="31124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D5191EF2-CED4-48AF-DF6E-570F82ED3965}"/>
              </a:ext>
            </a:extLst>
          </p:cNvPr>
          <p:cNvGrpSpPr/>
          <p:nvPr/>
        </p:nvGrpSpPr>
        <p:grpSpPr>
          <a:xfrm>
            <a:off x="5240598" y="1266674"/>
            <a:ext cx="5236710" cy="720000"/>
            <a:chOff x="3716598" y="409424"/>
            <a:chExt cx="5236710" cy="720000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01251DDB-4AFD-AD48-DE3D-66B78A69DAA6}"/>
                </a:ext>
              </a:extLst>
            </p:cNvPr>
            <p:cNvSpPr/>
            <p:nvPr/>
          </p:nvSpPr>
          <p:spPr>
            <a:xfrm>
              <a:off x="4113708" y="457435"/>
              <a:ext cx="4839600" cy="637500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rgbClr val="000000"/>
                </a:buClr>
                <a:buSzPts val="2200"/>
              </a:pPr>
              <a:r>
                <a:rPr lang="en-US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Using the Unix terminal with REST APIs</a:t>
              </a:r>
              <a:endParaRPr lang="en-US" sz="1900" dirty="0"/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F201275B-556C-53E8-DBD3-296F379EFB1F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9F902B23-E20F-1EDA-6B2E-7B1577BDC733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04</a:t>
              </a:r>
              <a:endParaRPr sz="1100" b="1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03500DA-A41A-D067-7A48-DCC596C396C7}"/>
              </a:ext>
            </a:extLst>
          </p:cNvPr>
          <p:cNvGrpSpPr/>
          <p:nvPr/>
        </p:nvGrpSpPr>
        <p:grpSpPr>
          <a:xfrm>
            <a:off x="6381832" y="2220386"/>
            <a:ext cx="5475556" cy="4293489"/>
            <a:chOff x="6494953" y="2374280"/>
            <a:chExt cx="5475556" cy="42934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337989A-BC45-D63D-810A-823A37D4630F}"/>
                </a:ext>
              </a:extLst>
            </p:cNvPr>
            <p:cNvSpPr txBox="1"/>
            <p:nvPr/>
          </p:nvSpPr>
          <p:spPr>
            <a:xfrm>
              <a:off x="6494953" y="2374280"/>
              <a:ext cx="5382705" cy="40641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+mj-lt"/>
                <a:buAutoNum type="arabicPeriod"/>
                <a:defRPr sz="2000"/>
              </a:pPr>
              <a:r>
                <a:rPr lang="en-US" dirty="0">
                  <a:solidFill>
                    <a:schemeClr val="bg2">
                      <a:lumMod val="85000"/>
                    </a:schemeClr>
                  </a:solidFill>
                </a:rPr>
                <a:t>The Unix terminal allows HTTP requests using `</a:t>
              </a:r>
              <a:r>
                <a:rPr lang="en-US" b="1" i="1" dirty="0">
                  <a:solidFill>
                    <a:schemeClr val="bg2">
                      <a:lumMod val="85000"/>
                    </a:schemeClr>
                  </a:solidFill>
                </a:rPr>
                <a:t>curl</a:t>
              </a:r>
              <a:r>
                <a:rPr lang="en-US" dirty="0">
                  <a:solidFill>
                    <a:schemeClr val="bg2">
                      <a:lumMod val="85000"/>
                    </a:schemeClr>
                  </a:solidFill>
                </a:rPr>
                <a:t>`.</a:t>
              </a:r>
            </a:p>
            <a:p>
              <a:pPr>
                <a:defRPr sz="2000"/>
              </a:pPr>
              <a:endParaRPr lang="en-US" dirty="0">
                <a:solidFill>
                  <a:schemeClr val="bg2">
                    <a:lumMod val="85000"/>
                  </a:schemeClr>
                </a:solidFill>
              </a:endParaRPr>
            </a:p>
            <a:p>
              <a:pPr>
                <a:defRPr sz="2000"/>
              </a:pPr>
              <a:r>
                <a:rPr lang="en-US" dirty="0">
                  <a:solidFill>
                    <a:schemeClr val="bg2">
                      <a:lumMod val="85000"/>
                    </a:schemeClr>
                  </a:solidFill>
                </a:rPr>
                <a:t>`</a:t>
              </a:r>
              <a:r>
                <a:rPr lang="en-US" b="1" i="1" dirty="0">
                  <a:solidFill>
                    <a:schemeClr val="bg2">
                      <a:lumMod val="85000"/>
                    </a:schemeClr>
                  </a:solidFill>
                </a:rPr>
                <a:t>curl</a:t>
              </a:r>
              <a:r>
                <a:rPr lang="en-US" dirty="0">
                  <a:solidFill>
                    <a:schemeClr val="bg2">
                      <a:lumMod val="85000"/>
                    </a:schemeClr>
                  </a:solidFill>
                </a:rPr>
                <a:t>` = client URL: send requests and receive responses.</a:t>
              </a:r>
            </a:p>
            <a:p>
              <a:pPr>
                <a:defRPr sz="2000"/>
              </a:pPr>
              <a:endParaRPr lang="en-US" dirty="0">
                <a:solidFill>
                  <a:schemeClr val="bg2">
                    <a:lumMod val="85000"/>
                  </a:schemeClr>
                </a:solidFill>
              </a:endParaRPr>
            </a:p>
            <a:p>
              <a:pPr>
                <a:defRPr sz="2000"/>
              </a:pPr>
              <a:r>
                <a:rPr lang="en-US" dirty="0">
                  <a:solidFill>
                    <a:schemeClr val="bg2">
                      <a:lumMod val="85000"/>
                    </a:schemeClr>
                  </a:solidFill>
                </a:rPr>
                <a:t>Examples:</a:t>
              </a:r>
            </a:p>
            <a:p>
              <a:pPr>
                <a:defRPr sz="2000"/>
              </a:pPr>
              <a:r>
                <a:rPr lang="en-US" dirty="0">
                  <a:solidFill>
                    <a:schemeClr val="bg2">
                      <a:lumMod val="85000"/>
                    </a:schemeClr>
                  </a:solidFill>
                </a:rPr>
                <a:t>curl -X </a:t>
              </a:r>
              <a:r>
                <a:rPr lang="en-US" sz="1600" b="1" dirty="0">
                  <a:solidFill>
                    <a:schemeClr val="bg2">
                      <a:lumMod val="85000"/>
                    </a:schemeClr>
                  </a:solidFill>
                </a:rPr>
                <a:t>&lt;HTTP_METHOD&gt; </a:t>
              </a:r>
              <a:r>
                <a:rPr lang="en-US" sz="1600" dirty="0">
                  <a:solidFill>
                    <a:schemeClr val="bg2">
                      <a:lumMod val="85000"/>
                    </a:schemeClr>
                  </a:solidFill>
                </a:rPr>
                <a:t>&lt;URL&gt; \</a:t>
              </a:r>
            </a:p>
            <a:p>
              <a:pPr>
                <a:defRPr sz="2000"/>
              </a:pPr>
              <a:r>
                <a:rPr lang="en-US" sz="1600" dirty="0">
                  <a:solidFill>
                    <a:schemeClr val="bg2">
                      <a:lumMod val="85000"/>
                    </a:schemeClr>
                  </a:solidFill>
                </a:rPr>
                <a:t>     -H "&lt;HEADER_KEY&gt;: &lt;HEADER_VALUE&gt;" \</a:t>
              </a:r>
            </a:p>
            <a:p>
              <a:pPr>
                <a:defRPr sz="2000"/>
              </a:pPr>
              <a:r>
                <a:rPr lang="en-US" sz="1600" dirty="0">
                  <a:solidFill>
                    <a:schemeClr val="bg2">
                      <a:lumMod val="85000"/>
                    </a:schemeClr>
                  </a:solidFill>
                </a:rPr>
                <a:t>     -d '&lt;BODY_DATA&gt;'</a:t>
              </a:r>
            </a:p>
            <a:p>
              <a:pPr>
                <a:defRPr sz="2000"/>
              </a:pPr>
              <a:endParaRPr lang="en-US" dirty="0">
                <a:solidFill>
                  <a:schemeClr val="bg2">
                    <a:lumMod val="85000"/>
                  </a:schemeClr>
                </a:solidFill>
              </a:endParaRPr>
            </a:p>
            <a:p>
              <a:pPr>
                <a:defRPr sz="2000"/>
              </a:pPr>
              <a:endParaRPr lang="en-US" dirty="0">
                <a:solidFill>
                  <a:schemeClr val="bg2">
                    <a:lumMod val="85000"/>
                  </a:schemeClr>
                </a:solidFill>
              </a:endParaRPr>
            </a:p>
            <a:p>
              <a:pPr>
                <a:defRPr sz="2000"/>
              </a:pPr>
              <a:r>
                <a:rPr lang="en-US" sz="1800" b="1" dirty="0">
                  <a:solidFill>
                    <a:schemeClr val="bg2">
                      <a:lumMod val="85000"/>
                    </a:schemeClr>
                  </a:solidFill>
                </a:rPr>
                <a:t>&lt;HTTP_METHOD&gt;: 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033832F-CAA3-FADD-A311-5B91E40E8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8296" y="5344330"/>
              <a:ext cx="2932213" cy="1323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nl-NL" altLang="nl-NL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85000"/>
                  </a:schemeClr>
                </a:solidFill>
                <a:effectLst/>
                <a:latin typeface="Arial Unicode M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nl-NL" altLang="nl-NL" sz="16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  <a:latin typeface="Arial Unicode MS"/>
                </a:rPr>
                <a:t>GET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 → </a:t>
              </a:r>
              <a:r>
                <a:rPr kumimoji="0" lang="nl-NL" altLang="nl-NL" sz="1200" b="0" i="0" u="none" strike="noStrike" cap="none" normalizeH="0" baseline="0" dirty="0" err="1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retrieve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 data (default </a:t>
              </a:r>
              <a:r>
                <a:rPr kumimoji="0" lang="nl-NL" altLang="nl-NL" sz="1200" b="0" i="0" u="none" strike="noStrike" cap="none" normalizeH="0" baseline="0" dirty="0" err="1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method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)</a:t>
              </a:r>
              <a:endParaRPr kumimoji="0" lang="nl-NL" altLang="nl-NL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85000"/>
                  </a:schemeClr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nl-NL" altLang="nl-NL" sz="16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  <a:latin typeface="Arial Unicode MS"/>
                </a:rPr>
                <a:t>POST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 → </a:t>
              </a:r>
              <a:r>
                <a:rPr kumimoji="0" lang="nl-NL" altLang="nl-NL" sz="1200" b="0" i="0" u="none" strike="noStrike" cap="none" normalizeH="0" baseline="0" dirty="0" err="1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send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 data</a:t>
              </a:r>
              <a:endParaRPr kumimoji="0" lang="nl-NL" altLang="nl-NL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85000"/>
                  </a:schemeClr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nl-NL" altLang="nl-NL" sz="16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  <a:latin typeface="Arial Unicode MS"/>
                </a:rPr>
                <a:t>PUT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 → update data</a:t>
              </a:r>
              <a:endParaRPr kumimoji="0" lang="nl-NL" altLang="nl-NL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85000"/>
                  </a:schemeClr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nl-NL" altLang="nl-NL" sz="16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  <a:latin typeface="Arial Unicode MS"/>
                </a:rPr>
                <a:t>DELETE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 → </a:t>
              </a:r>
              <a:r>
                <a:rPr kumimoji="0" lang="nl-NL" altLang="nl-NL" sz="1200" b="0" i="0" u="none" strike="noStrike" cap="none" normalizeH="0" baseline="0" dirty="0" err="1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remove</a:t>
              </a: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bg2">
                      <a:lumMod val="85000"/>
                    </a:schemeClr>
                  </a:solidFill>
                  <a:effectLst/>
                </a:rPr>
                <a:t> data</a:t>
              </a:r>
              <a:endParaRPr kumimoji="0" lang="nl-NL" altLang="nl-NL" sz="3600" b="0" i="0" u="none" strike="noStrike" cap="none" normalizeH="0" baseline="0" dirty="0">
                <a:ln>
                  <a:noFill/>
                </a:ln>
                <a:solidFill>
                  <a:schemeClr val="bg2">
                    <a:lumMod val="85000"/>
                  </a:schemeClr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339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4AA88F86-45B7-4CB3-A6B8-702E048E6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>
            <a:extLst>
              <a:ext uri="{FF2B5EF4-FFF2-40B4-BE49-F238E27FC236}">
                <a16:creationId xmlns:a16="http://schemas.microsoft.com/office/drawing/2014/main" id="{5ED1F360-396C-E569-6A90-74DAF0C1E6A9}"/>
              </a:ext>
            </a:extLst>
          </p:cNvPr>
          <p:cNvSpPr/>
          <p:nvPr/>
        </p:nvSpPr>
        <p:spPr>
          <a:xfrm>
            <a:off x="5173177" y="1551370"/>
            <a:ext cx="60960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F347473E-8E6C-F987-D1E2-0D09D1CFA8A3}"/>
              </a:ext>
            </a:extLst>
          </p:cNvPr>
          <p:cNvSpPr txBox="1"/>
          <p:nvPr/>
        </p:nvSpPr>
        <p:spPr>
          <a:xfrm>
            <a:off x="1523994" y="2857751"/>
            <a:ext cx="408060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Introduction</a:t>
            </a:r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Caveat"/>
                <a:sym typeface="Caveat"/>
              </a:rPr>
              <a:t> to APIs</a:t>
            </a:r>
            <a:endParaRPr dirty="0">
              <a:solidFill>
                <a:schemeClr val="bg2">
                  <a:lumMod val="95000"/>
                </a:schemeClr>
              </a:solidFill>
            </a:endParaRPr>
          </a:p>
        </p:txBody>
      </p:sp>
      <p:sp>
        <p:nvSpPr>
          <p:cNvPr id="160" name="Google Shape;160;p25">
            <a:extLst>
              <a:ext uri="{FF2B5EF4-FFF2-40B4-BE49-F238E27FC236}">
                <a16:creationId xmlns:a16="http://schemas.microsoft.com/office/drawing/2014/main" id="{79F54AD4-987E-2FA0-296C-E1772524FADD}"/>
              </a:ext>
            </a:extLst>
          </p:cNvPr>
          <p:cNvSpPr/>
          <p:nvPr/>
        </p:nvSpPr>
        <p:spPr>
          <a:xfrm>
            <a:off x="-822968" y="311240"/>
            <a:ext cx="7204800" cy="7297200"/>
          </a:xfrm>
          <a:prstGeom prst="blockArc">
            <a:avLst>
              <a:gd name="adj1" fmla="val 17060839"/>
              <a:gd name="adj2" fmla="val 6939771"/>
              <a:gd name="adj3" fmla="val 0"/>
            </a:avLst>
          </a:prstGeom>
          <a:solidFill>
            <a:srgbClr val="F39000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67"/>
            </a:pPr>
            <a:endParaRPr sz="186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1" name="Google Shape;161;p25">
            <a:extLst>
              <a:ext uri="{FF2B5EF4-FFF2-40B4-BE49-F238E27FC236}">
                <a16:creationId xmlns:a16="http://schemas.microsoft.com/office/drawing/2014/main" id="{13E408FE-FEB2-E81F-A73F-F2C8A05EF264}"/>
              </a:ext>
            </a:extLst>
          </p:cNvPr>
          <p:cNvGrpSpPr/>
          <p:nvPr/>
        </p:nvGrpSpPr>
        <p:grpSpPr>
          <a:xfrm>
            <a:off x="5240598" y="1266674"/>
            <a:ext cx="5236710" cy="720000"/>
            <a:chOff x="3716598" y="409424"/>
            <a:chExt cx="5236710" cy="720000"/>
          </a:xfrm>
        </p:grpSpPr>
        <p:sp>
          <p:nvSpPr>
            <p:cNvPr id="162" name="Google Shape;162;p25">
              <a:extLst>
                <a:ext uri="{FF2B5EF4-FFF2-40B4-BE49-F238E27FC236}">
                  <a16:creationId xmlns:a16="http://schemas.microsoft.com/office/drawing/2014/main" id="{7F9FDFE7-90DB-3893-182D-67007E2D28F1}"/>
                </a:ext>
              </a:extLst>
            </p:cNvPr>
            <p:cNvSpPr/>
            <p:nvPr/>
          </p:nvSpPr>
          <p:spPr>
            <a:xfrm>
              <a:off x="4113708" y="457435"/>
              <a:ext cx="4839600" cy="637500"/>
            </a:xfrm>
            <a:prstGeom prst="roundRect">
              <a:avLst>
                <a:gd name="adj" fmla="val 16667"/>
              </a:avLst>
            </a:prstGeom>
            <a:solidFill>
              <a:srgbClr val="F39000">
                <a:alpha val="69410"/>
              </a:srgbClr>
            </a:solidFill>
            <a:ln>
              <a:noFill/>
            </a:ln>
          </p:spPr>
          <p:txBody>
            <a:bodyPr spcFirstLastPara="1" wrap="square" lIns="661675" tIns="115125" rIns="115125" bIns="115125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rgbClr val="000000"/>
                </a:buClr>
                <a:buSzPts val="2200"/>
              </a:pPr>
              <a:r>
                <a:rPr lang="en-US" sz="1900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The Web API of 4TU.ResearchData</a:t>
              </a:r>
              <a:endParaRPr lang="en-US" sz="1900" dirty="0"/>
            </a:p>
          </p:txBody>
        </p:sp>
        <p:sp>
          <p:nvSpPr>
            <p:cNvPr id="163" name="Google Shape;163;p25">
              <a:extLst>
                <a:ext uri="{FF2B5EF4-FFF2-40B4-BE49-F238E27FC236}">
                  <a16:creationId xmlns:a16="http://schemas.microsoft.com/office/drawing/2014/main" id="{34A1A2D3-D0BA-951C-8EB2-00C8C947C51A}"/>
                </a:ext>
              </a:extLst>
            </p:cNvPr>
            <p:cNvSpPr/>
            <p:nvPr/>
          </p:nvSpPr>
          <p:spPr>
            <a:xfrm>
              <a:off x="3716598" y="409424"/>
              <a:ext cx="750600" cy="720000"/>
            </a:xfrm>
            <a:prstGeom prst="ellipse">
              <a:avLst/>
            </a:prstGeom>
            <a:solidFill>
              <a:srgbClr val="FAE2D5"/>
            </a:solidFill>
            <a:ln w="25400" cap="flat" cmpd="sng">
              <a:solidFill>
                <a:srgbClr val="F3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>
                <a:buClr>
                  <a:srgbClr val="000000"/>
                </a:buClr>
                <a:buSzPts val="1867"/>
              </a:pPr>
              <a:endParaRPr sz="186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25">
              <a:extLst>
                <a:ext uri="{FF2B5EF4-FFF2-40B4-BE49-F238E27FC236}">
                  <a16:creationId xmlns:a16="http://schemas.microsoft.com/office/drawing/2014/main" id="{2E0B993F-9170-663C-8D1B-CCB494AAF9EB}"/>
                </a:ext>
              </a:extLst>
            </p:cNvPr>
            <p:cNvSpPr txBox="1"/>
            <p:nvPr/>
          </p:nvSpPr>
          <p:spPr>
            <a:xfrm>
              <a:off x="3804300" y="538591"/>
              <a:ext cx="59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2400"/>
              </a:pPr>
              <a:r>
                <a:rPr lang="en-GB" sz="2400" b="1" dirty="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05</a:t>
              </a:r>
              <a:endParaRPr sz="1100" b="1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4B3B3B9-4438-0B45-07B6-BBBA55CAA402}"/>
              </a:ext>
            </a:extLst>
          </p:cNvPr>
          <p:cNvSpPr txBox="1"/>
          <p:nvPr/>
        </p:nvSpPr>
        <p:spPr>
          <a:xfrm>
            <a:off x="6459596" y="2236881"/>
            <a:ext cx="521890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[base URL] :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https://data.4tu.nl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defRPr sz="2000"/>
            </a:pPr>
            <a:endParaRPr lang="en-US" dirty="0">
              <a:solidFill>
                <a:schemeClr val="bg2">
                  <a:lumMod val="95000"/>
                </a:schemeClr>
              </a:solidFill>
            </a:endParaRPr>
          </a:p>
          <a:p>
            <a:pPr>
              <a:defRPr sz="2000"/>
            </a:pPr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[specific resource </a:t>
            </a:r>
            <a:r>
              <a:rPr lang="en-US" dirty="0">
                <a:solidFill>
                  <a:schemeClr val="bg2">
                    <a:lumMod val="9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URL:endpoint</a:t>
            </a:r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]: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https://data.4tu.nl/v2/articles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defRPr sz="2000"/>
            </a:pPr>
            <a:endParaRPr lang="en-US" dirty="0">
              <a:solidFill>
                <a:schemeClr val="bg2">
                  <a:lumMod val="95000"/>
                </a:schemeClr>
              </a:solidFill>
            </a:endParaRPr>
          </a:p>
          <a:p>
            <a:pPr>
              <a:defRPr sz="2000"/>
            </a:pPr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List of </a:t>
            </a:r>
            <a:r>
              <a:rPr lang="en-US" i="1" dirty="0">
                <a:solidFill>
                  <a:schemeClr val="bg2">
                    <a:lumMod val="95000"/>
                  </a:schemeClr>
                </a:solidFill>
              </a:rPr>
              <a:t>(documented) </a:t>
            </a:r>
            <a:r>
              <a:rPr lang="en-US" dirty="0">
                <a:solidFill>
                  <a:schemeClr val="bg2">
                    <a:lumMod val="95000"/>
                  </a:schemeClr>
                </a:solidFill>
              </a:rPr>
              <a:t>endpoints: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https://djehuty.4tu.nl/ </a:t>
            </a:r>
          </a:p>
          <a:p>
            <a:pPr>
              <a:defRPr sz="2000"/>
            </a:pPr>
            <a:endParaRPr lang="en-US" dirty="0">
              <a:solidFill>
                <a:schemeClr val="bg2">
                  <a:lumMod val="95000"/>
                </a:schemeClr>
              </a:solidFill>
            </a:endParaRPr>
          </a:p>
          <a:p>
            <a:pPr>
              <a:defRPr sz="2000"/>
            </a:pPr>
            <a:endParaRPr lang="en-US" dirty="0">
              <a:solidFill>
                <a:schemeClr val="bg2">
                  <a:lumMod val="9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  <a:defRPr sz="2000"/>
            </a:pPr>
            <a:endParaRPr lang="en-US" dirty="0">
              <a:solidFill>
                <a:schemeClr val="bg2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4D6D2-B9F5-7944-9E35-ED973990553D}"/>
              </a:ext>
            </a:extLst>
          </p:cNvPr>
          <p:cNvSpPr txBox="1"/>
          <p:nvPr/>
        </p:nvSpPr>
        <p:spPr>
          <a:xfrm>
            <a:off x="5328300" y="4990419"/>
            <a:ext cx="5386411" cy="16004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Exercise #1 : Checking the connection with the </a:t>
            </a:r>
            <a:br>
              <a:rPr lang="en-US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server using the web browser and CURL  in the Unix terminal</a:t>
            </a:r>
          </a:p>
          <a:p>
            <a:endParaRPr lang="en-US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Open a web browser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and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write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: </a:t>
            </a:r>
            <a:r>
              <a:rPr lang="en-US" b="1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https://data.4tu.nl/v2/articles</a:t>
            </a: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One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the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Unix terminal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and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write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:</a:t>
            </a:r>
            <a:br>
              <a:rPr lang="nl-NL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nl-NL" sz="1200" b="1" i="1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curl</a:t>
            </a:r>
            <a:r>
              <a:rPr lang="nl-NL" sz="1200" b="1" i="1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 –X GET </a:t>
            </a:r>
            <a:r>
              <a:rPr lang="en-US" sz="1200" b="1" i="1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https://data.4tu.nl/v2/articles | </a:t>
            </a:r>
            <a:r>
              <a:rPr lang="en-US" sz="1200" b="1" i="1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jq</a:t>
            </a:r>
            <a:r>
              <a:rPr lang="en-US" sz="1200" b="1" i="1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nl-NL" sz="1200" b="1" i="1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How are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both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responses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compared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to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each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75000"/>
                  </a:schemeClr>
                </a:solidFill>
              </a:rPr>
              <a:t>other</a:t>
            </a:r>
            <a:r>
              <a:rPr lang="nl-NL" dirty="0">
                <a:solidFill>
                  <a:schemeClr val="tx1">
                    <a:lumMod val="75000"/>
                  </a:schemeClr>
                </a:solidFill>
              </a:rPr>
              <a:t>?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0B02D6-32F1-0540-4350-3516BAD93CA8}"/>
              </a:ext>
            </a:extLst>
          </p:cNvPr>
          <p:cNvSpPr txBox="1"/>
          <p:nvPr/>
        </p:nvSpPr>
        <p:spPr>
          <a:xfrm>
            <a:off x="28628" y="5087421"/>
            <a:ext cx="3377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8"/>
              </a:rPr>
              <a:t>Link to the workshop on how to use the API of 4TU.ResearchData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224925-8506-4839-17EB-1D182A8349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2824" y="5751852"/>
            <a:ext cx="952110" cy="95211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B680B53-BB33-1C54-8CD8-A66CC4317D2A}"/>
              </a:ext>
            </a:extLst>
          </p:cNvPr>
          <p:cNvSpPr/>
          <p:nvPr/>
        </p:nvSpPr>
        <p:spPr>
          <a:xfrm>
            <a:off x="67308" y="4990419"/>
            <a:ext cx="3455756" cy="1860352"/>
          </a:xfrm>
          <a:prstGeom prst="rect">
            <a:avLst/>
          </a:pr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423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022C58-2B5F-71BE-1230-0846EEC60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493" y="2558026"/>
            <a:ext cx="4107366" cy="1900853"/>
          </a:xfrm>
        </p:spPr>
        <p:txBody>
          <a:bodyPr/>
          <a:lstStyle/>
          <a:p>
            <a:r>
              <a:rPr lang="en-US" dirty="0"/>
              <a:t>Let's start </a:t>
            </a:r>
            <a:endParaRPr lang="nl-NL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FACFCB-1C56-4776-38BB-144D8D307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029728"/>
              </p:ext>
            </p:extLst>
          </p:nvPr>
        </p:nvGraphicFramePr>
        <p:xfrm>
          <a:off x="4276567" y="2199554"/>
          <a:ext cx="7010400" cy="3749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48861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8094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1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23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Intro to APIs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09:30- 10:00</a:t>
                      </a:r>
                      <a:endParaRPr lang="nl-NL" sz="1600" dirty="0">
                        <a:solidFill>
                          <a:schemeClr val="bg2">
                            <a:lumMod val="8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110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Build the simplest dashboard (live code)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10:00 – 10:25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09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Try a script with more features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10:25 – 10:45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809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Break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10:45 – 10:55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Tweak exercises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10:55 – 11:30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954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Try a different example (with more features)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11:30 – 11:55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740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Deploy your dashboard using GitHub + </a:t>
                      </a:r>
                      <a:r>
                        <a:rPr lang="en-US" sz="1600" b="0" dirty="0" err="1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Streamlit</a:t>
                      </a:r>
                      <a:r>
                        <a:rPr lang="en-US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 Cloud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11:55 – 12:20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66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 err="1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Wrap</a:t>
                      </a:r>
                      <a:r>
                        <a:rPr lang="nl-NL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 up </a:t>
                      </a:r>
                      <a:r>
                        <a:rPr lang="nl-NL" sz="1600" b="0" dirty="0" err="1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and</a:t>
                      </a:r>
                      <a:r>
                        <a:rPr lang="nl-NL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nl-NL" sz="1600" b="0" dirty="0" err="1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questions</a:t>
                      </a:r>
                      <a:endParaRPr lang="nl-NL" sz="1600" b="0" dirty="0">
                        <a:solidFill>
                          <a:schemeClr val="bg2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12:20 – 12:30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29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602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F09733-437E-659C-5078-88028D92A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584906"/>
              </p:ext>
            </p:extLst>
          </p:nvPr>
        </p:nvGraphicFramePr>
        <p:xfrm>
          <a:off x="4265416" y="1920774"/>
          <a:ext cx="7010400" cy="3749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48861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8094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1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23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Intro to APIs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09:30- 10:00</a:t>
                      </a:r>
                      <a:endParaRPr lang="nl-NL" sz="1600" dirty="0">
                        <a:solidFill>
                          <a:schemeClr val="bg2">
                            <a:lumMod val="8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110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bg2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Build the simplest dashboard (live code)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10:00 – 10:25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09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Try a script with </a:t>
                      </a:r>
                      <a:r>
                        <a:rPr lang="en-US" sz="1600" b="0" i="0" u="none" strike="noStrike" cap="none" dirty="0">
                          <a:solidFill>
                            <a:schemeClr val="bg2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more</a:t>
                      </a:r>
                      <a:r>
                        <a:rPr lang="en-US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 features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10:25 – 10:45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809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Break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10:45 – 10:55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nl-NL" sz="1600" b="1" i="0" u="none" strike="noStrike" cap="none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Tweak exercises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10:55 – 11:30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954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Try a different example (with more features)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11:30 – 11:55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740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Deploy your dashboard using GitHub + </a:t>
                      </a:r>
                      <a:r>
                        <a:rPr lang="en-US" sz="1600" b="0" dirty="0" err="1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Streamlit</a:t>
                      </a:r>
                      <a:r>
                        <a:rPr lang="en-US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 Cloud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11:55 – 12:20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66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 err="1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Wrap</a:t>
                      </a:r>
                      <a:r>
                        <a:rPr lang="nl-NL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 up </a:t>
                      </a:r>
                      <a:r>
                        <a:rPr lang="nl-NL" sz="1600" b="0" dirty="0" err="1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and</a:t>
                      </a:r>
                      <a:r>
                        <a:rPr lang="nl-NL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nl-NL" sz="1600" b="0" dirty="0" err="1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questions</a:t>
                      </a:r>
                      <a:endParaRPr lang="nl-NL" sz="1600" b="0" dirty="0">
                        <a:solidFill>
                          <a:schemeClr val="bg2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12:20 – 12:30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29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958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96102-D7A2-935A-73D6-C3D4A9D0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4299EE-5DA1-5872-D943-AA6DD5F1A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493" y="2558026"/>
            <a:ext cx="4107366" cy="1900853"/>
          </a:xfrm>
        </p:spPr>
        <p:txBody>
          <a:bodyPr/>
          <a:lstStyle/>
          <a:p>
            <a:r>
              <a:rPr lang="en-US" dirty="0"/>
              <a:t>Exercises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2B8C4-5BF4-574F-1B67-8EF69F976E8F}"/>
              </a:ext>
            </a:extLst>
          </p:cNvPr>
          <p:cNvSpPr txBox="1"/>
          <p:nvPr/>
        </p:nvSpPr>
        <p:spPr>
          <a:xfrm>
            <a:off x="4409689" y="1873406"/>
            <a:ext cx="717890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2">
                  <a:lumMod val="95000"/>
                </a:schemeClr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Modify the minimal dashboard script so that the dashboard</a:t>
            </a:r>
          </a:p>
          <a:p>
            <a:pPr>
              <a:buClr>
                <a:schemeClr val="bg2">
                  <a:lumMod val="95000"/>
                </a:schemeClr>
              </a:buClr>
            </a:pPr>
            <a:r>
              <a:rPr lang="en-US" sz="20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only displays datasets published after 2020</a:t>
            </a:r>
            <a:r>
              <a:rPr lang="en-US" sz="20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. (Data filtering)</a:t>
            </a:r>
          </a:p>
          <a:p>
            <a:pPr>
              <a:buClr>
                <a:schemeClr val="bg2">
                  <a:lumMod val="95000"/>
                </a:schemeClr>
              </a:buClr>
            </a:pPr>
            <a:endParaRPr lang="en-US" sz="2000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>
              <a:buClr>
                <a:schemeClr val="bg2">
                  <a:lumMod val="95000"/>
                </a:schemeClr>
              </a:buClr>
            </a:pPr>
            <a:r>
              <a:rPr lang="en-US" sz="20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2.   Allow users to search datasets by title. Add a search box</a:t>
            </a:r>
          </a:p>
          <a:p>
            <a:pPr>
              <a:buClr>
                <a:schemeClr val="bg2">
                  <a:lumMod val="95000"/>
                </a:schemeClr>
              </a:buClr>
            </a:pPr>
            <a:r>
              <a:rPr lang="en-US" sz="20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so, </a:t>
            </a:r>
            <a:r>
              <a:rPr lang="en-US" sz="20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users can filter datasets containing a word in the title</a:t>
            </a:r>
            <a:r>
              <a:rPr lang="en-US" sz="20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. (UI widgets)</a:t>
            </a:r>
          </a:p>
          <a:p>
            <a:pPr>
              <a:buClr>
                <a:schemeClr val="bg2">
                  <a:lumMod val="95000"/>
                </a:schemeClr>
              </a:buClr>
            </a:pPr>
            <a:endParaRPr lang="en-US" sz="2000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>
              <a:buClr>
                <a:schemeClr val="bg2">
                  <a:lumMod val="95000"/>
                </a:schemeClr>
              </a:buClr>
            </a:pPr>
            <a:r>
              <a:rPr lang="en-US" sz="20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3. Add a chart showing the number of datasets per institution. (Aggregation and visualization)</a:t>
            </a:r>
          </a:p>
          <a:p>
            <a:pPr>
              <a:buClr>
                <a:schemeClr val="bg2">
                  <a:lumMod val="95000"/>
                </a:schemeClr>
              </a:buClr>
            </a:pPr>
            <a:endParaRPr lang="en-US" sz="2000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>
              <a:buClr>
                <a:schemeClr val="bg2">
                  <a:lumMod val="95000"/>
                </a:schemeClr>
              </a:buClr>
            </a:pPr>
            <a:endParaRPr lang="en-US" sz="2000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marL="342900" indent="-342900">
              <a:buClr>
                <a:schemeClr val="bg2">
                  <a:lumMod val="95000"/>
                </a:schemeClr>
              </a:buClr>
              <a:buFont typeface="+mj-lt"/>
              <a:buAutoNum type="arabicPeriod"/>
            </a:pPr>
            <a:endParaRPr lang="nl-NL" sz="2000" dirty="0">
              <a:solidFill>
                <a:schemeClr val="tx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C59BCE-9198-41D3-78D3-B97E3660D43E}"/>
              </a:ext>
            </a:extLst>
          </p:cNvPr>
          <p:cNvSpPr txBox="1"/>
          <p:nvPr/>
        </p:nvSpPr>
        <p:spPr>
          <a:xfrm>
            <a:off x="3964258" y="6341698"/>
            <a:ext cx="44437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1" dirty="0">
                <a:solidFill>
                  <a:schemeClr val="bg2">
                    <a:lumMod val="65000"/>
                  </a:schemeClr>
                </a:solidFill>
                <a:hlinkClick r:id="rId3"/>
              </a:rPr>
              <a:t>https://mu3ydfdkaczsgm3u7mbx2q.streamlit.app/</a:t>
            </a:r>
            <a:endParaRPr lang="nl-NL" b="1" dirty="0">
              <a:solidFill>
                <a:schemeClr val="bg2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254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2342A-6B9F-2524-C8CF-6F6B1EC3D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C866E9-DCD4-CE62-E394-E4AD1EA7D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576707"/>
              </p:ext>
            </p:extLst>
          </p:nvPr>
        </p:nvGraphicFramePr>
        <p:xfrm>
          <a:off x="4265416" y="1920774"/>
          <a:ext cx="7010400" cy="3749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48861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8094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1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231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Intro to APIs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09:30- 10:00</a:t>
                      </a:r>
                      <a:endParaRPr lang="nl-NL" sz="1600" dirty="0">
                        <a:solidFill>
                          <a:schemeClr val="bg2">
                            <a:lumMod val="8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110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bg2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Build the simplest dashboard (live code)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10:00 – 10:25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09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Try a script with </a:t>
                      </a:r>
                      <a:r>
                        <a:rPr lang="en-US" sz="1600" b="0" i="0" u="none" strike="noStrike" cap="none" dirty="0">
                          <a:solidFill>
                            <a:schemeClr val="bg2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more</a:t>
                      </a:r>
                      <a:r>
                        <a:rPr lang="en-US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 features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10:25 – 10:45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809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Break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10:45 – 10:55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nl-NL" sz="1600" b="0" i="0" u="none" strike="noStrike" cap="none" dirty="0">
                          <a:solidFill>
                            <a:schemeClr val="bg2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Tweak exercises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10:55 – 11:30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954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Try a different example (with more features)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11:30 – 11:55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740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tx2">
                              <a:lumMod val="95000"/>
                            </a:schemeClr>
                          </a:solidFill>
                        </a:rPr>
                        <a:t>Deploy your dashboard using GitHub + </a:t>
                      </a:r>
                      <a:r>
                        <a:rPr lang="en-US" sz="1600" b="1" dirty="0" err="1">
                          <a:solidFill>
                            <a:schemeClr val="tx2">
                              <a:lumMod val="95000"/>
                            </a:schemeClr>
                          </a:solidFill>
                        </a:rPr>
                        <a:t>Streamlit</a:t>
                      </a:r>
                      <a:r>
                        <a:rPr lang="en-US" sz="1600" b="1" dirty="0">
                          <a:solidFill>
                            <a:schemeClr val="tx2">
                              <a:lumMod val="95000"/>
                            </a:schemeClr>
                          </a:solidFill>
                        </a:rPr>
                        <a:t> Cloud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11:55 – 12:20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66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b="0" dirty="0" err="1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Wrap</a:t>
                      </a:r>
                      <a:r>
                        <a:rPr lang="nl-NL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 up </a:t>
                      </a:r>
                      <a:r>
                        <a:rPr lang="nl-NL" sz="1600" b="0" dirty="0" err="1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and</a:t>
                      </a:r>
                      <a:r>
                        <a:rPr lang="nl-NL" sz="1600" b="0" dirty="0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nl-NL" sz="1600" b="0" dirty="0" err="1">
                          <a:solidFill>
                            <a:schemeClr val="bg2">
                              <a:lumMod val="65000"/>
                            </a:schemeClr>
                          </a:solidFill>
                        </a:rPr>
                        <a:t>questions</a:t>
                      </a:r>
                      <a:endParaRPr lang="nl-NL" sz="1600" b="0" dirty="0">
                        <a:solidFill>
                          <a:schemeClr val="bg2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600" dirty="0">
                          <a:solidFill>
                            <a:schemeClr val="bg2">
                              <a:lumMod val="85000"/>
                            </a:schemeClr>
                          </a:solidFill>
                        </a:rPr>
                        <a:t>12:20 – 12:30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29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409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F3058EBA-32BF-A4C7-ED62-09820A4C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C3F55BAC-F320-FC48-F527-B0BEB0E320A4}"/>
              </a:ext>
            </a:extLst>
          </p:cNvPr>
          <p:cNvSpPr/>
          <p:nvPr/>
        </p:nvSpPr>
        <p:spPr>
          <a:xfrm>
            <a:off x="367990" y="5488935"/>
            <a:ext cx="4694664" cy="140505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2BEE8948-B99A-D81C-A86F-3372D866B414}"/>
              </a:ext>
            </a:extLst>
          </p:cNvPr>
          <p:cNvSpPr txBox="1"/>
          <p:nvPr/>
        </p:nvSpPr>
        <p:spPr>
          <a:xfrm>
            <a:off x="2920532" y="358761"/>
            <a:ext cx="5689606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How to deploy the app as a live web app</a:t>
            </a:r>
          </a:p>
          <a:p>
            <a:pPr algn="ctr"/>
            <a:r>
              <a:rPr lang="en-GB" sz="32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(one option)</a:t>
            </a:r>
            <a:endParaRPr sz="1050" dirty="0">
              <a:solidFill>
                <a:schemeClr val="bg2">
                  <a:lumMod val="9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E15101-BAF6-5CE2-1CC8-24ECA76F7589}"/>
              </a:ext>
            </a:extLst>
          </p:cNvPr>
          <p:cNvSpPr txBox="1"/>
          <p:nvPr/>
        </p:nvSpPr>
        <p:spPr>
          <a:xfrm>
            <a:off x="640609" y="3181071"/>
            <a:ext cx="63289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- Host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the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 code in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Github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 (Push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the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 dashboard app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to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Github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)</a:t>
            </a:r>
          </a:p>
          <a:p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-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Add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 a requirements.txt</a:t>
            </a:r>
          </a:p>
          <a:p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- Go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to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  </a:t>
            </a:r>
            <a:r>
              <a:rPr lang="nl-NL" sz="1800" dirty="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https://share.streamlit.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</a:t>
            </a:r>
            <a:endParaRPr lang="nl-NL" sz="1800" dirty="0">
              <a:solidFill>
                <a:schemeClr val="bg2">
                  <a:lumMod val="85000"/>
                </a:schemeClr>
              </a:solidFill>
            </a:endParaRPr>
          </a:p>
          <a:p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- Connect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repo</a:t>
            </a:r>
            <a:endParaRPr lang="nl-NL" sz="1800" dirty="0">
              <a:solidFill>
                <a:schemeClr val="bg2">
                  <a:lumMod val="85000"/>
                </a:schemeClr>
              </a:solidFill>
            </a:endParaRPr>
          </a:p>
          <a:p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- </a:t>
            </a:r>
            <a:r>
              <a:rPr lang="nl-NL" sz="1800" dirty="0" err="1">
                <a:solidFill>
                  <a:schemeClr val="bg2">
                    <a:lumMod val="85000"/>
                  </a:schemeClr>
                </a:solidFill>
              </a:rPr>
              <a:t>Deploy</a:t>
            </a:r>
            <a:r>
              <a:rPr lang="nl-NL" sz="1800" dirty="0">
                <a:solidFill>
                  <a:schemeClr val="bg2">
                    <a:lumMod val="85000"/>
                  </a:schemeClr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endParaRPr lang="nl-NL" sz="1800" dirty="0">
              <a:solidFill>
                <a:schemeClr val="bg2">
                  <a:lumMod val="85000"/>
                </a:schemeClr>
              </a:solidFill>
            </a:endParaRPr>
          </a:p>
          <a:p>
            <a:endParaRPr lang="nl-NL" sz="1800" dirty="0">
              <a:solidFill>
                <a:schemeClr val="bg2">
                  <a:lumMod val="85000"/>
                </a:schemeClr>
              </a:solidFill>
            </a:endParaRPr>
          </a:p>
          <a:p>
            <a:endParaRPr lang="nl-NL" sz="1800" dirty="0">
              <a:solidFill>
                <a:schemeClr val="bg2">
                  <a:lumMod val="8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DA812-05A2-D992-1707-592988B4A652}"/>
              </a:ext>
            </a:extLst>
          </p:cNvPr>
          <p:cNvSpPr txBox="1"/>
          <p:nvPr/>
        </p:nvSpPr>
        <p:spPr>
          <a:xfrm>
            <a:off x="8046720" y="3181071"/>
            <a:ext cx="27302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>
                    <a:lumMod val="85000"/>
                  </a:schemeClr>
                </a:solidFill>
              </a:rPr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85000"/>
                  </a:schemeClr>
                </a:solidFill>
              </a:rPr>
              <a:t>free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85000"/>
                  </a:schemeClr>
                </a:solidFill>
              </a:rPr>
              <a:t>no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85000"/>
                  </a:schemeClr>
                </a:solidFill>
              </a:rPr>
              <a:t>automatic deployment</a:t>
            </a:r>
          </a:p>
          <a:p>
            <a:endParaRPr lang="nl-NL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94576-9796-EC57-07B7-0D44222B816B}"/>
              </a:ext>
            </a:extLst>
          </p:cNvPr>
          <p:cNvSpPr txBox="1"/>
          <p:nvPr/>
        </p:nvSpPr>
        <p:spPr>
          <a:xfrm>
            <a:off x="780585" y="6191462"/>
            <a:ext cx="38694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>
                <a:solidFill>
                  <a:schemeClr val="tx1">
                    <a:lumMod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https://9lscwwsuhw2dkugffukt2t.streamlit.app/</a:t>
            </a:r>
            <a:endParaRPr lang="nl-NL" sz="12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B237CB-4D5B-1F61-FD64-4D6016333FF9}"/>
              </a:ext>
            </a:extLst>
          </p:cNvPr>
          <p:cNvSpPr txBox="1"/>
          <p:nvPr/>
        </p:nvSpPr>
        <p:spPr>
          <a:xfrm>
            <a:off x="875373" y="5883685"/>
            <a:ext cx="24513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of a live web app 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2121690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4382116A-6D8A-B9F6-4673-B37184485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>
            <a:extLst>
              <a:ext uri="{FF2B5EF4-FFF2-40B4-BE49-F238E27FC236}">
                <a16:creationId xmlns:a16="http://schemas.microsoft.com/office/drawing/2014/main" id="{DB2279F0-896A-1F70-D802-40BEADCDB6DD}"/>
              </a:ext>
            </a:extLst>
          </p:cNvPr>
          <p:cNvSpPr txBox="1"/>
          <p:nvPr/>
        </p:nvSpPr>
        <p:spPr>
          <a:xfrm>
            <a:off x="-1063640" y="5113889"/>
            <a:ext cx="5689606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Feedback :</a:t>
            </a:r>
            <a:endParaRPr sz="1050" dirty="0">
              <a:solidFill>
                <a:schemeClr val="bg2">
                  <a:lumMod val="9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7176E5-E8C2-BEDC-CFDA-FABE6F2E1D08}"/>
              </a:ext>
            </a:extLst>
          </p:cNvPr>
          <p:cNvSpPr txBox="1"/>
          <p:nvPr/>
        </p:nvSpPr>
        <p:spPr>
          <a:xfrm>
            <a:off x="611852" y="1627565"/>
            <a:ext cx="65261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tx1">
                  <a:lumMod val="20000"/>
                  <a:lumOff val="80000"/>
                </a:schemeClr>
              </a:buClr>
              <a:buFontTx/>
              <a:buChar char="-"/>
            </a:pPr>
            <a:r>
              <a:rPr lang="en-US" sz="2400" dirty="0">
                <a:solidFill>
                  <a:schemeClr val="bg2">
                    <a:lumMod val="85000"/>
                  </a:schemeClr>
                </a:solidFill>
              </a:rPr>
              <a:t>APIs enable automated data access</a:t>
            </a:r>
          </a:p>
          <a:p>
            <a:pPr marL="285750" indent="-285750">
              <a:buClr>
                <a:schemeClr val="tx1">
                  <a:lumMod val="20000"/>
                  <a:lumOff val="80000"/>
                </a:schemeClr>
              </a:buClr>
              <a:buFontTx/>
              <a:buChar char="-"/>
            </a:pPr>
            <a:r>
              <a:rPr lang="en-US" sz="2400" dirty="0">
                <a:solidFill>
                  <a:schemeClr val="bg2">
                    <a:lumMod val="85000"/>
                  </a:schemeClr>
                </a:solidFill>
              </a:rPr>
              <a:t>Python transform API data</a:t>
            </a:r>
          </a:p>
          <a:p>
            <a:pPr marL="285750" indent="-285750">
              <a:buClr>
                <a:schemeClr val="tx1">
                  <a:lumMod val="20000"/>
                  <a:lumOff val="80000"/>
                </a:schemeClr>
              </a:buClr>
              <a:buFontTx/>
              <a:buChar char="-"/>
            </a:pPr>
            <a:r>
              <a:rPr lang="en-US" sz="2400" dirty="0" err="1">
                <a:solidFill>
                  <a:schemeClr val="bg2">
                    <a:lumMod val="85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bg2">
                    <a:lumMod val="85000"/>
                  </a:schemeClr>
                </a:solidFill>
              </a:rPr>
              <a:t> turns scripts into dashboards</a:t>
            </a:r>
          </a:p>
          <a:p>
            <a:pPr marL="285750" indent="-285750">
              <a:buClr>
                <a:schemeClr val="tx1">
                  <a:lumMod val="20000"/>
                  <a:lumOff val="80000"/>
                </a:schemeClr>
              </a:buClr>
              <a:buFontTx/>
              <a:buChar char="-"/>
            </a:pPr>
            <a:r>
              <a:rPr lang="en-US" sz="2400" dirty="0" err="1">
                <a:solidFill>
                  <a:schemeClr val="bg2">
                    <a:lumMod val="85000"/>
                  </a:schemeClr>
                </a:solidFill>
              </a:rPr>
              <a:t>Github+Streamlit</a:t>
            </a:r>
            <a:r>
              <a:rPr lang="en-US" sz="2400" dirty="0">
                <a:solidFill>
                  <a:schemeClr val="bg2">
                    <a:lumMod val="85000"/>
                  </a:schemeClr>
                </a:solidFill>
              </a:rPr>
              <a:t> deploy apps (live web app)</a:t>
            </a:r>
            <a:endParaRPr lang="nl-NL" sz="2400" dirty="0">
              <a:solidFill>
                <a:schemeClr val="bg2">
                  <a:lumMod val="85000"/>
                </a:schemeClr>
              </a:solidFill>
            </a:endParaRPr>
          </a:p>
        </p:txBody>
      </p:sp>
      <p:sp>
        <p:nvSpPr>
          <p:cNvPr id="2" name="Google Shape;159;p25">
            <a:extLst>
              <a:ext uri="{FF2B5EF4-FFF2-40B4-BE49-F238E27FC236}">
                <a16:creationId xmlns:a16="http://schemas.microsoft.com/office/drawing/2014/main" id="{D91BD9BB-7899-1925-BB11-152A7EAF7848}"/>
              </a:ext>
            </a:extLst>
          </p:cNvPr>
          <p:cNvSpPr txBox="1"/>
          <p:nvPr/>
        </p:nvSpPr>
        <p:spPr>
          <a:xfrm>
            <a:off x="3072932" y="511161"/>
            <a:ext cx="5689606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GB" sz="4400" dirty="0">
                <a:solidFill>
                  <a:schemeClr val="bg2">
                    <a:lumMod val="95000"/>
                  </a:schemeClr>
                </a:solidFill>
                <a:latin typeface="+mj-lt"/>
                <a:sym typeface="Caveat"/>
              </a:rPr>
              <a:t>Wrap up</a:t>
            </a:r>
            <a:endParaRPr sz="1050" dirty="0">
              <a:solidFill>
                <a:schemeClr val="bg2">
                  <a:lumMod val="9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1162B2-AD08-05E7-E095-5C2B2098D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0126" y="4288972"/>
            <a:ext cx="2425337" cy="242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64"/>
          <p:cNvSpPr txBox="1">
            <a:spLocks noGrp="1"/>
          </p:cNvSpPr>
          <p:nvPr>
            <p:ph type="body" idx="1"/>
          </p:nvPr>
        </p:nvSpPr>
        <p:spPr>
          <a:xfrm>
            <a:off x="152400" y="2535723"/>
            <a:ext cx="6454912" cy="1900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de-DE"/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Slides">
  <a:themeElements>
    <a:clrScheme name="4TU.ResearchData">
      <a:dk1>
        <a:srgbClr val="3C3C3C"/>
      </a:dk1>
      <a:lt1>
        <a:srgbClr val="FBF5E9"/>
      </a:lt1>
      <a:dk2>
        <a:srgbClr val="FFFFFF"/>
      </a:dk2>
      <a:lt2>
        <a:srgbClr val="FFFFFF"/>
      </a:lt2>
      <a:accent1>
        <a:srgbClr val="F29100"/>
      </a:accent1>
      <a:accent2>
        <a:srgbClr val="FF6829"/>
      </a:accent2>
      <a:accent3>
        <a:srgbClr val="B9DBEF"/>
      </a:accent3>
      <a:accent4>
        <a:srgbClr val="969696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nd Slides">
  <a:themeElements>
    <a:clrScheme name="4TU.ResearchData">
      <a:dk1>
        <a:srgbClr val="3C3C3C"/>
      </a:dk1>
      <a:lt1>
        <a:srgbClr val="FBF5E9"/>
      </a:lt1>
      <a:dk2>
        <a:srgbClr val="FFFFFF"/>
      </a:dk2>
      <a:lt2>
        <a:srgbClr val="FFFFFF"/>
      </a:lt2>
      <a:accent1>
        <a:srgbClr val="F29100"/>
      </a:accent1>
      <a:accent2>
        <a:srgbClr val="FF6829"/>
      </a:accent2>
      <a:accent3>
        <a:srgbClr val="B9DBEF"/>
      </a:accent3>
      <a:accent4>
        <a:srgbClr val="969696"/>
      </a:accent4>
      <a:accent5>
        <a:srgbClr val="F29100"/>
      </a:accent5>
      <a:accent6>
        <a:srgbClr val="F29100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4TU.ResearchData">
    <a:dk1>
      <a:srgbClr val="3C3C3C"/>
    </a:dk1>
    <a:lt1>
      <a:srgbClr val="FBF5E9"/>
    </a:lt1>
    <a:dk2>
      <a:srgbClr val="FFFFFF"/>
    </a:dk2>
    <a:lt2>
      <a:srgbClr val="FFFFFF"/>
    </a:lt2>
    <a:accent1>
      <a:srgbClr val="F29100"/>
    </a:accent1>
    <a:accent2>
      <a:srgbClr val="FF6829"/>
    </a:accent2>
    <a:accent3>
      <a:srgbClr val="B9DBEF"/>
    </a:accent3>
    <a:accent4>
      <a:srgbClr val="969696"/>
    </a:accent4>
    <a:accent5>
      <a:srgbClr val="F29100"/>
    </a:accent5>
    <a:accent6>
      <a:srgbClr val="F29100"/>
    </a:accent6>
    <a:hlink>
      <a:srgbClr val="FFFFFF"/>
    </a:hlink>
    <a:folHlink>
      <a:srgbClr val="FFFF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1083</Words>
  <Application>Microsoft Office PowerPoint</Application>
  <PresentationFormat>Widescreen</PresentationFormat>
  <Paragraphs>235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Unicode MS</vt:lpstr>
      <vt:lpstr>Space Grotesk</vt:lpstr>
      <vt:lpstr>Quattrocento Sans</vt:lpstr>
      <vt:lpstr>Consolas</vt:lpstr>
      <vt:lpstr>Caveat</vt:lpstr>
      <vt:lpstr>Roboto Medium</vt:lpstr>
      <vt:lpstr>Data Slides</vt:lpstr>
      <vt:lpstr>End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Jenny Maria Gehrigk</dc:creator>
  <cp:lastModifiedBy>Leila Iñigo de la Cruz</cp:lastModifiedBy>
  <cp:revision>1</cp:revision>
  <dcterms:created xsi:type="dcterms:W3CDTF">2026-02-18T14:27:57Z</dcterms:created>
  <dcterms:modified xsi:type="dcterms:W3CDTF">2026-03-17T07:19:50Z</dcterms:modified>
</cp:coreProperties>
</file>